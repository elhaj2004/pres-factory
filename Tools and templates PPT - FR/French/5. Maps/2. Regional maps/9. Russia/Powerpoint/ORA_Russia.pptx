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76" r:id="rId2"/>
    <p:sldId id="27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>
        <p:scale>
          <a:sx n="75" d="100"/>
          <a:sy n="75" d="100"/>
        </p:scale>
        <p:origin x="-954" y="-510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Russia with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773113" y="1035050"/>
            <a:ext cx="7600950" cy="3074988"/>
            <a:chOff x="487" y="652"/>
            <a:chExt cx="4788" cy="193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1048" y="2415"/>
              <a:ext cx="190" cy="84"/>
            </a:xfrm>
            <a:custGeom>
              <a:avLst/>
              <a:gdLst>
                <a:gd name="T0" fmla="*/ 251 w 433"/>
                <a:gd name="T1" fmla="*/ 188 h 191"/>
                <a:gd name="T2" fmla="*/ 278 w 433"/>
                <a:gd name="T3" fmla="*/ 183 h 191"/>
                <a:gd name="T4" fmla="*/ 312 w 433"/>
                <a:gd name="T5" fmla="*/ 182 h 191"/>
                <a:gd name="T6" fmla="*/ 316 w 433"/>
                <a:gd name="T7" fmla="*/ 182 h 191"/>
                <a:gd name="T8" fmla="*/ 317 w 433"/>
                <a:gd name="T9" fmla="*/ 182 h 191"/>
                <a:gd name="T10" fmla="*/ 320 w 433"/>
                <a:gd name="T11" fmla="*/ 182 h 191"/>
                <a:gd name="T12" fmla="*/ 321 w 433"/>
                <a:gd name="T13" fmla="*/ 182 h 191"/>
                <a:gd name="T14" fmla="*/ 323 w 433"/>
                <a:gd name="T15" fmla="*/ 181 h 191"/>
                <a:gd name="T16" fmla="*/ 324 w 433"/>
                <a:gd name="T17" fmla="*/ 181 h 191"/>
                <a:gd name="T18" fmla="*/ 327 w 433"/>
                <a:gd name="T19" fmla="*/ 180 h 191"/>
                <a:gd name="T20" fmla="*/ 328 w 433"/>
                <a:gd name="T21" fmla="*/ 179 h 191"/>
                <a:gd name="T22" fmla="*/ 329 w 433"/>
                <a:gd name="T23" fmla="*/ 178 h 191"/>
                <a:gd name="T24" fmla="*/ 330 w 433"/>
                <a:gd name="T25" fmla="*/ 177 h 191"/>
                <a:gd name="T26" fmla="*/ 331 w 433"/>
                <a:gd name="T27" fmla="*/ 177 h 191"/>
                <a:gd name="T28" fmla="*/ 332 w 433"/>
                <a:gd name="T29" fmla="*/ 176 h 191"/>
                <a:gd name="T30" fmla="*/ 332 w 433"/>
                <a:gd name="T31" fmla="*/ 176 h 191"/>
                <a:gd name="T32" fmla="*/ 335 w 433"/>
                <a:gd name="T33" fmla="*/ 172 h 191"/>
                <a:gd name="T34" fmla="*/ 359 w 433"/>
                <a:gd name="T35" fmla="*/ 166 h 191"/>
                <a:gd name="T36" fmla="*/ 382 w 433"/>
                <a:gd name="T37" fmla="*/ 181 h 191"/>
                <a:gd name="T38" fmla="*/ 404 w 433"/>
                <a:gd name="T39" fmla="*/ 189 h 191"/>
                <a:gd name="T40" fmla="*/ 432 w 433"/>
                <a:gd name="T41" fmla="*/ 183 h 191"/>
                <a:gd name="T42" fmla="*/ 424 w 433"/>
                <a:gd name="T43" fmla="*/ 169 h 191"/>
                <a:gd name="T44" fmla="*/ 410 w 433"/>
                <a:gd name="T45" fmla="*/ 158 h 191"/>
                <a:gd name="T46" fmla="*/ 408 w 433"/>
                <a:gd name="T47" fmla="*/ 140 h 191"/>
                <a:gd name="T48" fmla="*/ 418 w 433"/>
                <a:gd name="T49" fmla="*/ 124 h 191"/>
                <a:gd name="T50" fmla="*/ 418 w 433"/>
                <a:gd name="T51" fmla="*/ 124 h 191"/>
                <a:gd name="T52" fmla="*/ 387 w 433"/>
                <a:gd name="T53" fmla="*/ 119 h 191"/>
                <a:gd name="T54" fmla="*/ 387 w 433"/>
                <a:gd name="T55" fmla="*/ 119 h 191"/>
                <a:gd name="T56" fmla="*/ 384 w 433"/>
                <a:gd name="T57" fmla="*/ 118 h 191"/>
                <a:gd name="T58" fmla="*/ 384 w 433"/>
                <a:gd name="T59" fmla="*/ 118 h 191"/>
                <a:gd name="T60" fmla="*/ 381 w 433"/>
                <a:gd name="T61" fmla="*/ 117 h 191"/>
                <a:gd name="T62" fmla="*/ 381 w 433"/>
                <a:gd name="T63" fmla="*/ 117 h 191"/>
                <a:gd name="T64" fmla="*/ 378 w 433"/>
                <a:gd name="T65" fmla="*/ 116 h 191"/>
                <a:gd name="T66" fmla="*/ 376 w 433"/>
                <a:gd name="T67" fmla="*/ 96 h 191"/>
                <a:gd name="T68" fmla="*/ 351 w 433"/>
                <a:gd name="T69" fmla="*/ 79 h 191"/>
                <a:gd name="T70" fmla="*/ 337 w 433"/>
                <a:gd name="T71" fmla="*/ 67 h 191"/>
                <a:gd name="T72" fmla="*/ 304 w 433"/>
                <a:gd name="T73" fmla="*/ 64 h 191"/>
                <a:gd name="T74" fmla="*/ 280 w 433"/>
                <a:gd name="T75" fmla="*/ 71 h 191"/>
                <a:gd name="T76" fmla="*/ 260 w 433"/>
                <a:gd name="T77" fmla="*/ 80 h 191"/>
                <a:gd name="T78" fmla="*/ 243 w 433"/>
                <a:gd name="T79" fmla="*/ 63 h 191"/>
                <a:gd name="T80" fmla="*/ 223 w 433"/>
                <a:gd name="T81" fmla="*/ 53 h 191"/>
                <a:gd name="T82" fmla="*/ 198 w 433"/>
                <a:gd name="T83" fmla="*/ 35 h 191"/>
                <a:gd name="T84" fmla="*/ 139 w 433"/>
                <a:gd name="T85" fmla="*/ 32 h 191"/>
                <a:gd name="T86" fmla="*/ 102 w 433"/>
                <a:gd name="T87" fmla="*/ 28 h 191"/>
                <a:gd name="T88" fmla="*/ 63 w 433"/>
                <a:gd name="T89" fmla="*/ 6 h 191"/>
                <a:gd name="T90" fmla="*/ 37 w 433"/>
                <a:gd name="T91" fmla="*/ 3 h 191"/>
                <a:gd name="T92" fmla="*/ 13 w 433"/>
                <a:gd name="T93" fmla="*/ 3 h 191"/>
                <a:gd name="T94" fmla="*/ 0 w 433"/>
                <a:gd name="T95" fmla="*/ 6 h 191"/>
                <a:gd name="T96" fmla="*/ 12 w 433"/>
                <a:gd name="T97" fmla="*/ 13 h 191"/>
                <a:gd name="T98" fmla="*/ 78 w 433"/>
                <a:gd name="T99" fmla="*/ 54 h 191"/>
                <a:gd name="T100" fmla="*/ 102 w 433"/>
                <a:gd name="T101" fmla="*/ 99 h 191"/>
                <a:gd name="T102" fmla="*/ 118 w 433"/>
                <a:gd name="T103" fmla="*/ 142 h 191"/>
                <a:gd name="T104" fmla="*/ 102 w 433"/>
                <a:gd name="T105" fmla="*/ 156 h 191"/>
                <a:gd name="T106" fmla="*/ 118 w 433"/>
                <a:gd name="T107" fmla="*/ 164 h 191"/>
                <a:gd name="T108" fmla="*/ 166 w 433"/>
                <a:gd name="T109" fmla="*/ 162 h 191"/>
                <a:gd name="T110" fmla="*/ 198 w 433"/>
                <a:gd name="T111" fmla="*/ 161 h 191"/>
                <a:gd name="T112" fmla="*/ 215 w 433"/>
                <a:gd name="T113" fmla="*/ 180 h 191"/>
                <a:gd name="T114" fmla="*/ 230 w 433"/>
                <a:gd name="T115" fmla="*/ 190 h 191"/>
                <a:gd name="T116" fmla="*/ 251 w 433"/>
                <a:gd name="T117" fmla="*/ 18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3" h="191">
                  <a:moveTo>
                    <a:pt x="251" y="188"/>
                  </a:moveTo>
                  <a:cubicBezTo>
                    <a:pt x="264" y="190"/>
                    <a:pt x="266" y="178"/>
                    <a:pt x="278" y="183"/>
                  </a:cubicBezTo>
                  <a:cubicBezTo>
                    <a:pt x="291" y="187"/>
                    <a:pt x="298" y="181"/>
                    <a:pt x="312" y="182"/>
                  </a:cubicBezTo>
                  <a:cubicBezTo>
                    <a:pt x="313" y="182"/>
                    <a:pt x="314" y="182"/>
                    <a:pt x="316" y="182"/>
                  </a:cubicBezTo>
                  <a:cubicBezTo>
                    <a:pt x="316" y="182"/>
                    <a:pt x="317" y="182"/>
                    <a:pt x="317" y="182"/>
                  </a:cubicBezTo>
                  <a:cubicBezTo>
                    <a:pt x="318" y="182"/>
                    <a:pt x="319" y="182"/>
                    <a:pt x="320" y="182"/>
                  </a:cubicBezTo>
                  <a:cubicBezTo>
                    <a:pt x="320" y="182"/>
                    <a:pt x="321" y="182"/>
                    <a:pt x="321" y="182"/>
                  </a:cubicBezTo>
                  <a:cubicBezTo>
                    <a:pt x="322" y="182"/>
                    <a:pt x="323" y="181"/>
                    <a:pt x="323" y="181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5" y="181"/>
                    <a:pt x="326" y="180"/>
                    <a:pt x="327" y="180"/>
                  </a:cubicBezTo>
                  <a:cubicBezTo>
                    <a:pt x="327" y="179"/>
                    <a:pt x="328" y="179"/>
                    <a:pt x="328" y="179"/>
                  </a:cubicBezTo>
                  <a:cubicBezTo>
                    <a:pt x="328" y="179"/>
                    <a:pt x="329" y="179"/>
                    <a:pt x="329" y="178"/>
                  </a:cubicBezTo>
                  <a:cubicBezTo>
                    <a:pt x="329" y="178"/>
                    <a:pt x="330" y="178"/>
                    <a:pt x="330" y="177"/>
                  </a:cubicBezTo>
                  <a:cubicBezTo>
                    <a:pt x="330" y="177"/>
                    <a:pt x="331" y="177"/>
                    <a:pt x="331" y="177"/>
                  </a:cubicBezTo>
                  <a:cubicBezTo>
                    <a:pt x="331" y="176"/>
                    <a:pt x="332" y="176"/>
                    <a:pt x="332" y="176"/>
                  </a:cubicBezTo>
                  <a:cubicBezTo>
                    <a:pt x="332" y="176"/>
                    <a:pt x="332" y="176"/>
                    <a:pt x="332" y="176"/>
                  </a:cubicBezTo>
                  <a:cubicBezTo>
                    <a:pt x="333" y="174"/>
                    <a:pt x="334" y="173"/>
                    <a:pt x="335" y="172"/>
                  </a:cubicBezTo>
                  <a:cubicBezTo>
                    <a:pt x="337" y="166"/>
                    <a:pt x="350" y="156"/>
                    <a:pt x="359" y="166"/>
                  </a:cubicBezTo>
                  <a:cubicBezTo>
                    <a:pt x="368" y="176"/>
                    <a:pt x="378" y="174"/>
                    <a:pt x="382" y="181"/>
                  </a:cubicBezTo>
                  <a:cubicBezTo>
                    <a:pt x="386" y="188"/>
                    <a:pt x="393" y="187"/>
                    <a:pt x="404" y="189"/>
                  </a:cubicBezTo>
                  <a:cubicBezTo>
                    <a:pt x="415" y="191"/>
                    <a:pt x="431" y="190"/>
                    <a:pt x="432" y="183"/>
                  </a:cubicBezTo>
                  <a:cubicBezTo>
                    <a:pt x="433" y="175"/>
                    <a:pt x="432" y="170"/>
                    <a:pt x="424" y="169"/>
                  </a:cubicBezTo>
                  <a:cubicBezTo>
                    <a:pt x="417" y="167"/>
                    <a:pt x="412" y="164"/>
                    <a:pt x="410" y="158"/>
                  </a:cubicBezTo>
                  <a:cubicBezTo>
                    <a:pt x="407" y="151"/>
                    <a:pt x="398" y="150"/>
                    <a:pt x="408" y="140"/>
                  </a:cubicBezTo>
                  <a:cubicBezTo>
                    <a:pt x="413" y="135"/>
                    <a:pt x="416" y="129"/>
                    <a:pt x="418" y="124"/>
                  </a:cubicBezTo>
                  <a:cubicBezTo>
                    <a:pt x="418" y="124"/>
                    <a:pt x="418" y="124"/>
                    <a:pt x="418" y="124"/>
                  </a:cubicBezTo>
                  <a:cubicBezTo>
                    <a:pt x="410" y="117"/>
                    <a:pt x="400" y="122"/>
                    <a:pt x="387" y="119"/>
                  </a:cubicBezTo>
                  <a:cubicBezTo>
                    <a:pt x="387" y="119"/>
                    <a:pt x="387" y="119"/>
                    <a:pt x="387" y="119"/>
                  </a:cubicBezTo>
                  <a:cubicBezTo>
                    <a:pt x="386" y="119"/>
                    <a:pt x="385" y="118"/>
                    <a:pt x="384" y="118"/>
                  </a:cubicBezTo>
                  <a:cubicBezTo>
                    <a:pt x="384" y="118"/>
                    <a:pt x="384" y="118"/>
                    <a:pt x="384" y="118"/>
                  </a:cubicBezTo>
                  <a:cubicBezTo>
                    <a:pt x="383" y="118"/>
                    <a:pt x="382" y="118"/>
                    <a:pt x="381" y="117"/>
                  </a:cubicBezTo>
                  <a:cubicBezTo>
                    <a:pt x="381" y="117"/>
                    <a:pt x="381" y="117"/>
                    <a:pt x="381" y="117"/>
                  </a:cubicBezTo>
                  <a:cubicBezTo>
                    <a:pt x="380" y="117"/>
                    <a:pt x="379" y="116"/>
                    <a:pt x="378" y="116"/>
                  </a:cubicBezTo>
                  <a:cubicBezTo>
                    <a:pt x="360" y="107"/>
                    <a:pt x="376" y="107"/>
                    <a:pt x="376" y="96"/>
                  </a:cubicBezTo>
                  <a:cubicBezTo>
                    <a:pt x="376" y="84"/>
                    <a:pt x="362" y="79"/>
                    <a:pt x="351" y="79"/>
                  </a:cubicBezTo>
                  <a:cubicBezTo>
                    <a:pt x="341" y="79"/>
                    <a:pt x="340" y="75"/>
                    <a:pt x="337" y="67"/>
                  </a:cubicBezTo>
                  <a:cubicBezTo>
                    <a:pt x="334" y="60"/>
                    <a:pt x="317" y="64"/>
                    <a:pt x="304" y="64"/>
                  </a:cubicBezTo>
                  <a:cubicBezTo>
                    <a:pt x="290" y="64"/>
                    <a:pt x="284" y="66"/>
                    <a:pt x="280" y="71"/>
                  </a:cubicBezTo>
                  <a:cubicBezTo>
                    <a:pt x="276" y="76"/>
                    <a:pt x="267" y="80"/>
                    <a:pt x="260" y="80"/>
                  </a:cubicBezTo>
                  <a:cubicBezTo>
                    <a:pt x="253" y="80"/>
                    <a:pt x="244" y="69"/>
                    <a:pt x="243" y="63"/>
                  </a:cubicBezTo>
                  <a:cubicBezTo>
                    <a:pt x="241" y="57"/>
                    <a:pt x="234" y="55"/>
                    <a:pt x="223" y="53"/>
                  </a:cubicBezTo>
                  <a:cubicBezTo>
                    <a:pt x="211" y="51"/>
                    <a:pt x="204" y="43"/>
                    <a:pt x="198" y="35"/>
                  </a:cubicBezTo>
                  <a:cubicBezTo>
                    <a:pt x="191" y="27"/>
                    <a:pt x="155" y="31"/>
                    <a:pt x="139" y="32"/>
                  </a:cubicBezTo>
                  <a:cubicBezTo>
                    <a:pt x="122" y="34"/>
                    <a:pt x="115" y="33"/>
                    <a:pt x="102" y="28"/>
                  </a:cubicBezTo>
                  <a:cubicBezTo>
                    <a:pt x="88" y="22"/>
                    <a:pt x="73" y="10"/>
                    <a:pt x="63" y="6"/>
                  </a:cubicBezTo>
                  <a:cubicBezTo>
                    <a:pt x="54" y="3"/>
                    <a:pt x="43" y="6"/>
                    <a:pt x="37" y="3"/>
                  </a:cubicBezTo>
                  <a:cubicBezTo>
                    <a:pt x="31" y="0"/>
                    <a:pt x="19" y="2"/>
                    <a:pt x="13" y="3"/>
                  </a:cubicBezTo>
                  <a:cubicBezTo>
                    <a:pt x="10" y="4"/>
                    <a:pt x="5" y="5"/>
                    <a:pt x="0" y="6"/>
                  </a:cubicBezTo>
                  <a:cubicBezTo>
                    <a:pt x="4" y="8"/>
                    <a:pt x="7" y="11"/>
                    <a:pt x="12" y="13"/>
                  </a:cubicBezTo>
                  <a:cubicBezTo>
                    <a:pt x="45" y="27"/>
                    <a:pt x="43" y="38"/>
                    <a:pt x="78" y="54"/>
                  </a:cubicBezTo>
                  <a:cubicBezTo>
                    <a:pt x="112" y="70"/>
                    <a:pt x="102" y="80"/>
                    <a:pt x="102" y="99"/>
                  </a:cubicBezTo>
                  <a:cubicBezTo>
                    <a:pt x="102" y="117"/>
                    <a:pt x="122" y="133"/>
                    <a:pt x="118" y="142"/>
                  </a:cubicBezTo>
                  <a:cubicBezTo>
                    <a:pt x="116" y="146"/>
                    <a:pt x="110" y="151"/>
                    <a:pt x="102" y="156"/>
                  </a:cubicBezTo>
                  <a:cubicBezTo>
                    <a:pt x="106" y="160"/>
                    <a:pt x="111" y="164"/>
                    <a:pt x="118" y="164"/>
                  </a:cubicBezTo>
                  <a:cubicBezTo>
                    <a:pt x="131" y="164"/>
                    <a:pt x="160" y="167"/>
                    <a:pt x="166" y="162"/>
                  </a:cubicBezTo>
                  <a:cubicBezTo>
                    <a:pt x="172" y="156"/>
                    <a:pt x="195" y="153"/>
                    <a:pt x="198" y="161"/>
                  </a:cubicBezTo>
                  <a:cubicBezTo>
                    <a:pt x="202" y="169"/>
                    <a:pt x="205" y="178"/>
                    <a:pt x="215" y="180"/>
                  </a:cubicBezTo>
                  <a:cubicBezTo>
                    <a:pt x="221" y="181"/>
                    <a:pt x="226" y="184"/>
                    <a:pt x="230" y="190"/>
                  </a:cubicBezTo>
                  <a:cubicBezTo>
                    <a:pt x="235" y="188"/>
                    <a:pt x="243" y="186"/>
                    <a:pt x="251" y="188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149" y="2492"/>
              <a:ext cx="86" cy="82"/>
            </a:xfrm>
            <a:custGeom>
              <a:avLst/>
              <a:gdLst>
                <a:gd name="T0" fmla="*/ 73 w 197"/>
                <a:gd name="T1" fmla="*/ 117 h 187"/>
                <a:gd name="T2" fmla="*/ 75 w 197"/>
                <a:gd name="T3" fmla="*/ 117 h 187"/>
                <a:gd name="T4" fmla="*/ 90 w 197"/>
                <a:gd name="T5" fmla="*/ 135 h 187"/>
                <a:gd name="T6" fmla="*/ 125 w 197"/>
                <a:gd name="T7" fmla="*/ 177 h 187"/>
                <a:gd name="T8" fmla="*/ 159 w 197"/>
                <a:gd name="T9" fmla="*/ 186 h 187"/>
                <a:gd name="T10" fmla="*/ 173 w 197"/>
                <a:gd name="T11" fmla="*/ 187 h 187"/>
                <a:gd name="T12" fmla="*/ 176 w 197"/>
                <a:gd name="T13" fmla="*/ 187 h 187"/>
                <a:gd name="T14" fmla="*/ 178 w 197"/>
                <a:gd name="T15" fmla="*/ 187 h 187"/>
                <a:gd name="T16" fmla="*/ 181 w 197"/>
                <a:gd name="T17" fmla="*/ 186 h 187"/>
                <a:gd name="T18" fmla="*/ 184 w 197"/>
                <a:gd name="T19" fmla="*/ 186 h 187"/>
                <a:gd name="T20" fmla="*/ 186 w 197"/>
                <a:gd name="T21" fmla="*/ 185 h 187"/>
                <a:gd name="T22" fmla="*/ 189 w 197"/>
                <a:gd name="T23" fmla="*/ 184 h 187"/>
                <a:gd name="T24" fmla="*/ 192 w 197"/>
                <a:gd name="T25" fmla="*/ 183 h 187"/>
                <a:gd name="T26" fmla="*/ 194 w 197"/>
                <a:gd name="T27" fmla="*/ 182 h 187"/>
                <a:gd name="T28" fmla="*/ 197 w 197"/>
                <a:gd name="T29" fmla="*/ 180 h 187"/>
                <a:gd name="T30" fmla="*/ 195 w 197"/>
                <a:gd name="T31" fmla="*/ 164 h 187"/>
                <a:gd name="T32" fmla="*/ 171 w 197"/>
                <a:gd name="T33" fmla="*/ 125 h 187"/>
                <a:gd name="T34" fmla="*/ 150 w 197"/>
                <a:gd name="T35" fmla="*/ 81 h 187"/>
                <a:gd name="T36" fmla="*/ 130 w 197"/>
                <a:gd name="T37" fmla="*/ 45 h 187"/>
                <a:gd name="T38" fmla="*/ 110 w 197"/>
                <a:gd name="T39" fmla="*/ 18 h 187"/>
                <a:gd name="T40" fmla="*/ 102 w 197"/>
                <a:gd name="T41" fmla="*/ 0 h 187"/>
                <a:gd name="T42" fmla="*/ 100 w 197"/>
                <a:gd name="T43" fmla="*/ 1 h 187"/>
                <a:gd name="T44" fmla="*/ 98 w 197"/>
                <a:gd name="T45" fmla="*/ 3 h 187"/>
                <a:gd name="T46" fmla="*/ 94 w 197"/>
                <a:gd name="T47" fmla="*/ 5 h 187"/>
                <a:gd name="T48" fmla="*/ 91 w 197"/>
                <a:gd name="T49" fmla="*/ 6 h 187"/>
                <a:gd name="T50" fmla="*/ 87 w 197"/>
                <a:gd name="T51" fmla="*/ 6 h 187"/>
                <a:gd name="T52" fmla="*/ 82 w 197"/>
                <a:gd name="T53" fmla="*/ 6 h 187"/>
                <a:gd name="T54" fmla="*/ 21 w 197"/>
                <a:gd name="T55" fmla="*/ 12 h 187"/>
                <a:gd name="T56" fmla="*/ 5 w 197"/>
                <a:gd name="T57" fmla="*/ 24 h 187"/>
                <a:gd name="T58" fmla="*/ 28 w 197"/>
                <a:gd name="T59" fmla="*/ 94 h 187"/>
                <a:gd name="T60" fmla="*/ 68 w 197"/>
                <a:gd name="T61" fmla="*/ 118 h 187"/>
                <a:gd name="T62" fmla="*/ 70 w 197"/>
                <a:gd name="T63" fmla="*/ 11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7" h="187">
                  <a:moveTo>
                    <a:pt x="70" y="117"/>
                  </a:moveTo>
                  <a:cubicBezTo>
                    <a:pt x="71" y="117"/>
                    <a:pt x="72" y="117"/>
                    <a:pt x="73" y="117"/>
                  </a:cubicBezTo>
                  <a:cubicBezTo>
                    <a:pt x="73" y="117"/>
                    <a:pt x="73" y="117"/>
                    <a:pt x="73" y="117"/>
                  </a:cubicBezTo>
                  <a:cubicBezTo>
                    <a:pt x="74" y="117"/>
                    <a:pt x="75" y="117"/>
                    <a:pt x="75" y="117"/>
                  </a:cubicBezTo>
                  <a:cubicBezTo>
                    <a:pt x="76" y="117"/>
                    <a:pt x="77" y="118"/>
                    <a:pt x="78" y="118"/>
                  </a:cubicBezTo>
                  <a:cubicBezTo>
                    <a:pt x="86" y="122"/>
                    <a:pt x="90" y="123"/>
                    <a:pt x="90" y="135"/>
                  </a:cubicBezTo>
                  <a:cubicBezTo>
                    <a:pt x="90" y="146"/>
                    <a:pt x="101" y="162"/>
                    <a:pt x="110" y="163"/>
                  </a:cubicBezTo>
                  <a:cubicBezTo>
                    <a:pt x="120" y="165"/>
                    <a:pt x="112" y="173"/>
                    <a:pt x="125" y="177"/>
                  </a:cubicBezTo>
                  <a:cubicBezTo>
                    <a:pt x="138" y="180"/>
                    <a:pt x="144" y="185"/>
                    <a:pt x="156" y="186"/>
                  </a:cubicBezTo>
                  <a:cubicBezTo>
                    <a:pt x="157" y="186"/>
                    <a:pt x="158" y="186"/>
                    <a:pt x="159" y="186"/>
                  </a:cubicBezTo>
                  <a:cubicBezTo>
                    <a:pt x="159" y="186"/>
                    <a:pt x="159" y="186"/>
                    <a:pt x="159" y="186"/>
                  </a:cubicBezTo>
                  <a:cubicBezTo>
                    <a:pt x="163" y="186"/>
                    <a:pt x="168" y="187"/>
                    <a:pt x="173" y="187"/>
                  </a:cubicBezTo>
                  <a:cubicBezTo>
                    <a:pt x="173" y="187"/>
                    <a:pt x="173" y="187"/>
                    <a:pt x="173" y="187"/>
                  </a:cubicBezTo>
                  <a:cubicBezTo>
                    <a:pt x="174" y="187"/>
                    <a:pt x="175" y="187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7"/>
                    <a:pt x="178" y="187"/>
                    <a:pt x="178" y="187"/>
                  </a:cubicBezTo>
                  <a:cubicBezTo>
                    <a:pt x="178" y="187"/>
                    <a:pt x="178" y="187"/>
                    <a:pt x="179" y="187"/>
                  </a:cubicBezTo>
                  <a:cubicBezTo>
                    <a:pt x="179" y="187"/>
                    <a:pt x="180" y="186"/>
                    <a:pt x="181" y="186"/>
                  </a:cubicBezTo>
                  <a:cubicBezTo>
                    <a:pt x="181" y="186"/>
                    <a:pt x="181" y="186"/>
                    <a:pt x="181" y="186"/>
                  </a:cubicBezTo>
                  <a:cubicBezTo>
                    <a:pt x="182" y="186"/>
                    <a:pt x="183" y="186"/>
                    <a:pt x="184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5" y="186"/>
                    <a:pt x="185" y="185"/>
                    <a:pt x="186" y="185"/>
                  </a:cubicBezTo>
                  <a:cubicBezTo>
                    <a:pt x="186" y="185"/>
                    <a:pt x="186" y="185"/>
                    <a:pt x="186" y="185"/>
                  </a:cubicBezTo>
                  <a:cubicBezTo>
                    <a:pt x="187" y="185"/>
                    <a:pt x="188" y="185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90" y="184"/>
                    <a:pt x="191" y="184"/>
                    <a:pt x="192" y="183"/>
                  </a:cubicBezTo>
                  <a:cubicBezTo>
                    <a:pt x="192" y="183"/>
                    <a:pt x="192" y="183"/>
                    <a:pt x="192" y="183"/>
                  </a:cubicBezTo>
                  <a:cubicBezTo>
                    <a:pt x="193" y="183"/>
                    <a:pt x="193" y="182"/>
                    <a:pt x="194" y="182"/>
                  </a:cubicBezTo>
                  <a:cubicBezTo>
                    <a:pt x="194" y="182"/>
                    <a:pt x="194" y="182"/>
                    <a:pt x="194" y="182"/>
                  </a:cubicBezTo>
                  <a:cubicBezTo>
                    <a:pt x="195" y="181"/>
                    <a:pt x="196" y="181"/>
                    <a:pt x="197" y="180"/>
                  </a:cubicBezTo>
                  <a:cubicBezTo>
                    <a:pt x="197" y="180"/>
                    <a:pt x="197" y="180"/>
                    <a:pt x="197" y="180"/>
                  </a:cubicBezTo>
                  <a:cubicBezTo>
                    <a:pt x="196" y="174"/>
                    <a:pt x="196" y="166"/>
                    <a:pt x="195" y="164"/>
                  </a:cubicBezTo>
                  <a:cubicBezTo>
                    <a:pt x="193" y="159"/>
                    <a:pt x="191" y="152"/>
                    <a:pt x="191" y="139"/>
                  </a:cubicBezTo>
                  <a:cubicBezTo>
                    <a:pt x="191" y="125"/>
                    <a:pt x="175" y="131"/>
                    <a:pt x="171" y="125"/>
                  </a:cubicBezTo>
                  <a:cubicBezTo>
                    <a:pt x="167" y="118"/>
                    <a:pt x="157" y="111"/>
                    <a:pt x="146" y="105"/>
                  </a:cubicBezTo>
                  <a:cubicBezTo>
                    <a:pt x="135" y="99"/>
                    <a:pt x="151" y="87"/>
                    <a:pt x="150" y="81"/>
                  </a:cubicBezTo>
                  <a:cubicBezTo>
                    <a:pt x="150" y="75"/>
                    <a:pt x="134" y="64"/>
                    <a:pt x="129" y="62"/>
                  </a:cubicBezTo>
                  <a:cubicBezTo>
                    <a:pt x="124" y="59"/>
                    <a:pt x="122" y="47"/>
                    <a:pt x="130" y="45"/>
                  </a:cubicBezTo>
                  <a:cubicBezTo>
                    <a:pt x="137" y="42"/>
                    <a:pt x="136" y="32"/>
                    <a:pt x="130" y="29"/>
                  </a:cubicBezTo>
                  <a:cubicBezTo>
                    <a:pt x="125" y="26"/>
                    <a:pt x="119" y="21"/>
                    <a:pt x="110" y="18"/>
                  </a:cubicBezTo>
                  <a:cubicBezTo>
                    <a:pt x="105" y="16"/>
                    <a:pt x="103" y="7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1" y="0"/>
                    <a:pt x="101" y="1"/>
                  </a:cubicBezTo>
                  <a:cubicBezTo>
                    <a:pt x="101" y="1"/>
                    <a:pt x="100" y="1"/>
                    <a:pt x="100" y="1"/>
                  </a:cubicBezTo>
                  <a:cubicBezTo>
                    <a:pt x="100" y="2"/>
                    <a:pt x="100" y="2"/>
                    <a:pt x="99" y="2"/>
                  </a:cubicBezTo>
                  <a:cubicBezTo>
                    <a:pt x="99" y="3"/>
                    <a:pt x="98" y="3"/>
                    <a:pt x="98" y="3"/>
                  </a:cubicBezTo>
                  <a:cubicBezTo>
                    <a:pt x="98" y="3"/>
                    <a:pt x="97" y="3"/>
                    <a:pt x="97" y="4"/>
                  </a:cubicBezTo>
                  <a:cubicBezTo>
                    <a:pt x="96" y="4"/>
                    <a:pt x="95" y="5"/>
                    <a:pt x="94" y="5"/>
                  </a:cubicBezTo>
                  <a:cubicBezTo>
                    <a:pt x="94" y="5"/>
                    <a:pt x="94" y="5"/>
                    <a:pt x="93" y="5"/>
                  </a:cubicBezTo>
                  <a:cubicBezTo>
                    <a:pt x="93" y="5"/>
                    <a:pt x="92" y="6"/>
                    <a:pt x="91" y="6"/>
                  </a:cubicBezTo>
                  <a:cubicBezTo>
                    <a:pt x="91" y="6"/>
                    <a:pt x="90" y="6"/>
                    <a:pt x="90" y="6"/>
                  </a:cubicBezTo>
                  <a:cubicBezTo>
                    <a:pt x="89" y="6"/>
                    <a:pt x="88" y="6"/>
                    <a:pt x="87" y="6"/>
                  </a:cubicBezTo>
                  <a:cubicBezTo>
                    <a:pt x="87" y="6"/>
                    <a:pt x="86" y="6"/>
                    <a:pt x="86" y="6"/>
                  </a:cubicBezTo>
                  <a:cubicBezTo>
                    <a:pt x="84" y="6"/>
                    <a:pt x="83" y="6"/>
                    <a:pt x="82" y="6"/>
                  </a:cubicBezTo>
                  <a:cubicBezTo>
                    <a:pt x="68" y="5"/>
                    <a:pt x="61" y="11"/>
                    <a:pt x="48" y="7"/>
                  </a:cubicBezTo>
                  <a:cubicBezTo>
                    <a:pt x="36" y="2"/>
                    <a:pt x="34" y="14"/>
                    <a:pt x="21" y="12"/>
                  </a:cubicBezTo>
                  <a:cubicBezTo>
                    <a:pt x="13" y="10"/>
                    <a:pt x="5" y="12"/>
                    <a:pt x="0" y="14"/>
                  </a:cubicBezTo>
                  <a:cubicBezTo>
                    <a:pt x="1" y="16"/>
                    <a:pt x="3" y="19"/>
                    <a:pt x="5" y="24"/>
                  </a:cubicBezTo>
                  <a:cubicBezTo>
                    <a:pt x="11" y="36"/>
                    <a:pt x="22" y="37"/>
                    <a:pt x="21" y="49"/>
                  </a:cubicBezTo>
                  <a:cubicBezTo>
                    <a:pt x="20" y="61"/>
                    <a:pt x="21" y="89"/>
                    <a:pt x="28" y="94"/>
                  </a:cubicBezTo>
                  <a:cubicBezTo>
                    <a:pt x="34" y="99"/>
                    <a:pt x="47" y="110"/>
                    <a:pt x="55" y="113"/>
                  </a:cubicBezTo>
                  <a:cubicBezTo>
                    <a:pt x="61" y="114"/>
                    <a:pt x="65" y="115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9" y="117"/>
                    <a:pt x="69" y="117"/>
                    <a:pt x="70" y="117"/>
                  </a:cubicBezTo>
                  <a:cubicBezTo>
                    <a:pt x="70" y="117"/>
                    <a:pt x="70" y="117"/>
                    <a:pt x="70" y="117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194" y="2469"/>
              <a:ext cx="137" cy="120"/>
            </a:xfrm>
            <a:custGeom>
              <a:avLst/>
              <a:gdLst>
                <a:gd name="T0" fmla="*/ 76 w 313"/>
                <a:gd name="T1" fmla="*/ 16 h 272"/>
                <a:gd name="T2" fmla="*/ 78 w 313"/>
                <a:gd name="T3" fmla="*/ 34 h 272"/>
                <a:gd name="T4" fmla="*/ 92 w 313"/>
                <a:gd name="T5" fmla="*/ 45 h 272"/>
                <a:gd name="T6" fmla="*/ 100 w 313"/>
                <a:gd name="T7" fmla="*/ 59 h 272"/>
                <a:gd name="T8" fmla="*/ 72 w 313"/>
                <a:gd name="T9" fmla="*/ 65 h 272"/>
                <a:gd name="T10" fmla="*/ 50 w 313"/>
                <a:gd name="T11" fmla="*/ 57 h 272"/>
                <a:gd name="T12" fmla="*/ 27 w 313"/>
                <a:gd name="T13" fmla="*/ 42 h 272"/>
                <a:gd name="T14" fmla="*/ 3 w 313"/>
                <a:gd name="T15" fmla="*/ 48 h 272"/>
                <a:gd name="T16" fmla="*/ 0 w 313"/>
                <a:gd name="T17" fmla="*/ 52 h 272"/>
                <a:gd name="T18" fmla="*/ 0 w 313"/>
                <a:gd name="T19" fmla="*/ 52 h 272"/>
                <a:gd name="T20" fmla="*/ 8 w 313"/>
                <a:gd name="T21" fmla="*/ 70 h 272"/>
                <a:gd name="T22" fmla="*/ 28 w 313"/>
                <a:gd name="T23" fmla="*/ 81 h 272"/>
                <a:gd name="T24" fmla="*/ 28 w 313"/>
                <a:gd name="T25" fmla="*/ 97 h 272"/>
                <a:gd name="T26" fmla="*/ 27 w 313"/>
                <a:gd name="T27" fmla="*/ 114 h 272"/>
                <a:gd name="T28" fmla="*/ 48 w 313"/>
                <a:gd name="T29" fmla="*/ 133 h 272"/>
                <a:gd name="T30" fmla="*/ 44 w 313"/>
                <a:gd name="T31" fmla="*/ 157 h 272"/>
                <a:gd name="T32" fmla="*/ 69 w 313"/>
                <a:gd name="T33" fmla="*/ 177 h 272"/>
                <a:gd name="T34" fmla="*/ 89 w 313"/>
                <a:gd name="T35" fmla="*/ 191 h 272"/>
                <a:gd name="T36" fmla="*/ 93 w 313"/>
                <a:gd name="T37" fmla="*/ 216 h 272"/>
                <a:gd name="T38" fmla="*/ 95 w 313"/>
                <a:gd name="T39" fmla="*/ 232 h 272"/>
                <a:gd name="T40" fmla="*/ 97 w 313"/>
                <a:gd name="T41" fmla="*/ 231 h 272"/>
                <a:gd name="T42" fmla="*/ 128 w 313"/>
                <a:gd name="T43" fmla="*/ 204 h 272"/>
                <a:gd name="T44" fmla="*/ 154 w 313"/>
                <a:gd name="T45" fmla="*/ 187 h 272"/>
                <a:gd name="T46" fmla="*/ 179 w 313"/>
                <a:gd name="T47" fmla="*/ 176 h 272"/>
                <a:gd name="T48" fmla="*/ 200 w 313"/>
                <a:gd name="T49" fmla="*/ 187 h 272"/>
                <a:gd name="T50" fmla="*/ 198 w 313"/>
                <a:gd name="T51" fmla="*/ 207 h 272"/>
                <a:gd name="T52" fmla="*/ 197 w 313"/>
                <a:gd name="T53" fmla="*/ 228 h 272"/>
                <a:gd name="T54" fmla="*/ 188 w 313"/>
                <a:gd name="T55" fmla="*/ 245 h 272"/>
                <a:gd name="T56" fmla="*/ 204 w 313"/>
                <a:gd name="T57" fmla="*/ 256 h 272"/>
                <a:gd name="T58" fmla="*/ 220 w 313"/>
                <a:gd name="T59" fmla="*/ 267 h 272"/>
                <a:gd name="T60" fmla="*/ 246 w 313"/>
                <a:gd name="T61" fmla="*/ 270 h 272"/>
                <a:gd name="T62" fmla="*/ 240 w 313"/>
                <a:gd name="T63" fmla="*/ 254 h 272"/>
                <a:gd name="T64" fmla="*/ 248 w 313"/>
                <a:gd name="T65" fmla="*/ 227 h 272"/>
                <a:gd name="T66" fmla="*/ 265 w 313"/>
                <a:gd name="T67" fmla="*/ 206 h 272"/>
                <a:gd name="T68" fmla="*/ 276 w 313"/>
                <a:gd name="T69" fmla="*/ 169 h 272"/>
                <a:gd name="T70" fmla="*/ 299 w 313"/>
                <a:gd name="T71" fmla="*/ 138 h 272"/>
                <a:gd name="T72" fmla="*/ 298 w 313"/>
                <a:gd name="T73" fmla="*/ 105 h 272"/>
                <a:gd name="T74" fmla="*/ 274 w 313"/>
                <a:gd name="T75" fmla="*/ 80 h 272"/>
                <a:gd name="T76" fmla="*/ 258 w 313"/>
                <a:gd name="T77" fmla="*/ 50 h 272"/>
                <a:gd name="T78" fmla="*/ 239 w 313"/>
                <a:gd name="T79" fmla="*/ 23 h 272"/>
                <a:gd name="T80" fmla="*/ 236 w 313"/>
                <a:gd name="T81" fmla="*/ 21 h 272"/>
                <a:gd name="T82" fmla="*/ 235 w 313"/>
                <a:gd name="T83" fmla="*/ 21 h 272"/>
                <a:gd name="T84" fmla="*/ 234 w 313"/>
                <a:gd name="T85" fmla="*/ 19 h 272"/>
                <a:gd name="T86" fmla="*/ 233 w 313"/>
                <a:gd name="T87" fmla="*/ 18 h 272"/>
                <a:gd name="T88" fmla="*/ 232 w 313"/>
                <a:gd name="T89" fmla="*/ 16 h 272"/>
                <a:gd name="T90" fmla="*/ 231 w 313"/>
                <a:gd name="T91" fmla="*/ 15 h 272"/>
                <a:gd name="T92" fmla="*/ 230 w 313"/>
                <a:gd name="T93" fmla="*/ 13 h 272"/>
                <a:gd name="T94" fmla="*/ 229 w 313"/>
                <a:gd name="T95" fmla="*/ 11 h 272"/>
                <a:gd name="T96" fmla="*/ 229 w 313"/>
                <a:gd name="T97" fmla="*/ 10 h 272"/>
                <a:gd name="T98" fmla="*/ 228 w 313"/>
                <a:gd name="T99" fmla="*/ 8 h 272"/>
                <a:gd name="T100" fmla="*/ 227 w 313"/>
                <a:gd name="T101" fmla="*/ 7 h 272"/>
                <a:gd name="T102" fmla="*/ 225 w 313"/>
                <a:gd name="T103" fmla="*/ 5 h 272"/>
                <a:gd name="T104" fmla="*/ 216 w 313"/>
                <a:gd name="T105" fmla="*/ 24 h 272"/>
                <a:gd name="T106" fmla="*/ 199 w 313"/>
                <a:gd name="T107" fmla="*/ 40 h 272"/>
                <a:gd name="T108" fmla="*/ 179 w 313"/>
                <a:gd name="T109" fmla="*/ 54 h 272"/>
                <a:gd name="T110" fmla="*/ 152 w 313"/>
                <a:gd name="T111" fmla="*/ 57 h 272"/>
                <a:gd name="T112" fmla="*/ 117 w 313"/>
                <a:gd name="T113" fmla="*/ 23 h 272"/>
                <a:gd name="T114" fmla="*/ 86 w 313"/>
                <a:gd name="T115" fmla="*/ 1 h 272"/>
                <a:gd name="T116" fmla="*/ 86 w 313"/>
                <a:gd name="T117" fmla="*/ 0 h 272"/>
                <a:gd name="T118" fmla="*/ 76 w 313"/>
                <a:gd name="T119" fmla="*/ 1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3" h="272">
                  <a:moveTo>
                    <a:pt x="76" y="16"/>
                  </a:moveTo>
                  <a:cubicBezTo>
                    <a:pt x="66" y="26"/>
                    <a:pt x="75" y="27"/>
                    <a:pt x="78" y="34"/>
                  </a:cubicBezTo>
                  <a:cubicBezTo>
                    <a:pt x="80" y="40"/>
                    <a:pt x="85" y="43"/>
                    <a:pt x="92" y="45"/>
                  </a:cubicBezTo>
                  <a:cubicBezTo>
                    <a:pt x="100" y="46"/>
                    <a:pt x="101" y="51"/>
                    <a:pt x="100" y="59"/>
                  </a:cubicBezTo>
                  <a:cubicBezTo>
                    <a:pt x="99" y="66"/>
                    <a:pt x="83" y="67"/>
                    <a:pt x="72" y="65"/>
                  </a:cubicBezTo>
                  <a:cubicBezTo>
                    <a:pt x="61" y="63"/>
                    <a:pt x="54" y="64"/>
                    <a:pt x="50" y="57"/>
                  </a:cubicBezTo>
                  <a:cubicBezTo>
                    <a:pt x="46" y="50"/>
                    <a:pt x="36" y="52"/>
                    <a:pt x="27" y="42"/>
                  </a:cubicBezTo>
                  <a:cubicBezTo>
                    <a:pt x="18" y="32"/>
                    <a:pt x="5" y="42"/>
                    <a:pt x="3" y="48"/>
                  </a:cubicBezTo>
                  <a:cubicBezTo>
                    <a:pt x="2" y="49"/>
                    <a:pt x="1" y="50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9"/>
                    <a:pt x="3" y="68"/>
                    <a:pt x="8" y="70"/>
                  </a:cubicBezTo>
                  <a:cubicBezTo>
                    <a:pt x="17" y="73"/>
                    <a:pt x="23" y="78"/>
                    <a:pt x="28" y="81"/>
                  </a:cubicBezTo>
                  <a:cubicBezTo>
                    <a:pt x="34" y="84"/>
                    <a:pt x="35" y="94"/>
                    <a:pt x="28" y="97"/>
                  </a:cubicBezTo>
                  <a:cubicBezTo>
                    <a:pt x="20" y="99"/>
                    <a:pt x="22" y="111"/>
                    <a:pt x="27" y="114"/>
                  </a:cubicBezTo>
                  <a:cubicBezTo>
                    <a:pt x="32" y="116"/>
                    <a:pt x="48" y="127"/>
                    <a:pt x="48" y="133"/>
                  </a:cubicBezTo>
                  <a:cubicBezTo>
                    <a:pt x="49" y="139"/>
                    <a:pt x="33" y="151"/>
                    <a:pt x="44" y="157"/>
                  </a:cubicBezTo>
                  <a:cubicBezTo>
                    <a:pt x="55" y="163"/>
                    <a:pt x="65" y="170"/>
                    <a:pt x="69" y="177"/>
                  </a:cubicBezTo>
                  <a:cubicBezTo>
                    <a:pt x="73" y="183"/>
                    <a:pt x="89" y="177"/>
                    <a:pt x="89" y="191"/>
                  </a:cubicBezTo>
                  <a:cubicBezTo>
                    <a:pt x="89" y="204"/>
                    <a:pt x="91" y="211"/>
                    <a:pt x="93" y="216"/>
                  </a:cubicBezTo>
                  <a:cubicBezTo>
                    <a:pt x="94" y="218"/>
                    <a:pt x="94" y="226"/>
                    <a:pt x="95" y="232"/>
                  </a:cubicBezTo>
                  <a:cubicBezTo>
                    <a:pt x="96" y="232"/>
                    <a:pt x="96" y="231"/>
                    <a:pt x="97" y="231"/>
                  </a:cubicBezTo>
                  <a:cubicBezTo>
                    <a:pt x="112" y="219"/>
                    <a:pt x="116" y="214"/>
                    <a:pt x="128" y="204"/>
                  </a:cubicBezTo>
                  <a:cubicBezTo>
                    <a:pt x="140" y="194"/>
                    <a:pt x="143" y="187"/>
                    <a:pt x="154" y="187"/>
                  </a:cubicBezTo>
                  <a:cubicBezTo>
                    <a:pt x="166" y="187"/>
                    <a:pt x="166" y="177"/>
                    <a:pt x="179" y="176"/>
                  </a:cubicBezTo>
                  <a:cubicBezTo>
                    <a:pt x="192" y="175"/>
                    <a:pt x="200" y="175"/>
                    <a:pt x="200" y="187"/>
                  </a:cubicBezTo>
                  <a:cubicBezTo>
                    <a:pt x="200" y="198"/>
                    <a:pt x="193" y="201"/>
                    <a:pt x="198" y="207"/>
                  </a:cubicBezTo>
                  <a:cubicBezTo>
                    <a:pt x="204" y="213"/>
                    <a:pt x="207" y="225"/>
                    <a:pt x="197" y="228"/>
                  </a:cubicBezTo>
                  <a:cubicBezTo>
                    <a:pt x="187" y="231"/>
                    <a:pt x="185" y="240"/>
                    <a:pt x="188" y="245"/>
                  </a:cubicBezTo>
                  <a:cubicBezTo>
                    <a:pt x="192" y="251"/>
                    <a:pt x="199" y="251"/>
                    <a:pt x="204" y="256"/>
                  </a:cubicBezTo>
                  <a:cubicBezTo>
                    <a:pt x="210" y="261"/>
                    <a:pt x="215" y="261"/>
                    <a:pt x="220" y="267"/>
                  </a:cubicBezTo>
                  <a:cubicBezTo>
                    <a:pt x="224" y="272"/>
                    <a:pt x="235" y="272"/>
                    <a:pt x="246" y="270"/>
                  </a:cubicBezTo>
                  <a:cubicBezTo>
                    <a:pt x="244" y="265"/>
                    <a:pt x="242" y="261"/>
                    <a:pt x="240" y="254"/>
                  </a:cubicBezTo>
                  <a:cubicBezTo>
                    <a:pt x="237" y="242"/>
                    <a:pt x="249" y="235"/>
                    <a:pt x="248" y="227"/>
                  </a:cubicBezTo>
                  <a:cubicBezTo>
                    <a:pt x="247" y="219"/>
                    <a:pt x="249" y="217"/>
                    <a:pt x="265" y="206"/>
                  </a:cubicBezTo>
                  <a:cubicBezTo>
                    <a:pt x="281" y="195"/>
                    <a:pt x="276" y="185"/>
                    <a:pt x="276" y="169"/>
                  </a:cubicBezTo>
                  <a:cubicBezTo>
                    <a:pt x="276" y="153"/>
                    <a:pt x="285" y="154"/>
                    <a:pt x="299" y="138"/>
                  </a:cubicBezTo>
                  <a:cubicBezTo>
                    <a:pt x="313" y="122"/>
                    <a:pt x="309" y="111"/>
                    <a:pt x="298" y="105"/>
                  </a:cubicBezTo>
                  <a:cubicBezTo>
                    <a:pt x="287" y="99"/>
                    <a:pt x="281" y="85"/>
                    <a:pt x="274" y="80"/>
                  </a:cubicBezTo>
                  <a:cubicBezTo>
                    <a:pt x="267" y="75"/>
                    <a:pt x="261" y="66"/>
                    <a:pt x="258" y="50"/>
                  </a:cubicBezTo>
                  <a:cubicBezTo>
                    <a:pt x="255" y="34"/>
                    <a:pt x="248" y="27"/>
                    <a:pt x="239" y="23"/>
                  </a:cubicBezTo>
                  <a:cubicBezTo>
                    <a:pt x="238" y="23"/>
                    <a:pt x="237" y="22"/>
                    <a:pt x="236" y="21"/>
                  </a:cubicBezTo>
                  <a:cubicBezTo>
                    <a:pt x="236" y="21"/>
                    <a:pt x="236" y="21"/>
                    <a:pt x="235" y="21"/>
                  </a:cubicBezTo>
                  <a:cubicBezTo>
                    <a:pt x="235" y="20"/>
                    <a:pt x="234" y="20"/>
                    <a:pt x="234" y="19"/>
                  </a:cubicBezTo>
                  <a:cubicBezTo>
                    <a:pt x="234" y="19"/>
                    <a:pt x="233" y="18"/>
                    <a:pt x="233" y="18"/>
                  </a:cubicBezTo>
                  <a:cubicBezTo>
                    <a:pt x="233" y="17"/>
                    <a:pt x="232" y="17"/>
                    <a:pt x="232" y="16"/>
                  </a:cubicBezTo>
                  <a:cubicBezTo>
                    <a:pt x="232" y="16"/>
                    <a:pt x="232" y="16"/>
                    <a:pt x="231" y="15"/>
                  </a:cubicBezTo>
                  <a:cubicBezTo>
                    <a:pt x="231" y="15"/>
                    <a:pt x="231" y="14"/>
                    <a:pt x="230" y="13"/>
                  </a:cubicBezTo>
                  <a:cubicBezTo>
                    <a:pt x="230" y="13"/>
                    <a:pt x="230" y="12"/>
                    <a:pt x="229" y="11"/>
                  </a:cubicBezTo>
                  <a:cubicBezTo>
                    <a:pt x="229" y="11"/>
                    <a:pt x="229" y="10"/>
                    <a:pt x="229" y="10"/>
                  </a:cubicBezTo>
                  <a:cubicBezTo>
                    <a:pt x="228" y="9"/>
                    <a:pt x="228" y="9"/>
                    <a:pt x="228" y="8"/>
                  </a:cubicBezTo>
                  <a:cubicBezTo>
                    <a:pt x="227" y="8"/>
                    <a:pt x="227" y="7"/>
                    <a:pt x="227" y="7"/>
                  </a:cubicBezTo>
                  <a:cubicBezTo>
                    <a:pt x="227" y="6"/>
                    <a:pt x="226" y="6"/>
                    <a:pt x="225" y="5"/>
                  </a:cubicBezTo>
                  <a:cubicBezTo>
                    <a:pt x="223" y="11"/>
                    <a:pt x="219" y="20"/>
                    <a:pt x="216" y="24"/>
                  </a:cubicBezTo>
                  <a:cubicBezTo>
                    <a:pt x="210" y="32"/>
                    <a:pt x="210" y="38"/>
                    <a:pt x="199" y="40"/>
                  </a:cubicBezTo>
                  <a:cubicBezTo>
                    <a:pt x="187" y="41"/>
                    <a:pt x="184" y="46"/>
                    <a:pt x="179" y="54"/>
                  </a:cubicBezTo>
                  <a:cubicBezTo>
                    <a:pt x="174" y="62"/>
                    <a:pt x="161" y="59"/>
                    <a:pt x="152" y="57"/>
                  </a:cubicBezTo>
                  <a:cubicBezTo>
                    <a:pt x="143" y="55"/>
                    <a:pt x="127" y="37"/>
                    <a:pt x="117" y="23"/>
                  </a:cubicBezTo>
                  <a:cubicBezTo>
                    <a:pt x="107" y="9"/>
                    <a:pt x="96" y="10"/>
                    <a:pt x="86" y="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4" y="5"/>
                    <a:pt x="81" y="11"/>
                    <a:pt x="76" y="16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487" y="652"/>
              <a:ext cx="4788" cy="1844"/>
            </a:xfrm>
            <a:custGeom>
              <a:avLst/>
              <a:gdLst>
                <a:gd name="T0" fmla="*/ 9176 w 10899"/>
                <a:gd name="T1" fmla="*/ 2690 h 4196"/>
                <a:gd name="T2" fmla="*/ 7784 w 10899"/>
                <a:gd name="T3" fmla="*/ 3485 h 4196"/>
                <a:gd name="T4" fmla="*/ 7843 w 10899"/>
                <a:gd name="T5" fmla="*/ 3321 h 4196"/>
                <a:gd name="T6" fmla="*/ 8033 w 10899"/>
                <a:gd name="T7" fmla="*/ 3930 h 4196"/>
                <a:gd name="T8" fmla="*/ 9604 w 10899"/>
                <a:gd name="T9" fmla="*/ 1675 h 4196"/>
                <a:gd name="T10" fmla="*/ 7983 w 10899"/>
                <a:gd name="T11" fmla="*/ 1335 h 4196"/>
                <a:gd name="T12" fmla="*/ 6927 w 10899"/>
                <a:gd name="T13" fmla="*/ 1251 h 4196"/>
                <a:gd name="T14" fmla="*/ 5539 w 10899"/>
                <a:gd name="T15" fmla="*/ 1144 h 4196"/>
                <a:gd name="T16" fmla="*/ 5386 w 10899"/>
                <a:gd name="T17" fmla="*/ 606 h 4196"/>
                <a:gd name="T18" fmla="*/ 4289 w 10899"/>
                <a:gd name="T19" fmla="*/ 937 h 4196"/>
                <a:gd name="T20" fmla="*/ 3681 w 10899"/>
                <a:gd name="T21" fmla="*/ 1348 h 4196"/>
                <a:gd name="T22" fmla="*/ 3579 w 10899"/>
                <a:gd name="T23" fmla="*/ 1660 h 4196"/>
                <a:gd name="T24" fmla="*/ 3325 w 10899"/>
                <a:gd name="T25" fmla="*/ 1865 h 4196"/>
                <a:gd name="T26" fmla="*/ 3106 w 10899"/>
                <a:gd name="T27" fmla="*/ 1748 h 4196"/>
                <a:gd name="T28" fmla="*/ 2073 w 10899"/>
                <a:gd name="T29" fmla="*/ 1744 h 4196"/>
                <a:gd name="T30" fmla="*/ 1472 w 10899"/>
                <a:gd name="T31" fmla="*/ 1950 h 4196"/>
                <a:gd name="T32" fmla="*/ 817 w 10899"/>
                <a:gd name="T33" fmla="*/ 1875 h 4196"/>
                <a:gd name="T34" fmla="*/ 672 w 10899"/>
                <a:gd name="T35" fmla="*/ 1604 h 4196"/>
                <a:gd name="T36" fmla="*/ 636 w 10899"/>
                <a:gd name="T37" fmla="*/ 2445 h 4196"/>
                <a:gd name="T38" fmla="*/ 796 w 10899"/>
                <a:gd name="T39" fmla="*/ 3222 h 4196"/>
                <a:gd name="T40" fmla="*/ 1281 w 10899"/>
                <a:gd name="T41" fmla="*/ 3629 h 4196"/>
                <a:gd name="T42" fmla="*/ 1658 w 10899"/>
                <a:gd name="T43" fmla="*/ 4127 h 4196"/>
                <a:gd name="T44" fmla="*/ 1875 w 10899"/>
                <a:gd name="T45" fmla="*/ 3805 h 4196"/>
                <a:gd name="T46" fmla="*/ 2081 w 10899"/>
                <a:gd name="T47" fmla="*/ 3365 h 4196"/>
                <a:gd name="T48" fmla="*/ 2624 w 10899"/>
                <a:gd name="T49" fmla="*/ 3185 h 4196"/>
                <a:gd name="T50" fmla="*/ 3497 w 10899"/>
                <a:gd name="T51" fmla="*/ 3168 h 4196"/>
                <a:gd name="T52" fmla="*/ 4281 w 10899"/>
                <a:gd name="T53" fmla="*/ 3556 h 4196"/>
                <a:gd name="T54" fmla="*/ 4824 w 10899"/>
                <a:gd name="T55" fmla="*/ 3503 h 4196"/>
                <a:gd name="T56" fmla="*/ 5562 w 10899"/>
                <a:gd name="T57" fmla="*/ 3496 h 4196"/>
                <a:gd name="T58" fmla="*/ 6171 w 10899"/>
                <a:gd name="T59" fmla="*/ 3517 h 4196"/>
                <a:gd name="T60" fmla="*/ 6759 w 10899"/>
                <a:gd name="T61" fmla="*/ 3272 h 4196"/>
                <a:gd name="T62" fmla="*/ 7209 w 10899"/>
                <a:gd name="T63" fmla="*/ 3878 h 4196"/>
                <a:gd name="T64" fmla="*/ 7726 w 10899"/>
                <a:gd name="T65" fmla="*/ 3276 h 4196"/>
                <a:gd name="T66" fmla="*/ 8003 w 10899"/>
                <a:gd name="T67" fmla="*/ 2659 h 4196"/>
                <a:gd name="T68" fmla="*/ 8870 w 10899"/>
                <a:gd name="T69" fmla="*/ 2416 h 4196"/>
                <a:gd name="T70" fmla="*/ 8784 w 10899"/>
                <a:gd name="T71" fmla="*/ 2787 h 4196"/>
                <a:gd name="T72" fmla="*/ 9096 w 10899"/>
                <a:gd name="T73" fmla="*/ 2887 h 4196"/>
                <a:gd name="T74" fmla="*/ 10101 w 10899"/>
                <a:gd name="T75" fmla="*/ 2365 h 4196"/>
                <a:gd name="T76" fmla="*/ 10688 w 10899"/>
                <a:gd name="T77" fmla="*/ 2094 h 4196"/>
                <a:gd name="T78" fmla="*/ 1779 w 10899"/>
                <a:gd name="T79" fmla="*/ 156 h 4196"/>
                <a:gd name="T80" fmla="*/ 2176 w 10899"/>
                <a:gd name="T81" fmla="*/ 211 h 4196"/>
                <a:gd name="T82" fmla="*/ 2423 w 10899"/>
                <a:gd name="T83" fmla="*/ 110 h 4196"/>
                <a:gd name="T84" fmla="*/ 2378 w 10899"/>
                <a:gd name="T85" fmla="*/ 263 h 4196"/>
                <a:gd name="T86" fmla="*/ 2539 w 10899"/>
                <a:gd name="T87" fmla="*/ 166 h 4196"/>
                <a:gd name="T88" fmla="*/ 2818 w 10899"/>
                <a:gd name="T89" fmla="*/ 123 h 4196"/>
                <a:gd name="T90" fmla="*/ 2152 w 10899"/>
                <a:gd name="T91" fmla="*/ 1409 h 4196"/>
                <a:gd name="T92" fmla="*/ 2467 w 10899"/>
                <a:gd name="T93" fmla="*/ 1064 h 4196"/>
                <a:gd name="T94" fmla="*/ 2619 w 10899"/>
                <a:gd name="T95" fmla="*/ 804 h 4196"/>
                <a:gd name="T96" fmla="*/ 2121 w 10899"/>
                <a:gd name="T97" fmla="*/ 1216 h 4196"/>
                <a:gd name="T98" fmla="*/ 3779 w 10899"/>
                <a:gd name="T99" fmla="*/ 1008 h 4196"/>
                <a:gd name="T100" fmla="*/ 4087 w 10899"/>
                <a:gd name="T101" fmla="*/ 1078 h 4196"/>
                <a:gd name="T102" fmla="*/ 4859 w 10899"/>
                <a:gd name="T103" fmla="*/ 750 h 4196"/>
                <a:gd name="T104" fmla="*/ 4551 w 10899"/>
                <a:gd name="T105" fmla="*/ 229 h 4196"/>
                <a:gd name="T106" fmla="*/ 4707 w 10899"/>
                <a:gd name="T107" fmla="*/ 120 h 4196"/>
                <a:gd name="T108" fmla="*/ 5057 w 10899"/>
                <a:gd name="T109" fmla="*/ 440 h 4196"/>
                <a:gd name="T110" fmla="*/ 5317 w 10899"/>
                <a:gd name="T111" fmla="*/ 402 h 4196"/>
                <a:gd name="T112" fmla="*/ 5525 w 10899"/>
                <a:gd name="T113" fmla="*/ 531 h 4196"/>
                <a:gd name="T114" fmla="*/ 7353 w 10899"/>
                <a:gd name="T115" fmla="*/ 1067 h 4196"/>
                <a:gd name="T116" fmla="*/ 7562 w 10899"/>
                <a:gd name="T117" fmla="*/ 993 h 4196"/>
                <a:gd name="T118" fmla="*/ 7822 w 10899"/>
                <a:gd name="T119" fmla="*/ 859 h 4196"/>
                <a:gd name="T120" fmla="*/ 8330 w 10899"/>
                <a:gd name="T121" fmla="*/ 933 h 4196"/>
                <a:gd name="T122" fmla="*/ 86 w 10899"/>
                <a:gd name="T123" fmla="*/ 3060 h 4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899" h="4196">
                  <a:moveTo>
                    <a:pt x="10102" y="1434"/>
                  </a:moveTo>
                  <a:cubicBezTo>
                    <a:pt x="10103" y="1425"/>
                    <a:pt x="10118" y="1417"/>
                    <a:pt x="10135" y="1410"/>
                  </a:cubicBezTo>
                  <a:cubicBezTo>
                    <a:pt x="10153" y="1403"/>
                    <a:pt x="10149" y="1399"/>
                    <a:pt x="10163" y="1389"/>
                  </a:cubicBezTo>
                  <a:cubicBezTo>
                    <a:pt x="10178" y="1378"/>
                    <a:pt x="10209" y="1381"/>
                    <a:pt x="10209" y="1381"/>
                  </a:cubicBezTo>
                  <a:cubicBezTo>
                    <a:pt x="10225" y="1382"/>
                    <a:pt x="10235" y="1379"/>
                    <a:pt x="10245" y="1373"/>
                  </a:cubicBezTo>
                  <a:cubicBezTo>
                    <a:pt x="10254" y="1366"/>
                    <a:pt x="10273" y="1370"/>
                    <a:pt x="10275" y="1377"/>
                  </a:cubicBezTo>
                  <a:cubicBezTo>
                    <a:pt x="10278" y="1383"/>
                    <a:pt x="10294" y="1379"/>
                    <a:pt x="10305" y="1386"/>
                  </a:cubicBezTo>
                  <a:cubicBezTo>
                    <a:pt x="10315" y="1393"/>
                    <a:pt x="10314" y="1402"/>
                    <a:pt x="10333" y="1402"/>
                  </a:cubicBezTo>
                  <a:cubicBezTo>
                    <a:pt x="10351" y="1402"/>
                    <a:pt x="10342" y="1419"/>
                    <a:pt x="10339" y="1427"/>
                  </a:cubicBezTo>
                  <a:cubicBezTo>
                    <a:pt x="10337" y="1435"/>
                    <a:pt x="10319" y="1441"/>
                    <a:pt x="10298" y="1441"/>
                  </a:cubicBezTo>
                  <a:cubicBezTo>
                    <a:pt x="10277" y="1441"/>
                    <a:pt x="10273" y="1450"/>
                    <a:pt x="10261" y="1450"/>
                  </a:cubicBezTo>
                  <a:cubicBezTo>
                    <a:pt x="10249" y="1450"/>
                    <a:pt x="10241" y="1454"/>
                    <a:pt x="10234" y="1458"/>
                  </a:cubicBezTo>
                  <a:cubicBezTo>
                    <a:pt x="10227" y="1462"/>
                    <a:pt x="10218" y="1458"/>
                    <a:pt x="10214" y="1449"/>
                  </a:cubicBezTo>
                  <a:cubicBezTo>
                    <a:pt x="10210" y="1439"/>
                    <a:pt x="10194" y="1447"/>
                    <a:pt x="10182" y="1447"/>
                  </a:cubicBezTo>
                  <a:cubicBezTo>
                    <a:pt x="10170" y="1447"/>
                    <a:pt x="10166" y="1451"/>
                    <a:pt x="10159" y="1458"/>
                  </a:cubicBezTo>
                  <a:cubicBezTo>
                    <a:pt x="10153" y="1465"/>
                    <a:pt x="10122" y="1462"/>
                    <a:pt x="10113" y="1461"/>
                  </a:cubicBezTo>
                  <a:cubicBezTo>
                    <a:pt x="10103" y="1459"/>
                    <a:pt x="10101" y="1443"/>
                    <a:pt x="10102" y="1434"/>
                  </a:cubicBezTo>
                  <a:close/>
                  <a:moveTo>
                    <a:pt x="10898" y="2286"/>
                  </a:moveTo>
                  <a:cubicBezTo>
                    <a:pt x="10899" y="2281"/>
                    <a:pt x="10899" y="2271"/>
                    <a:pt x="10882" y="2273"/>
                  </a:cubicBezTo>
                  <a:cubicBezTo>
                    <a:pt x="10865" y="2274"/>
                    <a:pt x="10871" y="2266"/>
                    <a:pt x="10855" y="2263"/>
                  </a:cubicBezTo>
                  <a:cubicBezTo>
                    <a:pt x="10855" y="2263"/>
                    <a:pt x="10827" y="2259"/>
                    <a:pt x="10821" y="2251"/>
                  </a:cubicBezTo>
                  <a:cubicBezTo>
                    <a:pt x="10814" y="2243"/>
                    <a:pt x="10809" y="2241"/>
                    <a:pt x="10794" y="2241"/>
                  </a:cubicBezTo>
                  <a:cubicBezTo>
                    <a:pt x="10779" y="2241"/>
                    <a:pt x="10774" y="2243"/>
                    <a:pt x="10770" y="2247"/>
                  </a:cubicBezTo>
                  <a:cubicBezTo>
                    <a:pt x="10766" y="2251"/>
                    <a:pt x="10757" y="2250"/>
                    <a:pt x="10753" y="2246"/>
                  </a:cubicBezTo>
                  <a:cubicBezTo>
                    <a:pt x="10749" y="2242"/>
                    <a:pt x="10741" y="2238"/>
                    <a:pt x="10734" y="2238"/>
                  </a:cubicBezTo>
                  <a:cubicBezTo>
                    <a:pt x="10727" y="2238"/>
                    <a:pt x="10726" y="2226"/>
                    <a:pt x="10721" y="2226"/>
                  </a:cubicBezTo>
                  <a:cubicBezTo>
                    <a:pt x="10715" y="2226"/>
                    <a:pt x="10705" y="2237"/>
                    <a:pt x="10705" y="2242"/>
                  </a:cubicBezTo>
                  <a:cubicBezTo>
                    <a:pt x="10705" y="2247"/>
                    <a:pt x="10701" y="2261"/>
                    <a:pt x="10711" y="2265"/>
                  </a:cubicBezTo>
                  <a:cubicBezTo>
                    <a:pt x="10722" y="2269"/>
                    <a:pt x="10725" y="2270"/>
                    <a:pt x="10729" y="2274"/>
                  </a:cubicBezTo>
                  <a:cubicBezTo>
                    <a:pt x="10733" y="2278"/>
                    <a:pt x="10739" y="2278"/>
                    <a:pt x="10742" y="2273"/>
                  </a:cubicBezTo>
                  <a:cubicBezTo>
                    <a:pt x="10745" y="2267"/>
                    <a:pt x="10751" y="2266"/>
                    <a:pt x="10761" y="2266"/>
                  </a:cubicBezTo>
                  <a:cubicBezTo>
                    <a:pt x="10770" y="2266"/>
                    <a:pt x="10798" y="2269"/>
                    <a:pt x="10802" y="2275"/>
                  </a:cubicBezTo>
                  <a:cubicBezTo>
                    <a:pt x="10806" y="2282"/>
                    <a:pt x="10821" y="2287"/>
                    <a:pt x="10826" y="2290"/>
                  </a:cubicBezTo>
                  <a:cubicBezTo>
                    <a:pt x="10831" y="2293"/>
                    <a:pt x="10831" y="2298"/>
                    <a:pt x="10843" y="2299"/>
                  </a:cubicBezTo>
                  <a:cubicBezTo>
                    <a:pt x="10855" y="2301"/>
                    <a:pt x="10855" y="2297"/>
                    <a:pt x="10869" y="2294"/>
                  </a:cubicBezTo>
                  <a:cubicBezTo>
                    <a:pt x="10882" y="2291"/>
                    <a:pt x="10897" y="2291"/>
                    <a:pt x="10898" y="2286"/>
                  </a:cubicBezTo>
                  <a:close/>
                  <a:moveTo>
                    <a:pt x="9194" y="2683"/>
                  </a:moveTo>
                  <a:cubicBezTo>
                    <a:pt x="9194" y="2683"/>
                    <a:pt x="9189" y="2690"/>
                    <a:pt x="9176" y="2690"/>
                  </a:cubicBezTo>
                  <a:cubicBezTo>
                    <a:pt x="9163" y="2690"/>
                    <a:pt x="9158" y="2697"/>
                    <a:pt x="9158" y="2706"/>
                  </a:cubicBezTo>
                  <a:cubicBezTo>
                    <a:pt x="9158" y="2716"/>
                    <a:pt x="9151" y="2723"/>
                    <a:pt x="9144" y="2727"/>
                  </a:cubicBezTo>
                  <a:cubicBezTo>
                    <a:pt x="9136" y="2731"/>
                    <a:pt x="9130" y="2744"/>
                    <a:pt x="9148" y="2739"/>
                  </a:cubicBezTo>
                  <a:cubicBezTo>
                    <a:pt x="9166" y="2733"/>
                    <a:pt x="9164" y="2719"/>
                    <a:pt x="9183" y="2717"/>
                  </a:cubicBezTo>
                  <a:cubicBezTo>
                    <a:pt x="9203" y="2715"/>
                    <a:pt x="9213" y="2714"/>
                    <a:pt x="9213" y="2701"/>
                  </a:cubicBezTo>
                  <a:cubicBezTo>
                    <a:pt x="9213" y="2688"/>
                    <a:pt x="9212" y="2671"/>
                    <a:pt x="9194" y="2683"/>
                  </a:cubicBezTo>
                  <a:close/>
                  <a:moveTo>
                    <a:pt x="8683" y="3420"/>
                  </a:moveTo>
                  <a:cubicBezTo>
                    <a:pt x="8680" y="3429"/>
                    <a:pt x="8677" y="3435"/>
                    <a:pt x="8671" y="3429"/>
                  </a:cubicBezTo>
                  <a:cubicBezTo>
                    <a:pt x="8664" y="3422"/>
                    <a:pt x="8654" y="3432"/>
                    <a:pt x="8652" y="3442"/>
                  </a:cubicBezTo>
                  <a:cubicBezTo>
                    <a:pt x="8649" y="3451"/>
                    <a:pt x="8644" y="3452"/>
                    <a:pt x="8634" y="3457"/>
                  </a:cubicBezTo>
                  <a:cubicBezTo>
                    <a:pt x="8625" y="3461"/>
                    <a:pt x="8617" y="3464"/>
                    <a:pt x="8618" y="3479"/>
                  </a:cubicBezTo>
                  <a:cubicBezTo>
                    <a:pt x="8619" y="3494"/>
                    <a:pt x="8631" y="3496"/>
                    <a:pt x="8639" y="3488"/>
                  </a:cubicBezTo>
                  <a:cubicBezTo>
                    <a:pt x="8646" y="3479"/>
                    <a:pt x="8668" y="3474"/>
                    <a:pt x="8669" y="3463"/>
                  </a:cubicBezTo>
                  <a:cubicBezTo>
                    <a:pt x="8670" y="3452"/>
                    <a:pt x="8670" y="3445"/>
                    <a:pt x="8679" y="3444"/>
                  </a:cubicBezTo>
                  <a:cubicBezTo>
                    <a:pt x="8689" y="3443"/>
                    <a:pt x="8701" y="3436"/>
                    <a:pt x="8695" y="3429"/>
                  </a:cubicBezTo>
                  <a:cubicBezTo>
                    <a:pt x="8695" y="3429"/>
                    <a:pt x="8685" y="3412"/>
                    <a:pt x="8683" y="3420"/>
                  </a:cubicBezTo>
                  <a:close/>
                  <a:moveTo>
                    <a:pt x="8645" y="3418"/>
                  </a:moveTo>
                  <a:cubicBezTo>
                    <a:pt x="8640" y="3414"/>
                    <a:pt x="8639" y="3404"/>
                    <a:pt x="8633" y="3411"/>
                  </a:cubicBezTo>
                  <a:cubicBezTo>
                    <a:pt x="8633" y="3411"/>
                    <a:pt x="8624" y="3421"/>
                    <a:pt x="8634" y="3423"/>
                  </a:cubicBezTo>
                  <a:cubicBezTo>
                    <a:pt x="8645" y="3426"/>
                    <a:pt x="8650" y="3422"/>
                    <a:pt x="8645" y="3418"/>
                  </a:cubicBezTo>
                  <a:close/>
                  <a:moveTo>
                    <a:pt x="8593" y="3520"/>
                  </a:moveTo>
                  <a:cubicBezTo>
                    <a:pt x="8593" y="3520"/>
                    <a:pt x="8579" y="3533"/>
                    <a:pt x="8576" y="3539"/>
                  </a:cubicBezTo>
                  <a:cubicBezTo>
                    <a:pt x="8572" y="3545"/>
                    <a:pt x="8574" y="3557"/>
                    <a:pt x="8583" y="3557"/>
                  </a:cubicBezTo>
                  <a:cubicBezTo>
                    <a:pt x="8592" y="3557"/>
                    <a:pt x="8588" y="3541"/>
                    <a:pt x="8596" y="3533"/>
                  </a:cubicBezTo>
                  <a:cubicBezTo>
                    <a:pt x="8603" y="3524"/>
                    <a:pt x="8607" y="3510"/>
                    <a:pt x="8593" y="3520"/>
                  </a:cubicBezTo>
                  <a:close/>
                  <a:moveTo>
                    <a:pt x="8538" y="3588"/>
                  </a:moveTo>
                  <a:cubicBezTo>
                    <a:pt x="8538" y="3588"/>
                    <a:pt x="8519" y="3599"/>
                    <a:pt x="8534" y="3599"/>
                  </a:cubicBezTo>
                  <a:cubicBezTo>
                    <a:pt x="8549" y="3599"/>
                    <a:pt x="8554" y="3587"/>
                    <a:pt x="8538" y="3588"/>
                  </a:cubicBezTo>
                  <a:close/>
                  <a:moveTo>
                    <a:pt x="8417" y="3725"/>
                  </a:moveTo>
                  <a:cubicBezTo>
                    <a:pt x="8417" y="3725"/>
                    <a:pt x="8413" y="3731"/>
                    <a:pt x="8397" y="3743"/>
                  </a:cubicBezTo>
                  <a:cubicBezTo>
                    <a:pt x="8381" y="3756"/>
                    <a:pt x="8389" y="3762"/>
                    <a:pt x="8402" y="3753"/>
                  </a:cubicBezTo>
                  <a:cubicBezTo>
                    <a:pt x="8415" y="3744"/>
                    <a:pt x="8432" y="3713"/>
                    <a:pt x="8417" y="3725"/>
                  </a:cubicBezTo>
                  <a:close/>
                  <a:moveTo>
                    <a:pt x="7756" y="3341"/>
                  </a:moveTo>
                  <a:cubicBezTo>
                    <a:pt x="7770" y="3353"/>
                    <a:pt x="7784" y="3362"/>
                    <a:pt x="7784" y="3378"/>
                  </a:cubicBezTo>
                  <a:cubicBezTo>
                    <a:pt x="7784" y="3395"/>
                    <a:pt x="7787" y="3408"/>
                    <a:pt x="7782" y="3420"/>
                  </a:cubicBezTo>
                  <a:cubicBezTo>
                    <a:pt x="7776" y="3432"/>
                    <a:pt x="7772" y="3434"/>
                    <a:pt x="7772" y="3441"/>
                  </a:cubicBezTo>
                  <a:cubicBezTo>
                    <a:pt x="7772" y="3447"/>
                    <a:pt x="7765" y="3450"/>
                    <a:pt x="7774" y="3456"/>
                  </a:cubicBezTo>
                  <a:cubicBezTo>
                    <a:pt x="7783" y="3461"/>
                    <a:pt x="7784" y="3469"/>
                    <a:pt x="7784" y="3485"/>
                  </a:cubicBezTo>
                  <a:cubicBezTo>
                    <a:pt x="7784" y="3502"/>
                    <a:pt x="7789" y="3529"/>
                    <a:pt x="7783" y="3538"/>
                  </a:cubicBezTo>
                  <a:cubicBezTo>
                    <a:pt x="7776" y="3546"/>
                    <a:pt x="7774" y="3549"/>
                    <a:pt x="7774" y="3558"/>
                  </a:cubicBezTo>
                  <a:cubicBezTo>
                    <a:pt x="7774" y="3568"/>
                    <a:pt x="7779" y="3576"/>
                    <a:pt x="7771" y="3583"/>
                  </a:cubicBezTo>
                  <a:cubicBezTo>
                    <a:pt x="7762" y="3589"/>
                    <a:pt x="7764" y="3595"/>
                    <a:pt x="7764" y="3603"/>
                  </a:cubicBezTo>
                  <a:cubicBezTo>
                    <a:pt x="7764" y="3612"/>
                    <a:pt x="7768" y="3618"/>
                    <a:pt x="7773" y="3624"/>
                  </a:cubicBezTo>
                  <a:cubicBezTo>
                    <a:pt x="7778" y="3629"/>
                    <a:pt x="7786" y="3631"/>
                    <a:pt x="7785" y="3648"/>
                  </a:cubicBezTo>
                  <a:cubicBezTo>
                    <a:pt x="7784" y="3665"/>
                    <a:pt x="7777" y="3666"/>
                    <a:pt x="7775" y="3679"/>
                  </a:cubicBezTo>
                  <a:cubicBezTo>
                    <a:pt x="7773" y="3692"/>
                    <a:pt x="7765" y="3686"/>
                    <a:pt x="7767" y="3696"/>
                  </a:cubicBezTo>
                  <a:cubicBezTo>
                    <a:pt x="7768" y="3707"/>
                    <a:pt x="7774" y="3710"/>
                    <a:pt x="7774" y="3725"/>
                  </a:cubicBezTo>
                  <a:cubicBezTo>
                    <a:pt x="7774" y="3740"/>
                    <a:pt x="7772" y="3744"/>
                    <a:pt x="7768" y="3752"/>
                  </a:cubicBezTo>
                  <a:cubicBezTo>
                    <a:pt x="7763" y="3759"/>
                    <a:pt x="7761" y="3760"/>
                    <a:pt x="7762" y="3778"/>
                  </a:cubicBezTo>
                  <a:cubicBezTo>
                    <a:pt x="7763" y="3795"/>
                    <a:pt x="7756" y="3815"/>
                    <a:pt x="7771" y="3818"/>
                  </a:cubicBezTo>
                  <a:cubicBezTo>
                    <a:pt x="7786" y="3821"/>
                    <a:pt x="7779" y="3820"/>
                    <a:pt x="7783" y="3805"/>
                  </a:cubicBezTo>
                  <a:cubicBezTo>
                    <a:pt x="7786" y="3790"/>
                    <a:pt x="7799" y="3794"/>
                    <a:pt x="7802" y="3779"/>
                  </a:cubicBezTo>
                  <a:cubicBezTo>
                    <a:pt x="7805" y="3764"/>
                    <a:pt x="7807" y="3766"/>
                    <a:pt x="7817" y="3766"/>
                  </a:cubicBezTo>
                  <a:cubicBezTo>
                    <a:pt x="7826" y="3766"/>
                    <a:pt x="7851" y="3763"/>
                    <a:pt x="7851" y="3777"/>
                  </a:cubicBezTo>
                  <a:cubicBezTo>
                    <a:pt x="7851" y="3790"/>
                    <a:pt x="7856" y="3795"/>
                    <a:pt x="7863" y="3799"/>
                  </a:cubicBezTo>
                  <a:cubicBezTo>
                    <a:pt x="7869" y="3803"/>
                    <a:pt x="7859" y="3812"/>
                    <a:pt x="7866" y="3812"/>
                  </a:cubicBezTo>
                  <a:cubicBezTo>
                    <a:pt x="7874" y="3812"/>
                    <a:pt x="7871" y="3813"/>
                    <a:pt x="7872" y="3805"/>
                  </a:cubicBezTo>
                  <a:cubicBezTo>
                    <a:pt x="7874" y="3798"/>
                    <a:pt x="7883" y="3792"/>
                    <a:pt x="7880" y="3771"/>
                  </a:cubicBezTo>
                  <a:cubicBezTo>
                    <a:pt x="7877" y="3751"/>
                    <a:pt x="7868" y="3754"/>
                    <a:pt x="7859" y="3751"/>
                  </a:cubicBezTo>
                  <a:cubicBezTo>
                    <a:pt x="7849" y="3748"/>
                    <a:pt x="7839" y="3741"/>
                    <a:pt x="7840" y="3733"/>
                  </a:cubicBezTo>
                  <a:cubicBezTo>
                    <a:pt x="7841" y="3724"/>
                    <a:pt x="7841" y="3717"/>
                    <a:pt x="7830" y="3706"/>
                  </a:cubicBezTo>
                  <a:cubicBezTo>
                    <a:pt x="7818" y="3695"/>
                    <a:pt x="7805" y="3675"/>
                    <a:pt x="7808" y="3658"/>
                  </a:cubicBezTo>
                  <a:cubicBezTo>
                    <a:pt x="7812" y="3641"/>
                    <a:pt x="7824" y="3627"/>
                    <a:pt x="7831" y="3600"/>
                  </a:cubicBezTo>
                  <a:cubicBezTo>
                    <a:pt x="7837" y="3573"/>
                    <a:pt x="7843" y="3552"/>
                    <a:pt x="7856" y="3550"/>
                  </a:cubicBezTo>
                  <a:cubicBezTo>
                    <a:pt x="7870" y="3548"/>
                    <a:pt x="7876" y="3541"/>
                    <a:pt x="7889" y="3551"/>
                  </a:cubicBezTo>
                  <a:cubicBezTo>
                    <a:pt x="7901" y="3560"/>
                    <a:pt x="7905" y="3553"/>
                    <a:pt x="7915" y="3568"/>
                  </a:cubicBezTo>
                  <a:cubicBezTo>
                    <a:pt x="7926" y="3583"/>
                    <a:pt x="7933" y="3600"/>
                    <a:pt x="7941" y="3598"/>
                  </a:cubicBezTo>
                  <a:cubicBezTo>
                    <a:pt x="7948" y="3596"/>
                    <a:pt x="7952" y="3588"/>
                    <a:pt x="7939" y="3577"/>
                  </a:cubicBezTo>
                  <a:cubicBezTo>
                    <a:pt x="7926" y="3567"/>
                    <a:pt x="7915" y="3556"/>
                    <a:pt x="7915" y="3542"/>
                  </a:cubicBezTo>
                  <a:cubicBezTo>
                    <a:pt x="7915" y="3528"/>
                    <a:pt x="7905" y="3521"/>
                    <a:pt x="7901" y="3503"/>
                  </a:cubicBezTo>
                  <a:cubicBezTo>
                    <a:pt x="7898" y="3484"/>
                    <a:pt x="7885" y="3484"/>
                    <a:pt x="7885" y="3460"/>
                  </a:cubicBezTo>
                  <a:cubicBezTo>
                    <a:pt x="7885" y="3435"/>
                    <a:pt x="7876" y="3438"/>
                    <a:pt x="7875" y="3420"/>
                  </a:cubicBezTo>
                  <a:cubicBezTo>
                    <a:pt x="7874" y="3402"/>
                    <a:pt x="7882" y="3398"/>
                    <a:pt x="7870" y="3386"/>
                  </a:cubicBezTo>
                  <a:cubicBezTo>
                    <a:pt x="7859" y="3374"/>
                    <a:pt x="7855" y="3371"/>
                    <a:pt x="7860" y="3367"/>
                  </a:cubicBezTo>
                  <a:cubicBezTo>
                    <a:pt x="7864" y="3362"/>
                    <a:pt x="7870" y="3365"/>
                    <a:pt x="7864" y="3356"/>
                  </a:cubicBezTo>
                  <a:cubicBezTo>
                    <a:pt x="7858" y="3347"/>
                    <a:pt x="7844" y="3336"/>
                    <a:pt x="7843" y="3321"/>
                  </a:cubicBezTo>
                  <a:cubicBezTo>
                    <a:pt x="7841" y="3306"/>
                    <a:pt x="7849" y="3307"/>
                    <a:pt x="7851" y="3291"/>
                  </a:cubicBezTo>
                  <a:cubicBezTo>
                    <a:pt x="7853" y="3275"/>
                    <a:pt x="7862" y="3288"/>
                    <a:pt x="7863" y="3263"/>
                  </a:cubicBezTo>
                  <a:cubicBezTo>
                    <a:pt x="7864" y="3238"/>
                    <a:pt x="7860" y="3233"/>
                    <a:pt x="7852" y="3219"/>
                  </a:cubicBezTo>
                  <a:cubicBezTo>
                    <a:pt x="7845" y="3205"/>
                    <a:pt x="7848" y="3193"/>
                    <a:pt x="7841" y="3193"/>
                  </a:cubicBezTo>
                  <a:cubicBezTo>
                    <a:pt x="7835" y="3193"/>
                    <a:pt x="7834" y="3182"/>
                    <a:pt x="7834" y="3169"/>
                  </a:cubicBezTo>
                  <a:cubicBezTo>
                    <a:pt x="7834" y="3156"/>
                    <a:pt x="7836" y="3136"/>
                    <a:pt x="7830" y="3130"/>
                  </a:cubicBezTo>
                  <a:cubicBezTo>
                    <a:pt x="7823" y="3125"/>
                    <a:pt x="7800" y="3111"/>
                    <a:pt x="7799" y="3129"/>
                  </a:cubicBezTo>
                  <a:cubicBezTo>
                    <a:pt x="7799" y="3129"/>
                    <a:pt x="7795" y="3140"/>
                    <a:pt x="7804" y="3143"/>
                  </a:cubicBezTo>
                  <a:cubicBezTo>
                    <a:pt x="7813" y="3146"/>
                    <a:pt x="7815" y="3146"/>
                    <a:pt x="7815" y="3157"/>
                  </a:cubicBezTo>
                  <a:cubicBezTo>
                    <a:pt x="7815" y="3168"/>
                    <a:pt x="7816" y="3168"/>
                    <a:pt x="7809" y="3170"/>
                  </a:cubicBezTo>
                  <a:cubicBezTo>
                    <a:pt x="7803" y="3172"/>
                    <a:pt x="7805" y="3176"/>
                    <a:pt x="7806" y="3186"/>
                  </a:cubicBezTo>
                  <a:cubicBezTo>
                    <a:pt x="7807" y="3195"/>
                    <a:pt x="7807" y="3199"/>
                    <a:pt x="7799" y="3197"/>
                  </a:cubicBezTo>
                  <a:cubicBezTo>
                    <a:pt x="7790" y="3194"/>
                    <a:pt x="7778" y="3184"/>
                    <a:pt x="7775" y="3190"/>
                  </a:cubicBezTo>
                  <a:cubicBezTo>
                    <a:pt x="7772" y="3197"/>
                    <a:pt x="7759" y="3195"/>
                    <a:pt x="7759" y="3208"/>
                  </a:cubicBezTo>
                  <a:cubicBezTo>
                    <a:pt x="7759" y="3221"/>
                    <a:pt x="7756" y="3221"/>
                    <a:pt x="7762" y="3227"/>
                  </a:cubicBezTo>
                  <a:cubicBezTo>
                    <a:pt x="7769" y="3232"/>
                    <a:pt x="7767" y="3238"/>
                    <a:pt x="7767" y="3248"/>
                  </a:cubicBezTo>
                  <a:cubicBezTo>
                    <a:pt x="7767" y="3258"/>
                    <a:pt x="7771" y="3264"/>
                    <a:pt x="7762" y="3276"/>
                  </a:cubicBezTo>
                  <a:cubicBezTo>
                    <a:pt x="7754" y="3288"/>
                    <a:pt x="7748" y="3293"/>
                    <a:pt x="7749" y="3306"/>
                  </a:cubicBezTo>
                  <a:cubicBezTo>
                    <a:pt x="7751" y="3319"/>
                    <a:pt x="7742" y="3329"/>
                    <a:pt x="7756" y="3341"/>
                  </a:cubicBezTo>
                  <a:close/>
                  <a:moveTo>
                    <a:pt x="8316" y="3800"/>
                  </a:moveTo>
                  <a:cubicBezTo>
                    <a:pt x="8309" y="3800"/>
                    <a:pt x="8306" y="3794"/>
                    <a:pt x="8294" y="3806"/>
                  </a:cubicBezTo>
                  <a:cubicBezTo>
                    <a:pt x="8294" y="3806"/>
                    <a:pt x="8286" y="3812"/>
                    <a:pt x="8274" y="3821"/>
                  </a:cubicBezTo>
                  <a:cubicBezTo>
                    <a:pt x="8262" y="3831"/>
                    <a:pt x="8243" y="3843"/>
                    <a:pt x="8252" y="3844"/>
                  </a:cubicBezTo>
                  <a:cubicBezTo>
                    <a:pt x="8262" y="3845"/>
                    <a:pt x="8272" y="3844"/>
                    <a:pt x="8283" y="3834"/>
                  </a:cubicBezTo>
                  <a:cubicBezTo>
                    <a:pt x="8295" y="3825"/>
                    <a:pt x="8306" y="3824"/>
                    <a:pt x="8307" y="3816"/>
                  </a:cubicBezTo>
                  <a:cubicBezTo>
                    <a:pt x="8308" y="3809"/>
                    <a:pt x="8322" y="3800"/>
                    <a:pt x="8316" y="3800"/>
                  </a:cubicBezTo>
                  <a:close/>
                  <a:moveTo>
                    <a:pt x="8201" y="3856"/>
                  </a:moveTo>
                  <a:cubicBezTo>
                    <a:pt x="8201" y="3856"/>
                    <a:pt x="8197" y="3866"/>
                    <a:pt x="8182" y="3869"/>
                  </a:cubicBezTo>
                  <a:cubicBezTo>
                    <a:pt x="8167" y="3871"/>
                    <a:pt x="8145" y="3867"/>
                    <a:pt x="8139" y="3878"/>
                  </a:cubicBezTo>
                  <a:cubicBezTo>
                    <a:pt x="8133" y="3889"/>
                    <a:pt x="8113" y="3910"/>
                    <a:pt x="8105" y="3916"/>
                  </a:cubicBezTo>
                  <a:cubicBezTo>
                    <a:pt x="8096" y="3921"/>
                    <a:pt x="8079" y="3935"/>
                    <a:pt x="8088" y="3935"/>
                  </a:cubicBezTo>
                  <a:cubicBezTo>
                    <a:pt x="8096" y="3935"/>
                    <a:pt x="8106" y="3937"/>
                    <a:pt x="8116" y="3924"/>
                  </a:cubicBezTo>
                  <a:cubicBezTo>
                    <a:pt x="8127" y="3911"/>
                    <a:pt x="8133" y="3901"/>
                    <a:pt x="8145" y="3897"/>
                  </a:cubicBezTo>
                  <a:cubicBezTo>
                    <a:pt x="8158" y="3894"/>
                    <a:pt x="8166" y="3895"/>
                    <a:pt x="8171" y="3887"/>
                  </a:cubicBezTo>
                  <a:cubicBezTo>
                    <a:pt x="8176" y="3878"/>
                    <a:pt x="8185" y="3877"/>
                    <a:pt x="8197" y="3874"/>
                  </a:cubicBezTo>
                  <a:cubicBezTo>
                    <a:pt x="8208" y="3871"/>
                    <a:pt x="8216" y="3846"/>
                    <a:pt x="8201" y="3856"/>
                  </a:cubicBezTo>
                  <a:close/>
                  <a:moveTo>
                    <a:pt x="8060" y="3949"/>
                  </a:moveTo>
                  <a:cubicBezTo>
                    <a:pt x="8052" y="3940"/>
                    <a:pt x="8037" y="3911"/>
                    <a:pt x="8033" y="3930"/>
                  </a:cubicBezTo>
                  <a:cubicBezTo>
                    <a:pt x="8033" y="3930"/>
                    <a:pt x="8021" y="3963"/>
                    <a:pt x="8012" y="3967"/>
                  </a:cubicBezTo>
                  <a:cubicBezTo>
                    <a:pt x="8002" y="3971"/>
                    <a:pt x="7989" y="3991"/>
                    <a:pt x="8004" y="3986"/>
                  </a:cubicBezTo>
                  <a:cubicBezTo>
                    <a:pt x="8019" y="3982"/>
                    <a:pt x="8022" y="3969"/>
                    <a:pt x="8031" y="3963"/>
                  </a:cubicBezTo>
                  <a:cubicBezTo>
                    <a:pt x="8039" y="3956"/>
                    <a:pt x="8045" y="3951"/>
                    <a:pt x="8051" y="3957"/>
                  </a:cubicBezTo>
                  <a:cubicBezTo>
                    <a:pt x="8058" y="3964"/>
                    <a:pt x="8067" y="3957"/>
                    <a:pt x="8060" y="3949"/>
                  </a:cubicBezTo>
                  <a:close/>
                  <a:moveTo>
                    <a:pt x="10742" y="2051"/>
                  </a:moveTo>
                  <a:cubicBezTo>
                    <a:pt x="10772" y="2051"/>
                    <a:pt x="10726" y="2032"/>
                    <a:pt x="10746" y="2032"/>
                  </a:cubicBezTo>
                  <a:cubicBezTo>
                    <a:pt x="10765" y="2032"/>
                    <a:pt x="10789" y="2032"/>
                    <a:pt x="10791" y="2021"/>
                  </a:cubicBezTo>
                  <a:cubicBezTo>
                    <a:pt x="10793" y="2010"/>
                    <a:pt x="10806" y="2006"/>
                    <a:pt x="10828" y="1995"/>
                  </a:cubicBezTo>
                  <a:cubicBezTo>
                    <a:pt x="10849" y="1984"/>
                    <a:pt x="10823" y="1976"/>
                    <a:pt x="10806" y="1969"/>
                  </a:cubicBezTo>
                  <a:cubicBezTo>
                    <a:pt x="10789" y="1963"/>
                    <a:pt x="10787" y="1946"/>
                    <a:pt x="10765" y="1939"/>
                  </a:cubicBezTo>
                  <a:cubicBezTo>
                    <a:pt x="10744" y="1933"/>
                    <a:pt x="10735" y="1918"/>
                    <a:pt x="10720" y="1900"/>
                  </a:cubicBezTo>
                  <a:cubicBezTo>
                    <a:pt x="10705" y="1883"/>
                    <a:pt x="10666" y="1883"/>
                    <a:pt x="10649" y="1896"/>
                  </a:cubicBezTo>
                  <a:cubicBezTo>
                    <a:pt x="10632" y="1909"/>
                    <a:pt x="10613" y="1892"/>
                    <a:pt x="10610" y="1881"/>
                  </a:cubicBezTo>
                  <a:cubicBezTo>
                    <a:pt x="10608" y="1870"/>
                    <a:pt x="10587" y="1877"/>
                    <a:pt x="10559" y="1879"/>
                  </a:cubicBezTo>
                  <a:cubicBezTo>
                    <a:pt x="10531" y="1881"/>
                    <a:pt x="10552" y="1903"/>
                    <a:pt x="10565" y="1916"/>
                  </a:cubicBezTo>
                  <a:cubicBezTo>
                    <a:pt x="10578" y="1928"/>
                    <a:pt x="10567" y="1937"/>
                    <a:pt x="10565" y="1946"/>
                  </a:cubicBezTo>
                  <a:cubicBezTo>
                    <a:pt x="10563" y="1954"/>
                    <a:pt x="10544" y="1959"/>
                    <a:pt x="10529" y="1943"/>
                  </a:cubicBezTo>
                  <a:cubicBezTo>
                    <a:pt x="10514" y="1928"/>
                    <a:pt x="10527" y="1911"/>
                    <a:pt x="10518" y="1896"/>
                  </a:cubicBezTo>
                  <a:cubicBezTo>
                    <a:pt x="10509" y="1881"/>
                    <a:pt x="10518" y="1888"/>
                    <a:pt x="10527" y="1868"/>
                  </a:cubicBezTo>
                  <a:cubicBezTo>
                    <a:pt x="10535" y="1849"/>
                    <a:pt x="10503" y="1853"/>
                    <a:pt x="10499" y="1838"/>
                  </a:cubicBezTo>
                  <a:cubicBezTo>
                    <a:pt x="10494" y="1823"/>
                    <a:pt x="10441" y="1793"/>
                    <a:pt x="10419" y="1782"/>
                  </a:cubicBezTo>
                  <a:cubicBezTo>
                    <a:pt x="10398" y="1771"/>
                    <a:pt x="10402" y="1765"/>
                    <a:pt x="10339" y="1746"/>
                  </a:cubicBezTo>
                  <a:cubicBezTo>
                    <a:pt x="10277" y="1726"/>
                    <a:pt x="10296" y="1741"/>
                    <a:pt x="10273" y="1705"/>
                  </a:cubicBezTo>
                  <a:cubicBezTo>
                    <a:pt x="10249" y="1668"/>
                    <a:pt x="10228" y="1696"/>
                    <a:pt x="10223" y="1683"/>
                  </a:cubicBezTo>
                  <a:cubicBezTo>
                    <a:pt x="10219" y="1670"/>
                    <a:pt x="10187" y="1681"/>
                    <a:pt x="10170" y="1660"/>
                  </a:cubicBezTo>
                  <a:cubicBezTo>
                    <a:pt x="10152" y="1638"/>
                    <a:pt x="10127" y="1649"/>
                    <a:pt x="10114" y="1630"/>
                  </a:cubicBezTo>
                  <a:cubicBezTo>
                    <a:pt x="10101" y="1610"/>
                    <a:pt x="10047" y="1612"/>
                    <a:pt x="10006" y="1604"/>
                  </a:cubicBezTo>
                  <a:cubicBezTo>
                    <a:pt x="9965" y="1595"/>
                    <a:pt x="9968" y="1595"/>
                    <a:pt x="9952" y="1574"/>
                  </a:cubicBezTo>
                  <a:cubicBezTo>
                    <a:pt x="9937" y="1552"/>
                    <a:pt x="9836" y="1572"/>
                    <a:pt x="9813" y="1567"/>
                  </a:cubicBezTo>
                  <a:cubicBezTo>
                    <a:pt x="9789" y="1563"/>
                    <a:pt x="9776" y="1565"/>
                    <a:pt x="9765" y="1574"/>
                  </a:cubicBezTo>
                  <a:cubicBezTo>
                    <a:pt x="9755" y="1582"/>
                    <a:pt x="9725" y="1554"/>
                    <a:pt x="9684" y="1556"/>
                  </a:cubicBezTo>
                  <a:cubicBezTo>
                    <a:pt x="9643" y="1559"/>
                    <a:pt x="9643" y="1559"/>
                    <a:pt x="9617" y="1541"/>
                  </a:cubicBezTo>
                  <a:cubicBezTo>
                    <a:pt x="9591" y="1524"/>
                    <a:pt x="9587" y="1544"/>
                    <a:pt x="9587" y="1556"/>
                  </a:cubicBezTo>
                  <a:cubicBezTo>
                    <a:pt x="9587" y="1569"/>
                    <a:pt x="9587" y="1576"/>
                    <a:pt x="9574" y="1584"/>
                  </a:cubicBezTo>
                  <a:cubicBezTo>
                    <a:pt x="9561" y="1593"/>
                    <a:pt x="9572" y="1604"/>
                    <a:pt x="9585" y="1606"/>
                  </a:cubicBezTo>
                  <a:cubicBezTo>
                    <a:pt x="9598" y="1608"/>
                    <a:pt x="9606" y="1630"/>
                    <a:pt x="9617" y="1649"/>
                  </a:cubicBezTo>
                  <a:cubicBezTo>
                    <a:pt x="9628" y="1668"/>
                    <a:pt x="9626" y="1675"/>
                    <a:pt x="9604" y="1675"/>
                  </a:cubicBezTo>
                  <a:cubicBezTo>
                    <a:pt x="9583" y="1675"/>
                    <a:pt x="9583" y="1698"/>
                    <a:pt x="9557" y="1696"/>
                  </a:cubicBezTo>
                  <a:cubicBezTo>
                    <a:pt x="9531" y="1694"/>
                    <a:pt x="9516" y="1681"/>
                    <a:pt x="9507" y="1666"/>
                  </a:cubicBezTo>
                  <a:cubicBezTo>
                    <a:pt x="9499" y="1651"/>
                    <a:pt x="9473" y="1645"/>
                    <a:pt x="9454" y="1645"/>
                  </a:cubicBezTo>
                  <a:cubicBezTo>
                    <a:pt x="9434" y="1645"/>
                    <a:pt x="9436" y="1625"/>
                    <a:pt x="9430" y="1608"/>
                  </a:cubicBezTo>
                  <a:cubicBezTo>
                    <a:pt x="9424" y="1591"/>
                    <a:pt x="9454" y="1589"/>
                    <a:pt x="9475" y="1602"/>
                  </a:cubicBezTo>
                  <a:cubicBezTo>
                    <a:pt x="9497" y="1615"/>
                    <a:pt x="9503" y="1608"/>
                    <a:pt x="9507" y="1589"/>
                  </a:cubicBezTo>
                  <a:cubicBezTo>
                    <a:pt x="9512" y="1569"/>
                    <a:pt x="9484" y="1563"/>
                    <a:pt x="9454" y="1556"/>
                  </a:cubicBezTo>
                  <a:cubicBezTo>
                    <a:pt x="9424" y="1550"/>
                    <a:pt x="9415" y="1569"/>
                    <a:pt x="9402" y="1584"/>
                  </a:cubicBezTo>
                  <a:cubicBezTo>
                    <a:pt x="9389" y="1599"/>
                    <a:pt x="9396" y="1612"/>
                    <a:pt x="9361" y="1612"/>
                  </a:cubicBezTo>
                  <a:cubicBezTo>
                    <a:pt x="9327" y="1612"/>
                    <a:pt x="9307" y="1612"/>
                    <a:pt x="9297" y="1606"/>
                  </a:cubicBezTo>
                  <a:cubicBezTo>
                    <a:pt x="9286" y="1599"/>
                    <a:pt x="9264" y="1602"/>
                    <a:pt x="9237" y="1606"/>
                  </a:cubicBezTo>
                  <a:cubicBezTo>
                    <a:pt x="9209" y="1610"/>
                    <a:pt x="9200" y="1606"/>
                    <a:pt x="9187" y="1595"/>
                  </a:cubicBezTo>
                  <a:cubicBezTo>
                    <a:pt x="9174" y="1584"/>
                    <a:pt x="9144" y="1587"/>
                    <a:pt x="9125" y="1589"/>
                  </a:cubicBezTo>
                  <a:cubicBezTo>
                    <a:pt x="9105" y="1591"/>
                    <a:pt x="9073" y="1591"/>
                    <a:pt x="9056" y="1591"/>
                  </a:cubicBezTo>
                  <a:cubicBezTo>
                    <a:pt x="9039" y="1591"/>
                    <a:pt x="9015" y="1597"/>
                    <a:pt x="9011" y="1608"/>
                  </a:cubicBezTo>
                  <a:cubicBezTo>
                    <a:pt x="9006" y="1619"/>
                    <a:pt x="8985" y="1617"/>
                    <a:pt x="8979" y="1604"/>
                  </a:cubicBezTo>
                  <a:cubicBezTo>
                    <a:pt x="8972" y="1591"/>
                    <a:pt x="8929" y="1591"/>
                    <a:pt x="8905" y="1580"/>
                  </a:cubicBezTo>
                  <a:cubicBezTo>
                    <a:pt x="8882" y="1569"/>
                    <a:pt x="8908" y="1550"/>
                    <a:pt x="8918" y="1533"/>
                  </a:cubicBezTo>
                  <a:cubicBezTo>
                    <a:pt x="8929" y="1516"/>
                    <a:pt x="8875" y="1460"/>
                    <a:pt x="8824" y="1440"/>
                  </a:cubicBezTo>
                  <a:cubicBezTo>
                    <a:pt x="8772" y="1421"/>
                    <a:pt x="8688" y="1430"/>
                    <a:pt x="8654" y="1430"/>
                  </a:cubicBezTo>
                  <a:cubicBezTo>
                    <a:pt x="8619" y="1430"/>
                    <a:pt x="8572" y="1440"/>
                    <a:pt x="8538" y="1449"/>
                  </a:cubicBezTo>
                  <a:cubicBezTo>
                    <a:pt x="8503" y="1458"/>
                    <a:pt x="8480" y="1466"/>
                    <a:pt x="8452" y="1466"/>
                  </a:cubicBezTo>
                  <a:cubicBezTo>
                    <a:pt x="8424" y="1466"/>
                    <a:pt x="8398" y="1458"/>
                    <a:pt x="8407" y="1440"/>
                  </a:cubicBezTo>
                  <a:cubicBezTo>
                    <a:pt x="8415" y="1423"/>
                    <a:pt x="8392" y="1425"/>
                    <a:pt x="8377" y="1406"/>
                  </a:cubicBezTo>
                  <a:cubicBezTo>
                    <a:pt x="8361" y="1387"/>
                    <a:pt x="8342" y="1395"/>
                    <a:pt x="8334" y="1404"/>
                  </a:cubicBezTo>
                  <a:cubicBezTo>
                    <a:pt x="8325" y="1412"/>
                    <a:pt x="8316" y="1419"/>
                    <a:pt x="8301" y="1402"/>
                  </a:cubicBezTo>
                  <a:cubicBezTo>
                    <a:pt x="8286" y="1384"/>
                    <a:pt x="8299" y="1378"/>
                    <a:pt x="8271" y="1376"/>
                  </a:cubicBezTo>
                  <a:cubicBezTo>
                    <a:pt x="8243" y="1374"/>
                    <a:pt x="8258" y="1367"/>
                    <a:pt x="8243" y="1367"/>
                  </a:cubicBezTo>
                  <a:cubicBezTo>
                    <a:pt x="8228" y="1367"/>
                    <a:pt x="8215" y="1354"/>
                    <a:pt x="8224" y="1350"/>
                  </a:cubicBezTo>
                  <a:cubicBezTo>
                    <a:pt x="8232" y="1346"/>
                    <a:pt x="8245" y="1350"/>
                    <a:pt x="8271" y="1346"/>
                  </a:cubicBezTo>
                  <a:cubicBezTo>
                    <a:pt x="8297" y="1341"/>
                    <a:pt x="8254" y="1305"/>
                    <a:pt x="8230" y="1296"/>
                  </a:cubicBezTo>
                  <a:cubicBezTo>
                    <a:pt x="8207" y="1288"/>
                    <a:pt x="8127" y="1283"/>
                    <a:pt x="8097" y="1283"/>
                  </a:cubicBezTo>
                  <a:cubicBezTo>
                    <a:pt x="8067" y="1283"/>
                    <a:pt x="8056" y="1283"/>
                    <a:pt x="8037" y="1283"/>
                  </a:cubicBezTo>
                  <a:cubicBezTo>
                    <a:pt x="8017" y="1283"/>
                    <a:pt x="8022" y="1305"/>
                    <a:pt x="8030" y="1314"/>
                  </a:cubicBezTo>
                  <a:cubicBezTo>
                    <a:pt x="8039" y="1322"/>
                    <a:pt x="8022" y="1322"/>
                    <a:pt x="8022" y="1341"/>
                  </a:cubicBezTo>
                  <a:cubicBezTo>
                    <a:pt x="8022" y="1361"/>
                    <a:pt x="8005" y="1346"/>
                    <a:pt x="7998" y="1357"/>
                  </a:cubicBezTo>
                  <a:cubicBezTo>
                    <a:pt x="7992" y="1367"/>
                    <a:pt x="7974" y="1372"/>
                    <a:pt x="7959" y="1361"/>
                  </a:cubicBezTo>
                  <a:cubicBezTo>
                    <a:pt x="7944" y="1350"/>
                    <a:pt x="7962" y="1339"/>
                    <a:pt x="7983" y="1335"/>
                  </a:cubicBezTo>
                  <a:cubicBezTo>
                    <a:pt x="8005" y="1331"/>
                    <a:pt x="8007" y="1316"/>
                    <a:pt x="8007" y="1307"/>
                  </a:cubicBezTo>
                  <a:cubicBezTo>
                    <a:pt x="8007" y="1298"/>
                    <a:pt x="8011" y="1288"/>
                    <a:pt x="7990" y="1286"/>
                  </a:cubicBezTo>
                  <a:cubicBezTo>
                    <a:pt x="7968" y="1283"/>
                    <a:pt x="7972" y="1294"/>
                    <a:pt x="7951" y="1294"/>
                  </a:cubicBezTo>
                  <a:cubicBezTo>
                    <a:pt x="7929" y="1294"/>
                    <a:pt x="7947" y="1281"/>
                    <a:pt x="7962" y="1268"/>
                  </a:cubicBezTo>
                  <a:cubicBezTo>
                    <a:pt x="7977" y="1255"/>
                    <a:pt x="7966" y="1251"/>
                    <a:pt x="7944" y="1251"/>
                  </a:cubicBezTo>
                  <a:cubicBezTo>
                    <a:pt x="7923" y="1251"/>
                    <a:pt x="7867" y="1238"/>
                    <a:pt x="7809" y="1238"/>
                  </a:cubicBezTo>
                  <a:cubicBezTo>
                    <a:pt x="7751" y="1238"/>
                    <a:pt x="7800" y="1225"/>
                    <a:pt x="7757" y="1234"/>
                  </a:cubicBezTo>
                  <a:cubicBezTo>
                    <a:pt x="7714" y="1243"/>
                    <a:pt x="7719" y="1221"/>
                    <a:pt x="7693" y="1215"/>
                  </a:cubicBezTo>
                  <a:cubicBezTo>
                    <a:pt x="7667" y="1208"/>
                    <a:pt x="7695" y="1234"/>
                    <a:pt x="7695" y="1249"/>
                  </a:cubicBezTo>
                  <a:cubicBezTo>
                    <a:pt x="7695" y="1264"/>
                    <a:pt x="7682" y="1264"/>
                    <a:pt x="7661" y="1264"/>
                  </a:cubicBezTo>
                  <a:cubicBezTo>
                    <a:pt x="7639" y="1264"/>
                    <a:pt x="7628" y="1262"/>
                    <a:pt x="7603" y="1264"/>
                  </a:cubicBezTo>
                  <a:cubicBezTo>
                    <a:pt x="7577" y="1266"/>
                    <a:pt x="7579" y="1292"/>
                    <a:pt x="7583" y="1303"/>
                  </a:cubicBezTo>
                  <a:cubicBezTo>
                    <a:pt x="7587" y="1314"/>
                    <a:pt x="7609" y="1303"/>
                    <a:pt x="7628" y="1298"/>
                  </a:cubicBezTo>
                  <a:cubicBezTo>
                    <a:pt x="7648" y="1294"/>
                    <a:pt x="7637" y="1320"/>
                    <a:pt x="7624" y="1324"/>
                  </a:cubicBezTo>
                  <a:cubicBezTo>
                    <a:pt x="7611" y="1329"/>
                    <a:pt x="7618" y="1350"/>
                    <a:pt x="7635" y="1369"/>
                  </a:cubicBezTo>
                  <a:cubicBezTo>
                    <a:pt x="7652" y="1389"/>
                    <a:pt x="7637" y="1393"/>
                    <a:pt x="7618" y="1393"/>
                  </a:cubicBezTo>
                  <a:cubicBezTo>
                    <a:pt x="7598" y="1393"/>
                    <a:pt x="7585" y="1393"/>
                    <a:pt x="7581" y="1382"/>
                  </a:cubicBezTo>
                  <a:cubicBezTo>
                    <a:pt x="7577" y="1372"/>
                    <a:pt x="7566" y="1376"/>
                    <a:pt x="7549" y="1369"/>
                  </a:cubicBezTo>
                  <a:cubicBezTo>
                    <a:pt x="7532" y="1363"/>
                    <a:pt x="7519" y="1380"/>
                    <a:pt x="7495" y="1376"/>
                  </a:cubicBezTo>
                  <a:cubicBezTo>
                    <a:pt x="7471" y="1372"/>
                    <a:pt x="7469" y="1378"/>
                    <a:pt x="7476" y="1389"/>
                  </a:cubicBezTo>
                  <a:cubicBezTo>
                    <a:pt x="7482" y="1400"/>
                    <a:pt x="7497" y="1395"/>
                    <a:pt x="7517" y="1404"/>
                  </a:cubicBezTo>
                  <a:cubicBezTo>
                    <a:pt x="7536" y="1412"/>
                    <a:pt x="7514" y="1423"/>
                    <a:pt x="7495" y="1419"/>
                  </a:cubicBezTo>
                  <a:cubicBezTo>
                    <a:pt x="7476" y="1415"/>
                    <a:pt x="7467" y="1417"/>
                    <a:pt x="7456" y="1397"/>
                  </a:cubicBezTo>
                  <a:cubicBezTo>
                    <a:pt x="7446" y="1378"/>
                    <a:pt x="7422" y="1393"/>
                    <a:pt x="7405" y="1374"/>
                  </a:cubicBezTo>
                  <a:cubicBezTo>
                    <a:pt x="7388" y="1354"/>
                    <a:pt x="7368" y="1380"/>
                    <a:pt x="7342" y="1380"/>
                  </a:cubicBezTo>
                  <a:cubicBezTo>
                    <a:pt x="7317" y="1380"/>
                    <a:pt x="7321" y="1391"/>
                    <a:pt x="7302" y="1404"/>
                  </a:cubicBezTo>
                  <a:cubicBezTo>
                    <a:pt x="7282" y="1417"/>
                    <a:pt x="7254" y="1406"/>
                    <a:pt x="7231" y="1393"/>
                  </a:cubicBezTo>
                  <a:cubicBezTo>
                    <a:pt x="7207" y="1380"/>
                    <a:pt x="7205" y="1384"/>
                    <a:pt x="7198" y="1357"/>
                  </a:cubicBezTo>
                  <a:cubicBezTo>
                    <a:pt x="7192" y="1329"/>
                    <a:pt x="7175" y="1341"/>
                    <a:pt x="7162" y="1348"/>
                  </a:cubicBezTo>
                  <a:cubicBezTo>
                    <a:pt x="7149" y="1354"/>
                    <a:pt x="7147" y="1378"/>
                    <a:pt x="7136" y="1400"/>
                  </a:cubicBezTo>
                  <a:cubicBezTo>
                    <a:pt x="7125" y="1421"/>
                    <a:pt x="7121" y="1432"/>
                    <a:pt x="7112" y="1455"/>
                  </a:cubicBezTo>
                  <a:cubicBezTo>
                    <a:pt x="7104" y="1479"/>
                    <a:pt x="7078" y="1481"/>
                    <a:pt x="7065" y="1462"/>
                  </a:cubicBezTo>
                  <a:cubicBezTo>
                    <a:pt x="7052" y="1443"/>
                    <a:pt x="7035" y="1455"/>
                    <a:pt x="7013" y="1440"/>
                  </a:cubicBezTo>
                  <a:cubicBezTo>
                    <a:pt x="6992" y="1425"/>
                    <a:pt x="6938" y="1367"/>
                    <a:pt x="6930" y="1350"/>
                  </a:cubicBezTo>
                  <a:cubicBezTo>
                    <a:pt x="6921" y="1333"/>
                    <a:pt x="6887" y="1329"/>
                    <a:pt x="6887" y="1305"/>
                  </a:cubicBezTo>
                  <a:cubicBezTo>
                    <a:pt x="6887" y="1281"/>
                    <a:pt x="6936" y="1322"/>
                    <a:pt x="6955" y="1314"/>
                  </a:cubicBezTo>
                  <a:cubicBezTo>
                    <a:pt x="6975" y="1305"/>
                    <a:pt x="6975" y="1273"/>
                    <a:pt x="6949" y="1271"/>
                  </a:cubicBezTo>
                  <a:cubicBezTo>
                    <a:pt x="6923" y="1268"/>
                    <a:pt x="6919" y="1258"/>
                    <a:pt x="6927" y="1251"/>
                  </a:cubicBezTo>
                  <a:cubicBezTo>
                    <a:pt x="6936" y="1245"/>
                    <a:pt x="6966" y="1236"/>
                    <a:pt x="6938" y="1225"/>
                  </a:cubicBezTo>
                  <a:cubicBezTo>
                    <a:pt x="6910" y="1215"/>
                    <a:pt x="6942" y="1202"/>
                    <a:pt x="6938" y="1187"/>
                  </a:cubicBezTo>
                  <a:cubicBezTo>
                    <a:pt x="6934" y="1172"/>
                    <a:pt x="6910" y="1178"/>
                    <a:pt x="6887" y="1152"/>
                  </a:cubicBezTo>
                  <a:cubicBezTo>
                    <a:pt x="6863" y="1126"/>
                    <a:pt x="6811" y="1137"/>
                    <a:pt x="6779" y="1150"/>
                  </a:cubicBezTo>
                  <a:cubicBezTo>
                    <a:pt x="6747" y="1163"/>
                    <a:pt x="6710" y="1148"/>
                    <a:pt x="6669" y="1120"/>
                  </a:cubicBezTo>
                  <a:cubicBezTo>
                    <a:pt x="6629" y="1092"/>
                    <a:pt x="6626" y="1114"/>
                    <a:pt x="6601" y="1120"/>
                  </a:cubicBezTo>
                  <a:cubicBezTo>
                    <a:pt x="6575" y="1126"/>
                    <a:pt x="6579" y="1152"/>
                    <a:pt x="6596" y="1169"/>
                  </a:cubicBezTo>
                  <a:cubicBezTo>
                    <a:pt x="6614" y="1187"/>
                    <a:pt x="6590" y="1185"/>
                    <a:pt x="6577" y="1204"/>
                  </a:cubicBezTo>
                  <a:cubicBezTo>
                    <a:pt x="6564" y="1223"/>
                    <a:pt x="6564" y="1212"/>
                    <a:pt x="6534" y="1210"/>
                  </a:cubicBezTo>
                  <a:cubicBezTo>
                    <a:pt x="6504" y="1208"/>
                    <a:pt x="6497" y="1219"/>
                    <a:pt x="6446" y="1219"/>
                  </a:cubicBezTo>
                  <a:cubicBezTo>
                    <a:pt x="6394" y="1219"/>
                    <a:pt x="6388" y="1204"/>
                    <a:pt x="6381" y="1195"/>
                  </a:cubicBezTo>
                  <a:cubicBezTo>
                    <a:pt x="6375" y="1187"/>
                    <a:pt x="6353" y="1189"/>
                    <a:pt x="6334" y="1197"/>
                  </a:cubicBezTo>
                  <a:cubicBezTo>
                    <a:pt x="6315" y="1206"/>
                    <a:pt x="6300" y="1202"/>
                    <a:pt x="6272" y="1178"/>
                  </a:cubicBezTo>
                  <a:cubicBezTo>
                    <a:pt x="6244" y="1154"/>
                    <a:pt x="6289" y="1152"/>
                    <a:pt x="6287" y="1142"/>
                  </a:cubicBezTo>
                  <a:cubicBezTo>
                    <a:pt x="6285" y="1131"/>
                    <a:pt x="6231" y="1135"/>
                    <a:pt x="6188" y="1133"/>
                  </a:cubicBezTo>
                  <a:cubicBezTo>
                    <a:pt x="6145" y="1131"/>
                    <a:pt x="6143" y="1122"/>
                    <a:pt x="6115" y="1120"/>
                  </a:cubicBezTo>
                  <a:cubicBezTo>
                    <a:pt x="6087" y="1118"/>
                    <a:pt x="6063" y="1111"/>
                    <a:pt x="6048" y="1129"/>
                  </a:cubicBezTo>
                  <a:cubicBezTo>
                    <a:pt x="6033" y="1146"/>
                    <a:pt x="6001" y="1135"/>
                    <a:pt x="5975" y="1135"/>
                  </a:cubicBezTo>
                  <a:cubicBezTo>
                    <a:pt x="5949" y="1135"/>
                    <a:pt x="5958" y="1146"/>
                    <a:pt x="5973" y="1163"/>
                  </a:cubicBezTo>
                  <a:cubicBezTo>
                    <a:pt x="5988" y="1180"/>
                    <a:pt x="5964" y="1180"/>
                    <a:pt x="5945" y="1163"/>
                  </a:cubicBezTo>
                  <a:cubicBezTo>
                    <a:pt x="5926" y="1146"/>
                    <a:pt x="5945" y="1142"/>
                    <a:pt x="5936" y="1107"/>
                  </a:cubicBezTo>
                  <a:cubicBezTo>
                    <a:pt x="5928" y="1073"/>
                    <a:pt x="5910" y="1105"/>
                    <a:pt x="5904" y="1118"/>
                  </a:cubicBezTo>
                  <a:cubicBezTo>
                    <a:pt x="5898" y="1131"/>
                    <a:pt x="5876" y="1118"/>
                    <a:pt x="5842" y="1111"/>
                  </a:cubicBezTo>
                  <a:cubicBezTo>
                    <a:pt x="5807" y="1105"/>
                    <a:pt x="5827" y="1105"/>
                    <a:pt x="5820" y="1092"/>
                  </a:cubicBezTo>
                  <a:cubicBezTo>
                    <a:pt x="5814" y="1079"/>
                    <a:pt x="5820" y="1092"/>
                    <a:pt x="5784" y="1090"/>
                  </a:cubicBezTo>
                  <a:cubicBezTo>
                    <a:pt x="5747" y="1088"/>
                    <a:pt x="5769" y="1090"/>
                    <a:pt x="5736" y="1083"/>
                  </a:cubicBezTo>
                  <a:cubicBezTo>
                    <a:pt x="5704" y="1077"/>
                    <a:pt x="5702" y="1105"/>
                    <a:pt x="5704" y="1122"/>
                  </a:cubicBezTo>
                  <a:cubicBezTo>
                    <a:pt x="5706" y="1139"/>
                    <a:pt x="5734" y="1120"/>
                    <a:pt x="5751" y="1120"/>
                  </a:cubicBezTo>
                  <a:cubicBezTo>
                    <a:pt x="5769" y="1120"/>
                    <a:pt x="5745" y="1133"/>
                    <a:pt x="5730" y="1142"/>
                  </a:cubicBezTo>
                  <a:cubicBezTo>
                    <a:pt x="5715" y="1150"/>
                    <a:pt x="5711" y="1148"/>
                    <a:pt x="5693" y="1144"/>
                  </a:cubicBezTo>
                  <a:cubicBezTo>
                    <a:pt x="5676" y="1139"/>
                    <a:pt x="5665" y="1167"/>
                    <a:pt x="5650" y="1167"/>
                  </a:cubicBezTo>
                  <a:cubicBezTo>
                    <a:pt x="5635" y="1167"/>
                    <a:pt x="5609" y="1167"/>
                    <a:pt x="5588" y="1182"/>
                  </a:cubicBezTo>
                  <a:cubicBezTo>
                    <a:pt x="5566" y="1197"/>
                    <a:pt x="5543" y="1195"/>
                    <a:pt x="5517" y="1187"/>
                  </a:cubicBezTo>
                  <a:cubicBezTo>
                    <a:pt x="5491" y="1178"/>
                    <a:pt x="5480" y="1202"/>
                    <a:pt x="5474" y="1221"/>
                  </a:cubicBezTo>
                  <a:cubicBezTo>
                    <a:pt x="5468" y="1240"/>
                    <a:pt x="5453" y="1240"/>
                    <a:pt x="5425" y="1238"/>
                  </a:cubicBezTo>
                  <a:cubicBezTo>
                    <a:pt x="5397" y="1236"/>
                    <a:pt x="5450" y="1221"/>
                    <a:pt x="5457" y="1202"/>
                  </a:cubicBezTo>
                  <a:cubicBezTo>
                    <a:pt x="5463" y="1182"/>
                    <a:pt x="5472" y="1176"/>
                    <a:pt x="5489" y="1172"/>
                  </a:cubicBezTo>
                  <a:cubicBezTo>
                    <a:pt x="5506" y="1167"/>
                    <a:pt x="5521" y="1167"/>
                    <a:pt x="5539" y="1144"/>
                  </a:cubicBezTo>
                  <a:cubicBezTo>
                    <a:pt x="5556" y="1120"/>
                    <a:pt x="5588" y="1126"/>
                    <a:pt x="5609" y="1120"/>
                  </a:cubicBezTo>
                  <a:cubicBezTo>
                    <a:pt x="5631" y="1114"/>
                    <a:pt x="5635" y="1116"/>
                    <a:pt x="5652" y="1094"/>
                  </a:cubicBezTo>
                  <a:cubicBezTo>
                    <a:pt x="5670" y="1073"/>
                    <a:pt x="5680" y="1079"/>
                    <a:pt x="5700" y="1073"/>
                  </a:cubicBezTo>
                  <a:cubicBezTo>
                    <a:pt x="5719" y="1066"/>
                    <a:pt x="5708" y="1066"/>
                    <a:pt x="5717" y="1043"/>
                  </a:cubicBezTo>
                  <a:cubicBezTo>
                    <a:pt x="5726" y="1019"/>
                    <a:pt x="5741" y="1032"/>
                    <a:pt x="5760" y="1023"/>
                  </a:cubicBezTo>
                  <a:cubicBezTo>
                    <a:pt x="5779" y="1015"/>
                    <a:pt x="5792" y="1008"/>
                    <a:pt x="5814" y="1002"/>
                  </a:cubicBezTo>
                  <a:cubicBezTo>
                    <a:pt x="5835" y="995"/>
                    <a:pt x="5848" y="1000"/>
                    <a:pt x="5859" y="980"/>
                  </a:cubicBezTo>
                  <a:cubicBezTo>
                    <a:pt x="5870" y="961"/>
                    <a:pt x="5878" y="970"/>
                    <a:pt x="5900" y="963"/>
                  </a:cubicBezTo>
                  <a:cubicBezTo>
                    <a:pt x="5921" y="957"/>
                    <a:pt x="5938" y="937"/>
                    <a:pt x="5953" y="914"/>
                  </a:cubicBezTo>
                  <a:cubicBezTo>
                    <a:pt x="5969" y="890"/>
                    <a:pt x="5949" y="894"/>
                    <a:pt x="5947" y="888"/>
                  </a:cubicBezTo>
                  <a:cubicBezTo>
                    <a:pt x="5945" y="881"/>
                    <a:pt x="5930" y="886"/>
                    <a:pt x="5919" y="888"/>
                  </a:cubicBezTo>
                  <a:cubicBezTo>
                    <a:pt x="5908" y="890"/>
                    <a:pt x="5915" y="873"/>
                    <a:pt x="5902" y="862"/>
                  </a:cubicBezTo>
                  <a:cubicBezTo>
                    <a:pt x="5889" y="851"/>
                    <a:pt x="5887" y="849"/>
                    <a:pt x="5906" y="853"/>
                  </a:cubicBezTo>
                  <a:cubicBezTo>
                    <a:pt x="5926" y="858"/>
                    <a:pt x="5919" y="858"/>
                    <a:pt x="5938" y="871"/>
                  </a:cubicBezTo>
                  <a:cubicBezTo>
                    <a:pt x="5958" y="884"/>
                    <a:pt x="5969" y="875"/>
                    <a:pt x="5975" y="864"/>
                  </a:cubicBezTo>
                  <a:cubicBezTo>
                    <a:pt x="5981" y="853"/>
                    <a:pt x="5984" y="843"/>
                    <a:pt x="5969" y="843"/>
                  </a:cubicBezTo>
                  <a:cubicBezTo>
                    <a:pt x="5953" y="843"/>
                    <a:pt x="5951" y="838"/>
                    <a:pt x="5951" y="823"/>
                  </a:cubicBezTo>
                  <a:cubicBezTo>
                    <a:pt x="5951" y="808"/>
                    <a:pt x="5953" y="802"/>
                    <a:pt x="5947" y="802"/>
                  </a:cubicBezTo>
                  <a:cubicBezTo>
                    <a:pt x="5941" y="802"/>
                    <a:pt x="5926" y="819"/>
                    <a:pt x="5915" y="819"/>
                  </a:cubicBezTo>
                  <a:cubicBezTo>
                    <a:pt x="5904" y="819"/>
                    <a:pt x="5895" y="808"/>
                    <a:pt x="5895" y="791"/>
                  </a:cubicBezTo>
                  <a:cubicBezTo>
                    <a:pt x="5895" y="774"/>
                    <a:pt x="5883" y="774"/>
                    <a:pt x="5883" y="774"/>
                  </a:cubicBezTo>
                  <a:cubicBezTo>
                    <a:pt x="5883" y="774"/>
                    <a:pt x="5857" y="780"/>
                    <a:pt x="5861" y="772"/>
                  </a:cubicBezTo>
                  <a:cubicBezTo>
                    <a:pt x="5865" y="763"/>
                    <a:pt x="5859" y="750"/>
                    <a:pt x="5852" y="750"/>
                  </a:cubicBezTo>
                  <a:cubicBezTo>
                    <a:pt x="5846" y="750"/>
                    <a:pt x="5837" y="755"/>
                    <a:pt x="5814" y="737"/>
                  </a:cubicBezTo>
                  <a:cubicBezTo>
                    <a:pt x="5790" y="720"/>
                    <a:pt x="5769" y="720"/>
                    <a:pt x="5749" y="729"/>
                  </a:cubicBezTo>
                  <a:cubicBezTo>
                    <a:pt x="5730" y="737"/>
                    <a:pt x="5726" y="742"/>
                    <a:pt x="5695" y="731"/>
                  </a:cubicBezTo>
                  <a:cubicBezTo>
                    <a:pt x="5665" y="720"/>
                    <a:pt x="5650" y="735"/>
                    <a:pt x="5629" y="731"/>
                  </a:cubicBezTo>
                  <a:cubicBezTo>
                    <a:pt x="5607" y="727"/>
                    <a:pt x="5597" y="733"/>
                    <a:pt x="5590" y="755"/>
                  </a:cubicBezTo>
                  <a:cubicBezTo>
                    <a:pt x="5584" y="776"/>
                    <a:pt x="5551" y="759"/>
                    <a:pt x="5526" y="759"/>
                  </a:cubicBezTo>
                  <a:cubicBezTo>
                    <a:pt x="5500" y="759"/>
                    <a:pt x="5511" y="757"/>
                    <a:pt x="5517" y="737"/>
                  </a:cubicBezTo>
                  <a:cubicBezTo>
                    <a:pt x="5523" y="718"/>
                    <a:pt x="5545" y="727"/>
                    <a:pt x="5554" y="707"/>
                  </a:cubicBezTo>
                  <a:cubicBezTo>
                    <a:pt x="5562" y="688"/>
                    <a:pt x="5523" y="694"/>
                    <a:pt x="5485" y="688"/>
                  </a:cubicBezTo>
                  <a:cubicBezTo>
                    <a:pt x="5446" y="681"/>
                    <a:pt x="5455" y="692"/>
                    <a:pt x="5401" y="692"/>
                  </a:cubicBezTo>
                  <a:cubicBezTo>
                    <a:pt x="5347" y="692"/>
                    <a:pt x="5375" y="681"/>
                    <a:pt x="5397" y="673"/>
                  </a:cubicBezTo>
                  <a:cubicBezTo>
                    <a:pt x="5418" y="664"/>
                    <a:pt x="5427" y="673"/>
                    <a:pt x="5431" y="662"/>
                  </a:cubicBezTo>
                  <a:cubicBezTo>
                    <a:pt x="5435" y="651"/>
                    <a:pt x="5465" y="649"/>
                    <a:pt x="5465" y="641"/>
                  </a:cubicBezTo>
                  <a:cubicBezTo>
                    <a:pt x="5465" y="632"/>
                    <a:pt x="5457" y="621"/>
                    <a:pt x="5433" y="621"/>
                  </a:cubicBezTo>
                  <a:cubicBezTo>
                    <a:pt x="5410" y="621"/>
                    <a:pt x="5405" y="619"/>
                    <a:pt x="5386" y="606"/>
                  </a:cubicBezTo>
                  <a:cubicBezTo>
                    <a:pt x="5367" y="593"/>
                    <a:pt x="5349" y="591"/>
                    <a:pt x="5332" y="602"/>
                  </a:cubicBezTo>
                  <a:cubicBezTo>
                    <a:pt x="5315" y="613"/>
                    <a:pt x="5308" y="608"/>
                    <a:pt x="5283" y="604"/>
                  </a:cubicBezTo>
                  <a:cubicBezTo>
                    <a:pt x="5257" y="600"/>
                    <a:pt x="5257" y="626"/>
                    <a:pt x="5238" y="632"/>
                  </a:cubicBezTo>
                  <a:cubicBezTo>
                    <a:pt x="5218" y="638"/>
                    <a:pt x="5218" y="656"/>
                    <a:pt x="5199" y="664"/>
                  </a:cubicBezTo>
                  <a:cubicBezTo>
                    <a:pt x="5179" y="673"/>
                    <a:pt x="5175" y="681"/>
                    <a:pt x="5160" y="694"/>
                  </a:cubicBezTo>
                  <a:cubicBezTo>
                    <a:pt x="5145" y="707"/>
                    <a:pt x="5147" y="718"/>
                    <a:pt x="5154" y="718"/>
                  </a:cubicBezTo>
                  <a:cubicBezTo>
                    <a:pt x="5160" y="718"/>
                    <a:pt x="5158" y="729"/>
                    <a:pt x="5164" y="748"/>
                  </a:cubicBezTo>
                  <a:cubicBezTo>
                    <a:pt x="5171" y="767"/>
                    <a:pt x="5179" y="759"/>
                    <a:pt x="5214" y="767"/>
                  </a:cubicBezTo>
                  <a:cubicBezTo>
                    <a:pt x="5248" y="776"/>
                    <a:pt x="5212" y="782"/>
                    <a:pt x="5197" y="776"/>
                  </a:cubicBezTo>
                  <a:cubicBezTo>
                    <a:pt x="5182" y="770"/>
                    <a:pt x="5167" y="767"/>
                    <a:pt x="5134" y="765"/>
                  </a:cubicBezTo>
                  <a:cubicBezTo>
                    <a:pt x="5102" y="763"/>
                    <a:pt x="5089" y="772"/>
                    <a:pt x="5063" y="763"/>
                  </a:cubicBezTo>
                  <a:cubicBezTo>
                    <a:pt x="5038" y="755"/>
                    <a:pt x="5023" y="750"/>
                    <a:pt x="5031" y="767"/>
                  </a:cubicBezTo>
                  <a:cubicBezTo>
                    <a:pt x="5040" y="785"/>
                    <a:pt x="5035" y="789"/>
                    <a:pt x="5061" y="795"/>
                  </a:cubicBezTo>
                  <a:cubicBezTo>
                    <a:pt x="5087" y="802"/>
                    <a:pt x="5083" y="815"/>
                    <a:pt x="5072" y="817"/>
                  </a:cubicBezTo>
                  <a:cubicBezTo>
                    <a:pt x="5061" y="819"/>
                    <a:pt x="5046" y="817"/>
                    <a:pt x="5023" y="806"/>
                  </a:cubicBezTo>
                  <a:cubicBezTo>
                    <a:pt x="4999" y="795"/>
                    <a:pt x="4980" y="802"/>
                    <a:pt x="4977" y="810"/>
                  </a:cubicBezTo>
                  <a:cubicBezTo>
                    <a:pt x="4975" y="819"/>
                    <a:pt x="4967" y="810"/>
                    <a:pt x="4949" y="828"/>
                  </a:cubicBezTo>
                  <a:cubicBezTo>
                    <a:pt x="4932" y="845"/>
                    <a:pt x="4917" y="828"/>
                    <a:pt x="4909" y="834"/>
                  </a:cubicBezTo>
                  <a:cubicBezTo>
                    <a:pt x="4900" y="841"/>
                    <a:pt x="4881" y="838"/>
                    <a:pt x="4881" y="838"/>
                  </a:cubicBezTo>
                  <a:cubicBezTo>
                    <a:pt x="4881" y="838"/>
                    <a:pt x="4840" y="845"/>
                    <a:pt x="4818" y="843"/>
                  </a:cubicBezTo>
                  <a:cubicBezTo>
                    <a:pt x="4797" y="841"/>
                    <a:pt x="4842" y="830"/>
                    <a:pt x="4844" y="817"/>
                  </a:cubicBezTo>
                  <a:cubicBezTo>
                    <a:pt x="4846" y="804"/>
                    <a:pt x="4868" y="810"/>
                    <a:pt x="4870" y="798"/>
                  </a:cubicBezTo>
                  <a:cubicBezTo>
                    <a:pt x="4872" y="785"/>
                    <a:pt x="4840" y="791"/>
                    <a:pt x="4827" y="791"/>
                  </a:cubicBezTo>
                  <a:cubicBezTo>
                    <a:pt x="4814" y="791"/>
                    <a:pt x="4801" y="795"/>
                    <a:pt x="4801" y="802"/>
                  </a:cubicBezTo>
                  <a:cubicBezTo>
                    <a:pt x="4801" y="808"/>
                    <a:pt x="4792" y="815"/>
                    <a:pt x="4780" y="798"/>
                  </a:cubicBezTo>
                  <a:cubicBezTo>
                    <a:pt x="4767" y="780"/>
                    <a:pt x="4756" y="791"/>
                    <a:pt x="4756" y="808"/>
                  </a:cubicBezTo>
                  <a:cubicBezTo>
                    <a:pt x="4756" y="825"/>
                    <a:pt x="4745" y="819"/>
                    <a:pt x="4730" y="819"/>
                  </a:cubicBezTo>
                  <a:cubicBezTo>
                    <a:pt x="4715" y="819"/>
                    <a:pt x="4689" y="819"/>
                    <a:pt x="4672" y="819"/>
                  </a:cubicBezTo>
                  <a:cubicBezTo>
                    <a:pt x="4655" y="819"/>
                    <a:pt x="4646" y="819"/>
                    <a:pt x="4636" y="825"/>
                  </a:cubicBezTo>
                  <a:cubicBezTo>
                    <a:pt x="4625" y="832"/>
                    <a:pt x="4642" y="836"/>
                    <a:pt x="4657" y="836"/>
                  </a:cubicBezTo>
                  <a:cubicBezTo>
                    <a:pt x="4672" y="836"/>
                    <a:pt x="4683" y="838"/>
                    <a:pt x="4672" y="853"/>
                  </a:cubicBezTo>
                  <a:cubicBezTo>
                    <a:pt x="4661" y="868"/>
                    <a:pt x="4648" y="862"/>
                    <a:pt x="4629" y="860"/>
                  </a:cubicBezTo>
                  <a:cubicBezTo>
                    <a:pt x="4610" y="858"/>
                    <a:pt x="4584" y="860"/>
                    <a:pt x="4565" y="873"/>
                  </a:cubicBezTo>
                  <a:cubicBezTo>
                    <a:pt x="4545" y="886"/>
                    <a:pt x="4522" y="875"/>
                    <a:pt x="4513" y="875"/>
                  </a:cubicBezTo>
                  <a:cubicBezTo>
                    <a:pt x="4504" y="875"/>
                    <a:pt x="4472" y="886"/>
                    <a:pt x="4457" y="894"/>
                  </a:cubicBezTo>
                  <a:cubicBezTo>
                    <a:pt x="4442" y="903"/>
                    <a:pt x="4427" y="901"/>
                    <a:pt x="4412" y="901"/>
                  </a:cubicBezTo>
                  <a:cubicBezTo>
                    <a:pt x="4397" y="901"/>
                    <a:pt x="4370" y="909"/>
                    <a:pt x="4359" y="931"/>
                  </a:cubicBezTo>
                  <a:cubicBezTo>
                    <a:pt x="4347" y="952"/>
                    <a:pt x="4313" y="942"/>
                    <a:pt x="4289" y="937"/>
                  </a:cubicBezTo>
                  <a:cubicBezTo>
                    <a:pt x="4264" y="931"/>
                    <a:pt x="4276" y="958"/>
                    <a:pt x="4266" y="958"/>
                  </a:cubicBezTo>
                  <a:cubicBezTo>
                    <a:pt x="4256" y="958"/>
                    <a:pt x="4238" y="971"/>
                    <a:pt x="4249" y="975"/>
                  </a:cubicBezTo>
                  <a:cubicBezTo>
                    <a:pt x="4259" y="980"/>
                    <a:pt x="4266" y="991"/>
                    <a:pt x="4263" y="998"/>
                  </a:cubicBezTo>
                  <a:cubicBezTo>
                    <a:pt x="4260" y="1005"/>
                    <a:pt x="4244" y="997"/>
                    <a:pt x="4233" y="990"/>
                  </a:cubicBezTo>
                  <a:cubicBezTo>
                    <a:pt x="4221" y="982"/>
                    <a:pt x="4203" y="995"/>
                    <a:pt x="4203" y="1004"/>
                  </a:cubicBezTo>
                  <a:cubicBezTo>
                    <a:pt x="4203" y="1013"/>
                    <a:pt x="4230" y="1011"/>
                    <a:pt x="4247" y="1020"/>
                  </a:cubicBezTo>
                  <a:cubicBezTo>
                    <a:pt x="4264" y="1028"/>
                    <a:pt x="4276" y="1043"/>
                    <a:pt x="4271" y="1048"/>
                  </a:cubicBezTo>
                  <a:cubicBezTo>
                    <a:pt x="4267" y="1054"/>
                    <a:pt x="4250" y="1037"/>
                    <a:pt x="4227" y="1030"/>
                  </a:cubicBezTo>
                  <a:cubicBezTo>
                    <a:pt x="4204" y="1023"/>
                    <a:pt x="4211" y="1051"/>
                    <a:pt x="4216" y="1051"/>
                  </a:cubicBezTo>
                  <a:cubicBezTo>
                    <a:pt x="4220" y="1051"/>
                    <a:pt x="4243" y="1056"/>
                    <a:pt x="4254" y="1066"/>
                  </a:cubicBezTo>
                  <a:cubicBezTo>
                    <a:pt x="4266" y="1076"/>
                    <a:pt x="4281" y="1077"/>
                    <a:pt x="4283" y="1090"/>
                  </a:cubicBezTo>
                  <a:cubicBezTo>
                    <a:pt x="4284" y="1103"/>
                    <a:pt x="4256" y="1100"/>
                    <a:pt x="4228" y="1100"/>
                  </a:cubicBezTo>
                  <a:cubicBezTo>
                    <a:pt x="4201" y="1100"/>
                    <a:pt x="4191" y="1107"/>
                    <a:pt x="4184" y="1119"/>
                  </a:cubicBezTo>
                  <a:cubicBezTo>
                    <a:pt x="4177" y="1130"/>
                    <a:pt x="4152" y="1124"/>
                    <a:pt x="4137" y="1117"/>
                  </a:cubicBezTo>
                  <a:cubicBezTo>
                    <a:pt x="4121" y="1110"/>
                    <a:pt x="4102" y="1119"/>
                    <a:pt x="4095" y="1123"/>
                  </a:cubicBezTo>
                  <a:cubicBezTo>
                    <a:pt x="4088" y="1127"/>
                    <a:pt x="4034" y="1120"/>
                    <a:pt x="3995" y="1123"/>
                  </a:cubicBezTo>
                  <a:cubicBezTo>
                    <a:pt x="3956" y="1126"/>
                    <a:pt x="3955" y="1133"/>
                    <a:pt x="3920" y="1133"/>
                  </a:cubicBezTo>
                  <a:cubicBezTo>
                    <a:pt x="3886" y="1133"/>
                    <a:pt x="3880" y="1142"/>
                    <a:pt x="3869" y="1147"/>
                  </a:cubicBezTo>
                  <a:cubicBezTo>
                    <a:pt x="3857" y="1153"/>
                    <a:pt x="3853" y="1177"/>
                    <a:pt x="3853" y="1186"/>
                  </a:cubicBezTo>
                  <a:cubicBezTo>
                    <a:pt x="3853" y="1195"/>
                    <a:pt x="3872" y="1206"/>
                    <a:pt x="3882" y="1216"/>
                  </a:cubicBezTo>
                  <a:cubicBezTo>
                    <a:pt x="3892" y="1226"/>
                    <a:pt x="3883" y="1233"/>
                    <a:pt x="3874" y="1240"/>
                  </a:cubicBezTo>
                  <a:cubicBezTo>
                    <a:pt x="3866" y="1248"/>
                    <a:pt x="3882" y="1269"/>
                    <a:pt x="3887" y="1281"/>
                  </a:cubicBezTo>
                  <a:cubicBezTo>
                    <a:pt x="3893" y="1292"/>
                    <a:pt x="3929" y="1295"/>
                    <a:pt x="3959" y="1295"/>
                  </a:cubicBezTo>
                  <a:cubicBezTo>
                    <a:pt x="3989" y="1295"/>
                    <a:pt x="3963" y="1318"/>
                    <a:pt x="3983" y="1332"/>
                  </a:cubicBezTo>
                  <a:cubicBezTo>
                    <a:pt x="4003" y="1347"/>
                    <a:pt x="3996" y="1358"/>
                    <a:pt x="3982" y="1362"/>
                  </a:cubicBezTo>
                  <a:cubicBezTo>
                    <a:pt x="3968" y="1367"/>
                    <a:pt x="3965" y="1367"/>
                    <a:pt x="3929" y="1361"/>
                  </a:cubicBezTo>
                  <a:cubicBezTo>
                    <a:pt x="3893" y="1355"/>
                    <a:pt x="3893" y="1344"/>
                    <a:pt x="3886" y="1329"/>
                  </a:cubicBezTo>
                  <a:cubicBezTo>
                    <a:pt x="3879" y="1315"/>
                    <a:pt x="3860" y="1309"/>
                    <a:pt x="3839" y="1305"/>
                  </a:cubicBezTo>
                  <a:cubicBezTo>
                    <a:pt x="3817" y="1301"/>
                    <a:pt x="3814" y="1301"/>
                    <a:pt x="3801" y="1288"/>
                  </a:cubicBezTo>
                  <a:cubicBezTo>
                    <a:pt x="3788" y="1275"/>
                    <a:pt x="3767" y="1281"/>
                    <a:pt x="3748" y="1281"/>
                  </a:cubicBezTo>
                  <a:cubicBezTo>
                    <a:pt x="3730" y="1281"/>
                    <a:pt x="3717" y="1265"/>
                    <a:pt x="3705" y="1256"/>
                  </a:cubicBezTo>
                  <a:cubicBezTo>
                    <a:pt x="3694" y="1248"/>
                    <a:pt x="3669" y="1252"/>
                    <a:pt x="3665" y="1263"/>
                  </a:cubicBezTo>
                  <a:cubicBezTo>
                    <a:pt x="3661" y="1275"/>
                    <a:pt x="3647" y="1275"/>
                    <a:pt x="3634" y="1282"/>
                  </a:cubicBezTo>
                  <a:cubicBezTo>
                    <a:pt x="3621" y="1289"/>
                    <a:pt x="3635" y="1295"/>
                    <a:pt x="3654" y="1293"/>
                  </a:cubicBezTo>
                  <a:cubicBezTo>
                    <a:pt x="3672" y="1292"/>
                    <a:pt x="3664" y="1303"/>
                    <a:pt x="3661" y="1314"/>
                  </a:cubicBezTo>
                  <a:cubicBezTo>
                    <a:pt x="3658" y="1324"/>
                    <a:pt x="3679" y="1321"/>
                    <a:pt x="3691" y="1315"/>
                  </a:cubicBezTo>
                  <a:cubicBezTo>
                    <a:pt x="3702" y="1309"/>
                    <a:pt x="3715" y="1324"/>
                    <a:pt x="3718" y="1336"/>
                  </a:cubicBezTo>
                  <a:cubicBezTo>
                    <a:pt x="3721" y="1349"/>
                    <a:pt x="3695" y="1348"/>
                    <a:pt x="3681" y="1348"/>
                  </a:cubicBezTo>
                  <a:cubicBezTo>
                    <a:pt x="3667" y="1348"/>
                    <a:pt x="3651" y="1341"/>
                    <a:pt x="3642" y="1329"/>
                  </a:cubicBezTo>
                  <a:cubicBezTo>
                    <a:pt x="3634" y="1318"/>
                    <a:pt x="3615" y="1322"/>
                    <a:pt x="3615" y="1332"/>
                  </a:cubicBezTo>
                  <a:cubicBezTo>
                    <a:pt x="3615" y="1342"/>
                    <a:pt x="3583" y="1326"/>
                    <a:pt x="3575" y="1339"/>
                  </a:cubicBezTo>
                  <a:cubicBezTo>
                    <a:pt x="3566" y="1352"/>
                    <a:pt x="3583" y="1358"/>
                    <a:pt x="3586" y="1371"/>
                  </a:cubicBezTo>
                  <a:cubicBezTo>
                    <a:pt x="3589" y="1384"/>
                    <a:pt x="3609" y="1392"/>
                    <a:pt x="3621" y="1391"/>
                  </a:cubicBezTo>
                  <a:cubicBezTo>
                    <a:pt x="3632" y="1389"/>
                    <a:pt x="3655" y="1402"/>
                    <a:pt x="3661" y="1407"/>
                  </a:cubicBezTo>
                  <a:cubicBezTo>
                    <a:pt x="3667" y="1411"/>
                    <a:pt x="3681" y="1418"/>
                    <a:pt x="3685" y="1411"/>
                  </a:cubicBezTo>
                  <a:cubicBezTo>
                    <a:pt x="3690" y="1404"/>
                    <a:pt x="3698" y="1412"/>
                    <a:pt x="3711" y="1414"/>
                  </a:cubicBezTo>
                  <a:cubicBezTo>
                    <a:pt x="3724" y="1415"/>
                    <a:pt x="3714" y="1432"/>
                    <a:pt x="3721" y="1437"/>
                  </a:cubicBezTo>
                  <a:cubicBezTo>
                    <a:pt x="3728" y="1441"/>
                    <a:pt x="3733" y="1461"/>
                    <a:pt x="3724" y="1461"/>
                  </a:cubicBezTo>
                  <a:cubicBezTo>
                    <a:pt x="3715" y="1461"/>
                    <a:pt x="3702" y="1457"/>
                    <a:pt x="3694" y="1443"/>
                  </a:cubicBezTo>
                  <a:cubicBezTo>
                    <a:pt x="3685" y="1428"/>
                    <a:pt x="3668" y="1430"/>
                    <a:pt x="3649" y="1425"/>
                  </a:cubicBezTo>
                  <a:cubicBezTo>
                    <a:pt x="3631" y="1421"/>
                    <a:pt x="3599" y="1421"/>
                    <a:pt x="3578" y="1422"/>
                  </a:cubicBezTo>
                  <a:cubicBezTo>
                    <a:pt x="3556" y="1424"/>
                    <a:pt x="3549" y="1411"/>
                    <a:pt x="3535" y="1410"/>
                  </a:cubicBezTo>
                  <a:cubicBezTo>
                    <a:pt x="3520" y="1408"/>
                    <a:pt x="3533" y="1388"/>
                    <a:pt x="3542" y="1377"/>
                  </a:cubicBezTo>
                  <a:cubicBezTo>
                    <a:pt x="3550" y="1365"/>
                    <a:pt x="3533" y="1368"/>
                    <a:pt x="3529" y="1357"/>
                  </a:cubicBezTo>
                  <a:cubicBezTo>
                    <a:pt x="3525" y="1345"/>
                    <a:pt x="3523" y="1331"/>
                    <a:pt x="3532" y="1331"/>
                  </a:cubicBezTo>
                  <a:cubicBezTo>
                    <a:pt x="3540" y="1331"/>
                    <a:pt x="3546" y="1312"/>
                    <a:pt x="3553" y="1299"/>
                  </a:cubicBezTo>
                  <a:cubicBezTo>
                    <a:pt x="3561" y="1286"/>
                    <a:pt x="3548" y="1268"/>
                    <a:pt x="3548" y="1259"/>
                  </a:cubicBezTo>
                  <a:cubicBezTo>
                    <a:pt x="3548" y="1250"/>
                    <a:pt x="3542" y="1233"/>
                    <a:pt x="3536" y="1232"/>
                  </a:cubicBezTo>
                  <a:cubicBezTo>
                    <a:pt x="3530" y="1230"/>
                    <a:pt x="3529" y="1222"/>
                    <a:pt x="3513" y="1223"/>
                  </a:cubicBezTo>
                  <a:cubicBezTo>
                    <a:pt x="3497" y="1225"/>
                    <a:pt x="3505" y="1248"/>
                    <a:pt x="3510" y="1250"/>
                  </a:cubicBezTo>
                  <a:cubicBezTo>
                    <a:pt x="3516" y="1253"/>
                    <a:pt x="3515" y="1282"/>
                    <a:pt x="3515" y="1295"/>
                  </a:cubicBezTo>
                  <a:cubicBezTo>
                    <a:pt x="3515" y="1308"/>
                    <a:pt x="3507" y="1322"/>
                    <a:pt x="3492" y="1324"/>
                  </a:cubicBezTo>
                  <a:cubicBezTo>
                    <a:pt x="3476" y="1325"/>
                    <a:pt x="3459" y="1338"/>
                    <a:pt x="3443" y="1339"/>
                  </a:cubicBezTo>
                  <a:cubicBezTo>
                    <a:pt x="3427" y="1341"/>
                    <a:pt x="3419" y="1348"/>
                    <a:pt x="3419" y="1358"/>
                  </a:cubicBezTo>
                  <a:cubicBezTo>
                    <a:pt x="3419" y="1368"/>
                    <a:pt x="3413" y="1378"/>
                    <a:pt x="3397" y="1392"/>
                  </a:cubicBezTo>
                  <a:cubicBezTo>
                    <a:pt x="3381" y="1407"/>
                    <a:pt x="3399" y="1414"/>
                    <a:pt x="3413" y="1421"/>
                  </a:cubicBezTo>
                  <a:cubicBezTo>
                    <a:pt x="3427" y="1428"/>
                    <a:pt x="3433" y="1445"/>
                    <a:pt x="3437" y="1461"/>
                  </a:cubicBezTo>
                  <a:cubicBezTo>
                    <a:pt x="3442" y="1477"/>
                    <a:pt x="3462" y="1475"/>
                    <a:pt x="3467" y="1493"/>
                  </a:cubicBezTo>
                  <a:cubicBezTo>
                    <a:pt x="3473" y="1510"/>
                    <a:pt x="3453" y="1526"/>
                    <a:pt x="3437" y="1534"/>
                  </a:cubicBezTo>
                  <a:cubicBezTo>
                    <a:pt x="3421" y="1543"/>
                    <a:pt x="3433" y="1556"/>
                    <a:pt x="3421" y="1573"/>
                  </a:cubicBezTo>
                  <a:cubicBezTo>
                    <a:pt x="3410" y="1590"/>
                    <a:pt x="3426" y="1612"/>
                    <a:pt x="3433" y="1617"/>
                  </a:cubicBezTo>
                  <a:cubicBezTo>
                    <a:pt x="3440" y="1623"/>
                    <a:pt x="3446" y="1629"/>
                    <a:pt x="3436" y="1640"/>
                  </a:cubicBezTo>
                  <a:cubicBezTo>
                    <a:pt x="3426" y="1652"/>
                    <a:pt x="3434" y="1656"/>
                    <a:pt x="3437" y="1662"/>
                  </a:cubicBezTo>
                  <a:cubicBezTo>
                    <a:pt x="3440" y="1668"/>
                    <a:pt x="3466" y="1663"/>
                    <a:pt x="3480" y="1665"/>
                  </a:cubicBezTo>
                  <a:cubicBezTo>
                    <a:pt x="3495" y="1666"/>
                    <a:pt x="3519" y="1660"/>
                    <a:pt x="3538" y="1650"/>
                  </a:cubicBezTo>
                  <a:cubicBezTo>
                    <a:pt x="3556" y="1640"/>
                    <a:pt x="3532" y="1659"/>
                    <a:pt x="3579" y="1660"/>
                  </a:cubicBezTo>
                  <a:cubicBezTo>
                    <a:pt x="3626" y="1662"/>
                    <a:pt x="3632" y="1672"/>
                    <a:pt x="3648" y="1676"/>
                  </a:cubicBezTo>
                  <a:cubicBezTo>
                    <a:pt x="3664" y="1680"/>
                    <a:pt x="3684" y="1686"/>
                    <a:pt x="3685" y="1701"/>
                  </a:cubicBezTo>
                  <a:cubicBezTo>
                    <a:pt x="3687" y="1715"/>
                    <a:pt x="3704" y="1736"/>
                    <a:pt x="3708" y="1742"/>
                  </a:cubicBezTo>
                  <a:cubicBezTo>
                    <a:pt x="3712" y="1748"/>
                    <a:pt x="3707" y="1764"/>
                    <a:pt x="3688" y="1764"/>
                  </a:cubicBezTo>
                  <a:cubicBezTo>
                    <a:pt x="3669" y="1764"/>
                    <a:pt x="3675" y="1784"/>
                    <a:pt x="3675" y="1802"/>
                  </a:cubicBezTo>
                  <a:cubicBezTo>
                    <a:pt x="3675" y="1821"/>
                    <a:pt x="3700" y="1821"/>
                    <a:pt x="3715" y="1821"/>
                  </a:cubicBezTo>
                  <a:cubicBezTo>
                    <a:pt x="3731" y="1821"/>
                    <a:pt x="3738" y="1840"/>
                    <a:pt x="3722" y="1838"/>
                  </a:cubicBezTo>
                  <a:cubicBezTo>
                    <a:pt x="3707" y="1837"/>
                    <a:pt x="3690" y="1840"/>
                    <a:pt x="3682" y="1827"/>
                  </a:cubicBezTo>
                  <a:cubicBezTo>
                    <a:pt x="3675" y="1814"/>
                    <a:pt x="3662" y="1821"/>
                    <a:pt x="3654" y="1809"/>
                  </a:cubicBezTo>
                  <a:cubicBezTo>
                    <a:pt x="3645" y="1798"/>
                    <a:pt x="3654" y="1784"/>
                    <a:pt x="3659" y="1774"/>
                  </a:cubicBezTo>
                  <a:cubicBezTo>
                    <a:pt x="3665" y="1764"/>
                    <a:pt x="3652" y="1758"/>
                    <a:pt x="3657" y="1748"/>
                  </a:cubicBezTo>
                  <a:cubicBezTo>
                    <a:pt x="3661" y="1738"/>
                    <a:pt x="3659" y="1729"/>
                    <a:pt x="3647" y="1723"/>
                  </a:cubicBezTo>
                  <a:cubicBezTo>
                    <a:pt x="3634" y="1718"/>
                    <a:pt x="3624" y="1711"/>
                    <a:pt x="3621" y="1698"/>
                  </a:cubicBezTo>
                  <a:cubicBezTo>
                    <a:pt x="3618" y="1685"/>
                    <a:pt x="3614" y="1678"/>
                    <a:pt x="3592" y="1678"/>
                  </a:cubicBezTo>
                  <a:cubicBezTo>
                    <a:pt x="3571" y="1678"/>
                    <a:pt x="3556" y="1675"/>
                    <a:pt x="3540" y="1688"/>
                  </a:cubicBezTo>
                  <a:cubicBezTo>
                    <a:pt x="3525" y="1701"/>
                    <a:pt x="3525" y="1692"/>
                    <a:pt x="3499" y="1692"/>
                  </a:cubicBezTo>
                  <a:cubicBezTo>
                    <a:pt x="3473" y="1692"/>
                    <a:pt x="3475" y="1711"/>
                    <a:pt x="3473" y="1729"/>
                  </a:cubicBezTo>
                  <a:cubicBezTo>
                    <a:pt x="3472" y="1748"/>
                    <a:pt x="3480" y="1752"/>
                    <a:pt x="3490" y="1764"/>
                  </a:cubicBezTo>
                  <a:cubicBezTo>
                    <a:pt x="3500" y="1775"/>
                    <a:pt x="3505" y="1784"/>
                    <a:pt x="3500" y="1802"/>
                  </a:cubicBezTo>
                  <a:cubicBezTo>
                    <a:pt x="3496" y="1821"/>
                    <a:pt x="3486" y="1825"/>
                    <a:pt x="3467" y="1835"/>
                  </a:cubicBezTo>
                  <a:cubicBezTo>
                    <a:pt x="3449" y="1845"/>
                    <a:pt x="3454" y="1861"/>
                    <a:pt x="3447" y="1884"/>
                  </a:cubicBezTo>
                  <a:cubicBezTo>
                    <a:pt x="3440" y="1907"/>
                    <a:pt x="3426" y="1907"/>
                    <a:pt x="3407" y="1908"/>
                  </a:cubicBezTo>
                  <a:cubicBezTo>
                    <a:pt x="3389" y="1910"/>
                    <a:pt x="3393" y="1927"/>
                    <a:pt x="3371" y="1927"/>
                  </a:cubicBezTo>
                  <a:cubicBezTo>
                    <a:pt x="3350" y="1927"/>
                    <a:pt x="3357" y="1940"/>
                    <a:pt x="3351" y="1959"/>
                  </a:cubicBezTo>
                  <a:cubicBezTo>
                    <a:pt x="3346" y="1977"/>
                    <a:pt x="3331" y="1976"/>
                    <a:pt x="3321" y="1977"/>
                  </a:cubicBezTo>
                  <a:cubicBezTo>
                    <a:pt x="3311" y="1979"/>
                    <a:pt x="3301" y="1979"/>
                    <a:pt x="3292" y="1963"/>
                  </a:cubicBezTo>
                  <a:cubicBezTo>
                    <a:pt x="3284" y="1947"/>
                    <a:pt x="3258" y="1964"/>
                    <a:pt x="3235" y="1967"/>
                  </a:cubicBezTo>
                  <a:cubicBezTo>
                    <a:pt x="3212" y="1970"/>
                    <a:pt x="3211" y="1976"/>
                    <a:pt x="3199" y="1960"/>
                  </a:cubicBezTo>
                  <a:cubicBezTo>
                    <a:pt x="3188" y="1944"/>
                    <a:pt x="3176" y="1959"/>
                    <a:pt x="3172" y="1947"/>
                  </a:cubicBezTo>
                  <a:cubicBezTo>
                    <a:pt x="3168" y="1936"/>
                    <a:pt x="3161" y="1940"/>
                    <a:pt x="3148" y="1938"/>
                  </a:cubicBezTo>
                  <a:cubicBezTo>
                    <a:pt x="3135" y="1937"/>
                    <a:pt x="3133" y="1933"/>
                    <a:pt x="3133" y="1920"/>
                  </a:cubicBezTo>
                  <a:cubicBezTo>
                    <a:pt x="3133" y="1907"/>
                    <a:pt x="3158" y="1920"/>
                    <a:pt x="3162" y="1920"/>
                  </a:cubicBezTo>
                  <a:cubicBezTo>
                    <a:pt x="3166" y="1920"/>
                    <a:pt x="3182" y="1921"/>
                    <a:pt x="3199" y="1928"/>
                  </a:cubicBezTo>
                  <a:cubicBezTo>
                    <a:pt x="3217" y="1936"/>
                    <a:pt x="3232" y="1940"/>
                    <a:pt x="3242" y="1944"/>
                  </a:cubicBezTo>
                  <a:cubicBezTo>
                    <a:pt x="3252" y="1948"/>
                    <a:pt x="3262" y="1931"/>
                    <a:pt x="3275" y="1931"/>
                  </a:cubicBezTo>
                  <a:cubicBezTo>
                    <a:pt x="3288" y="1931"/>
                    <a:pt x="3292" y="1926"/>
                    <a:pt x="3291" y="1917"/>
                  </a:cubicBezTo>
                  <a:cubicBezTo>
                    <a:pt x="3290" y="1908"/>
                    <a:pt x="3294" y="1900"/>
                    <a:pt x="3310" y="1893"/>
                  </a:cubicBezTo>
                  <a:cubicBezTo>
                    <a:pt x="3325" y="1885"/>
                    <a:pt x="3323" y="1881"/>
                    <a:pt x="3325" y="1865"/>
                  </a:cubicBezTo>
                  <a:cubicBezTo>
                    <a:pt x="3328" y="1850"/>
                    <a:pt x="3351" y="1857"/>
                    <a:pt x="3353" y="1842"/>
                  </a:cubicBezTo>
                  <a:cubicBezTo>
                    <a:pt x="3354" y="1828"/>
                    <a:pt x="3366" y="1827"/>
                    <a:pt x="3381" y="1821"/>
                  </a:cubicBezTo>
                  <a:cubicBezTo>
                    <a:pt x="3397" y="1815"/>
                    <a:pt x="3399" y="1779"/>
                    <a:pt x="3400" y="1762"/>
                  </a:cubicBezTo>
                  <a:cubicBezTo>
                    <a:pt x="3401" y="1745"/>
                    <a:pt x="3404" y="1748"/>
                    <a:pt x="3417" y="1739"/>
                  </a:cubicBezTo>
                  <a:cubicBezTo>
                    <a:pt x="3430" y="1731"/>
                    <a:pt x="3410" y="1718"/>
                    <a:pt x="3396" y="1711"/>
                  </a:cubicBezTo>
                  <a:cubicBezTo>
                    <a:pt x="3381" y="1703"/>
                    <a:pt x="3373" y="1698"/>
                    <a:pt x="3367" y="1689"/>
                  </a:cubicBezTo>
                  <a:cubicBezTo>
                    <a:pt x="3361" y="1680"/>
                    <a:pt x="3354" y="1675"/>
                    <a:pt x="3354" y="1659"/>
                  </a:cubicBezTo>
                  <a:cubicBezTo>
                    <a:pt x="3354" y="1643"/>
                    <a:pt x="3361" y="1629"/>
                    <a:pt x="3363" y="1619"/>
                  </a:cubicBezTo>
                  <a:cubicBezTo>
                    <a:pt x="3364" y="1609"/>
                    <a:pt x="3364" y="1587"/>
                    <a:pt x="3360" y="1579"/>
                  </a:cubicBezTo>
                  <a:cubicBezTo>
                    <a:pt x="3356" y="1570"/>
                    <a:pt x="3356" y="1550"/>
                    <a:pt x="3354" y="1540"/>
                  </a:cubicBezTo>
                  <a:cubicBezTo>
                    <a:pt x="3353" y="1530"/>
                    <a:pt x="3360" y="1517"/>
                    <a:pt x="3366" y="1498"/>
                  </a:cubicBezTo>
                  <a:cubicBezTo>
                    <a:pt x="3371" y="1480"/>
                    <a:pt x="3373" y="1465"/>
                    <a:pt x="3368" y="1451"/>
                  </a:cubicBezTo>
                  <a:cubicBezTo>
                    <a:pt x="3364" y="1437"/>
                    <a:pt x="3353" y="1422"/>
                    <a:pt x="3344" y="1421"/>
                  </a:cubicBezTo>
                  <a:cubicBezTo>
                    <a:pt x="3335" y="1420"/>
                    <a:pt x="3333" y="1411"/>
                    <a:pt x="3323" y="1405"/>
                  </a:cubicBezTo>
                  <a:cubicBezTo>
                    <a:pt x="3313" y="1400"/>
                    <a:pt x="3314" y="1384"/>
                    <a:pt x="3327" y="1378"/>
                  </a:cubicBezTo>
                  <a:cubicBezTo>
                    <a:pt x="3340" y="1372"/>
                    <a:pt x="3340" y="1367"/>
                    <a:pt x="3343" y="1355"/>
                  </a:cubicBezTo>
                  <a:cubicBezTo>
                    <a:pt x="3346" y="1344"/>
                    <a:pt x="3350" y="1335"/>
                    <a:pt x="3363" y="1319"/>
                  </a:cubicBezTo>
                  <a:cubicBezTo>
                    <a:pt x="3376" y="1304"/>
                    <a:pt x="3373" y="1268"/>
                    <a:pt x="3371" y="1253"/>
                  </a:cubicBezTo>
                  <a:cubicBezTo>
                    <a:pt x="3370" y="1239"/>
                    <a:pt x="3348" y="1236"/>
                    <a:pt x="3325" y="1230"/>
                  </a:cubicBezTo>
                  <a:cubicBezTo>
                    <a:pt x="3303" y="1225"/>
                    <a:pt x="3265" y="1219"/>
                    <a:pt x="3235" y="1219"/>
                  </a:cubicBezTo>
                  <a:cubicBezTo>
                    <a:pt x="3205" y="1219"/>
                    <a:pt x="3201" y="1225"/>
                    <a:pt x="3178" y="1213"/>
                  </a:cubicBezTo>
                  <a:cubicBezTo>
                    <a:pt x="3155" y="1202"/>
                    <a:pt x="3151" y="1220"/>
                    <a:pt x="3136" y="1236"/>
                  </a:cubicBezTo>
                  <a:cubicBezTo>
                    <a:pt x="3122" y="1252"/>
                    <a:pt x="3119" y="1278"/>
                    <a:pt x="3116" y="1312"/>
                  </a:cubicBezTo>
                  <a:cubicBezTo>
                    <a:pt x="3113" y="1346"/>
                    <a:pt x="3092" y="1345"/>
                    <a:pt x="3077" y="1368"/>
                  </a:cubicBezTo>
                  <a:cubicBezTo>
                    <a:pt x="3063" y="1391"/>
                    <a:pt x="3023" y="1405"/>
                    <a:pt x="3002" y="1414"/>
                  </a:cubicBezTo>
                  <a:cubicBezTo>
                    <a:pt x="2980" y="1422"/>
                    <a:pt x="2977" y="1450"/>
                    <a:pt x="2979" y="1461"/>
                  </a:cubicBezTo>
                  <a:cubicBezTo>
                    <a:pt x="2980" y="1473"/>
                    <a:pt x="2981" y="1475"/>
                    <a:pt x="3004" y="1467"/>
                  </a:cubicBezTo>
                  <a:cubicBezTo>
                    <a:pt x="3027" y="1458"/>
                    <a:pt x="3004" y="1467"/>
                    <a:pt x="3016" y="1488"/>
                  </a:cubicBezTo>
                  <a:cubicBezTo>
                    <a:pt x="3027" y="1510"/>
                    <a:pt x="3014" y="1511"/>
                    <a:pt x="3007" y="1526"/>
                  </a:cubicBezTo>
                  <a:cubicBezTo>
                    <a:pt x="3000" y="1540"/>
                    <a:pt x="3009" y="1537"/>
                    <a:pt x="3020" y="1553"/>
                  </a:cubicBezTo>
                  <a:cubicBezTo>
                    <a:pt x="3032" y="1569"/>
                    <a:pt x="3014" y="1560"/>
                    <a:pt x="2994" y="1560"/>
                  </a:cubicBezTo>
                  <a:cubicBezTo>
                    <a:pt x="2974" y="1560"/>
                    <a:pt x="2983" y="1602"/>
                    <a:pt x="2990" y="1613"/>
                  </a:cubicBezTo>
                  <a:cubicBezTo>
                    <a:pt x="2997" y="1625"/>
                    <a:pt x="3006" y="1600"/>
                    <a:pt x="3012" y="1600"/>
                  </a:cubicBezTo>
                  <a:cubicBezTo>
                    <a:pt x="3017" y="1600"/>
                    <a:pt x="3046" y="1613"/>
                    <a:pt x="3057" y="1615"/>
                  </a:cubicBezTo>
                  <a:cubicBezTo>
                    <a:pt x="3069" y="1616"/>
                    <a:pt x="3075" y="1642"/>
                    <a:pt x="3082" y="1658"/>
                  </a:cubicBezTo>
                  <a:cubicBezTo>
                    <a:pt x="3089" y="1673"/>
                    <a:pt x="3099" y="1683"/>
                    <a:pt x="3113" y="1685"/>
                  </a:cubicBezTo>
                  <a:cubicBezTo>
                    <a:pt x="3128" y="1686"/>
                    <a:pt x="3131" y="1715"/>
                    <a:pt x="3119" y="1722"/>
                  </a:cubicBezTo>
                  <a:cubicBezTo>
                    <a:pt x="3108" y="1729"/>
                    <a:pt x="3110" y="1736"/>
                    <a:pt x="3106" y="1748"/>
                  </a:cubicBezTo>
                  <a:cubicBezTo>
                    <a:pt x="3102" y="1759"/>
                    <a:pt x="3080" y="1748"/>
                    <a:pt x="3069" y="1735"/>
                  </a:cubicBezTo>
                  <a:cubicBezTo>
                    <a:pt x="3057" y="1722"/>
                    <a:pt x="3032" y="1715"/>
                    <a:pt x="3022" y="1703"/>
                  </a:cubicBezTo>
                  <a:cubicBezTo>
                    <a:pt x="3012" y="1692"/>
                    <a:pt x="3004" y="1685"/>
                    <a:pt x="2993" y="1685"/>
                  </a:cubicBezTo>
                  <a:cubicBezTo>
                    <a:pt x="2981" y="1685"/>
                    <a:pt x="2964" y="1676"/>
                    <a:pt x="2948" y="1665"/>
                  </a:cubicBezTo>
                  <a:cubicBezTo>
                    <a:pt x="2933" y="1653"/>
                    <a:pt x="2903" y="1647"/>
                    <a:pt x="2887" y="1647"/>
                  </a:cubicBezTo>
                  <a:cubicBezTo>
                    <a:pt x="2871" y="1647"/>
                    <a:pt x="2867" y="1642"/>
                    <a:pt x="2858" y="1629"/>
                  </a:cubicBezTo>
                  <a:cubicBezTo>
                    <a:pt x="2850" y="1616"/>
                    <a:pt x="2811" y="1612"/>
                    <a:pt x="2789" y="1607"/>
                  </a:cubicBezTo>
                  <a:cubicBezTo>
                    <a:pt x="2768" y="1603"/>
                    <a:pt x="2692" y="1582"/>
                    <a:pt x="2668" y="1587"/>
                  </a:cubicBezTo>
                  <a:cubicBezTo>
                    <a:pt x="2643" y="1593"/>
                    <a:pt x="2652" y="1579"/>
                    <a:pt x="2632" y="1579"/>
                  </a:cubicBezTo>
                  <a:cubicBezTo>
                    <a:pt x="2612" y="1579"/>
                    <a:pt x="2606" y="1584"/>
                    <a:pt x="2593" y="1597"/>
                  </a:cubicBezTo>
                  <a:cubicBezTo>
                    <a:pt x="2580" y="1610"/>
                    <a:pt x="2577" y="1603"/>
                    <a:pt x="2576" y="1616"/>
                  </a:cubicBezTo>
                  <a:cubicBezTo>
                    <a:pt x="2574" y="1629"/>
                    <a:pt x="2589" y="1633"/>
                    <a:pt x="2593" y="1646"/>
                  </a:cubicBezTo>
                  <a:cubicBezTo>
                    <a:pt x="2597" y="1659"/>
                    <a:pt x="2593" y="1663"/>
                    <a:pt x="2603" y="1665"/>
                  </a:cubicBezTo>
                  <a:cubicBezTo>
                    <a:pt x="2613" y="1666"/>
                    <a:pt x="2613" y="1685"/>
                    <a:pt x="2604" y="1696"/>
                  </a:cubicBezTo>
                  <a:cubicBezTo>
                    <a:pt x="2596" y="1708"/>
                    <a:pt x="2582" y="1709"/>
                    <a:pt x="2561" y="1711"/>
                  </a:cubicBezTo>
                  <a:cubicBezTo>
                    <a:pt x="2541" y="1712"/>
                    <a:pt x="2544" y="1722"/>
                    <a:pt x="2559" y="1728"/>
                  </a:cubicBezTo>
                  <a:cubicBezTo>
                    <a:pt x="2573" y="1734"/>
                    <a:pt x="2560" y="1745"/>
                    <a:pt x="2549" y="1745"/>
                  </a:cubicBezTo>
                  <a:cubicBezTo>
                    <a:pt x="2537" y="1745"/>
                    <a:pt x="2526" y="1749"/>
                    <a:pt x="2510" y="1741"/>
                  </a:cubicBezTo>
                  <a:cubicBezTo>
                    <a:pt x="2494" y="1732"/>
                    <a:pt x="2497" y="1715"/>
                    <a:pt x="2506" y="1711"/>
                  </a:cubicBezTo>
                  <a:cubicBezTo>
                    <a:pt x="2514" y="1706"/>
                    <a:pt x="2521" y="1696"/>
                    <a:pt x="2513" y="1690"/>
                  </a:cubicBezTo>
                  <a:cubicBezTo>
                    <a:pt x="2504" y="1685"/>
                    <a:pt x="2494" y="1673"/>
                    <a:pt x="2484" y="1676"/>
                  </a:cubicBezTo>
                  <a:cubicBezTo>
                    <a:pt x="2474" y="1679"/>
                    <a:pt x="2458" y="1679"/>
                    <a:pt x="2454" y="1692"/>
                  </a:cubicBezTo>
                  <a:cubicBezTo>
                    <a:pt x="2450" y="1705"/>
                    <a:pt x="2440" y="1703"/>
                    <a:pt x="2424" y="1703"/>
                  </a:cubicBezTo>
                  <a:cubicBezTo>
                    <a:pt x="2408" y="1703"/>
                    <a:pt x="2404" y="1706"/>
                    <a:pt x="2392" y="1718"/>
                  </a:cubicBezTo>
                  <a:cubicBezTo>
                    <a:pt x="2381" y="1729"/>
                    <a:pt x="2372" y="1729"/>
                    <a:pt x="2355" y="1718"/>
                  </a:cubicBezTo>
                  <a:cubicBezTo>
                    <a:pt x="2338" y="1706"/>
                    <a:pt x="2336" y="1716"/>
                    <a:pt x="2303" y="1715"/>
                  </a:cubicBezTo>
                  <a:cubicBezTo>
                    <a:pt x="2271" y="1713"/>
                    <a:pt x="2288" y="1725"/>
                    <a:pt x="2266" y="1726"/>
                  </a:cubicBezTo>
                  <a:cubicBezTo>
                    <a:pt x="2245" y="1728"/>
                    <a:pt x="2242" y="1736"/>
                    <a:pt x="2238" y="1754"/>
                  </a:cubicBezTo>
                  <a:cubicBezTo>
                    <a:pt x="2233" y="1771"/>
                    <a:pt x="2228" y="1769"/>
                    <a:pt x="2209" y="1756"/>
                  </a:cubicBezTo>
                  <a:cubicBezTo>
                    <a:pt x="2190" y="1744"/>
                    <a:pt x="2200" y="1765"/>
                    <a:pt x="2187" y="1759"/>
                  </a:cubicBezTo>
                  <a:cubicBezTo>
                    <a:pt x="2174" y="1754"/>
                    <a:pt x="2166" y="1771"/>
                    <a:pt x="2142" y="1768"/>
                  </a:cubicBezTo>
                  <a:cubicBezTo>
                    <a:pt x="2117" y="1765"/>
                    <a:pt x="2139" y="1751"/>
                    <a:pt x="2154" y="1749"/>
                  </a:cubicBezTo>
                  <a:cubicBezTo>
                    <a:pt x="2170" y="1748"/>
                    <a:pt x="2170" y="1733"/>
                    <a:pt x="2163" y="1725"/>
                  </a:cubicBezTo>
                  <a:cubicBezTo>
                    <a:pt x="2156" y="1716"/>
                    <a:pt x="2169" y="1705"/>
                    <a:pt x="2170" y="1696"/>
                  </a:cubicBezTo>
                  <a:cubicBezTo>
                    <a:pt x="2172" y="1688"/>
                    <a:pt x="2182" y="1673"/>
                    <a:pt x="2156" y="1678"/>
                  </a:cubicBezTo>
                  <a:cubicBezTo>
                    <a:pt x="2130" y="1682"/>
                    <a:pt x="2121" y="1692"/>
                    <a:pt x="2101" y="1699"/>
                  </a:cubicBezTo>
                  <a:cubicBezTo>
                    <a:pt x="2081" y="1706"/>
                    <a:pt x="2087" y="1715"/>
                    <a:pt x="2087" y="1729"/>
                  </a:cubicBezTo>
                  <a:cubicBezTo>
                    <a:pt x="2087" y="1744"/>
                    <a:pt x="2081" y="1744"/>
                    <a:pt x="2073" y="1744"/>
                  </a:cubicBezTo>
                  <a:cubicBezTo>
                    <a:pt x="2064" y="1744"/>
                    <a:pt x="2067" y="1741"/>
                    <a:pt x="2064" y="1726"/>
                  </a:cubicBezTo>
                  <a:cubicBezTo>
                    <a:pt x="2061" y="1712"/>
                    <a:pt x="2044" y="1733"/>
                    <a:pt x="2030" y="1729"/>
                  </a:cubicBezTo>
                  <a:cubicBezTo>
                    <a:pt x="2015" y="1725"/>
                    <a:pt x="1994" y="1736"/>
                    <a:pt x="1974" y="1745"/>
                  </a:cubicBezTo>
                  <a:cubicBezTo>
                    <a:pt x="1954" y="1754"/>
                    <a:pt x="1957" y="1768"/>
                    <a:pt x="1921" y="1776"/>
                  </a:cubicBezTo>
                  <a:cubicBezTo>
                    <a:pt x="1885" y="1785"/>
                    <a:pt x="1891" y="1795"/>
                    <a:pt x="1873" y="1801"/>
                  </a:cubicBezTo>
                  <a:cubicBezTo>
                    <a:pt x="1856" y="1807"/>
                    <a:pt x="1851" y="1802"/>
                    <a:pt x="1849" y="1812"/>
                  </a:cubicBezTo>
                  <a:cubicBezTo>
                    <a:pt x="1848" y="1822"/>
                    <a:pt x="1836" y="1818"/>
                    <a:pt x="1815" y="1817"/>
                  </a:cubicBezTo>
                  <a:cubicBezTo>
                    <a:pt x="1793" y="1815"/>
                    <a:pt x="1787" y="1832"/>
                    <a:pt x="1790" y="1844"/>
                  </a:cubicBezTo>
                  <a:cubicBezTo>
                    <a:pt x="1793" y="1855"/>
                    <a:pt x="1779" y="1870"/>
                    <a:pt x="1775" y="1888"/>
                  </a:cubicBezTo>
                  <a:cubicBezTo>
                    <a:pt x="1770" y="1907"/>
                    <a:pt x="1747" y="1898"/>
                    <a:pt x="1737" y="1908"/>
                  </a:cubicBezTo>
                  <a:cubicBezTo>
                    <a:pt x="1727" y="1918"/>
                    <a:pt x="1704" y="1914"/>
                    <a:pt x="1687" y="1914"/>
                  </a:cubicBezTo>
                  <a:cubicBezTo>
                    <a:pt x="1670" y="1914"/>
                    <a:pt x="1658" y="1900"/>
                    <a:pt x="1650" y="1884"/>
                  </a:cubicBezTo>
                  <a:cubicBezTo>
                    <a:pt x="1641" y="1868"/>
                    <a:pt x="1628" y="1865"/>
                    <a:pt x="1617" y="1861"/>
                  </a:cubicBezTo>
                  <a:cubicBezTo>
                    <a:pt x="1605" y="1857"/>
                    <a:pt x="1605" y="1848"/>
                    <a:pt x="1607" y="1837"/>
                  </a:cubicBezTo>
                  <a:cubicBezTo>
                    <a:pt x="1608" y="1825"/>
                    <a:pt x="1624" y="1832"/>
                    <a:pt x="1624" y="1821"/>
                  </a:cubicBezTo>
                  <a:cubicBezTo>
                    <a:pt x="1624" y="1809"/>
                    <a:pt x="1636" y="1817"/>
                    <a:pt x="1651" y="1809"/>
                  </a:cubicBezTo>
                  <a:cubicBezTo>
                    <a:pt x="1667" y="1802"/>
                    <a:pt x="1686" y="1802"/>
                    <a:pt x="1704" y="1802"/>
                  </a:cubicBezTo>
                  <a:cubicBezTo>
                    <a:pt x="1723" y="1802"/>
                    <a:pt x="1706" y="1778"/>
                    <a:pt x="1697" y="1765"/>
                  </a:cubicBezTo>
                  <a:cubicBezTo>
                    <a:pt x="1689" y="1752"/>
                    <a:pt x="1677" y="1758"/>
                    <a:pt x="1674" y="1746"/>
                  </a:cubicBezTo>
                  <a:cubicBezTo>
                    <a:pt x="1671" y="1735"/>
                    <a:pt x="1658" y="1729"/>
                    <a:pt x="1653" y="1729"/>
                  </a:cubicBezTo>
                  <a:cubicBezTo>
                    <a:pt x="1647" y="1729"/>
                    <a:pt x="1636" y="1723"/>
                    <a:pt x="1630" y="1716"/>
                  </a:cubicBezTo>
                  <a:cubicBezTo>
                    <a:pt x="1624" y="1709"/>
                    <a:pt x="1594" y="1722"/>
                    <a:pt x="1574" y="1723"/>
                  </a:cubicBezTo>
                  <a:cubicBezTo>
                    <a:pt x="1554" y="1725"/>
                    <a:pt x="1541" y="1722"/>
                    <a:pt x="1525" y="1711"/>
                  </a:cubicBezTo>
                  <a:cubicBezTo>
                    <a:pt x="1509" y="1699"/>
                    <a:pt x="1501" y="1718"/>
                    <a:pt x="1504" y="1722"/>
                  </a:cubicBezTo>
                  <a:cubicBezTo>
                    <a:pt x="1507" y="1726"/>
                    <a:pt x="1512" y="1729"/>
                    <a:pt x="1535" y="1738"/>
                  </a:cubicBezTo>
                  <a:cubicBezTo>
                    <a:pt x="1558" y="1746"/>
                    <a:pt x="1555" y="1761"/>
                    <a:pt x="1557" y="1781"/>
                  </a:cubicBezTo>
                  <a:cubicBezTo>
                    <a:pt x="1558" y="1801"/>
                    <a:pt x="1551" y="1807"/>
                    <a:pt x="1542" y="1827"/>
                  </a:cubicBezTo>
                  <a:cubicBezTo>
                    <a:pt x="1534" y="1847"/>
                    <a:pt x="1527" y="1848"/>
                    <a:pt x="1527" y="1862"/>
                  </a:cubicBezTo>
                  <a:cubicBezTo>
                    <a:pt x="1527" y="1877"/>
                    <a:pt x="1551" y="1880"/>
                    <a:pt x="1565" y="1883"/>
                  </a:cubicBezTo>
                  <a:cubicBezTo>
                    <a:pt x="1580" y="1885"/>
                    <a:pt x="1570" y="1897"/>
                    <a:pt x="1571" y="1924"/>
                  </a:cubicBezTo>
                  <a:cubicBezTo>
                    <a:pt x="1572" y="1951"/>
                    <a:pt x="1570" y="1944"/>
                    <a:pt x="1557" y="1953"/>
                  </a:cubicBezTo>
                  <a:cubicBezTo>
                    <a:pt x="1544" y="1961"/>
                    <a:pt x="1552" y="1974"/>
                    <a:pt x="1554" y="1984"/>
                  </a:cubicBezTo>
                  <a:cubicBezTo>
                    <a:pt x="1555" y="1994"/>
                    <a:pt x="1554" y="2009"/>
                    <a:pt x="1545" y="2007"/>
                  </a:cubicBezTo>
                  <a:cubicBezTo>
                    <a:pt x="1537" y="2006"/>
                    <a:pt x="1538" y="1993"/>
                    <a:pt x="1535" y="1983"/>
                  </a:cubicBezTo>
                  <a:cubicBezTo>
                    <a:pt x="1532" y="1973"/>
                    <a:pt x="1514" y="1984"/>
                    <a:pt x="1507" y="1994"/>
                  </a:cubicBezTo>
                  <a:cubicBezTo>
                    <a:pt x="1499" y="2004"/>
                    <a:pt x="1489" y="1990"/>
                    <a:pt x="1505" y="1980"/>
                  </a:cubicBezTo>
                  <a:cubicBezTo>
                    <a:pt x="1521" y="1970"/>
                    <a:pt x="1518" y="1961"/>
                    <a:pt x="1508" y="1959"/>
                  </a:cubicBezTo>
                  <a:cubicBezTo>
                    <a:pt x="1498" y="1956"/>
                    <a:pt x="1488" y="1950"/>
                    <a:pt x="1472" y="1950"/>
                  </a:cubicBezTo>
                  <a:cubicBezTo>
                    <a:pt x="1456" y="1950"/>
                    <a:pt x="1452" y="1953"/>
                    <a:pt x="1442" y="1943"/>
                  </a:cubicBezTo>
                  <a:cubicBezTo>
                    <a:pt x="1432" y="1933"/>
                    <a:pt x="1416" y="1948"/>
                    <a:pt x="1403" y="1966"/>
                  </a:cubicBezTo>
                  <a:cubicBezTo>
                    <a:pt x="1390" y="1983"/>
                    <a:pt x="1372" y="1991"/>
                    <a:pt x="1345" y="1994"/>
                  </a:cubicBezTo>
                  <a:cubicBezTo>
                    <a:pt x="1317" y="1997"/>
                    <a:pt x="1317" y="2029"/>
                    <a:pt x="1290" y="2034"/>
                  </a:cubicBezTo>
                  <a:cubicBezTo>
                    <a:pt x="1263" y="2040"/>
                    <a:pt x="1270" y="2052"/>
                    <a:pt x="1267" y="2062"/>
                  </a:cubicBezTo>
                  <a:cubicBezTo>
                    <a:pt x="1264" y="2072"/>
                    <a:pt x="1286" y="2089"/>
                    <a:pt x="1302" y="2096"/>
                  </a:cubicBezTo>
                  <a:cubicBezTo>
                    <a:pt x="1317" y="2103"/>
                    <a:pt x="1316" y="2122"/>
                    <a:pt x="1316" y="2141"/>
                  </a:cubicBezTo>
                  <a:cubicBezTo>
                    <a:pt x="1316" y="2159"/>
                    <a:pt x="1297" y="2149"/>
                    <a:pt x="1287" y="2141"/>
                  </a:cubicBezTo>
                  <a:cubicBezTo>
                    <a:pt x="1277" y="2132"/>
                    <a:pt x="1267" y="2139"/>
                    <a:pt x="1257" y="2145"/>
                  </a:cubicBezTo>
                  <a:cubicBezTo>
                    <a:pt x="1247" y="2151"/>
                    <a:pt x="1237" y="2141"/>
                    <a:pt x="1228" y="2129"/>
                  </a:cubicBezTo>
                  <a:cubicBezTo>
                    <a:pt x="1220" y="2118"/>
                    <a:pt x="1194" y="2120"/>
                    <a:pt x="1187" y="2125"/>
                  </a:cubicBezTo>
                  <a:cubicBezTo>
                    <a:pt x="1180" y="2129"/>
                    <a:pt x="1171" y="2128"/>
                    <a:pt x="1168" y="2118"/>
                  </a:cubicBezTo>
                  <a:cubicBezTo>
                    <a:pt x="1165" y="2108"/>
                    <a:pt x="1145" y="2109"/>
                    <a:pt x="1135" y="2090"/>
                  </a:cubicBezTo>
                  <a:cubicBezTo>
                    <a:pt x="1125" y="2072"/>
                    <a:pt x="1121" y="2080"/>
                    <a:pt x="1101" y="2080"/>
                  </a:cubicBezTo>
                  <a:cubicBezTo>
                    <a:pt x="1081" y="2080"/>
                    <a:pt x="1089" y="2098"/>
                    <a:pt x="1071" y="2108"/>
                  </a:cubicBezTo>
                  <a:cubicBezTo>
                    <a:pt x="1052" y="2118"/>
                    <a:pt x="1064" y="2132"/>
                    <a:pt x="1074" y="2135"/>
                  </a:cubicBezTo>
                  <a:cubicBezTo>
                    <a:pt x="1084" y="2138"/>
                    <a:pt x="1092" y="2149"/>
                    <a:pt x="1107" y="2163"/>
                  </a:cubicBezTo>
                  <a:cubicBezTo>
                    <a:pt x="1121" y="2178"/>
                    <a:pt x="1121" y="2171"/>
                    <a:pt x="1140" y="2166"/>
                  </a:cubicBezTo>
                  <a:cubicBezTo>
                    <a:pt x="1158" y="2162"/>
                    <a:pt x="1161" y="2178"/>
                    <a:pt x="1163" y="2195"/>
                  </a:cubicBezTo>
                  <a:cubicBezTo>
                    <a:pt x="1164" y="2212"/>
                    <a:pt x="1145" y="2214"/>
                    <a:pt x="1138" y="2221"/>
                  </a:cubicBezTo>
                  <a:cubicBezTo>
                    <a:pt x="1131" y="2228"/>
                    <a:pt x="1117" y="2227"/>
                    <a:pt x="1111" y="2218"/>
                  </a:cubicBezTo>
                  <a:cubicBezTo>
                    <a:pt x="1105" y="2209"/>
                    <a:pt x="1097" y="2212"/>
                    <a:pt x="1082" y="2212"/>
                  </a:cubicBezTo>
                  <a:cubicBezTo>
                    <a:pt x="1068" y="2212"/>
                    <a:pt x="1054" y="2208"/>
                    <a:pt x="1052" y="2198"/>
                  </a:cubicBezTo>
                  <a:cubicBezTo>
                    <a:pt x="1051" y="2188"/>
                    <a:pt x="1041" y="2186"/>
                    <a:pt x="1031" y="2178"/>
                  </a:cubicBezTo>
                  <a:cubicBezTo>
                    <a:pt x="1021" y="2169"/>
                    <a:pt x="1001" y="2172"/>
                    <a:pt x="983" y="2172"/>
                  </a:cubicBezTo>
                  <a:cubicBezTo>
                    <a:pt x="966" y="2172"/>
                    <a:pt x="962" y="2159"/>
                    <a:pt x="963" y="2151"/>
                  </a:cubicBezTo>
                  <a:cubicBezTo>
                    <a:pt x="965" y="2142"/>
                    <a:pt x="965" y="2126"/>
                    <a:pt x="958" y="2109"/>
                  </a:cubicBezTo>
                  <a:cubicBezTo>
                    <a:pt x="950" y="2092"/>
                    <a:pt x="955" y="2086"/>
                    <a:pt x="942" y="2077"/>
                  </a:cubicBezTo>
                  <a:cubicBezTo>
                    <a:pt x="929" y="2069"/>
                    <a:pt x="945" y="2060"/>
                    <a:pt x="958" y="2040"/>
                  </a:cubicBezTo>
                  <a:cubicBezTo>
                    <a:pt x="970" y="2020"/>
                    <a:pt x="952" y="2017"/>
                    <a:pt x="950" y="2003"/>
                  </a:cubicBezTo>
                  <a:cubicBezTo>
                    <a:pt x="949" y="1989"/>
                    <a:pt x="925" y="1977"/>
                    <a:pt x="915" y="1973"/>
                  </a:cubicBezTo>
                  <a:cubicBezTo>
                    <a:pt x="905" y="1969"/>
                    <a:pt x="892" y="1964"/>
                    <a:pt x="877" y="1964"/>
                  </a:cubicBezTo>
                  <a:cubicBezTo>
                    <a:pt x="863" y="1964"/>
                    <a:pt x="874" y="1957"/>
                    <a:pt x="873" y="1947"/>
                  </a:cubicBezTo>
                  <a:cubicBezTo>
                    <a:pt x="872" y="1937"/>
                    <a:pt x="860" y="1938"/>
                    <a:pt x="854" y="1946"/>
                  </a:cubicBezTo>
                  <a:cubicBezTo>
                    <a:pt x="849" y="1953"/>
                    <a:pt x="836" y="1941"/>
                    <a:pt x="840" y="1934"/>
                  </a:cubicBezTo>
                  <a:cubicBezTo>
                    <a:pt x="844" y="1927"/>
                    <a:pt x="844" y="1923"/>
                    <a:pt x="830" y="1920"/>
                  </a:cubicBezTo>
                  <a:cubicBezTo>
                    <a:pt x="816" y="1917"/>
                    <a:pt x="821" y="1911"/>
                    <a:pt x="804" y="1894"/>
                  </a:cubicBezTo>
                  <a:cubicBezTo>
                    <a:pt x="787" y="1877"/>
                    <a:pt x="800" y="1874"/>
                    <a:pt x="817" y="1875"/>
                  </a:cubicBezTo>
                  <a:cubicBezTo>
                    <a:pt x="834" y="1877"/>
                    <a:pt x="846" y="1891"/>
                    <a:pt x="856" y="1907"/>
                  </a:cubicBezTo>
                  <a:cubicBezTo>
                    <a:pt x="866" y="1923"/>
                    <a:pt x="883" y="1918"/>
                    <a:pt x="896" y="1924"/>
                  </a:cubicBezTo>
                  <a:cubicBezTo>
                    <a:pt x="909" y="1930"/>
                    <a:pt x="935" y="1934"/>
                    <a:pt x="950" y="1937"/>
                  </a:cubicBezTo>
                  <a:cubicBezTo>
                    <a:pt x="966" y="1940"/>
                    <a:pt x="989" y="1948"/>
                    <a:pt x="1009" y="1957"/>
                  </a:cubicBezTo>
                  <a:cubicBezTo>
                    <a:pt x="1029" y="1966"/>
                    <a:pt x="1068" y="1971"/>
                    <a:pt x="1094" y="1971"/>
                  </a:cubicBezTo>
                  <a:cubicBezTo>
                    <a:pt x="1120" y="1971"/>
                    <a:pt x="1132" y="1989"/>
                    <a:pt x="1173" y="1996"/>
                  </a:cubicBezTo>
                  <a:cubicBezTo>
                    <a:pt x="1213" y="2003"/>
                    <a:pt x="1269" y="1980"/>
                    <a:pt x="1290" y="1966"/>
                  </a:cubicBezTo>
                  <a:cubicBezTo>
                    <a:pt x="1312" y="1951"/>
                    <a:pt x="1339" y="1933"/>
                    <a:pt x="1360" y="1917"/>
                  </a:cubicBezTo>
                  <a:cubicBezTo>
                    <a:pt x="1382" y="1901"/>
                    <a:pt x="1379" y="1860"/>
                    <a:pt x="1369" y="1854"/>
                  </a:cubicBezTo>
                  <a:cubicBezTo>
                    <a:pt x="1359" y="1848"/>
                    <a:pt x="1353" y="1838"/>
                    <a:pt x="1352" y="1821"/>
                  </a:cubicBezTo>
                  <a:cubicBezTo>
                    <a:pt x="1350" y="1804"/>
                    <a:pt x="1342" y="1808"/>
                    <a:pt x="1326" y="1808"/>
                  </a:cubicBezTo>
                  <a:cubicBezTo>
                    <a:pt x="1310" y="1808"/>
                    <a:pt x="1309" y="1802"/>
                    <a:pt x="1303" y="1791"/>
                  </a:cubicBezTo>
                  <a:cubicBezTo>
                    <a:pt x="1297" y="1779"/>
                    <a:pt x="1289" y="1769"/>
                    <a:pt x="1274" y="1769"/>
                  </a:cubicBezTo>
                  <a:cubicBezTo>
                    <a:pt x="1260" y="1769"/>
                    <a:pt x="1253" y="1759"/>
                    <a:pt x="1233" y="1754"/>
                  </a:cubicBezTo>
                  <a:cubicBezTo>
                    <a:pt x="1213" y="1748"/>
                    <a:pt x="1223" y="1744"/>
                    <a:pt x="1204" y="1744"/>
                  </a:cubicBezTo>
                  <a:cubicBezTo>
                    <a:pt x="1185" y="1744"/>
                    <a:pt x="1175" y="1739"/>
                    <a:pt x="1151" y="1718"/>
                  </a:cubicBezTo>
                  <a:cubicBezTo>
                    <a:pt x="1127" y="1696"/>
                    <a:pt x="1105" y="1692"/>
                    <a:pt x="1074" y="1673"/>
                  </a:cubicBezTo>
                  <a:cubicBezTo>
                    <a:pt x="1042" y="1655"/>
                    <a:pt x="1038" y="1666"/>
                    <a:pt x="1019" y="1652"/>
                  </a:cubicBezTo>
                  <a:cubicBezTo>
                    <a:pt x="1001" y="1637"/>
                    <a:pt x="988" y="1639"/>
                    <a:pt x="975" y="1647"/>
                  </a:cubicBezTo>
                  <a:cubicBezTo>
                    <a:pt x="962" y="1656"/>
                    <a:pt x="946" y="1645"/>
                    <a:pt x="940" y="1636"/>
                  </a:cubicBezTo>
                  <a:cubicBezTo>
                    <a:pt x="935" y="1627"/>
                    <a:pt x="905" y="1632"/>
                    <a:pt x="895" y="1632"/>
                  </a:cubicBezTo>
                  <a:cubicBezTo>
                    <a:pt x="884" y="1632"/>
                    <a:pt x="880" y="1632"/>
                    <a:pt x="879" y="1656"/>
                  </a:cubicBezTo>
                  <a:cubicBezTo>
                    <a:pt x="877" y="1680"/>
                    <a:pt x="857" y="1679"/>
                    <a:pt x="846" y="1673"/>
                  </a:cubicBezTo>
                  <a:cubicBezTo>
                    <a:pt x="834" y="1668"/>
                    <a:pt x="864" y="1655"/>
                    <a:pt x="869" y="1637"/>
                  </a:cubicBezTo>
                  <a:cubicBezTo>
                    <a:pt x="873" y="1620"/>
                    <a:pt x="857" y="1617"/>
                    <a:pt x="852" y="1626"/>
                  </a:cubicBezTo>
                  <a:cubicBezTo>
                    <a:pt x="846" y="1635"/>
                    <a:pt x="829" y="1636"/>
                    <a:pt x="829" y="1632"/>
                  </a:cubicBezTo>
                  <a:cubicBezTo>
                    <a:pt x="829" y="1627"/>
                    <a:pt x="821" y="1617"/>
                    <a:pt x="803" y="1612"/>
                  </a:cubicBezTo>
                  <a:cubicBezTo>
                    <a:pt x="784" y="1606"/>
                    <a:pt x="791" y="1593"/>
                    <a:pt x="804" y="1597"/>
                  </a:cubicBezTo>
                  <a:cubicBezTo>
                    <a:pt x="817" y="1602"/>
                    <a:pt x="837" y="1602"/>
                    <a:pt x="839" y="1594"/>
                  </a:cubicBezTo>
                  <a:cubicBezTo>
                    <a:pt x="840" y="1587"/>
                    <a:pt x="834" y="1579"/>
                    <a:pt x="817" y="1579"/>
                  </a:cubicBezTo>
                  <a:cubicBezTo>
                    <a:pt x="800" y="1579"/>
                    <a:pt x="804" y="1570"/>
                    <a:pt x="790" y="1563"/>
                  </a:cubicBezTo>
                  <a:cubicBezTo>
                    <a:pt x="776" y="1556"/>
                    <a:pt x="761" y="1561"/>
                    <a:pt x="773" y="1573"/>
                  </a:cubicBezTo>
                  <a:cubicBezTo>
                    <a:pt x="784" y="1584"/>
                    <a:pt x="757" y="1576"/>
                    <a:pt x="747" y="1593"/>
                  </a:cubicBezTo>
                  <a:cubicBezTo>
                    <a:pt x="737" y="1610"/>
                    <a:pt x="717" y="1603"/>
                    <a:pt x="717" y="1593"/>
                  </a:cubicBezTo>
                  <a:cubicBezTo>
                    <a:pt x="717" y="1586"/>
                    <a:pt x="714" y="1583"/>
                    <a:pt x="707" y="1581"/>
                  </a:cubicBezTo>
                  <a:cubicBezTo>
                    <a:pt x="704" y="1589"/>
                    <a:pt x="706" y="1598"/>
                    <a:pt x="707" y="1604"/>
                  </a:cubicBezTo>
                  <a:cubicBezTo>
                    <a:pt x="709" y="1613"/>
                    <a:pt x="701" y="1614"/>
                    <a:pt x="691" y="1613"/>
                  </a:cubicBezTo>
                  <a:cubicBezTo>
                    <a:pt x="682" y="1613"/>
                    <a:pt x="682" y="1608"/>
                    <a:pt x="672" y="1604"/>
                  </a:cubicBezTo>
                  <a:cubicBezTo>
                    <a:pt x="661" y="1600"/>
                    <a:pt x="654" y="1613"/>
                    <a:pt x="650" y="1624"/>
                  </a:cubicBezTo>
                  <a:cubicBezTo>
                    <a:pt x="646" y="1635"/>
                    <a:pt x="636" y="1634"/>
                    <a:pt x="626" y="1634"/>
                  </a:cubicBezTo>
                  <a:cubicBezTo>
                    <a:pt x="616" y="1635"/>
                    <a:pt x="612" y="1647"/>
                    <a:pt x="605" y="1660"/>
                  </a:cubicBezTo>
                  <a:cubicBezTo>
                    <a:pt x="599" y="1669"/>
                    <a:pt x="589" y="1672"/>
                    <a:pt x="582" y="1669"/>
                  </a:cubicBezTo>
                  <a:cubicBezTo>
                    <a:pt x="579" y="1672"/>
                    <a:pt x="575" y="1676"/>
                    <a:pt x="571" y="1677"/>
                  </a:cubicBezTo>
                  <a:cubicBezTo>
                    <a:pt x="562" y="1678"/>
                    <a:pt x="552" y="1677"/>
                    <a:pt x="551" y="1681"/>
                  </a:cubicBezTo>
                  <a:cubicBezTo>
                    <a:pt x="550" y="1685"/>
                    <a:pt x="549" y="1689"/>
                    <a:pt x="556" y="1689"/>
                  </a:cubicBezTo>
                  <a:cubicBezTo>
                    <a:pt x="563" y="1689"/>
                    <a:pt x="569" y="1693"/>
                    <a:pt x="568" y="1698"/>
                  </a:cubicBezTo>
                  <a:cubicBezTo>
                    <a:pt x="567" y="1704"/>
                    <a:pt x="563" y="1709"/>
                    <a:pt x="558" y="1712"/>
                  </a:cubicBezTo>
                  <a:cubicBezTo>
                    <a:pt x="552" y="1716"/>
                    <a:pt x="553" y="1722"/>
                    <a:pt x="553" y="1730"/>
                  </a:cubicBezTo>
                  <a:cubicBezTo>
                    <a:pt x="553" y="1738"/>
                    <a:pt x="550" y="1744"/>
                    <a:pt x="560" y="1750"/>
                  </a:cubicBezTo>
                  <a:cubicBezTo>
                    <a:pt x="570" y="1756"/>
                    <a:pt x="573" y="1769"/>
                    <a:pt x="585" y="1769"/>
                  </a:cubicBezTo>
                  <a:cubicBezTo>
                    <a:pt x="598" y="1770"/>
                    <a:pt x="601" y="1770"/>
                    <a:pt x="614" y="1786"/>
                  </a:cubicBezTo>
                  <a:cubicBezTo>
                    <a:pt x="626" y="1803"/>
                    <a:pt x="636" y="1807"/>
                    <a:pt x="642" y="1811"/>
                  </a:cubicBezTo>
                  <a:cubicBezTo>
                    <a:pt x="648" y="1815"/>
                    <a:pt x="650" y="1826"/>
                    <a:pt x="640" y="1836"/>
                  </a:cubicBezTo>
                  <a:cubicBezTo>
                    <a:pt x="630" y="1846"/>
                    <a:pt x="615" y="1864"/>
                    <a:pt x="609" y="1872"/>
                  </a:cubicBezTo>
                  <a:cubicBezTo>
                    <a:pt x="602" y="1880"/>
                    <a:pt x="587" y="1891"/>
                    <a:pt x="589" y="1898"/>
                  </a:cubicBezTo>
                  <a:cubicBezTo>
                    <a:pt x="591" y="1906"/>
                    <a:pt x="583" y="1917"/>
                    <a:pt x="596" y="1922"/>
                  </a:cubicBezTo>
                  <a:cubicBezTo>
                    <a:pt x="608" y="1928"/>
                    <a:pt x="608" y="1932"/>
                    <a:pt x="614" y="1939"/>
                  </a:cubicBezTo>
                  <a:cubicBezTo>
                    <a:pt x="620" y="1946"/>
                    <a:pt x="627" y="1973"/>
                    <a:pt x="633" y="1980"/>
                  </a:cubicBezTo>
                  <a:cubicBezTo>
                    <a:pt x="639" y="1987"/>
                    <a:pt x="645" y="1996"/>
                    <a:pt x="647" y="2001"/>
                  </a:cubicBezTo>
                  <a:cubicBezTo>
                    <a:pt x="649" y="2006"/>
                    <a:pt x="661" y="2031"/>
                    <a:pt x="650" y="2033"/>
                  </a:cubicBezTo>
                  <a:cubicBezTo>
                    <a:pt x="639" y="2036"/>
                    <a:pt x="632" y="2041"/>
                    <a:pt x="632" y="2047"/>
                  </a:cubicBezTo>
                  <a:cubicBezTo>
                    <a:pt x="632" y="2054"/>
                    <a:pt x="624" y="2061"/>
                    <a:pt x="626" y="2067"/>
                  </a:cubicBezTo>
                  <a:cubicBezTo>
                    <a:pt x="628" y="2073"/>
                    <a:pt x="639" y="2083"/>
                    <a:pt x="634" y="2088"/>
                  </a:cubicBezTo>
                  <a:cubicBezTo>
                    <a:pt x="629" y="2093"/>
                    <a:pt x="625" y="2098"/>
                    <a:pt x="625" y="2106"/>
                  </a:cubicBezTo>
                  <a:cubicBezTo>
                    <a:pt x="625" y="2115"/>
                    <a:pt x="628" y="2126"/>
                    <a:pt x="634" y="2126"/>
                  </a:cubicBezTo>
                  <a:cubicBezTo>
                    <a:pt x="641" y="2127"/>
                    <a:pt x="650" y="2126"/>
                    <a:pt x="657" y="2133"/>
                  </a:cubicBezTo>
                  <a:cubicBezTo>
                    <a:pt x="664" y="2140"/>
                    <a:pt x="660" y="2145"/>
                    <a:pt x="652" y="2147"/>
                  </a:cubicBezTo>
                  <a:cubicBezTo>
                    <a:pt x="645" y="2150"/>
                    <a:pt x="646" y="2161"/>
                    <a:pt x="653" y="2166"/>
                  </a:cubicBezTo>
                  <a:cubicBezTo>
                    <a:pt x="660" y="2171"/>
                    <a:pt x="660" y="2176"/>
                    <a:pt x="668" y="2178"/>
                  </a:cubicBezTo>
                  <a:cubicBezTo>
                    <a:pt x="677" y="2179"/>
                    <a:pt x="686" y="2184"/>
                    <a:pt x="686" y="2191"/>
                  </a:cubicBezTo>
                  <a:cubicBezTo>
                    <a:pt x="686" y="2197"/>
                    <a:pt x="686" y="2207"/>
                    <a:pt x="676" y="2210"/>
                  </a:cubicBezTo>
                  <a:cubicBezTo>
                    <a:pt x="666" y="2214"/>
                    <a:pt x="635" y="2232"/>
                    <a:pt x="660" y="2244"/>
                  </a:cubicBezTo>
                  <a:cubicBezTo>
                    <a:pt x="684" y="2256"/>
                    <a:pt x="709" y="2277"/>
                    <a:pt x="719" y="2284"/>
                  </a:cubicBezTo>
                  <a:cubicBezTo>
                    <a:pt x="729" y="2290"/>
                    <a:pt x="730" y="2294"/>
                    <a:pt x="735" y="2300"/>
                  </a:cubicBezTo>
                  <a:cubicBezTo>
                    <a:pt x="740" y="2305"/>
                    <a:pt x="756" y="2317"/>
                    <a:pt x="737" y="2338"/>
                  </a:cubicBezTo>
                  <a:cubicBezTo>
                    <a:pt x="718" y="2358"/>
                    <a:pt x="651" y="2431"/>
                    <a:pt x="636" y="2445"/>
                  </a:cubicBezTo>
                  <a:cubicBezTo>
                    <a:pt x="620" y="2460"/>
                    <a:pt x="574" y="2499"/>
                    <a:pt x="561" y="2504"/>
                  </a:cubicBezTo>
                  <a:cubicBezTo>
                    <a:pt x="549" y="2510"/>
                    <a:pt x="536" y="2523"/>
                    <a:pt x="531" y="2527"/>
                  </a:cubicBezTo>
                  <a:cubicBezTo>
                    <a:pt x="527" y="2529"/>
                    <a:pt x="519" y="2537"/>
                    <a:pt x="512" y="2546"/>
                  </a:cubicBezTo>
                  <a:cubicBezTo>
                    <a:pt x="533" y="2547"/>
                    <a:pt x="555" y="2549"/>
                    <a:pt x="568" y="2563"/>
                  </a:cubicBezTo>
                  <a:cubicBezTo>
                    <a:pt x="584" y="2581"/>
                    <a:pt x="576" y="2572"/>
                    <a:pt x="615" y="2576"/>
                  </a:cubicBezTo>
                  <a:cubicBezTo>
                    <a:pt x="654" y="2581"/>
                    <a:pt x="654" y="2593"/>
                    <a:pt x="652" y="2602"/>
                  </a:cubicBezTo>
                  <a:cubicBezTo>
                    <a:pt x="651" y="2611"/>
                    <a:pt x="629" y="2601"/>
                    <a:pt x="609" y="2596"/>
                  </a:cubicBezTo>
                  <a:cubicBezTo>
                    <a:pt x="589" y="2592"/>
                    <a:pt x="591" y="2598"/>
                    <a:pt x="585" y="2609"/>
                  </a:cubicBezTo>
                  <a:cubicBezTo>
                    <a:pt x="579" y="2621"/>
                    <a:pt x="568" y="2621"/>
                    <a:pt x="548" y="2618"/>
                  </a:cubicBezTo>
                  <a:cubicBezTo>
                    <a:pt x="532" y="2616"/>
                    <a:pt x="528" y="2625"/>
                    <a:pt x="524" y="2636"/>
                  </a:cubicBezTo>
                  <a:cubicBezTo>
                    <a:pt x="533" y="2641"/>
                    <a:pt x="528" y="2650"/>
                    <a:pt x="532" y="2655"/>
                  </a:cubicBezTo>
                  <a:cubicBezTo>
                    <a:pt x="536" y="2660"/>
                    <a:pt x="536" y="2666"/>
                    <a:pt x="526" y="2669"/>
                  </a:cubicBezTo>
                  <a:cubicBezTo>
                    <a:pt x="517" y="2671"/>
                    <a:pt x="518" y="2685"/>
                    <a:pt x="505" y="2693"/>
                  </a:cubicBezTo>
                  <a:cubicBezTo>
                    <a:pt x="492" y="2701"/>
                    <a:pt x="486" y="2714"/>
                    <a:pt x="489" y="2727"/>
                  </a:cubicBezTo>
                  <a:cubicBezTo>
                    <a:pt x="492" y="2740"/>
                    <a:pt x="489" y="2746"/>
                    <a:pt x="487" y="2757"/>
                  </a:cubicBezTo>
                  <a:cubicBezTo>
                    <a:pt x="486" y="2768"/>
                    <a:pt x="504" y="2785"/>
                    <a:pt x="509" y="2797"/>
                  </a:cubicBezTo>
                  <a:cubicBezTo>
                    <a:pt x="515" y="2809"/>
                    <a:pt x="501" y="2803"/>
                    <a:pt x="491" y="2807"/>
                  </a:cubicBezTo>
                  <a:cubicBezTo>
                    <a:pt x="480" y="2812"/>
                    <a:pt x="485" y="2817"/>
                    <a:pt x="485" y="2827"/>
                  </a:cubicBezTo>
                  <a:cubicBezTo>
                    <a:pt x="485" y="2838"/>
                    <a:pt x="497" y="2841"/>
                    <a:pt x="507" y="2848"/>
                  </a:cubicBezTo>
                  <a:cubicBezTo>
                    <a:pt x="517" y="2856"/>
                    <a:pt x="509" y="2859"/>
                    <a:pt x="505" y="2867"/>
                  </a:cubicBezTo>
                  <a:cubicBezTo>
                    <a:pt x="500" y="2875"/>
                    <a:pt x="501" y="2885"/>
                    <a:pt x="506" y="2891"/>
                  </a:cubicBezTo>
                  <a:cubicBezTo>
                    <a:pt x="512" y="2896"/>
                    <a:pt x="509" y="2905"/>
                    <a:pt x="520" y="2917"/>
                  </a:cubicBezTo>
                  <a:cubicBezTo>
                    <a:pt x="531" y="2930"/>
                    <a:pt x="528" y="2940"/>
                    <a:pt x="530" y="2954"/>
                  </a:cubicBezTo>
                  <a:cubicBezTo>
                    <a:pt x="531" y="2967"/>
                    <a:pt x="553" y="2965"/>
                    <a:pt x="565" y="2967"/>
                  </a:cubicBezTo>
                  <a:cubicBezTo>
                    <a:pt x="577" y="2968"/>
                    <a:pt x="579" y="2970"/>
                    <a:pt x="593" y="2970"/>
                  </a:cubicBezTo>
                  <a:cubicBezTo>
                    <a:pt x="606" y="2970"/>
                    <a:pt x="604" y="2978"/>
                    <a:pt x="606" y="2989"/>
                  </a:cubicBezTo>
                  <a:cubicBezTo>
                    <a:pt x="609" y="3000"/>
                    <a:pt x="618" y="3001"/>
                    <a:pt x="629" y="2995"/>
                  </a:cubicBezTo>
                  <a:cubicBezTo>
                    <a:pt x="641" y="2989"/>
                    <a:pt x="639" y="2982"/>
                    <a:pt x="653" y="2983"/>
                  </a:cubicBezTo>
                  <a:cubicBezTo>
                    <a:pt x="666" y="2984"/>
                    <a:pt x="680" y="2995"/>
                    <a:pt x="698" y="3005"/>
                  </a:cubicBezTo>
                  <a:cubicBezTo>
                    <a:pt x="717" y="3015"/>
                    <a:pt x="697" y="3034"/>
                    <a:pt x="704" y="3041"/>
                  </a:cubicBezTo>
                  <a:cubicBezTo>
                    <a:pt x="711" y="3049"/>
                    <a:pt x="713" y="3056"/>
                    <a:pt x="706" y="3069"/>
                  </a:cubicBezTo>
                  <a:cubicBezTo>
                    <a:pt x="699" y="3082"/>
                    <a:pt x="709" y="3085"/>
                    <a:pt x="716" y="3097"/>
                  </a:cubicBezTo>
                  <a:cubicBezTo>
                    <a:pt x="723" y="3109"/>
                    <a:pt x="742" y="3140"/>
                    <a:pt x="753" y="3141"/>
                  </a:cubicBezTo>
                  <a:cubicBezTo>
                    <a:pt x="764" y="3143"/>
                    <a:pt x="765" y="3152"/>
                    <a:pt x="767" y="3163"/>
                  </a:cubicBezTo>
                  <a:cubicBezTo>
                    <a:pt x="768" y="3173"/>
                    <a:pt x="782" y="3168"/>
                    <a:pt x="791" y="3168"/>
                  </a:cubicBezTo>
                  <a:cubicBezTo>
                    <a:pt x="801" y="3168"/>
                    <a:pt x="803" y="3181"/>
                    <a:pt x="814" y="3191"/>
                  </a:cubicBezTo>
                  <a:cubicBezTo>
                    <a:pt x="825" y="3201"/>
                    <a:pt x="819" y="3202"/>
                    <a:pt x="817" y="3208"/>
                  </a:cubicBezTo>
                  <a:cubicBezTo>
                    <a:pt x="815" y="3213"/>
                    <a:pt x="807" y="3221"/>
                    <a:pt x="796" y="3222"/>
                  </a:cubicBezTo>
                  <a:cubicBezTo>
                    <a:pt x="785" y="3222"/>
                    <a:pt x="784" y="3233"/>
                    <a:pt x="776" y="3233"/>
                  </a:cubicBezTo>
                  <a:cubicBezTo>
                    <a:pt x="769" y="3234"/>
                    <a:pt x="765" y="3227"/>
                    <a:pt x="751" y="3221"/>
                  </a:cubicBezTo>
                  <a:cubicBezTo>
                    <a:pt x="737" y="3214"/>
                    <a:pt x="738" y="3225"/>
                    <a:pt x="733" y="3234"/>
                  </a:cubicBezTo>
                  <a:cubicBezTo>
                    <a:pt x="729" y="3243"/>
                    <a:pt x="732" y="3245"/>
                    <a:pt x="739" y="3248"/>
                  </a:cubicBezTo>
                  <a:cubicBezTo>
                    <a:pt x="746" y="3252"/>
                    <a:pt x="744" y="3261"/>
                    <a:pt x="749" y="3270"/>
                  </a:cubicBezTo>
                  <a:cubicBezTo>
                    <a:pt x="755" y="3280"/>
                    <a:pt x="743" y="3277"/>
                    <a:pt x="747" y="3288"/>
                  </a:cubicBezTo>
                  <a:cubicBezTo>
                    <a:pt x="751" y="3298"/>
                    <a:pt x="757" y="3306"/>
                    <a:pt x="765" y="3314"/>
                  </a:cubicBezTo>
                  <a:cubicBezTo>
                    <a:pt x="773" y="3323"/>
                    <a:pt x="788" y="3317"/>
                    <a:pt x="792" y="3308"/>
                  </a:cubicBezTo>
                  <a:cubicBezTo>
                    <a:pt x="796" y="3300"/>
                    <a:pt x="802" y="3299"/>
                    <a:pt x="808" y="3296"/>
                  </a:cubicBezTo>
                  <a:cubicBezTo>
                    <a:pt x="814" y="3292"/>
                    <a:pt x="818" y="3302"/>
                    <a:pt x="832" y="3304"/>
                  </a:cubicBezTo>
                  <a:cubicBezTo>
                    <a:pt x="845" y="3307"/>
                    <a:pt x="849" y="3294"/>
                    <a:pt x="856" y="3287"/>
                  </a:cubicBezTo>
                  <a:cubicBezTo>
                    <a:pt x="864" y="3280"/>
                    <a:pt x="875" y="3297"/>
                    <a:pt x="879" y="3291"/>
                  </a:cubicBezTo>
                  <a:cubicBezTo>
                    <a:pt x="884" y="3285"/>
                    <a:pt x="886" y="3294"/>
                    <a:pt x="896" y="3296"/>
                  </a:cubicBezTo>
                  <a:cubicBezTo>
                    <a:pt x="907" y="3299"/>
                    <a:pt x="909" y="3320"/>
                    <a:pt x="920" y="3330"/>
                  </a:cubicBezTo>
                  <a:cubicBezTo>
                    <a:pt x="930" y="3339"/>
                    <a:pt x="922" y="3341"/>
                    <a:pt x="916" y="3342"/>
                  </a:cubicBezTo>
                  <a:cubicBezTo>
                    <a:pt x="910" y="3343"/>
                    <a:pt x="908" y="3350"/>
                    <a:pt x="911" y="3354"/>
                  </a:cubicBezTo>
                  <a:cubicBezTo>
                    <a:pt x="914" y="3358"/>
                    <a:pt x="916" y="3367"/>
                    <a:pt x="917" y="3380"/>
                  </a:cubicBezTo>
                  <a:cubicBezTo>
                    <a:pt x="918" y="3392"/>
                    <a:pt x="930" y="3386"/>
                    <a:pt x="941" y="3393"/>
                  </a:cubicBezTo>
                  <a:cubicBezTo>
                    <a:pt x="953" y="3399"/>
                    <a:pt x="960" y="3388"/>
                    <a:pt x="969" y="3390"/>
                  </a:cubicBezTo>
                  <a:cubicBezTo>
                    <a:pt x="978" y="3391"/>
                    <a:pt x="984" y="3409"/>
                    <a:pt x="990" y="3421"/>
                  </a:cubicBezTo>
                  <a:cubicBezTo>
                    <a:pt x="996" y="3433"/>
                    <a:pt x="997" y="3455"/>
                    <a:pt x="1002" y="3460"/>
                  </a:cubicBezTo>
                  <a:cubicBezTo>
                    <a:pt x="1006" y="3464"/>
                    <a:pt x="1017" y="3465"/>
                    <a:pt x="1020" y="3460"/>
                  </a:cubicBezTo>
                  <a:cubicBezTo>
                    <a:pt x="1023" y="3455"/>
                    <a:pt x="1029" y="3458"/>
                    <a:pt x="1037" y="3459"/>
                  </a:cubicBezTo>
                  <a:cubicBezTo>
                    <a:pt x="1046" y="3460"/>
                    <a:pt x="1052" y="3472"/>
                    <a:pt x="1061" y="3474"/>
                  </a:cubicBezTo>
                  <a:cubicBezTo>
                    <a:pt x="1070" y="3477"/>
                    <a:pt x="1079" y="3473"/>
                    <a:pt x="1082" y="3465"/>
                  </a:cubicBezTo>
                  <a:cubicBezTo>
                    <a:pt x="1085" y="3458"/>
                    <a:pt x="1102" y="3461"/>
                    <a:pt x="1108" y="3456"/>
                  </a:cubicBezTo>
                  <a:cubicBezTo>
                    <a:pt x="1114" y="3450"/>
                    <a:pt x="1131" y="3475"/>
                    <a:pt x="1145" y="3489"/>
                  </a:cubicBezTo>
                  <a:cubicBezTo>
                    <a:pt x="1159" y="3503"/>
                    <a:pt x="1164" y="3492"/>
                    <a:pt x="1173" y="3491"/>
                  </a:cubicBezTo>
                  <a:cubicBezTo>
                    <a:pt x="1183" y="3490"/>
                    <a:pt x="1196" y="3496"/>
                    <a:pt x="1204" y="3506"/>
                  </a:cubicBezTo>
                  <a:cubicBezTo>
                    <a:pt x="1212" y="3517"/>
                    <a:pt x="1223" y="3507"/>
                    <a:pt x="1231" y="3503"/>
                  </a:cubicBezTo>
                  <a:cubicBezTo>
                    <a:pt x="1238" y="3499"/>
                    <a:pt x="1249" y="3511"/>
                    <a:pt x="1260" y="3523"/>
                  </a:cubicBezTo>
                  <a:cubicBezTo>
                    <a:pt x="1272" y="3534"/>
                    <a:pt x="1276" y="3528"/>
                    <a:pt x="1285" y="3527"/>
                  </a:cubicBezTo>
                  <a:cubicBezTo>
                    <a:pt x="1293" y="3525"/>
                    <a:pt x="1297" y="3533"/>
                    <a:pt x="1296" y="3541"/>
                  </a:cubicBezTo>
                  <a:cubicBezTo>
                    <a:pt x="1296" y="3549"/>
                    <a:pt x="1296" y="3553"/>
                    <a:pt x="1285" y="3563"/>
                  </a:cubicBezTo>
                  <a:cubicBezTo>
                    <a:pt x="1274" y="3574"/>
                    <a:pt x="1283" y="3578"/>
                    <a:pt x="1287" y="3585"/>
                  </a:cubicBezTo>
                  <a:cubicBezTo>
                    <a:pt x="1291" y="3591"/>
                    <a:pt x="1282" y="3592"/>
                    <a:pt x="1273" y="3594"/>
                  </a:cubicBezTo>
                  <a:cubicBezTo>
                    <a:pt x="1263" y="3595"/>
                    <a:pt x="1267" y="3607"/>
                    <a:pt x="1271" y="3612"/>
                  </a:cubicBezTo>
                  <a:cubicBezTo>
                    <a:pt x="1276" y="3617"/>
                    <a:pt x="1276" y="3621"/>
                    <a:pt x="1281" y="3629"/>
                  </a:cubicBezTo>
                  <a:cubicBezTo>
                    <a:pt x="1286" y="3637"/>
                    <a:pt x="1289" y="3637"/>
                    <a:pt x="1287" y="3645"/>
                  </a:cubicBezTo>
                  <a:cubicBezTo>
                    <a:pt x="1284" y="3653"/>
                    <a:pt x="1279" y="3653"/>
                    <a:pt x="1276" y="3664"/>
                  </a:cubicBezTo>
                  <a:cubicBezTo>
                    <a:pt x="1274" y="3675"/>
                    <a:pt x="1243" y="3668"/>
                    <a:pt x="1225" y="3668"/>
                  </a:cubicBezTo>
                  <a:cubicBezTo>
                    <a:pt x="1206" y="3668"/>
                    <a:pt x="1205" y="3682"/>
                    <a:pt x="1194" y="3686"/>
                  </a:cubicBezTo>
                  <a:cubicBezTo>
                    <a:pt x="1183" y="3690"/>
                    <a:pt x="1182" y="3697"/>
                    <a:pt x="1173" y="3703"/>
                  </a:cubicBezTo>
                  <a:cubicBezTo>
                    <a:pt x="1167" y="3707"/>
                    <a:pt x="1168" y="3721"/>
                    <a:pt x="1168" y="3728"/>
                  </a:cubicBezTo>
                  <a:cubicBezTo>
                    <a:pt x="1175" y="3725"/>
                    <a:pt x="1181" y="3723"/>
                    <a:pt x="1190" y="3722"/>
                  </a:cubicBezTo>
                  <a:cubicBezTo>
                    <a:pt x="1207" y="3719"/>
                    <a:pt x="1214" y="3709"/>
                    <a:pt x="1233" y="3717"/>
                  </a:cubicBezTo>
                  <a:cubicBezTo>
                    <a:pt x="1251" y="3726"/>
                    <a:pt x="1230" y="3730"/>
                    <a:pt x="1224" y="3730"/>
                  </a:cubicBezTo>
                  <a:cubicBezTo>
                    <a:pt x="1218" y="3730"/>
                    <a:pt x="1218" y="3743"/>
                    <a:pt x="1210" y="3744"/>
                  </a:cubicBezTo>
                  <a:cubicBezTo>
                    <a:pt x="1201" y="3746"/>
                    <a:pt x="1185" y="3747"/>
                    <a:pt x="1183" y="3760"/>
                  </a:cubicBezTo>
                  <a:cubicBezTo>
                    <a:pt x="1180" y="3773"/>
                    <a:pt x="1157" y="3760"/>
                    <a:pt x="1150" y="3773"/>
                  </a:cubicBezTo>
                  <a:cubicBezTo>
                    <a:pt x="1142" y="3786"/>
                    <a:pt x="1158" y="3787"/>
                    <a:pt x="1180" y="3797"/>
                  </a:cubicBezTo>
                  <a:cubicBezTo>
                    <a:pt x="1201" y="3808"/>
                    <a:pt x="1180" y="3809"/>
                    <a:pt x="1164" y="3809"/>
                  </a:cubicBezTo>
                  <a:cubicBezTo>
                    <a:pt x="1148" y="3809"/>
                    <a:pt x="1157" y="3823"/>
                    <a:pt x="1142" y="3832"/>
                  </a:cubicBezTo>
                  <a:cubicBezTo>
                    <a:pt x="1128" y="3840"/>
                    <a:pt x="1132" y="3840"/>
                    <a:pt x="1132" y="3858"/>
                  </a:cubicBezTo>
                  <a:cubicBezTo>
                    <a:pt x="1132" y="3875"/>
                    <a:pt x="1105" y="3865"/>
                    <a:pt x="1091" y="3865"/>
                  </a:cubicBezTo>
                  <a:cubicBezTo>
                    <a:pt x="1077" y="3865"/>
                    <a:pt x="1072" y="3882"/>
                    <a:pt x="1072" y="3891"/>
                  </a:cubicBezTo>
                  <a:cubicBezTo>
                    <a:pt x="1072" y="3899"/>
                    <a:pt x="1094" y="3894"/>
                    <a:pt x="1107" y="3902"/>
                  </a:cubicBezTo>
                  <a:cubicBezTo>
                    <a:pt x="1120" y="3911"/>
                    <a:pt x="1130" y="3929"/>
                    <a:pt x="1147" y="3928"/>
                  </a:cubicBezTo>
                  <a:cubicBezTo>
                    <a:pt x="1164" y="3926"/>
                    <a:pt x="1167" y="3948"/>
                    <a:pt x="1204" y="3957"/>
                  </a:cubicBezTo>
                  <a:cubicBezTo>
                    <a:pt x="1237" y="3964"/>
                    <a:pt x="1252" y="3998"/>
                    <a:pt x="1277" y="4016"/>
                  </a:cubicBezTo>
                  <a:cubicBezTo>
                    <a:pt x="1282" y="4015"/>
                    <a:pt x="1287" y="4014"/>
                    <a:pt x="1290" y="4013"/>
                  </a:cubicBezTo>
                  <a:cubicBezTo>
                    <a:pt x="1296" y="4012"/>
                    <a:pt x="1308" y="4010"/>
                    <a:pt x="1314" y="4013"/>
                  </a:cubicBezTo>
                  <a:cubicBezTo>
                    <a:pt x="1320" y="4016"/>
                    <a:pt x="1331" y="4013"/>
                    <a:pt x="1340" y="4016"/>
                  </a:cubicBezTo>
                  <a:cubicBezTo>
                    <a:pt x="1350" y="4020"/>
                    <a:pt x="1365" y="4032"/>
                    <a:pt x="1379" y="4038"/>
                  </a:cubicBezTo>
                  <a:cubicBezTo>
                    <a:pt x="1392" y="4043"/>
                    <a:pt x="1399" y="4044"/>
                    <a:pt x="1416" y="4042"/>
                  </a:cubicBezTo>
                  <a:cubicBezTo>
                    <a:pt x="1432" y="4041"/>
                    <a:pt x="1468" y="4037"/>
                    <a:pt x="1475" y="4045"/>
                  </a:cubicBezTo>
                  <a:cubicBezTo>
                    <a:pt x="1481" y="4053"/>
                    <a:pt x="1488" y="4061"/>
                    <a:pt x="1500" y="4063"/>
                  </a:cubicBezTo>
                  <a:cubicBezTo>
                    <a:pt x="1511" y="4065"/>
                    <a:pt x="1518" y="4067"/>
                    <a:pt x="1520" y="4073"/>
                  </a:cubicBezTo>
                  <a:cubicBezTo>
                    <a:pt x="1521" y="4079"/>
                    <a:pt x="1530" y="4090"/>
                    <a:pt x="1537" y="4090"/>
                  </a:cubicBezTo>
                  <a:cubicBezTo>
                    <a:pt x="1544" y="4090"/>
                    <a:pt x="1553" y="4086"/>
                    <a:pt x="1557" y="4081"/>
                  </a:cubicBezTo>
                  <a:cubicBezTo>
                    <a:pt x="1561" y="4076"/>
                    <a:pt x="1567" y="4074"/>
                    <a:pt x="1581" y="4074"/>
                  </a:cubicBezTo>
                  <a:cubicBezTo>
                    <a:pt x="1594" y="4074"/>
                    <a:pt x="1611" y="4070"/>
                    <a:pt x="1614" y="4077"/>
                  </a:cubicBezTo>
                  <a:cubicBezTo>
                    <a:pt x="1617" y="4085"/>
                    <a:pt x="1618" y="4089"/>
                    <a:pt x="1628" y="4089"/>
                  </a:cubicBezTo>
                  <a:cubicBezTo>
                    <a:pt x="1639" y="4089"/>
                    <a:pt x="1653" y="4094"/>
                    <a:pt x="1653" y="4106"/>
                  </a:cubicBezTo>
                  <a:cubicBezTo>
                    <a:pt x="1653" y="4117"/>
                    <a:pt x="1637" y="4117"/>
                    <a:pt x="1655" y="4126"/>
                  </a:cubicBezTo>
                  <a:cubicBezTo>
                    <a:pt x="1656" y="4126"/>
                    <a:pt x="1657" y="4127"/>
                    <a:pt x="1658" y="4127"/>
                  </a:cubicBezTo>
                  <a:cubicBezTo>
                    <a:pt x="1658" y="4127"/>
                    <a:pt x="1658" y="4127"/>
                    <a:pt x="1658" y="4127"/>
                  </a:cubicBezTo>
                  <a:cubicBezTo>
                    <a:pt x="1659" y="4128"/>
                    <a:pt x="1660" y="4128"/>
                    <a:pt x="1661" y="4128"/>
                  </a:cubicBezTo>
                  <a:cubicBezTo>
                    <a:pt x="1661" y="4128"/>
                    <a:pt x="1661" y="4128"/>
                    <a:pt x="1661" y="4128"/>
                  </a:cubicBezTo>
                  <a:cubicBezTo>
                    <a:pt x="1662" y="4128"/>
                    <a:pt x="1663" y="4129"/>
                    <a:pt x="1664" y="4129"/>
                  </a:cubicBezTo>
                  <a:cubicBezTo>
                    <a:pt x="1664" y="4129"/>
                    <a:pt x="1664" y="4129"/>
                    <a:pt x="1664" y="4129"/>
                  </a:cubicBezTo>
                  <a:cubicBezTo>
                    <a:pt x="1677" y="4132"/>
                    <a:pt x="1687" y="4127"/>
                    <a:pt x="1695" y="4134"/>
                  </a:cubicBezTo>
                  <a:cubicBezTo>
                    <a:pt x="1695" y="4134"/>
                    <a:pt x="1695" y="4134"/>
                    <a:pt x="1695" y="4134"/>
                  </a:cubicBezTo>
                  <a:cubicBezTo>
                    <a:pt x="1695" y="4134"/>
                    <a:pt x="1695" y="4134"/>
                    <a:pt x="1695" y="4135"/>
                  </a:cubicBezTo>
                  <a:cubicBezTo>
                    <a:pt x="1705" y="4144"/>
                    <a:pt x="1716" y="4143"/>
                    <a:pt x="1726" y="4157"/>
                  </a:cubicBezTo>
                  <a:cubicBezTo>
                    <a:pt x="1736" y="4171"/>
                    <a:pt x="1752" y="4189"/>
                    <a:pt x="1761" y="4191"/>
                  </a:cubicBezTo>
                  <a:cubicBezTo>
                    <a:pt x="1770" y="4193"/>
                    <a:pt x="1783" y="4196"/>
                    <a:pt x="1788" y="4188"/>
                  </a:cubicBezTo>
                  <a:cubicBezTo>
                    <a:pt x="1793" y="4180"/>
                    <a:pt x="1796" y="4175"/>
                    <a:pt x="1808" y="4174"/>
                  </a:cubicBezTo>
                  <a:cubicBezTo>
                    <a:pt x="1819" y="4172"/>
                    <a:pt x="1819" y="4166"/>
                    <a:pt x="1825" y="4158"/>
                  </a:cubicBezTo>
                  <a:cubicBezTo>
                    <a:pt x="1828" y="4154"/>
                    <a:pt x="1832" y="4145"/>
                    <a:pt x="1834" y="4139"/>
                  </a:cubicBezTo>
                  <a:cubicBezTo>
                    <a:pt x="1834" y="4139"/>
                    <a:pt x="1834" y="4139"/>
                    <a:pt x="1834" y="4139"/>
                  </a:cubicBezTo>
                  <a:cubicBezTo>
                    <a:pt x="1834" y="4138"/>
                    <a:pt x="1833" y="4138"/>
                    <a:pt x="1832" y="4137"/>
                  </a:cubicBezTo>
                  <a:cubicBezTo>
                    <a:pt x="1825" y="4133"/>
                    <a:pt x="1818" y="4129"/>
                    <a:pt x="1813" y="4116"/>
                  </a:cubicBezTo>
                  <a:cubicBezTo>
                    <a:pt x="1808" y="4103"/>
                    <a:pt x="1789" y="4085"/>
                    <a:pt x="1776" y="4072"/>
                  </a:cubicBezTo>
                  <a:cubicBezTo>
                    <a:pt x="1763" y="4059"/>
                    <a:pt x="1768" y="4025"/>
                    <a:pt x="1768" y="4011"/>
                  </a:cubicBezTo>
                  <a:cubicBezTo>
                    <a:pt x="1768" y="3997"/>
                    <a:pt x="1768" y="3993"/>
                    <a:pt x="1763" y="3986"/>
                  </a:cubicBezTo>
                  <a:cubicBezTo>
                    <a:pt x="1758" y="3979"/>
                    <a:pt x="1754" y="3973"/>
                    <a:pt x="1747" y="3963"/>
                  </a:cubicBezTo>
                  <a:cubicBezTo>
                    <a:pt x="1740" y="3953"/>
                    <a:pt x="1731" y="3950"/>
                    <a:pt x="1720" y="3944"/>
                  </a:cubicBezTo>
                  <a:cubicBezTo>
                    <a:pt x="1709" y="3938"/>
                    <a:pt x="1713" y="3923"/>
                    <a:pt x="1727" y="3917"/>
                  </a:cubicBezTo>
                  <a:cubicBezTo>
                    <a:pt x="1741" y="3911"/>
                    <a:pt x="1731" y="3905"/>
                    <a:pt x="1743" y="3897"/>
                  </a:cubicBezTo>
                  <a:cubicBezTo>
                    <a:pt x="1755" y="3889"/>
                    <a:pt x="1753" y="3881"/>
                    <a:pt x="1760" y="3872"/>
                  </a:cubicBezTo>
                  <a:cubicBezTo>
                    <a:pt x="1767" y="3863"/>
                    <a:pt x="1767" y="3861"/>
                    <a:pt x="1767" y="3851"/>
                  </a:cubicBezTo>
                  <a:cubicBezTo>
                    <a:pt x="1767" y="3841"/>
                    <a:pt x="1792" y="3843"/>
                    <a:pt x="1792" y="3843"/>
                  </a:cubicBezTo>
                  <a:cubicBezTo>
                    <a:pt x="1803" y="3842"/>
                    <a:pt x="1806" y="3851"/>
                    <a:pt x="1812" y="3841"/>
                  </a:cubicBezTo>
                  <a:cubicBezTo>
                    <a:pt x="1818" y="3831"/>
                    <a:pt x="1819" y="3834"/>
                    <a:pt x="1828" y="3830"/>
                  </a:cubicBezTo>
                  <a:cubicBezTo>
                    <a:pt x="1837" y="3826"/>
                    <a:pt x="1837" y="3831"/>
                    <a:pt x="1843" y="3836"/>
                  </a:cubicBezTo>
                  <a:cubicBezTo>
                    <a:pt x="1849" y="3841"/>
                    <a:pt x="1854" y="3822"/>
                    <a:pt x="1855" y="3816"/>
                  </a:cubicBezTo>
                  <a:cubicBezTo>
                    <a:pt x="1856" y="3810"/>
                    <a:pt x="1859" y="3807"/>
                    <a:pt x="1869" y="3806"/>
                  </a:cubicBezTo>
                  <a:cubicBezTo>
                    <a:pt x="1870" y="3806"/>
                    <a:pt x="1870" y="3806"/>
                    <a:pt x="1871" y="3806"/>
                  </a:cubicBezTo>
                  <a:cubicBezTo>
                    <a:pt x="1871" y="3806"/>
                    <a:pt x="1871" y="3806"/>
                    <a:pt x="1872" y="3806"/>
                  </a:cubicBezTo>
                  <a:cubicBezTo>
                    <a:pt x="1872" y="3806"/>
                    <a:pt x="1873" y="3805"/>
                    <a:pt x="1873" y="3805"/>
                  </a:cubicBezTo>
                  <a:cubicBezTo>
                    <a:pt x="1873" y="3805"/>
                    <a:pt x="1873" y="3805"/>
                    <a:pt x="1873" y="3805"/>
                  </a:cubicBezTo>
                  <a:cubicBezTo>
                    <a:pt x="1874" y="3805"/>
                    <a:pt x="1874" y="3805"/>
                    <a:pt x="1875" y="3805"/>
                  </a:cubicBezTo>
                  <a:cubicBezTo>
                    <a:pt x="1875" y="3805"/>
                    <a:pt x="1875" y="3805"/>
                    <a:pt x="1875" y="3805"/>
                  </a:cubicBezTo>
                  <a:cubicBezTo>
                    <a:pt x="1876" y="3805"/>
                    <a:pt x="1876" y="3804"/>
                    <a:pt x="1876" y="3804"/>
                  </a:cubicBezTo>
                  <a:cubicBezTo>
                    <a:pt x="1876" y="3804"/>
                    <a:pt x="1876" y="3804"/>
                    <a:pt x="1876" y="3804"/>
                  </a:cubicBezTo>
                  <a:cubicBezTo>
                    <a:pt x="1877" y="3804"/>
                    <a:pt x="1877" y="3804"/>
                    <a:pt x="1877" y="3803"/>
                  </a:cubicBezTo>
                  <a:cubicBezTo>
                    <a:pt x="1877" y="3803"/>
                    <a:pt x="1877" y="3803"/>
                    <a:pt x="1877" y="3803"/>
                  </a:cubicBezTo>
                  <a:cubicBezTo>
                    <a:pt x="1878" y="3803"/>
                    <a:pt x="1878" y="3803"/>
                    <a:pt x="1878" y="3802"/>
                  </a:cubicBezTo>
                  <a:cubicBezTo>
                    <a:pt x="1878" y="3802"/>
                    <a:pt x="1878" y="3802"/>
                    <a:pt x="1878" y="3802"/>
                  </a:cubicBezTo>
                  <a:cubicBezTo>
                    <a:pt x="1878" y="3802"/>
                    <a:pt x="1879" y="3802"/>
                    <a:pt x="1879" y="3801"/>
                  </a:cubicBezTo>
                  <a:cubicBezTo>
                    <a:pt x="1879" y="3801"/>
                    <a:pt x="1879" y="3801"/>
                    <a:pt x="1879" y="3801"/>
                  </a:cubicBezTo>
                  <a:cubicBezTo>
                    <a:pt x="1879" y="3801"/>
                    <a:pt x="1879" y="3800"/>
                    <a:pt x="1879" y="3800"/>
                  </a:cubicBezTo>
                  <a:cubicBezTo>
                    <a:pt x="1879" y="3800"/>
                    <a:pt x="1879" y="3800"/>
                    <a:pt x="1879" y="3800"/>
                  </a:cubicBezTo>
                  <a:cubicBezTo>
                    <a:pt x="1866" y="3787"/>
                    <a:pt x="1855" y="3785"/>
                    <a:pt x="1841" y="3779"/>
                  </a:cubicBezTo>
                  <a:cubicBezTo>
                    <a:pt x="1823" y="3771"/>
                    <a:pt x="1853" y="3759"/>
                    <a:pt x="1854" y="3752"/>
                  </a:cubicBezTo>
                  <a:cubicBezTo>
                    <a:pt x="1855" y="3745"/>
                    <a:pt x="1844" y="3731"/>
                    <a:pt x="1837" y="3725"/>
                  </a:cubicBezTo>
                  <a:cubicBezTo>
                    <a:pt x="1829" y="3720"/>
                    <a:pt x="1820" y="3702"/>
                    <a:pt x="1813" y="3690"/>
                  </a:cubicBezTo>
                  <a:cubicBezTo>
                    <a:pt x="1805" y="3678"/>
                    <a:pt x="1784" y="3678"/>
                    <a:pt x="1775" y="3675"/>
                  </a:cubicBezTo>
                  <a:cubicBezTo>
                    <a:pt x="1765" y="3673"/>
                    <a:pt x="1760" y="3680"/>
                    <a:pt x="1749" y="3680"/>
                  </a:cubicBezTo>
                  <a:cubicBezTo>
                    <a:pt x="1739" y="3680"/>
                    <a:pt x="1736" y="3657"/>
                    <a:pt x="1735" y="3643"/>
                  </a:cubicBezTo>
                  <a:cubicBezTo>
                    <a:pt x="1735" y="3628"/>
                    <a:pt x="1715" y="3633"/>
                    <a:pt x="1703" y="3622"/>
                  </a:cubicBezTo>
                  <a:cubicBezTo>
                    <a:pt x="1691" y="3611"/>
                    <a:pt x="1705" y="3609"/>
                    <a:pt x="1707" y="3600"/>
                  </a:cubicBezTo>
                  <a:cubicBezTo>
                    <a:pt x="1709" y="3591"/>
                    <a:pt x="1719" y="3582"/>
                    <a:pt x="1730" y="3573"/>
                  </a:cubicBezTo>
                  <a:cubicBezTo>
                    <a:pt x="1741" y="3563"/>
                    <a:pt x="1729" y="3553"/>
                    <a:pt x="1723" y="3546"/>
                  </a:cubicBezTo>
                  <a:cubicBezTo>
                    <a:pt x="1717" y="3539"/>
                    <a:pt x="1720" y="3525"/>
                    <a:pt x="1724" y="3517"/>
                  </a:cubicBezTo>
                  <a:cubicBezTo>
                    <a:pt x="1728" y="3509"/>
                    <a:pt x="1733" y="3499"/>
                    <a:pt x="1746" y="3493"/>
                  </a:cubicBezTo>
                  <a:cubicBezTo>
                    <a:pt x="1759" y="3486"/>
                    <a:pt x="1751" y="3473"/>
                    <a:pt x="1759" y="3463"/>
                  </a:cubicBezTo>
                  <a:cubicBezTo>
                    <a:pt x="1768" y="3454"/>
                    <a:pt x="1775" y="3459"/>
                    <a:pt x="1781" y="3467"/>
                  </a:cubicBezTo>
                  <a:cubicBezTo>
                    <a:pt x="1787" y="3474"/>
                    <a:pt x="1798" y="3479"/>
                    <a:pt x="1810" y="3498"/>
                  </a:cubicBezTo>
                  <a:cubicBezTo>
                    <a:pt x="1822" y="3517"/>
                    <a:pt x="1835" y="3505"/>
                    <a:pt x="1845" y="3497"/>
                  </a:cubicBezTo>
                  <a:cubicBezTo>
                    <a:pt x="1856" y="3489"/>
                    <a:pt x="1852" y="3485"/>
                    <a:pt x="1841" y="3479"/>
                  </a:cubicBezTo>
                  <a:cubicBezTo>
                    <a:pt x="1831" y="3473"/>
                    <a:pt x="1839" y="3459"/>
                    <a:pt x="1839" y="3447"/>
                  </a:cubicBezTo>
                  <a:cubicBezTo>
                    <a:pt x="1839" y="3434"/>
                    <a:pt x="1842" y="3438"/>
                    <a:pt x="1862" y="3435"/>
                  </a:cubicBezTo>
                  <a:cubicBezTo>
                    <a:pt x="1882" y="3431"/>
                    <a:pt x="1889" y="3414"/>
                    <a:pt x="1893" y="3404"/>
                  </a:cubicBezTo>
                  <a:cubicBezTo>
                    <a:pt x="1897" y="3394"/>
                    <a:pt x="1910" y="3392"/>
                    <a:pt x="1926" y="3391"/>
                  </a:cubicBezTo>
                  <a:cubicBezTo>
                    <a:pt x="1942" y="3389"/>
                    <a:pt x="1954" y="3379"/>
                    <a:pt x="1960" y="3367"/>
                  </a:cubicBezTo>
                  <a:cubicBezTo>
                    <a:pt x="1966" y="3355"/>
                    <a:pt x="1970" y="3347"/>
                    <a:pt x="1985" y="3348"/>
                  </a:cubicBezTo>
                  <a:cubicBezTo>
                    <a:pt x="1999" y="3349"/>
                    <a:pt x="1997" y="3361"/>
                    <a:pt x="2012" y="3368"/>
                  </a:cubicBezTo>
                  <a:cubicBezTo>
                    <a:pt x="2027" y="3375"/>
                    <a:pt x="2037" y="3366"/>
                    <a:pt x="2038" y="3355"/>
                  </a:cubicBezTo>
                  <a:cubicBezTo>
                    <a:pt x="2039" y="3345"/>
                    <a:pt x="2050" y="3349"/>
                    <a:pt x="2061" y="3349"/>
                  </a:cubicBezTo>
                  <a:cubicBezTo>
                    <a:pt x="2071" y="3349"/>
                    <a:pt x="2078" y="3353"/>
                    <a:pt x="2081" y="3365"/>
                  </a:cubicBezTo>
                  <a:cubicBezTo>
                    <a:pt x="2085" y="3376"/>
                    <a:pt x="2116" y="3369"/>
                    <a:pt x="2134" y="3369"/>
                  </a:cubicBezTo>
                  <a:cubicBezTo>
                    <a:pt x="2152" y="3368"/>
                    <a:pt x="2151" y="3391"/>
                    <a:pt x="2163" y="3393"/>
                  </a:cubicBezTo>
                  <a:cubicBezTo>
                    <a:pt x="2175" y="3396"/>
                    <a:pt x="2179" y="3409"/>
                    <a:pt x="2200" y="3421"/>
                  </a:cubicBezTo>
                  <a:cubicBezTo>
                    <a:pt x="2221" y="3433"/>
                    <a:pt x="2201" y="3449"/>
                    <a:pt x="2213" y="3451"/>
                  </a:cubicBezTo>
                  <a:cubicBezTo>
                    <a:pt x="2225" y="3452"/>
                    <a:pt x="2222" y="3428"/>
                    <a:pt x="2222" y="3420"/>
                  </a:cubicBezTo>
                  <a:cubicBezTo>
                    <a:pt x="2222" y="3412"/>
                    <a:pt x="2232" y="3413"/>
                    <a:pt x="2251" y="3429"/>
                  </a:cubicBezTo>
                  <a:cubicBezTo>
                    <a:pt x="2269" y="3444"/>
                    <a:pt x="2278" y="3447"/>
                    <a:pt x="2289" y="3446"/>
                  </a:cubicBezTo>
                  <a:cubicBezTo>
                    <a:pt x="2300" y="3445"/>
                    <a:pt x="2307" y="3433"/>
                    <a:pt x="2315" y="3424"/>
                  </a:cubicBezTo>
                  <a:cubicBezTo>
                    <a:pt x="2322" y="3414"/>
                    <a:pt x="2325" y="3409"/>
                    <a:pt x="2335" y="3411"/>
                  </a:cubicBezTo>
                  <a:cubicBezTo>
                    <a:pt x="2344" y="3413"/>
                    <a:pt x="2353" y="3405"/>
                    <a:pt x="2362" y="3404"/>
                  </a:cubicBezTo>
                  <a:cubicBezTo>
                    <a:pt x="2372" y="3403"/>
                    <a:pt x="2387" y="3417"/>
                    <a:pt x="2396" y="3422"/>
                  </a:cubicBezTo>
                  <a:cubicBezTo>
                    <a:pt x="2405" y="3427"/>
                    <a:pt x="2415" y="3411"/>
                    <a:pt x="2416" y="3405"/>
                  </a:cubicBezTo>
                  <a:cubicBezTo>
                    <a:pt x="2417" y="3399"/>
                    <a:pt x="2442" y="3402"/>
                    <a:pt x="2451" y="3402"/>
                  </a:cubicBezTo>
                  <a:cubicBezTo>
                    <a:pt x="2460" y="3402"/>
                    <a:pt x="2470" y="3421"/>
                    <a:pt x="2476" y="3428"/>
                  </a:cubicBezTo>
                  <a:cubicBezTo>
                    <a:pt x="2482" y="3436"/>
                    <a:pt x="2491" y="3438"/>
                    <a:pt x="2502" y="3438"/>
                  </a:cubicBezTo>
                  <a:cubicBezTo>
                    <a:pt x="2514" y="3438"/>
                    <a:pt x="2519" y="3442"/>
                    <a:pt x="2527" y="3454"/>
                  </a:cubicBezTo>
                  <a:cubicBezTo>
                    <a:pt x="2536" y="3466"/>
                    <a:pt x="2549" y="3445"/>
                    <a:pt x="2557" y="3432"/>
                  </a:cubicBezTo>
                  <a:cubicBezTo>
                    <a:pt x="2566" y="3418"/>
                    <a:pt x="2573" y="3427"/>
                    <a:pt x="2578" y="3434"/>
                  </a:cubicBezTo>
                  <a:cubicBezTo>
                    <a:pt x="2583" y="3442"/>
                    <a:pt x="2604" y="3441"/>
                    <a:pt x="2614" y="3441"/>
                  </a:cubicBezTo>
                  <a:cubicBezTo>
                    <a:pt x="2624" y="3441"/>
                    <a:pt x="2628" y="3432"/>
                    <a:pt x="2636" y="3432"/>
                  </a:cubicBezTo>
                  <a:cubicBezTo>
                    <a:pt x="2644" y="3432"/>
                    <a:pt x="2647" y="3416"/>
                    <a:pt x="2657" y="3409"/>
                  </a:cubicBezTo>
                  <a:cubicBezTo>
                    <a:pt x="2668" y="3401"/>
                    <a:pt x="2667" y="3393"/>
                    <a:pt x="2663" y="3389"/>
                  </a:cubicBezTo>
                  <a:cubicBezTo>
                    <a:pt x="2659" y="3386"/>
                    <a:pt x="2648" y="3374"/>
                    <a:pt x="2637" y="3372"/>
                  </a:cubicBezTo>
                  <a:cubicBezTo>
                    <a:pt x="2625" y="3369"/>
                    <a:pt x="2625" y="3365"/>
                    <a:pt x="2621" y="3361"/>
                  </a:cubicBezTo>
                  <a:cubicBezTo>
                    <a:pt x="2616" y="3357"/>
                    <a:pt x="2608" y="3358"/>
                    <a:pt x="2598" y="3358"/>
                  </a:cubicBezTo>
                  <a:cubicBezTo>
                    <a:pt x="2588" y="3358"/>
                    <a:pt x="2587" y="3342"/>
                    <a:pt x="2574" y="3337"/>
                  </a:cubicBezTo>
                  <a:cubicBezTo>
                    <a:pt x="2562" y="3332"/>
                    <a:pt x="2565" y="3323"/>
                    <a:pt x="2569" y="3322"/>
                  </a:cubicBezTo>
                  <a:cubicBezTo>
                    <a:pt x="2574" y="3322"/>
                    <a:pt x="2581" y="3318"/>
                    <a:pt x="2590" y="3316"/>
                  </a:cubicBezTo>
                  <a:cubicBezTo>
                    <a:pt x="2599" y="3313"/>
                    <a:pt x="2604" y="3311"/>
                    <a:pt x="2615" y="3303"/>
                  </a:cubicBezTo>
                  <a:cubicBezTo>
                    <a:pt x="2626" y="3296"/>
                    <a:pt x="2622" y="3282"/>
                    <a:pt x="2612" y="3275"/>
                  </a:cubicBezTo>
                  <a:cubicBezTo>
                    <a:pt x="2602" y="3269"/>
                    <a:pt x="2604" y="3260"/>
                    <a:pt x="2611" y="3258"/>
                  </a:cubicBezTo>
                  <a:cubicBezTo>
                    <a:pt x="2618" y="3255"/>
                    <a:pt x="2616" y="3245"/>
                    <a:pt x="2622" y="3240"/>
                  </a:cubicBezTo>
                  <a:cubicBezTo>
                    <a:pt x="2627" y="3235"/>
                    <a:pt x="2658" y="3243"/>
                    <a:pt x="2672" y="3246"/>
                  </a:cubicBezTo>
                  <a:cubicBezTo>
                    <a:pt x="2686" y="3249"/>
                    <a:pt x="2688" y="3233"/>
                    <a:pt x="2686" y="3229"/>
                  </a:cubicBezTo>
                  <a:cubicBezTo>
                    <a:pt x="2685" y="3224"/>
                    <a:pt x="2671" y="3225"/>
                    <a:pt x="2657" y="3223"/>
                  </a:cubicBezTo>
                  <a:cubicBezTo>
                    <a:pt x="2643" y="3221"/>
                    <a:pt x="2645" y="3216"/>
                    <a:pt x="2645" y="3207"/>
                  </a:cubicBezTo>
                  <a:cubicBezTo>
                    <a:pt x="2645" y="3198"/>
                    <a:pt x="2636" y="3199"/>
                    <a:pt x="2630" y="3196"/>
                  </a:cubicBezTo>
                  <a:cubicBezTo>
                    <a:pt x="2623" y="3194"/>
                    <a:pt x="2622" y="3189"/>
                    <a:pt x="2624" y="3185"/>
                  </a:cubicBezTo>
                  <a:cubicBezTo>
                    <a:pt x="2626" y="3180"/>
                    <a:pt x="2626" y="3171"/>
                    <a:pt x="2621" y="3161"/>
                  </a:cubicBezTo>
                  <a:cubicBezTo>
                    <a:pt x="2617" y="3151"/>
                    <a:pt x="2634" y="3153"/>
                    <a:pt x="2638" y="3151"/>
                  </a:cubicBezTo>
                  <a:cubicBezTo>
                    <a:pt x="2642" y="3148"/>
                    <a:pt x="2653" y="3147"/>
                    <a:pt x="2660" y="3152"/>
                  </a:cubicBezTo>
                  <a:cubicBezTo>
                    <a:pt x="2667" y="3157"/>
                    <a:pt x="2679" y="3158"/>
                    <a:pt x="2688" y="3149"/>
                  </a:cubicBezTo>
                  <a:cubicBezTo>
                    <a:pt x="2697" y="3140"/>
                    <a:pt x="2709" y="3153"/>
                    <a:pt x="2727" y="3150"/>
                  </a:cubicBezTo>
                  <a:cubicBezTo>
                    <a:pt x="2745" y="3147"/>
                    <a:pt x="2753" y="3147"/>
                    <a:pt x="2766" y="3138"/>
                  </a:cubicBezTo>
                  <a:cubicBezTo>
                    <a:pt x="2779" y="3129"/>
                    <a:pt x="2800" y="3135"/>
                    <a:pt x="2807" y="3127"/>
                  </a:cubicBezTo>
                  <a:cubicBezTo>
                    <a:pt x="2814" y="3119"/>
                    <a:pt x="2833" y="3121"/>
                    <a:pt x="2852" y="3121"/>
                  </a:cubicBezTo>
                  <a:cubicBezTo>
                    <a:pt x="2871" y="3121"/>
                    <a:pt x="2888" y="3120"/>
                    <a:pt x="2896" y="3109"/>
                  </a:cubicBezTo>
                  <a:cubicBezTo>
                    <a:pt x="2904" y="3098"/>
                    <a:pt x="2919" y="3097"/>
                    <a:pt x="2935" y="3095"/>
                  </a:cubicBezTo>
                  <a:cubicBezTo>
                    <a:pt x="2951" y="3093"/>
                    <a:pt x="3021" y="3076"/>
                    <a:pt x="3042" y="3074"/>
                  </a:cubicBezTo>
                  <a:cubicBezTo>
                    <a:pt x="3063" y="3072"/>
                    <a:pt x="3077" y="3074"/>
                    <a:pt x="3084" y="3054"/>
                  </a:cubicBezTo>
                  <a:cubicBezTo>
                    <a:pt x="3091" y="3034"/>
                    <a:pt x="3110" y="3047"/>
                    <a:pt x="3121" y="3039"/>
                  </a:cubicBezTo>
                  <a:cubicBezTo>
                    <a:pt x="3132" y="3031"/>
                    <a:pt x="3143" y="3025"/>
                    <a:pt x="3165" y="3032"/>
                  </a:cubicBezTo>
                  <a:cubicBezTo>
                    <a:pt x="3186" y="3039"/>
                    <a:pt x="3186" y="3044"/>
                    <a:pt x="3201" y="3051"/>
                  </a:cubicBezTo>
                  <a:cubicBezTo>
                    <a:pt x="3215" y="3058"/>
                    <a:pt x="3218" y="3048"/>
                    <a:pt x="3220" y="3042"/>
                  </a:cubicBezTo>
                  <a:cubicBezTo>
                    <a:pt x="3222" y="3035"/>
                    <a:pt x="3231" y="3037"/>
                    <a:pt x="3239" y="3040"/>
                  </a:cubicBezTo>
                  <a:cubicBezTo>
                    <a:pt x="3246" y="3043"/>
                    <a:pt x="3251" y="3050"/>
                    <a:pt x="3253" y="3064"/>
                  </a:cubicBezTo>
                  <a:cubicBezTo>
                    <a:pt x="3256" y="3078"/>
                    <a:pt x="3257" y="3083"/>
                    <a:pt x="3263" y="3092"/>
                  </a:cubicBezTo>
                  <a:cubicBezTo>
                    <a:pt x="3268" y="3102"/>
                    <a:pt x="3269" y="3098"/>
                    <a:pt x="3270" y="3107"/>
                  </a:cubicBezTo>
                  <a:cubicBezTo>
                    <a:pt x="3270" y="3116"/>
                    <a:pt x="3266" y="3123"/>
                    <a:pt x="3259" y="3127"/>
                  </a:cubicBezTo>
                  <a:cubicBezTo>
                    <a:pt x="3251" y="3131"/>
                    <a:pt x="3280" y="3136"/>
                    <a:pt x="3291" y="3143"/>
                  </a:cubicBezTo>
                  <a:cubicBezTo>
                    <a:pt x="3303" y="3150"/>
                    <a:pt x="3304" y="3132"/>
                    <a:pt x="3309" y="3132"/>
                  </a:cubicBezTo>
                  <a:cubicBezTo>
                    <a:pt x="3314" y="3132"/>
                    <a:pt x="3321" y="3131"/>
                    <a:pt x="3330" y="3122"/>
                  </a:cubicBezTo>
                  <a:cubicBezTo>
                    <a:pt x="3339" y="3113"/>
                    <a:pt x="3337" y="3130"/>
                    <a:pt x="3342" y="3133"/>
                  </a:cubicBezTo>
                  <a:cubicBezTo>
                    <a:pt x="3346" y="3137"/>
                    <a:pt x="3352" y="3143"/>
                    <a:pt x="3355" y="3153"/>
                  </a:cubicBezTo>
                  <a:cubicBezTo>
                    <a:pt x="3358" y="3164"/>
                    <a:pt x="3366" y="3152"/>
                    <a:pt x="3370" y="3143"/>
                  </a:cubicBezTo>
                  <a:cubicBezTo>
                    <a:pt x="3374" y="3134"/>
                    <a:pt x="3380" y="3148"/>
                    <a:pt x="3387" y="3154"/>
                  </a:cubicBezTo>
                  <a:cubicBezTo>
                    <a:pt x="3394" y="3161"/>
                    <a:pt x="3406" y="3161"/>
                    <a:pt x="3412" y="3153"/>
                  </a:cubicBezTo>
                  <a:cubicBezTo>
                    <a:pt x="3418" y="3144"/>
                    <a:pt x="3424" y="3142"/>
                    <a:pt x="3430" y="3149"/>
                  </a:cubicBezTo>
                  <a:cubicBezTo>
                    <a:pt x="3436" y="3155"/>
                    <a:pt x="3425" y="3159"/>
                    <a:pt x="3422" y="3166"/>
                  </a:cubicBezTo>
                  <a:cubicBezTo>
                    <a:pt x="3418" y="3173"/>
                    <a:pt x="3417" y="3175"/>
                    <a:pt x="3406" y="3179"/>
                  </a:cubicBezTo>
                  <a:cubicBezTo>
                    <a:pt x="3395" y="3183"/>
                    <a:pt x="3402" y="3194"/>
                    <a:pt x="3412" y="3203"/>
                  </a:cubicBezTo>
                  <a:cubicBezTo>
                    <a:pt x="3423" y="3212"/>
                    <a:pt x="3431" y="3188"/>
                    <a:pt x="3435" y="3187"/>
                  </a:cubicBezTo>
                  <a:cubicBezTo>
                    <a:pt x="3440" y="3185"/>
                    <a:pt x="3450" y="3183"/>
                    <a:pt x="3456" y="3186"/>
                  </a:cubicBezTo>
                  <a:cubicBezTo>
                    <a:pt x="3462" y="3189"/>
                    <a:pt x="3469" y="3191"/>
                    <a:pt x="3478" y="3198"/>
                  </a:cubicBezTo>
                  <a:cubicBezTo>
                    <a:pt x="3487" y="3205"/>
                    <a:pt x="3484" y="3187"/>
                    <a:pt x="3485" y="3181"/>
                  </a:cubicBezTo>
                  <a:cubicBezTo>
                    <a:pt x="3486" y="3176"/>
                    <a:pt x="3494" y="3172"/>
                    <a:pt x="3497" y="3168"/>
                  </a:cubicBezTo>
                  <a:cubicBezTo>
                    <a:pt x="3499" y="3163"/>
                    <a:pt x="3509" y="3166"/>
                    <a:pt x="3522" y="3165"/>
                  </a:cubicBezTo>
                  <a:cubicBezTo>
                    <a:pt x="3535" y="3164"/>
                    <a:pt x="3537" y="3155"/>
                    <a:pt x="3537" y="3147"/>
                  </a:cubicBezTo>
                  <a:cubicBezTo>
                    <a:pt x="3537" y="3140"/>
                    <a:pt x="3546" y="3141"/>
                    <a:pt x="3558" y="3141"/>
                  </a:cubicBezTo>
                  <a:cubicBezTo>
                    <a:pt x="3570" y="3141"/>
                    <a:pt x="3571" y="3140"/>
                    <a:pt x="3576" y="3133"/>
                  </a:cubicBezTo>
                  <a:cubicBezTo>
                    <a:pt x="3581" y="3127"/>
                    <a:pt x="3595" y="3121"/>
                    <a:pt x="3609" y="3119"/>
                  </a:cubicBezTo>
                  <a:cubicBezTo>
                    <a:pt x="3623" y="3117"/>
                    <a:pt x="3635" y="3111"/>
                    <a:pt x="3635" y="3122"/>
                  </a:cubicBezTo>
                  <a:cubicBezTo>
                    <a:pt x="3635" y="3133"/>
                    <a:pt x="3619" y="3136"/>
                    <a:pt x="3611" y="3148"/>
                  </a:cubicBezTo>
                  <a:cubicBezTo>
                    <a:pt x="3603" y="3160"/>
                    <a:pt x="3631" y="3171"/>
                    <a:pt x="3659" y="3187"/>
                  </a:cubicBezTo>
                  <a:cubicBezTo>
                    <a:pt x="3686" y="3204"/>
                    <a:pt x="3713" y="3249"/>
                    <a:pt x="3737" y="3273"/>
                  </a:cubicBezTo>
                  <a:cubicBezTo>
                    <a:pt x="3761" y="3297"/>
                    <a:pt x="3809" y="3399"/>
                    <a:pt x="3827" y="3423"/>
                  </a:cubicBezTo>
                  <a:cubicBezTo>
                    <a:pt x="3844" y="3447"/>
                    <a:pt x="3862" y="3413"/>
                    <a:pt x="3863" y="3403"/>
                  </a:cubicBezTo>
                  <a:cubicBezTo>
                    <a:pt x="3863" y="3393"/>
                    <a:pt x="3875" y="3382"/>
                    <a:pt x="3883" y="3384"/>
                  </a:cubicBezTo>
                  <a:cubicBezTo>
                    <a:pt x="3891" y="3386"/>
                    <a:pt x="3904" y="3391"/>
                    <a:pt x="3904" y="3409"/>
                  </a:cubicBezTo>
                  <a:cubicBezTo>
                    <a:pt x="3904" y="3427"/>
                    <a:pt x="3917" y="3411"/>
                    <a:pt x="3922" y="3419"/>
                  </a:cubicBezTo>
                  <a:cubicBezTo>
                    <a:pt x="3927" y="3427"/>
                    <a:pt x="3931" y="3429"/>
                    <a:pt x="3937" y="3428"/>
                  </a:cubicBezTo>
                  <a:cubicBezTo>
                    <a:pt x="3942" y="3427"/>
                    <a:pt x="3953" y="3427"/>
                    <a:pt x="3963" y="3434"/>
                  </a:cubicBezTo>
                  <a:cubicBezTo>
                    <a:pt x="3972" y="3441"/>
                    <a:pt x="3979" y="3443"/>
                    <a:pt x="3985" y="3435"/>
                  </a:cubicBezTo>
                  <a:cubicBezTo>
                    <a:pt x="3990" y="3427"/>
                    <a:pt x="4004" y="3430"/>
                    <a:pt x="4017" y="3421"/>
                  </a:cubicBezTo>
                  <a:cubicBezTo>
                    <a:pt x="4031" y="3413"/>
                    <a:pt x="4047" y="3412"/>
                    <a:pt x="4062" y="3416"/>
                  </a:cubicBezTo>
                  <a:cubicBezTo>
                    <a:pt x="4077" y="3420"/>
                    <a:pt x="4091" y="3444"/>
                    <a:pt x="4097" y="3462"/>
                  </a:cubicBezTo>
                  <a:cubicBezTo>
                    <a:pt x="4104" y="3480"/>
                    <a:pt x="4117" y="3479"/>
                    <a:pt x="4138" y="3481"/>
                  </a:cubicBezTo>
                  <a:cubicBezTo>
                    <a:pt x="4159" y="3483"/>
                    <a:pt x="4149" y="3497"/>
                    <a:pt x="4157" y="3511"/>
                  </a:cubicBezTo>
                  <a:cubicBezTo>
                    <a:pt x="4164" y="3526"/>
                    <a:pt x="4174" y="3527"/>
                    <a:pt x="4190" y="3533"/>
                  </a:cubicBezTo>
                  <a:cubicBezTo>
                    <a:pt x="4206" y="3540"/>
                    <a:pt x="4232" y="3533"/>
                    <a:pt x="4242" y="3521"/>
                  </a:cubicBezTo>
                  <a:cubicBezTo>
                    <a:pt x="4252" y="3508"/>
                    <a:pt x="4262" y="3521"/>
                    <a:pt x="4262" y="3530"/>
                  </a:cubicBezTo>
                  <a:cubicBezTo>
                    <a:pt x="4262" y="3539"/>
                    <a:pt x="4266" y="3542"/>
                    <a:pt x="4276" y="3547"/>
                  </a:cubicBezTo>
                  <a:cubicBezTo>
                    <a:pt x="4277" y="3548"/>
                    <a:pt x="4277" y="3548"/>
                    <a:pt x="4278" y="3548"/>
                  </a:cubicBezTo>
                  <a:cubicBezTo>
                    <a:pt x="4278" y="3549"/>
                    <a:pt x="4278" y="3549"/>
                    <a:pt x="4278" y="3549"/>
                  </a:cubicBezTo>
                  <a:cubicBezTo>
                    <a:pt x="4279" y="3549"/>
                    <a:pt x="4279" y="3549"/>
                    <a:pt x="4279" y="3550"/>
                  </a:cubicBezTo>
                  <a:cubicBezTo>
                    <a:pt x="4279" y="3550"/>
                    <a:pt x="4280" y="3550"/>
                    <a:pt x="4280" y="3550"/>
                  </a:cubicBezTo>
                  <a:cubicBezTo>
                    <a:pt x="4280" y="3551"/>
                    <a:pt x="4280" y="3551"/>
                    <a:pt x="4280" y="3551"/>
                  </a:cubicBezTo>
                  <a:cubicBezTo>
                    <a:pt x="4280" y="3551"/>
                    <a:pt x="4281" y="3552"/>
                    <a:pt x="4281" y="3552"/>
                  </a:cubicBezTo>
                  <a:cubicBezTo>
                    <a:pt x="4281" y="3552"/>
                    <a:pt x="4281" y="3552"/>
                    <a:pt x="4281" y="3553"/>
                  </a:cubicBezTo>
                  <a:cubicBezTo>
                    <a:pt x="4281" y="3553"/>
                    <a:pt x="4281" y="3553"/>
                    <a:pt x="4281" y="3553"/>
                  </a:cubicBezTo>
                  <a:cubicBezTo>
                    <a:pt x="4281" y="3554"/>
                    <a:pt x="4281" y="3554"/>
                    <a:pt x="4281" y="3554"/>
                  </a:cubicBezTo>
                  <a:cubicBezTo>
                    <a:pt x="4281" y="3555"/>
                    <a:pt x="4281" y="3555"/>
                    <a:pt x="4281" y="3555"/>
                  </a:cubicBezTo>
                  <a:cubicBezTo>
                    <a:pt x="4282" y="3555"/>
                    <a:pt x="4282" y="3556"/>
                    <a:pt x="4281" y="3556"/>
                  </a:cubicBezTo>
                  <a:cubicBezTo>
                    <a:pt x="4281" y="3556"/>
                    <a:pt x="4281" y="3556"/>
                    <a:pt x="4281" y="3556"/>
                  </a:cubicBezTo>
                  <a:cubicBezTo>
                    <a:pt x="4281" y="3558"/>
                    <a:pt x="4281" y="3559"/>
                    <a:pt x="4280" y="3560"/>
                  </a:cubicBezTo>
                  <a:cubicBezTo>
                    <a:pt x="4280" y="3560"/>
                    <a:pt x="4280" y="3560"/>
                    <a:pt x="4280" y="3560"/>
                  </a:cubicBezTo>
                  <a:cubicBezTo>
                    <a:pt x="4284" y="3561"/>
                    <a:pt x="4288" y="3563"/>
                    <a:pt x="4290" y="3566"/>
                  </a:cubicBezTo>
                  <a:cubicBezTo>
                    <a:pt x="4296" y="3573"/>
                    <a:pt x="4301" y="3570"/>
                    <a:pt x="4310" y="3571"/>
                  </a:cubicBezTo>
                  <a:cubicBezTo>
                    <a:pt x="4311" y="3571"/>
                    <a:pt x="4311" y="3571"/>
                    <a:pt x="4312" y="3571"/>
                  </a:cubicBezTo>
                  <a:cubicBezTo>
                    <a:pt x="4312" y="3571"/>
                    <a:pt x="4313" y="3571"/>
                    <a:pt x="4313" y="3571"/>
                  </a:cubicBezTo>
                  <a:cubicBezTo>
                    <a:pt x="4313" y="3571"/>
                    <a:pt x="4313" y="3571"/>
                    <a:pt x="4314" y="3571"/>
                  </a:cubicBezTo>
                  <a:cubicBezTo>
                    <a:pt x="4316" y="3571"/>
                    <a:pt x="4319" y="3572"/>
                    <a:pt x="4321" y="3572"/>
                  </a:cubicBezTo>
                  <a:cubicBezTo>
                    <a:pt x="4321" y="3572"/>
                    <a:pt x="4321" y="3572"/>
                    <a:pt x="4322" y="3572"/>
                  </a:cubicBezTo>
                  <a:cubicBezTo>
                    <a:pt x="4322" y="3571"/>
                    <a:pt x="4323" y="3571"/>
                    <a:pt x="4323" y="3571"/>
                  </a:cubicBezTo>
                  <a:cubicBezTo>
                    <a:pt x="4323" y="3571"/>
                    <a:pt x="4323" y="3571"/>
                    <a:pt x="4323" y="3571"/>
                  </a:cubicBezTo>
                  <a:cubicBezTo>
                    <a:pt x="4324" y="3571"/>
                    <a:pt x="4324" y="3571"/>
                    <a:pt x="4325" y="3571"/>
                  </a:cubicBezTo>
                  <a:cubicBezTo>
                    <a:pt x="4326" y="3570"/>
                    <a:pt x="4326" y="3570"/>
                    <a:pt x="4327" y="3570"/>
                  </a:cubicBezTo>
                  <a:cubicBezTo>
                    <a:pt x="4327" y="3570"/>
                    <a:pt x="4327" y="3570"/>
                    <a:pt x="4327" y="3570"/>
                  </a:cubicBezTo>
                  <a:cubicBezTo>
                    <a:pt x="4328" y="3569"/>
                    <a:pt x="4329" y="3569"/>
                    <a:pt x="4330" y="3568"/>
                  </a:cubicBezTo>
                  <a:cubicBezTo>
                    <a:pt x="4330" y="3568"/>
                    <a:pt x="4330" y="3568"/>
                    <a:pt x="4330" y="3568"/>
                  </a:cubicBezTo>
                  <a:cubicBezTo>
                    <a:pt x="4330" y="3567"/>
                    <a:pt x="4331" y="3567"/>
                    <a:pt x="4332" y="3566"/>
                  </a:cubicBezTo>
                  <a:cubicBezTo>
                    <a:pt x="4332" y="3566"/>
                    <a:pt x="4332" y="3566"/>
                    <a:pt x="4332" y="3565"/>
                  </a:cubicBezTo>
                  <a:cubicBezTo>
                    <a:pt x="4333" y="3565"/>
                    <a:pt x="4334" y="3564"/>
                    <a:pt x="4335" y="3563"/>
                  </a:cubicBezTo>
                  <a:cubicBezTo>
                    <a:pt x="4344" y="3551"/>
                    <a:pt x="4354" y="3536"/>
                    <a:pt x="4366" y="3536"/>
                  </a:cubicBezTo>
                  <a:cubicBezTo>
                    <a:pt x="4378" y="3536"/>
                    <a:pt x="4387" y="3543"/>
                    <a:pt x="4399" y="3535"/>
                  </a:cubicBezTo>
                  <a:cubicBezTo>
                    <a:pt x="4411" y="3527"/>
                    <a:pt x="4416" y="3525"/>
                    <a:pt x="4426" y="3527"/>
                  </a:cubicBezTo>
                  <a:cubicBezTo>
                    <a:pt x="4436" y="3530"/>
                    <a:pt x="4440" y="3521"/>
                    <a:pt x="4443" y="3513"/>
                  </a:cubicBezTo>
                  <a:cubicBezTo>
                    <a:pt x="4445" y="3505"/>
                    <a:pt x="4441" y="3493"/>
                    <a:pt x="4454" y="3493"/>
                  </a:cubicBezTo>
                  <a:cubicBezTo>
                    <a:pt x="4467" y="3493"/>
                    <a:pt x="4471" y="3477"/>
                    <a:pt x="4489" y="3477"/>
                  </a:cubicBezTo>
                  <a:cubicBezTo>
                    <a:pt x="4507" y="3476"/>
                    <a:pt x="4520" y="3471"/>
                    <a:pt x="4529" y="3462"/>
                  </a:cubicBezTo>
                  <a:cubicBezTo>
                    <a:pt x="4539" y="3453"/>
                    <a:pt x="4548" y="3451"/>
                    <a:pt x="4562" y="3451"/>
                  </a:cubicBezTo>
                  <a:cubicBezTo>
                    <a:pt x="4576" y="3452"/>
                    <a:pt x="4565" y="3435"/>
                    <a:pt x="4583" y="3436"/>
                  </a:cubicBezTo>
                  <a:cubicBezTo>
                    <a:pt x="4600" y="3437"/>
                    <a:pt x="4598" y="3427"/>
                    <a:pt x="4611" y="3426"/>
                  </a:cubicBezTo>
                  <a:cubicBezTo>
                    <a:pt x="4623" y="3425"/>
                    <a:pt x="4630" y="3425"/>
                    <a:pt x="4631" y="3431"/>
                  </a:cubicBezTo>
                  <a:cubicBezTo>
                    <a:pt x="4631" y="3438"/>
                    <a:pt x="4639" y="3441"/>
                    <a:pt x="4646" y="3439"/>
                  </a:cubicBezTo>
                  <a:cubicBezTo>
                    <a:pt x="4653" y="3436"/>
                    <a:pt x="4655" y="3433"/>
                    <a:pt x="4659" y="3440"/>
                  </a:cubicBezTo>
                  <a:cubicBezTo>
                    <a:pt x="4662" y="3447"/>
                    <a:pt x="4667" y="3446"/>
                    <a:pt x="4687" y="3446"/>
                  </a:cubicBezTo>
                  <a:cubicBezTo>
                    <a:pt x="4708" y="3446"/>
                    <a:pt x="4744" y="3441"/>
                    <a:pt x="4741" y="3453"/>
                  </a:cubicBezTo>
                  <a:cubicBezTo>
                    <a:pt x="4737" y="3464"/>
                    <a:pt x="4739" y="3481"/>
                    <a:pt x="4751" y="3485"/>
                  </a:cubicBezTo>
                  <a:cubicBezTo>
                    <a:pt x="4762" y="3489"/>
                    <a:pt x="4773" y="3482"/>
                    <a:pt x="4779" y="3491"/>
                  </a:cubicBezTo>
                  <a:cubicBezTo>
                    <a:pt x="4786" y="3501"/>
                    <a:pt x="4793" y="3495"/>
                    <a:pt x="4801" y="3500"/>
                  </a:cubicBezTo>
                  <a:cubicBezTo>
                    <a:pt x="4809" y="3505"/>
                    <a:pt x="4817" y="3510"/>
                    <a:pt x="4824" y="3503"/>
                  </a:cubicBezTo>
                  <a:cubicBezTo>
                    <a:pt x="4831" y="3495"/>
                    <a:pt x="4840" y="3492"/>
                    <a:pt x="4851" y="3495"/>
                  </a:cubicBezTo>
                  <a:cubicBezTo>
                    <a:pt x="4863" y="3499"/>
                    <a:pt x="4857" y="3506"/>
                    <a:pt x="4871" y="3506"/>
                  </a:cubicBezTo>
                  <a:cubicBezTo>
                    <a:pt x="4885" y="3506"/>
                    <a:pt x="4905" y="3499"/>
                    <a:pt x="4909" y="3508"/>
                  </a:cubicBezTo>
                  <a:cubicBezTo>
                    <a:pt x="4913" y="3517"/>
                    <a:pt x="4918" y="3511"/>
                    <a:pt x="4923" y="3517"/>
                  </a:cubicBezTo>
                  <a:cubicBezTo>
                    <a:pt x="4927" y="3523"/>
                    <a:pt x="4928" y="3520"/>
                    <a:pt x="4931" y="3515"/>
                  </a:cubicBezTo>
                  <a:cubicBezTo>
                    <a:pt x="4933" y="3511"/>
                    <a:pt x="4941" y="3515"/>
                    <a:pt x="4945" y="3509"/>
                  </a:cubicBezTo>
                  <a:cubicBezTo>
                    <a:pt x="4949" y="3503"/>
                    <a:pt x="4949" y="3499"/>
                    <a:pt x="4961" y="3497"/>
                  </a:cubicBezTo>
                  <a:cubicBezTo>
                    <a:pt x="4973" y="3495"/>
                    <a:pt x="4978" y="3495"/>
                    <a:pt x="4983" y="3485"/>
                  </a:cubicBezTo>
                  <a:cubicBezTo>
                    <a:pt x="4987" y="3476"/>
                    <a:pt x="4985" y="3473"/>
                    <a:pt x="4993" y="3469"/>
                  </a:cubicBezTo>
                  <a:cubicBezTo>
                    <a:pt x="5001" y="3464"/>
                    <a:pt x="5001" y="3458"/>
                    <a:pt x="4990" y="3451"/>
                  </a:cubicBezTo>
                  <a:cubicBezTo>
                    <a:pt x="4979" y="3445"/>
                    <a:pt x="4977" y="3443"/>
                    <a:pt x="4974" y="3433"/>
                  </a:cubicBezTo>
                  <a:cubicBezTo>
                    <a:pt x="4971" y="3424"/>
                    <a:pt x="4963" y="3422"/>
                    <a:pt x="4963" y="3413"/>
                  </a:cubicBezTo>
                  <a:cubicBezTo>
                    <a:pt x="4962" y="3403"/>
                    <a:pt x="4961" y="3400"/>
                    <a:pt x="4967" y="3392"/>
                  </a:cubicBezTo>
                  <a:cubicBezTo>
                    <a:pt x="4972" y="3384"/>
                    <a:pt x="4969" y="3374"/>
                    <a:pt x="4978" y="3371"/>
                  </a:cubicBezTo>
                  <a:cubicBezTo>
                    <a:pt x="4987" y="3369"/>
                    <a:pt x="4991" y="3349"/>
                    <a:pt x="5005" y="3344"/>
                  </a:cubicBezTo>
                  <a:cubicBezTo>
                    <a:pt x="5020" y="3339"/>
                    <a:pt x="5024" y="3338"/>
                    <a:pt x="5026" y="3329"/>
                  </a:cubicBezTo>
                  <a:cubicBezTo>
                    <a:pt x="5028" y="3321"/>
                    <a:pt x="5027" y="3309"/>
                    <a:pt x="5039" y="3321"/>
                  </a:cubicBezTo>
                  <a:cubicBezTo>
                    <a:pt x="5051" y="3332"/>
                    <a:pt x="5056" y="3331"/>
                    <a:pt x="5067" y="3333"/>
                  </a:cubicBezTo>
                  <a:cubicBezTo>
                    <a:pt x="5077" y="3335"/>
                    <a:pt x="5081" y="3335"/>
                    <a:pt x="5085" y="3342"/>
                  </a:cubicBezTo>
                  <a:cubicBezTo>
                    <a:pt x="5090" y="3349"/>
                    <a:pt x="5096" y="3349"/>
                    <a:pt x="5111" y="3349"/>
                  </a:cubicBezTo>
                  <a:cubicBezTo>
                    <a:pt x="5127" y="3348"/>
                    <a:pt x="5134" y="3345"/>
                    <a:pt x="5142" y="3351"/>
                  </a:cubicBezTo>
                  <a:cubicBezTo>
                    <a:pt x="5150" y="3358"/>
                    <a:pt x="5158" y="3363"/>
                    <a:pt x="5167" y="3364"/>
                  </a:cubicBezTo>
                  <a:cubicBezTo>
                    <a:pt x="5177" y="3365"/>
                    <a:pt x="5181" y="3375"/>
                    <a:pt x="5197" y="3374"/>
                  </a:cubicBezTo>
                  <a:cubicBezTo>
                    <a:pt x="5212" y="3373"/>
                    <a:pt x="5225" y="3372"/>
                    <a:pt x="5229" y="3382"/>
                  </a:cubicBezTo>
                  <a:cubicBezTo>
                    <a:pt x="5232" y="3392"/>
                    <a:pt x="5232" y="3400"/>
                    <a:pt x="5237" y="3405"/>
                  </a:cubicBezTo>
                  <a:cubicBezTo>
                    <a:pt x="5243" y="3411"/>
                    <a:pt x="5243" y="3419"/>
                    <a:pt x="5245" y="3430"/>
                  </a:cubicBezTo>
                  <a:cubicBezTo>
                    <a:pt x="5246" y="3441"/>
                    <a:pt x="5243" y="3444"/>
                    <a:pt x="5253" y="3450"/>
                  </a:cubicBezTo>
                  <a:cubicBezTo>
                    <a:pt x="5263" y="3456"/>
                    <a:pt x="5263" y="3461"/>
                    <a:pt x="5284" y="3467"/>
                  </a:cubicBezTo>
                  <a:cubicBezTo>
                    <a:pt x="5305" y="3472"/>
                    <a:pt x="5311" y="3471"/>
                    <a:pt x="5321" y="3479"/>
                  </a:cubicBezTo>
                  <a:cubicBezTo>
                    <a:pt x="5332" y="3486"/>
                    <a:pt x="5345" y="3485"/>
                    <a:pt x="5355" y="3483"/>
                  </a:cubicBezTo>
                  <a:cubicBezTo>
                    <a:pt x="5366" y="3481"/>
                    <a:pt x="5366" y="3475"/>
                    <a:pt x="5380" y="3468"/>
                  </a:cubicBezTo>
                  <a:cubicBezTo>
                    <a:pt x="5394" y="3461"/>
                    <a:pt x="5393" y="3461"/>
                    <a:pt x="5405" y="3461"/>
                  </a:cubicBezTo>
                  <a:cubicBezTo>
                    <a:pt x="5416" y="3460"/>
                    <a:pt x="5413" y="3453"/>
                    <a:pt x="5429" y="3453"/>
                  </a:cubicBezTo>
                  <a:cubicBezTo>
                    <a:pt x="5445" y="3453"/>
                    <a:pt x="5449" y="3451"/>
                    <a:pt x="5459" y="3457"/>
                  </a:cubicBezTo>
                  <a:cubicBezTo>
                    <a:pt x="5469" y="3463"/>
                    <a:pt x="5474" y="3461"/>
                    <a:pt x="5481" y="3463"/>
                  </a:cubicBezTo>
                  <a:cubicBezTo>
                    <a:pt x="5489" y="3465"/>
                    <a:pt x="5486" y="3472"/>
                    <a:pt x="5498" y="3471"/>
                  </a:cubicBezTo>
                  <a:cubicBezTo>
                    <a:pt x="5510" y="3471"/>
                    <a:pt x="5519" y="3457"/>
                    <a:pt x="5531" y="3468"/>
                  </a:cubicBezTo>
                  <a:cubicBezTo>
                    <a:pt x="5543" y="3479"/>
                    <a:pt x="5546" y="3496"/>
                    <a:pt x="5562" y="3496"/>
                  </a:cubicBezTo>
                  <a:cubicBezTo>
                    <a:pt x="5578" y="3496"/>
                    <a:pt x="5603" y="3491"/>
                    <a:pt x="5604" y="3507"/>
                  </a:cubicBezTo>
                  <a:cubicBezTo>
                    <a:pt x="5605" y="3523"/>
                    <a:pt x="5610" y="3530"/>
                    <a:pt x="5621" y="3535"/>
                  </a:cubicBezTo>
                  <a:cubicBezTo>
                    <a:pt x="5633" y="3539"/>
                    <a:pt x="5633" y="3551"/>
                    <a:pt x="5648" y="3550"/>
                  </a:cubicBezTo>
                  <a:cubicBezTo>
                    <a:pt x="5663" y="3549"/>
                    <a:pt x="5671" y="3540"/>
                    <a:pt x="5689" y="3549"/>
                  </a:cubicBezTo>
                  <a:cubicBezTo>
                    <a:pt x="5707" y="3557"/>
                    <a:pt x="5707" y="3562"/>
                    <a:pt x="5725" y="3562"/>
                  </a:cubicBezTo>
                  <a:cubicBezTo>
                    <a:pt x="5742" y="3562"/>
                    <a:pt x="5772" y="3563"/>
                    <a:pt x="5788" y="3563"/>
                  </a:cubicBezTo>
                  <a:cubicBezTo>
                    <a:pt x="5804" y="3562"/>
                    <a:pt x="5801" y="3546"/>
                    <a:pt x="5822" y="3546"/>
                  </a:cubicBezTo>
                  <a:cubicBezTo>
                    <a:pt x="5843" y="3546"/>
                    <a:pt x="5857" y="3543"/>
                    <a:pt x="5870" y="3541"/>
                  </a:cubicBezTo>
                  <a:cubicBezTo>
                    <a:pt x="5883" y="3539"/>
                    <a:pt x="5885" y="3533"/>
                    <a:pt x="5899" y="3533"/>
                  </a:cubicBezTo>
                  <a:cubicBezTo>
                    <a:pt x="5913" y="3533"/>
                    <a:pt x="5931" y="3535"/>
                    <a:pt x="5933" y="3524"/>
                  </a:cubicBezTo>
                  <a:cubicBezTo>
                    <a:pt x="5935" y="3513"/>
                    <a:pt x="5932" y="3509"/>
                    <a:pt x="5945" y="3503"/>
                  </a:cubicBezTo>
                  <a:cubicBezTo>
                    <a:pt x="5957" y="3498"/>
                    <a:pt x="5957" y="3491"/>
                    <a:pt x="5970" y="3489"/>
                  </a:cubicBezTo>
                  <a:cubicBezTo>
                    <a:pt x="5983" y="3486"/>
                    <a:pt x="5978" y="3485"/>
                    <a:pt x="5988" y="3479"/>
                  </a:cubicBezTo>
                  <a:cubicBezTo>
                    <a:pt x="5998" y="3472"/>
                    <a:pt x="5995" y="3471"/>
                    <a:pt x="6010" y="3471"/>
                  </a:cubicBezTo>
                  <a:cubicBezTo>
                    <a:pt x="6025" y="3470"/>
                    <a:pt x="6030" y="3471"/>
                    <a:pt x="6048" y="3477"/>
                  </a:cubicBezTo>
                  <a:cubicBezTo>
                    <a:pt x="6066" y="3484"/>
                    <a:pt x="6057" y="3491"/>
                    <a:pt x="6069" y="3498"/>
                  </a:cubicBezTo>
                  <a:cubicBezTo>
                    <a:pt x="6081" y="3505"/>
                    <a:pt x="6101" y="3507"/>
                    <a:pt x="6107" y="3501"/>
                  </a:cubicBezTo>
                  <a:cubicBezTo>
                    <a:pt x="6113" y="3495"/>
                    <a:pt x="6116" y="3489"/>
                    <a:pt x="6128" y="3491"/>
                  </a:cubicBezTo>
                  <a:cubicBezTo>
                    <a:pt x="6140" y="3493"/>
                    <a:pt x="6151" y="3491"/>
                    <a:pt x="6158" y="3500"/>
                  </a:cubicBezTo>
                  <a:cubicBezTo>
                    <a:pt x="6159" y="3501"/>
                    <a:pt x="6160" y="3502"/>
                    <a:pt x="6160" y="3503"/>
                  </a:cubicBezTo>
                  <a:cubicBezTo>
                    <a:pt x="6160" y="3503"/>
                    <a:pt x="6160" y="3503"/>
                    <a:pt x="6160" y="3503"/>
                  </a:cubicBezTo>
                  <a:cubicBezTo>
                    <a:pt x="6161" y="3504"/>
                    <a:pt x="6162" y="3505"/>
                    <a:pt x="6162" y="3506"/>
                  </a:cubicBezTo>
                  <a:cubicBezTo>
                    <a:pt x="6162" y="3506"/>
                    <a:pt x="6162" y="3506"/>
                    <a:pt x="6162" y="3506"/>
                  </a:cubicBezTo>
                  <a:cubicBezTo>
                    <a:pt x="6162" y="3506"/>
                    <a:pt x="6162" y="3506"/>
                    <a:pt x="6162" y="3506"/>
                  </a:cubicBezTo>
                  <a:cubicBezTo>
                    <a:pt x="6163" y="3507"/>
                    <a:pt x="6163" y="3507"/>
                    <a:pt x="6163" y="3508"/>
                  </a:cubicBezTo>
                  <a:cubicBezTo>
                    <a:pt x="6163" y="3508"/>
                    <a:pt x="6163" y="3508"/>
                    <a:pt x="6163" y="3508"/>
                  </a:cubicBezTo>
                  <a:cubicBezTo>
                    <a:pt x="6164" y="3509"/>
                    <a:pt x="6164" y="3509"/>
                    <a:pt x="6164" y="3510"/>
                  </a:cubicBezTo>
                  <a:cubicBezTo>
                    <a:pt x="6164" y="3510"/>
                    <a:pt x="6164" y="3510"/>
                    <a:pt x="6164" y="3510"/>
                  </a:cubicBezTo>
                  <a:cubicBezTo>
                    <a:pt x="6164" y="3510"/>
                    <a:pt x="6165" y="3511"/>
                    <a:pt x="6165" y="3511"/>
                  </a:cubicBezTo>
                  <a:cubicBezTo>
                    <a:pt x="6165" y="3511"/>
                    <a:pt x="6165" y="3511"/>
                    <a:pt x="6165" y="3511"/>
                  </a:cubicBezTo>
                  <a:cubicBezTo>
                    <a:pt x="6165" y="3512"/>
                    <a:pt x="6166" y="3512"/>
                    <a:pt x="6166" y="3512"/>
                  </a:cubicBezTo>
                  <a:cubicBezTo>
                    <a:pt x="6166" y="3513"/>
                    <a:pt x="6166" y="3513"/>
                    <a:pt x="6166" y="3513"/>
                  </a:cubicBezTo>
                  <a:cubicBezTo>
                    <a:pt x="6167" y="3513"/>
                    <a:pt x="6167" y="3513"/>
                    <a:pt x="6167" y="3514"/>
                  </a:cubicBezTo>
                  <a:cubicBezTo>
                    <a:pt x="6167" y="3514"/>
                    <a:pt x="6167" y="3514"/>
                    <a:pt x="6167" y="3514"/>
                  </a:cubicBezTo>
                  <a:cubicBezTo>
                    <a:pt x="6168" y="3514"/>
                    <a:pt x="6168" y="3515"/>
                    <a:pt x="6169" y="3515"/>
                  </a:cubicBezTo>
                  <a:cubicBezTo>
                    <a:pt x="6169" y="3515"/>
                    <a:pt x="6169" y="3515"/>
                    <a:pt x="6169" y="3515"/>
                  </a:cubicBezTo>
                  <a:cubicBezTo>
                    <a:pt x="6169" y="3516"/>
                    <a:pt x="6170" y="3516"/>
                    <a:pt x="6170" y="3516"/>
                  </a:cubicBezTo>
                  <a:cubicBezTo>
                    <a:pt x="6170" y="3516"/>
                    <a:pt x="6170" y="3516"/>
                    <a:pt x="6171" y="3517"/>
                  </a:cubicBezTo>
                  <a:cubicBezTo>
                    <a:pt x="6171" y="3517"/>
                    <a:pt x="6171" y="3517"/>
                    <a:pt x="6172" y="3517"/>
                  </a:cubicBezTo>
                  <a:cubicBezTo>
                    <a:pt x="6172" y="3517"/>
                    <a:pt x="6172" y="3518"/>
                    <a:pt x="6172" y="3518"/>
                  </a:cubicBezTo>
                  <a:cubicBezTo>
                    <a:pt x="6173" y="3518"/>
                    <a:pt x="6174" y="3518"/>
                    <a:pt x="6174" y="3518"/>
                  </a:cubicBezTo>
                  <a:cubicBezTo>
                    <a:pt x="6174" y="3519"/>
                    <a:pt x="6175" y="3519"/>
                    <a:pt x="6175" y="3519"/>
                  </a:cubicBezTo>
                  <a:cubicBezTo>
                    <a:pt x="6175" y="3519"/>
                    <a:pt x="6176" y="3519"/>
                    <a:pt x="6177" y="3519"/>
                  </a:cubicBezTo>
                  <a:cubicBezTo>
                    <a:pt x="6177" y="3519"/>
                    <a:pt x="6177" y="3519"/>
                    <a:pt x="6177" y="3519"/>
                  </a:cubicBezTo>
                  <a:cubicBezTo>
                    <a:pt x="6178" y="3520"/>
                    <a:pt x="6179" y="3520"/>
                    <a:pt x="6179" y="3520"/>
                  </a:cubicBezTo>
                  <a:cubicBezTo>
                    <a:pt x="6180" y="3520"/>
                    <a:pt x="6180" y="3520"/>
                    <a:pt x="6180" y="3520"/>
                  </a:cubicBezTo>
                  <a:cubicBezTo>
                    <a:pt x="6181" y="3520"/>
                    <a:pt x="6182" y="3521"/>
                    <a:pt x="6183" y="3521"/>
                  </a:cubicBezTo>
                  <a:cubicBezTo>
                    <a:pt x="6203" y="3523"/>
                    <a:pt x="6205" y="3525"/>
                    <a:pt x="6216" y="3529"/>
                  </a:cubicBezTo>
                  <a:cubicBezTo>
                    <a:pt x="6227" y="3533"/>
                    <a:pt x="6230" y="3541"/>
                    <a:pt x="6245" y="3532"/>
                  </a:cubicBezTo>
                  <a:cubicBezTo>
                    <a:pt x="6259" y="3523"/>
                    <a:pt x="6261" y="3511"/>
                    <a:pt x="6275" y="3507"/>
                  </a:cubicBezTo>
                  <a:cubicBezTo>
                    <a:pt x="6289" y="3503"/>
                    <a:pt x="6291" y="3495"/>
                    <a:pt x="6303" y="3495"/>
                  </a:cubicBezTo>
                  <a:cubicBezTo>
                    <a:pt x="6315" y="3495"/>
                    <a:pt x="6327" y="3491"/>
                    <a:pt x="6329" y="3482"/>
                  </a:cubicBezTo>
                  <a:cubicBezTo>
                    <a:pt x="6332" y="3473"/>
                    <a:pt x="6327" y="3469"/>
                    <a:pt x="6321" y="3464"/>
                  </a:cubicBezTo>
                  <a:cubicBezTo>
                    <a:pt x="6315" y="3459"/>
                    <a:pt x="6317" y="3449"/>
                    <a:pt x="6327" y="3442"/>
                  </a:cubicBezTo>
                  <a:cubicBezTo>
                    <a:pt x="6337" y="3435"/>
                    <a:pt x="6342" y="3427"/>
                    <a:pt x="6347" y="3415"/>
                  </a:cubicBezTo>
                  <a:cubicBezTo>
                    <a:pt x="6353" y="3403"/>
                    <a:pt x="6360" y="3398"/>
                    <a:pt x="6364" y="3383"/>
                  </a:cubicBezTo>
                  <a:cubicBezTo>
                    <a:pt x="6368" y="3367"/>
                    <a:pt x="6373" y="3351"/>
                    <a:pt x="6387" y="3344"/>
                  </a:cubicBezTo>
                  <a:cubicBezTo>
                    <a:pt x="6400" y="3337"/>
                    <a:pt x="6415" y="3331"/>
                    <a:pt x="6419" y="3322"/>
                  </a:cubicBezTo>
                  <a:cubicBezTo>
                    <a:pt x="6423" y="3313"/>
                    <a:pt x="6423" y="3311"/>
                    <a:pt x="6418" y="3307"/>
                  </a:cubicBezTo>
                  <a:cubicBezTo>
                    <a:pt x="6413" y="3303"/>
                    <a:pt x="6411" y="3297"/>
                    <a:pt x="6411" y="3291"/>
                  </a:cubicBezTo>
                  <a:cubicBezTo>
                    <a:pt x="6411" y="3285"/>
                    <a:pt x="6410" y="3273"/>
                    <a:pt x="6398" y="3274"/>
                  </a:cubicBezTo>
                  <a:cubicBezTo>
                    <a:pt x="6386" y="3275"/>
                    <a:pt x="6373" y="3275"/>
                    <a:pt x="6373" y="3267"/>
                  </a:cubicBezTo>
                  <a:cubicBezTo>
                    <a:pt x="6373" y="3260"/>
                    <a:pt x="6372" y="3257"/>
                    <a:pt x="6384" y="3254"/>
                  </a:cubicBezTo>
                  <a:cubicBezTo>
                    <a:pt x="6396" y="3251"/>
                    <a:pt x="6398" y="3234"/>
                    <a:pt x="6414" y="3226"/>
                  </a:cubicBezTo>
                  <a:cubicBezTo>
                    <a:pt x="6430" y="3218"/>
                    <a:pt x="6429" y="3215"/>
                    <a:pt x="6439" y="3215"/>
                  </a:cubicBezTo>
                  <a:cubicBezTo>
                    <a:pt x="6449" y="3215"/>
                    <a:pt x="6451" y="3207"/>
                    <a:pt x="6464" y="3207"/>
                  </a:cubicBezTo>
                  <a:cubicBezTo>
                    <a:pt x="6477" y="3206"/>
                    <a:pt x="6487" y="3207"/>
                    <a:pt x="6500" y="3205"/>
                  </a:cubicBezTo>
                  <a:cubicBezTo>
                    <a:pt x="6513" y="3202"/>
                    <a:pt x="6508" y="3197"/>
                    <a:pt x="6528" y="3197"/>
                  </a:cubicBezTo>
                  <a:cubicBezTo>
                    <a:pt x="6548" y="3197"/>
                    <a:pt x="6553" y="3202"/>
                    <a:pt x="6567" y="3198"/>
                  </a:cubicBezTo>
                  <a:cubicBezTo>
                    <a:pt x="6581" y="3194"/>
                    <a:pt x="6589" y="3189"/>
                    <a:pt x="6598" y="3191"/>
                  </a:cubicBezTo>
                  <a:cubicBezTo>
                    <a:pt x="6607" y="3194"/>
                    <a:pt x="6619" y="3203"/>
                    <a:pt x="6630" y="3205"/>
                  </a:cubicBezTo>
                  <a:cubicBezTo>
                    <a:pt x="6641" y="3207"/>
                    <a:pt x="6647" y="3212"/>
                    <a:pt x="6651" y="3217"/>
                  </a:cubicBezTo>
                  <a:cubicBezTo>
                    <a:pt x="6655" y="3221"/>
                    <a:pt x="6660" y="3224"/>
                    <a:pt x="6673" y="3223"/>
                  </a:cubicBezTo>
                  <a:cubicBezTo>
                    <a:pt x="6687" y="3223"/>
                    <a:pt x="6715" y="3219"/>
                    <a:pt x="6721" y="3229"/>
                  </a:cubicBezTo>
                  <a:cubicBezTo>
                    <a:pt x="6727" y="3239"/>
                    <a:pt x="6731" y="3248"/>
                    <a:pt x="6742" y="3251"/>
                  </a:cubicBezTo>
                  <a:cubicBezTo>
                    <a:pt x="6753" y="3255"/>
                    <a:pt x="6757" y="3263"/>
                    <a:pt x="6759" y="3272"/>
                  </a:cubicBezTo>
                  <a:cubicBezTo>
                    <a:pt x="6762" y="3281"/>
                    <a:pt x="6777" y="3283"/>
                    <a:pt x="6779" y="3297"/>
                  </a:cubicBezTo>
                  <a:cubicBezTo>
                    <a:pt x="6780" y="3311"/>
                    <a:pt x="6779" y="3327"/>
                    <a:pt x="6789" y="3339"/>
                  </a:cubicBezTo>
                  <a:cubicBezTo>
                    <a:pt x="6799" y="3350"/>
                    <a:pt x="6800" y="3353"/>
                    <a:pt x="6802" y="3360"/>
                  </a:cubicBezTo>
                  <a:cubicBezTo>
                    <a:pt x="6804" y="3367"/>
                    <a:pt x="6810" y="3374"/>
                    <a:pt x="6811" y="3387"/>
                  </a:cubicBezTo>
                  <a:cubicBezTo>
                    <a:pt x="6811" y="3399"/>
                    <a:pt x="6810" y="3402"/>
                    <a:pt x="6818" y="3410"/>
                  </a:cubicBezTo>
                  <a:cubicBezTo>
                    <a:pt x="6826" y="3418"/>
                    <a:pt x="6829" y="3421"/>
                    <a:pt x="6835" y="3431"/>
                  </a:cubicBezTo>
                  <a:cubicBezTo>
                    <a:pt x="6841" y="3442"/>
                    <a:pt x="6840" y="3446"/>
                    <a:pt x="6843" y="3458"/>
                  </a:cubicBezTo>
                  <a:cubicBezTo>
                    <a:pt x="6847" y="3470"/>
                    <a:pt x="6859" y="3467"/>
                    <a:pt x="6855" y="3481"/>
                  </a:cubicBezTo>
                  <a:cubicBezTo>
                    <a:pt x="6851" y="3495"/>
                    <a:pt x="6851" y="3508"/>
                    <a:pt x="6859" y="3515"/>
                  </a:cubicBezTo>
                  <a:cubicBezTo>
                    <a:pt x="6867" y="3523"/>
                    <a:pt x="6877" y="3532"/>
                    <a:pt x="6885" y="3533"/>
                  </a:cubicBezTo>
                  <a:cubicBezTo>
                    <a:pt x="6894" y="3535"/>
                    <a:pt x="6900" y="3544"/>
                    <a:pt x="6907" y="3535"/>
                  </a:cubicBezTo>
                  <a:cubicBezTo>
                    <a:pt x="6913" y="3525"/>
                    <a:pt x="6920" y="3525"/>
                    <a:pt x="6927" y="3531"/>
                  </a:cubicBezTo>
                  <a:cubicBezTo>
                    <a:pt x="6935" y="3537"/>
                    <a:pt x="6947" y="3555"/>
                    <a:pt x="6961" y="3547"/>
                  </a:cubicBezTo>
                  <a:cubicBezTo>
                    <a:pt x="6976" y="3539"/>
                    <a:pt x="6981" y="3545"/>
                    <a:pt x="6991" y="3554"/>
                  </a:cubicBezTo>
                  <a:cubicBezTo>
                    <a:pt x="7001" y="3563"/>
                    <a:pt x="7005" y="3580"/>
                    <a:pt x="7019" y="3585"/>
                  </a:cubicBezTo>
                  <a:cubicBezTo>
                    <a:pt x="7033" y="3589"/>
                    <a:pt x="7050" y="3585"/>
                    <a:pt x="7050" y="3595"/>
                  </a:cubicBezTo>
                  <a:cubicBezTo>
                    <a:pt x="7050" y="3604"/>
                    <a:pt x="7048" y="3610"/>
                    <a:pt x="7056" y="3615"/>
                  </a:cubicBezTo>
                  <a:cubicBezTo>
                    <a:pt x="7064" y="3621"/>
                    <a:pt x="7061" y="3635"/>
                    <a:pt x="7061" y="3643"/>
                  </a:cubicBezTo>
                  <a:cubicBezTo>
                    <a:pt x="7061" y="3651"/>
                    <a:pt x="7049" y="3660"/>
                    <a:pt x="7063" y="3667"/>
                  </a:cubicBezTo>
                  <a:cubicBezTo>
                    <a:pt x="7076" y="3673"/>
                    <a:pt x="7076" y="3681"/>
                    <a:pt x="7079" y="3683"/>
                  </a:cubicBezTo>
                  <a:cubicBezTo>
                    <a:pt x="7081" y="3686"/>
                    <a:pt x="7092" y="3688"/>
                    <a:pt x="7102" y="3683"/>
                  </a:cubicBezTo>
                  <a:cubicBezTo>
                    <a:pt x="7112" y="3677"/>
                    <a:pt x="7113" y="3686"/>
                    <a:pt x="7129" y="3687"/>
                  </a:cubicBezTo>
                  <a:cubicBezTo>
                    <a:pt x="7144" y="3689"/>
                    <a:pt x="7155" y="3691"/>
                    <a:pt x="7165" y="3681"/>
                  </a:cubicBezTo>
                  <a:cubicBezTo>
                    <a:pt x="7175" y="3671"/>
                    <a:pt x="7183" y="3655"/>
                    <a:pt x="7196" y="3654"/>
                  </a:cubicBezTo>
                  <a:cubicBezTo>
                    <a:pt x="7209" y="3653"/>
                    <a:pt x="7223" y="3654"/>
                    <a:pt x="7232" y="3649"/>
                  </a:cubicBezTo>
                  <a:cubicBezTo>
                    <a:pt x="7241" y="3643"/>
                    <a:pt x="7240" y="3641"/>
                    <a:pt x="7255" y="3639"/>
                  </a:cubicBezTo>
                  <a:cubicBezTo>
                    <a:pt x="7269" y="3636"/>
                    <a:pt x="7265" y="3625"/>
                    <a:pt x="7277" y="3625"/>
                  </a:cubicBezTo>
                  <a:cubicBezTo>
                    <a:pt x="7289" y="3625"/>
                    <a:pt x="7309" y="3625"/>
                    <a:pt x="7310" y="3632"/>
                  </a:cubicBezTo>
                  <a:cubicBezTo>
                    <a:pt x="7311" y="3639"/>
                    <a:pt x="7316" y="3646"/>
                    <a:pt x="7309" y="3649"/>
                  </a:cubicBezTo>
                  <a:cubicBezTo>
                    <a:pt x="7301" y="3653"/>
                    <a:pt x="7293" y="3659"/>
                    <a:pt x="7302" y="3666"/>
                  </a:cubicBezTo>
                  <a:cubicBezTo>
                    <a:pt x="7311" y="3673"/>
                    <a:pt x="7314" y="3681"/>
                    <a:pt x="7309" y="3692"/>
                  </a:cubicBezTo>
                  <a:cubicBezTo>
                    <a:pt x="7305" y="3703"/>
                    <a:pt x="7299" y="3705"/>
                    <a:pt x="7291" y="3705"/>
                  </a:cubicBezTo>
                  <a:cubicBezTo>
                    <a:pt x="7283" y="3706"/>
                    <a:pt x="7276" y="3716"/>
                    <a:pt x="7276" y="3730"/>
                  </a:cubicBezTo>
                  <a:cubicBezTo>
                    <a:pt x="7276" y="3744"/>
                    <a:pt x="7261" y="3755"/>
                    <a:pt x="7261" y="3768"/>
                  </a:cubicBezTo>
                  <a:cubicBezTo>
                    <a:pt x="7262" y="3781"/>
                    <a:pt x="7263" y="3798"/>
                    <a:pt x="7255" y="3805"/>
                  </a:cubicBezTo>
                  <a:cubicBezTo>
                    <a:pt x="7247" y="3813"/>
                    <a:pt x="7242" y="3814"/>
                    <a:pt x="7238" y="3827"/>
                  </a:cubicBezTo>
                  <a:cubicBezTo>
                    <a:pt x="7234" y="3841"/>
                    <a:pt x="7232" y="3855"/>
                    <a:pt x="7222" y="3858"/>
                  </a:cubicBezTo>
                  <a:cubicBezTo>
                    <a:pt x="7212" y="3861"/>
                    <a:pt x="7209" y="3864"/>
                    <a:pt x="7209" y="3878"/>
                  </a:cubicBezTo>
                  <a:cubicBezTo>
                    <a:pt x="7208" y="3892"/>
                    <a:pt x="7205" y="3899"/>
                    <a:pt x="7189" y="3896"/>
                  </a:cubicBezTo>
                  <a:cubicBezTo>
                    <a:pt x="7173" y="3893"/>
                    <a:pt x="7157" y="3887"/>
                    <a:pt x="7147" y="3881"/>
                  </a:cubicBezTo>
                  <a:cubicBezTo>
                    <a:pt x="7137" y="3876"/>
                    <a:pt x="7127" y="3871"/>
                    <a:pt x="7121" y="3881"/>
                  </a:cubicBezTo>
                  <a:cubicBezTo>
                    <a:pt x="7115" y="3890"/>
                    <a:pt x="7111" y="3898"/>
                    <a:pt x="7100" y="3900"/>
                  </a:cubicBezTo>
                  <a:cubicBezTo>
                    <a:pt x="7089" y="3902"/>
                    <a:pt x="7073" y="3902"/>
                    <a:pt x="7071" y="3910"/>
                  </a:cubicBezTo>
                  <a:cubicBezTo>
                    <a:pt x="7070" y="3918"/>
                    <a:pt x="7075" y="3926"/>
                    <a:pt x="7080" y="3931"/>
                  </a:cubicBezTo>
                  <a:cubicBezTo>
                    <a:pt x="7085" y="3935"/>
                    <a:pt x="7080" y="3941"/>
                    <a:pt x="7085" y="3946"/>
                  </a:cubicBezTo>
                  <a:cubicBezTo>
                    <a:pt x="7091" y="3951"/>
                    <a:pt x="7092" y="3961"/>
                    <a:pt x="7091" y="3971"/>
                  </a:cubicBezTo>
                  <a:cubicBezTo>
                    <a:pt x="7091" y="3981"/>
                    <a:pt x="7088" y="4001"/>
                    <a:pt x="7091" y="4009"/>
                  </a:cubicBezTo>
                  <a:cubicBezTo>
                    <a:pt x="7095" y="4017"/>
                    <a:pt x="7093" y="4028"/>
                    <a:pt x="7091" y="4037"/>
                  </a:cubicBezTo>
                  <a:cubicBezTo>
                    <a:pt x="7090" y="4047"/>
                    <a:pt x="7086" y="4043"/>
                    <a:pt x="7081" y="4053"/>
                  </a:cubicBezTo>
                  <a:cubicBezTo>
                    <a:pt x="7075" y="4063"/>
                    <a:pt x="7072" y="4067"/>
                    <a:pt x="7061" y="4068"/>
                  </a:cubicBezTo>
                  <a:cubicBezTo>
                    <a:pt x="7051" y="4069"/>
                    <a:pt x="7050" y="4065"/>
                    <a:pt x="7048" y="4073"/>
                  </a:cubicBezTo>
                  <a:cubicBezTo>
                    <a:pt x="7048" y="4074"/>
                    <a:pt x="7047" y="4075"/>
                    <a:pt x="7047" y="4076"/>
                  </a:cubicBezTo>
                  <a:cubicBezTo>
                    <a:pt x="7047" y="4077"/>
                    <a:pt x="7047" y="4077"/>
                    <a:pt x="7047" y="4077"/>
                  </a:cubicBezTo>
                  <a:cubicBezTo>
                    <a:pt x="7046" y="4078"/>
                    <a:pt x="7046" y="4078"/>
                    <a:pt x="7045" y="4079"/>
                  </a:cubicBezTo>
                  <a:cubicBezTo>
                    <a:pt x="7045" y="4079"/>
                    <a:pt x="7045" y="4079"/>
                    <a:pt x="7045" y="4079"/>
                  </a:cubicBezTo>
                  <a:cubicBezTo>
                    <a:pt x="7044" y="4081"/>
                    <a:pt x="7043" y="4082"/>
                    <a:pt x="7041" y="4083"/>
                  </a:cubicBezTo>
                  <a:cubicBezTo>
                    <a:pt x="7041" y="4083"/>
                    <a:pt x="7041" y="4083"/>
                    <a:pt x="7041" y="4083"/>
                  </a:cubicBezTo>
                  <a:cubicBezTo>
                    <a:pt x="7042" y="4086"/>
                    <a:pt x="7042" y="4088"/>
                    <a:pt x="7044" y="4090"/>
                  </a:cubicBezTo>
                  <a:cubicBezTo>
                    <a:pt x="7047" y="4094"/>
                    <a:pt x="7049" y="4096"/>
                    <a:pt x="7051" y="4099"/>
                  </a:cubicBezTo>
                  <a:cubicBezTo>
                    <a:pt x="7063" y="4079"/>
                    <a:pt x="7097" y="4064"/>
                    <a:pt x="7121" y="4058"/>
                  </a:cubicBezTo>
                  <a:cubicBezTo>
                    <a:pt x="7145" y="4053"/>
                    <a:pt x="7160" y="4067"/>
                    <a:pt x="7190" y="4073"/>
                  </a:cubicBezTo>
                  <a:cubicBezTo>
                    <a:pt x="7220" y="4078"/>
                    <a:pt x="7238" y="4071"/>
                    <a:pt x="7263" y="4061"/>
                  </a:cubicBezTo>
                  <a:cubicBezTo>
                    <a:pt x="7287" y="4051"/>
                    <a:pt x="7324" y="4020"/>
                    <a:pt x="7342" y="3998"/>
                  </a:cubicBezTo>
                  <a:cubicBezTo>
                    <a:pt x="7359" y="3977"/>
                    <a:pt x="7402" y="3934"/>
                    <a:pt x="7435" y="3896"/>
                  </a:cubicBezTo>
                  <a:cubicBezTo>
                    <a:pt x="7468" y="3859"/>
                    <a:pt x="7466" y="3861"/>
                    <a:pt x="7499" y="3835"/>
                  </a:cubicBezTo>
                  <a:cubicBezTo>
                    <a:pt x="7532" y="3809"/>
                    <a:pt x="7544" y="3769"/>
                    <a:pt x="7554" y="3742"/>
                  </a:cubicBezTo>
                  <a:cubicBezTo>
                    <a:pt x="7564" y="3714"/>
                    <a:pt x="7584" y="3713"/>
                    <a:pt x="7605" y="3679"/>
                  </a:cubicBezTo>
                  <a:cubicBezTo>
                    <a:pt x="7627" y="3644"/>
                    <a:pt x="7634" y="3636"/>
                    <a:pt x="7648" y="3624"/>
                  </a:cubicBezTo>
                  <a:cubicBezTo>
                    <a:pt x="7663" y="3613"/>
                    <a:pt x="7667" y="3588"/>
                    <a:pt x="7668" y="3568"/>
                  </a:cubicBezTo>
                  <a:cubicBezTo>
                    <a:pt x="7670" y="3548"/>
                    <a:pt x="7671" y="3550"/>
                    <a:pt x="7681" y="3529"/>
                  </a:cubicBezTo>
                  <a:cubicBezTo>
                    <a:pt x="7691" y="3509"/>
                    <a:pt x="7684" y="3476"/>
                    <a:pt x="7678" y="3456"/>
                  </a:cubicBezTo>
                  <a:cubicBezTo>
                    <a:pt x="7673" y="3436"/>
                    <a:pt x="7678" y="3431"/>
                    <a:pt x="7687" y="3415"/>
                  </a:cubicBezTo>
                  <a:cubicBezTo>
                    <a:pt x="7696" y="3399"/>
                    <a:pt x="7700" y="3378"/>
                    <a:pt x="7707" y="3359"/>
                  </a:cubicBezTo>
                  <a:cubicBezTo>
                    <a:pt x="7714" y="3340"/>
                    <a:pt x="7726" y="3339"/>
                    <a:pt x="7732" y="3325"/>
                  </a:cubicBezTo>
                  <a:cubicBezTo>
                    <a:pt x="7737" y="3312"/>
                    <a:pt x="7731" y="3304"/>
                    <a:pt x="7724" y="3297"/>
                  </a:cubicBezTo>
                  <a:cubicBezTo>
                    <a:pt x="7716" y="3289"/>
                    <a:pt x="7723" y="3281"/>
                    <a:pt x="7726" y="3276"/>
                  </a:cubicBezTo>
                  <a:cubicBezTo>
                    <a:pt x="7729" y="3271"/>
                    <a:pt x="7729" y="3258"/>
                    <a:pt x="7716" y="3244"/>
                  </a:cubicBezTo>
                  <a:cubicBezTo>
                    <a:pt x="7703" y="3229"/>
                    <a:pt x="7722" y="3235"/>
                    <a:pt x="7733" y="3227"/>
                  </a:cubicBezTo>
                  <a:cubicBezTo>
                    <a:pt x="7744" y="3219"/>
                    <a:pt x="7731" y="3211"/>
                    <a:pt x="7716" y="3203"/>
                  </a:cubicBezTo>
                  <a:cubicBezTo>
                    <a:pt x="7702" y="3195"/>
                    <a:pt x="7701" y="3193"/>
                    <a:pt x="7686" y="3185"/>
                  </a:cubicBezTo>
                  <a:cubicBezTo>
                    <a:pt x="7670" y="3178"/>
                    <a:pt x="7666" y="3158"/>
                    <a:pt x="7658" y="3142"/>
                  </a:cubicBezTo>
                  <a:cubicBezTo>
                    <a:pt x="7650" y="3126"/>
                    <a:pt x="7639" y="3127"/>
                    <a:pt x="7630" y="3130"/>
                  </a:cubicBezTo>
                  <a:cubicBezTo>
                    <a:pt x="7622" y="3134"/>
                    <a:pt x="7603" y="3132"/>
                    <a:pt x="7587" y="3126"/>
                  </a:cubicBezTo>
                  <a:cubicBezTo>
                    <a:pt x="7572" y="3120"/>
                    <a:pt x="7567" y="3117"/>
                    <a:pt x="7565" y="3130"/>
                  </a:cubicBezTo>
                  <a:cubicBezTo>
                    <a:pt x="7563" y="3142"/>
                    <a:pt x="7560" y="3156"/>
                    <a:pt x="7549" y="3156"/>
                  </a:cubicBezTo>
                  <a:cubicBezTo>
                    <a:pt x="7537" y="3156"/>
                    <a:pt x="7527" y="3165"/>
                    <a:pt x="7519" y="3180"/>
                  </a:cubicBezTo>
                  <a:cubicBezTo>
                    <a:pt x="7512" y="3195"/>
                    <a:pt x="7496" y="3190"/>
                    <a:pt x="7486" y="3183"/>
                  </a:cubicBezTo>
                  <a:cubicBezTo>
                    <a:pt x="7476" y="3176"/>
                    <a:pt x="7494" y="3169"/>
                    <a:pt x="7504" y="3159"/>
                  </a:cubicBezTo>
                  <a:cubicBezTo>
                    <a:pt x="7513" y="3149"/>
                    <a:pt x="7493" y="3153"/>
                    <a:pt x="7487" y="3145"/>
                  </a:cubicBezTo>
                  <a:cubicBezTo>
                    <a:pt x="7481" y="3136"/>
                    <a:pt x="7503" y="3127"/>
                    <a:pt x="7509" y="3113"/>
                  </a:cubicBezTo>
                  <a:cubicBezTo>
                    <a:pt x="7516" y="3099"/>
                    <a:pt x="7493" y="3107"/>
                    <a:pt x="7490" y="3112"/>
                  </a:cubicBezTo>
                  <a:cubicBezTo>
                    <a:pt x="7487" y="3117"/>
                    <a:pt x="7478" y="3122"/>
                    <a:pt x="7467" y="3127"/>
                  </a:cubicBezTo>
                  <a:cubicBezTo>
                    <a:pt x="7456" y="3133"/>
                    <a:pt x="7466" y="3145"/>
                    <a:pt x="7466" y="3155"/>
                  </a:cubicBezTo>
                  <a:cubicBezTo>
                    <a:pt x="7465" y="3166"/>
                    <a:pt x="7458" y="3172"/>
                    <a:pt x="7446" y="3172"/>
                  </a:cubicBezTo>
                  <a:cubicBezTo>
                    <a:pt x="7433" y="3172"/>
                    <a:pt x="7437" y="3140"/>
                    <a:pt x="7437" y="3127"/>
                  </a:cubicBezTo>
                  <a:cubicBezTo>
                    <a:pt x="7437" y="3113"/>
                    <a:pt x="7451" y="3103"/>
                    <a:pt x="7448" y="3094"/>
                  </a:cubicBezTo>
                  <a:cubicBezTo>
                    <a:pt x="7444" y="3084"/>
                    <a:pt x="7417" y="3088"/>
                    <a:pt x="7408" y="3094"/>
                  </a:cubicBezTo>
                  <a:cubicBezTo>
                    <a:pt x="7398" y="3099"/>
                    <a:pt x="7387" y="3099"/>
                    <a:pt x="7375" y="3091"/>
                  </a:cubicBezTo>
                  <a:cubicBezTo>
                    <a:pt x="7362" y="3083"/>
                    <a:pt x="7348" y="3087"/>
                    <a:pt x="7345" y="3077"/>
                  </a:cubicBezTo>
                  <a:cubicBezTo>
                    <a:pt x="7341" y="3066"/>
                    <a:pt x="7359" y="3050"/>
                    <a:pt x="7377" y="3044"/>
                  </a:cubicBezTo>
                  <a:cubicBezTo>
                    <a:pt x="7396" y="3039"/>
                    <a:pt x="7403" y="3034"/>
                    <a:pt x="7413" y="3018"/>
                  </a:cubicBezTo>
                  <a:cubicBezTo>
                    <a:pt x="7423" y="3003"/>
                    <a:pt x="7426" y="3006"/>
                    <a:pt x="7453" y="2994"/>
                  </a:cubicBezTo>
                  <a:cubicBezTo>
                    <a:pt x="7479" y="2983"/>
                    <a:pt x="7499" y="2950"/>
                    <a:pt x="7524" y="2938"/>
                  </a:cubicBezTo>
                  <a:cubicBezTo>
                    <a:pt x="7548" y="2926"/>
                    <a:pt x="7528" y="2919"/>
                    <a:pt x="7538" y="2909"/>
                  </a:cubicBezTo>
                  <a:cubicBezTo>
                    <a:pt x="7548" y="2899"/>
                    <a:pt x="7561" y="2882"/>
                    <a:pt x="7580" y="2869"/>
                  </a:cubicBezTo>
                  <a:cubicBezTo>
                    <a:pt x="7598" y="2855"/>
                    <a:pt x="7609" y="2854"/>
                    <a:pt x="7625" y="2840"/>
                  </a:cubicBezTo>
                  <a:cubicBezTo>
                    <a:pt x="7641" y="2826"/>
                    <a:pt x="7647" y="2814"/>
                    <a:pt x="7666" y="2808"/>
                  </a:cubicBezTo>
                  <a:cubicBezTo>
                    <a:pt x="7686" y="2803"/>
                    <a:pt x="7681" y="2795"/>
                    <a:pt x="7692" y="2770"/>
                  </a:cubicBezTo>
                  <a:cubicBezTo>
                    <a:pt x="7703" y="2745"/>
                    <a:pt x="7712" y="2749"/>
                    <a:pt x="7734" y="2741"/>
                  </a:cubicBezTo>
                  <a:cubicBezTo>
                    <a:pt x="7757" y="2733"/>
                    <a:pt x="7751" y="2713"/>
                    <a:pt x="7768" y="2694"/>
                  </a:cubicBezTo>
                  <a:cubicBezTo>
                    <a:pt x="7785" y="2674"/>
                    <a:pt x="7802" y="2681"/>
                    <a:pt x="7828" y="2672"/>
                  </a:cubicBezTo>
                  <a:cubicBezTo>
                    <a:pt x="7853" y="2662"/>
                    <a:pt x="7857" y="2667"/>
                    <a:pt x="7884" y="2663"/>
                  </a:cubicBezTo>
                  <a:cubicBezTo>
                    <a:pt x="7911" y="2659"/>
                    <a:pt x="7924" y="2660"/>
                    <a:pt x="7947" y="2660"/>
                  </a:cubicBezTo>
                  <a:cubicBezTo>
                    <a:pt x="7969" y="2660"/>
                    <a:pt x="7987" y="2659"/>
                    <a:pt x="8003" y="2659"/>
                  </a:cubicBezTo>
                  <a:cubicBezTo>
                    <a:pt x="8020" y="2658"/>
                    <a:pt x="8017" y="2677"/>
                    <a:pt x="8031" y="2681"/>
                  </a:cubicBezTo>
                  <a:cubicBezTo>
                    <a:pt x="8045" y="2685"/>
                    <a:pt x="8044" y="2670"/>
                    <a:pt x="8053" y="2659"/>
                  </a:cubicBezTo>
                  <a:cubicBezTo>
                    <a:pt x="8063" y="2647"/>
                    <a:pt x="8080" y="2664"/>
                    <a:pt x="8089" y="2662"/>
                  </a:cubicBezTo>
                  <a:cubicBezTo>
                    <a:pt x="8098" y="2660"/>
                    <a:pt x="8107" y="2662"/>
                    <a:pt x="8119" y="2670"/>
                  </a:cubicBezTo>
                  <a:cubicBezTo>
                    <a:pt x="8131" y="2679"/>
                    <a:pt x="8146" y="2664"/>
                    <a:pt x="8153" y="2656"/>
                  </a:cubicBezTo>
                  <a:cubicBezTo>
                    <a:pt x="8160" y="2648"/>
                    <a:pt x="8165" y="2654"/>
                    <a:pt x="8174" y="2664"/>
                  </a:cubicBezTo>
                  <a:cubicBezTo>
                    <a:pt x="8182" y="2673"/>
                    <a:pt x="8190" y="2669"/>
                    <a:pt x="8200" y="2669"/>
                  </a:cubicBezTo>
                  <a:cubicBezTo>
                    <a:pt x="8209" y="2668"/>
                    <a:pt x="8207" y="2661"/>
                    <a:pt x="8207" y="2651"/>
                  </a:cubicBezTo>
                  <a:cubicBezTo>
                    <a:pt x="8207" y="2641"/>
                    <a:pt x="8220" y="2647"/>
                    <a:pt x="8223" y="2639"/>
                  </a:cubicBezTo>
                  <a:cubicBezTo>
                    <a:pt x="8227" y="2631"/>
                    <a:pt x="8243" y="2624"/>
                    <a:pt x="8260" y="2625"/>
                  </a:cubicBezTo>
                  <a:cubicBezTo>
                    <a:pt x="8276" y="2626"/>
                    <a:pt x="8294" y="2634"/>
                    <a:pt x="8311" y="2644"/>
                  </a:cubicBezTo>
                  <a:cubicBezTo>
                    <a:pt x="8329" y="2654"/>
                    <a:pt x="8328" y="2657"/>
                    <a:pt x="8339" y="2653"/>
                  </a:cubicBezTo>
                  <a:cubicBezTo>
                    <a:pt x="8351" y="2649"/>
                    <a:pt x="8356" y="2639"/>
                    <a:pt x="8374" y="2649"/>
                  </a:cubicBezTo>
                  <a:cubicBezTo>
                    <a:pt x="8393" y="2658"/>
                    <a:pt x="8384" y="2660"/>
                    <a:pt x="8402" y="2672"/>
                  </a:cubicBezTo>
                  <a:cubicBezTo>
                    <a:pt x="8420" y="2685"/>
                    <a:pt x="8391" y="2679"/>
                    <a:pt x="8374" y="2679"/>
                  </a:cubicBezTo>
                  <a:cubicBezTo>
                    <a:pt x="8356" y="2678"/>
                    <a:pt x="8351" y="2697"/>
                    <a:pt x="8363" y="2708"/>
                  </a:cubicBezTo>
                  <a:cubicBezTo>
                    <a:pt x="8375" y="2719"/>
                    <a:pt x="8382" y="2715"/>
                    <a:pt x="8394" y="2708"/>
                  </a:cubicBezTo>
                  <a:cubicBezTo>
                    <a:pt x="8405" y="2701"/>
                    <a:pt x="8411" y="2703"/>
                    <a:pt x="8417" y="2698"/>
                  </a:cubicBezTo>
                  <a:cubicBezTo>
                    <a:pt x="8424" y="2693"/>
                    <a:pt x="8438" y="2700"/>
                    <a:pt x="8449" y="2706"/>
                  </a:cubicBezTo>
                  <a:cubicBezTo>
                    <a:pt x="8460" y="2712"/>
                    <a:pt x="8463" y="2707"/>
                    <a:pt x="8470" y="2701"/>
                  </a:cubicBezTo>
                  <a:cubicBezTo>
                    <a:pt x="8477" y="2695"/>
                    <a:pt x="8490" y="2688"/>
                    <a:pt x="8495" y="2676"/>
                  </a:cubicBezTo>
                  <a:cubicBezTo>
                    <a:pt x="8501" y="2664"/>
                    <a:pt x="8528" y="2682"/>
                    <a:pt x="8536" y="2688"/>
                  </a:cubicBezTo>
                  <a:cubicBezTo>
                    <a:pt x="8544" y="2695"/>
                    <a:pt x="8550" y="2688"/>
                    <a:pt x="8552" y="2682"/>
                  </a:cubicBezTo>
                  <a:cubicBezTo>
                    <a:pt x="8554" y="2675"/>
                    <a:pt x="8571" y="2677"/>
                    <a:pt x="8584" y="2680"/>
                  </a:cubicBezTo>
                  <a:cubicBezTo>
                    <a:pt x="8598" y="2683"/>
                    <a:pt x="8600" y="2676"/>
                    <a:pt x="8611" y="2673"/>
                  </a:cubicBezTo>
                  <a:cubicBezTo>
                    <a:pt x="8622" y="2670"/>
                    <a:pt x="8614" y="2661"/>
                    <a:pt x="8608" y="2655"/>
                  </a:cubicBezTo>
                  <a:cubicBezTo>
                    <a:pt x="8602" y="2649"/>
                    <a:pt x="8594" y="2654"/>
                    <a:pt x="8580" y="2646"/>
                  </a:cubicBezTo>
                  <a:cubicBezTo>
                    <a:pt x="8566" y="2638"/>
                    <a:pt x="8567" y="2655"/>
                    <a:pt x="8560" y="2655"/>
                  </a:cubicBezTo>
                  <a:cubicBezTo>
                    <a:pt x="8553" y="2655"/>
                    <a:pt x="8552" y="2641"/>
                    <a:pt x="8551" y="2629"/>
                  </a:cubicBezTo>
                  <a:cubicBezTo>
                    <a:pt x="8551" y="2618"/>
                    <a:pt x="8551" y="2612"/>
                    <a:pt x="8558" y="2612"/>
                  </a:cubicBezTo>
                  <a:cubicBezTo>
                    <a:pt x="8564" y="2612"/>
                    <a:pt x="8571" y="2598"/>
                    <a:pt x="8575" y="2589"/>
                  </a:cubicBezTo>
                  <a:cubicBezTo>
                    <a:pt x="8579" y="2581"/>
                    <a:pt x="8594" y="2571"/>
                    <a:pt x="8612" y="2561"/>
                  </a:cubicBezTo>
                  <a:cubicBezTo>
                    <a:pt x="8629" y="2550"/>
                    <a:pt x="8640" y="2532"/>
                    <a:pt x="8662" y="2515"/>
                  </a:cubicBezTo>
                  <a:cubicBezTo>
                    <a:pt x="8684" y="2499"/>
                    <a:pt x="8711" y="2464"/>
                    <a:pt x="8731" y="2446"/>
                  </a:cubicBezTo>
                  <a:cubicBezTo>
                    <a:pt x="8751" y="2427"/>
                    <a:pt x="8774" y="2427"/>
                    <a:pt x="8788" y="2431"/>
                  </a:cubicBezTo>
                  <a:cubicBezTo>
                    <a:pt x="8802" y="2435"/>
                    <a:pt x="8807" y="2436"/>
                    <a:pt x="8816" y="2426"/>
                  </a:cubicBezTo>
                  <a:cubicBezTo>
                    <a:pt x="8825" y="2416"/>
                    <a:pt x="8850" y="2429"/>
                    <a:pt x="8853" y="2422"/>
                  </a:cubicBezTo>
                  <a:cubicBezTo>
                    <a:pt x="8856" y="2415"/>
                    <a:pt x="8862" y="2416"/>
                    <a:pt x="8870" y="2416"/>
                  </a:cubicBezTo>
                  <a:cubicBezTo>
                    <a:pt x="8878" y="2417"/>
                    <a:pt x="8882" y="2427"/>
                    <a:pt x="8888" y="2437"/>
                  </a:cubicBezTo>
                  <a:cubicBezTo>
                    <a:pt x="8895" y="2447"/>
                    <a:pt x="8912" y="2436"/>
                    <a:pt x="8917" y="2426"/>
                  </a:cubicBezTo>
                  <a:cubicBezTo>
                    <a:pt x="8922" y="2416"/>
                    <a:pt x="8931" y="2414"/>
                    <a:pt x="8939" y="2423"/>
                  </a:cubicBezTo>
                  <a:cubicBezTo>
                    <a:pt x="8947" y="2432"/>
                    <a:pt x="8936" y="2432"/>
                    <a:pt x="8933" y="2442"/>
                  </a:cubicBezTo>
                  <a:cubicBezTo>
                    <a:pt x="8930" y="2452"/>
                    <a:pt x="8926" y="2452"/>
                    <a:pt x="8914" y="2462"/>
                  </a:cubicBezTo>
                  <a:cubicBezTo>
                    <a:pt x="8902" y="2473"/>
                    <a:pt x="8903" y="2468"/>
                    <a:pt x="8906" y="2480"/>
                  </a:cubicBezTo>
                  <a:cubicBezTo>
                    <a:pt x="8910" y="2492"/>
                    <a:pt x="8915" y="2485"/>
                    <a:pt x="8915" y="2498"/>
                  </a:cubicBezTo>
                  <a:cubicBezTo>
                    <a:pt x="8915" y="2512"/>
                    <a:pt x="8919" y="2511"/>
                    <a:pt x="8926" y="2506"/>
                  </a:cubicBezTo>
                  <a:cubicBezTo>
                    <a:pt x="8933" y="2501"/>
                    <a:pt x="8937" y="2507"/>
                    <a:pt x="8938" y="2516"/>
                  </a:cubicBezTo>
                  <a:cubicBezTo>
                    <a:pt x="8938" y="2525"/>
                    <a:pt x="8928" y="2523"/>
                    <a:pt x="8925" y="2538"/>
                  </a:cubicBezTo>
                  <a:cubicBezTo>
                    <a:pt x="8921" y="2554"/>
                    <a:pt x="8946" y="2540"/>
                    <a:pt x="8959" y="2533"/>
                  </a:cubicBezTo>
                  <a:cubicBezTo>
                    <a:pt x="8972" y="2525"/>
                    <a:pt x="8993" y="2510"/>
                    <a:pt x="9011" y="2489"/>
                  </a:cubicBezTo>
                  <a:cubicBezTo>
                    <a:pt x="9029" y="2467"/>
                    <a:pt x="9052" y="2459"/>
                    <a:pt x="9072" y="2446"/>
                  </a:cubicBezTo>
                  <a:cubicBezTo>
                    <a:pt x="9092" y="2433"/>
                    <a:pt x="9092" y="2447"/>
                    <a:pt x="9105" y="2449"/>
                  </a:cubicBezTo>
                  <a:cubicBezTo>
                    <a:pt x="9117" y="2451"/>
                    <a:pt x="9118" y="2437"/>
                    <a:pt x="9115" y="2426"/>
                  </a:cubicBezTo>
                  <a:cubicBezTo>
                    <a:pt x="9111" y="2415"/>
                    <a:pt x="9115" y="2415"/>
                    <a:pt x="9115" y="2404"/>
                  </a:cubicBezTo>
                  <a:cubicBezTo>
                    <a:pt x="9115" y="2394"/>
                    <a:pt x="9114" y="2389"/>
                    <a:pt x="9118" y="2384"/>
                  </a:cubicBezTo>
                  <a:cubicBezTo>
                    <a:pt x="9121" y="2379"/>
                    <a:pt x="9131" y="2364"/>
                    <a:pt x="9136" y="2353"/>
                  </a:cubicBezTo>
                  <a:cubicBezTo>
                    <a:pt x="9141" y="2341"/>
                    <a:pt x="9162" y="2353"/>
                    <a:pt x="9166" y="2344"/>
                  </a:cubicBezTo>
                  <a:cubicBezTo>
                    <a:pt x="9171" y="2335"/>
                    <a:pt x="9186" y="2342"/>
                    <a:pt x="9201" y="2341"/>
                  </a:cubicBezTo>
                  <a:cubicBezTo>
                    <a:pt x="9217" y="2341"/>
                    <a:pt x="9226" y="2348"/>
                    <a:pt x="9226" y="2358"/>
                  </a:cubicBezTo>
                  <a:cubicBezTo>
                    <a:pt x="9226" y="2368"/>
                    <a:pt x="9202" y="2358"/>
                    <a:pt x="9193" y="2362"/>
                  </a:cubicBezTo>
                  <a:cubicBezTo>
                    <a:pt x="9183" y="2366"/>
                    <a:pt x="9181" y="2382"/>
                    <a:pt x="9179" y="2396"/>
                  </a:cubicBezTo>
                  <a:cubicBezTo>
                    <a:pt x="9178" y="2411"/>
                    <a:pt x="9182" y="2421"/>
                    <a:pt x="9170" y="2434"/>
                  </a:cubicBezTo>
                  <a:cubicBezTo>
                    <a:pt x="9158" y="2447"/>
                    <a:pt x="9160" y="2445"/>
                    <a:pt x="9158" y="2452"/>
                  </a:cubicBezTo>
                  <a:cubicBezTo>
                    <a:pt x="9157" y="2459"/>
                    <a:pt x="9170" y="2460"/>
                    <a:pt x="9172" y="2469"/>
                  </a:cubicBezTo>
                  <a:cubicBezTo>
                    <a:pt x="9174" y="2477"/>
                    <a:pt x="9173" y="2476"/>
                    <a:pt x="9160" y="2482"/>
                  </a:cubicBezTo>
                  <a:cubicBezTo>
                    <a:pt x="9147" y="2489"/>
                    <a:pt x="9148" y="2499"/>
                    <a:pt x="9147" y="2513"/>
                  </a:cubicBezTo>
                  <a:cubicBezTo>
                    <a:pt x="9146" y="2526"/>
                    <a:pt x="9129" y="2522"/>
                    <a:pt x="9110" y="2526"/>
                  </a:cubicBezTo>
                  <a:cubicBezTo>
                    <a:pt x="9092" y="2530"/>
                    <a:pt x="9082" y="2544"/>
                    <a:pt x="9069" y="2549"/>
                  </a:cubicBezTo>
                  <a:cubicBezTo>
                    <a:pt x="9055" y="2554"/>
                    <a:pt x="9042" y="2553"/>
                    <a:pt x="9039" y="2569"/>
                  </a:cubicBezTo>
                  <a:cubicBezTo>
                    <a:pt x="9035" y="2585"/>
                    <a:pt x="9034" y="2584"/>
                    <a:pt x="9018" y="2596"/>
                  </a:cubicBezTo>
                  <a:cubicBezTo>
                    <a:pt x="9002" y="2607"/>
                    <a:pt x="8993" y="2621"/>
                    <a:pt x="8979" y="2629"/>
                  </a:cubicBezTo>
                  <a:cubicBezTo>
                    <a:pt x="8966" y="2637"/>
                    <a:pt x="8950" y="2654"/>
                    <a:pt x="8933" y="2664"/>
                  </a:cubicBezTo>
                  <a:cubicBezTo>
                    <a:pt x="8915" y="2674"/>
                    <a:pt x="8918" y="2678"/>
                    <a:pt x="8905" y="2700"/>
                  </a:cubicBezTo>
                  <a:cubicBezTo>
                    <a:pt x="8892" y="2721"/>
                    <a:pt x="8884" y="2722"/>
                    <a:pt x="8865" y="2739"/>
                  </a:cubicBezTo>
                  <a:cubicBezTo>
                    <a:pt x="8847" y="2755"/>
                    <a:pt x="8845" y="2758"/>
                    <a:pt x="8823" y="2773"/>
                  </a:cubicBezTo>
                  <a:cubicBezTo>
                    <a:pt x="8802" y="2789"/>
                    <a:pt x="8796" y="2789"/>
                    <a:pt x="8784" y="2787"/>
                  </a:cubicBezTo>
                  <a:cubicBezTo>
                    <a:pt x="8773" y="2785"/>
                    <a:pt x="8771" y="2789"/>
                    <a:pt x="8763" y="2800"/>
                  </a:cubicBezTo>
                  <a:cubicBezTo>
                    <a:pt x="8755" y="2810"/>
                    <a:pt x="8752" y="2808"/>
                    <a:pt x="8738" y="2806"/>
                  </a:cubicBezTo>
                  <a:cubicBezTo>
                    <a:pt x="8724" y="2805"/>
                    <a:pt x="8728" y="2807"/>
                    <a:pt x="8718" y="2810"/>
                  </a:cubicBezTo>
                  <a:cubicBezTo>
                    <a:pt x="8708" y="2814"/>
                    <a:pt x="8717" y="2822"/>
                    <a:pt x="8723" y="2838"/>
                  </a:cubicBezTo>
                  <a:cubicBezTo>
                    <a:pt x="8729" y="2855"/>
                    <a:pt x="8710" y="2869"/>
                    <a:pt x="8702" y="2875"/>
                  </a:cubicBezTo>
                  <a:cubicBezTo>
                    <a:pt x="8695" y="2881"/>
                    <a:pt x="8677" y="2894"/>
                    <a:pt x="8666" y="2916"/>
                  </a:cubicBezTo>
                  <a:cubicBezTo>
                    <a:pt x="8654" y="2938"/>
                    <a:pt x="8644" y="2967"/>
                    <a:pt x="8644" y="2977"/>
                  </a:cubicBezTo>
                  <a:cubicBezTo>
                    <a:pt x="8644" y="2986"/>
                    <a:pt x="8638" y="3023"/>
                    <a:pt x="8637" y="3046"/>
                  </a:cubicBezTo>
                  <a:cubicBezTo>
                    <a:pt x="8636" y="3070"/>
                    <a:pt x="8659" y="3165"/>
                    <a:pt x="8664" y="3173"/>
                  </a:cubicBezTo>
                  <a:cubicBezTo>
                    <a:pt x="8669" y="3182"/>
                    <a:pt x="8662" y="3207"/>
                    <a:pt x="8667" y="3233"/>
                  </a:cubicBezTo>
                  <a:cubicBezTo>
                    <a:pt x="8672" y="3260"/>
                    <a:pt x="8679" y="3261"/>
                    <a:pt x="8685" y="3274"/>
                  </a:cubicBezTo>
                  <a:cubicBezTo>
                    <a:pt x="8692" y="3286"/>
                    <a:pt x="8686" y="3325"/>
                    <a:pt x="8692" y="3335"/>
                  </a:cubicBezTo>
                  <a:cubicBezTo>
                    <a:pt x="8699" y="3345"/>
                    <a:pt x="8694" y="3369"/>
                    <a:pt x="8699" y="3382"/>
                  </a:cubicBezTo>
                  <a:cubicBezTo>
                    <a:pt x="8704" y="3394"/>
                    <a:pt x="8707" y="3392"/>
                    <a:pt x="8707" y="3404"/>
                  </a:cubicBezTo>
                  <a:cubicBezTo>
                    <a:pt x="8707" y="3417"/>
                    <a:pt x="8741" y="3391"/>
                    <a:pt x="8746" y="3385"/>
                  </a:cubicBezTo>
                  <a:cubicBezTo>
                    <a:pt x="8752" y="3378"/>
                    <a:pt x="8764" y="3370"/>
                    <a:pt x="8784" y="3353"/>
                  </a:cubicBezTo>
                  <a:cubicBezTo>
                    <a:pt x="8804" y="3335"/>
                    <a:pt x="8811" y="3332"/>
                    <a:pt x="8819" y="3316"/>
                  </a:cubicBezTo>
                  <a:cubicBezTo>
                    <a:pt x="8828" y="3300"/>
                    <a:pt x="8829" y="3283"/>
                    <a:pt x="8831" y="3266"/>
                  </a:cubicBezTo>
                  <a:cubicBezTo>
                    <a:pt x="8833" y="3248"/>
                    <a:pt x="8843" y="3249"/>
                    <a:pt x="8850" y="3240"/>
                  </a:cubicBezTo>
                  <a:cubicBezTo>
                    <a:pt x="8858" y="3231"/>
                    <a:pt x="8873" y="3231"/>
                    <a:pt x="8880" y="3225"/>
                  </a:cubicBezTo>
                  <a:cubicBezTo>
                    <a:pt x="8887" y="3220"/>
                    <a:pt x="8899" y="3217"/>
                    <a:pt x="8910" y="3224"/>
                  </a:cubicBezTo>
                  <a:cubicBezTo>
                    <a:pt x="8921" y="3232"/>
                    <a:pt x="8922" y="3229"/>
                    <a:pt x="8926" y="3225"/>
                  </a:cubicBezTo>
                  <a:cubicBezTo>
                    <a:pt x="8930" y="3221"/>
                    <a:pt x="8922" y="3214"/>
                    <a:pt x="8920" y="3210"/>
                  </a:cubicBezTo>
                  <a:cubicBezTo>
                    <a:pt x="8918" y="3206"/>
                    <a:pt x="8921" y="3196"/>
                    <a:pt x="8916" y="3187"/>
                  </a:cubicBezTo>
                  <a:cubicBezTo>
                    <a:pt x="8910" y="3178"/>
                    <a:pt x="8912" y="3173"/>
                    <a:pt x="8913" y="3164"/>
                  </a:cubicBezTo>
                  <a:cubicBezTo>
                    <a:pt x="8913" y="3156"/>
                    <a:pt x="8917" y="3144"/>
                    <a:pt x="8925" y="3141"/>
                  </a:cubicBezTo>
                  <a:cubicBezTo>
                    <a:pt x="8933" y="3138"/>
                    <a:pt x="8943" y="3123"/>
                    <a:pt x="8951" y="3114"/>
                  </a:cubicBezTo>
                  <a:cubicBezTo>
                    <a:pt x="8959" y="3105"/>
                    <a:pt x="8990" y="3100"/>
                    <a:pt x="9007" y="3105"/>
                  </a:cubicBezTo>
                  <a:cubicBezTo>
                    <a:pt x="9024" y="3110"/>
                    <a:pt x="9035" y="3099"/>
                    <a:pt x="9048" y="3086"/>
                  </a:cubicBezTo>
                  <a:cubicBezTo>
                    <a:pt x="9060" y="3073"/>
                    <a:pt x="9050" y="3062"/>
                    <a:pt x="9040" y="3053"/>
                  </a:cubicBezTo>
                  <a:cubicBezTo>
                    <a:pt x="9030" y="3045"/>
                    <a:pt x="9032" y="3037"/>
                    <a:pt x="9029" y="3021"/>
                  </a:cubicBezTo>
                  <a:cubicBezTo>
                    <a:pt x="9026" y="3006"/>
                    <a:pt x="9031" y="2998"/>
                    <a:pt x="9040" y="2982"/>
                  </a:cubicBezTo>
                  <a:cubicBezTo>
                    <a:pt x="9049" y="2966"/>
                    <a:pt x="9065" y="2962"/>
                    <a:pt x="9071" y="2947"/>
                  </a:cubicBezTo>
                  <a:cubicBezTo>
                    <a:pt x="9076" y="2932"/>
                    <a:pt x="9086" y="2944"/>
                    <a:pt x="9096" y="2957"/>
                  </a:cubicBezTo>
                  <a:cubicBezTo>
                    <a:pt x="9106" y="2971"/>
                    <a:pt x="9111" y="2964"/>
                    <a:pt x="9121" y="2958"/>
                  </a:cubicBezTo>
                  <a:cubicBezTo>
                    <a:pt x="9131" y="2952"/>
                    <a:pt x="9133" y="2939"/>
                    <a:pt x="9132" y="2926"/>
                  </a:cubicBezTo>
                  <a:cubicBezTo>
                    <a:pt x="9130" y="2913"/>
                    <a:pt x="9120" y="2909"/>
                    <a:pt x="9108" y="2901"/>
                  </a:cubicBezTo>
                  <a:cubicBezTo>
                    <a:pt x="9096" y="2894"/>
                    <a:pt x="9098" y="2896"/>
                    <a:pt x="9096" y="2887"/>
                  </a:cubicBezTo>
                  <a:cubicBezTo>
                    <a:pt x="9094" y="2878"/>
                    <a:pt x="9096" y="2869"/>
                    <a:pt x="9098" y="2856"/>
                  </a:cubicBezTo>
                  <a:cubicBezTo>
                    <a:pt x="9100" y="2843"/>
                    <a:pt x="9101" y="2840"/>
                    <a:pt x="9108" y="2835"/>
                  </a:cubicBezTo>
                  <a:cubicBezTo>
                    <a:pt x="9115" y="2831"/>
                    <a:pt x="9123" y="2823"/>
                    <a:pt x="9126" y="2813"/>
                  </a:cubicBezTo>
                  <a:cubicBezTo>
                    <a:pt x="9129" y="2803"/>
                    <a:pt x="9115" y="2804"/>
                    <a:pt x="9109" y="2803"/>
                  </a:cubicBezTo>
                  <a:cubicBezTo>
                    <a:pt x="9104" y="2803"/>
                    <a:pt x="9103" y="2799"/>
                    <a:pt x="9101" y="2793"/>
                  </a:cubicBezTo>
                  <a:cubicBezTo>
                    <a:pt x="9100" y="2787"/>
                    <a:pt x="9083" y="2793"/>
                    <a:pt x="9081" y="2800"/>
                  </a:cubicBezTo>
                  <a:cubicBezTo>
                    <a:pt x="9079" y="2806"/>
                    <a:pt x="9080" y="2793"/>
                    <a:pt x="9067" y="2803"/>
                  </a:cubicBezTo>
                  <a:cubicBezTo>
                    <a:pt x="9054" y="2814"/>
                    <a:pt x="9047" y="2821"/>
                    <a:pt x="9041" y="2784"/>
                  </a:cubicBezTo>
                  <a:cubicBezTo>
                    <a:pt x="9034" y="2748"/>
                    <a:pt x="9080" y="2722"/>
                    <a:pt x="9101" y="2705"/>
                  </a:cubicBezTo>
                  <a:cubicBezTo>
                    <a:pt x="9123" y="2687"/>
                    <a:pt x="9127" y="2674"/>
                    <a:pt x="9127" y="2662"/>
                  </a:cubicBezTo>
                  <a:cubicBezTo>
                    <a:pt x="9127" y="2649"/>
                    <a:pt x="9138" y="2627"/>
                    <a:pt x="9148" y="2606"/>
                  </a:cubicBezTo>
                  <a:cubicBezTo>
                    <a:pt x="9159" y="2584"/>
                    <a:pt x="9185" y="2606"/>
                    <a:pt x="9191" y="2599"/>
                  </a:cubicBezTo>
                  <a:cubicBezTo>
                    <a:pt x="9198" y="2593"/>
                    <a:pt x="9211" y="2599"/>
                    <a:pt x="9219" y="2610"/>
                  </a:cubicBezTo>
                  <a:cubicBezTo>
                    <a:pt x="9228" y="2621"/>
                    <a:pt x="9245" y="2606"/>
                    <a:pt x="9252" y="2593"/>
                  </a:cubicBezTo>
                  <a:cubicBezTo>
                    <a:pt x="9258" y="2580"/>
                    <a:pt x="9282" y="2580"/>
                    <a:pt x="9290" y="2571"/>
                  </a:cubicBezTo>
                  <a:cubicBezTo>
                    <a:pt x="9299" y="2563"/>
                    <a:pt x="9312" y="2548"/>
                    <a:pt x="9316" y="2561"/>
                  </a:cubicBezTo>
                  <a:cubicBezTo>
                    <a:pt x="9320" y="2573"/>
                    <a:pt x="9310" y="2584"/>
                    <a:pt x="9310" y="2606"/>
                  </a:cubicBezTo>
                  <a:cubicBezTo>
                    <a:pt x="9310" y="2627"/>
                    <a:pt x="9342" y="2610"/>
                    <a:pt x="9355" y="2588"/>
                  </a:cubicBezTo>
                  <a:cubicBezTo>
                    <a:pt x="9368" y="2567"/>
                    <a:pt x="9378" y="2567"/>
                    <a:pt x="9393" y="2563"/>
                  </a:cubicBezTo>
                  <a:cubicBezTo>
                    <a:pt x="9409" y="2558"/>
                    <a:pt x="9421" y="2543"/>
                    <a:pt x="9445" y="2543"/>
                  </a:cubicBezTo>
                  <a:cubicBezTo>
                    <a:pt x="9469" y="2543"/>
                    <a:pt x="9499" y="2548"/>
                    <a:pt x="9507" y="2548"/>
                  </a:cubicBezTo>
                  <a:cubicBezTo>
                    <a:pt x="9516" y="2548"/>
                    <a:pt x="9531" y="2567"/>
                    <a:pt x="9540" y="2569"/>
                  </a:cubicBezTo>
                  <a:cubicBezTo>
                    <a:pt x="9548" y="2571"/>
                    <a:pt x="9557" y="2591"/>
                    <a:pt x="9568" y="2608"/>
                  </a:cubicBezTo>
                  <a:cubicBezTo>
                    <a:pt x="9578" y="2625"/>
                    <a:pt x="9589" y="2573"/>
                    <a:pt x="9600" y="2556"/>
                  </a:cubicBezTo>
                  <a:cubicBezTo>
                    <a:pt x="9611" y="2539"/>
                    <a:pt x="9639" y="2548"/>
                    <a:pt x="9658" y="2535"/>
                  </a:cubicBezTo>
                  <a:cubicBezTo>
                    <a:pt x="9677" y="2522"/>
                    <a:pt x="9690" y="2520"/>
                    <a:pt x="9694" y="2507"/>
                  </a:cubicBezTo>
                  <a:cubicBezTo>
                    <a:pt x="9699" y="2494"/>
                    <a:pt x="9718" y="2487"/>
                    <a:pt x="9733" y="2472"/>
                  </a:cubicBezTo>
                  <a:cubicBezTo>
                    <a:pt x="9748" y="2457"/>
                    <a:pt x="9755" y="2475"/>
                    <a:pt x="9768" y="2451"/>
                  </a:cubicBezTo>
                  <a:cubicBezTo>
                    <a:pt x="9780" y="2427"/>
                    <a:pt x="9796" y="2451"/>
                    <a:pt x="9806" y="2436"/>
                  </a:cubicBezTo>
                  <a:cubicBezTo>
                    <a:pt x="9817" y="2421"/>
                    <a:pt x="9839" y="2434"/>
                    <a:pt x="9847" y="2419"/>
                  </a:cubicBezTo>
                  <a:cubicBezTo>
                    <a:pt x="9856" y="2404"/>
                    <a:pt x="9871" y="2416"/>
                    <a:pt x="9873" y="2408"/>
                  </a:cubicBezTo>
                  <a:cubicBezTo>
                    <a:pt x="9875" y="2399"/>
                    <a:pt x="9905" y="2389"/>
                    <a:pt x="9925" y="2380"/>
                  </a:cubicBezTo>
                  <a:cubicBezTo>
                    <a:pt x="9944" y="2371"/>
                    <a:pt x="9959" y="2378"/>
                    <a:pt x="9965" y="2365"/>
                  </a:cubicBezTo>
                  <a:cubicBezTo>
                    <a:pt x="9972" y="2352"/>
                    <a:pt x="9983" y="2352"/>
                    <a:pt x="9998" y="2350"/>
                  </a:cubicBezTo>
                  <a:cubicBezTo>
                    <a:pt x="10013" y="2348"/>
                    <a:pt x="10004" y="2322"/>
                    <a:pt x="10004" y="2322"/>
                  </a:cubicBezTo>
                  <a:cubicBezTo>
                    <a:pt x="10004" y="2322"/>
                    <a:pt x="10017" y="2322"/>
                    <a:pt x="10026" y="2337"/>
                  </a:cubicBezTo>
                  <a:cubicBezTo>
                    <a:pt x="10034" y="2352"/>
                    <a:pt x="10043" y="2354"/>
                    <a:pt x="10056" y="2354"/>
                  </a:cubicBezTo>
                  <a:cubicBezTo>
                    <a:pt x="10069" y="2354"/>
                    <a:pt x="10084" y="2356"/>
                    <a:pt x="10101" y="2365"/>
                  </a:cubicBezTo>
                  <a:cubicBezTo>
                    <a:pt x="10118" y="2373"/>
                    <a:pt x="10140" y="2367"/>
                    <a:pt x="10144" y="2358"/>
                  </a:cubicBezTo>
                  <a:cubicBezTo>
                    <a:pt x="10148" y="2350"/>
                    <a:pt x="10167" y="2348"/>
                    <a:pt x="10170" y="2330"/>
                  </a:cubicBezTo>
                  <a:cubicBezTo>
                    <a:pt x="10172" y="2313"/>
                    <a:pt x="10150" y="2318"/>
                    <a:pt x="10150" y="2305"/>
                  </a:cubicBezTo>
                  <a:cubicBezTo>
                    <a:pt x="10150" y="2292"/>
                    <a:pt x="10144" y="2283"/>
                    <a:pt x="10137" y="2283"/>
                  </a:cubicBezTo>
                  <a:cubicBezTo>
                    <a:pt x="10131" y="2283"/>
                    <a:pt x="10120" y="2275"/>
                    <a:pt x="10116" y="2255"/>
                  </a:cubicBezTo>
                  <a:cubicBezTo>
                    <a:pt x="10112" y="2236"/>
                    <a:pt x="10118" y="2223"/>
                    <a:pt x="10112" y="2217"/>
                  </a:cubicBezTo>
                  <a:cubicBezTo>
                    <a:pt x="10105" y="2210"/>
                    <a:pt x="10103" y="2199"/>
                    <a:pt x="10097" y="2184"/>
                  </a:cubicBezTo>
                  <a:cubicBezTo>
                    <a:pt x="10090" y="2169"/>
                    <a:pt x="10077" y="2174"/>
                    <a:pt x="10069" y="2180"/>
                  </a:cubicBezTo>
                  <a:cubicBezTo>
                    <a:pt x="10060" y="2186"/>
                    <a:pt x="10049" y="2178"/>
                    <a:pt x="10041" y="2174"/>
                  </a:cubicBezTo>
                  <a:cubicBezTo>
                    <a:pt x="10032" y="2169"/>
                    <a:pt x="10028" y="2161"/>
                    <a:pt x="10023" y="2148"/>
                  </a:cubicBezTo>
                  <a:cubicBezTo>
                    <a:pt x="10019" y="2135"/>
                    <a:pt x="10011" y="2128"/>
                    <a:pt x="10011" y="2128"/>
                  </a:cubicBezTo>
                  <a:cubicBezTo>
                    <a:pt x="10011" y="2128"/>
                    <a:pt x="9991" y="2146"/>
                    <a:pt x="9978" y="2146"/>
                  </a:cubicBezTo>
                  <a:cubicBezTo>
                    <a:pt x="9965" y="2146"/>
                    <a:pt x="9957" y="2146"/>
                    <a:pt x="9957" y="2128"/>
                  </a:cubicBezTo>
                  <a:cubicBezTo>
                    <a:pt x="9957" y="2111"/>
                    <a:pt x="9972" y="2109"/>
                    <a:pt x="9983" y="2118"/>
                  </a:cubicBezTo>
                  <a:cubicBezTo>
                    <a:pt x="9993" y="2126"/>
                    <a:pt x="10008" y="2115"/>
                    <a:pt x="10013" y="2109"/>
                  </a:cubicBezTo>
                  <a:cubicBezTo>
                    <a:pt x="10017" y="2103"/>
                    <a:pt x="10030" y="2107"/>
                    <a:pt x="10036" y="2115"/>
                  </a:cubicBezTo>
                  <a:cubicBezTo>
                    <a:pt x="10043" y="2124"/>
                    <a:pt x="10062" y="2139"/>
                    <a:pt x="10088" y="2139"/>
                  </a:cubicBezTo>
                  <a:cubicBezTo>
                    <a:pt x="10114" y="2139"/>
                    <a:pt x="10133" y="2137"/>
                    <a:pt x="10146" y="2124"/>
                  </a:cubicBezTo>
                  <a:cubicBezTo>
                    <a:pt x="10159" y="2111"/>
                    <a:pt x="10176" y="2107"/>
                    <a:pt x="10200" y="2096"/>
                  </a:cubicBezTo>
                  <a:cubicBezTo>
                    <a:pt x="10223" y="2085"/>
                    <a:pt x="10215" y="2079"/>
                    <a:pt x="10215" y="2068"/>
                  </a:cubicBezTo>
                  <a:cubicBezTo>
                    <a:pt x="10215" y="2057"/>
                    <a:pt x="10223" y="2055"/>
                    <a:pt x="10226" y="2038"/>
                  </a:cubicBezTo>
                  <a:cubicBezTo>
                    <a:pt x="10228" y="2021"/>
                    <a:pt x="10208" y="2017"/>
                    <a:pt x="10202" y="1999"/>
                  </a:cubicBezTo>
                  <a:cubicBezTo>
                    <a:pt x="10195" y="1982"/>
                    <a:pt x="10223" y="1993"/>
                    <a:pt x="10230" y="1976"/>
                  </a:cubicBezTo>
                  <a:cubicBezTo>
                    <a:pt x="10236" y="1959"/>
                    <a:pt x="10241" y="1971"/>
                    <a:pt x="10256" y="1967"/>
                  </a:cubicBezTo>
                  <a:cubicBezTo>
                    <a:pt x="10271" y="1963"/>
                    <a:pt x="10296" y="1978"/>
                    <a:pt x="10269" y="1995"/>
                  </a:cubicBezTo>
                  <a:cubicBezTo>
                    <a:pt x="10241" y="2012"/>
                    <a:pt x="10279" y="2027"/>
                    <a:pt x="10277" y="2040"/>
                  </a:cubicBezTo>
                  <a:cubicBezTo>
                    <a:pt x="10275" y="2053"/>
                    <a:pt x="10294" y="2053"/>
                    <a:pt x="10316" y="2053"/>
                  </a:cubicBezTo>
                  <a:cubicBezTo>
                    <a:pt x="10337" y="2053"/>
                    <a:pt x="10359" y="2053"/>
                    <a:pt x="10378" y="2047"/>
                  </a:cubicBezTo>
                  <a:cubicBezTo>
                    <a:pt x="10398" y="2040"/>
                    <a:pt x="10421" y="2049"/>
                    <a:pt x="10438" y="2051"/>
                  </a:cubicBezTo>
                  <a:cubicBezTo>
                    <a:pt x="10456" y="2053"/>
                    <a:pt x="10462" y="2096"/>
                    <a:pt x="10471" y="2111"/>
                  </a:cubicBezTo>
                  <a:cubicBezTo>
                    <a:pt x="10479" y="2126"/>
                    <a:pt x="10501" y="2139"/>
                    <a:pt x="10533" y="2135"/>
                  </a:cubicBezTo>
                  <a:cubicBezTo>
                    <a:pt x="10565" y="2131"/>
                    <a:pt x="10559" y="2137"/>
                    <a:pt x="10567" y="2156"/>
                  </a:cubicBezTo>
                  <a:cubicBezTo>
                    <a:pt x="10576" y="2176"/>
                    <a:pt x="10582" y="2161"/>
                    <a:pt x="10602" y="2161"/>
                  </a:cubicBezTo>
                  <a:cubicBezTo>
                    <a:pt x="10621" y="2161"/>
                    <a:pt x="10630" y="2176"/>
                    <a:pt x="10640" y="2171"/>
                  </a:cubicBezTo>
                  <a:cubicBezTo>
                    <a:pt x="10651" y="2167"/>
                    <a:pt x="10677" y="2165"/>
                    <a:pt x="10677" y="2156"/>
                  </a:cubicBezTo>
                  <a:cubicBezTo>
                    <a:pt x="10677" y="2148"/>
                    <a:pt x="10671" y="2148"/>
                    <a:pt x="10651" y="2146"/>
                  </a:cubicBezTo>
                  <a:cubicBezTo>
                    <a:pt x="10632" y="2143"/>
                    <a:pt x="10638" y="2115"/>
                    <a:pt x="10660" y="2115"/>
                  </a:cubicBezTo>
                  <a:cubicBezTo>
                    <a:pt x="10681" y="2115"/>
                    <a:pt x="10666" y="2103"/>
                    <a:pt x="10688" y="2094"/>
                  </a:cubicBezTo>
                  <a:cubicBezTo>
                    <a:pt x="10709" y="2085"/>
                    <a:pt x="10694" y="2070"/>
                    <a:pt x="10681" y="2053"/>
                  </a:cubicBezTo>
                  <a:cubicBezTo>
                    <a:pt x="10668" y="2036"/>
                    <a:pt x="10711" y="2051"/>
                    <a:pt x="10742" y="2051"/>
                  </a:cubicBezTo>
                  <a:close/>
                  <a:moveTo>
                    <a:pt x="1886" y="182"/>
                  </a:moveTo>
                  <a:cubicBezTo>
                    <a:pt x="1872" y="192"/>
                    <a:pt x="1880" y="201"/>
                    <a:pt x="1865" y="201"/>
                  </a:cubicBezTo>
                  <a:cubicBezTo>
                    <a:pt x="1850" y="201"/>
                    <a:pt x="1835" y="205"/>
                    <a:pt x="1827" y="199"/>
                  </a:cubicBezTo>
                  <a:cubicBezTo>
                    <a:pt x="1820" y="192"/>
                    <a:pt x="1796" y="205"/>
                    <a:pt x="1790" y="205"/>
                  </a:cubicBezTo>
                  <a:cubicBezTo>
                    <a:pt x="1784" y="205"/>
                    <a:pt x="1752" y="207"/>
                    <a:pt x="1781" y="214"/>
                  </a:cubicBezTo>
                  <a:cubicBezTo>
                    <a:pt x="1810" y="220"/>
                    <a:pt x="1801" y="226"/>
                    <a:pt x="1792" y="230"/>
                  </a:cubicBezTo>
                  <a:cubicBezTo>
                    <a:pt x="1784" y="234"/>
                    <a:pt x="1775" y="246"/>
                    <a:pt x="1761" y="239"/>
                  </a:cubicBezTo>
                  <a:cubicBezTo>
                    <a:pt x="1747" y="231"/>
                    <a:pt x="1740" y="225"/>
                    <a:pt x="1729" y="227"/>
                  </a:cubicBezTo>
                  <a:cubicBezTo>
                    <a:pt x="1717" y="230"/>
                    <a:pt x="1709" y="240"/>
                    <a:pt x="1726" y="246"/>
                  </a:cubicBezTo>
                  <a:cubicBezTo>
                    <a:pt x="1744" y="252"/>
                    <a:pt x="1749" y="255"/>
                    <a:pt x="1759" y="252"/>
                  </a:cubicBezTo>
                  <a:cubicBezTo>
                    <a:pt x="1769" y="250"/>
                    <a:pt x="1792" y="251"/>
                    <a:pt x="1785" y="257"/>
                  </a:cubicBezTo>
                  <a:cubicBezTo>
                    <a:pt x="1777" y="263"/>
                    <a:pt x="1781" y="272"/>
                    <a:pt x="1797" y="272"/>
                  </a:cubicBezTo>
                  <a:cubicBezTo>
                    <a:pt x="1814" y="272"/>
                    <a:pt x="1799" y="260"/>
                    <a:pt x="1821" y="262"/>
                  </a:cubicBezTo>
                  <a:cubicBezTo>
                    <a:pt x="1843" y="265"/>
                    <a:pt x="1852" y="265"/>
                    <a:pt x="1856" y="256"/>
                  </a:cubicBezTo>
                  <a:cubicBezTo>
                    <a:pt x="1860" y="247"/>
                    <a:pt x="1867" y="244"/>
                    <a:pt x="1856" y="237"/>
                  </a:cubicBezTo>
                  <a:cubicBezTo>
                    <a:pt x="1845" y="231"/>
                    <a:pt x="1845" y="224"/>
                    <a:pt x="1870" y="227"/>
                  </a:cubicBezTo>
                  <a:cubicBezTo>
                    <a:pt x="1895" y="231"/>
                    <a:pt x="1903" y="239"/>
                    <a:pt x="1911" y="222"/>
                  </a:cubicBezTo>
                  <a:cubicBezTo>
                    <a:pt x="1918" y="206"/>
                    <a:pt x="1931" y="202"/>
                    <a:pt x="1946" y="202"/>
                  </a:cubicBezTo>
                  <a:cubicBezTo>
                    <a:pt x="1961" y="202"/>
                    <a:pt x="1984" y="207"/>
                    <a:pt x="1992" y="197"/>
                  </a:cubicBezTo>
                  <a:cubicBezTo>
                    <a:pt x="1999" y="187"/>
                    <a:pt x="2008" y="184"/>
                    <a:pt x="2018" y="184"/>
                  </a:cubicBezTo>
                  <a:cubicBezTo>
                    <a:pt x="2028" y="184"/>
                    <a:pt x="2029" y="174"/>
                    <a:pt x="2029" y="174"/>
                  </a:cubicBezTo>
                  <a:cubicBezTo>
                    <a:pt x="2029" y="174"/>
                    <a:pt x="2022" y="164"/>
                    <a:pt x="2002" y="164"/>
                  </a:cubicBezTo>
                  <a:cubicBezTo>
                    <a:pt x="1982" y="164"/>
                    <a:pt x="1966" y="171"/>
                    <a:pt x="1967" y="165"/>
                  </a:cubicBezTo>
                  <a:cubicBezTo>
                    <a:pt x="1968" y="159"/>
                    <a:pt x="1979" y="154"/>
                    <a:pt x="1971" y="152"/>
                  </a:cubicBezTo>
                  <a:cubicBezTo>
                    <a:pt x="1962" y="151"/>
                    <a:pt x="1958" y="144"/>
                    <a:pt x="1931" y="145"/>
                  </a:cubicBezTo>
                  <a:cubicBezTo>
                    <a:pt x="1931" y="145"/>
                    <a:pt x="1916" y="157"/>
                    <a:pt x="1898" y="157"/>
                  </a:cubicBezTo>
                  <a:cubicBezTo>
                    <a:pt x="1881" y="157"/>
                    <a:pt x="1860" y="170"/>
                    <a:pt x="1880" y="171"/>
                  </a:cubicBezTo>
                  <a:cubicBezTo>
                    <a:pt x="1900" y="172"/>
                    <a:pt x="1900" y="172"/>
                    <a:pt x="1886" y="182"/>
                  </a:cubicBezTo>
                  <a:close/>
                  <a:moveTo>
                    <a:pt x="1619" y="195"/>
                  </a:moveTo>
                  <a:cubicBezTo>
                    <a:pt x="1650" y="199"/>
                    <a:pt x="1659" y="195"/>
                    <a:pt x="1674" y="206"/>
                  </a:cubicBezTo>
                  <a:cubicBezTo>
                    <a:pt x="1689" y="217"/>
                    <a:pt x="1703" y="216"/>
                    <a:pt x="1714" y="206"/>
                  </a:cubicBezTo>
                  <a:cubicBezTo>
                    <a:pt x="1725" y="196"/>
                    <a:pt x="1749" y="199"/>
                    <a:pt x="1756" y="185"/>
                  </a:cubicBezTo>
                  <a:cubicBezTo>
                    <a:pt x="1764" y="171"/>
                    <a:pt x="1782" y="166"/>
                    <a:pt x="1800" y="177"/>
                  </a:cubicBezTo>
                  <a:cubicBezTo>
                    <a:pt x="1817" y="189"/>
                    <a:pt x="1843" y="185"/>
                    <a:pt x="1843" y="180"/>
                  </a:cubicBezTo>
                  <a:cubicBezTo>
                    <a:pt x="1843" y="175"/>
                    <a:pt x="1831" y="156"/>
                    <a:pt x="1817" y="159"/>
                  </a:cubicBezTo>
                  <a:cubicBezTo>
                    <a:pt x="1804" y="161"/>
                    <a:pt x="1785" y="162"/>
                    <a:pt x="1779" y="156"/>
                  </a:cubicBezTo>
                  <a:cubicBezTo>
                    <a:pt x="1772" y="150"/>
                    <a:pt x="1757" y="139"/>
                    <a:pt x="1726" y="166"/>
                  </a:cubicBezTo>
                  <a:cubicBezTo>
                    <a:pt x="1726" y="166"/>
                    <a:pt x="1707" y="177"/>
                    <a:pt x="1685" y="177"/>
                  </a:cubicBezTo>
                  <a:cubicBezTo>
                    <a:pt x="1663" y="177"/>
                    <a:pt x="1646" y="182"/>
                    <a:pt x="1631" y="182"/>
                  </a:cubicBezTo>
                  <a:cubicBezTo>
                    <a:pt x="1616" y="182"/>
                    <a:pt x="1588" y="191"/>
                    <a:pt x="1619" y="195"/>
                  </a:cubicBezTo>
                  <a:close/>
                  <a:moveTo>
                    <a:pt x="1933" y="258"/>
                  </a:moveTo>
                  <a:cubicBezTo>
                    <a:pt x="1938" y="250"/>
                    <a:pt x="1943" y="249"/>
                    <a:pt x="1935" y="244"/>
                  </a:cubicBezTo>
                  <a:cubicBezTo>
                    <a:pt x="1927" y="240"/>
                    <a:pt x="1924" y="240"/>
                    <a:pt x="1923" y="242"/>
                  </a:cubicBezTo>
                  <a:cubicBezTo>
                    <a:pt x="1923" y="242"/>
                    <a:pt x="1917" y="250"/>
                    <a:pt x="1913" y="254"/>
                  </a:cubicBezTo>
                  <a:cubicBezTo>
                    <a:pt x="1910" y="258"/>
                    <a:pt x="1905" y="268"/>
                    <a:pt x="1912" y="268"/>
                  </a:cubicBezTo>
                  <a:cubicBezTo>
                    <a:pt x="1919" y="268"/>
                    <a:pt x="1928" y="265"/>
                    <a:pt x="1933" y="258"/>
                  </a:cubicBezTo>
                  <a:close/>
                  <a:moveTo>
                    <a:pt x="1951" y="129"/>
                  </a:moveTo>
                  <a:cubicBezTo>
                    <a:pt x="1959" y="132"/>
                    <a:pt x="1964" y="129"/>
                    <a:pt x="1965" y="124"/>
                  </a:cubicBezTo>
                  <a:cubicBezTo>
                    <a:pt x="1966" y="119"/>
                    <a:pt x="1976" y="117"/>
                    <a:pt x="1980" y="119"/>
                  </a:cubicBezTo>
                  <a:cubicBezTo>
                    <a:pt x="1983" y="120"/>
                    <a:pt x="1995" y="116"/>
                    <a:pt x="1988" y="110"/>
                  </a:cubicBezTo>
                  <a:cubicBezTo>
                    <a:pt x="1982" y="104"/>
                    <a:pt x="1973" y="102"/>
                    <a:pt x="1967" y="102"/>
                  </a:cubicBezTo>
                  <a:cubicBezTo>
                    <a:pt x="1967" y="102"/>
                    <a:pt x="1954" y="106"/>
                    <a:pt x="1952" y="111"/>
                  </a:cubicBezTo>
                  <a:cubicBezTo>
                    <a:pt x="1951" y="117"/>
                    <a:pt x="1944" y="126"/>
                    <a:pt x="1951" y="129"/>
                  </a:cubicBezTo>
                  <a:close/>
                  <a:moveTo>
                    <a:pt x="1960" y="290"/>
                  </a:moveTo>
                  <a:cubicBezTo>
                    <a:pt x="1970" y="290"/>
                    <a:pt x="1972" y="288"/>
                    <a:pt x="1980" y="294"/>
                  </a:cubicBezTo>
                  <a:cubicBezTo>
                    <a:pt x="1988" y="299"/>
                    <a:pt x="2003" y="296"/>
                    <a:pt x="2008" y="294"/>
                  </a:cubicBezTo>
                  <a:cubicBezTo>
                    <a:pt x="2014" y="292"/>
                    <a:pt x="2016" y="281"/>
                    <a:pt x="2002" y="272"/>
                  </a:cubicBezTo>
                  <a:cubicBezTo>
                    <a:pt x="1988" y="262"/>
                    <a:pt x="1988" y="265"/>
                    <a:pt x="1981" y="266"/>
                  </a:cubicBezTo>
                  <a:cubicBezTo>
                    <a:pt x="1981" y="266"/>
                    <a:pt x="1976" y="272"/>
                    <a:pt x="1964" y="275"/>
                  </a:cubicBezTo>
                  <a:cubicBezTo>
                    <a:pt x="1952" y="277"/>
                    <a:pt x="1931" y="277"/>
                    <a:pt x="1934" y="285"/>
                  </a:cubicBezTo>
                  <a:cubicBezTo>
                    <a:pt x="1936" y="293"/>
                    <a:pt x="1950" y="290"/>
                    <a:pt x="1960" y="290"/>
                  </a:cubicBezTo>
                  <a:close/>
                  <a:moveTo>
                    <a:pt x="2112" y="252"/>
                  </a:moveTo>
                  <a:cubicBezTo>
                    <a:pt x="2125" y="252"/>
                    <a:pt x="2150" y="254"/>
                    <a:pt x="2153" y="248"/>
                  </a:cubicBezTo>
                  <a:cubicBezTo>
                    <a:pt x="2156" y="243"/>
                    <a:pt x="2146" y="229"/>
                    <a:pt x="2136" y="226"/>
                  </a:cubicBezTo>
                  <a:cubicBezTo>
                    <a:pt x="2127" y="222"/>
                    <a:pt x="2133" y="218"/>
                    <a:pt x="2123" y="216"/>
                  </a:cubicBezTo>
                  <a:cubicBezTo>
                    <a:pt x="2123" y="216"/>
                    <a:pt x="2114" y="212"/>
                    <a:pt x="2110" y="219"/>
                  </a:cubicBezTo>
                  <a:cubicBezTo>
                    <a:pt x="2107" y="227"/>
                    <a:pt x="2104" y="232"/>
                    <a:pt x="2091" y="235"/>
                  </a:cubicBezTo>
                  <a:cubicBezTo>
                    <a:pt x="2079" y="238"/>
                    <a:pt x="2076" y="244"/>
                    <a:pt x="2080" y="248"/>
                  </a:cubicBezTo>
                  <a:cubicBezTo>
                    <a:pt x="2084" y="252"/>
                    <a:pt x="2099" y="252"/>
                    <a:pt x="2112" y="252"/>
                  </a:cubicBezTo>
                  <a:close/>
                  <a:moveTo>
                    <a:pt x="2176" y="211"/>
                  </a:moveTo>
                  <a:cubicBezTo>
                    <a:pt x="2186" y="211"/>
                    <a:pt x="2199" y="227"/>
                    <a:pt x="2205" y="217"/>
                  </a:cubicBezTo>
                  <a:cubicBezTo>
                    <a:pt x="2210" y="208"/>
                    <a:pt x="2202" y="191"/>
                    <a:pt x="2188" y="190"/>
                  </a:cubicBezTo>
                  <a:cubicBezTo>
                    <a:pt x="2188" y="190"/>
                    <a:pt x="2172" y="189"/>
                    <a:pt x="2172" y="195"/>
                  </a:cubicBezTo>
                  <a:cubicBezTo>
                    <a:pt x="2172" y="201"/>
                    <a:pt x="2166" y="211"/>
                    <a:pt x="2176" y="211"/>
                  </a:cubicBezTo>
                  <a:close/>
                  <a:moveTo>
                    <a:pt x="2199" y="169"/>
                  </a:moveTo>
                  <a:cubicBezTo>
                    <a:pt x="2214" y="169"/>
                    <a:pt x="2217" y="168"/>
                    <a:pt x="2224" y="171"/>
                  </a:cubicBezTo>
                  <a:cubicBezTo>
                    <a:pt x="2230" y="175"/>
                    <a:pt x="2242" y="179"/>
                    <a:pt x="2245" y="174"/>
                  </a:cubicBezTo>
                  <a:cubicBezTo>
                    <a:pt x="2248" y="168"/>
                    <a:pt x="2251" y="167"/>
                    <a:pt x="2262" y="168"/>
                  </a:cubicBezTo>
                  <a:cubicBezTo>
                    <a:pt x="2273" y="169"/>
                    <a:pt x="2280" y="169"/>
                    <a:pt x="2282" y="175"/>
                  </a:cubicBezTo>
                  <a:cubicBezTo>
                    <a:pt x="2284" y="182"/>
                    <a:pt x="2285" y="186"/>
                    <a:pt x="2305" y="186"/>
                  </a:cubicBezTo>
                  <a:cubicBezTo>
                    <a:pt x="2325" y="186"/>
                    <a:pt x="2362" y="193"/>
                    <a:pt x="2366" y="185"/>
                  </a:cubicBezTo>
                  <a:cubicBezTo>
                    <a:pt x="2371" y="177"/>
                    <a:pt x="2370" y="176"/>
                    <a:pt x="2382" y="176"/>
                  </a:cubicBezTo>
                  <a:cubicBezTo>
                    <a:pt x="2394" y="176"/>
                    <a:pt x="2408" y="177"/>
                    <a:pt x="2410" y="167"/>
                  </a:cubicBezTo>
                  <a:cubicBezTo>
                    <a:pt x="2412" y="157"/>
                    <a:pt x="2414" y="155"/>
                    <a:pt x="2422" y="155"/>
                  </a:cubicBezTo>
                  <a:cubicBezTo>
                    <a:pt x="2431" y="155"/>
                    <a:pt x="2434" y="160"/>
                    <a:pt x="2434" y="165"/>
                  </a:cubicBezTo>
                  <a:cubicBezTo>
                    <a:pt x="2435" y="170"/>
                    <a:pt x="2442" y="173"/>
                    <a:pt x="2452" y="172"/>
                  </a:cubicBezTo>
                  <a:cubicBezTo>
                    <a:pt x="2461" y="170"/>
                    <a:pt x="2496" y="172"/>
                    <a:pt x="2496" y="165"/>
                  </a:cubicBezTo>
                  <a:cubicBezTo>
                    <a:pt x="2495" y="157"/>
                    <a:pt x="2498" y="150"/>
                    <a:pt x="2490" y="148"/>
                  </a:cubicBezTo>
                  <a:cubicBezTo>
                    <a:pt x="2482" y="147"/>
                    <a:pt x="2478" y="145"/>
                    <a:pt x="2478" y="139"/>
                  </a:cubicBezTo>
                  <a:cubicBezTo>
                    <a:pt x="2477" y="133"/>
                    <a:pt x="2478" y="117"/>
                    <a:pt x="2464" y="118"/>
                  </a:cubicBezTo>
                  <a:cubicBezTo>
                    <a:pt x="2450" y="118"/>
                    <a:pt x="2437" y="115"/>
                    <a:pt x="2435" y="120"/>
                  </a:cubicBezTo>
                  <a:cubicBezTo>
                    <a:pt x="2433" y="125"/>
                    <a:pt x="2425" y="136"/>
                    <a:pt x="2419" y="132"/>
                  </a:cubicBezTo>
                  <a:cubicBezTo>
                    <a:pt x="2413" y="129"/>
                    <a:pt x="2407" y="123"/>
                    <a:pt x="2400" y="124"/>
                  </a:cubicBezTo>
                  <a:cubicBezTo>
                    <a:pt x="2392" y="124"/>
                    <a:pt x="2389" y="128"/>
                    <a:pt x="2379" y="124"/>
                  </a:cubicBezTo>
                  <a:cubicBezTo>
                    <a:pt x="2370" y="119"/>
                    <a:pt x="2361" y="117"/>
                    <a:pt x="2351" y="117"/>
                  </a:cubicBezTo>
                  <a:cubicBezTo>
                    <a:pt x="2342" y="116"/>
                    <a:pt x="2318" y="113"/>
                    <a:pt x="2316" y="120"/>
                  </a:cubicBezTo>
                  <a:cubicBezTo>
                    <a:pt x="2313" y="127"/>
                    <a:pt x="2309" y="126"/>
                    <a:pt x="2293" y="126"/>
                  </a:cubicBezTo>
                  <a:cubicBezTo>
                    <a:pt x="2277" y="126"/>
                    <a:pt x="2259" y="130"/>
                    <a:pt x="2257" y="124"/>
                  </a:cubicBezTo>
                  <a:cubicBezTo>
                    <a:pt x="2254" y="117"/>
                    <a:pt x="2253" y="115"/>
                    <a:pt x="2242" y="115"/>
                  </a:cubicBezTo>
                  <a:cubicBezTo>
                    <a:pt x="2231" y="114"/>
                    <a:pt x="2223" y="105"/>
                    <a:pt x="2218" y="113"/>
                  </a:cubicBezTo>
                  <a:cubicBezTo>
                    <a:pt x="2212" y="121"/>
                    <a:pt x="2207" y="122"/>
                    <a:pt x="2208" y="128"/>
                  </a:cubicBezTo>
                  <a:cubicBezTo>
                    <a:pt x="2208" y="135"/>
                    <a:pt x="2207" y="138"/>
                    <a:pt x="2221" y="137"/>
                  </a:cubicBezTo>
                  <a:cubicBezTo>
                    <a:pt x="2236" y="137"/>
                    <a:pt x="2248" y="134"/>
                    <a:pt x="2249" y="138"/>
                  </a:cubicBezTo>
                  <a:cubicBezTo>
                    <a:pt x="2249" y="142"/>
                    <a:pt x="2253" y="150"/>
                    <a:pt x="2234" y="150"/>
                  </a:cubicBezTo>
                  <a:cubicBezTo>
                    <a:pt x="2215" y="150"/>
                    <a:pt x="2210" y="150"/>
                    <a:pt x="2199" y="151"/>
                  </a:cubicBezTo>
                  <a:cubicBezTo>
                    <a:pt x="2199" y="151"/>
                    <a:pt x="2186" y="151"/>
                    <a:pt x="2186" y="159"/>
                  </a:cubicBezTo>
                  <a:cubicBezTo>
                    <a:pt x="2187" y="166"/>
                    <a:pt x="2184" y="169"/>
                    <a:pt x="2199" y="169"/>
                  </a:cubicBezTo>
                  <a:close/>
                  <a:moveTo>
                    <a:pt x="2294" y="104"/>
                  </a:moveTo>
                  <a:cubicBezTo>
                    <a:pt x="2315" y="104"/>
                    <a:pt x="2338" y="101"/>
                    <a:pt x="2347" y="101"/>
                  </a:cubicBezTo>
                  <a:cubicBezTo>
                    <a:pt x="2357" y="101"/>
                    <a:pt x="2380" y="94"/>
                    <a:pt x="2383" y="102"/>
                  </a:cubicBezTo>
                  <a:cubicBezTo>
                    <a:pt x="2386" y="109"/>
                    <a:pt x="2389" y="112"/>
                    <a:pt x="2397" y="112"/>
                  </a:cubicBezTo>
                  <a:cubicBezTo>
                    <a:pt x="2405" y="112"/>
                    <a:pt x="2421" y="117"/>
                    <a:pt x="2423" y="110"/>
                  </a:cubicBezTo>
                  <a:cubicBezTo>
                    <a:pt x="2425" y="102"/>
                    <a:pt x="2433" y="101"/>
                    <a:pt x="2434" y="96"/>
                  </a:cubicBezTo>
                  <a:cubicBezTo>
                    <a:pt x="2434" y="92"/>
                    <a:pt x="2424" y="81"/>
                    <a:pt x="2437" y="80"/>
                  </a:cubicBezTo>
                  <a:cubicBezTo>
                    <a:pt x="2450" y="79"/>
                    <a:pt x="2457" y="77"/>
                    <a:pt x="2462" y="83"/>
                  </a:cubicBezTo>
                  <a:cubicBezTo>
                    <a:pt x="2466" y="88"/>
                    <a:pt x="2477" y="89"/>
                    <a:pt x="2482" y="89"/>
                  </a:cubicBezTo>
                  <a:cubicBezTo>
                    <a:pt x="2486" y="89"/>
                    <a:pt x="2513" y="96"/>
                    <a:pt x="2512" y="89"/>
                  </a:cubicBezTo>
                  <a:cubicBezTo>
                    <a:pt x="2512" y="82"/>
                    <a:pt x="2512" y="80"/>
                    <a:pt x="2518" y="79"/>
                  </a:cubicBezTo>
                  <a:cubicBezTo>
                    <a:pt x="2525" y="79"/>
                    <a:pt x="2527" y="75"/>
                    <a:pt x="2519" y="73"/>
                  </a:cubicBezTo>
                  <a:cubicBezTo>
                    <a:pt x="2511" y="71"/>
                    <a:pt x="2509" y="63"/>
                    <a:pt x="2497" y="65"/>
                  </a:cubicBezTo>
                  <a:cubicBezTo>
                    <a:pt x="2486" y="67"/>
                    <a:pt x="2497" y="79"/>
                    <a:pt x="2475" y="70"/>
                  </a:cubicBezTo>
                  <a:cubicBezTo>
                    <a:pt x="2453" y="62"/>
                    <a:pt x="2455" y="59"/>
                    <a:pt x="2446" y="59"/>
                  </a:cubicBezTo>
                  <a:cubicBezTo>
                    <a:pt x="2436" y="59"/>
                    <a:pt x="2438" y="59"/>
                    <a:pt x="2431" y="53"/>
                  </a:cubicBezTo>
                  <a:cubicBezTo>
                    <a:pt x="2424" y="47"/>
                    <a:pt x="2409" y="39"/>
                    <a:pt x="2404" y="44"/>
                  </a:cubicBezTo>
                  <a:cubicBezTo>
                    <a:pt x="2399" y="50"/>
                    <a:pt x="2393" y="50"/>
                    <a:pt x="2384" y="51"/>
                  </a:cubicBezTo>
                  <a:cubicBezTo>
                    <a:pt x="2374" y="52"/>
                    <a:pt x="2376" y="57"/>
                    <a:pt x="2366" y="62"/>
                  </a:cubicBezTo>
                  <a:cubicBezTo>
                    <a:pt x="2357" y="66"/>
                    <a:pt x="2351" y="67"/>
                    <a:pt x="2346" y="72"/>
                  </a:cubicBezTo>
                  <a:cubicBezTo>
                    <a:pt x="2341" y="78"/>
                    <a:pt x="2337" y="84"/>
                    <a:pt x="2326" y="84"/>
                  </a:cubicBezTo>
                  <a:cubicBezTo>
                    <a:pt x="2314" y="84"/>
                    <a:pt x="2316" y="83"/>
                    <a:pt x="2303" y="83"/>
                  </a:cubicBezTo>
                  <a:cubicBezTo>
                    <a:pt x="2303" y="83"/>
                    <a:pt x="2279" y="80"/>
                    <a:pt x="2278" y="88"/>
                  </a:cubicBezTo>
                  <a:cubicBezTo>
                    <a:pt x="2277" y="96"/>
                    <a:pt x="2274" y="104"/>
                    <a:pt x="2294" y="104"/>
                  </a:cubicBezTo>
                  <a:close/>
                  <a:moveTo>
                    <a:pt x="2385" y="244"/>
                  </a:moveTo>
                  <a:cubicBezTo>
                    <a:pt x="2392" y="245"/>
                    <a:pt x="2394" y="249"/>
                    <a:pt x="2394" y="256"/>
                  </a:cubicBezTo>
                  <a:cubicBezTo>
                    <a:pt x="2394" y="263"/>
                    <a:pt x="2404" y="264"/>
                    <a:pt x="2409" y="265"/>
                  </a:cubicBezTo>
                  <a:cubicBezTo>
                    <a:pt x="2414" y="265"/>
                    <a:pt x="2428" y="271"/>
                    <a:pt x="2434" y="261"/>
                  </a:cubicBezTo>
                  <a:cubicBezTo>
                    <a:pt x="2439" y="250"/>
                    <a:pt x="2449" y="253"/>
                    <a:pt x="2451" y="247"/>
                  </a:cubicBezTo>
                  <a:cubicBezTo>
                    <a:pt x="2453" y="241"/>
                    <a:pt x="2460" y="236"/>
                    <a:pt x="2471" y="235"/>
                  </a:cubicBezTo>
                  <a:cubicBezTo>
                    <a:pt x="2483" y="234"/>
                    <a:pt x="2496" y="236"/>
                    <a:pt x="2499" y="233"/>
                  </a:cubicBezTo>
                  <a:cubicBezTo>
                    <a:pt x="2502" y="231"/>
                    <a:pt x="2518" y="226"/>
                    <a:pt x="2511" y="223"/>
                  </a:cubicBezTo>
                  <a:cubicBezTo>
                    <a:pt x="2504" y="220"/>
                    <a:pt x="2502" y="220"/>
                    <a:pt x="2495" y="217"/>
                  </a:cubicBezTo>
                  <a:cubicBezTo>
                    <a:pt x="2487" y="214"/>
                    <a:pt x="2480" y="218"/>
                    <a:pt x="2473" y="214"/>
                  </a:cubicBezTo>
                  <a:cubicBezTo>
                    <a:pt x="2467" y="209"/>
                    <a:pt x="2451" y="205"/>
                    <a:pt x="2437" y="205"/>
                  </a:cubicBezTo>
                  <a:cubicBezTo>
                    <a:pt x="2423" y="205"/>
                    <a:pt x="2404" y="208"/>
                    <a:pt x="2394" y="208"/>
                  </a:cubicBezTo>
                  <a:cubicBezTo>
                    <a:pt x="2383" y="208"/>
                    <a:pt x="2374" y="205"/>
                    <a:pt x="2373" y="213"/>
                  </a:cubicBezTo>
                  <a:cubicBezTo>
                    <a:pt x="2371" y="222"/>
                    <a:pt x="2377" y="226"/>
                    <a:pt x="2361" y="226"/>
                  </a:cubicBezTo>
                  <a:cubicBezTo>
                    <a:pt x="2346" y="226"/>
                    <a:pt x="2313" y="221"/>
                    <a:pt x="2313" y="235"/>
                  </a:cubicBezTo>
                  <a:cubicBezTo>
                    <a:pt x="2313" y="235"/>
                    <a:pt x="2314" y="243"/>
                    <a:pt x="2305" y="247"/>
                  </a:cubicBezTo>
                  <a:cubicBezTo>
                    <a:pt x="2295" y="251"/>
                    <a:pt x="2300" y="252"/>
                    <a:pt x="2300" y="258"/>
                  </a:cubicBezTo>
                  <a:cubicBezTo>
                    <a:pt x="2300" y="264"/>
                    <a:pt x="2310" y="269"/>
                    <a:pt x="2318" y="269"/>
                  </a:cubicBezTo>
                  <a:cubicBezTo>
                    <a:pt x="2325" y="269"/>
                    <a:pt x="2380" y="273"/>
                    <a:pt x="2378" y="263"/>
                  </a:cubicBezTo>
                  <a:cubicBezTo>
                    <a:pt x="2376" y="254"/>
                    <a:pt x="2378" y="244"/>
                    <a:pt x="2385" y="244"/>
                  </a:cubicBezTo>
                  <a:close/>
                  <a:moveTo>
                    <a:pt x="2438" y="22"/>
                  </a:moveTo>
                  <a:cubicBezTo>
                    <a:pt x="2438" y="33"/>
                    <a:pt x="2455" y="39"/>
                    <a:pt x="2458" y="31"/>
                  </a:cubicBezTo>
                  <a:cubicBezTo>
                    <a:pt x="2460" y="23"/>
                    <a:pt x="2471" y="23"/>
                    <a:pt x="2481" y="23"/>
                  </a:cubicBezTo>
                  <a:cubicBezTo>
                    <a:pt x="2491" y="23"/>
                    <a:pt x="2518" y="26"/>
                    <a:pt x="2520" y="21"/>
                  </a:cubicBezTo>
                  <a:cubicBezTo>
                    <a:pt x="2521" y="17"/>
                    <a:pt x="2529" y="23"/>
                    <a:pt x="2529" y="14"/>
                  </a:cubicBezTo>
                  <a:cubicBezTo>
                    <a:pt x="2529" y="5"/>
                    <a:pt x="2529" y="1"/>
                    <a:pt x="2519" y="1"/>
                  </a:cubicBezTo>
                  <a:cubicBezTo>
                    <a:pt x="2510" y="1"/>
                    <a:pt x="2501" y="0"/>
                    <a:pt x="2488" y="1"/>
                  </a:cubicBezTo>
                  <a:cubicBezTo>
                    <a:pt x="2488" y="1"/>
                    <a:pt x="2462" y="1"/>
                    <a:pt x="2452" y="4"/>
                  </a:cubicBezTo>
                  <a:cubicBezTo>
                    <a:pt x="2442" y="7"/>
                    <a:pt x="2427" y="8"/>
                    <a:pt x="2430" y="12"/>
                  </a:cubicBezTo>
                  <a:cubicBezTo>
                    <a:pt x="2433" y="16"/>
                    <a:pt x="2437" y="10"/>
                    <a:pt x="2438" y="22"/>
                  </a:cubicBezTo>
                  <a:close/>
                  <a:moveTo>
                    <a:pt x="2493" y="285"/>
                  </a:moveTo>
                  <a:cubicBezTo>
                    <a:pt x="2502" y="285"/>
                    <a:pt x="2505" y="285"/>
                    <a:pt x="2507" y="291"/>
                  </a:cubicBezTo>
                  <a:cubicBezTo>
                    <a:pt x="2508" y="297"/>
                    <a:pt x="2519" y="297"/>
                    <a:pt x="2529" y="297"/>
                  </a:cubicBezTo>
                  <a:cubicBezTo>
                    <a:pt x="2540" y="297"/>
                    <a:pt x="2538" y="299"/>
                    <a:pt x="2542" y="292"/>
                  </a:cubicBezTo>
                  <a:cubicBezTo>
                    <a:pt x="2546" y="284"/>
                    <a:pt x="2560" y="294"/>
                    <a:pt x="2562" y="284"/>
                  </a:cubicBezTo>
                  <a:cubicBezTo>
                    <a:pt x="2564" y="274"/>
                    <a:pt x="2565" y="275"/>
                    <a:pt x="2557" y="274"/>
                  </a:cubicBezTo>
                  <a:cubicBezTo>
                    <a:pt x="2549" y="274"/>
                    <a:pt x="2544" y="275"/>
                    <a:pt x="2542" y="269"/>
                  </a:cubicBezTo>
                  <a:cubicBezTo>
                    <a:pt x="2540" y="263"/>
                    <a:pt x="2533" y="264"/>
                    <a:pt x="2526" y="263"/>
                  </a:cubicBezTo>
                  <a:cubicBezTo>
                    <a:pt x="2526" y="263"/>
                    <a:pt x="2507" y="259"/>
                    <a:pt x="2503" y="266"/>
                  </a:cubicBezTo>
                  <a:cubicBezTo>
                    <a:pt x="2499" y="273"/>
                    <a:pt x="2495" y="274"/>
                    <a:pt x="2489" y="275"/>
                  </a:cubicBezTo>
                  <a:cubicBezTo>
                    <a:pt x="2482" y="275"/>
                    <a:pt x="2485" y="285"/>
                    <a:pt x="2493" y="285"/>
                  </a:cubicBezTo>
                  <a:close/>
                  <a:moveTo>
                    <a:pt x="2523" y="176"/>
                  </a:moveTo>
                  <a:cubicBezTo>
                    <a:pt x="2521" y="182"/>
                    <a:pt x="2514" y="183"/>
                    <a:pt x="2516" y="189"/>
                  </a:cubicBezTo>
                  <a:cubicBezTo>
                    <a:pt x="2519" y="195"/>
                    <a:pt x="2518" y="207"/>
                    <a:pt x="2530" y="211"/>
                  </a:cubicBezTo>
                  <a:cubicBezTo>
                    <a:pt x="2543" y="214"/>
                    <a:pt x="2553" y="223"/>
                    <a:pt x="2559" y="219"/>
                  </a:cubicBezTo>
                  <a:cubicBezTo>
                    <a:pt x="2564" y="215"/>
                    <a:pt x="2571" y="211"/>
                    <a:pt x="2580" y="211"/>
                  </a:cubicBezTo>
                  <a:cubicBezTo>
                    <a:pt x="2589" y="211"/>
                    <a:pt x="2586" y="220"/>
                    <a:pt x="2599" y="220"/>
                  </a:cubicBezTo>
                  <a:cubicBezTo>
                    <a:pt x="2613" y="220"/>
                    <a:pt x="2631" y="224"/>
                    <a:pt x="2633" y="216"/>
                  </a:cubicBezTo>
                  <a:cubicBezTo>
                    <a:pt x="2635" y="207"/>
                    <a:pt x="2648" y="209"/>
                    <a:pt x="2661" y="202"/>
                  </a:cubicBezTo>
                  <a:cubicBezTo>
                    <a:pt x="2673" y="194"/>
                    <a:pt x="2680" y="188"/>
                    <a:pt x="2684" y="185"/>
                  </a:cubicBezTo>
                  <a:cubicBezTo>
                    <a:pt x="2689" y="181"/>
                    <a:pt x="2703" y="178"/>
                    <a:pt x="2704" y="173"/>
                  </a:cubicBezTo>
                  <a:cubicBezTo>
                    <a:pt x="2705" y="168"/>
                    <a:pt x="2704" y="163"/>
                    <a:pt x="2698" y="163"/>
                  </a:cubicBezTo>
                  <a:cubicBezTo>
                    <a:pt x="2692" y="163"/>
                    <a:pt x="2692" y="151"/>
                    <a:pt x="2684" y="150"/>
                  </a:cubicBezTo>
                  <a:cubicBezTo>
                    <a:pt x="2676" y="150"/>
                    <a:pt x="2643" y="148"/>
                    <a:pt x="2638" y="150"/>
                  </a:cubicBezTo>
                  <a:cubicBezTo>
                    <a:pt x="2633" y="152"/>
                    <a:pt x="2639" y="160"/>
                    <a:pt x="2616" y="160"/>
                  </a:cubicBezTo>
                  <a:cubicBezTo>
                    <a:pt x="2594" y="159"/>
                    <a:pt x="2559" y="159"/>
                    <a:pt x="2549" y="159"/>
                  </a:cubicBezTo>
                  <a:cubicBezTo>
                    <a:pt x="2549" y="159"/>
                    <a:pt x="2541" y="161"/>
                    <a:pt x="2539" y="166"/>
                  </a:cubicBezTo>
                  <a:cubicBezTo>
                    <a:pt x="2537" y="172"/>
                    <a:pt x="2525" y="171"/>
                    <a:pt x="2523" y="176"/>
                  </a:cubicBezTo>
                  <a:close/>
                  <a:moveTo>
                    <a:pt x="2579" y="139"/>
                  </a:moveTo>
                  <a:cubicBezTo>
                    <a:pt x="2597" y="142"/>
                    <a:pt x="2597" y="148"/>
                    <a:pt x="2607" y="147"/>
                  </a:cubicBezTo>
                  <a:cubicBezTo>
                    <a:pt x="2618" y="147"/>
                    <a:pt x="2631" y="146"/>
                    <a:pt x="2637" y="139"/>
                  </a:cubicBezTo>
                  <a:cubicBezTo>
                    <a:pt x="2643" y="133"/>
                    <a:pt x="2657" y="133"/>
                    <a:pt x="2658" y="127"/>
                  </a:cubicBezTo>
                  <a:cubicBezTo>
                    <a:pt x="2659" y="122"/>
                    <a:pt x="2654" y="115"/>
                    <a:pt x="2647" y="115"/>
                  </a:cubicBezTo>
                  <a:cubicBezTo>
                    <a:pt x="2639" y="116"/>
                    <a:pt x="2619" y="118"/>
                    <a:pt x="2604" y="118"/>
                  </a:cubicBezTo>
                  <a:cubicBezTo>
                    <a:pt x="2604" y="118"/>
                    <a:pt x="2585" y="117"/>
                    <a:pt x="2581" y="123"/>
                  </a:cubicBezTo>
                  <a:cubicBezTo>
                    <a:pt x="2578" y="128"/>
                    <a:pt x="2567" y="123"/>
                    <a:pt x="2567" y="129"/>
                  </a:cubicBezTo>
                  <a:cubicBezTo>
                    <a:pt x="2568" y="134"/>
                    <a:pt x="2561" y="137"/>
                    <a:pt x="2579" y="139"/>
                  </a:cubicBezTo>
                  <a:close/>
                  <a:moveTo>
                    <a:pt x="2681" y="53"/>
                  </a:moveTo>
                  <a:cubicBezTo>
                    <a:pt x="2695" y="55"/>
                    <a:pt x="2693" y="55"/>
                    <a:pt x="2700" y="47"/>
                  </a:cubicBezTo>
                  <a:cubicBezTo>
                    <a:pt x="2708" y="38"/>
                    <a:pt x="2716" y="37"/>
                    <a:pt x="2726" y="41"/>
                  </a:cubicBezTo>
                  <a:cubicBezTo>
                    <a:pt x="2736" y="44"/>
                    <a:pt x="2730" y="48"/>
                    <a:pt x="2749" y="48"/>
                  </a:cubicBezTo>
                  <a:cubicBezTo>
                    <a:pt x="2767" y="49"/>
                    <a:pt x="2784" y="51"/>
                    <a:pt x="2789" y="45"/>
                  </a:cubicBezTo>
                  <a:cubicBezTo>
                    <a:pt x="2795" y="38"/>
                    <a:pt x="2798" y="23"/>
                    <a:pt x="2788" y="22"/>
                  </a:cubicBezTo>
                  <a:cubicBezTo>
                    <a:pt x="2777" y="21"/>
                    <a:pt x="2779" y="16"/>
                    <a:pt x="2763" y="15"/>
                  </a:cubicBezTo>
                  <a:cubicBezTo>
                    <a:pt x="2747" y="15"/>
                    <a:pt x="2737" y="14"/>
                    <a:pt x="2735" y="19"/>
                  </a:cubicBezTo>
                  <a:cubicBezTo>
                    <a:pt x="2732" y="23"/>
                    <a:pt x="2725" y="24"/>
                    <a:pt x="2711" y="24"/>
                  </a:cubicBezTo>
                  <a:cubicBezTo>
                    <a:pt x="2711" y="24"/>
                    <a:pt x="2694" y="24"/>
                    <a:pt x="2690" y="29"/>
                  </a:cubicBezTo>
                  <a:cubicBezTo>
                    <a:pt x="2686" y="33"/>
                    <a:pt x="2698" y="43"/>
                    <a:pt x="2682" y="40"/>
                  </a:cubicBezTo>
                  <a:cubicBezTo>
                    <a:pt x="2667" y="36"/>
                    <a:pt x="2663" y="39"/>
                    <a:pt x="2664" y="42"/>
                  </a:cubicBezTo>
                  <a:cubicBezTo>
                    <a:pt x="2664" y="46"/>
                    <a:pt x="2667" y="51"/>
                    <a:pt x="2681" y="53"/>
                  </a:cubicBezTo>
                  <a:close/>
                  <a:moveTo>
                    <a:pt x="2746" y="140"/>
                  </a:moveTo>
                  <a:cubicBezTo>
                    <a:pt x="2741" y="145"/>
                    <a:pt x="2737" y="150"/>
                    <a:pt x="2729" y="150"/>
                  </a:cubicBezTo>
                  <a:cubicBezTo>
                    <a:pt x="2722" y="151"/>
                    <a:pt x="2711" y="162"/>
                    <a:pt x="2723" y="167"/>
                  </a:cubicBezTo>
                  <a:cubicBezTo>
                    <a:pt x="2734" y="171"/>
                    <a:pt x="2744" y="171"/>
                    <a:pt x="2748" y="177"/>
                  </a:cubicBezTo>
                  <a:cubicBezTo>
                    <a:pt x="2751" y="183"/>
                    <a:pt x="2775" y="181"/>
                    <a:pt x="2788" y="180"/>
                  </a:cubicBezTo>
                  <a:cubicBezTo>
                    <a:pt x="2801" y="180"/>
                    <a:pt x="2812" y="184"/>
                    <a:pt x="2819" y="177"/>
                  </a:cubicBezTo>
                  <a:cubicBezTo>
                    <a:pt x="2826" y="170"/>
                    <a:pt x="2836" y="168"/>
                    <a:pt x="2846" y="169"/>
                  </a:cubicBezTo>
                  <a:cubicBezTo>
                    <a:pt x="2856" y="169"/>
                    <a:pt x="2860" y="173"/>
                    <a:pt x="2864" y="167"/>
                  </a:cubicBezTo>
                  <a:cubicBezTo>
                    <a:pt x="2869" y="162"/>
                    <a:pt x="2877" y="166"/>
                    <a:pt x="2883" y="158"/>
                  </a:cubicBezTo>
                  <a:cubicBezTo>
                    <a:pt x="2888" y="149"/>
                    <a:pt x="2899" y="151"/>
                    <a:pt x="2899" y="139"/>
                  </a:cubicBezTo>
                  <a:cubicBezTo>
                    <a:pt x="2899" y="128"/>
                    <a:pt x="2901" y="118"/>
                    <a:pt x="2889" y="112"/>
                  </a:cubicBezTo>
                  <a:cubicBezTo>
                    <a:pt x="2878" y="105"/>
                    <a:pt x="2873" y="113"/>
                    <a:pt x="2868" y="103"/>
                  </a:cubicBezTo>
                  <a:cubicBezTo>
                    <a:pt x="2863" y="94"/>
                    <a:pt x="2850" y="99"/>
                    <a:pt x="2842" y="99"/>
                  </a:cubicBezTo>
                  <a:cubicBezTo>
                    <a:pt x="2833" y="99"/>
                    <a:pt x="2832" y="103"/>
                    <a:pt x="2826" y="111"/>
                  </a:cubicBezTo>
                  <a:cubicBezTo>
                    <a:pt x="2821" y="118"/>
                    <a:pt x="2818" y="115"/>
                    <a:pt x="2818" y="123"/>
                  </a:cubicBezTo>
                  <a:cubicBezTo>
                    <a:pt x="2818" y="130"/>
                    <a:pt x="2818" y="136"/>
                    <a:pt x="2804" y="135"/>
                  </a:cubicBezTo>
                  <a:cubicBezTo>
                    <a:pt x="2791" y="134"/>
                    <a:pt x="2789" y="136"/>
                    <a:pt x="2777" y="136"/>
                  </a:cubicBezTo>
                  <a:cubicBezTo>
                    <a:pt x="2777" y="136"/>
                    <a:pt x="2750" y="136"/>
                    <a:pt x="2746" y="140"/>
                  </a:cubicBezTo>
                  <a:close/>
                  <a:moveTo>
                    <a:pt x="1896" y="1623"/>
                  </a:moveTo>
                  <a:cubicBezTo>
                    <a:pt x="1883" y="1620"/>
                    <a:pt x="1875" y="1610"/>
                    <a:pt x="1867" y="1612"/>
                  </a:cubicBezTo>
                  <a:cubicBezTo>
                    <a:pt x="1859" y="1614"/>
                    <a:pt x="1854" y="1622"/>
                    <a:pt x="1844" y="1622"/>
                  </a:cubicBezTo>
                  <a:cubicBezTo>
                    <a:pt x="1834" y="1622"/>
                    <a:pt x="1813" y="1642"/>
                    <a:pt x="1814" y="1655"/>
                  </a:cubicBezTo>
                  <a:cubicBezTo>
                    <a:pt x="1814" y="1655"/>
                    <a:pt x="1811" y="1687"/>
                    <a:pt x="1820" y="1690"/>
                  </a:cubicBezTo>
                  <a:cubicBezTo>
                    <a:pt x="1829" y="1693"/>
                    <a:pt x="1834" y="1701"/>
                    <a:pt x="1847" y="1702"/>
                  </a:cubicBezTo>
                  <a:cubicBezTo>
                    <a:pt x="1860" y="1703"/>
                    <a:pt x="1870" y="1697"/>
                    <a:pt x="1880" y="1697"/>
                  </a:cubicBezTo>
                  <a:cubicBezTo>
                    <a:pt x="1890" y="1697"/>
                    <a:pt x="1888" y="1693"/>
                    <a:pt x="1900" y="1687"/>
                  </a:cubicBezTo>
                  <a:cubicBezTo>
                    <a:pt x="1912" y="1681"/>
                    <a:pt x="1910" y="1665"/>
                    <a:pt x="1924" y="1665"/>
                  </a:cubicBezTo>
                  <a:cubicBezTo>
                    <a:pt x="1938" y="1665"/>
                    <a:pt x="1938" y="1666"/>
                    <a:pt x="1940" y="1659"/>
                  </a:cubicBezTo>
                  <a:cubicBezTo>
                    <a:pt x="1942" y="1652"/>
                    <a:pt x="1945" y="1651"/>
                    <a:pt x="1925" y="1644"/>
                  </a:cubicBezTo>
                  <a:cubicBezTo>
                    <a:pt x="1905" y="1637"/>
                    <a:pt x="1909" y="1626"/>
                    <a:pt x="1896" y="1623"/>
                  </a:cubicBezTo>
                  <a:close/>
                  <a:moveTo>
                    <a:pt x="2485" y="1564"/>
                  </a:moveTo>
                  <a:cubicBezTo>
                    <a:pt x="2495" y="1570"/>
                    <a:pt x="2491" y="1579"/>
                    <a:pt x="2506" y="1579"/>
                  </a:cubicBezTo>
                  <a:cubicBezTo>
                    <a:pt x="2521" y="1579"/>
                    <a:pt x="2529" y="1576"/>
                    <a:pt x="2533" y="1586"/>
                  </a:cubicBezTo>
                  <a:cubicBezTo>
                    <a:pt x="2537" y="1596"/>
                    <a:pt x="2546" y="1598"/>
                    <a:pt x="2556" y="1598"/>
                  </a:cubicBezTo>
                  <a:cubicBezTo>
                    <a:pt x="2566" y="1598"/>
                    <a:pt x="2585" y="1597"/>
                    <a:pt x="2586" y="1591"/>
                  </a:cubicBezTo>
                  <a:cubicBezTo>
                    <a:pt x="2587" y="1585"/>
                    <a:pt x="2597" y="1570"/>
                    <a:pt x="2582" y="1564"/>
                  </a:cubicBezTo>
                  <a:cubicBezTo>
                    <a:pt x="2567" y="1558"/>
                    <a:pt x="2531" y="1538"/>
                    <a:pt x="2524" y="1528"/>
                  </a:cubicBezTo>
                  <a:cubicBezTo>
                    <a:pt x="2524" y="1528"/>
                    <a:pt x="2506" y="1505"/>
                    <a:pt x="2497" y="1509"/>
                  </a:cubicBezTo>
                  <a:cubicBezTo>
                    <a:pt x="2488" y="1513"/>
                    <a:pt x="2473" y="1518"/>
                    <a:pt x="2476" y="1524"/>
                  </a:cubicBezTo>
                  <a:cubicBezTo>
                    <a:pt x="2479" y="1530"/>
                    <a:pt x="2482" y="1528"/>
                    <a:pt x="2480" y="1538"/>
                  </a:cubicBezTo>
                  <a:cubicBezTo>
                    <a:pt x="2478" y="1548"/>
                    <a:pt x="2475" y="1558"/>
                    <a:pt x="2485" y="1564"/>
                  </a:cubicBezTo>
                  <a:close/>
                  <a:moveTo>
                    <a:pt x="2026" y="1322"/>
                  </a:moveTo>
                  <a:cubicBezTo>
                    <a:pt x="2022" y="1328"/>
                    <a:pt x="2027" y="1332"/>
                    <a:pt x="2018" y="1337"/>
                  </a:cubicBezTo>
                  <a:cubicBezTo>
                    <a:pt x="2009" y="1342"/>
                    <a:pt x="2011" y="1345"/>
                    <a:pt x="2011" y="1352"/>
                  </a:cubicBezTo>
                  <a:cubicBezTo>
                    <a:pt x="2011" y="1359"/>
                    <a:pt x="2021" y="1358"/>
                    <a:pt x="2021" y="1368"/>
                  </a:cubicBezTo>
                  <a:cubicBezTo>
                    <a:pt x="2021" y="1378"/>
                    <a:pt x="2028" y="1389"/>
                    <a:pt x="2040" y="1391"/>
                  </a:cubicBezTo>
                  <a:cubicBezTo>
                    <a:pt x="2052" y="1393"/>
                    <a:pt x="2056" y="1394"/>
                    <a:pt x="2059" y="1388"/>
                  </a:cubicBezTo>
                  <a:cubicBezTo>
                    <a:pt x="2062" y="1382"/>
                    <a:pt x="2070" y="1382"/>
                    <a:pt x="2076" y="1382"/>
                  </a:cubicBezTo>
                  <a:cubicBezTo>
                    <a:pt x="2082" y="1382"/>
                    <a:pt x="2093" y="1380"/>
                    <a:pt x="2095" y="1386"/>
                  </a:cubicBezTo>
                  <a:cubicBezTo>
                    <a:pt x="2097" y="1392"/>
                    <a:pt x="2099" y="1402"/>
                    <a:pt x="2107" y="1402"/>
                  </a:cubicBezTo>
                  <a:cubicBezTo>
                    <a:pt x="2115" y="1402"/>
                    <a:pt x="2114" y="1390"/>
                    <a:pt x="2124" y="1390"/>
                  </a:cubicBezTo>
                  <a:cubicBezTo>
                    <a:pt x="2134" y="1390"/>
                    <a:pt x="2140" y="1392"/>
                    <a:pt x="2140" y="1398"/>
                  </a:cubicBezTo>
                  <a:cubicBezTo>
                    <a:pt x="2140" y="1404"/>
                    <a:pt x="2144" y="1409"/>
                    <a:pt x="2152" y="1409"/>
                  </a:cubicBezTo>
                  <a:cubicBezTo>
                    <a:pt x="2160" y="1409"/>
                    <a:pt x="2144" y="1421"/>
                    <a:pt x="2162" y="1423"/>
                  </a:cubicBezTo>
                  <a:cubicBezTo>
                    <a:pt x="2180" y="1425"/>
                    <a:pt x="2183" y="1427"/>
                    <a:pt x="2181" y="1432"/>
                  </a:cubicBezTo>
                  <a:cubicBezTo>
                    <a:pt x="2179" y="1437"/>
                    <a:pt x="2163" y="1435"/>
                    <a:pt x="2163" y="1440"/>
                  </a:cubicBezTo>
                  <a:cubicBezTo>
                    <a:pt x="2163" y="1445"/>
                    <a:pt x="2154" y="1442"/>
                    <a:pt x="2154" y="1452"/>
                  </a:cubicBezTo>
                  <a:cubicBezTo>
                    <a:pt x="2154" y="1462"/>
                    <a:pt x="2143" y="1460"/>
                    <a:pt x="2131" y="1461"/>
                  </a:cubicBezTo>
                  <a:cubicBezTo>
                    <a:pt x="2119" y="1462"/>
                    <a:pt x="2116" y="1472"/>
                    <a:pt x="2135" y="1471"/>
                  </a:cubicBezTo>
                  <a:cubicBezTo>
                    <a:pt x="2154" y="1470"/>
                    <a:pt x="2164" y="1469"/>
                    <a:pt x="2167" y="1472"/>
                  </a:cubicBezTo>
                  <a:cubicBezTo>
                    <a:pt x="2170" y="1475"/>
                    <a:pt x="2180" y="1476"/>
                    <a:pt x="2190" y="1476"/>
                  </a:cubicBezTo>
                  <a:cubicBezTo>
                    <a:pt x="2200" y="1476"/>
                    <a:pt x="2226" y="1482"/>
                    <a:pt x="2230" y="1489"/>
                  </a:cubicBezTo>
                  <a:cubicBezTo>
                    <a:pt x="2234" y="1496"/>
                    <a:pt x="2257" y="1500"/>
                    <a:pt x="2259" y="1493"/>
                  </a:cubicBezTo>
                  <a:cubicBezTo>
                    <a:pt x="2261" y="1486"/>
                    <a:pt x="2263" y="1483"/>
                    <a:pt x="2267" y="1483"/>
                  </a:cubicBezTo>
                  <a:cubicBezTo>
                    <a:pt x="2271" y="1483"/>
                    <a:pt x="2276" y="1477"/>
                    <a:pt x="2278" y="1485"/>
                  </a:cubicBezTo>
                  <a:cubicBezTo>
                    <a:pt x="2280" y="1493"/>
                    <a:pt x="2282" y="1491"/>
                    <a:pt x="2297" y="1491"/>
                  </a:cubicBezTo>
                  <a:cubicBezTo>
                    <a:pt x="2312" y="1491"/>
                    <a:pt x="2321" y="1496"/>
                    <a:pt x="2321" y="1489"/>
                  </a:cubicBezTo>
                  <a:cubicBezTo>
                    <a:pt x="2321" y="1482"/>
                    <a:pt x="2326" y="1478"/>
                    <a:pt x="2331" y="1481"/>
                  </a:cubicBezTo>
                  <a:cubicBezTo>
                    <a:pt x="2336" y="1484"/>
                    <a:pt x="2337" y="1492"/>
                    <a:pt x="2348" y="1492"/>
                  </a:cubicBezTo>
                  <a:cubicBezTo>
                    <a:pt x="2359" y="1492"/>
                    <a:pt x="2396" y="1489"/>
                    <a:pt x="2400" y="1488"/>
                  </a:cubicBezTo>
                  <a:cubicBezTo>
                    <a:pt x="2404" y="1487"/>
                    <a:pt x="2420" y="1478"/>
                    <a:pt x="2390" y="1469"/>
                  </a:cubicBezTo>
                  <a:cubicBezTo>
                    <a:pt x="2360" y="1460"/>
                    <a:pt x="2326" y="1433"/>
                    <a:pt x="2316" y="1418"/>
                  </a:cubicBezTo>
                  <a:cubicBezTo>
                    <a:pt x="2306" y="1403"/>
                    <a:pt x="2274" y="1364"/>
                    <a:pt x="2274" y="1351"/>
                  </a:cubicBezTo>
                  <a:cubicBezTo>
                    <a:pt x="2274" y="1338"/>
                    <a:pt x="2265" y="1319"/>
                    <a:pt x="2270" y="1316"/>
                  </a:cubicBezTo>
                  <a:cubicBezTo>
                    <a:pt x="2275" y="1313"/>
                    <a:pt x="2283" y="1302"/>
                    <a:pt x="2279" y="1297"/>
                  </a:cubicBezTo>
                  <a:cubicBezTo>
                    <a:pt x="2275" y="1292"/>
                    <a:pt x="2270" y="1279"/>
                    <a:pt x="2257" y="1279"/>
                  </a:cubicBezTo>
                  <a:cubicBezTo>
                    <a:pt x="2244" y="1279"/>
                    <a:pt x="2253" y="1271"/>
                    <a:pt x="2263" y="1270"/>
                  </a:cubicBezTo>
                  <a:cubicBezTo>
                    <a:pt x="2273" y="1269"/>
                    <a:pt x="2277" y="1268"/>
                    <a:pt x="2275" y="1259"/>
                  </a:cubicBezTo>
                  <a:cubicBezTo>
                    <a:pt x="2273" y="1250"/>
                    <a:pt x="2293" y="1256"/>
                    <a:pt x="2287" y="1245"/>
                  </a:cubicBezTo>
                  <a:cubicBezTo>
                    <a:pt x="2281" y="1234"/>
                    <a:pt x="2255" y="1243"/>
                    <a:pt x="2258" y="1232"/>
                  </a:cubicBezTo>
                  <a:cubicBezTo>
                    <a:pt x="2261" y="1221"/>
                    <a:pt x="2278" y="1230"/>
                    <a:pt x="2290" y="1230"/>
                  </a:cubicBezTo>
                  <a:cubicBezTo>
                    <a:pt x="2302" y="1230"/>
                    <a:pt x="2316" y="1232"/>
                    <a:pt x="2316" y="1224"/>
                  </a:cubicBezTo>
                  <a:cubicBezTo>
                    <a:pt x="2316" y="1216"/>
                    <a:pt x="2293" y="1209"/>
                    <a:pt x="2301" y="1203"/>
                  </a:cubicBezTo>
                  <a:cubicBezTo>
                    <a:pt x="2309" y="1197"/>
                    <a:pt x="2334" y="1208"/>
                    <a:pt x="2335" y="1196"/>
                  </a:cubicBezTo>
                  <a:cubicBezTo>
                    <a:pt x="2336" y="1184"/>
                    <a:pt x="2350" y="1167"/>
                    <a:pt x="2363" y="1167"/>
                  </a:cubicBezTo>
                  <a:cubicBezTo>
                    <a:pt x="2376" y="1167"/>
                    <a:pt x="2384" y="1162"/>
                    <a:pt x="2384" y="1156"/>
                  </a:cubicBezTo>
                  <a:cubicBezTo>
                    <a:pt x="2384" y="1150"/>
                    <a:pt x="2364" y="1139"/>
                    <a:pt x="2381" y="1137"/>
                  </a:cubicBezTo>
                  <a:cubicBezTo>
                    <a:pt x="2398" y="1135"/>
                    <a:pt x="2412" y="1137"/>
                    <a:pt x="2409" y="1124"/>
                  </a:cubicBezTo>
                  <a:cubicBezTo>
                    <a:pt x="2406" y="1111"/>
                    <a:pt x="2425" y="1120"/>
                    <a:pt x="2425" y="1108"/>
                  </a:cubicBezTo>
                  <a:cubicBezTo>
                    <a:pt x="2425" y="1096"/>
                    <a:pt x="2415" y="1083"/>
                    <a:pt x="2428" y="1081"/>
                  </a:cubicBezTo>
                  <a:cubicBezTo>
                    <a:pt x="2441" y="1079"/>
                    <a:pt x="2464" y="1077"/>
                    <a:pt x="2467" y="1064"/>
                  </a:cubicBezTo>
                  <a:cubicBezTo>
                    <a:pt x="2470" y="1051"/>
                    <a:pt x="2483" y="1049"/>
                    <a:pt x="2474" y="1039"/>
                  </a:cubicBezTo>
                  <a:cubicBezTo>
                    <a:pt x="2465" y="1029"/>
                    <a:pt x="2477" y="1020"/>
                    <a:pt x="2497" y="1025"/>
                  </a:cubicBezTo>
                  <a:cubicBezTo>
                    <a:pt x="2517" y="1030"/>
                    <a:pt x="2507" y="1010"/>
                    <a:pt x="2508" y="1001"/>
                  </a:cubicBezTo>
                  <a:cubicBezTo>
                    <a:pt x="2509" y="992"/>
                    <a:pt x="2523" y="998"/>
                    <a:pt x="2529" y="1005"/>
                  </a:cubicBezTo>
                  <a:cubicBezTo>
                    <a:pt x="2535" y="1012"/>
                    <a:pt x="2543" y="1020"/>
                    <a:pt x="2549" y="1008"/>
                  </a:cubicBezTo>
                  <a:cubicBezTo>
                    <a:pt x="2555" y="996"/>
                    <a:pt x="2561" y="999"/>
                    <a:pt x="2575" y="994"/>
                  </a:cubicBezTo>
                  <a:cubicBezTo>
                    <a:pt x="2589" y="989"/>
                    <a:pt x="2583" y="984"/>
                    <a:pt x="2590" y="970"/>
                  </a:cubicBezTo>
                  <a:cubicBezTo>
                    <a:pt x="2597" y="956"/>
                    <a:pt x="2595" y="958"/>
                    <a:pt x="2616" y="943"/>
                  </a:cubicBezTo>
                  <a:cubicBezTo>
                    <a:pt x="2637" y="928"/>
                    <a:pt x="2641" y="921"/>
                    <a:pt x="2653" y="925"/>
                  </a:cubicBezTo>
                  <a:cubicBezTo>
                    <a:pt x="2665" y="929"/>
                    <a:pt x="2668" y="926"/>
                    <a:pt x="2672" y="916"/>
                  </a:cubicBezTo>
                  <a:cubicBezTo>
                    <a:pt x="2676" y="906"/>
                    <a:pt x="2680" y="904"/>
                    <a:pt x="2695" y="903"/>
                  </a:cubicBezTo>
                  <a:cubicBezTo>
                    <a:pt x="2710" y="902"/>
                    <a:pt x="2722" y="893"/>
                    <a:pt x="2738" y="890"/>
                  </a:cubicBezTo>
                  <a:cubicBezTo>
                    <a:pt x="2754" y="887"/>
                    <a:pt x="2767" y="893"/>
                    <a:pt x="2772" y="881"/>
                  </a:cubicBezTo>
                  <a:cubicBezTo>
                    <a:pt x="2777" y="869"/>
                    <a:pt x="2786" y="862"/>
                    <a:pt x="2792" y="870"/>
                  </a:cubicBezTo>
                  <a:cubicBezTo>
                    <a:pt x="2798" y="878"/>
                    <a:pt x="2804" y="884"/>
                    <a:pt x="2809" y="876"/>
                  </a:cubicBezTo>
                  <a:cubicBezTo>
                    <a:pt x="2814" y="868"/>
                    <a:pt x="2813" y="873"/>
                    <a:pt x="2830" y="868"/>
                  </a:cubicBezTo>
                  <a:cubicBezTo>
                    <a:pt x="2847" y="863"/>
                    <a:pt x="2847" y="853"/>
                    <a:pt x="2881" y="851"/>
                  </a:cubicBezTo>
                  <a:cubicBezTo>
                    <a:pt x="2915" y="849"/>
                    <a:pt x="2924" y="839"/>
                    <a:pt x="2945" y="835"/>
                  </a:cubicBezTo>
                  <a:cubicBezTo>
                    <a:pt x="2966" y="831"/>
                    <a:pt x="2982" y="824"/>
                    <a:pt x="3000" y="820"/>
                  </a:cubicBezTo>
                  <a:cubicBezTo>
                    <a:pt x="3018" y="816"/>
                    <a:pt x="3024" y="803"/>
                    <a:pt x="3043" y="802"/>
                  </a:cubicBezTo>
                  <a:cubicBezTo>
                    <a:pt x="3062" y="801"/>
                    <a:pt x="3090" y="790"/>
                    <a:pt x="3100" y="778"/>
                  </a:cubicBezTo>
                  <a:cubicBezTo>
                    <a:pt x="3110" y="766"/>
                    <a:pt x="3122" y="748"/>
                    <a:pt x="3122" y="738"/>
                  </a:cubicBezTo>
                  <a:cubicBezTo>
                    <a:pt x="3122" y="728"/>
                    <a:pt x="3118" y="715"/>
                    <a:pt x="3107" y="710"/>
                  </a:cubicBezTo>
                  <a:cubicBezTo>
                    <a:pt x="3096" y="705"/>
                    <a:pt x="3077" y="706"/>
                    <a:pt x="3070" y="699"/>
                  </a:cubicBezTo>
                  <a:cubicBezTo>
                    <a:pt x="3063" y="692"/>
                    <a:pt x="3042" y="694"/>
                    <a:pt x="3029" y="694"/>
                  </a:cubicBezTo>
                  <a:cubicBezTo>
                    <a:pt x="3016" y="694"/>
                    <a:pt x="3018" y="702"/>
                    <a:pt x="2999" y="704"/>
                  </a:cubicBezTo>
                  <a:cubicBezTo>
                    <a:pt x="2980" y="706"/>
                    <a:pt x="2983" y="720"/>
                    <a:pt x="2963" y="721"/>
                  </a:cubicBezTo>
                  <a:cubicBezTo>
                    <a:pt x="2943" y="722"/>
                    <a:pt x="2933" y="726"/>
                    <a:pt x="2931" y="736"/>
                  </a:cubicBezTo>
                  <a:cubicBezTo>
                    <a:pt x="2929" y="746"/>
                    <a:pt x="2939" y="757"/>
                    <a:pt x="2924" y="757"/>
                  </a:cubicBezTo>
                  <a:cubicBezTo>
                    <a:pt x="2909" y="757"/>
                    <a:pt x="2904" y="752"/>
                    <a:pt x="2900" y="759"/>
                  </a:cubicBezTo>
                  <a:cubicBezTo>
                    <a:pt x="2896" y="766"/>
                    <a:pt x="2889" y="767"/>
                    <a:pt x="2878" y="767"/>
                  </a:cubicBezTo>
                  <a:cubicBezTo>
                    <a:pt x="2867" y="767"/>
                    <a:pt x="2846" y="773"/>
                    <a:pt x="2837" y="779"/>
                  </a:cubicBezTo>
                  <a:cubicBezTo>
                    <a:pt x="2828" y="785"/>
                    <a:pt x="2810" y="790"/>
                    <a:pt x="2796" y="790"/>
                  </a:cubicBezTo>
                  <a:cubicBezTo>
                    <a:pt x="2782" y="790"/>
                    <a:pt x="2777" y="787"/>
                    <a:pt x="2766" y="797"/>
                  </a:cubicBezTo>
                  <a:cubicBezTo>
                    <a:pt x="2755" y="807"/>
                    <a:pt x="2745" y="804"/>
                    <a:pt x="2729" y="804"/>
                  </a:cubicBezTo>
                  <a:cubicBezTo>
                    <a:pt x="2713" y="804"/>
                    <a:pt x="2709" y="804"/>
                    <a:pt x="2697" y="798"/>
                  </a:cubicBezTo>
                  <a:cubicBezTo>
                    <a:pt x="2685" y="792"/>
                    <a:pt x="2663" y="789"/>
                    <a:pt x="2655" y="789"/>
                  </a:cubicBezTo>
                  <a:cubicBezTo>
                    <a:pt x="2647" y="789"/>
                    <a:pt x="2620" y="794"/>
                    <a:pt x="2619" y="804"/>
                  </a:cubicBezTo>
                  <a:cubicBezTo>
                    <a:pt x="2618" y="814"/>
                    <a:pt x="2607" y="828"/>
                    <a:pt x="2598" y="819"/>
                  </a:cubicBezTo>
                  <a:cubicBezTo>
                    <a:pt x="2589" y="810"/>
                    <a:pt x="2573" y="808"/>
                    <a:pt x="2570" y="823"/>
                  </a:cubicBezTo>
                  <a:cubicBezTo>
                    <a:pt x="2567" y="838"/>
                    <a:pt x="2564" y="833"/>
                    <a:pt x="2549" y="835"/>
                  </a:cubicBezTo>
                  <a:cubicBezTo>
                    <a:pt x="2534" y="837"/>
                    <a:pt x="2534" y="843"/>
                    <a:pt x="2529" y="846"/>
                  </a:cubicBezTo>
                  <a:cubicBezTo>
                    <a:pt x="2524" y="849"/>
                    <a:pt x="2518" y="851"/>
                    <a:pt x="2511" y="841"/>
                  </a:cubicBezTo>
                  <a:cubicBezTo>
                    <a:pt x="2504" y="831"/>
                    <a:pt x="2492" y="835"/>
                    <a:pt x="2490" y="843"/>
                  </a:cubicBezTo>
                  <a:cubicBezTo>
                    <a:pt x="2488" y="851"/>
                    <a:pt x="2478" y="845"/>
                    <a:pt x="2475" y="855"/>
                  </a:cubicBezTo>
                  <a:cubicBezTo>
                    <a:pt x="2472" y="865"/>
                    <a:pt x="2471" y="869"/>
                    <a:pt x="2459" y="869"/>
                  </a:cubicBezTo>
                  <a:cubicBezTo>
                    <a:pt x="2447" y="869"/>
                    <a:pt x="2435" y="871"/>
                    <a:pt x="2433" y="878"/>
                  </a:cubicBezTo>
                  <a:cubicBezTo>
                    <a:pt x="2431" y="885"/>
                    <a:pt x="2411" y="885"/>
                    <a:pt x="2411" y="899"/>
                  </a:cubicBezTo>
                  <a:cubicBezTo>
                    <a:pt x="2411" y="913"/>
                    <a:pt x="2408" y="908"/>
                    <a:pt x="2391" y="909"/>
                  </a:cubicBezTo>
                  <a:cubicBezTo>
                    <a:pt x="2374" y="910"/>
                    <a:pt x="2360" y="912"/>
                    <a:pt x="2358" y="921"/>
                  </a:cubicBezTo>
                  <a:cubicBezTo>
                    <a:pt x="2356" y="930"/>
                    <a:pt x="2360" y="941"/>
                    <a:pt x="2346" y="941"/>
                  </a:cubicBezTo>
                  <a:cubicBezTo>
                    <a:pt x="2332" y="941"/>
                    <a:pt x="2323" y="925"/>
                    <a:pt x="2310" y="931"/>
                  </a:cubicBezTo>
                  <a:cubicBezTo>
                    <a:pt x="2297" y="937"/>
                    <a:pt x="2291" y="956"/>
                    <a:pt x="2308" y="957"/>
                  </a:cubicBezTo>
                  <a:cubicBezTo>
                    <a:pt x="2325" y="958"/>
                    <a:pt x="2332" y="964"/>
                    <a:pt x="2327" y="972"/>
                  </a:cubicBezTo>
                  <a:cubicBezTo>
                    <a:pt x="2322" y="980"/>
                    <a:pt x="2303" y="973"/>
                    <a:pt x="2302" y="981"/>
                  </a:cubicBezTo>
                  <a:cubicBezTo>
                    <a:pt x="2301" y="989"/>
                    <a:pt x="2304" y="997"/>
                    <a:pt x="2292" y="999"/>
                  </a:cubicBezTo>
                  <a:cubicBezTo>
                    <a:pt x="2280" y="1001"/>
                    <a:pt x="2271" y="1007"/>
                    <a:pt x="2275" y="1014"/>
                  </a:cubicBezTo>
                  <a:cubicBezTo>
                    <a:pt x="2279" y="1021"/>
                    <a:pt x="2275" y="1030"/>
                    <a:pt x="2267" y="1033"/>
                  </a:cubicBezTo>
                  <a:cubicBezTo>
                    <a:pt x="2259" y="1036"/>
                    <a:pt x="2284" y="1047"/>
                    <a:pt x="2272" y="1051"/>
                  </a:cubicBezTo>
                  <a:cubicBezTo>
                    <a:pt x="2260" y="1055"/>
                    <a:pt x="2277" y="1063"/>
                    <a:pt x="2256" y="1065"/>
                  </a:cubicBezTo>
                  <a:cubicBezTo>
                    <a:pt x="2235" y="1067"/>
                    <a:pt x="2237" y="1061"/>
                    <a:pt x="2232" y="1069"/>
                  </a:cubicBezTo>
                  <a:cubicBezTo>
                    <a:pt x="2227" y="1077"/>
                    <a:pt x="2229" y="1088"/>
                    <a:pt x="2213" y="1091"/>
                  </a:cubicBezTo>
                  <a:cubicBezTo>
                    <a:pt x="2197" y="1094"/>
                    <a:pt x="2188" y="1097"/>
                    <a:pt x="2186" y="1104"/>
                  </a:cubicBezTo>
                  <a:cubicBezTo>
                    <a:pt x="2184" y="1111"/>
                    <a:pt x="2163" y="1103"/>
                    <a:pt x="2162" y="1112"/>
                  </a:cubicBezTo>
                  <a:cubicBezTo>
                    <a:pt x="2161" y="1121"/>
                    <a:pt x="2151" y="1119"/>
                    <a:pt x="2173" y="1128"/>
                  </a:cubicBezTo>
                  <a:cubicBezTo>
                    <a:pt x="2195" y="1137"/>
                    <a:pt x="2198" y="1142"/>
                    <a:pt x="2205" y="1134"/>
                  </a:cubicBezTo>
                  <a:cubicBezTo>
                    <a:pt x="2212" y="1126"/>
                    <a:pt x="2214" y="1122"/>
                    <a:pt x="2229" y="1122"/>
                  </a:cubicBezTo>
                  <a:cubicBezTo>
                    <a:pt x="2244" y="1122"/>
                    <a:pt x="2247" y="1121"/>
                    <a:pt x="2244" y="1129"/>
                  </a:cubicBezTo>
                  <a:cubicBezTo>
                    <a:pt x="2241" y="1137"/>
                    <a:pt x="2221" y="1134"/>
                    <a:pt x="2215" y="1138"/>
                  </a:cubicBezTo>
                  <a:cubicBezTo>
                    <a:pt x="2209" y="1142"/>
                    <a:pt x="2203" y="1144"/>
                    <a:pt x="2203" y="1150"/>
                  </a:cubicBezTo>
                  <a:cubicBezTo>
                    <a:pt x="2203" y="1156"/>
                    <a:pt x="2216" y="1163"/>
                    <a:pt x="2203" y="1168"/>
                  </a:cubicBezTo>
                  <a:cubicBezTo>
                    <a:pt x="2190" y="1173"/>
                    <a:pt x="2178" y="1174"/>
                    <a:pt x="2164" y="1175"/>
                  </a:cubicBezTo>
                  <a:cubicBezTo>
                    <a:pt x="2150" y="1176"/>
                    <a:pt x="2154" y="1182"/>
                    <a:pt x="2142" y="1182"/>
                  </a:cubicBezTo>
                  <a:cubicBezTo>
                    <a:pt x="2130" y="1182"/>
                    <a:pt x="2125" y="1186"/>
                    <a:pt x="2125" y="1192"/>
                  </a:cubicBezTo>
                  <a:cubicBezTo>
                    <a:pt x="2125" y="1198"/>
                    <a:pt x="2134" y="1201"/>
                    <a:pt x="2135" y="1208"/>
                  </a:cubicBezTo>
                  <a:cubicBezTo>
                    <a:pt x="2136" y="1215"/>
                    <a:pt x="2133" y="1216"/>
                    <a:pt x="2121" y="1216"/>
                  </a:cubicBezTo>
                  <a:cubicBezTo>
                    <a:pt x="2109" y="1216"/>
                    <a:pt x="2100" y="1215"/>
                    <a:pt x="2092" y="1223"/>
                  </a:cubicBezTo>
                  <a:cubicBezTo>
                    <a:pt x="2084" y="1231"/>
                    <a:pt x="2073" y="1248"/>
                    <a:pt x="2090" y="1250"/>
                  </a:cubicBezTo>
                  <a:cubicBezTo>
                    <a:pt x="2107" y="1252"/>
                    <a:pt x="2118" y="1249"/>
                    <a:pt x="2117" y="1255"/>
                  </a:cubicBezTo>
                  <a:cubicBezTo>
                    <a:pt x="2116" y="1261"/>
                    <a:pt x="2100" y="1262"/>
                    <a:pt x="2099" y="1275"/>
                  </a:cubicBezTo>
                  <a:cubicBezTo>
                    <a:pt x="2099" y="1275"/>
                    <a:pt x="2097" y="1290"/>
                    <a:pt x="2089" y="1290"/>
                  </a:cubicBezTo>
                  <a:cubicBezTo>
                    <a:pt x="2081" y="1290"/>
                    <a:pt x="2078" y="1295"/>
                    <a:pt x="2079" y="1302"/>
                  </a:cubicBezTo>
                  <a:cubicBezTo>
                    <a:pt x="2080" y="1309"/>
                    <a:pt x="2074" y="1315"/>
                    <a:pt x="2059" y="1314"/>
                  </a:cubicBezTo>
                  <a:cubicBezTo>
                    <a:pt x="2044" y="1313"/>
                    <a:pt x="2030" y="1316"/>
                    <a:pt x="2026" y="1322"/>
                  </a:cubicBezTo>
                  <a:close/>
                  <a:moveTo>
                    <a:pt x="3196" y="1202"/>
                  </a:moveTo>
                  <a:cubicBezTo>
                    <a:pt x="3210" y="1204"/>
                    <a:pt x="3238" y="1205"/>
                    <a:pt x="3242" y="1197"/>
                  </a:cubicBezTo>
                  <a:cubicBezTo>
                    <a:pt x="3246" y="1189"/>
                    <a:pt x="3261" y="1194"/>
                    <a:pt x="3274" y="1194"/>
                  </a:cubicBezTo>
                  <a:cubicBezTo>
                    <a:pt x="3287" y="1194"/>
                    <a:pt x="3299" y="1184"/>
                    <a:pt x="3293" y="1178"/>
                  </a:cubicBezTo>
                  <a:cubicBezTo>
                    <a:pt x="3287" y="1172"/>
                    <a:pt x="3281" y="1165"/>
                    <a:pt x="3273" y="1159"/>
                  </a:cubicBezTo>
                  <a:cubicBezTo>
                    <a:pt x="3265" y="1153"/>
                    <a:pt x="3255" y="1143"/>
                    <a:pt x="3232" y="1149"/>
                  </a:cubicBezTo>
                  <a:cubicBezTo>
                    <a:pt x="3232" y="1149"/>
                    <a:pt x="3213" y="1145"/>
                    <a:pt x="3207" y="1151"/>
                  </a:cubicBezTo>
                  <a:cubicBezTo>
                    <a:pt x="3201" y="1157"/>
                    <a:pt x="3190" y="1156"/>
                    <a:pt x="3192" y="1164"/>
                  </a:cubicBezTo>
                  <a:cubicBezTo>
                    <a:pt x="3194" y="1172"/>
                    <a:pt x="3182" y="1200"/>
                    <a:pt x="3196" y="1202"/>
                  </a:cubicBezTo>
                  <a:close/>
                  <a:moveTo>
                    <a:pt x="3460" y="1211"/>
                  </a:moveTo>
                  <a:cubicBezTo>
                    <a:pt x="3469" y="1217"/>
                    <a:pt x="3495" y="1231"/>
                    <a:pt x="3495" y="1219"/>
                  </a:cubicBezTo>
                  <a:cubicBezTo>
                    <a:pt x="3495" y="1207"/>
                    <a:pt x="3500" y="1199"/>
                    <a:pt x="3488" y="1194"/>
                  </a:cubicBezTo>
                  <a:cubicBezTo>
                    <a:pt x="3476" y="1189"/>
                    <a:pt x="3465" y="1181"/>
                    <a:pt x="3463" y="1189"/>
                  </a:cubicBezTo>
                  <a:cubicBezTo>
                    <a:pt x="3463" y="1189"/>
                    <a:pt x="3451" y="1205"/>
                    <a:pt x="3460" y="1211"/>
                  </a:cubicBezTo>
                  <a:close/>
                  <a:moveTo>
                    <a:pt x="3545" y="1163"/>
                  </a:moveTo>
                  <a:cubicBezTo>
                    <a:pt x="3561" y="1159"/>
                    <a:pt x="3565" y="1151"/>
                    <a:pt x="3581" y="1151"/>
                  </a:cubicBezTo>
                  <a:cubicBezTo>
                    <a:pt x="3597" y="1151"/>
                    <a:pt x="3620" y="1156"/>
                    <a:pt x="3616" y="1150"/>
                  </a:cubicBezTo>
                  <a:cubicBezTo>
                    <a:pt x="3612" y="1144"/>
                    <a:pt x="3588" y="1136"/>
                    <a:pt x="3561" y="1139"/>
                  </a:cubicBezTo>
                  <a:cubicBezTo>
                    <a:pt x="3561" y="1139"/>
                    <a:pt x="3539" y="1139"/>
                    <a:pt x="3533" y="1148"/>
                  </a:cubicBezTo>
                  <a:cubicBezTo>
                    <a:pt x="3527" y="1157"/>
                    <a:pt x="3529" y="1167"/>
                    <a:pt x="3545" y="1163"/>
                  </a:cubicBezTo>
                  <a:close/>
                  <a:moveTo>
                    <a:pt x="3762" y="1242"/>
                  </a:moveTo>
                  <a:cubicBezTo>
                    <a:pt x="3775" y="1242"/>
                    <a:pt x="3798" y="1250"/>
                    <a:pt x="3798" y="1242"/>
                  </a:cubicBezTo>
                  <a:cubicBezTo>
                    <a:pt x="3798" y="1234"/>
                    <a:pt x="3802" y="1220"/>
                    <a:pt x="3793" y="1217"/>
                  </a:cubicBezTo>
                  <a:cubicBezTo>
                    <a:pt x="3784" y="1214"/>
                    <a:pt x="3775" y="1185"/>
                    <a:pt x="3767" y="1199"/>
                  </a:cubicBezTo>
                  <a:cubicBezTo>
                    <a:pt x="3767" y="1199"/>
                    <a:pt x="3759" y="1212"/>
                    <a:pt x="3754" y="1215"/>
                  </a:cubicBezTo>
                  <a:cubicBezTo>
                    <a:pt x="3749" y="1218"/>
                    <a:pt x="3742" y="1224"/>
                    <a:pt x="3746" y="1229"/>
                  </a:cubicBezTo>
                  <a:cubicBezTo>
                    <a:pt x="3750" y="1234"/>
                    <a:pt x="3749" y="1242"/>
                    <a:pt x="3762" y="1242"/>
                  </a:cubicBezTo>
                  <a:close/>
                  <a:moveTo>
                    <a:pt x="3778" y="1019"/>
                  </a:moveTo>
                  <a:cubicBezTo>
                    <a:pt x="3792" y="1022"/>
                    <a:pt x="3800" y="1017"/>
                    <a:pt x="3800" y="1017"/>
                  </a:cubicBezTo>
                  <a:cubicBezTo>
                    <a:pt x="3800" y="1017"/>
                    <a:pt x="3800" y="1004"/>
                    <a:pt x="3779" y="1008"/>
                  </a:cubicBezTo>
                  <a:cubicBezTo>
                    <a:pt x="3779" y="1008"/>
                    <a:pt x="3764" y="1016"/>
                    <a:pt x="3778" y="1019"/>
                  </a:cubicBezTo>
                  <a:close/>
                  <a:moveTo>
                    <a:pt x="3939" y="853"/>
                  </a:moveTo>
                  <a:cubicBezTo>
                    <a:pt x="3952" y="853"/>
                    <a:pt x="3977" y="848"/>
                    <a:pt x="3977" y="841"/>
                  </a:cubicBezTo>
                  <a:cubicBezTo>
                    <a:pt x="3977" y="834"/>
                    <a:pt x="3984" y="842"/>
                    <a:pt x="3993" y="842"/>
                  </a:cubicBezTo>
                  <a:cubicBezTo>
                    <a:pt x="4002" y="842"/>
                    <a:pt x="4011" y="838"/>
                    <a:pt x="4012" y="844"/>
                  </a:cubicBezTo>
                  <a:cubicBezTo>
                    <a:pt x="4013" y="850"/>
                    <a:pt x="4028" y="852"/>
                    <a:pt x="4030" y="849"/>
                  </a:cubicBezTo>
                  <a:cubicBezTo>
                    <a:pt x="4032" y="846"/>
                    <a:pt x="4032" y="840"/>
                    <a:pt x="4040" y="841"/>
                  </a:cubicBezTo>
                  <a:cubicBezTo>
                    <a:pt x="4048" y="842"/>
                    <a:pt x="4056" y="833"/>
                    <a:pt x="4043" y="833"/>
                  </a:cubicBezTo>
                  <a:cubicBezTo>
                    <a:pt x="4030" y="833"/>
                    <a:pt x="4023" y="833"/>
                    <a:pt x="4019" y="830"/>
                  </a:cubicBezTo>
                  <a:cubicBezTo>
                    <a:pt x="4015" y="827"/>
                    <a:pt x="3996" y="825"/>
                    <a:pt x="3991" y="825"/>
                  </a:cubicBezTo>
                  <a:cubicBezTo>
                    <a:pt x="3986" y="825"/>
                    <a:pt x="3972" y="828"/>
                    <a:pt x="3972" y="833"/>
                  </a:cubicBezTo>
                  <a:cubicBezTo>
                    <a:pt x="3972" y="838"/>
                    <a:pt x="3966" y="839"/>
                    <a:pt x="3957" y="839"/>
                  </a:cubicBezTo>
                  <a:cubicBezTo>
                    <a:pt x="3948" y="839"/>
                    <a:pt x="3945" y="831"/>
                    <a:pt x="3939" y="832"/>
                  </a:cubicBezTo>
                  <a:cubicBezTo>
                    <a:pt x="3933" y="833"/>
                    <a:pt x="3930" y="831"/>
                    <a:pt x="3929" y="836"/>
                  </a:cubicBezTo>
                  <a:cubicBezTo>
                    <a:pt x="3929" y="836"/>
                    <a:pt x="3926" y="853"/>
                    <a:pt x="3939" y="853"/>
                  </a:cubicBezTo>
                  <a:close/>
                  <a:moveTo>
                    <a:pt x="3939" y="927"/>
                  </a:moveTo>
                  <a:cubicBezTo>
                    <a:pt x="3940" y="937"/>
                    <a:pt x="3953" y="943"/>
                    <a:pt x="3954" y="935"/>
                  </a:cubicBezTo>
                  <a:cubicBezTo>
                    <a:pt x="3955" y="927"/>
                    <a:pt x="3959" y="924"/>
                    <a:pt x="3969" y="925"/>
                  </a:cubicBezTo>
                  <a:cubicBezTo>
                    <a:pt x="3979" y="926"/>
                    <a:pt x="3975" y="918"/>
                    <a:pt x="3970" y="916"/>
                  </a:cubicBezTo>
                  <a:cubicBezTo>
                    <a:pt x="3965" y="914"/>
                    <a:pt x="3970" y="888"/>
                    <a:pt x="3960" y="890"/>
                  </a:cubicBezTo>
                  <a:cubicBezTo>
                    <a:pt x="3950" y="892"/>
                    <a:pt x="3949" y="887"/>
                    <a:pt x="3950" y="892"/>
                  </a:cubicBezTo>
                  <a:cubicBezTo>
                    <a:pt x="3950" y="892"/>
                    <a:pt x="3957" y="910"/>
                    <a:pt x="3942" y="909"/>
                  </a:cubicBezTo>
                  <a:cubicBezTo>
                    <a:pt x="3927" y="908"/>
                    <a:pt x="3922" y="910"/>
                    <a:pt x="3923" y="915"/>
                  </a:cubicBezTo>
                  <a:cubicBezTo>
                    <a:pt x="3924" y="920"/>
                    <a:pt x="3938" y="917"/>
                    <a:pt x="3939" y="927"/>
                  </a:cubicBezTo>
                  <a:close/>
                  <a:moveTo>
                    <a:pt x="3983" y="1064"/>
                  </a:moveTo>
                  <a:cubicBezTo>
                    <a:pt x="3983" y="1064"/>
                    <a:pt x="3969" y="1068"/>
                    <a:pt x="3973" y="1071"/>
                  </a:cubicBezTo>
                  <a:cubicBezTo>
                    <a:pt x="3977" y="1074"/>
                    <a:pt x="3994" y="1082"/>
                    <a:pt x="3993" y="1074"/>
                  </a:cubicBezTo>
                  <a:cubicBezTo>
                    <a:pt x="3992" y="1066"/>
                    <a:pt x="3992" y="1063"/>
                    <a:pt x="3983" y="1064"/>
                  </a:cubicBezTo>
                  <a:close/>
                  <a:moveTo>
                    <a:pt x="4033" y="1065"/>
                  </a:moveTo>
                  <a:cubicBezTo>
                    <a:pt x="4023" y="1067"/>
                    <a:pt x="4018" y="1060"/>
                    <a:pt x="4012" y="1065"/>
                  </a:cubicBezTo>
                  <a:cubicBezTo>
                    <a:pt x="4012" y="1065"/>
                    <a:pt x="4005" y="1080"/>
                    <a:pt x="4012" y="1080"/>
                  </a:cubicBezTo>
                  <a:cubicBezTo>
                    <a:pt x="4019" y="1080"/>
                    <a:pt x="4034" y="1082"/>
                    <a:pt x="4038" y="1085"/>
                  </a:cubicBezTo>
                  <a:cubicBezTo>
                    <a:pt x="4042" y="1088"/>
                    <a:pt x="4047" y="1087"/>
                    <a:pt x="4047" y="1080"/>
                  </a:cubicBezTo>
                  <a:cubicBezTo>
                    <a:pt x="4047" y="1073"/>
                    <a:pt x="4043" y="1063"/>
                    <a:pt x="4033" y="1065"/>
                  </a:cubicBezTo>
                  <a:close/>
                  <a:moveTo>
                    <a:pt x="4085" y="1090"/>
                  </a:moveTo>
                  <a:cubicBezTo>
                    <a:pt x="4098" y="1090"/>
                    <a:pt x="4114" y="1098"/>
                    <a:pt x="4116" y="1095"/>
                  </a:cubicBezTo>
                  <a:cubicBezTo>
                    <a:pt x="4118" y="1092"/>
                    <a:pt x="4112" y="1088"/>
                    <a:pt x="4103" y="1085"/>
                  </a:cubicBezTo>
                  <a:cubicBezTo>
                    <a:pt x="4094" y="1082"/>
                    <a:pt x="4094" y="1077"/>
                    <a:pt x="4087" y="1078"/>
                  </a:cubicBezTo>
                  <a:cubicBezTo>
                    <a:pt x="4087" y="1078"/>
                    <a:pt x="4072" y="1090"/>
                    <a:pt x="4085" y="1090"/>
                  </a:cubicBezTo>
                  <a:close/>
                  <a:moveTo>
                    <a:pt x="4117" y="1035"/>
                  </a:moveTo>
                  <a:cubicBezTo>
                    <a:pt x="4129" y="1046"/>
                    <a:pt x="4130" y="1045"/>
                    <a:pt x="4132" y="1037"/>
                  </a:cubicBezTo>
                  <a:cubicBezTo>
                    <a:pt x="4134" y="1029"/>
                    <a:pt x="4148" y="1027"/>
                    <a:pt x="4137" y="1025"/>
                  </a:cubicBezTo>
                  <a:cubicBezTo>
                    <a:pt x="4126" y="1023"/>
                    <a:pt x="4124" y="1022"/>
                    <a:pt x="4118" y="1022"/>
                  </a:cubicBezTo>
                  <a:cubicBezTo>
                    <a:pt x="4118" y="1022"/>
                    <a:pt x="4105" y="1024"/>
                    <a:pt x="4117" y="1035"/>
                  </a:cubicBezTo>
                  <a:close/>
                  <a:moveTo>
                    <a:pt x="4164" y="995"/>
                  </a:moveTo>
                  <a:cubicBezTo>
                    <a:pt x="4177" y="999"/>
                    <a:pt x="4187" y="1002"/>
                    <a:pt x="4188" y="994"/>
                  </a:cubicBezTo>
                  <a:cubicBezTo>
                    <a:pt x="4189" y="986"/>
                    <a:pt x="4183" y="981"/>
                    <a:pt x="4165" y="981"/>
                  </a:cubicBezTo>
                  <a:cubicBezTo>
                    <a:pt x="4165" y="981"/>
                    <a:pt x="4151" y="991"/>
                    <a:pt x="4164" y="995"/>
                  </a:cubicBezTo>
                  <a:close/>
                  <a:moveTo>
                    <a:pt x="4163" y="1028"/>
                  </a:moveTo>
                  <a:cubicBezTo>
                    <a:pt x="4174" y="1028"/>
                    <a:pt x="4200" y="1034"/>
                    <a:pt x="4202" y="1028"/>
                  </a:cubicBezTo>
                  <a:cubicBezTo>
                    <a:pt x="4204" y="1022"/>
                    <a:pt x="4201" y="1015"/>
                    <a:pt x="4190" y="1014"/>
                  </a:cubicBezTo>
                  <a:cubicBezTo>
                    <a:pt x="4179" y="1013"/>
                    <a:pt x="4184" y="1009"/>
                    <a:pt x="4172" y="1010"/>
                  </a:cubicBezTo>
                  <a:cubicBezTo>
                    <a:pt x="4172" y="1010"/>
                    <a:pt x="4154" y="1008"/>
                    <a:pt x="4154" y="1016"/>
                  </a:cubicBezTo>
                  <a:cubicBezTo>
                    <a:pt x="4154" y="1024"/>
                    <a:pt x="4152" y="1028"/>
                    <a:pt x="4163" y="1028"/>
                  </a:cubicBezTo>
                  <a:close/>
                  <a:moveTo>
                    <a:pt x="4417" y="674"/>
                  </a:moveTo>
                  <a:cubicBezTo>
                    <a:pt x="4424" y="673"/>
                    <a:pt x="4433" y="673"/>
                    <a:pt x="4433" y="667"/>
                  </a:cubicBezTo>
                  <a:cubicBezTo>
                    <a:pt x="4433" y="661"/>
                    <a:pt x="4436" y="653"/>
                    <a:pt x="4417" y="655"/>
                  </a:cubicBezTo>
                  <a:cubicBezTo>
                    <a:pt x="4417" y="655"/>
                    <a:pt x="4411" y="661"/>
                    <a:pt x="4409" y="666"/>
                  </a:cubicBezTo>
                  <a:cubicBezTo>
                    <a:pt x="4407" y="671"/>
                    <a:pt x="4410" y="675"/>
                    <a:pt x="4417" y="674"/>
                  </a:cubicBezTo>
                  <a:close/>
                  <a:moveTo>
                    <a:pt x="4386" y="677"/>
                  </a:moveTo>
                  <a:cubicBezTo>
                    <a:pt x="4386" y="677"/>
                    <a:pt x="4375" y="676"/>
                    <a:pt x="4373" y="680"/>
                  </a:cubicBezTo>
                  <a:cubicBezTo>
                    <a:pt x="4371" y="684"/>
                    <a:pt x="4389" y="698"/>
                    <a:pt x="4386" y="677"/>
                  </a:cubicBezTo>
                  <a:close/>
                  <a:moveTo>
                    <a:pt x="4856" y="700"/>
                  </a:moveTo>
                  <a:cubicBezTo>
                    <a:pt x="4856" y="694"/>
                    <a:pt x="4875" y="701"/>
                    <a:pt x="4875" y="691"/>
                  </a:cubicBezTo>
                  <a:cubicBezTo>
                    <a:pt x="4875" y="681"/>
                    <a:pt x="4877" y="669"/>
                    <a:pt x="4868" y="669"/>
                  </a:cubicBezTo>
                  <a:cubicBezTo>
                    <a:pt x="4859" y="669"/>
                    <a:pt x="4869" y="674"/>
                    <a:pt x="4852" y="676"/>
                  </a:cubicBezTo>
                  <a:cubicBezTo>
                    <a:pt x="4835" y="678"/>
                    <a:pt x="4823" y="675"/>
                    <a:pt x="4824" y="683"/>
                  </a:cubicBezTo>
                  <a:cubicBezTo>
                    <a:pt x="4824" y="683"/>
                    <a:pt x="4797" y="681"/>
                    <a:pt x="4797" y="688"/>
                  </a:cubicBezTo>
                  <a:cubicBezTo>
                    <a:pt x="4797" y="695"/>
                    <a:pt x="4798" y="697"/>
                    <a:pt x="4806" y="699"/>
                  </a:cubicBezTo>
                  <a:cubicBezTo>
                    <a:pt x="4814" y="701"/>
                    <a:pt x="4856" y="706"/>
                    <a:pt x="4856" y="700"/>
                  </a:cubicBezTo>
                  <a:close/>
                  <a:moveTo>
                    <a:pt x="4859" y="750"/>
                  </a:moveTo>
                  <a:cubicBezTo>
                    <a:pt x="4862" y="742"/>
                    <a:pt x="4866" y="738"/>
                    <a:pt x="4872" y="738"/>
                  </a:cubicBezTo>
                  <a:cubicBezTo>
                    <a:pt x="4878" y="738"/>
                    <a:pt x="4877" y="736"/>
                    <a:pt x="4866" y="734"/>
                  </a:cubicBezTo>
                  <a:cubicBezTo>
                    <a:pt x="4855" y="732"/>
                    <a:pt x="4863" y="732"/>
                    <a:pt x="4855" y="732"/>
                  </a:cubicBezTo>
                  <a:cubicBezTo>
                    <a:pt x="4855" y="732"/>
                    <a:pt x="4836" y="733"/>
                    <a:pt x="4839" y="739"/>
                  </a:cubicBezTo>
                  <a:cubicBezTo>
                    <a:pt x="4842" y="745"/>
                    <a:pt x="4856" y="758"/>
                    <a:pt x="4859" y="750"/>
                  </a:cubicBezTo>
                  <a:close/>
                  <a:moveTo>
                    <a:pt x="4775" y="734"/>
                  </a:moveTo>
                  <a:cubicBezTo>
                    <a:pt x="4757" y="734"/>
                    <a:pt x="4755" y="744"/>
                    <a:pt x="4770" y="746"/>
                  </a:cubicBezTo>
                  <a:cubicBezTo>
                    <a:pt x="4785" y="748"/>
                    <a:pt x="4817" y="755"/>
                    <a:pt x="4817" y="747"/>
                  </a:cubicBezTo>
                  <a:cubicBezTo>
                    <a:pt x="4817" y="739"/>
                    <a:pt x="4812" y="734"/>
                    <a:pt x="4806" y="734"/>
                  </a:cubicBezTo>
                  <a:cubicBezTo>
                    <a:pt x="4800" y="734"/>
                    <a:pt x="4795" y="718"/>
                    <a:pt x="4788" y="728"/>
                  </a:cubicBezTo>
                  <a:cubicBezTo>
                    <a:pt x="4788" y="728"/>
                    <a:pt x="4793" y="734"/>
                    <a:pt x="4775" y="734"/>
                  </a:cubicBezTo>
                  <a:close/>
                  <a:moveTo>
                    <a:pt x="4711" y="743"/>
                  </a:moveTo>
                  <a:cubicBezTo>
                    <a:pt x="4711" y="743"/>
                    <a:pt x="4703" y="757"/>
                    <a:pt x="4717" y="757"/>
                  </a:cubicBezTo>
                  <a:cubicBezTo>
                    <a:pt x="4731" y="757"/>
                    <a:pt x="4720" y="737"/>
                    <a:pt x="4711" y="743"/>
                  </a:cubicBezTo>
                  <a:close/>
                  <a:moveTo>
                    <a:pt x="4933" y="737"/>
                  </a:moveTo>
                  <a:cubicBezTo>
                    <a:pt x="4933" y="737"/>
                    <a:pt x="4927" y="757"/>
                    <a:pt x="4934" y="758"/>
                  </a:cubicBezTo>
                  <a:cubicBezTo>
                    <a:pt x="4941" y="759"/>
                    <a:pt x="4942" y="756"/>
                    <a:pt x="4942" y="750"/>
                  </a:cubicBezTo>
                  <a:cubicBezTo>
                    <a:pt x="4942" y="744"/>
                    <a:pt x="4937" y="727"/>
                    <a:pt x="4933" y="737"/>
                  </a:cubicBezTo>
                  <a:close/>
                  <a:moveTo>
                    <a:pt x="4635" y="369"/>
                  </a:moveTo>
                  <a:cubicBezTo>
                    <a:pt x="4635" y="364"/>
                    <a:pt x="4623" y="353"/>
                    <a:pt x="4605" y="354"/>
                  </a:cubicBezTo>
                  <a:cubicBezTo>
                    <a:pt x="4605" y="354"/>
                    <a:pt x="4595" y="354"/>
                    <a:pt x="4587" y="360"/>
                  </a:cubicBezTo>
                  <a:cubicBezTo>
                    <a:pt x="4579" y="366"/>
                    <a:pt x="4559" y="365"/>
                    <a:pt x="4577" y="372"/>
                  </a:cubicBezTo>
                  <a:cubicBezTo>
                    <a:pt x="4595" y="379"/>
                    <a:pt x="4590" y="372"/>
                    <a:pt x="4601" y="370"/>
                  </a:cubicBezTo>
                  <a:cubicBezTo>
                    <a:pt x="4612" y="368"/>
                    <a:pt x="4614" y="364"/>
                    <a:pt x="4621" y="369"/>
                  </a:cubicBezTo>
                  <a:cubicBezTo>
                    <a:pt x="4628" y="374"/>
                    <a:pt x="4635" y="374"/>
                    <a:pt x="4635" y="369"/>
                  </a:cubicBezTo>
                  <a:close/>
                  <a:moveTo>
                    <a:pt x="4533" y="344"/>
                  </a:moveTo>
                  <a:cubicBezTo>
                    <a:pt x="4533" y="344"/>
                    <a:pt x="4496" y="338"/>
                    <a:pt x="4512" y="346"/>
                  </a:cubicBezTo>
                  <a:cubicBezTo>
                    <a:pt x="4528" y="354"/>
                    <a:pt x="4538" y="350"/>
                    <a:pt x="4542" y="358"/>
                  </a:cubicBezTo>
                  <a:cubicBezTo>
                    <a:pt x="4546" y="366"/>
                    <a:pt x="4555" y="362"/>
                    <a:pt x="4554" y="358"/>
                  </a:cubicBezTo>
                  <a:cubicBezTo>
                    <a:pt x="4553" y="354"/>
                    <a:pt x="4547" y="346"/>
                    <a:pt x="4533" y="344"/>
                  </a:cubicBezTo>
                  <a:close/>
                  <a:moveTo>
                    <a:pt x="4611" y="400"/>
                  </a:moveTo>
                  <a:cubicBezTo>
                    <a:pt x="4610" y="390"/>
                    <a:pt x="4600" y="391"/>
                    <a:pt x="4598" y="397"/>
                  </a:cubicBezTo>
                  <a:cubicBezTo>
                    <a:pt x="4598" y="397"/>
                    <a:pt x="4584" y="412"/>
                    <a:pt x="4600" y="412"/>
                  </a:cubicBezTo>
                  <a:cubicBezTo>
                    <a:pt x="4616" y="412"/>
                    <a:pt x="4628" y="418"/>
                    <a:pt x="4625" y="407"/>
                  </a:cubicBezTo>
                  <a:cubicBezTo>
                    <a:pt x="4622" y="396"/>
                    <a:pt x="4612" y="410"/>
                    <a:pt x="4611" y="400"/>
                  </a:cubicBezTo>
                  <a:close/>
                  <a:moveTo>
                    <a:pt x="4475" y="118"/>
                  </a:moveTo>
                  <a:cubicBezTo>
                    <a:pt x="4496" y="119"/>
                    <a:pt x="4550" y="127"/>
                    <a:pt x="4554" y="118"/>
                  </a:cubicBezTo>
                  <a:cubicBezTo>
                    <a:pt x="4558" y="109"/>
                    <a:pt x="4553" y="100"/>
                    <a:pt x="4544" y="100"/>
                  </a:cubicBezTo>
                  <a:cubicBezTo>
                    <a:pt x="4535" y="100"/>
                    <a:pt x="4519" y="102"/>
                    <a:pt x="4507" y="94"/>
                  </a:cubicBezTo>
                  <a:cubicBezTo>
                    <a:pt x="4507" y="94"/>
                    <a:pt x="4488" y="84"/>
                    <a:pt x="4481" y="93"/>
                  </a:cubicBezTo>
                  <a:cubicBezTo>
                    <a:pt x="4474" y="102"/>
                    <a:pt x="4455" y="95"/>
                    <a:pt x="4454" y="103"/>
                  </a:cubicBezTo>
                  <a:cubicBezTo>
                    <a:pt x="4453" y="111"/>
                    <a:pt x="4454" y="117"/>
                    <a:pt x="4475" y="118"/>
                  </a:cubicBezTo>
                  <a:close/>
                  <a:moveTo>
                    <a:pt x="4551" y="229"/>
                  </a:moveTo>
                  <a:cubicBezTo>
                    <a:pt x="4553" y="238"/>
                    <a:pt x="4555" y="235"/>
                    <a:pt x="4569" y="235"/>
                  </a:cubicBezTo>
                  <a:cubicBezTo>
                    <a:pt x="4583" y="235"/>
                    <a:pt x="4596" y="235"/>
                    <a:pt x="4599" y="242"/>
                  </a:cubicBezTo>
                  <a:cubicBezTo>
                    <a:pt x="4602" y="249"/>
                    <a:pt x="4608" y="255"/>
                    <a:pt x="4617" y="255"/>
                  </a:cubicBezTo>
                  <a:cubicBezTo>
                    <a:pt x="4626" y="255"/>
                    <a:pt x="4644" y="259"/>
                    <a:pt x="4644" y="269"/>
                  </a:cubicBezTo>
                  <a:cubicBezTo>
                    <a:pt x="4644" y="279"/>
                    <a:pt x="4639" y="273"/>
                    <a:pt x="4625" y="273"/>
                  </a:cubicBezTo>
                  <a:cubicBezTo>
                    <a:pt x="4611" y="273"/>
                    <a:pt x="4610" y="272"/>
                    <a:pt x="4597" y="273"/>
                  </a:cubicBezTo>
                  <a:cubicBezTo>
                    <a:pt x="4597" y="273"/>
                    <a:pt x="4583" y="281"/>
                    <a:pt x="4579" y="273"/>
                  </a:cubicBezTo>
                  <a:cubicBezTo>
                    <a:pt x="4575" y="265"/>
                    <a:pt x="4574" y="262"/>
                    <a:pt x="4563" y="263"/>
                  </a:cubicBezTo>
                  <a:cubicBezTo>
                    <a:pt x="4552" y="264"/>
                    <a:pt x="4541" y="262"/>
                    <a:pt x="4542" y="271"/>
                  </a:cubicBezTo>
                  <a:cubicBezTo>
                    <a:pt x="4543" y="280"/>
                    <a:pt x="4531" y="275"/>
                    <a:pt x="4529" y="268"/>
                  </a:cubicBezTo>
                  <a:cubicBezTo>
                    <a:pt x="4527" y="261"/>
                    <a:pt x="4525" y="263"/>
                    <a:pt x="4514" y="263"/>
                  </a:cubicBezTo>
                  <a:cubicBezTo>
                    <a:pt x="4503" y="263"/>
                    <a:pt x="4499" y="273"/>
                    <a:pt x="4510" y="274"/>
                  </a:cubicBezTo>
                  <a:cubicBezTo>
                    <a:pt x="4521" y="275"/>
                    <a:pt x="4528" y="278"/>
                    <a:pt x="4531" y="288"/>
                  </a:cubicBezTo>
                  <a:cubicBezTo>
                    <a:pt x="4534" y="298"/>
                    <a:pt x="4528" y="307"/>
                    <a:pt x="4546" y="308"/>
                  </a:cubicBezTo>
                  <a:cubicBezTo>
                    <a:pt x="4564" y="309"/>
                    <a:pt x="4580" y="310"/>
                    <a:pt x="4583" y="317"/>
                  </a:cubicBezTo>
                  <a:cubicBezTo>
                    <a:pt x="4586" y="324"/>
                    <a:pt x="4593" y="324"/>
                    <a:pt x="4607" y="327"/>
                  </a:cubicBezTo>
                  <a:cubicBezTo>
                    <a:pt x="4621" y="330"/>
                    <a:pt x="4642" y="335"/>
                    <a:pt x="4647" y="324"/>
                  </a:cubicBezTo>
                  <a:cubicBezTo>
                    <a:pt x="4652" y="313"/>
                    <a:pt x="4659" y="311"/>
                    <a:pt x="4666" y="311"/>
                  </a:cubicBezTo>
                  <a:cubicBezTo>
                    <a:pt x="4673" y="311"/>
                    <a:pt x="4689" y="307"/>
                    <a:pt x="4692" y="302"/>
                  </a:cubicBezTo>
                  <a:cubicBezTo>
                    <a:pt x="4695" y="297"/>
                    <a:pt x="4692" y="293"/>
                    <a:pt x="4688" y="289"/>
                  </a:cubicBezTo>
                  <a:cubicBezTo>
                    <a:pt x="4684" y="285"/>
                    <a:pt x="4683" y="276"/>
                    <a:pt x="4698" y="277"/>
                  </a:cubicBezTo>
                  <a:cubicBezTo>
                    <a:pt x="4713" y="278"/>
                    <a:pt x="4719" y="280"/>
                    <a:pt x="4728" y="273"/>
                  </a:cubicBezTo>
                  <a:cubicBezTo>
                    <a:pt x="4737" y="266"/>
                    <a:pt x="4744" y="262"/>
                    <a:pt x="4759" y="262"/>
                  </a:cubicBezTo>
                  <a:cubicBezTo>
                    <a:pt x="4774" y="262"/>
                    <a:pt x="4781" y="261"/>
                    <a:pt x="4812" y="252"/>
                  </a:cubicBezTo>
                  <a:cubicBezTo>
                    <a:pt x="4843" y="243"/>
                    <a:pt x="4863" y="243"/>
                    <a:pt x="4881" y="243"/>
                  </a:cubicBezTo>
                  <a:cubicBezTo>
                    <a:pt x="4899" y="243"/>
                    <a:pt x="4929" y="241"/>
                    <a:pt x="4927" y="231"/>
                  </a:cubicBezTo>
                  <a:cubicBezTo>
                    <a:pt x="4925" y="221"/>
                    <a:pt x="4911" y="225"/>
                    <a:pt x="4910" y="214"/>
                  </a:cubicBezTo>
                  <a:cubicBezTo>
                    <a:pt x="4909" y="203"/>
                    <a:pt x="4901" y="203"/>
                    <a:pt x="4903" y="194"/>
                  </a:cubicBezTo>
                  <a:cubicBezTo>
                    <a:pt x="4905" y="185"/>
                    <a:pt x="4904" y="179"/>
                    <a:pt x="4916" y="181"/>
                  </a:cubicBezTo>
                  <a:cubicBezTo>
                    <a:pt x="4928" y="183"/>
                    <a:pt x="4935" y="177"/>
                    <a:pt x="4947" y="178"/>
                  </a:cubicBezTo>
                  <a:cubicBezTo>
                    <a:pt x="4959" y="179"/>
                    <a:pt x="4961" y="182"/>
                    <a:pt x="4961" y="170"/>
                  </a:cubicBezTo>
                  <a:cubicBezTo>
                    <a:pt x="4961" y="158"/>
                    <a:pt x="4960" y="160"/>
                    <a:pt x="4938" y="156"/>
                  </a:cubicBezTo>
                  <a:cubicBezTo>
                    <a:pt x="4916" y="152"/>
                    <a:pt x="4914" y="144"/>
                    <a:pt x="4900" y="145"/>
                  </a:cubicBezTo>
                  <a:cubicBezTo>
                    <a:pt x="4886" y="146"/>
                    <a:pt x="4888" y="138"/>
                    <a:pt x="4873" y="127"/>
                  </a:cubicBezTo>
                  <a:cubicBezTo>
                    <a:pt x="4858" y="116"/>
                    <a:pt x="4841" y="89"/>
                    <a:pt x="4825" y="88"/>
                  </a:cubicBezTo>
                  <a:cubicBezTo>
                    <a:pt x="4809" y="87"/>
                    <a:pt x="4795" y="89"/>
                    <a:pt x="4782" y="91"/>
                  </a:cubicBezTo>
                  <a:cubicBezTo>
                    <a:pt x="4769" y="93"/>
                    <a:pt x="4777" y="113"/>
                    <a:pt x="4755" y="113"/>
                  </a:cubicBezTo>
                  <a:cubicBezTo>
                    <a:pt x="4733" y="113"/>
                    <a:pt x="4723" y="117"/>
                    <a:pt x="4707" y="120"/>
                  </a:cubicBezTo>
                  <a:cubicBezTo>
                    <a:pt x="4691" y="123"/>
                    <a:pt x="4689" y="129"/>
                    <a:pt x="4674" y="127"/>
                  </a:cubicBezTo>
                  <a:cubicBezTo>
                    <a:pt x="4659" y="125"/>
                    <a:pt x="4661" y="135"/>
                    <a:pt x="4645" y="143"/>
                  </a:cubicBezTo>
                  <a:cubicBezTo>
                    <a:pt x="4629" y="151"/>
                    <a:pt x="4623" y="165"/>
                    <a:pt x="4634" y="167"/>
                  </a:cubicBezTo>
                  <a:cubicBezTo>
                    <a:pt x="4645" y="169"/>
                    <a:pt x="4665" y="160"/>
                    <a:pt x="4655" y="171"/>
                  </a:cubicBezTo>
                  <a:cubicBezTo>
                    <a:pt x="4645" y="182"/>
                    <a:pt x="4634" y="184"/>
                    <a:pt x="4631" y="192"/>
                  </a:cubicBezTo>
                  <a:cubicBezTo>
                    <a:pt x="4628" y="200"/>
                    <a:pt x="4623" y="202"/>
                    <a:pt x="4614" y="202"/>
                  </a:cubicBezTo>
                  <a:cubicBezTo>
                    <a:pt x="4605" y="202"/>
                    <a:pt x="4607" y="211"/>
                    <a:pt x="4591" y="211"/>
                  </a:cubicBezTo>
                  <a:cubicBezTo>
                    <a:pt x="4575" y="211"/>
                    <a:pt x="4576" y="213"/>
                    <a:pt x="4573" y="218"/>
                  </a:cubicBezTo>
                  <a:cubicBezTo>
                    <a:pt x="4570" y="223"/>
                    <a:pt x="4549" y="220"/>
                    <a:pt x="4551" y="229"/>
                  </a:cubicBezTo>
                  <a:close/>
                  <a:moveTo>
                    <a:pt x="4939" y="303"/>
                  </a:moveTo>
                  <a:cubicBezTo>
                    <a:pt x="4946" y="288"/>
                    <a:pt x="4951" y="279"/>
                    <a:pt x="4957" y="279"/>
                  </a:cubicBezTo>
                  <a:cubicBezTo>
                    <a:pt x="4963" y="279"/>
                    <a:pt x="4967" y="264"/>
                    <a:pt x="4955" y="258"/>
                  </a:cubicBezTo>
                  <a:cubicBezTo>
                    <a:pt x="4943" y="252"/>
                    <a:pt x="4920" y="249"/>
                    <a:pt x="4912" y="250"/>
                  </a:cubicBezTo>
                  <a:cubicBezTo>
                    <a:pt x="4904" y="251"/>
                    <a:pt x="4898" y="257"/>
                    <a:pt x="4882" y="258"/>
                  </a:cubicBezTo>
                  <a:cubicBezTo>
                    <a:pt x="4866" y="259"/>
                    <a:pt x="4853" y="256"/>
                    <a:pt x="4837" y="259"/>
                  </a:cubicBezTo>
                  <a:cubicBezTo>
                    <a:pt x="4821" y="262"/>
                    <a:pt x="4811" y="263"/>
                    <a:pt x="4804" y="270"/>
                  </a:cubicBezTo>
                  <a:cubicBezTo>
                    <a:pt x="4797" y="277"/>
                    <a:pt x="4796" y="279"/>
                    <a:pt x="4785" y="276"/>
                  </a:cubicBezTo>
                  <a:cubicBezTo>
                    <a:pt x="4774" y="273"/>
                    <a:pt x="4770" y="269"/>
                    <a:pt x="4760" y="277"/>
                  </a:cubicBezTo>
                  <a:cubicBezTo>
                    <a:pt x="4760" y="277"/>
                    <a:pt x="4743" y="281"/>
                    <a:pt x="4739" y="289"/>
                  </a:cubicBezTo>
                  <a:cubicBezTo>
                    <a:pt x="4735" y="297"/>
                    <a:pt x="4759" y="309"/>
                    <a:pt x="4741" y="309"/>
                  </a:cubicBezTo>
                  <a:cubicBezTo>
                    <a:pt x="4723" y="309"/>
                    <a:pt x="4712" y="313"/>
                    <a:pt x="4704" y="318"/>
                  </a:cubicBezTo>
                  <a:cubicBezTo>
                    <a:pt x="4696" y="323"/>
                    <a:pt x="4689" y="338"/>
                    <a:pt x="4674" y="339"/>
                  </a:cubicBezTo>
                  <a:cubicBezTo>
                    <a:pt x="4659" y="340"/>
                    <a:pt x="4624" y="333"/>
                    <a:pt x="4631" y="342"/>
                  </a:cubicBezTo>
                  <a:cubicBezTo>
                    <a:pt x="4638" y="351"/>
                    <a:pt x="4648" y="344"/>
                    <a:pt x="4652" y="351"/>
                  </a:cubicBezTo>
                  <a:cubicBezTo>
                    <a:pt x="4656" y="358"/>
                    <a:pt x="4668" y="363"/>
                    <a:pt x="4672" y="359"/>
                  </a:cubicBezTo>
                  <a:cubicBezTo>
                    <a:pt x="4676" y="355"/>
                    <a:pt x="4684" y="349"/>
                    <a:pt x="4689" y="356"/>
                  </a:cubicBezTo>
                  <a:cubicBezTo>
                    <a:pt x="4694" y="363"/>
                    <a:pt x="4694" y="363"/>
                    <a:pt x="4709" y="363"/>
                  </a:cubicBezTo>
                  <a:cubicBezTo>
                    <a:pt x="4724" y="363"/>
                    <a:pt x="4730" y="358"/>
                    <a:pt x="4732" y="372"/>
                  </a:cubicBezTo>
                  <a:cubicBezTo>
                    <a:pt x="4734" y="386"/>
                    <a:pt x="4728" y="395"/>
                    <a:pt x="4742" y="395"/>
                  </a:cubicBezTo>
                  <a:cubicBezTo>
                    <a:pt x="4756" y="395"/>
                    <a:pt x="4744" y="412"/>
                    <a:pt x="4758" y="413"/>
                  </a:cubicBezTo>
                  <a:cubicBezTo>
                    <a:pt x="4772" y="414"/>
                    <a:pt x="4784" y="425"/>
                    <a:pt x="4789" y="419"/>
                  </a:cubicBezTo>
                  <a:cubicBezTo>
                    <a:pt x="4794" y="413"/>
                    <a:pt x="4791" y="406"/>
                    <a:pt x="4803" y="412"/>
                  </a:cubicBezTo>
                  <a:cubicBezTo>
                    <a:pt x="4815" y="418"/>
                    <a:pt x="4803" y="425"/>
                    <a:pt x="4814" y="425"/>
                  </a:cubicBezTo>
                  <a:cubicBezTo>
                    <a:pt x="4825" y="425"/>
                    <a:pt x="4846" y="417"/>
                    <a:pt x="4859" y="420"/>
                  </a:cubicBezTo>
                  <a:cubicBezTo>
                    <a:pt x="4872" y="423"/>
                    <a:pt x="4900" y="429"/>
                    <a:pt x="4905" y="437"/>
                  </a:cubicBezTo>
                  <a:cubicBezTo>
                    <a:pt x="4910" y="445"/>
                    <a:pt x="4931" y="449"/>
                    <a:pt x="4950" y="449"/>
                  </a:cubicBezTo>
                  <a:cubicBezTo>
                    <a:pt x="4969" y="449"/>
                    <a:pt x="5027" y="452"/>
                    <a:pt x="5032" y="448"/>
                  </a:cubicBezTo>
                  <a:cubicBezTo>
                    <a:pt x="5037" y="444"/>
                    <a:pt x="5050" y="442"/>
                    <a:pt x="5057" y="440"/>
                  </a:cubicBezTo>
                  <a:cubicBezTo>
                    <a:pt x="5064" y="438"/>
                    <a:pt x="5086" y="433"/>
                    <a:pt x="5086" y="422"/>
                  </a:cubicBezTo>
                  <a:cubicBezTo>
                    <a:pt x="5086" y="411"/>
                    <a:pt x="5089" y="413"/>
                    <a:pt x="5075" y="407"/>
                  </a:cubicBezTo>
                  <a:cubicBezTo>
                    <a:pt x="5061" y="401"/>
                    <a:pt x="5050" y="397"/>
                    <a:pt x="5044" y="389"/>
                  </a:cubicBezTo>
                  <a:cubicBezTo>
                    <a:pt x="5038" y="381"/>
                    <a:pt x="5038" y="383"/>
                    <a:pt x="5051" y="383"/>
                  </a:cubicBezTo>
                  <a:cubicBezTo>
                    <a:pt x="5064" y="383"/>
                    <a:pt x="5074" y="373"/>
                    <a:pt x="5074" y="361"/>
                  </a:cubicBezTo>
                  <a:cubicBezTo>
                    <a:pt x="5074" y="349"/>
                    <a:pt x="5074" y="336"/>
                    <a:pt x="5088" y="336"/>
                  </a:cubicBezTo>
                  <a:cubicBezTo>
                    <a:pt x="5102" y="336"/>
                    <a:pt x="5105" y="335"/>
                    <a:pt x="5106" y="331"/>
                  </a:cubicBezTo>
                  <a:cubicBezTo>
                    <a:pt x="5107" y="327"/>
                    <a:pt x="5092" y="328"/>
                    <a:pt x="5092" y="315"/>
                  </a:cubicBezTo>
                  <a:cubicBezTo>
                    <a:pt x="5092" y="302"/>
                    <a:pt x="5088" y="295"/>
                    <a:pt x="5079" y="290"/>
                  </a:cubicBezTo>
                  <a:cubicBezTo>
                    <a:pt x="5070" y="285"/>
                    <a:pt x="5054" y="277"/>
                    <a:pt x="5046" y="272"/>
                  </a:cubicBezTo>
                  <a:cubicBezTo>
                    <a:pt x="5038" y="267"/>
                    <a:pt x="5031" y="269"/>
                    <a:pt x="5019" y="269"/>
                  </a:cubicBezTo>
                  <a:cubicBezTo>
                    <a:pt x="5007" y="269"/>
                    <a:pt x="5006" y="273"/>
                    <a:pt x="5000" y="276"/>
                  </a:cubicBezTo>
                  <a:cubicBezTo>
                    <a:pt x="4994" y="279"/>
                    <a:pt x="4989" y="283"/>
                    <a:pt x="4989" y="289"/>
                  </a:cubicBezTo>
                  <a:cubicBezTo>
                    <a:pt x="4989" y="295"/>
                    <a:pt x="4979" y="293"/>
                    <a:pt x="4968" y="293"/>
                  </a:cubicBezTo>
                  <a:cubicBezTo>
                    <a:pt x="4957" y="293"/>
                    <a:pt x="4959" y="294"/>
                    <a:pt x="4952" y="305"/>
                  </a:cubicBezTo>
                  <a:cubicBezTo>
                    <a:pt x="4945" y="316"/>
                    <a:pt x="4944" y="319"/>
                    <a:pt x="4926" y="318"/>
                  </a:cubicBezTo>
                  <a:cubicBezTo>
                    <a:pt x="4908" y="317"/>
                    <a:pt x="4932" y="318"/>
                    <a:pt x="4939" y="303"/>
                  </a:cubicBezTo>
                  <a:close/>
                  <a:moveTo>
                    <a:pt x="5098" y="494"/>
                  </a:moveTo>
                  <a:cubicBezTo>
                    <a:pt x="5090" y="498"/>
                    <a:pt x="5093" y="512"/>
                    <a:pt x="5093" y="512"/>
                  </a:cubicBezTo>
                  <a:cubicBezTo>
                    <a:pt x="5093" y="512"/>
                    <a:pt x="5094" y="517"/>
                    <a:pt x="5083" y="522"/>
                  </a:cubicBezTo>
                  <a:cubicBezTo>
                    <a:pt x="5072" y="527"/>
                    <a:pt x="5061" y="537"/>
                    <a:pt x="5061" y="547"/>
                  </a:cubicBezTo>
                  <a:cubicBezTo>
                    <a:pt x="5061" y="557"/>
                    <a:pt x="5062" y="566"/>
                    <a:pt x="5079" y="567"/>
                  </a:cubicBezTo>
                  <a:cubicBezTo>
                    <a:pt x="5096" y="568"/>
                    <a:pt x="5103" y="558"/>
                    <a:pt x="5120" y="556"/>
                  </a:cubicBezTo>
                  <a:cubicBezTo>
                    <a:pt x="5137" y="554"/>
                    <a:pt x="5148" y="556"/>
                    <a:pt x="5155" y="545"/>
                  </a:cubicBezTo>
                  <a:cubicBezTo>
                    <a:pt x="5162" y="534"/>
                    <a:pt x="5172" y="531"/>
                    <a:pt x="5198" y="532"/>
                  </a:cubicBezTo>
                  <a:cubicBezTo>
                    <a:pt x="5224" y="533"/>
                    <a:pt x="5260" y="537"/>
                    <a:pt x="5273" y="533"/>
                  </a:cubicBezTo>
                  <a:cubicBezTo>
                    <a:pt x="5286" y="529"/>
                    <a:pt x="5288" y="524"/>
                    <a:pt x="5310" y="524"/>
                  </a:cubicBezTo>
                  <a:cubicBezTo>
                    <a:pt x="5332" y="524"/>
                    <a:pt x="5341" y="528"/>
                    <a:pt x="5349" y="520"/>
                  </a:cubicBezTo>
                  <a:cubicBezTo>
                    <a:pt x="5357" y="512"/>
                    <a:pt x="5372" y="515"/>
                    <a:pt x="5386" y="514"/>
                  </a:cubicBezTo>
                  <a:cubicBezTo>
                    <a:pt x="5400" y="513"/>
                    <a:pt x="5412" y="516"/>
                    <a:pt x="5416" y="507"/>
                  </a:cubicBezTo>
                  <a:cubicBezTo>
                    <a:pt x="5420" y="498"/>
                    <a:pt x="5422" y="499"/>
                    <a:pt x="5429" y="497"/>
                  </a:cubicBezTo>
                  <a:cubicBezTo>
                    <a:pt x="5436" y="495"/>
                    <a:pt x="5445" y="493"/>
                    <a:pt x="5444" y="480"/>
                  </a:cubicBezTo>
                  <a:cubicBezTo>
                    <a:pt x="5443" y="467"/>
                    <a:pt x="5447" y="460"/>
                    <a:pt x="5437" y="456"/>
                  </a:cubicBezTo>
                  <a:cubicBezTo>
                    <a:pt x="5427" y="452"/>
                    <a:pt x="5438" y="439"/>
                    <a:pt x="5420" y="439"/>
                  </a:cubicBezTo>
                  <a:cubicBezTo>
                    <a:pt x="5402" y="439"/>
                    <a:pt x="5394" y="449"/>
                    <a:pt x="5385" y="436"/>
                  </a:cubicBezTo>
                  <a:cubicBezTo>
                    <a:pt x="5376" y="423"/>
                    <a:pt x="5378" y="416"/>
                    <a:pt x="5365" y="414"/>
                  </a:cubicBezTo>
                  <a:cubicBezTo>
                    <a:pt x="5352" y="412"/>
                    <a:pt x="5351" y="398"/>
                    <a:pt x="5338" y="396"/>
                  </a:cubicBezTo>
                  <a:cubicBezTo>
                    <a:pt x="5325" y="394"/>
                    <a:pt x="5327" y="401"/>
                    <a:pt x="5317" y="402"/>
                  </a:cubicBezTo>
                  <a:cubicBezTo>
                    <a:pt x="5307" y="403"/>
                    <a:pt x="5304" y="402"/>
                    <a:pt x="5295" y="410"/>
                  </a:cubicBezTo>
                  <a:cubicBezTo>
                    <a:pt x="5286" y="418"/>
                    <a:pt x="5275" y="416"/>
                    <a:pt x="5271" y="424"/>
                  </a:cubicBezTo>
                  <a:cubicBezTo>
                    <a:pt x="5267" y="432"/>
                    <a:pt x="5258" y="442"/>
                    <a:pt x="5256" y="432"/>
                  </a:cubicBezTo>
                  <a:cubicBezTo>
                    <a:pt x="5254" y="422"/>
                    <a:pt x="5269" y="418"/>
                    <a:pt x="5270" y="410"/>
                  </a:cubicBezTo>
                  <a:cubicBezTo>
                    <a:pt x="5271" y="402"/>
                    <a:pt x="5278" y="396"/>
                    <a:pt x="5279" y="388"/>
                  </a:cubicBezTo>
                  <a:cubicBezTo>
                    <a:pt x="5280" y="380"/>
                    <a:pt x="5294" y="382"/>
                    <a:pt x="5287" y="374"/>
                  </a:cubicBezTo>
                  <a:cubicBezTo>
                    <a:pt x="5280" y="366"/>
                    <a:pt x="5276" y="365"/>
                    <a:pt x="5267" y="365"/>
                  </a:cubicBezTo>
                  <a:cubicBezTo>
                    <a:pt x="5258" y="365"/>
                    <a:pt x="5258" y="352"/>
                    <a:pt x="5245" y="353"/>
                  </a:cubicBezTo>
                  <a:cubicBezTo>
                    <a:pt x="5232" y="354"/>
                    <a:pt x="5233" y="362"/>
                    <a:pt x="5233" y="369"/>
                  </a:cubicBezTo>
                  <a:cubicBezTo>
                    <a:pt x="5233" y="376"/>
                    <a:pt x="5235" y="384"/>
                    <a:pt x="5224" y="381"/>
                  </a:cubicBezTo>
                  <a:cubicBezTo>
                    <a:pt x="5213" y="378"/>
                    <a:pt x="5211" y="368"/>
                    <a:pt x="5200" y="368"/>
                  </a:cubicBezTo>
                  <a:cubicBezTo>
                    <a:pt x="5189" y="368"/>
                    <a:pt x="5196" y="377"/>
                    <a:pt x="5184" y="382"/>
                  </a:cubicBezTo>
                  <a:cubicBezTo>
                    <a:pt x="5172" y="387"/>
                    <a:pt x="5169" y="393"/>
                    <a:pt x="5168" y="399"/>
                  </a:cubicBezTo>
                  <a:cubicBezTo>
                    <a:pt x="5167" y="405"/>
                    <a:pt x="5154" y="406"/>
                    <a:pt x="5170" y="409"/>
                  </a:cubicBezTo>
                  <a:cubicBezTo>
                    <a:pt x="5186" y="412"/>
                    <a:pt x="5191" y="413"/>
                    <a:pt x="5188" y="420"/>
                  </a:cubicBezTo>
                  <a:cubicBezTo>
                    <a:pt x="5185" y="427"/>
                    <a:pt x="5180" y="421"/>
                    <a:pt x="5168" y="419"/>
                  </a:cubicBezTo>
                  <a:cubicBezTo>
                    <a:pt x="5156" y="417"/>
                    <a:pt x="5151" y="421"/>
                    <a:pt x="5149" y="425"/>
                  </a:cubicBezTo>
                  <a:cubicBezTo>
                    <a:pt x="5147" y="429"/>
                    <a:pt x="5138" y="442"/>
                    <a:pt x="5150" y="444"/>
                  </a:cubicBezTo>
                  <a:cubicBezTo>
                    <a:pt x="5162" y="446"/>
                    <a:pt x="5169" y="448"/>
                    <a:pt x="5165" y="454"/>
                  </a:cubicBezTo>
                  <a:cubicBezTo>
                    <a:pt x="5161" y="460"/>
                    <a:pt x="5153" y="459"/>
                    <a:pt x="5143" y="454"/>
                  </a:cubicBezTo>
                  <a:cubicBezTo>
                    <a:pt x="5133" y="449"/>
                    <a:pt x="5119" y="440"/>
                    <a:pt x="5110" y="475"/>
                  </a:cubicBezTo>
                  <a:cubicBezTo>
                    <a:pt x="5110" y="475"/>
                    <a:pt x="5106" y="490"/>
                    <a:pt x="5098" y="494"/>
                  </a:cubicBezTo>
                  <a:close/>
                  <a:moveTo>
                    <a:pt x="5474" y="535"/>
                  </a:moveTo>
                  <a:cubicBezTo>
                    <a:pt x="5484" y="535"/>
                    <a:pt x="5492" y="539"/>
                    <a:pt x="5497" y="532"/>
                  </a:cubicBezTo>
                  <a:cubicBezTo>
                    <a:pt x="5502" y="525"/>
                    <a:pt x="5511" y="532"/>
                    <a:pt x="5511" y="523"/>
                  </a:cubicBezTo>
                  <a:cubicBezTo>
                    <a:pt x="5511" y="514"/>
                    <a:pt x="5504" y="514"/>
                    <a:pt x="5494" y="514"/>
                  </a:cubicBezTo>
                  <a:cubicBezTo>
                    <a:pt x="5494" y="514"/>
                    <a:pt x="5484" y="515"/>
                    <a:pt x="5475" y="520"/>
                  </a:cubicBezTo>
                  <a:cubicBezTo>
                    <a:pt x="5466" y="525"/>
                    <a:pt x="5464" y="535"/>
                    <a:pt x="5474" y="535"/>
                  </a:cubicBezTo>
                  <a:close/>
                  <a:moveTo>
                    <a:pt x="5504" y="544"/>
                  </a:moveTo>
                  <a:cubicBezTo>
                    <a:pt x="5513" y="548"/>
                    <a:pt x="5514" y="540"/>
                    <a:pt x="5518" y="548"/>
                  </a:cubicBezTo>
                  <a:cubicBezTo>
                    <a:pt x="5522" y="556"/>
                    <a:pt x="5524" y="553"/>
                    <a:pt x="5538" y="553"/>
                  </a:cubicBezTo>
                  <a:cubicBezTo>
                    <a:pt x="5552" y="553"/>
                    <a:pt x="5558" y="551"/>
                    <a:pt x="5560" y="556"/>
                  </a:cubicBezTo>
                  <a:cubicBezTo>
                    <a:pt x="5562" y="561"/>
                    <a:pt x="5570" y="562"/>
                    <a:pt x="5571" y="556"/>
                  </a:cubicBezTo>
                  <a:cubicBezTo>
                    <a:pt x="5572" y="550"/>
                    <a:pt x="5580" y="556"/>
                    <a:pt x="5580" y="547"/>
                  </a:cubicBezTo>
                  <a:cubicBezTo>
                    <a:pt x="5580" y="538"/>
                    <a:pt x="5577" y="536"/>
                    <a:pt x="5572" y="536"/>
                  </a:cubicBezTo>
                  <a:cubicBezTo>
                    <a:pt x="5567" y="536"/>
                    <a:pt x="5570" y="525"/>
                    <a:pt x="5561" y="526"/>
                  </a:cubicBezTo>
                  <a:cubicBezTo>
                    <a:pt x="5552" y="527"/>
                    <a:pt x="5564" y="537"/>
                    <a:pt x="5550" y="536"/>
                  </a:cubicBezTo>
                  <a:cubicBezTo>
                    <a:pt x="5536" y="535"/>
                    <a:pt x="5541" y="527"/>
                    <a:pt x="5525" y="531"/>
                  </a:cubicBezTo>
                  <a:cubicBezTo>
                    <a:pt x="5525" y="531"/>
                    <a:pt x="5526" y="536"/>
                    <a:pt x="5519" y="536"/>
                  </a:cubicBezTo>
                  <a:cubicBezTo>
                    <a:pt x="5512" y="536"/>
                    <a:pt x="5495" y="540"/>
                    <a:pt x="5504" y="544"/>
                  </a:cubicBezTo>
                  <a:close/>
                  <a:moveTo>
                    <a:pt x="5514" y="630"/>
                  </a:moveTo>
                  <a:cubicBezTo>
                    <a:pt x="5514" y="630"/>
                    <a:pt x="5499" y="638"/>
                    <a:pt x="5505" y="642"/>
                  </a:cubicBezTo>
                  <a:cubicBezTo>
                    <a:pt x="5511" y="646"/>
                    <a:pt x="5521" y="650"/>
                    <a:pt x="5527" y="643"/>
                  </a:cubicBezTo>
                  <a:cubicBezTo>
                    <a:pt x="5533" y="636"/>
                    <a:pt x="5526" y="627"/>
                    <a:pt x="5514" y="630"/>
                  </a:cubicBezTo>
                  <a:close/>
                  <a:moveTo>
                    <a:pt x="5560" y="645"/>
                  </a:moveTo>
                  <a:cubicBezTo>
                    <a:pt x="5560" y="645"/>
                    <a:pt x="5552" y="650"/>
                    <a:pt x="5552" y="658"/>
                  </a:cubicBezTo>
                  <a:cubicBezTo>
                    <a:pt x="5552" y="666"/>
                    <a:pt x="5569" y="674"/>
                    <a:pt x="5570" y="664"/>
                  </a:cubicBezTo>
                  <a:cubicBezTo>
                    <a:pt x="5571" y="654"/>
                    <a:pt x="5569" y="638"/>
                    <a:pt x="5560" y="645"/>
                  </a:cubicBezTo>
                  <a:close/>
                  <a:moveTo>
                    <a:pt x="5937" y="1023"/>
                  </a:moveTo>
                  <a:cubicBezTo>
                    <a:pt x="5929" y="1023"/>
                    <a:pt x="5927" y="1023"/>
                    <a:pt x="5917" y="1025"/>
                  </a:cubicBezTo>
                  <a:cubicBezTo>
                    <a:pt x="5917" y="1025"/>
                    <a:pt x="5904" y="1028"/>
                    <a:pt x="5900" y="1023"/>
                  </a:cubicBezTo>
                  <a:cubicBezTo>
                    <a:pt x="5896" y="1019"/>
                    <a:pt x="5890" y="1017"/>
                    <a:pt x="5880" y="1016"/>
                  </a:cubicBezTo>
                  <a:cubicBezTo>
                    <a:pt x="5870" y="1015"/>
                    <a:pt x="5866" y="1020"/>
                    <a:pt x="5863" y="1024"/>
                  </a:cubicBezTo>
                  <a:cubicBezTo>
                    <a:pt x="5861" y="1028"/>
                    <a:pt x="5856" y="1037"/>
                    <a:pt x="5843" y="1037"/>
                  </a:cubicBezTo>
                  <a:cubicBezTo>
                    <a:pt x="5831" y="1037"/>
                    <a:pt x="5817" y="1041"/>
                    <a:pt x="5823" y="1045"/>
                  </a:cubicBezTo>
                  <a:cubicBezTo>
                    <a:pt x="5828" y="1048"/>
                    <a:pt x="5834" y="1054"/>
                    <a:pt x="5844" y="1054"/>
                  </a:cubicBezTo>
                  <a:cubicBezTo>
                    <a:pt x="5854" y="1054"/>
                    <a:pt x="5859" y="1059"/>
                    <a:pt x="5864" y="1063"/>
                  </a:cubicBezTo>
                  <a:cubicBezTo>
                    <a:pt x="5869" y="1067"/>
                    <a:pt x="5875" y="1071"/>
                    <a:pt x="5883" y="1071"/>
                  </a:cubicBezTo>
                  <a:cubicBezTo>
                    <a:pt x="5892" y="1071"/>
                    <a:pt x="5910" y="1070"/>
                    <a:pt x="5913" y="1065"/>
                  </a:cubicBezTo>
                  <a:cubicBezTo>
                    <a:pt x="5917" y="1059"/>
                    <a:pt x="5936" y="1060"/>
                    <a:pt x="5937" y="1055"/>
                  </a:cubicBezTo>
                  <a:cubicBezTo>
                    <a:pt x="5937" y="1051"/>
                    <a:pt x="5940" y="1045"/>
                    <a:pt x="5945" y="1044"/>
                  </a:cubicBezTo>
                  <a:cubicBezTo>
                    <a:pt x="5951" y="1043"/>
                    <a:pt x="5951" y="1039"/>
                    <a:pt x="5949" y="1033"/>
                  </a:cubicBezTo>
                  <a:cubicBezTo>
                    <a:pt x="5948" y="1027"/>
                    <a:pt x="5945" y="1023"/>
                    <a:pt x="5937" y="1023"/>
                  </a:cubicBezTo>
                  <a:close/>
                  <a:moveTo>
                    <a:pt x="6104" y="1048"/>
                  </a:moveTo>
                  <a:cubicBezTo>
                    <a:pt x="6109" y="1051"/>
                    <a:pt x="6110" y="1051"/>
                    <a:pt x="6117" y="1047"/>
                  </a:cubicBezTo>
                  <a:cubicBezTo>
                    <a:pt x="6123" y="1044"/>
                    <a:pt x="6125" y="1042"/>
                    <a:pt x="6122" y="1040"/>
                  </a:cubicBezTo>
                  <a:cubicBezTo>
                    <a:pt x="6119" y="1038"/>
                    <a:pt x="6112" y="1030"/>
                    <a:pt x="6108" y="1035"/>
                  </a:cubicBezTo>
                  <a:cubicBezTo>
                    <a:pt x="6108" y="1035"/>
                    <a:pt x="6099" y="1045"/>
                    <a:pt x="6104" y="1048"/>
                  </a:cubicBezTo>
                  <a:close/>
                  <a:moveTo>
                    <a:pt x="7382" y="902"/>
                  </a:moveTo>
                  <a:cubicBezTo>
                    <a:pt x="7383" y="890"/>
                    <a:pt x="7400" y="888"/>
                    <a:pt x="7392" y="878"/>
                  </a:cubicBezTo>
                  <a:cubicBezTo>
                    <a:pt x="7384" y="868"/>
                    <a:pt x="7382" y="860"/>
                    <a:pt x="7375" y="854"/>
                  </a:cubicBezTo>
                  <a:cubicBezTo>
                    <a:pt x="7368" y="848"/>
                    <a:pt x="7359" y="848"/>
                    <a:pt x="7361" y="858"/>
                  </a:cubicBezTo>
                  <a:cubicBezTo>
                    <a:pt x="7361" y="858"/>
                    <a:pt x="7368" y="887"/>
                    <a:pt x="7357" y="888"/>
                  </a:cubicBezTo>
                  <a:cubicBezTo>
                    <a:pt x="7346" y="889"/>
                    <a:pt x="7349" y="899"/>
                    <a:pt x="7353" y="904"/>
                  </a:cubicBezTo>
                  <a:cubicBezTo>
                    <a:pt x="7357" y="909"/>
                    <a:pt x="7381" y="914"/>
                    <a:pt x="7382" y="902"/>
                  </a:cubicBezTo>
                  <a:close/>
                  <a:moveTo>
                    <a:pt x="7353" y="1067"/>
                  </a:moveTo>
                  <a:cubicBezTo>
                    <a:pt x="7367" y="1076"/>
                    <a:pt x="7370" y="1079"/>
                    <a:pt x="7377" y="1091"/>
                  </a:cubicBezTo>
                  <a:cubicBezTo>
                    <a:pt x="7384" y="1103"/>
                    <a:pt x="7403" y="1101"/>
                    <a:pt x="7403" y="1094"/>
                  </a:cubicBezTo>
                  <a:cubicBezTo>
                    <a:pt x="7403" y="1087"/>
                    <a:pt x="7398" y="1084"/>
                    <a:pt x="7388" y="1075"/>
                  </a:cubicBezTo>
                  <a:cubicBezTo>
                    <a:pt x="7378" y="1066"/>
                    <a:pt x="7356" y="1040"/>
                    <a:pt x="7349" y="1046"/>
                  </a:cubicBezTo>
                  <a:cubicBezTo>
                    <a:pt x="7349" y="1046"/>
                    <a:pt x="7339" y="1058"/>
                    <a:pt x="7353" y="1067"/>
                  </a:cubicBezTo>
                  <a:close/>
                  <a:moveTo>
                    <a:pt x="7685" y="1093"/>
                  </a:moveTo>
                  <a:cubicBezTo>
                    <a:pt x="7690" y="1087"/>
                    <a:pt x="7706" y="1087"/>
                    <a:pt x="7706" y="1080"/>
                  </a:cubicBezTo>
                  <a:cubicBezTo>
                    <a:pt x="7706" y="1073"/>
                    <a:pt x="7717" y="1075"/>
                    <a:pt x="7716" y="1064"/>
                  </a:cubicBezTo>
                  <a:cubicBezTo>
                    <a:pt x="7715" y="1053"/>
                    <a:pt x="7711" y="1055"/>
                    <a:pt x="7701" y="1049"/>
                  </a:cubicBezTo>
                  <a:cubicBezTo>
                    <a:pt x="7691" y="1043"/>
                    <a:pt x="7677" y="1042"/>
                    <a:pt x="7670" y="1049"/>
                  </a:cubicBezTo>
                  <a:cubicBezTo>
                    <a:pt x="7670" y="1049"/>
                    <a:pt x="7662" y="1059"/>
                    <a:pt x="7655" y="1059"/>
                  </a:cubicBezTo>
                  <a:cubicBezTo>
                    <a:pt x="7648" y="1059"/>
                    <a:pt x="7647" y="1065"/>
                    <a:pt x="7647" y="1070"/>
                  </a:cubicBezTo>
                  <a:cubicBezTo>
                    <a:pt x="7647" y="1075"/>
                    <a:pt x="7645" y="1081"/>
                    <a:pt x="7656" y="1086"/>
                  </a:cubicBezTo>
                  <a:cubicBezTo>
                    <a:pt x="7667" y="1091"/>
                    <a:pt x="7680" y="1099"/>
                    <a:pt x="7685" y="1093"/>
                  </a:cubicBezTo>
                  <a:close/>
                  <a:moveTo>
                    <a:pt x="7626" y="1154"/>
                  </a:moveTo>
                  <a:cubicBezTo>
                    <a:pt x="7632" y="1164"/>
                    <a:pt x="7642" y="1173"/>
                    <a:pt x="7648" y="1167"/>
                  </a:cubicBezTo>
                  <a:cubicBezTo>
                    <a:pt x="7654" y="1161"/>
                    <a:pt x="7655" y="1155"/>
                    <a:pt x="7673" y="1155"/>
                  </a:cubicBezTo>
                  <a:cubicBezTo>
                    <a:pt x="7691" y="1155"/>
                    <a:pt x="7703" y="1150"/>
                    <a:pt x="7709" y="1157"/>
                  </a:cubicBezTo>
                  <a:cubicBezTo>
                    <a:pt x="7715" y="1164"/>
                    <a:pt x="7731" y="1160"/>
                    <a:pt x="7733" y="1165"/>
                  </a:cubicBezTo>
                  <a:cubicBezTo>
                    <a:pt x="7735" y="1170"/>
                    <a:pt x="7759" y="1174"/>
                    <a:pt x="7776" y="1176"/>
                  </a:cubicBezTo>
                  <a:cubicBezTo>
                    <a:pt x="7793" y="1178"/>
                    <a:pt x="7842" y="1178"/>
                    <a:pt x="7849" y="1178"/>
                  </a:cubicBezTo>
                  <a:cubicBezTo>
                    <a:pt x="7856" y="1178"/>
                    <a:pt x="7865" y="1173"/>
                    <a:pt x="7865" y="1161"/>
                  </a:cubicBezTo>
                  <a:cubicBezTo>
                    <a:pt x="7865" y="1149"/>
                    <a:pt x="7865" y="1141"/>
                    <a:pt x="7855" y="1140"/>
                  </a:cubicBezTo>
                  <a:cubicBezTo>
                    <a:pt x="7845" y="1139"/>
                    <a:pt x="7854" y="1128"/>
                    <a:pt x="7831" y="1121"/>
                  </a:cubicBezTo>
                  <a:cubicBezTo>
                    <a:pt x="7808" y="1114"/>
                    <a:pt x="7803" y="1104"/>
                    <a:pt x="7793" y="1101"/>
                  </a:cubicBezTo>
                  <a:cubicBezTo>
                    <a:pt x="7783" y="1098"/>
                    <a:pt x="7784" y="1088"/>
                    <a:pt x="7772" y="1088"/>
                  </a:cubicBezTo>
                  <a:cubicBezTo>
                    <a:pt x="7760" y="1088"/>
                    <a:pt x="7746" y="1085"/>
                    <a:pt x="7746" y="1091"/>
                  </a:cubicBezTo>
                  <a:cubicBezTo>
                    <a:pt x="7746" y="1097"/>
                    <a:pt x="7739" y="1100"/>
                    <a:pt x="7729" y="1099"/>
                  </a:cubicBezTo>
                  <a:cubicBezTo>
                    <a:pt x="7729" y="1099"/>
                    <a:pt x="7708" y="1096"/>
                    <a:pt x="7702" y="1107"/>
                  </a:cubicBezTo>
                  <a:cubicBezTo>
                    <a:pt x="7696" y="1118"/>
                    <a:pt x="7683" y="1132"/>
                    <a:pt x="7677" y="1138"/>
                  </a:cubicBezTo>
                  <a:cubicBezTo>
                    <a:pt x="7671" y="1144"/>
                    <a:pt x="7671" y="1146"/>
                    <a:pt x="7655" y="1146"/>
                  </a:cubicBezTo>
                  <a:cubicBezTo>
                    <a:pt x="7639" y="1146"/>
                    <a:pt x="7620" y="1144"/>
                    <a:pt x="7626" y="1154"/>
                  </a:cubicBezTo>
                  <a:close/>
                  <a:moveTo>
                    <a:pt x="7451" y="932"/>
                  </a:moveTo>
                  <a:cubicBezTo>
                    <a:pt x="7461" y="937"/>
                    <a:pt x="7476" y="944"/>
                    <a:pt x="7476" y="950"/>
                  </a:cubicBezTo>
                  <a:cubicBezTo>
                    <a:pt x="7476" y="956"/>
                    <a:pt x="7477" y="959"/>
                    <a:pt x="7489" y="959"/>
                  </a:cubicBezTo>
                  <a:cubicBezTo>
                    <a:pt x="7501" y="959"/>
                    <a:pt x="7501" y="964"/>
                    <a:pt x="7507" y="972"/>
                  </a:cubicBezTo>
                  <a:cubicBezTo>
                    <a:pt x="7513" y="980"/>
                    <a:pt x="7511" y="988"/>
                    <a:pt x="7528" y="988"/>
                  </a:cubicBezTo>
                  <a:cubicBezTo>
                    <a:pt x="7545" y="988"/>
                    <a:pt x="7553" y="982"/>
                    <a:pt x="7562" y="993"/>
                  </a:cubicBezTo>
                  <a:cubicBezTo>
                    <a:pt x="7571" y="1004"/>
                    <a:pt x="7584" y="1010"/>
                    <a:pt x="7592" y="1005"/>
                  </a:cubicBezTo>
                  <a:cubicBezTo>
                    <a:pt x="7600" y="1000"/>
                    <a:pt x="7606" y="999"/>
                    <a:pt x="7608" y="992"/>
                  </a:cubicBezTo>
                  <a:cubicBezTo>
                    <a:pt x="7610" y="985"/>
                    <a:pt x="7607" y="978"/>
                    <a:pt x="7612" y="973"/>
                  </a:cubicBezTo>
                  <a:cubicBezTo>
                    <a:pt x="7617" y="968"/>
                    <a:pt x="7609" y="958"/>
                    <a:pt x="7621" y="959"/>
                  </a:cubicBezTo>
                  <a:cubicBezTo>
                    <a:pt x="7633" y="960"/>
                    <a:pt x="7640" y="967"/>
                    <a:pt x="7640" y="973"/>
                  </a:cubicBezTo>
                  <a:cubicBezTo>
                    <a:pt x="7640" y="979"/>
                    <a:pt x="7646" y="979"/>
                    <a:pt x="7654" y="980"/>
                  </a:cubicBezTo>
                  <a:cubicBezTo>
                    <a:pt x="7662" y="981"/>
                    <a:pt x="7670" y="987"/>
                    <a:pt x="7675" y="979"/>
                  </a:cubicBezTo>
                  <a:cubicBezTo>
                    <a:pt x="7680" y="971"/>
                    <a:pt x="7679" y="969"/>
                    <a:pt x="7696" y="970"/>
                  </a:cubicBezTo>
                  <a:cubicBezTo>
                    <a:pt x="7713" y="971"/>
                    <a:pt x="7719" y="964"/>
                    <a:pt x="7732" y="963"/>
                  </a:cubicBezTo>
                  <a:cubicBezTo>
                    <a:pt x="7745" y="962"/>
                    <a:pt x="7758" y="955"/>
                    <a:pt x="7767" y="962"/>
                  </a:cubicBezTo>
                  <a:cubicBezTo>
                    <a:pt x="7776" y="969"/>
                    <a:pt x="7778" y="981"/>
                    <a:pt x="7790" y="982"/>
                  </a:cubicBezTo>
                  <a:cubicBezTo>
                    <a:pt x="7802" y="983"/>
                    <a:pt x="7807" y="985"/>
                    <a:pt x="7807" y="977"/>
                  </a:cubicBezTo>
                  <a:cubicBezTo>
                    <a:pt x="7807" y="969"/>
                    <a:pt x="7826" y="970"/>
                    <a:pt x="7836" y="971"/>
                  </a:cubicBezTo>
                  <a:cubicBezTo>
                    <a:pt x="7846" y="972"/>
                    <a:pt x="7867" y="979"/>
                    <a:pt x="7869" y="968"/>
                  </a:cubicBezTo>
                  <a:cubicBezTo>
                    <a:pt x="7871" y="957"/>
                    <a:pt x="7882" y="956"/>
                    <a:pt x="7893" y="956"/>
                  </a:cubicBezTo>
                  <a:cubicBezTo>
                    <a:pt x="7904" y="956"/>
                    <a:pt x="7922" y="957"/>
                    <a:pt x="7934" y="947"/>
                  </a:cubicBezTo>
                  <a:cubicBezTo>
                    <a:pt x="7946" y="937"/>
                    <a:pt x="7934" y="925"/>
                    <a:pt x="7946" y="925"/>
                  </a:cubicBezTo>
                  <a:cubicBezTo>
                    <a:pt x="7958" y="925"/>
                    <a:pt x="7960" y="914"/>
                    <a:pt x="7952" y="915"/>
                  </a:cubicBezTo>
                  <a:cubicBezTo>
                    <a:pt x="7944" y="916"/>
                    <a:pt x="7944" y="911"/>
                    <a:pt x="7944" y="904"/>
                  </a:cubicBezTo>
                  <a:cubicBezTo>
                    <a:pt x="7944" y="897"/>
                    <a:pt x="7943" y="899"/>
                    <a:pt x="7954" y="899"/>
                  </a:cubicBezTo>
                  <a:cubicBezTo>
                    <a:pt x="7965" y="899"/>
                    <a:pt x="7958" y="891"/>
                    <a:pt x="7967" y="890"/>
                  </a:cubicBezTo>
                  <a:cubicBezTo>
                    <a:pt x="7976" y="889"/>
                    <a:pt x="7984" y="878"/>
                    <a:pt x="7971" y="877"/>
                  </a:cubicBezTo>
                  <a:cubicBezTo>
                    <a:pt x="7958" y="876"/>
                    <a:pt x="7947" y="873"/>
                    <a:pt x="7930" y="866"/>
                  </a:cubicBezTo>
                  <a:cubicBezTo>
                    <a:pt x="7913" y="859"/>
                    <a:pt x="7906" y="852"/>
                    <a:pt x="7897" y="853"/>
                  </a:cubicBezTo>
                  <a:cubicBezTo>
                    <a:pt x="7888" y="854"/>
                    <a:pt x="7886" y="854"/>
                    <a:pt x="7880" y="843"/>
                  </a:cubicBezTo>
                  <a:cubicBezTo>
                    <a:pt x="7874" y="832"/>
                    <a:pt x="7870" y="841"/>
                    <a:pt x="7862" y="842"/>
                  </a:cubicBezTo>
                  <a:cubicBezTo>
                    <a:pt x="7854" y="843"/>
                    <a:pt x="7860" y="854"/>
                    <a:pt x="7845" y="852"/>
                  </a:cubicBezTo>
                  <a:cubicBezTo>
                    <a:pt x="7830" y="850"/>
                    <a:pt x="7827" y="854"/>
                    <a:pt x="7831" y="859"/>
                  </a:cubicBezTo>
                  <a:cubicBezTo>
                    <a:pt x="7835" y="864"/>
                    <a:pt x="7842" y="883"/>
                    <a:pt x="7822" y="884"/>
                  </a:cubicBezTo>
                  <a:cubicBezTo>
                    <a:pt x="7802" y="885"/>
                    <a:pt x="7804" y="898"/>
                    <a:pt x="7804" y="902"/>
                  </a:cubicBezTo>
                  <a:cubicBezTo>
                    <a:pt x="7804" y="906"/>
                    <a:pt x="7804" y="914"/>
                    <a:pt x="7813" y="918"/>
                  </a:cubicBezTo>
                  <a:cubicBezTo>
                    <a:pt x="7822" y="922"/>
                    <a:pt x="7835" y="932"/>
                    <a:pt x="7833" y="941"/>
                  </a:cubicBezTo>
                  <a:cubicBezTo>
                    <a:pt x="7831" y="950"/>
                    <a:pt x="7825" y="952"/>
                    <a:pt x="7813" y="951"/>
                  </a:cubicBezTo>
                  <a:cubicBezTo>
                    <a:pt x="7801" y="950"/>
                    <a:pt x="7809" y="936"/>
                    <a:pt x="7795" y="927"/>
                  </a:cubicBezTo>
                  <a:cubicBezTo>
                    <a:pt x="7781" y="918"/>
                    <a:pt x="7777" y="895"/>
                    <a:pt x="7772" y="892"/>
                  </a:cubicBezTo>
                  <a:cubicBezTo>
                    <a:pt x="7767" y="889"/>
                    <a:pt x="7764" y="880"/>
                    <a:pt x="7778" y="877"/>
                  </a:cubicBezTo>
                  <a:cubicBezTo>
                    <a:pt x="7792" y="874"/>
                    <a:pt x="7787" y="864"/>
                    <a:pt x="7800" y="864"/>
                  </a:cubicBezTo>
                  <a:cubicBezTo>
                    <a:pt x="7813" y="864"/>
                    <a:pt x="7820" y="870"/>
                    <a:pt x="7822" y="859"/>
                  </a:cubicBezTo>
                  <a:cubicBezTo>
                    <a:pt x="7824" y="848"/>
                    <a:pt x="7808" y="846"/>
                    <a:pt x="7798" y="841"/>
                  </a:cubicBezTo>
                  <a:cubicBezTo>
                    <a:pt x="7788" y="836"/>
                    <a:pt x="7770" y="830"/>
                    <a:pt x="7765" y="822"/>
                  </a:cubicBezTo>
                  <a:cubicBezTo>
                    <a:pt x="7760" y="814"/>
                    <a:pt x="7750" y="811"/>
                    <a:pt x="7739" y="811"/>
                  </a:cubicBezTo>
                  <a:cubicBezTo>
                    <a:pt x="7728" y="811"/>
                    <a:pt x="7730" y="817"/>
                    <a:pt x="7720" y="818"/>
                  </a:cubicBezTo>
                  <a:cubicBezTo>
                    <a:pt x="7710" y="819"/>
                    <a:pt x="7700" y="824"/>
                    <a:pt x="7700" y="836"/>
                  </a:cubicBezTo>
                  <a:cubicBezTo>
                    <a:pt x="7700" y="848"/>
                    <a:pt x="7696" y="859"/>
                    <a:pt x="7700" y="863"/>
                  </a:cubicBezTo>
                  <a:cubicBezTo>
                    <a:pt x="7704" y="867"/>
                    <a:pt x="7711" y="871"/>
                    <a:pt x="7700" y="877"/>
                  </a:cubicBezTo>
                  <a:cubicBezTo>
                    <a:pt x="7689" y="883"/>
                    <a:pt x="7684" y="881"/>
                    <a:pt x="7681" y="875"/>
                  </a:cubicBezTo>
                  <a:cubicBezTo>
                    <a:pt x="7678" y="869"/>
                    <a:pt x="7674" y="872"/>
                    <a:pt x="7672" y="862"/>
                  </a:cubicBezTo>
                  <a:cubicBezTo>
                    <a:pt x="7670" y="852"/>
                    <a:pt x="7672" y="852"/>
                    <a:pt x="7661" y="852"/>
                  </a:cubicBezTo>
                  <a:cubicBezTo>
                    <a:pt x="7650" y="852"/>
                    <a:pt x="7636" y="854"/>
                    <a:pt x="7636" y="843"/>
                  </a:cubicBezTo>
                  <a:cubicBezTo>
                    <a:pt x="7636" y="832"/>
                    <a:pt x="7637" y="828"/>
                    <a:pt x="7618" y="825"/>
                  </a:cubicBezTo>
                  <a:cubicBezTo>
                    <a:pt x="7599" y="822"/>
                    <a:pt x="7583" y="824"/>
                    <a:pt x="7581" y="813"/>
                  </a:cubicBezTo>
                  <a:cubicBezTo>
                    <a:pt x="7579" y="802"/>
                    <a:pt x="7579" y="796"/>
                    <a:pt x="7568" y="794"/>
                  </a:cubicBezTo>
                  <a:cubicBezTo>
                    <a:pt x="7557" y="792"/>
                    <a:pt x="7552" y="796"/>
                    <a:pt x="7548" y="799"/>
                  </a:cubicBezTo>
                  <a:cubicBezTo>
                    <a:pt x="7544" y="802"/>
                    <a:pt x="7547" y="811"/>
                    <a:pt x="7538" y="810"/>
                  </a:cubicBezTo>
                  <a:cubicBezTo>
                    <a:pt x="7529" y="809"/>
                    <a:pt x="7524" y="805"/>
                    <a:pt x="7521" y="811"/>
                  </a:cubicBezTo>
                  <a:cubicBezTo>
                    <a:pt x="7518" y="817"/>
                    <a:pt x="7512" y="828"/>
                    <a:pt x="7497" y="827"/>
                  </a:cubicBezTo>
                  <a:cubicBezTo>
                    <a:pt x="7497" y="827"/>
                    <a:pt x="7479" y="822"/>
                    <a:pt x="7479" y="834"/>
                  </a:cubicBezTo>
                  <a:cubicBezTo>
                    <a:pt x="7479" y="846"/>
                    <a:pt x="7477" y="850"/>
                    <a:pt x="7467" y="851"/>
                  </a:cubicBezTo>
                  <a:cubicBezTo>
                    <a:pt x="7457" y="852"/>
                    <a:pt x="7450" y="856"/>
                    <a:pt x="7450" y="866"/>
                  </a:cubicBezTo>
                  <a:cubicBezTo>
                    <a:pt x="7450" y="876"/>
                    <a:pt x="7451" y="880"/>
                    <a:pt x="7457" y="883"/>
                  </a:cubicBezTo>
                  <a:cubicBezTo>
                    <a:pt x="7463" y="886"/>
                    <a:pt x="7464" y="892"/>
                    <a:pt x="7462" y="898"/>
                  </a:cubicBezTo>
                  <a:cubicBezTo>
                    <a:pt x="7460" y="904"/>
                    <a:pt x="7463" y="903"/>
                    <a:pt x="7450" y="907"/>
                  </a:cubicBezTo>
                  <a:cubicBezTo>
                    <a:pt x="7437" y="911"/>
                    <a:pt x="7441" y="927"/>
                    <a:pt x="7451" y="932"/>
                  </a:cubicBezTo>
                  <a:close/>
                  <a:moveTo>
                    <a:pt x="8030" y="932"/>
                  </a:moveTo>
                  <a:cubicBezTo>
                    <a:pt x="8038" y="932"/>
                    <a:pt x="8040" y="940"/>
                    <a:pt x="8050" y="940"/>
                  </a:cubicBezTo>
                  <a:cubicBezTo>
                    <a:pt x="8060" y="940"/>
                    <a:pt x="8072" y="939"/>
                    <a:pt x="8073" y="948"/>
                  </a:cubicBezTo>
                  <a:cubicBezTo>
                    <a:pt x="8074" y="957"/>
                    <a:pt x="8078" y="958"/>
                    <a:pt x="8092" y="958"/>
                  </a:cubicBezTo>
                  <a:cubicBezTo>
                    <a:pt x="8106" y="958"/>
                    <a:pt x="8103" y="959"/>
                    <a:pt x="8115" y="962"/>
                  </a:cubicBezTo>
                  <a:cubicBezTo>
                    <a:pt x="8127" y="965"/>
                    <a:pt x="8141" y="969"/>
                    <a:pt x="8149" y="974"/>
                  </a:cubicBezTo>
                  <a:cubicBezTo>
                    <a:pt x="8157" y="979"/>
                    <a:pt x="8168" y="986"/>
                    <a:pt x="8186" y="989"/>
                  </a:cubicBezTo>
                  <a:cubicBezTo>
                    <a:pt x="8204" y="992"/>
                    <a:pt x="8249" y="993"/>
                    <a:pt x="8258" y="987"/>
                  </a:cubicBezTo>
                  <a:cubicBezTo>
                    <a:pt x="8267" y="981"/>
                    <a:pt x="8275" y="979"/>
                    <a:pt x="8285" y="979"/>
                  </a:cubicBezTo>
                  <a:cubicBezTo>
                    <a:pt x="8295" y="979"/>
                    <a:pt x="8298" y="971"/>
                    <a:pt x="8307" y="971"/>
                  </a:cubicBezTo>
                  <a:cubicBezTo>
                    <a:pt x="8316" y="971"/>
                    <a:pt x="8321" y="968"/>
                    <a:pt x="8323" y="962"/>
                  </a:cubicBezTo>
                  <a:cubicBezTo>
                    <a:pt x="8325" y="956"/>
                    <a:pt x="8337" y="957"/>
                    <a:pt x="8338" y="947"/>
                  </a:cubicBezTo>
                  <a:cubicBezTo>
                    <a:pt x="8339" y="937"/>
                    <a:pt x="8335" y="933"/>
                    <a:pt x="8330" y="933"/>
                  </a:cubicBezTo>
                  <a:cubicBezTo>
                    <a:pt x="8325" y="933"/>
                    <a:pt x="8315" y="942"/>
                    <a:pt x="8308" y="937"/>
                  </a:cubicBezTo>
                  <a:cubicBezTo>
                    <a:pt x="8301" y="932"/>
                    <a:pt x="8291" y="926"/>
                    <a:pt x="8279" y="925"/>
                  </a:cubicBezTo>
                  <a:cubicBezTo>
                    <a:pt x="8267" y="924"/>
                    <a:pt x="8256" y="927"/>
                    <a:pt x="8249" y="922"/>
                  </a:cubicBezTo>
                  <a:cubicBezTo>
                    <a:pt x="8242" y="917"/>
                    <a:pt x="8240" y="915"/>
                    <a:pt x="8230" y="915"/>
                  </a:cubicBezTo>
                  <a:cubicBezTo>
                    <a:pt x="8220" y="915"/>
                    <a:pt x="8215" y="914"/>
                    <a:pt x="8211" y="918"/>
                  </a:cubicBezTo>
                  <a:cubicBezTo>
                    <a:pt x="8207" y="922"/>
                    <a:pt x="8209" y="925"/>
                    <a:pt x="8195" y="923"/>
                  </a:cubicBezTo>
                  <a:cubicBezTo>
                    <a:pt x="8181" y="921"/>
                    <a:pt x="8181" y="920"/>
                    <a:pt x="8180" y="910"/>
                  </a:cubicBezTo>
                  <a:cubicBezTo>
                    <a:pt x="8179" y="900"/>
                    <a:pt x="8168" y="896"/>
                    <a:pt x="8153" y="896"/>
                  </a:cubicBezTo>
                  <a:cubicBezTo>
                    <a:pt x="8138" y="896"/>
                    <a:pt x="8112" y="897"/>
                    <a:pt x="8108" y="903"/>
                  </a:cubicBezTo>
                  <a:cubicBezTo>
                    <a:pt x="8104" y="909"/>
                    <a:pt x="8087" y="912"/>
                    <a:pt x="8078" y="909"/>
                  </a:cubicBezTo>
                  <a:cubicBezTo>
                    <a:pt x="8069" y="906"/>
                    <a:pt x="8069" y="891"/>
                    <a:pt x="8065" y="885"/>
                  </a:cubicBezTo>
                  <a:cubicBezTo>
                    <a:pt x="8061" y="879"/>
                    <a:pt x="8046" y="880"/>
                    <a:pt x="8046" y="885"/>
                  </a:cubicBezTo>
                  <a:cubicBezTo>
                    <a:pt x="8046" y="890"/>
                    <a:pt x="8038" y="892"/>
                    <a:pt x="8041" y="898"/>
                  </a:cubicBezTo>
                  <a:cubicBezTo>
                    <a:pt x="8041" y="898"/>
                    <a:pt x="8040" y="916"/>
                    <a:pt x="8032" y="916"/>
                  </a:cubicBezTo>
                  <a:cubicBezTo>
                    <a:pt x="8024" y="916"/>
                    <a:pt x="8022" y="932"/>
                    <a:pt x="8030" y="932"/>
                  </a:cubicBezTo>
                  <a:close/>
                  <a:moveTo>
                    <a:pt x="8191" y="743"/>
                  </a:moveTo>
                  <a:cubicBezTo>
                    <a:pt x="8199" y="743"/>
                    <a:pt x="8222" y="747"/>
                    <a:pt x="8227" y="741"/>
                  </a:cubicBezTo>
                  <a:cubicBezTo>
                    <a:pt x="8232" y="735"/>
                    <a:pt x="8237" y="728"/>
                    <a:pt x="8227" y="726"/>
                  </a:cubicBezTo>
                  <a:cubicBezTo>
                    <a:pt x="8217" y="724"/>
                    <a:pt x="8224" y="724"/>
                    <a:pt x="8207" y="725"/>
                  </a:cubicBezTo>
                  <a:cubicBezTo>
                    <a:pt x="8207" y="725"/>
                    <a:pt x="8195" y="722"/>
                    <a:pt x="8187" y="729"/>
                  </a:cubicBezTo>
                  <a:cubicBezTo>
                    <a:pt x="8179" y="736"/>
                    <a:pt x="8176" y="729"/>
                    <a:pt x="8176" y="738"/>
                  </a:cubicBezTo>
                  <a:cubicBezTo>
                    <a:pt x="8176" y="747"/>
                    <a:pt x="8183" y="743"/>
                    <a:pt x="8191" y="743"/>
                  </a:cubicBezTo>
                  <a:close/>
                  <a:moveTo>
                    <a:pt x="15" y="3104"/>
                  </a:moveTo>
                  <a:cubicBezTo>
                    <a:pt x="20" y="3117"/>
                    <a:pt x="27" y="3118"/>
                    <a:pt x="38" y="3119"/>
                  </a:cubicBezTo>
                  <a:cubicBezTo>
                    <a:pt x="48" y="3120"/>
                    <a:pt x="60" y="3111"/>
                    <a:pt x="73" y="3118"/>
                  </a:cubicBezTo>
                  <a:cubicBezTo>
                    <a:pt x="85" y="3125"/>
                    <a:pt x="93" y="3126"/>
                    <a:pt x="100" y="3124"/>
                  </a:cubicBezTo>
                  <a:cubicBezTo>
                    <a:pt x="108" y="3122"/>
                    <a:pt x="123" y="3118"/>
                    <a:pt x="139" y="3117"/>
                  </a:cubicBezTo>
                  <a:cubicBezTo>
                    <a:pt x="150" y="3117"/>
                    <a:pt x="171" y="3118"/>
                    <a:pt x="185" y="3113"/>
                  </a:cubicBezTo>
                  <a:cubicBezTo>
                    <a:pt x="185" y="3113"/>
                    <a:pt x="185" y="3113"/>
                    <a:pt x="185" y="3113"/>
                  </a:cubicBezTo>
                  <a:cubicBezTo>
                    <a:pt x="176" y="3109"/>
                    <a:pt x="184" y="3097"/>
                    <a:pt x="187" y="3086"/>
                  </a:cubicBezTo>
                  <a:cubicBezTo>
                    <a:pt x="191" y="3075"/>
                    <a:pt x="186" y="3070"/>
                    <a:pt x="181" y="3063"/>
                  </a:cubicBezTo>
                  <a:cubicBezTo>
                    <a:pt x="175" y="3057"/>
                    <a:pt x="159" y="3055"/>
                    <a:pt x="152" y="3055"/>
                  </a:cubicBezTo>
                  <a:cubicBezTo>
                    <a:pt x="145" y="3055"/>
                    <a:pt x="138" y="3053"/>
                    <a:pt x="130" y="3055"/>
                  </a:cubicBezTo>
                  <a:cubicBezTo>
                    <a:pt x="121" y="3056"/>
                    <a:pt x="111" y="3047"/>
                    <a:pt x="108" y="3042"/>
                  </a:cubicBezTo>
                  <a:cubicBezTo>
                    <a:pt x="105" y="3036"/>
                    <a:pt x="96" y="3037"/>
                    <a:pt x="93" y="3039"/>
                  </a:cubicBezTo>
                  <a:cubicBezTo>
                    <a:pt x="90" y="3042"/>
                    <a:pt x="86" y="3038"/>
                    <a:pt x="80" y="3034"/>
                  </a:cubicBezTo>
                  <a:cubicBezTo>
                    <a:pt x="78" y="3032"/>
                    <a:pt x="72" y="3032"/>
                    <a:pt x="66" y="3033"/>
                  </a:cubicBezTo>
                  <a:cubicBezTo>
                    <a:pt x="62" y="3050"/>
                    <a:pt x="99" y="3037"/>
                    <a:pt x="86" y="3060"/>
                  </a:cubicBezTo>
                  <a:cubicBezTo>
                    <a:pt x="78" y="3074"/>
                    <a:pt x="56" y="3059"/>
                    <a:pt x="27" y="3056"/>
                  </a:cubicBezTo>
                  <a:cubicBezTo>
                    <a:pt x="3" y="3054"/>
                    <a:pt x="5" y="3075"/>
                    <a:pt x="0" y="3090"/>
                  </a:cubicBezTo>
                  <a:cubicBezTo>
                    <a:pt x="5" y="3092"/>
                    <a:pt x="12" y="3096"/>
                    <a:pt x="15" y="3104"/>
                  </a:cubicBezTo>
                  <a:close/>
                  <a:moveTo>
                    <a:pt x="4899" y="780"/>
                  </a:moveTo>
                  <a:cubicBezTo>
                    <a:pt x="4899" y="780"/>
                    <a:pt x="4891" y="778"/>
                    <a:pt x="4887" y="787"/>
                  </a:cubicBezTo>
                  <a:cubicBezTo>
                    <a:pt x="4883" y="796"/>
                    <a:pt x="4877" y="802"/>
                    <a:pt x="4891" y="805"/>
                  </a:cubicBezTo>
                  <a:cubicBezTo>
                    <a:pt x="4905" y="808"/>
                    <a:pt x="4906" y="804"/>
                    <a:pt x="4906" y="796"/>
                  </a:cubicBezTo>
                  <a:cubicBezTo>
                    <a:pt x="4906" y="788"/>
                    <a:pt x="4911" y="779"/>
                    <a:pt x="4899" y="780"/>
                  </a:cubicBezTo>
                  <a:close/>
                  <a:moveTo>
                    <a:pt x="3590" y="1184"/>
                  </a:moveTo>
                  <a:cubicBezTo>
                    <a:pt x="3591" y="1191"/>
                    <a:pt x="3609" y="1199"/>
                    <a:pt x="3609" y="1192"/>
                  </a:cubicBezTo>
                  <a:cubicBezTo>
                    <a:pt x="3609" y="1185"/>
                    <a:pt x="3619" y="1181"/>
                    <a:pt x="3609" y="1181"/>
                  </a:cubicBezTo>
                  <a:cubicBezTo>
                    <a:pt x="3609" y="1181"/>
                    <a:pt x="3589" y="1177"/>
                    <a:pt x="3590" y="1184"/>
                  </a:cubicBezTo>
                  <a:close/>
                  <a:moveTo>
                    <a:pt x="2130" y="1422"/>
                  </a:moveTo>
                  <a:cubicBezTo>
                    <a:pt x="2125" y="1418"/>
                    <a:pt x="2122" y="1422"/>
                    <a:pt x="2113" y="1417"/>
                  </a:cubicBezTo>
                  <a:cubicBezTo>
                    <a:pt x="2113" y="1417"/>
                    <a:pt x="2095" y="1404"/>
                    <a:pt x="2085" y="1405"/>
                  </a:cubicBezTo>
                  <a:cubicBezTo>
                    <a:pt x="2075" y="1405"/>
                    <a:pt x="2073" y="1417"/>
                    <a:pt x="2083" y="1425"/>
                  </a:cubicBezTo>
                  <a:cubicBezTo>
                    <a:pt x="2094" y="1432"/>
                    <a:pt x="2120" y="1448"/>
                    <a:pt x="2123" y="1442"/>
                  </a:cubicBezTo>
                  <a:cubicBezTo>
                    <a:pt x="2125" y="1435"/>
                    <a:pt x="2135" y="1427"/>
                    <a:pt x="2130" y="1422"/>
                  </a:cubicBezTo>
                  <a:close/>
                  <a:moveTo>
                    <a:pt x="9324" y="3049"/>
                  </a:moveTo>
                  <a:cubicBezTo>
                    <a:pt x="9324" y="3049"/>
                    <a:pt x="9326" y="3029"/>
                    <a:pt x="9311" y="3029"/>
                  </a:cubicBezTo>
                  <a:cubicBezTo>
                    <a:pt x="9296" y="3029"/>
                    <a:pt x="9286" y="3033"/>
                    <a:pt x="9295" y="3039"/>
                  </a:cubicBezTo>
                  <a:cubicBezTo>
                    <a:pt x="9303" y="3046"/>
                    <a:pt x="9303" y="3064"/>
                    <a:pt x="9315" y="3066"/>
                  </a:cubicBezTo>
                  <a:cubicBezTo>
                    <a:pt x="9327" y="3068"/>
                    <a:pt x="9332" y="3076"/>
                    <a:pt x="9339" y="3084"/>
                  </a:cubicBezTo>
                  <a:cubicBezTo>
                    <a:pt x="9345" y="3093"/>
                    <a:pt x="9350" y="3082"/>
                    <a:pt x="9345" y="3075"/>
                  </a:cubicBezTo>
                  <a:cubicBezTo>
                    <a:pt x="9340" y="3067"/>
                    <a:pt x="9325" y="3055"/>
                    <a:pt x="9324" y="3049"/>
                  </a:cubicBezTo>
                  <a:close/>
                  <a:moveTo>
                    <a:pt x="9413" y="3079"/>
                  </a:moveTo>
                  <a:cubicBezTo>
                    <a:pt x="9413" y="3079"/>
                    <a:pt x="9395" y="3067"/>
                    <a:pt x="9393" y="3071"/>
                  </a:cubicBezTo>
                  <a:cubicBezTo>
                    <a:pt x="9391" y="3076"/>
                    <a:pt x="9395" y="3081"/>
                    <a:pt x="9405" y="3087"/>
                  </a:cubicBezTo>
                  <a:cubicBezTo>
                    <a:pt x="9415" y="3094"/>
                    <a:pt x="9421" y="3094"/>
                    <a:pt x="9426" y="3101"/>
                  </a:cubicBezTo>
                  <a:cubicBezTo>
                    <a:pt x="9432" y="3109"/>
                    <a:pt x="9443" y="3106"/>
                    <a:pt x="9434" y="3096"/>
                  </a:cubicBezTo>
                  <a:cubicBezTo>
                    <a:pt x="9424" y="3086"/>
                    <a:pt x="9425" y="3091"/>
                    <a:pt x="9413" y="3079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301372" y="2430758"/>
            <a:ext cx="3896034" cy="1750265"/>
            <a:chOff x="784577" y="3287124"/>
            <a:chExt cx="4432296" cy="1991177"/>
          </a:xfrm>
        </p:grpSpPr>
        <p:sp>
          <p:nvSpPr>
            <p:cNvPr id="12" name="TextBox 11"/>
            <p:cNvSpPr txBox="1"/>
            <p:nvPr/>
          </p:nvSpPr>
          <p:spPr>
            <a:xfrm>
              <a:off x="1606528" y="5050709"/>
              <a:ext cx="724353" cy="22759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Azerbaijan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05501" y="5050710"/>
              <a:ext cx="614935" cy="22759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Armenia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4577" y="4899955"/>
              <a:ext cx="594873" cy="22759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Georgia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94065" y="3287124"/>
              <a:ext cx="1422808" cy="26260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 smtClean="0">
                  <a:solidFill>
                    <a:srgbClr val="000000"/>
                  </a:solidFill>
                  <a:cs typeface="HelveticaNeueLT Std"/>
                </a:rPr>
                <a:t>Russian Federation</a:t>
              </a:r>
              <a:endParaRPr lang="en-GB" sz="9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647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Russia </a:t>
            </a:r>
            <a:r>
              <a:rPr lang="en-GB" dirty="0" smtClean="0"/>
              <a:t>without 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773113" y="1035050"/>
            <a:ext cx="7600950" cy="3074988"/>
            <a:chOff x="487" y="652"/>
            <a:chExt cx="4788" cy="193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1048" y="2415"/>
              <a:ext cx="190" cy="84"/>
            </a:xfrm>
            <a:custGeom>
              <a:avLst/>
              <a:gdLst>
                <a:gd name="T0" fmla="*/ 251 w 433"/>
                <a:gd name="T1" fmla="*/ 188 h 191"/>
                <a:gd name="T2" fmla="*/ 278 w 433"/>
                <a:gd name="T3" fmla="*/ 183 h 191"/>
                <a:gd name="T4" fmla="*/ 312 w 433"/>
                <a:gd name="T5" fmla="*/ 182 h 191"/>
                <a:gd name="T6" fmla="*/ 316 w 433"/>
                <a:gd name="T7" fmla="*/ 182 h 191"/>
                <a:gd name="T8" fmla="*/ 317 w 433"/>
                <a:gd name="T9" fmla="*/ 182 h 191"/>
                <a:gd name="T10" fmla="*/ 320 w 433"/>
                <a:gd name="T11" fmla="*/ 182 h 191"/>
                <a:gd name="T12" fmla="*/ 321 w 433"/>
                <a:gd name="T13" fmla="*/ 182 h 191"/>
                <a:gd name="T14" fmla="*/ 323 w 433"/>
                <a:gd name="T15" fmla="*/ 181 h 191"/>
                <a:gd name="T16" fmla="*/ 324 w 433"/>
                <a:gd name="T17" fmla="*/ 181 h 191"/>
                <a:gd name="T18" fmla="*/ 327 w 433"/>
                <a:gd name="T19" fmla="*/ 180 h 191"/>
                <a:gd name="T20" fmla="*/ 328 w 433"/>
                <a:gd name="T21" fmla="*/ 179 h 191"/>
                <a:gd name="T22" fmla="*/ 329 w 433"/>
                <a:gd name="T23" fmla="*/ 178 h 191"/>
                <a:gd name="T24" fmla="*/ 330 w 433"/>
                <a:gd name="T25" fmla="*/ 177 h 191"/>
                <a:gd name="T26" fmla="*/ 331 w 433"/>
                <a:gd name="T27" fmla="*/ 177 h 191"/>
                <a:gd name="T28" fmla="*/ 332 w 433"/>
                <a:gd name="T29" fmla="*/ 176 h 191"/>
                <a:gd name="T30" fmla="*/ 332 w 433"/>
                <a:gd name="T31" fmla="*/ 176 h 191"/>
                <a:gd name="T32" fmla="*/ 335 w 433"/>
                <a:gd name="T33" fmla="*/ 172 h 191"/>
                <a:gd name="T34" fmla="*/ 359 w 433"/>
                <a:gd name="T35" fmla="*/ 166 h 191"/>
                <a:gd name="T36" fmla="*/ 382 w 433"/>
                <a:gd name="T37" fmla="*/ 181 h 191"/>
                <a:gd name="T38" fmla="*/ 404 w 433"/>
                <a:gd name="T39" fmla="*/ 189 h 191"/>
                <a:gd name="T40" fmla="*/ 432 w 433"/>
                <a:gd name="T41" fmla="*/ 183 h 191"/>
                <a:gd name="T42" fmla="*/ 424 w 433"/>
                <a:gd name="T43" fmla="*/ 169 h 191"/>
                <a:gd name="T44" fmla="*/ 410 w 433"/>
                <a:gd name="T45" fmla="*/ 158 h 191"/>
                <a:gd name="T46" fmla="*/ 408 w 433"/>
                <a:gd name="T47" fmla="*/ 140 h 191"/>
                <a:gd name="T48" fmla="*/ 418 w 433"/>
                <a:gd name="T49" fmla="*/ 124 h 191"/>
                <a:gd name="T50" fmla="*/ 418 w 433"/>
                <a:gd name="T51" fmla="*/ 124 h 191"/>
                <a:gd name="T52" fmla="*/ 387 w 433"/>
                <a:gd name="T53" fmla="*/ 119 h 191"/>
                <a:gd name="T54" fmla="*/ 387 w 433"/>
                <a:gd name="T55" fmla="*/ 119 h 191"/>
                <a:gd name="T56" fmla="*/ 384 w 433"/>
                <a:gd name="T57" fmla="*/ 118 h 191"/>
                <a:gd name="T58" fmla="*/ 384 w 433"/>
                <a:gd name="T59" fmla="*/ 118 h 191"/>
                <a:gd name="T60" fmla="*/ 381 w 433"/>
                <a:gd name="T61" fmla="*/ 117 h 191"/>
                <a:gd name="T62" fmla="*/ 381 w 433"/>
                <a:gd name="T63" fmla="*/ 117 h 191"/>
                <a:gd name="T64" fmla="*/ 378 w 433"/>
                <a:gd name="T65" fmla="*/ 116 h 191"/>
                <a:gd name="T66" fmla="*/ 376 w 433"/>
                <a:gd name="T67" fmla="*/ 96 h 191"/>
                <a:gd name="T68" fmla="*/ 351 w 433"/>
                <a:gd name="T69" fmla="*/ 79 h 191"/>
                <a:gd name="T70" fmla="*/ 337 w 433"/>
                <a:gd name="T71" fmla="*/ 67 h 191"/>
                <a:gd name="T72" fmla="*/ 304 w 433"/>
                <a:gd name="T73" fmla="*/ 64 h 191"/>
                <a:gd name="T74" fmla="*/ 280 w 433"/>
                <a:gd name="T75" fmla="*/ 71 h 191"/>
                <a:gd name="T76" fmla="*/ 260 w 433"/>
                <a:gd name="T77" fmla="*/ 80 h 191"/>
                <a:gd name="T78" fmla="*/ 243 w 433"/>
                <a:gd name="T79" fmla="*/ 63 h 191"/>
                <a:gd name="T80" fmla="*/ 223 w 433"/>
                <a:gd name="T81" fmla="*/ 53 h 191"/>
                <a:gd name="T82" fmla="*/ 198 w 433"/>
                <a:gd name="T83" fmla="*/ 35 h 191"/>
                <a:gd name="T84" fmla="*/ 139 w 433"/>
                <a:gd name="T85" fmla="*/ 32 h 191"/>
                <a:gd name="T86" fmla="*/ 102 w 433"/>
                <a:gd name="T87" fmla="*/ 28 h 191"/>
                <a:gd name="T88" fmla="*/ 63 w 433"/>
                <a:gd name="T89" fmla="*/ 6 h 191"/>
                <a:gd name="T90" fmla="*/ 37 w 433"/>
                <a:gd name="T91" fmla="*/ 3 h 191"/>
                <a:gd name="T92" fmla="*/ 13 w 433"/>
                <a:gd name="T93" fmla="*/ 3 h 191"/>
                <a:gd name="T94" fmla="*/ 0 w 433"/>
                <a:gd name="T95" fmla="*/ 6 h 191"/>
                <a:gd name="T96" fmla="*/ 12 w 433"/>
                <a:gd name="T97" fmla="*/ 13 h 191"/>
                <a:gd name="T98" fmla="*/ 78 w 433"/>
                <a:gd name="T99" fmla="*/ 54 h 191"/>
                <a:gd name="T100" fmla="*/ 102 w 433"/>
                <a:gd name="T101" fmla="*/ 99 h 191"/>
                <a:gd name="T102" fmla="*/ 118 w 433"/>
                <a:gd name="T103" fmla="*/ 142 h 191"/>
                <a:gd name="T104" fmla="*/ 102 w 433"/>
                <a:gd name="T105" fmla="*/ 156 h 191"/>
                <a:gd name="T106" fmla="*/ 118 w 433"/>
                <a:gd name="T107" fmla="*/ 164 h 191"/>
                <a:gd name="T108" fmla="*/ 166 w 433"/>
                <a:gd name="T109" fmla="*/ 162 h 191"/>
                <a:gd name="T110" fmla="*/ 198 w 433"/>
                <a:gd name="T111" fmla="*/ 161 h 191"/>
                <a:gd name="T112" fmla="*/ 215 w 433"/>
                <a:gd name="T113" fmla="*/ 180 h 191"/>
                <a:gd name="T114" fmla="*/ 230 w 433"/>
                <a:gd name="T115" fmla="*/ 190 h 191"/>
                <a:gd name="T116" fmla="*/ 251 w 433"/>
                <a:gd name="T117" fmla="*/ 18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3" h="191">
                  <a:moveTo>
                    <a:pt x="251" y="188"/>
                  </a:moveTo>
                  <a:cubicBezTo>
                    <a:pt x="264" y="190"/>
                    <a:pt x="266" y="178"/>
                    <a:pt x="278" y="183"/>
                  </a:cubicBezTo>
                  <a:cubicBezTo>
                    <a:pt x="291" y="187"/>
                    <a:pt x="298" y="181"/>
                    <a:pt x="312" y="182"/>
                  </a:cubicBezTo>
                  <a:cubicBezTo>
                    <a:pt x="313" y="182"/>
                    <a:pt x="314" y="182"/>
                    <a:pt x="316" y="182"/>
                  </a:cubicBezTo>
                  <a:cubicBezTo>
                    <a:pt x="316" y="182"/>
                    <a:pt x="317" y="182"/>
                    <a:pt x="317" y="182"/>
                  </a:cubicBezTo>
                  <a:cubicBezTo>
                    <a:pt x="318" y="182"/>
                    <a:pt x="319" y="182"/>
                    <a:pt x="320" y="182"/>
                  </a:cubicBezTo>
                  <a:cubicBezTo>
                    <a:pt x="320" y="182"/>
                    <a:pt x="321" y="182"/>
                    <a:pt x="321" y="182"/>
                  </a:cubicBezTo>
                  <a:cubicBezTo>
                    <a:pt x="322" y="182"/>
                    <a:pt x="323" y="181"/>
                    <a:pt x="323" y="181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5" y="181"/>
                    <a:pt x="326" y="180"/>
                    <a:pt x="327" y="180"/>
                  </a:cubicBezTo>
                  <a:cubicBezTo>
                    <a:pt x="327" y="179"/>
                    <a:pt x="328" y="179"/>
                    <a:pt x="328" y="179"/>
                  </a:cubicBezTo>
                  <a:cubicBezTo>
                    <a:pt x="328" y="179"/>
                    <a:pt x="329" y="179"/>
                    <a:pt x="329" y="178"/>
                  </a:cubicBezTo>
                  <a:cubicBezTo>
                    <a:pt x="329" y="178"/>
                    <a:pt x="330" y="178"/>
                    <a:pt x="330" y="177"/>
                  </a:cubicBezTo>
                  <a:cubicBezTo>
                    <a:pt x="330" y="177"/>
                    <a:pt x="331" y="177"/>
                    <a:pt x="331" y="177"/>
                  </a:cubicBezTo>
                  <a:cubicBezTo>
                    <a:pt x="331" y="176"/>
                    <a:pt x="332" y="176"/>
                    <a:pt x="332" y="176"/>
                  </a:cubicBezTo>
                  <a:cubicBezTo>
                    <a:pt x="332" y="176"/>
                    <a:pt x="332" y="176"/>
                    <a:pt x="332" y="176"/>
                  </a:cubicBezTo>
                  <a:cubicBezTo>
                    <a:pt x="333" y="174"/>
                    <a:pt x="334" y="173"/>
                    <a:pt x="335" y="172"/>
                  </a:cubicBezTo>
                  <a:cubicBezTo>
                    <a:pt x="337" y="166"/>
                    <a:pt x="350" y="156"/>
                    <a:pt x="359" y="166"/>
                  </a:cubicBezTo>
                  <a:cubicBezTo>
                    <a:pt x="368" y="176"/>
                    <a:pt x="378" y="174"/>
                    <a:pt x="382" y="181"/>
                  </a:cubicBezTo>
                  <a:cubicBezTo>
                    <a:pt x="386" y="188"/>
                    <a:pt x="393" y="187"/>
                    <a:pt x="404" y="189"/>
                  </a:cubicBezTo>
                  <a:cubicBezTo>
                    <a:pt x="415" y="191"/>
                    <a:pt x="431" y="190"/>
                    <a:pt x="432" y="183"/>
                  </a:cubicBezTo>
                  <a:cubicBezTo>
                    <a:pt x="433" y="175"/>
                    <a:pt x="432" y="170"/>
                    <a:pt x="424" y="169"/>
                  </a:cubicBezTo>
                  <a:cubicBezTo>
                    <a:pt x="417" y="167"/>
                    <a:pt x="412" y="164"/>
                    <a:pt x="410" y="158"/>
                  </a:cubicBezTo>
                  <a:cubicBezTo>
                    <a:pt x="407" y="151"/>
                    <a:pt x="398" y="150"/>
                    <a:pt x="408" y="140"/>
                  </a:cubicBezTo>
                  <a:cubicBezTo>
                    <a:pt x="413" y="135"/>
                    <a:pt x="416" y="129"/>
                    <a:pt x="418" y="124"/>
                  </a:cubicBezTo>
                  <a:cubicBezTo>
                    <a:pt x="418" y="124"/>
                    <a:pt x="418" y="124"/>
                    <a:pt x="418" y="124"/>
                  </a:cubicBezTo>
                  <a:cubicBezTo>
                    <a:pt x="410" y="117"/>
                    <a:pt x="400" y="122"/>
                    <a:pt x="387" y="119"/>
                  </a:cubicBezTo>
                  <a:cubicBezTo>
                    <a:pt x="387" y="119"/>
                    <a:pt x="387" y="119"/>
                    <a:pt x="387" y="119"/>
                  </a:cubicBezTo>
                  <a:cubicBezTo>
                    <a:pt x="386" y="119"/>
                    <a:pt x="385" y="118"/>
                    <a:pt x="384" y="118"/>
                  </a:cubicBezTo>
                  <a:cubicBezTo>
                    <a:pt x="384" y="118"/>
                    <a:pt x="384" y="118"/>
                    <a:pt x="384" y="118"/>
                  </a:cubicBezTo>
                  <a:cubicBezTo>
                    <a:pt x="383" y="118"/>
                    <a:pt x="382" y="118"/>
                    <a:pt x="381" y="117"/>
                  </a:cubicBezTo>
                  <a:cubicBezTo>
                    <a:pt x="381" y="117"/>
                    <a:pt x="381" y="117"/>
                    <a:pt x="381" y="117"/>
                  </a:cubicBezTo>
                  <a:cubicBezTo>
                    <a:pt x="380" y="117"/>
                    <a:pt x="379" y="116"/>
                    <a:pt x="378" y="116"/>
                  </a:cubicBezTo>
                  <a:cubicBezTo>
                    <a:pt x="360" y="107"/>
                    <a:pt x="376" y="107"/>
                    <a:pt x="376" y="96"/>
                  </a:cubicBezTo>
                  <a:cubicBezTo>
                    <a:pt x="376" y="84"/>
                    <a:pt x="362" y="79"/>
                    <a:pt x="351" y="79"/>
                  </a:cubicBezTo>
                  <a:cubicBezTo>
                    <a:pt x="341" y="79"/>
                    <a:pt x="340" y="75"/>
                    <a:pt x="337" y="67"/>
                  </a:cubicBezTo>
                  <a:cubicBezTo>
                    <a:pt x="334" y="60"/>
                    <a:pt x="317" y="64"/>
                    <a:pt x="304" y="64"/>
                  </a:cubicBezTo>
                  <a:cubicBezTo>
                    <a:pt x="290" y="64"/>
                    <a:pt x="284" y="66"/>
                    <a:pt x="280" y="71"/>
                  </a:cubicBezTo>
                  <a:cubicBezTo>
                    <a:pt x="276" y="76"/>
                    <a:pt x="267" y="80"/>
                    <a:pt x="260" y="80"/>
                  </a:cubicBezTo>
                  <a:cubicBezTo>
                    <a:pt x="253" y="80"/>
                    <a:pt x="244" y="69"/>
                    <a:pt x="243" y="63"/>
                  </a:cubicBezTo>
                  <a:cubicBezTo>
                    <a:pt x="241" y="57"/>
                    <a:pt x="234" y="55"/>
                    <a:pt x="223" y="53"/>
                  </a:cubicBezTo>
                  <a:cubicBezTo>
                    <a:pt x="211" y="51"/>
                    <a:pt x="204" y="43"/>
                    <a:pt x="198" y="35"/>
                  </a:cubicBezTo>
                  <a:cubicBezTo>
                    <a:pt x="191" y="27"/>
                    <a:pt x="155" y="31"/>
                    <a:pt x="139" y="32"/>
                  </a:cubicBezTo>
                  <a:cubicBezTo>
                    <a:pt x="122" y="34"/>
                    <a:pt x="115" y="33"/>
                    <a:pt x="102" y="28"/>
                  </a:cubicBezTo>
                  <a:cubicBezTo>
                    <a:pt x="88" y="22"/>
                    <a:pt x="73" y="10"/>
                    <a:pt x="63" y="6"/>
                  </a:cubicBezTo>
                  <a:cubicBezTo>
                    <a:pt x="54" y="3"/>
                    <a:pt x="43" y="6"/>
                    <a:pt x="37" y="3"/>
                  </a:cubicBezTo>
                  <a:cubicBezTo>
                    <a:pt x="31" y="0"/>
                    <a:pt x="19" y="2"/>
                    <a:pt x="13" y="3"/>
                  </a:cubicBezTo>
                  <a:cubicBezTo>
                    <a:pt x="10" y="4"/>
                    <a:pt x="5" y="5"/>
                    <a:pt x="0" y="6"/>
                  </a:cubicBezTo>
                  <a:cubicBezTo>
                    <a:pt x="4" y="8"/>
                    <a:pt x="7" y="11"/>
                    <a:pt x="12" y="13"/>
                  </a:cubicBezTo>
                  <a:cubicBezTo>
                    <a:pt x="45" y="27"/>
                    <a:pt x="43" y="38"/>
                    <a:pt x="78" y="54"/>
                  </a:cubicBezTo>
                  <a:cubicBezTo>
                    <a:pt x="112" y="70"/>
                    <a:pt x="102" y="80"/>
                    <a:pt x="102" y="99"/>
                  </a:cubicBezTo>
                  <a:cubicBezTo>
                    <a:pt x="102" y="117"/>
                    <a:pt x="122" y="133"/>
                    <a:pt x="118" y="142"/>
                  </a:cubicBezTo>
                  <a:cubicBezTo>
                    <a:pt x="116" y="146"/>
                    <a:pt x="110" y="151"/>
                    <a:pt x="102" y="156"/>
                  </a:cubicBezTo>
                  <a:cubicBezTo>
                    <a:pt x="106" y="160"/>
                    <a:pt x="111" y="164"/>
                    <a:pt x="118" y="164"/>
                  </a:cubicBezTo>
                  <a:cubicBezTo>
                    <a:pt x="131" y="164"/>
                    <a:pt x="160" y="167"/>
                    <a:pt x="166" y="162"/>
                  </a:cubicBezTo>
                  <a:cubicBezTo>
                    <a:pt x="172" y="156"/>
                    <a:pt x="195" y="153"/>
                    <a:pt x="198" y="161"/>
                  </a:cubicBezTo>
                  <a:cubicBezTo>
                    <a:pt x="202" y="169"/>
                    <a:pt x="205" y="178"/>
                    <a:pt x="215" y="180"/>
                  </a:cubicBezTo>
                  <a:cubicBezTo>
                    <a:pt x="221" y="181"/>
                    <a:pt x="226" y="184"/>
                    <a:pt x="230" y="190"/>
                  </a:cubicBezTo>
                  <a:cubicBezTo>
                    <a:pt x="235" y="188"/>
                    <a:pt x="243" y="186"/>
                    <a:pt x="251" y="188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1149" y="2492"/>
              <a:ext cx="86" cy="82"/>
            </a:xfrm>
            <a:custGeom>
              <a:avLst/>
              <a:gdLst>
                <a:gd name="T0" fmla="*/ 73 w 197"/>
                <a:gd name="T1" fmla="*/ 117 h 187"/>
                <a:gd name="T2" fmla="*/ 75 w 197"/>
                <a:gd name="T3" fmla="*/ 117 h 187"/>
                <a:gd name="T4" fmla="*/ 90 w 197"/>
                <a:gd name="T5" fmla="*/ 135 h 187"/>
                <a:gd name="T6" fmla="*/ 125 w 197"/>
                <a:gd name="T7" fmla="*/ 177 h 187"/>
                <a:gd name="T8" fmla="*/ 159 w 197"/>
                <a:gd name="T9" fmla="*/ 186 h 187"/>
                <a:gd name="T10" fmla="*/ 173 w 197"/>
                <a:gd name="T11" fmla="*/ 187 h 187"/>
                <a:gd name="T12" fmla="*/ 176 w 197"/>
                <a:gd name="T13" fmla="*/ 187 h 187"/>
                <a:gd name="T14" fmla="*/ 178 w 197"/>
                <a:gd name="T15" fmla="*/ 187 h 187"/>
                <a:gd name="T16" fmla="*/ 181 w 197"/>
                <a:gd name="T17" fmla="*/ 186 h 187"/>
                <a:gd name="T18" fmla="*/ 184 w 197"/>
                <a:gd name="T19" fmla="*/ 186 h 187"/>
                <a:gd name="T20" fmla="*/ 186 w 197"/>
                <a:gd name="T21" fmla="*/ 185 h 187"/>
                <a:gd name="T22" fmla="*/ 189 w 197"/>
                <a:gd name="T23" fmla="*/ 184 h 187"/>
                <a:gd name="T24" fmla="*/ 192 w 197"/>
                <a:gd name="T25" fmla="*/ 183 h 187"/>
                <a:gd name="T26" fmla="*/ 194 w 197"/>
                <a:gd name="T27" fmla="*/ 182 h 187"/>
                <a:gd name="T28" fmla="*/ 197 w 197"/>
                <a:gd name="T29" fmla="*/ 180 h 187"/>
                <a:gd name="T30" fmla="*/ 195 w 197"/>
                <a:gd name="T31" fmla="*/ 164 h 187"/>
                <a:gd name="T32" fmla="*/ 171 w 197"/>
                <a:gd name="T33" fmla="*/ 125 h 187"/>
                <a:gd name="T34" fmla="*/ 150 w 197"/>
                <a:gd name="T35" fmla="*/ 81 h 187"/>
                <a:gd name="T36" fmla="*/ 130 w 197"/>
                <a:gd name="T37" fmla="*/ 45 h 187"/>
                <a:gd name="T38" fmla="*/ 110 w 197"/>
                <a:gd name="T39" fmla="*/ 18 h 187"/>
                <a:gd name="T40" fmla="*/ 102 w 197"/>
                <a:gd name="T41" fmla="*/ 0 h 187"/>
                <a:gd name="T42" fmla="*/ 100 w 197"/>
                <a:gd name="T43" fmla="*/ 1 h 187"/>
                <a:gd name="T44" fmla="*/ 98 w 197"/>
                <a:gd name="T45" fmla="*/ 3 h 187"/>
                <a:gd name="T46" fmla="*/ 94 w 197"/>
                <a:gd name="T47" fmla="*/ 5 h 187"/>
                <a:gd name="T48" fmla="*/ 91 w 197"/>
                <a:gd name="T49" fmla="*/ 6 h 187"/>
                <a:gd name="T50" fmla="*/ 87 w 197"/>
                <a:gd name="T51" fmla="*/ 6 h 187"/>
                <a:gd name="T52" fmla="*/ 82 w 197"/>
                <a:gd name="T53" fmla="*/ 6 h 187"/>
                <a:gd name="T54" fmla="*/ 21 w 197"/>
                <a:gd name="T55" fmla="*/ 12 h 187"/>
                <a:gd name="T56" fmla="*/ 5 w 197"/>
                <a:gd name="T57" fmla="*/ 24 h 187"/>
                <a:gd name="T58" fmla="*/ 28 w 197"/>
                <a:gd name="T59" fmla="*/ 94 h 187"/>
                <a:gd name="T60" fmla="*/ 68 w 197"/>
                <a:gd name="T61" fmla="*/ 118 h 187"/>
                <a:gd name="T62" fmla="*/ 70 w 197"/>
                <a:gd name="T63" fmla="*/ 11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7" h="187">
                  <a:moveTo>
                    <a:pt x="70" y="117"/>
                  </a:moveTo>
                  <a:cubicBezTo>
                    <a:pt x="71" y="117"/>
                    <a:pt x="72" y="117"/>
                    <a:pt x="73" y="117"/>
                  </a:cubicBezTo>
                  <a:cubicBezTo>
                    <a:pt x="73" y="117"/>
                    <a:pt x="73" y="117"/>
                    <a:pt x="73" y="117"/>
                  </a:cubicBezTo>
                  <a:cubicBezTo>
                    <a:pt x="74" y="117"/>
                    <a:pt x="75" y="117"/>
                    <a:pt x="75" y="117"/>
                  </a:cubicBezTo>
                  <a:cubicBezTo>
                    <a:pt x="76" y="117"/>
                    <a:pt x="77" y="118"/>
                    <a:pt x="78" y="118"/>
                  </a:cubicBezTo>
                  <a:cubicBezTo>
                    <a:pt x="86" y="122"/>
                    <a:pt x="90" y="123"/>
                    <a:pt x="90" y="135"/>
                  </a:cubicBezTo>
                  <a:cubicBezTo>
                    <a:pt x="90" y="146"/>
                    <a:pt x="101" y="162"/>
                    <a:pt x="110" y="163"/>
                  </a:cubicBezTo>
                  <a:cubicBezTo>
                    <a:pt x="120" y="165"/>
                    <a:pt x="112" y="173"/>
                    <a:pt x="125" y="177"/>
                  </a:cubicBezTo>
                  <a:cubicBezTo>
                    <a:pt x="138" y="180"/>
                    <a:pt x="144" y="185"/>
                    <a:pt x="156" y="186"/>
                  </a:cubicBezTo>
                  <a:cubicBezTo>
                    <a:pt x="157" y="186"/>
                    <a:pt x="158" y="186"/>
                    <a:pt x="159" y="186"/>
                  </a:cubicBezTo>
                  <a:cubicBezTo>
                    <a:pt x="159" y="186"/>
                    <a:pt x="159" y="186"/>
                    <a:pt x="159" y="186"/>
                  </a:cubicBezTo>
                  <a:cubicBezTo>
                    <a:pt x="163" y="186"/>
                    <a:pt x="168" y="187"/>
                    <a:pt x="173" y="187"/>
                  </a:cubicBezTo>
                  <a:cubicBezTo>
                    <a:pt x="173" y="187"/>
                    <a:pt x="173" y="187"/>
                    <a:pt x="173" y="187"/>
                  </a:cubicBezTo>
                  <a:cubicBezTo>
                    <a:pt x="174" y="187"/>
                    <a:pt x="175" y="187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7"/>
                    <a:pt x="178" y="187"/>
                    <a:pt x="178" y="187"/>
                  </a:cubicBezTo>
                  <a:cubicBezTo>
                    <a:pt x="178" y="187"/>
                    <a:pt x="178" y="187"/>
                    <a:pt x="179" y="187"/>
                  </a:cubicBezTo>
                  <a:cubicBezTo>
                    <a:pt x="179" y="187"/>
                    <a:pt x="180" y="186"/>
                    <a:pt x="181" y="186"/>
                  </a:cubicBezTo>
                  <a:cubicBezTo>
                    <a:pt x="181" y="186"/>
                    <a:pt x="181" y="186"/>
                    <a:pt x="181" y="186"/>
                  </a:cubicBezTo>
                  <a:cubicBezTo>
                    <a:pt x="182" y="186"/>
                    <a:pt x="183" y="186"/>
                    <a:pt x="184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5" y="186"/>
                    <a:pt x="185" y="185"/>
                    <a:pt x="186" y="185"/>
                  </a:cubicBezTo>
                  <a:cubicBezTo>
                    <a:pt x="186" y="185"/>
                    <a:pt x="186" y="185"/>
                    <a:pt x="186" y="185"/>
                  </a:cubicBezTo>
                  <a:cubicBezTo>
                    <a:pt x="187" y="185"/>
                    <a:pt x="188" y="185"/>
                    <a:pt x="189" y="184"/>
                  </a:cubicBezTo>
                  <a:cubicBezTo>
                    <a:pt x="189" y="184"/>
                    <a:pt x="189" y="184"/>
                    <a:pt x="189" y="184"/>
                  </a:cubicBezTo>
                  <a:cubicBezTo>
                    <a:pt x="190" y="184"/>
                    <a:pt x="191" y="184"/>
                    <a:pt x="192" y="183"/>
                  </a:cubicBezTo>
                  <a:cubicBezTo>
                    <a:pt x="192" y="183"/>
                    <a:pt x="192" y="183"/>
                    <a:pt x="192" y="183"/>
                  </a:cubicBezTo>
                  <a:cubicBezTo>
                    <a:pt x="193" y="183"/>
                    <a:pt x="193" y="182"/>
                    <a:pt x="194" y="182"/>
                  </a:cubicBezTo>
                  <a:cubicBezTo>
                    <a:pt x="194" y="182"/>
                    <a:pt x="194" y="182"/>
                    <a:pt x="194" y="182"/>
                  </a:cubicBezTo>
                  <a:cubicBezTo>
                    <a:pt x="195" y="181"/>
                    <a:pt x="196" y="181"/>
                    <a:pt x="197" y="180"/>
                  </a:cubicBezTo>
                  <a:cubicBezTo>
                    <a:pt x="197" y="180"/>
                    <a:pt x="197" y="180"/>
                    <a:pt x="197" y="180"/>
                  </a:cubicBezTo>
                  <a:cubicBezTo>
                    <a:pt x="196" y="174"/>
                    <a:pt x="196" y="166"/>
                    <a:pt x="195" y="164"/>
                  </a:cubicBezTo>
                  <a:cubicBezTo>
                    <a:pt x="193" y="159"/>
                    <a:pt x="191" y="152"/>
                    <a:pt x="191" y="139"/>
                  </a:cubicBezTo>
                  <a:cubicBezTo>
                    <a:pt x="191" y="125"/>
                    <a:pt x="175" y="131"/>
                    <a:pt x="171" y="125"/>
                  </a:cubicBezTo>
                  <a:cubicBezTo>
                    <a:pt x="167" y="118"/>
                    <a:pt x="157" y="111"/>
                    <a:pt x="146" y="105"/>
                  </a:cubicBezTo>
                  <a:cubicBezTo>
                    <a:pt x="135" y="99"/>
                    <a:pt x="151" y="87"/>
                    <a:pt x="150" y="81"/>
                  </a:cubicBezTo>
                  <a:cubicBezTo>
                    <a:pt x="150" y="75"/>
                    <a:pt x="134" y="64"/>
                    <a:pt x="129" y="62"/>
                  </a:cubicBezTo>
                  <a:cubicBezTo>
                    <a:pt x="124" y="59"/>
                    <a:pt x="122" y="47"/>
                    <a:pt x="130" y="45"/>
                  </a:cubicBezTo>
                  <a:cubicBezTo>
                    <a:pt x="137" y="42"/>
                    <a:pt x="136" y="32"/>
                    <a:pt x="130" y="29"/>
                  </a:cubicBezTo>
                  <a:cubicBezTo>
                    <a:pt x="125" y="26"/>
                    <a:pt x="119" y="21"/>
                    <a:pt x="110" y="18"/>
                  </a:cubicBezTo>
                  <a:cubicBezTo>
                    <a:pt x="105" y="16"/>
                    <a:pt x="103" y="7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1" y="0"/>
                    <a:pt x="101" y="1"/>
                  </a:cubicBezTo>
                  <a:cubicBezTo>
                    <a:pt x="101" y="1"/>
                    <a:pt x="100" y="1"/>
                    <a:pt x="100" y="1"/>
                  </a:cubicBezTo>
                  <a:cubicBezTo>
                    <a:pt x="100" y="2"/>
                    <a:pt x="100" y="2"/>
                    <a:pt x="99" y="2"/>
                  </a:cubicBezTo>
                  <a:cubicBezTo>
                    <a:pt x="99" y="3"/>
                    <a:pt x="98" y="3"/>
                    <a:pt x="98" y="3"/>
                  </a:cubicBezTo>
                  <a:cubicBezTo>
                    <a:pt x="98" y="3"/>
                    <a:pt x="97" y="3"/>
                    <a:pt x="97" y="4"/>
                  </a:cubicBezTo>
                  <a:cubicBezTo>
                    <a:pt x="96" y="4"/>
                    <a:pt x="95" y="5"/>
                    <a:pt x="94" y="5"/>
                  </a:cubicBezTo>
                  <a:cubicBezTo>
                    <a:pt x="94" y="5"/>
                    <a:pt x="94" y="5"/>
                    <a:pt x="93" y="5"/>
                  </a:cubicBezTo>
                  <a:cubicBezTo>
                    <a:pt x="93" y="5"/>
                    <a:pt x="92" y="6"/>
                    <a:pt x="91" y="6"/>
                  </a:cubicBezTo>
                  <a:cubicBezTo>
                    <a:pt x="91" y="6"/>
                    <a:pt x="90" y="6"/>
                    <a:pt x="90" y="6"/>
                  </a:cubicBezTo>
                  <a:cubicBezTo>
                    <a:pt x="89" y="6"/>
                    <a:pt x="88" y="6"/>
                    <a:pt x="87" y="6"/>
                  </a:cubicBezTo>
                  <a:cubicBezTo>
                    <a:pt x="87" y="6"/>
                    <a:pt x="86" y="6"/>
                    <a:pt x="86" y="6"/>
                  </a:cubicBezTo>
                  <a:cubicBezTo>
                    <a:pt x="84" y="6"/>
                    <a:pt x="83" y="6"/>
                    <a:pt x="82" y="6"/>
                  </a:cubicBezTo>
                  <a:cubicBezTo>
                    <a:pt x="68" y="5"/>
                    <a:pt x="61" y="11"/>
                    <a:pt x="48" y="7"/>
                  </a:cubicBezTo>
                  <a:cubicBezTo>
                    <a:pt x="36" y="2"/>
                    <a:pt x="34" y="14"/>
                    <a:pt x="21" y="12"/>
                  </a:cubicBezTo>
                  <a:cubicBezTo>
                    <a:pt x="13" y="10"/>
                    <a:pt x="5" y="12"/>
                    <a:pt x="0" y="14"/>
                  </a:cubicBezTo>
                  <a:cubicBezTo>
                    <a:pt x="1" y="16"/>
                    <a:pt x="3" y="19"/>
                    <a:pt x="5" y="24"/>
                  </a:cubicBezTo>
                  <a:cubicBezTo>
                    <a:pt x="11" y="36"/>
                    <a:pt x="22" y="37"/>
                    <a:pt x="21" y="49"/>
                  </a:cubicBezTo>
                  <a:cubicBezTo>
                    <a:pt x="20" y="61"/>
                    <a:pt x="21" y="89"/>
                    <a:pt x="28" y="94"/>
                  </a:cubicBezTo>
                  <a:cubicBezTo>
                    <a:pt x="34" y="99"/>
                    <a:pt x="47" y="110"/>
                    <a:pt x="55" y="113"/>
                  </a:cubicBezTo>
                  <a:cubicBezTo>
                    <a:pt x="61" y="114"/>
                    <a:pt x="65" y="115"/>
                    <a:pt x="68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69" y="117"/>
                    <a:pt x="69" y="117"/>
                    <a:pt x="70" y="117"/>
                  </a:cubicBezTo>
                  <a:cubicBezTo>
                    <a:pt x="70" y="117"/>
                    <a:pt x="70" y="117"/>
                    <a:pt x="70" y="117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1194" y="2469"/>
              <a:ext cx="137" cy="120"/>
            </a:xfrm>
            <a:custGeom>
              <a:avLst/>
              <a:gdLst>
                <a:gd name="T0" fmla="*/ 76 w 313"/>
                <a:gd name="T1" fmla="*/ 16 h 272"/>
                <a:gd name="T2" fmla="*/ 78 w 313"/>
                <a:gd name="T3" fmla="*/ 34 h 272"/>
                <a:gd name="T4" fmla="*/ 92 w 313"/>
                <a:gd name="T5" fmla="*/ 45 h 272"/>
                <a:gd name="T6" fmla="*/ 100 w 313"/>
                <a:gd name="T7" fmla="*/ 59 h 272"/>
                <a:gd name="T8" fmla="*/ 72 w 313"/>
                <a:gd name="T9" fmla="*/ 65 h 272"/>
                <a:gd name="T10" fmla="*/ 50 w 313"/>
                <a:gd name="T11" fmla="*/ 57 h 272"/>
                <a:gd name="T12" fmla="*/ 27 w 313"/>
                <a:gd name="T13" fmla="*/ 42 h 272"/>
                <a:gd name="T14" fmla="*/ 3 w 313"/>
                <a:gd name="T15" fmla="*/ 48 h 272"/>
                <a:gd name="T16" fmla="*/ 0 w 313"/>
                <a:gd name="T17" fmla="*/ 52 h 272"/>
                <a:gd name="T18" fmla="*/ 0 w 313"/>
                <a:gd name="T19" fmla="*/ 52 h 272"/>
                <a:gd name="T20" fmla="*/ 8 w 313"/>
                <a:gd name="T21" fmla="*/ 70 h 272"/>
                <a:gd name="T22" fmla="*/ 28 w 313"/>
                <a:gd name="T23" fmla="*/ 81 h 272"/>
                <a:gd name="T24" fmla="*/ 28 w 313"/>
                <a:gd name="T25" fmla="*/ 97 h 272"/>
                <a:gd name="T26" fmla="*/ 27 w 313"/>
                <a:gd name="T27" fmla="*/ 114 h 272"/>
                <a:gd name="T28" fmla="*/ 48 w 313"/>
                <a:gd name="T29" fmla="*/ 133 h 272"/>
                <a:gd name="T30" fmla="*/ 44 w 313"/>
                <a:gd name="T31" fmla="*/ 157 h 272"/>
                <a:gd name="T32" fmla="*/ 69 w 313"/>
                <a:gd name="T33" fmla="*/ 177 h 272"/>
                <a:gd name="T34" fmla="*/ 89 w 313"/>
                <a:gd name="T35" fmla="*/ 191 h 272"/>
                <a:gd name="T36" fmla="*/ 93 w 313"/>
                <a:gd name="T37" fmla="*/ 216 h 272"/>
                <a:gd name="T38" fmla="*/ 95 w 313"/>
                <a:gd name="T39" fmla="*/ 232 h 272"/>
                <a:gd name="T40" fmla="*/ 97 w 313"/>
                <a:gd name="T41" fmla="*/ 231 h 272"/>
                <a:gd name="T42" fmla="*/ 128 w 313"/>
                <a:gd name="T43" fmla="*/ 204 h 272"/>
                <a:gd name="T44" fmla="*/ 154 w 313"/>
                <a:gd name="T45" fmla="*/ 187 h 272"/>
                <a:gd name="T46" fmla="*/ 179 w 313"/>
                <a:gd name="T47" fmla="*/ 176 h 272"/>
                <a:gd name="T48" fmla="*/ 200 w 313"/>
                <a:gd name="T49" fmla="*/ 187 h 272"/>
                <a:gd name="T50" fmla="*/ 198 w 313"/>
                <a:gd name="T51" fmla="*/ 207 h 272"/>
                <a:gd name="T52" fmla="*/ 197 w 313"/>
                <a:gd name="T53" fmla="*/ 228 h 272"/>
                <a:gd name="T54" fmla="*/ 188 w 313"/>
                <a:gd name="T55" fmla="*/ 245 h 272"/>
                <a:gd name="T56" fmla="*/ 204 w 313"/>
                <a:gd name="T57" fmla="*/ 256 h 272"/>
                <a:gd name="T58" fmla="*/ 220 w 313"/>
                <a:gd name="T59" fmla="*/ 267 h 272"/>
                <a:gd name="T60" fmla="*/ 246 w 313"/>
                <a:gd name="T61" fmla="*/ 270 h 272"/>
                <a:gd name="T62" fmla="*/ 240 w 313"/>
                <a:gd name="T63" fmla="*/ 254 h 272"/>
                <a:gd name="T64" fmla="*/ 248 w 313"/>
                <a:gd name="T65" fmla="*/ 227 h 272"/>
                <a:gd name="T66" fmla="*/ 265 w 313"/>
                <a:gd name="T67" fmla="*/ 206 h 272"/>
                <a:gd name="T68" fmla="*/ 276 w 313"/>
                <a:gd name="T69" fmla="*/ 169 h 272"/>
                <a:gd name="T70" fmla="*/ 299 w 313"/>
                <a:gd name="T71" fmla="*/ 138 h 272"/>
                <a:gd name="T72" fmla="*/ 298 w 313"/>
                <a:gd name="T73" fmla="*/ 105 h 272"/>
                <a:gd name="T74" fmla="*/ 274 w 313"/>
                <a:gd name="T75" fmla="*/ 80 h 272"/>
                <a:gd name="T76" fmla="*/ 258 w 313"/>
                <a:gd name="T77" fmla="*/ 50 h 272"/>
                <a:gd name="T78" fmla="*/ 239 w 313"/>
                <a:gd name="T79" fmla="*/ 23 h 272"/>
                <a:gd name="T80" fmla="*/ 236 w 313"/>
                <a:gd name="T81" fmla="*/ 21 h 272"/>
                <a:gd name="T82" fmla="*/ 235 w 313"/>
                <a:gd name="T83" fmla="*/ 21 h 272"/>
                <a:gd name="T84" fmla="*/ 234 w 313"/>
                <a:gd name="T85" fmla="*/ 19 h 272"/>
                <a:gd name="T86" fmla="*/ 233 w 313"/>
                <a:gd name="T87" fmla="*/ 18 h 272"/>
                <a:gd name="T88" fmla="*/ 232 w 313"/>
                <a:gd name="T89" fmla="*/ 16 h 272"/>
                <a:gd name="T90" fmla="*/ 231 w 313"/>
                <a:gd name="T91" fmla="*/ 15 h 272"/>
                <a:gd name="T92" fmla="*/ 230 w 313"/>
                <a:gd name="T93" fmla="*/ 13 h 272"/>
                <a:gd name="T94" fmla="*/ 229 w 313"/>
                <a:gd name="T95" fmla="*/ 11 h 272"/>
                <a:gd name="T96" fmla="*/ 229 w 313"/>
                <a:gd name="T97" fmla="*/ 10 h 272"/>
                <a:gd name="T98" fmla="*/ 228 w 313"/>
                <a:gd name="T99" fmla="*/ 8 h 272"/>
                <a:gd name="T100" fmla="*/ 227 w 313"/>
                <a:gd name="T101" fmla="*/ 7 h 272"/>
                <a:gd name="T102" fmla="*/ 225 w 313"/>
                <a:gd name="T103" fmla="*/ 5 h 272"/>
                <a:gd name="T104" fmla="*/ 216 w 313"/>
                <a:gd name="T105" fmla="*/ 24 h 272"/>
                <a:gd name="T106" fmla="*/ 199 w 313"/>
                <a:gd name="T107" fmla="*/ 40 h 272"/>
                <a:gd name="T108" fmla="*/ 179 w 313"/>
                <a:gd name="T109" fmla="*/ 54 h 272"/>
                <a:gd name="T110" fmla="*/ 152 w 313"/>
                <a:gd name="T111" fmla="*/ 57 h 272"/>
                <a:gd name="T112" fmla="*/ 117 w 313"/>
                <a:gd name="T113" fmla="*/ 23 h 272"/>
                <a:gd name="T114" fmla="*/ 86 w 313"/>
                <a:gd name="T115" fmla="*/ 1 h 272"/>
                <a:gd name="T116" fmla="*/ 86 w 313"/>
                <a:gd name="T117" fmla="*/ 0 h 272"/>
                <a:gd name="T118" fmla="*/ 76 w 313"/>
                <a:gd name="T119" fmla="*/ 1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3" h="272">
                  <a:moveTo>
                    <a:pt x="76" y="16"/>
                  </a:moveTo>
                  <a:cubicBezTo>
                    <a:pt x="66" y="26"/>
                    <a:pt x="75" y="27"/>
                    <a:pt x="78" y="34"/>
                  </a:cubicBezTo>
                  <a:cubicBezTo>
                    <a:pt x="80" y="40"/>
                    <a:pt x="85" y="43"/>
                    <a:pt x="92" y="45"/>
                  </a:cubicBezTo>
                  <a:cubicBezTo>
                    <a:pt x="100" y="46"/>
                    <a:pt x="101" y="51"/>
                    <a:pt x="100" y="59"/>
                  </a:cubicBezTo>
                  <a:cubicBezTo>
                    <a:pt x="99" y="66"/>
                    <a:pt x="83" y="67"/>
                    <a:pt x="72" y="65"/>
                  </a:cubicBezTo>
                  <a:cubicBezTo>
                    <a:pt x="61" y="63"/>
                    <a:pt x="54" y="64"/>
                    <a:pt x="50" y="57"/>
                  </a:cubicBezTo>
                  <a:cubicBezTo>
                    <a:pt x="46" y="50"/>
                    <a:pt x="36" y="52"/>
                    <a:pt x="27" y="42"/>
                  </a:cubicBezTo>
                  <a:cubicBezTo>
                    <a:pt x="18" y="32"/>
                    <a:pt x="5" y="42"/>
                    <a:pt x="3" y="48"/>
                  </a:cubicBezTo>
                  <a:cubicBezTo>
                    <a:pt x="2" y="49"/>
                    <a:pt x="1" y="50"/>
                    <a:pt x="0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" y="59"/>
                    <a:pt x="3" y="68"/>
                    <a:pt x="8" y="70"/>
                  </a:cubicBezTo>
                  <a:cubicBezTo>
                    <a:pt x="17" y="73"/>
                    <a:pt x="23" y="78"/>
                    <a:pt x="28" y="81"/>
                  </a:cubicBezTo>
                  <a:cubicBezTo>
                    <a:pt x="34" y="84"/>
                    <a:pt x="35" y="94"/>
                    <a:pt x="28" y="97"/>
                  </a:cubicBezTo>
                  <a:cubicBezTo>
                    <a:pt x="20" y="99"/>
                    <a:pt x="22" y="111"/>
                    <a:pt x="27" y="114"/>
                  </a:cubicBezTo>
                  <a:cubicBezTo>
                    <a:pt x="32" y="116"/>
                    <a:pt x="48" y="127"/>
                    <a:pt x="48" y="133"/>
                  </a:cubicBezTo>
                  <a:cubicBezTo>
                    <a:pt x="49" y="139"/>
                    <a:pt x="33" y="151"/>
                    <a:pt x="44" y="157"/>
                  </a:cubicBezTo>
                  <a:cubicBezTo>
                    <a:pt x="55" y="163"/>
                    <a:pt x="65" y="170"/>
                    <a:pt x="69" y="177"/>
                  </a:cubicBezTo>
                  <a:cubicBezTo>
                    <a:pt x="73" y="183"/>
                    <a:pt x="89" y="177"/>
                    <a:pt x="89" y="191"/>
                  </a:cubicBezTo>
                  <a:cubicBezTo>
                    <a:pt x="89" y="204"/>
                    <a:pt x="91" y="211"/>
                    <a:pt x="93" y="216"/>
                  </a:cubicBezTo>
                  <a:cubicBezTo>
                    <a:pt x="94" y="218"/>
                    <a:pt x="94" y="226"/>
                    <a:pt x="95" y="232"/>
                  </a:cubicBezTo>
                  <a:cubicBezTo>
                    <a:pt x="96" y="232"/>
                    <a:pt x="96" y="231"/>
                    <a:pt x="97" y="231"/>
                  </a:cubicBezTo>
                  <a:cubicBezTo>
                    <a:pt x="112" y="219"/>
                    <a:pt x="116" y="214"/>
                    <a:pt x="128" y="204"/>
                  </a:cubicBezTo>
                  <a:cubicBezTo>
                    <a:pt x="140" y="194"/>
                    <a:pt x="143" y="187"/>
                    <a:pt x="154" y="187"/>
                  </a:cubicBezTo>
                  <a:cubicBezTo>
                    <a:pt x="166" y="187"/>
                    <a:pt x="166" y="177"/>
                    <a:pt x="179" y="176"/>
                  </a:cubicBezTo>
                  <a:cubicBezTo>
                    <a:pt x="192" y="175"/>
                    <a:pt x="200" y="175"/>
                    <a:pt x="200" y="187"/>
                  </a:cubicBezTo>
                  <a:cubicBezTo>
                    <a:pt x="200" y="198"/>
                    <a:pt x="193" y="201"/>
                    <a:pt x="198" y="207"/>
                  </a:cubicBezTo>
                  <a:cubicBezTo>
                    <a:pt x="204" y="213"/>
                    <a:pt x="207" y="225"/>
                    <a:pt x="197" y="228"/>
                  </a:cubicBezTo>
                  <a:cubicBezTo>
                    <a:pt x="187" y="231"/>
                    <a:pt x="185" y="240"/>
                    <a:pt x="188" y="245"/>
                  </a:cubicBezTo>
                  <a:cubicBezTo>
                    <a:pt x="192" y="251"/>
                    <a:pt x="199" y="251"/>
                    <a:pt x="204" y="256"/>
                  </a:cubicBezTo>
                  <a:cubicBezTo>
                    <a:pt x="210" y="261"/>
                    <a:pt x="215" y="261"/>
                    <a:pt x="220" y="267"/>
                  </a:cubicBezTo>
                  <a:cubicBezTo>
                    <a:pt x="224" y="272"/>
                    <a:pt x="235" y="272"/>
                    <a:pt x="246" y="270"/>
                  </a:cubicBezTo>
                  <a:cubicBezTo>
                    <a:pt x="244" y="265"/>
                    <a:pt x="242" y="261"/>
                    <a:pt x="240" y="254"/>
                  </a:cubicBezTo>
                  <a:cubicBezTo>
                    <a:pt x="237" y="242"/>
                    <a:pt x="249" y="235"/>
                    <a:pt x="248" y="227"/>
                  </a:cubicBezTo>
                  <a:cubicBezTo>
                    <a:pt x="247" y="219"/>
                    <a:pt x="249" y="217"/>
                    <a:pt x="265" y="206"/>
                  </a:cubicBezTo>
                  <a:cubicBezTo>
                    <a:pt x="281" y="195"/>
                    <a:pt x="276" y="185"/>
                    <a:pt x="276" y="169"/>
                  </a:cubicBezTo>
                  <a:cubicBezTo>
                    <a:pt x="276" y="153"/>
                    <a:pt x="285" y="154"/>
                    <a:pt x="299" y="138"/>
                  </a:cubicBezTo>
                  <a:cubicBezTo>
                    <a:pt x="313" y="122"/>
                    <a:pt x="309" y="111"/>
                    <a:pt x="298" y="105"/>
                  </a:cubicBezTo>
                  <a:cubicBezTo>
                    <a:pt x="287" y="99"/>
                    <a:pt x="281" y="85"/>
                    <a:pt x="274" y="80"/>
                  </a:cubicBezTo>
                  <a:cubicBezTo>
                    <a:pt x="267" y="75"/>
                    <a:pt x="261" y="66"/>
                    <a:pt x="258" y="50"/>
                  </a:cubicBezTo>
                  <a:cubicBezTo>
                    <a:pt x="255" y="34"/>
                    <a:pt x="248" y="27"/>
                    <a:pt x="239" y="23"/>
                  </a:cubicBezTo>
                  <a:cubicBezTo>
                    <a:pt x="238" y="23"/>
                    <a:pt x="237" y="22"/>
                    <a:pt x="236" y="21"/>
                  </a:cubicBezTo>
                  <a:cubicBezTo>
                    <a:pt x="236" y="21"/>
                    <a:pt x="236" y="21"/>
                    <a:pt x="235" y="21"/>
                  </a:cubicBezTo>
                  <a:cubicBezTo>
                    <a:pt x="235" y="20"/>
                    <a:pt x="234" y="20"/>
                    <a:pt x="234" y="19"/>
                  </a:cubicBezTo>
                  <a:cubicBezTo>
                    <a:pt x="234" y="19"/>
                    <a:pt x="233" y="18"/>
                    <a:pt x="233" y="18"/>
                  </a:cubicBezTo>
                  <a:cubicBezTo>
                    <a:pt x="233" y="17"/>
                    <a:pt x="232" y="17"/>
                    <a:pt x="232" y="16"/>
                  </a:cubicBezTo>
                  <a:cubicBezTo>
                    <a:pt x="232" y="16"/>
                    <a:pt x="232" y="16"/>
                    <a:pt x="231" y="15"/>
                  </a:cubicBezTo>
                  <a:cubicBezTo>
                    <a:pt x="231" y="15"/>
                    <a:pt x="231" y="14"/>
                    <a:pt x="230" y="13"/>
                  </a:cubicBezTo>
                  <a:cubicBezTo>
                    <a:pt x="230" y="13"/>
                    <a:pt x="230" y="12"/>
                    <a:pt x="229" y="11"/>
                  </a:cubicBezTo>
                  <a:cubicBezTo>
                    <a:pt x="229" y="11"/>
                    <a:pt x="229" y="10"/>
                    <a:pt x="229" y="10"/>
                  </a:cubicBezTo>
                  <a:cubicBezTo>
                    <a:pt x="228" y="9"/>
                    <a:pt x="228" y="9"/>
                    <a:pt x="228" y="8"/>
                  </a:cubicBezTo>
                  <a:cubicBezTo>
                    <a:pt x="227" y="8"/>
                    <a:pt x="227" y="7"/>
                    <a:pt x="227" y="7"/>
                  </a:cubicBezTo>
                  <a:cubicBezTo>
                    <a:pt x="227" y="6"/>
                    <a:pt x="226" y="6"/>
                    <a:pt x="225" y="5"/>
                  </a:cubicBezTo>
                  <a:cubicBezTo>
                    <a:pt x="223" y="11"/>
                    <a:pt x="219" y="20"/>
                    <a:pt x="216" y="24"/>
                  </a:cubicBezTo>
                  <a:cubicBezTo>
                    <a:pt x="210" y="32"/>
                    <a:pt x="210" y="38"/>
                    <a:pt x="199" y="40"/>
                  </a:cubicBezTo>
                  <a:cubicBezTo>
                    <a:pt x="187" y="41"/>
                    <a:pt x="184" y="46"/>
                    <a:pt x="179" y="54"/>
                  </a:cubicBezTo>
                  <a:cubicBezTo>
                    <a:pt x="174" y="62"/>
                    <a:pt x="161" y="59"/>
                    <a:pt x="152" y="57"/>
                  </a:cubicBezTo>
                  <a:cubicBezTo>
                    <a:pt x="143" y="55"/>
                    <a:pt x="127" y="37"/>
                    <a:pt x="117" y="23"/>
                  </a:cubicBezTo>
                  <a:cubicBezTo>
                    <a:pt x="107" y="9"/>
                    <a:pt x="96" y="10"/>
                    <a:pt x="86" y="1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4" y="5"/>
                    <a:pt x="81" y="11"/>
                    <a:pt x="76" y="16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487" y="652"/>
              <a:ext cx="4788" cy="1844"/>
            </a:xfrm>
            <a:custGeom>
              <a:avLst/>
              <a:gdLst>
                <a:gd name="T0" fmla="*/ 9176 w 10899"/>
                <a:gd name="T1" fmla="*/ 2690 h 4196"/>
                <a:gd name="T2" fmla="*/ 7784 w 10899"/>
                <a:gd name="T3" fmla="*/ 3485 h 4196"/>
                <a:gd name="T4" fmla="*/ 7843 w 10899"/>
                <a:gd name="T5" fmla="*/ 3321 h 4196"/>
                <a:gd name="T6" fmla="*/ 8033 w 10899"/>
                <a:gd name="T7" fmla="*/ 3930 h 4196"/>
                <a:gd name="T8" fmla="*/ 9604 w 10899"/>
                <a:gd name="T9" fmla="*/ 1675 h 4196"/>
                <a:gd name="T10" fmla="*/ 7983 w 10899"/>
                <a:gd name="T11" fmla="*/ 1335 h 4196"/>
                <a:gd name="T12" fmla="*/ 6927 w 10899"/>
                <a:gd name="T13" fmla="*/ 1251 h 4196"/>
                <a:gd name="T14" fmla="*/ 5539 w 10899"/>
                <a:gd name="T15" fmla="*/ 1144 h 4196"/>
                <a:gd name="T16" fmla="*/ 5386 w 10899"/>
                <a:gd name="T17" fmla="*/ 606 h 4196"/>
                <a:gd name="T18" fmla="*/ 4289 w 10899"/>
                <a:gd name="T19" fmla="*/ 937 h 4196"/>
                <a:gd name="T20" fmla="*/ 3681 w 10899"/>
                <a:gd name="T21" fmla="*/ 1348 h 4196"/>
                <a:gd name="T22" fmla="*/ 3579 w 10899"/>
                <a:gd name="T23" fmla="*/ 1660 h 4196"/>
                <a:gd name="T24" fmla="*/ 3325 w 10899"/>
                <a:gd name="T25" fmla="*/ 1865 h 4196"/>
                <a:gd name="T26" fmla="*/ 3106 w 10899"/>
                <a:gd name="T27" fmla="*/ 1748 h 4196"/>
                <a:gd name="T28" fmla="*/ 2073 w 10899"/>
                <a:gd name="T29" fmla="*/ 1744 h 4196"/>
                <a:gd name="T30" fmla="*/ 1472 w 10899"/>
                <a:gd name="T31" fmla="*/ 1950 h 4196"/>
                <a:gd name="T32" fmla="*/ 817 w 10899"/>
                <a:gd name="T33" fmla="*/ 1875 h 4196"/>
                <a:gd name="T34" fmla="*/ 672 w 10899"/>
                <a:gd name="T35" fmla="*/ 1604 h 4196"/>
                <a:gd name="T36" fmla="*/ 636 w 10899"/>
                <a:gd name="T37" fmla="*/ 2445 h 4196"/>
                <a:gd name="T38" fmla="*/ 796 w 10899"/>
                <a:gd name="T39" fmla="*/ 3222 h 4196"/>
                <a:gd name="T40" fmla="*/ 1281 w 10899"/>
                <a:gd name="T41" fmla="*/ 3629 h 4196"/>
                <a:gd name="T42" fmla="*/ 1658 w 10899"/>
                <a:gd name="T43" fmla="*/ 4127 h 4196"/>
                <a:gd name="T44" fmla="*/ 1875 w 10899"/>
                <a:gd name="T45" fmla="*/ 3805 h 4196"/>
                <a:gd name="T46" fmla="*/ 2081 w 10899"/>
                <a:gd name="T47" fmla="*/ 3365 h 4196"/>
                <a:gd name="T48" fmla="*/ 2624 w 10899"/>
                <a:gd name="T49" fmla="*/ 3185 h 4196"/>
                <a:gd name="T50" fmla="*/ 3497 w 10899"/>
                <a:gd name="T51" fmla="*/ 3168 h 4196"/>
                <a:gd name="T52" fmla="*/ 4281 w 10899"/>
                <a:gd name="T53" fmla="*/ 3556 h 4196"/>
                <a:gd name="T54" fmla="*/ 4824 w 10899"/>
                <a:gd name="T55" fmla="*/ 3503 h 4196"/>
                <a:gd name="T56" fmla="*/ 5562 w 10899"/>
                <a:gd name="T57" fmla="*/ 3496 h 4196"/>
                <a:gd name="T58" fmla="*/ 6171 w 10899"/>
                <a:gd name="T59" fmla="*/ 3517 h 4196"/>
                <a:gd name="T60" fmla="*/ 6759 w 10899"/>
                <a:gd name="T61" fmla="*/ 3272 h 4196"/>
                <a:gd name="T62" fmla="*/ 7209 w 10899"/>
                <a:gd name="T63" fmla="*/ 3878 h 4196"/>
                <a:gd name="T64" fmla="*/ 7726 w 10899"/>
                <a:gd name="T65" fmla="*/ 3276 h 4196"/>
                <a:gd name="T66" fmla="*/ 8003 w 10899"/>
                <a:gd name="T67" fmla="*/ 2659 h 4196"/>
                <a:gd name="T68" fmla="*/ 8870 w 10899"/>
                <a:gd name="T69" fmla="*/ 2416 h 4196"/>
                <a:gd name="T70" fmla="*/ 8784 w 10899"/>
                <a:gd name="T71" fmla="*/ 2787 h 4196"/>
                <a:gd name="T72" fmla="*/ 9096 w 10899"/>
                <a:gd name="T73" fmla="*/ 2887 h 4196"/>
                <a:gd name="T74" fmla="*/ 10101 w 10899"/>
                <a:gd name="T75" fmla="*/ 2365 h 4196"/>
                <a:gd name="T76" fmla="*/ 10688 w 10899"/>
                <a:gd name="T77" fmla="*/ 2094 h 4196"/>
                <a:gd name="T78" fmla="*/ 1779 w 10899"/>
                <a:gd name="T79" fmla="*/ 156 h 4196"/>
                <a:gd name="T80" fmla="*/ 2176 w 10899"/>
                <a:gd name="T81" fmla="*/ 211 h 4196"/>
                <a:gd name="T82" fmla="*/ 2423 w 10899"/>
                <a:gd name="T83" fmla="*/ 110 h 4196"/>
                <a:gd name="T84" fmla="*/ 2378 w 10899"/>
                <a:gd name="T85" fmla="*/ 263 h 4196"/>
                <a:gd name="T86" fmla="*/ 2539 w 10899"/>
                <a:gd name="T87" fmla="*/ 166 h 4196"/>
                <a:gd name="T88" fmla="*/ 2818 w 10899"/>
                <a:gd name="T89" fmla="*/ 123 h 4196"/>
                <a:gd name="T90" fmla="*/ 2152 w 10899"/>
                <a:gd name="T91" fmla="*/ 1409 h 4196"/>
                <a:gd name="T92" fmla="*/ 2467 w 10899"/>
                <a:gd name="T93" fmla="*/ 1064 h 4196"/>
                <a:gd name="T94" fmla="*/ 2619 w 10899"/>
                <a:gd name="T95" fmla="*/ 804 h 4196"/>
                <a:gd name="T96" fmla="*/ 2121 w 10899"/>
                <a:gd name="T97" fmla="*/ 1216 h 4196"/>
                <a:gd name="T98" fmla="*/ 3779 w 10899"/>
                <a:gd name="T99" fmla="*/ 1008 h 4196"/>
                <a:gd name="T100" fmla="*/ 4087 w 10899"/>
                <a:gd name="T101" fmla="*/ 1078 h 4196"/>
                <a:gd name="T102" fmla="*/ 4859 w 10899"/>
                <a:gd name="T103" fmla="*/ 750 h 4196"/>
                <a:gd name="T104" fmla="*/ 4551 w 10899"/>
                <a:gd name="T105" fmla="*/ 229 h 4196"/>
                <a:gd name="T106" fmla="*/ 4707 w 10899"/>
                <a:gd name="T107" fmla="*/ 120 h 4196"/>
                <a:gd name="T108" fmla="*/ 5057 w 10899"/>
                <a:gd name="T109" fmla="*/ 440 h 4196"/>
                <a:gd name="T110" fmla="*/ 5317 w 10899"/>
                <a:gd name="T111" fmla="*/ 402 h 4196"/>
                <a:gd name="T112" fmla="*/ 5525 w 10899"/>
                <a:gd name="T113" fmla="*/ 531 h 4196"/>
                <a:gd name="T114" fmla="*/ 7353 w 10899"/>
                <a:gd name="T115" fmla="*/ 1067 h 4196"/>
                <a:gd name="T116" fmla="*/ 7562 w 10899"/>
                <a:gd name="T117" fmla="*/ 993 h 4196"/>
                <a:gd name="T118" fmla="*/ 7822 w 10899"/>
                <a:gd name="T119" fmla="*/ 859 h 4196"/>
                <a:gd name="T120" fmla="*/ 8330 w 10899"/>
                <a:gd name="T121" fmla="*/ 933 h 4196"/>
                <a:gd name="T122" fmla="*/ 86 w 10899"/>
                <a:gd name="T123" fmla="*/ 3060 h 4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899" h="4196">
                  <a:moveTo>
                    <a:pt x="10102" y="1434"/>
                  </a:moveTo>
                  <a:cubicBezTo>
                    <a:pt x="10103" y="1425"/>
                    <a:pt x="10118" y="1417"/>
                    <a:pt x="10135" y="1410"/>
                  </a:cubicBezTo>
                  <a:cubicBezTo>
                    <a:pt x="10153" y="1403"/>
                    <a:pt x="10149" y="1399"/>
                    <a:pt x="10163" y="1389"/>
                  </a:cubicBezTo>
                  <a:cubicBezTo>
                    <a:pt x="10178" y="1378"/>
                    <a:pt x="10209" y="1381"/>
                    <a:pt x="10209" y="1381"/>
                  </a:cubicBezTo>
                  <a:cubicBezTo>
                    <a:pt x="10225" y="1382"/>
                    <a:pt x="10235" y="1379"/>
                    <a:pt x="10245" y="1373"/>
                  </a:cubicBezTo>
                  <a:cubicBezTo>
                    <a:pt x="10254" y="1366"/>
                    <a:pt x="10273" y="1370"/>
                    <a:pt x="10275" y="1377"/>
                  </a:cubicBezTo>
                  <a:cubicBezTo>
                    <a:pt x="10278" y="1383"/>
                    <a:pt x="10294" y="1379"/>
                    <a:pt x="10305" y="1386"/>
                  </a:cubicBezTo>
                  <a:cubicBezTo>
                    <a:pt x="10315" y="1393"/>
                    <a:pt x="10314" y="1402"/>
                    <a:pt x="10333" y="1402"/>
                  </a:cubicBezTo>
                  <a:cubicBezTo>
                    <a:pt x="10351" y="1402"/>
                    <a:pt x="10342" y="1419"/>
                    <a:pt x="10339" y="1427"/>
                  </a:cubicBezTo>
                  <a:cubicBezTo>
                    <a:pt x="10337" y="1435"/>
                    <a:pt x="10319" y="1441"/>
                    <a:pt x="10298" y="1441"/>
                  </a:cubicBezTo>
                  <a:cubicBezTo>
                    <a:pt x="10277" y="1441"/>
                    <a:pt x="10273" y="1450"/>
                    <a:pt x="10261" y="1450"/>
                  </a:cubicBezTo>
                  <a:cubicBezTo>
                    <a:pt x="10249" y="1450"/>
                    <a:pt x="10241" y="1454"/>
                    <a:pt x="10234" y="1458"/>
                  </a:cubicBezTo>
                  <a:cubicBezTo>
                    <a:pt x="10227" y="1462"/>
                    <a:pt x="10218" y="1458"/>
                    <a:pt x="10214" y="1449"/>
                  </a:cubicBezTo>
                  <a:cubicBezTo>
                    <a:pt x="10210" y="1439"/>
                    <a:pt x="10194" y="1447"/>
                    <a:pt x="10182" y="1447"/>
                  </a:cubicBezTo>
                  <a:cubicBezTo>
                    <a:pt x="10170" y="1447"/>
                    <a:pt x="10166" y="1451"/>
                    <a:pt x="10159" y="1458"/>
                  </a:cubicBezTo>
                  <a:cubicBezTo>
                    <a:pt x="10153" y="1465"/>
                    <a:pt x="10122" y="1462"/>
                    <a:pt x="10113" y="1461"/>
                  </a:cubicBezTo>
                  <a:cubicBezTo>
                    <a:pt x="10103" y="1459"/>
                    <a:pt x="10101" y="1443"/>
                    <a:pt x="10102" y="1434"/>
                  </a:cubicBezTo>
                  <a:close/>
                  <a:moveTo>
                    <a:pt x="10898" y="2286"/>
                  </a:moveTo>
                  <a:cubicBezTo>
                    <a:pt x="10899" y="2281"/>
                    <a:pt x="10899" y="2271"/>
                    <a:pt x="10882" y="2273"/>
                  </a:cubicBezTo>
                  <a:cubicBezTo>
                    <a:pt x="10865" y="2274"/>
                    <a:pt x="10871" y="2266"/>
                    <a:pt x="10855" y="2263"/>
                  </a:cubicBezTo>
                  <a:cubicBezTo>
                    <a:pt x="10855" y="2263"/>
                    <a:pt x="10827" y="2259"/>
                    <a:pt x="10821" y="2251"/>
                  </a:cubicBezTo>
                  <a:cubicBezTo>
                    <a:pt x="10814" y="2243"/>
                    <a:pt x="10809" y="2241"/>
                    <a:pt x="10794" y="2241"/>
                  </a:cubicBezTo>
                  <a:cubicBezTo>
                    <a:pt x="10779" y="2241"/>
                    <a:pt x="10774" y="2243"/>
                    <a:pt x="10770" y="2247"/>
                  </a:cubicBezTo>
                  <a:cubicBezTo>
                    <a:pt x="10766" y="2251"/>
                    <a:pt x="10757" y="2250"/>
                    <a:pt x="10753" y="2246"/>
                  </a:cubicBezTo>
                  <a:cubicBezTo>
                    <a:pt x="10749" y="2242"/>
                    <a:pt x="10741" y="2238"/>
                    <a:pt x="10734" y="2238"/>
                  </a:cubicBezTo>
                  <a:cubicBezTo>
                    <a:pt x="10727" y="2238"/>
                    <a:pt x="10726" y="2226"/>
                    <a:pt x="10721" y="2226"/>
                  </a:cubicBezTo>
                  <a:cubicBezTo>
                    <a:pt x="10715" y="2226"/>
                    <a:pt x="10705" y="2237"/>
                    <a:pt x="10705" y="2242"/>
                  </a:cubicBezTo>
                  <a:cubicBezTo>
                    <a:pt x="10705" y="2247"/>
                    <a:pt x="10701" y="2261"/>
                    <a:pt x="10711" y="2265"/>
                  </a:cubicBezTo>
                  <a:cubicBezTo>
                    <a:pt x="10722" y="2269"/>
                    <a:pt x="10725" y="2270"/>
                    <a:pt x="10729" y="2274"/>
                  </a:cubicBezTo>
                  <a:cubicBezTo>
                    <a:pt x="10733" y="2278"/>
                    <a:pt x="10739" y="2278"/>
                    <a:pt x="10742" y="2273"/>
                  </a:cubicBezTo>
                  <a:cubicBezTo>
                    <a:pt x="10745" y="2267"/>
                    <a:pt x="10751" y="2266"/>
                    <a:pt x="10761" y="2266"/>
                  </a:cubicBezTo>
                  <a:cubicBezTo>
                    <a:pt x="10770" y="2266"/>
                    <a:pt x="10798" y="2269"/>
                    <a:pt x="10802" y="2275"/>
                  </a:cubicBezTo>
                  <a:cubicBezTo>
                    <a:pt x="10806" y="2282"/>
                    <a:pt x="10821" y="2287"/>
                    <a:pt x="10826" y="2290"/>
                  </a:cubicBezTo>
                  <a:cubicBezTo>
                    <a:pt x="10831" y="2293"/>
                    <a:pt x="10831" y="2298"/>
                    <a:pt x="10843" y="2299"/>
                  </a:cubicBezTo>
                  <a:cubicBezTo>
                    <a:pt x="10855" y="2301"/>
                    <a:pt x="10855" y="2297"/>
                    <a:pt x="10869" y="2294"/>
                  </a:cubicBezTo>
                  <a:cubicBezTo>
                    <a:pt x="10882" y="2291"/>
                    <a:pt x="10897" y="2291"/>
                    <a:pt x="10898" y="2286"/>
                  </a:cubicBezTo>
                  <a:close/>
                  <a:moveTo>
                    <a:pt x="9194" y="2683"/>
                  </a:moveTo>
                  <a:cubicBezTo>
                    <a:pt x="9194" y="2683"/>
                    <a:pt x="9189" y="2690"/>
                    <a:pt x="9176" y="2690"/>
                  </a:cubicBezTo>
                  <a:cubicBezTo>
                    <a:pt x="9163" y="2690"/>
                    <a:pt x="9158" y="2697"/>
                    <a:pt x="9158" y="2706"/>
                  </a:cubicBezTo>
                  <a:cubicBezTo>
                    <a:pt x="9158" y="2716"/>
                    <a:pt x="9151" y="2723"/>
                    <a:pt x="9144" y="2727"/>
                  </a:cubicBezTo>
                  <a:cubicBezTo>
                    <a:pt x="9136" y="2731"/>
                    <a:pt x="9130" y="2744"/>
                    <a:pt x="9148" y="2739"/>
                  </a:cubicBezTo>
                  <a:cubicBezTo>
                    <a:pt x="9166" y="2733"/>
                    <a:pt x="9164" y="2719"/>
                    <a:pt x="9183" y="2717"/>
                  </a:cubicBezTo>
                  <a:cubicBezTo>
                    <a:pt x="9203" y="2715"/>
                    <a:pt x="9213" y="2714"/>
                    <a:pt x="9213" y="2701"/>
                  </a:cubicBezTo>
                  <a:cubicBezTo>
                    <a:pt x="9213" y="2688"/>
                    <a:pt x="9212" y="2671"/>
                    <a:pt x="9194" y="2683"/>
                  </a:cubicBezTo>
                  <a:close/>
                  <a:moveTo>
                    <a:pt x="8683" y="3420"/>
                  </a:moveTo>
                  <a:cubicBezTo>
                    <a:pt x="8680" y="3429"/>
                    <a:pt x="8677" y="3435"/>
                    <a:pt x="8671" y="3429"/>
                  </a:cubicBezTo>
                  <a:cubicBezTo>
                    <a:pt x="8664" y="3422"/>
                    <a:pt x="8654" y="3432"/>
                    <a:pt x="8652" y="3442"/>
                  </a:cubicBezTo>
                  <a:cubicBezTo>
                    <a:pt x="8649" y="3451"/>
                    <a:pt x="8644" y="3452"/>
                    <a:pt x="8634" y="3457"/>
                  </a:cubicBezTo>
                  <a:cubicBezTo>
                    <a:pt x="8625" y="3461"/>
                    <a:pt x="8617" y="3464"/>
                    <a:pt x="8618" y="3479"/>
                  </a:cubicBezTo>
                  <a:cubicBezTo>
                    <a:pt x="8619" y="3494"/>
                    <a:pt x="8631" y="3496"/>
                    <a:pt x="8639" y="3488"/>
                  </a:cubicBezTo>
                  <a:cubicBezTo>
                    <a:pt x="8646" y="3479"/>
                    <a:pt x="8668" y="3474"/>
                    <a:pt x="8669" y="3463"/>
                  </a:cubicBezTo>
                  <a:cubicBezTo>
                    <a:pt x="8670" y="3452"/>
                    <a:pt x="8670" y="3445"/>
                    <a:pt x="8679" y="3444"/>
                  </a:cubicBezTo>
                  <a:cubicBezTo>
                    <a:pt x="8689" y="3443"/>
                    <a:pt x="8701" y="3436"/>
                    <a:pt x="8695" y="3429"/>
                  </a:cubicBezTo>
                  <a:cubicBezTo>
                    <a:pt x="8695" y="3429"/>
                    <a:pt x="8685" y="3412"/>
                    <a:pt x="8683" y="3420"/>
                  </a:cubicBezTo>
                  <a:close/>
                  <a:moveTo>
                    <a:pt x="8645" y="3418"/>
                  </a:moveTo>
                  <a:cubicBezTo>
                    <a:pt x="8640" y="3414"/>
                    <a:pt x="8639" y="3404"/>
                    <a:pt x="8633" y="3411"/>
                  </a:cubicBezTo>
                  <a:cubicBezTo>
                    <a:pt x="8633" y="3411"/>
                    <a:pt x="8624" y="3421"/>
                    <a:pt x="8634" y="3423"/>
                  </a:cubicBezTo>
                  <a:cubicBezTo>
                    <a:pt x="8645" y="3426"/>
                    <a:pt x="8650" y="3422"/>
                    <a:pt x="8645" y="3418"/>
                  </a:cubicBezTo>
                  <a:close/>
                  <a:moveTo>
                    <a:pt x="8593" y="3520"/>
                  </a:moveTo>
                  <a:cubicBezTo>
                    <a:pt x="8593" y="3520"/>
                    <a:pt x="8579" y="3533"/>
                    <a:pt x="8576" y="3539"/>
                  </a:cubicBezTo>
                  <a:cubicBezTo>
                    <a:pt x="8572" y="3545"/>
                    <a:pt x="8574" y="3557"/>
                    <a:pt x="8583" y="3557"/>
                  </a:cubicBezTo>
                  <a:cubicBezTo>
                    <a:pt x="8592" y="3557"/>
                    <a:pt x="8588" y="3541"/>
                    <a:pt x="8596" y="3533"/>
                  </a:cubicBezTo>
                  <a:cubicBezTo>
                    <a:pt x="8603" y="3524"/>
                    <a:pt x="8607" y="3510"/>
                    <a:pt x="8593" y="3520"/>
                  </a:cubicBezTo>
                  <a:close/>
                  <a:moveTo>
                    <a:pt x="8538" y="3588"/>
                  </a:moveTo>
                  <a:cubicBezTo>
                    <a:pt x="8538" y="3588"/>
                    <a:pt x="8519" y="3599"/>
                    <a:pt x="8534" y="3599"/>
                  </a:cubicBezTo>
                  <a:cubicBezTo>
                    <a:pt x="8549" y="3599"/>
                    <a:pt x="8554" y="3587"/>
                    <a:pt x="8538" y="3588"/>
                  </a:cubicBezTo>
                  <a:close/>
                  <a:moveTo>
                    <a:pt x="8417" y="3725"/>
                  </a:moveTo>
                  <a:cubicBezTo>
                    <a:pt x="8417" y="3725"/>
                    <a:pt x="8413" y="3731"/>
                    <a:pt x="8397" y="3743"/>
                  </a:cubicBezTo>
                  <a:cubicBezTo>
                    <a:pt x="8381" y="3756"/>
                    <a:pt x="8389" y="3762"/>
                    <a:pt x="8402" y="3753"/>
                  </a:cubicBezTo>
                  <a:cubicBezTo>
                    <a:pt x="8415" y="3744"/>
                    <a:pt x="8432" y="3713"/>
                    <a:pt x="8417" y="3725"/>
                  </a:cubicBezTo>
                  <a:close/>
                  <a:moveTo>
                    <a:pt x="7756" y="3341"/>
                  </a:moveTo>
                  <a:cubicBezTo>
                    <a:pt x="7770" y="3353"/>
                    <a:pt x="7784" y="3362"/>
                    <a:pt x="7784" y="3378"/>
                  </a:cubicBezTo>
                  <a:cubicBezTo>
                    <a:pt x="7784" y="3395"/>
                    <a:pt x="7787" y="3408"/>
                    <a:pt x="7782" y="3420"/>
                  </a:cubicBezTo>
                  <a:cubicBezTo>
                    <a:pt x="7776" y="3432"/>
                    <a:pt x="7772" y="3434"/>
                    <a:pt x="7772" y="3441"/>
                  </a:cubicBezTo>
                  <a:cubicBezTo>
                    <a:pt x="7772" y="3447"/>
                    <a:pt x="7765" y="3450"/>
                    <a:pt x="7774" y="3456"/>
                  </a:cubicBezTo>
                  <a:cubicBezTo>
                    <a:pt x="7783" y="3461"/>
                    <a:pt x="7784" y="3469"/>
                    <a:pt x="7784" y="3485"/>
                  </a:cubicBezTo>
                  <a:cubicBezTo>
                    <a:pt x="7784" y="3502"/>
                    <a:pt x="7789" y="3529"/>
                    <a:pt x="7783" y="3538"/>
                  </a:cubicBezTo>
                  <a:cubicBezTo>
                    <a:pt x="7776" y="3546"/>
                    <a:pt x="7774" y="3549"/>
                    <a:pt x="7774" y="3558"/>
                  </a:cubicBezTo>
                  <a:cubicBezTo>
                    <a:pt x="7774" y="3568"/>
                    <a:pt x="7779" y="3576"/>
                    <a:pt x="7771" y="3583"/>
                  </a:cubicBezTo>
                  <a:cubicBezTo>
                    <a:pt x="7762" y="3589"/>
                    <a:pt x="7764" y="3595"/>
                    <a:pt x="7764" y="3603"/>
                  </a:cubicBezTo>
                  <a:cubicBezTo>
                    <a:pt x="7764" y="3612"/>
                    <a:pt x="7768" y="3618"/>
                    <a:pt x="7773" y="3624"/>
                  </a:cubicBezTo>
                  <a:cubicBezTo>
                    <a:pt x="7778" y="3629"/>
                    <a:pt x="7786" y="3631"/>
                    <a:pt x="7785" y="3648"/>
                  </a:cubicBezTo>
                  <a:cubicBezTo>
                    <a:pt x="7784" y="3665"/>
                    <a:pt x="7777" y="3666"/>
                    <a:pt x="7775" y="3679"/>
                  </a:cubicBezTo>
                  <a:cubicBezTo>
                    <a:pt x="7773" y="3692"/>
                    <a:pt x="7765" y="3686"/>
                    <a:pt x="7767" y="3696"/>
                  </a:cubicBezTo>
                  <a:cubicBezTo>
                    <a:pt x="7768" y="3707"/>
                    <a:pt x="7774" y="3710"/>
                    <a:pt x="7774" y="3725"/>
                  </a:cubicBezTo>
                  <a:cubicBezTo>
                    <a:pt x="7774" y="3740"/>
                    <a:pt x="7772" y="3744"/>
                    <a:pt x="7768" y="3752"/>
                  </a:cubicBezTo>
                  <a:cubicBezTo>
                    <a:pt x="7763" y="3759"/>
                    <a:pt x="7761" y="3760"/>
                    <a:pt x="7762" y="3778"/>
                  </a:cubicBezTo>
                  <a:cubicBezTo>
                    <a:pt x="7763" y="3795"/>
                    <a:pt x="7756" y="3815"/>
                    <a:pt x="7771" y="3818"/>
                  </a:cubicBezTo>
                  <a:cubicBezTo>
                    <a:pt x="7786" y="3821"/>
                    <a:pt x="7779" y="3820"/>
                    <a:pt x="7783" y="3805"/>
                  </a:cubicBezTo>
                  <a:cubicBezTo>
                    <a:pt x="7786" y="3790"/>
                    <a:pt x="7799" y="3794"/>
                    <a:pt x="7802" y="3779"/>
                  </a:cubicBezTo>
                  <a:cubicBezTo>
                    <a:pt x="7805" y="3764"/>
                    <a:pt x="7807" y="3766"/>
                    <a:pt x="7817" y="3766"/>
                  </a:cubicBezTo>
                  <a:cubicBezTo>
                    <a:pt x="7826" y="3766"/>
                    <a:pt x="7851" y="3763"/>
                    <a:pt x="7851" y="3777"/>
                  </a:cubicBezTo>
                  <a:cubicBezTo>
                    <a:pt x="7851" y="3790"/>
                    <a:pt x="7856" y="3795"/>
                    <a:pt x="7863" y="3799"/>
                  </a:cubicBezTo>
                  <a:cubicBezTo>
                    <a:pt x="7869" y="3803"/>
                    <a:pt x="7859" y="3812"/>
                    <a:pt x="7866" y="3812"/>
                  </a:cubicBezTo>
                  <a:cubicBezTo>
                    <a:pt x="7874" y="3812"/>
                    <a:pt x="7871" y="3813"/>
                    <a:pt x="7872" y="3805"/>
                  </a:cubicBezTo>
                  <a:cubicBezTo>
                    <a:pt x="7874" y="3798"/>
                    <a:pt x="7883" y="3792"/>
                    <a:pt x="7880" y="3771"/>
                  </a:cubicBezTo>
                  <a:cubicBezTo>
                    <a:pt x="7877" y="3751"/>
                    <a:pt x="7868" y="3754"/>
                    <a:pt x="7859" y="3751"/>
                  </a:cubicBezTo>
                  <a:cubicBezTo>
                    <a:pt x="7849" y="3748"/>
                    <a:pt x="7839" y="3741"/>
                    <a:pt x="7840" y="3733"/>
                  </a:cubicBezTo>
                  <a:cubicBezTo>
                    <a:pt x="7841" y="3724"/>
                    <a:pt x="7841" y="3717"/>
                    <a:pt x="7830" y="3706"/>
                  </a:cubicBezTo>
                  <a:cubicBezTo>
                    <a:pt x="7818" y="3695"/>
                    <a:pt x="7805" y="3675"/>
                    <a:pt x="7808" y="3658"/>
                  </a:cubicBezTo>
                  <a:cubicBezTo>
                    <a:pt x="7812" y="3641"/>
                    <a:pt x="7824" y="3627"/>
                    <a:pt x="7831" y="3600"/>
                  </a:cubicBezTo>
                  <a:cubicBezTo>
                    <a:pt x="7837" y="3573"/>
                    <a:pt x="7843" y="3552"/>
                    <a:pt x="7856" y="3550"/>
                  </a:cubicBezTo>
                  <a:cubicBezTo>
                    <a:pt x="7870" y="3548"/>
                    <a:pt x="7876" y="3541"/>
                    <a:pt x="7889" y="3551"/>
                  </a:cubicBezTo>
                  <a:cubicBezTo>
                    <a:pt x="7901" y="3560"/>
                    <a:pt x="7905" y="3553"/>
                    <a:pt x="7915" y="3568"/>
                  </a:cubicBezTo>
                  <a:cubicBezTo>
                    <a:pt x="7926" y="3583"/>
                    <a:pt x="7933" y="3600"/>
                    <a:pt x="7941" y="3598"/>
                  </a:cubicBezTo>
                  <a:cubicBezTo>
                    <a:pt x="7948" y="3596"/>
                    <a:pt x="7952" y="3588"/>
                    <a:pt x="7939" y="3577"/>
                  </a:cubicBezTo>
                  <a:cubicBezTo>
                    <a:pt x="7926" y="3567"/>
                    <a:pt x="7915" y="3556"/>
                    <a:pt x="7915" y="3542"/>
                  </a:cubicBezTo>
                  <a:cubicBezTo>
                    <a:pt x="7915" y="3528"/>
                    <a:pt x="7905" y="3521"/>
                    <a:pt x="7901" y="3503"/>
                  </a:cubicBezTo>
                  <a:cubicBezTo>
                    <a:pt x="7898" y="3484"/>
                    <a:pt x="7885" y="3484"/>
                    <a:pt x="7885" y="3460"/>
                  </a:cubicBezTo>
                  <a:cubicBezTo>
                    <a:pt x="7885" y="3435"/>
                    <a:pt x="7876" y="3438"/>
                    <a:pt x="7875" y="3420"/>
                  </a:cubicBezTo>
                  <a:cubicBezTo>
                    <a:pt x="7874" y="3402"/>
                    <a:pt x="7882" y="3398"/>
                    <a:pt x="7870" y="3386"/>
                  </a:cubicBezTo>
                  <a:cubicBezTo>
                    <a:pt x="7859" y="3374"/>
                    <a:pt x="7855" y="3371"/>
                    <a:pt x="7860" y="3367"/>
                  </a:cubicBezTo>
                  <a:cubicBezTo>
                    <a:pt x="7864" y="3362"/>
                    <a:pt x="7870" y="3365"/>
                    <a:pt x="7864" y="3356"/>
                  </a:cubicBezTo>
                  <a:cubicBezTo>
                    <a:pt x="7858" y="3347"/>
                    <a:pt x="7844" y="3336"/>
                    <a:pt x="7843" y="3321"/>
                  </a:cubicBezTo>
                  <a:cubicBezTo>
                    <a:pt x="7841" y="3306"/>
                    <a:pt x="7849" y="3307"/>
                    <a:pt x="7851" y="3291"/>
                  </a:cubicBezTo>
                  <a:cubicBezTo>
                    <a:pt x="7853" y="3275"/>
                    <a:pt x="7862" y="3288"/>
                    <a:pt x="7863" y="3263"/>
                  </a:cubicBezTo>
                  <a:cubicBezTo>
                    <a:pt x="7864" y="3238"/>
                    <a:pt x="7860" y="3233"/>
                    <a:pt x="7852" y="3219"/>
                  </a:cubicBezTo>
                  <a:cubicBezTo>
                    <a:pt x="7845" y="3205"/>
                    <a:pt x="7848" y="3193"/>
                    <a:pt x="7841" y="3193"/>
                  </a:cubicBezTo>
                  <a:cubicBezTo>
                    <a:pt x="7835" y="3193"/>
                    <a:pt x="7834" y="3182"/>
                    <a:pt x="7834" y="3169"/>
                  </a:cubicBezTo>
                  <a:cubicBezTo>
                    <a:pt x="7834" y="3156"/>
                    <a:pt x="7836" y="3136"/>
                    <a:pt x="7830" y="3130"/>
                  </a:cubicBezTo>
                  <a:cubicBezTo>
                    <a:pt x="7823" y="3125"/>
                    <a:pt x="7800" y="3111"/>
                    <a:pt x="7799" y="3129"/>
                  </a:cubicBezTo>
                  <a:cubicBezTo>
                    <a:pt x="7799" y="3129"/>
                    <a:pt x="7795" y="3140"/>
                    <a:pt x="7804" y="3143"/>
                  </a:cubicBezTo>
                  <a:cubicBezTo>
                    <a:pt x="7813" y="3146"/>
                    <a:pt x="7815" y="3146"/>
                    <a:pt x="7815" y="3157"/>
                  </a:cubicBezTo>
                  <a:cubicBezTo>
                    <a:pt x="7815" y="3168"/>
                    <a:pt x="7816" y="3168"/>
                    <a:pt x="7809" y="3170"/>
                  </a:cubicBezTo>
                  <a:cubicBezTo>
                    <a:pt x="7803" y="3172"/>
                    <a:pt x="7805" y="3176"/>
                    <a:pt x="7806" y="3186"/>
                  </a:cubicBezTo>
                  <a:cubicBezTo>
                    <a:pt x="7807" y="3195"/>
                    <a:pt x="7807" y="3199"/>
                    <a:pt x="7799" y="3197"/>
                  </a:cubicBezTo>
                  <a:cubicBezTo>
                    <a:pt x="7790" y="3194"/>
                    <a:pt x="7778" y="3184"/>
                    <a:pt x="7775" y="3190"/>
                  </a:cubicBezTo>
                  <a:cubicBezTo>
                    <a:pt x="7772" y="3197"/>
                    <a:pt x="7759" y="3195"/>
                    <a:pt x="7759" y="3208"/>
                  </a:cubicBezTo>
                  <a:cubicBezTo>
                    <a:pt x="7759" y="3221"/>
                    <a:pt x="7756" y="3221"/>
                    <a:pt x="7762" y="3227"/>
                  </a:cubicBezTo>
                  <a:cubicBezTo>
                    <a:pt x="7769" y="3232"/>
                    <a:pt x="7767" y="3238"/>
                    <a:pt x="7767" y="3248"/>
                  </a:cubicBezTo>
                  <a:cubicBezTo>
                    <a:pt x="7767" y="3258"/>
                    <a:pt x="7771" y="3264"/>
                    <a:pt x="7762" y="3276"/>
                  </a:cubicBezTo>
                  <a:cubicBezTo>
                    <a:pt x="7754" y="3288"/>
                    <a:pt x="7748" y="3293"/>
                    <a:pt x="7749" y="3306"/>
                  </a:cubicBezTo>
                  <a:cubicBezTo>
                    <a:pt x="7751" y="3319"/>
                    <a:pt x="7742" y="3329"/>
                    <a:pt x="7756" y="3341"/>
                  </a:cubicBezTo>
                  <a:close/>
                  <a:moveTo>
                    <a:pt x="8316" y="3800"/>
                  </a:moveTo>
                  <a:cubicBezTo>
                    <a:pt x="8309" y="3800"/>
                    <a:pt x="8306" y="3794"/>
                    <a:pt x="8294" y="3806"/>
                  </a:cubicBezTo>
                  <a:cubicBezTo>
                    <a:pt x="8294" y="3806"/>
                    <a:pt x="8286" y="3812"/>
                    <a:pt x="8274" y="3821"/>
                  </a:cubicBezTo>
                  <a:cubicBezTo>
                    <a:pt x="8262" y="3831"/>
                    <a:pt x="8243" y="3843"/>
                    <a:pt x="8252" y="3844"/>
                  </a:cubicBezTo>
                  <a:cubicBezTo>
                    <a:pt x="8262" y="3845"/>
                    <a:pt x="8272" y="3844"/>
                    <a:pt x="8283" y="3834"/>
                  </a:cubicBezTo>
                  <a:cubicBezTo>
                    <a:pt x="8295" y="3825"/>
                    <a:pt x="8306" y="3824"/>
                    <a:pt x="8307" y="3816"/>
                  </a:cubicBezTo>
                  <a:cubicBezTo>
                    <a:pt x="8308" y="3809"/>
                    <a:pt x="8322" y="3800"/>
                    <a:pt x="8316" y="3800"/>
                  </a:cubicBezTo>
                  <a:close/>
                  <a:moveTo>
                    <a:pt x="8201" y="3856"/>
                  </a:moveTo>
                  <a:cubicBezTo>
                    <a:pt x="8201" y="3856"/>
                    <a:pt x="8197" y="3866"/>
                    <a:pt x="8182" y="3869"/>
                  </a:cubicBezTo>
                  <a:cubicBezTo>
                    <a:pt x="8167" y="3871"/>
                    <a:pt x="8145" y="3867"/>
                    <a:pt x="8139" y="3878"/>
                  </a:cubicBezTo>
                  <a:cubicBezTo>
                    <a:pt x="8133" y="3889"/>
                    <a:pt x="8113" y="3910"/>
                    <a:pt x="8105" y="3916"/>
                  </a:cubicBezTo>
                  <a:cubicBezTo>
                    <a:pt x="8096" y="3921"/>
                    <a:pt x="8079" y="3935"/>
                    <a:pt x="8088" y="3935"/>
                  </a:cubicBezTo>
                  <a:cubicBezTo>
                    <a:pt x="8096" y="3935"/>
                    <a:pt x="8106" y="3937"/>
                    <a:pt x="8116" y="3924"/>
                  </a:cubicBezTo>
                  <a:cubicBezTo>
                    <a:pt x="8127" y="3911"/>
                    <a:pt x="8133" y="3901"/>
                    <a:pt x="8145" y="3897"/>
                  </a:cubicBezTo>
                  <a:cubicBezTo>
                    <a:pt x="8158" y="3894"/>
                    <a:pt x="8166" y="3895"/>
                    <a:pt x="8171" y="3887"/>
                  </a:cubicBezTo>
                  <a:cubicBezTo>
                    <a:pt x="8176" y="3878"/>
                    <a:pt x="8185" y="3877"/>
                    <a:pt x="8197" y="3874"/>
                  </a:cubicBezTo>
                  <a:cubicBezTo>
                    <a:pt x="8208" y="3871"/>
                    <a:pt x="8216" y="3846"/>
                    <a:pt x="8201" y="3856"/>
                  </a:cubicBezTo>
                  <a:close/>
                  <a:moveTo>
                    <a:pt x="8060" y="3949"/>
                  </a:moveTo>
                  <a:cubicBezTo>
                    <a:pt x="8052" y="3940"/>
                    <a:pt x="8037" y="3911"/>
                    <a:pt x="8033" y="3930"/>
                  </a:cubicBezTo>
                  <a:cubicBezTo>
                    <a:pt x="8033" y="3930"/>
                    <a:pt x="8021" y="3963"/>
                    <a:pt x="8012" y="3967"/>
                  </a:cubicBezTo>
                  <a:cubicBezTo>
                    <a:pt x="8002" y="3971"/>
                    <a:pt x="7989" y="3991"/>
                    <a:pt x="8004" y="3986"/>
                  </a:cubicBezTo>
                  <a:cubicBezTo>
                    <a:pt x="8019" y="3982"/>
                    <a:pt x="8022" y="3969"/>
                    <a:pt x="8031" y="3963"/>
                  </a:cubicBezTo>
                  <a:cubicBezTo>
                    <a:pt x="8039" y="3956"/>
                    <a:pt x="8045" y="3951"/>
                    <a:pt x="8051" y="3957"/>
                  </a:cubicBezTo>
                  <a:cubicBezTo>
                    <a:pt x="8058" y="3964"/>
                    <a:pt x="8067" y="3957"/>
                    <a:pt x="8060" y="3949"/>
                  </a:cubicBezTo>
                  <a:close/>
                  <a:moveTo>
                    <a:pt x="10742" y="2051"/>
                  </a:moveTo>
                  <a:cubicBezTo>
                    <a:pt x="10772" y="2051"/>
                    <a:pt x="10726" y="2032"/>
                    <a:pt x="10746" y="2032"/>
                  </a:cubicBezTo>
                  <a:cubicBezTo>
                    <a:pt x="10765" y="2032"/>
                    <a:pt x="10789" y="2032"/>
                    <a:pt x="10791" y="2021"/>
                  </a:cubicBezTo>
                  <a:cubicBezTo>
                    <a:pt x="10793" y="2010"/>
                    <a:pt x="10806" y="2006"/>
                    <a:pt x="10828" y="1995"/>
                  </a:cubicBezTo>
                  <a:cubicBezTo>
                    <a:pt x="10849" y="1984"/>
                    <a:pt x="10823" y="1976"/>
                    <a:pt x="10806" y="1969"/>
                  </a:cubicBezTo>
                  <a:cubicBezTo>
                    <a:pt x="10789" y="1963"/>
                    <a:pt x="10787" y="1946"/>
                    <a:pt x="10765" y="1939"/>
                  </a:cubicBezTo>
                  <a:cubicBezTo>
                    <a:pt x="10744" y="1933"/>
                    <a:pt x="10735" y="1918"/>
                    <a:pt x="10720" y="1900"/>
                  </a:cubicBezTo>
                  <a:cubicBezTo>
                    <a:pt x="10705" y="1883"/>
                    <a:pt x="10666" y="1883"/>
                    <a:pt x="10649" y="1896"/>
                  </a:cubicBezTo>
                  <a:cubicBezTo>
                    <a:pt x="10632" y="1909"/>
                    <a:pt x="10613" y="1892"/>
                    <a:pt x="10610" y="1881"/>
                  </a:cubicBezTo>
                  <a:cubicBezTo>
                    <a:pt x="10608" y="1870"/>
                    <a:pt x="10587" y="1877"/>
                    <a:pt x="10559" y="1879"/>
                  </a:cubicBezTo>
                  <a:cubicBezTo>
                    <a:pt x="10531" y="1881"/>
                    <a:pt x="10552" y="1903"/>
                    <a:pt x="10565" y="1916"/>
                  </a:cubicBezTo>
                  <a:cubicBezTo>
                    <a:pt x="10578" y="1928"/>
                    <a:pt x="10567" y="1937"/>
                    <a:pt x="10565" y="1946"/>
                  </a:cubicBezTo>
                  <a:cubicBezTo>
                    <a:pt x="10563" y="1954"/>
                    <a:pt x="10544" y="1959"/>
                    <a:pt x="10529" y="1943"/>
                  </a:cubicBezTo>
                  <a:cubicBezTo>
                    <a:pt x="10514" y="1928"/>
                    <a:pt x="10527" y="1911"/>
                    <a:pt x="10518" y="1896"/>
                  </a:cubicBezTo>
                  <a:cubicBezTo>
                    <a:pt x="10509" y="1881"/>
                    <a:pt x="10518" y="1888"/>
                    <a:pt x="10527" y="1868"/>
                  </a:cubicBezTo>
                  <a:cubicBezTo>
                    <a:pt x="10535" y="1849"/>
                    <a:pt x="10503" y="1853"/>
                    <a:pt x="10499" y="1838"/>
                  </a:cubicBezTo>
                  <a:cubicBezTo>
                    <a:pt x="10494" y="1823"/>
                    <a:pt x="10441" y="1793"/>
                    <a:pt x="10419" y="1782"/>
                  </a:cubicBezTo>
                  <a:cubicBezTo>
                    <a:pt x="10398" y="1771"/>
                    <a:pt x="10402" y="1765"/>
                    <a:pt x="10339" y="1746"/>
                  </a:cubicBezTo>
                  <a:cubicBezTo>
                    <a:pt x="10277" y="1726"/>
                    <a:pt x="10296" y="1741"/>
                    <a:pt x="10273" y="1705"/>
                  </a:cubicBezTo>
                  <a:cubicBezTo>
                    <a:pt x="10249" y="1668"/>
                    <a:pt x="10228" y="1696"/>
                    <a:pt x="10223" y="1683"/>
                  </a:cubicBezTo>
                  <a:cubicBezTo>
                    <a:pt x="10219" y="1670"/>
                    <a:pt x="10187" y="1681"/>
                    <a:pt x="10170" y="1660"/>
                  </a:cubicBezTo>
                  <a:cubicBezTo>
                    <a:pt x="10152" y="1638"/>
                    <a:pt x="10127" y="1649"/>
                    <a:pt x="10114" y="1630"/>
                  </a:cubicBezTo>
                  <a:cubicBezTo>
                    <a:pt x="10101" y="1610"/>
                    <a:pt x="10047" y="1612"/>
                    <a:pt x="10006" y="1604"/>
                  </a:cubicBezTo>
                  <a:cubicBezTo>
                    <a:pt x="9965" y="1595"/>
                    <a:pt x="9968" y="1595"/>
                    <a:pt x="9952" y="1574"/>
                  </a:cubicBezTo>
                  <a:cubicBezTo>
                    <a:pt x="9937" y="1552"/>
                    <a:pt x="9836" y="1572"/>
                    <a:pt x="9813" y="1567"/>
                  </a:cubicBezTo>
                  <a:cubicBezTo>
                    <a:pt x="9789" y="1563"/>
                    <a:pt x="9776" y="1565"/>
                    <a:pt x="9765" y="1574"/>
                  </a:cubicBezTo>
                  <a:cubicBezTo>
                    <a:pt x="9755" y="1582"/>
                    <a:pt x="9725" y="1554"/>
                    <a:pt x="9684" y="1556"/>
                  </a:cubicBezTo>
                  <a:cubicBezTo>
                    <a:pt x="9643" y="1559"/>
                    <a:pt x="9643" y="1559"/>
                    <a:pt x="9617" y="1541"/>
                  </a:cubicBezTo>
                  <a:cubicBezTo>
                    <a:pt x="9591" y="1524"/>
                    <a:pt x="9587" y="1544"/>
                    <a:pt x="9587" y="1556"/>
                  </a:cubicBezTo>
                  <a:cubicBezTo>
                    <a:pt x="9587" y="1569"/>
                    <a:pt x="9587" y="1576"/>
                    <a:pt x="9574" y="1584"/>
                  </a:cubicBezTo>
                  <a:cubicBezTo>
                    <a:pt x="9561" y="1593"/>
                    <a:pt x="9572" y="1604"/>
                    <a:pt x="9585" y="1606"/>
                  </a:cubicBezTo>
                  <a:cubicBezTo>
                    <a:pt x="9598" y="1608"/>
                    <a:pt x="9606" y="1630"/>
                    <a:pt x="9617" y="1649"/>
                  </a:cubicBezTo>
                  <a:cubicBezTo>
                    <a:pt x="9628" y="1668"/>
                    <a:pt x="9626" y="1675"/>
                    <a:pt x="9604" y="1675"/>
                  </a:cubicBezTo>
                  <a:cubicBezTo>
                    <a:pt x="9583" y="1675"/>
                    <a:pt x="9583" y="1698"/>
                    <a:pt x="9557" y="1696"/>
                  </a:cubicBezTo>
                  <a:cubicBezTo>
                    <a:pt x="9531" y="1694"/>
                    <a:pt x="9516" y="1681"/>
                    <a:pt x="9507" y="1666"/>
                  </a:cubicBezTo>
                  <a:cubicBezTo>
                    <a:pt x="9499" y="1651"/>
                    <a:pt x="9473" y="1645"/>
                    <a:pt x="9454" y="1645"/>
                  </a:cubicBezTo>
                  <a:cubicBezTo>
                    <a:pt x="9434" y="1645"/>
                    <a:pt x="9436" y="1625"/>
                    <a:pt x="9430" y="1608"/>
                  </a:cubicBezTo>
                  <a:cubicBezTo>
                    <a:pt x="9424" y="1591"/>
                    <a:pt x="9454" y="1589"/>
                    <a:pt x="9475" y="1602"/>
                  </a:cubicBezTo>
                  <a:cubicBezTo>
                    <a:pt x="9497" y="1615"/>
                    <a:pt x="9503" y="1608"/>
                    <a:pt x="9507" y="1589"/>
                  </a:cubicBezTo>
                  <a:cubicBezTo>
                    <a:pt x="9512" y="1569"/>
                    <a:pt x="9484" y="1563"/>
                    <a:pt x="9454" y="1556"/>
                  </a:cubicBezTo>
                  <a:cubicBezTo>
                    <a:pt x="9424" y="1550"/>
                    <a:pt x="9415" y="1569"/>
                    <a:pt x="9402" y="1584"/>
                  </a:cubicBezTo>
                  <a:cubicBezTo>
                    <a:pt x="9389" y="1599"/>
                    <a:pt x="9396" y="1612"/>
                    <a:pt x="9361" y="1612"/>
                  </a:cubicBezTo>
                  <a:cubicBezTo>
                    <a:pt x="9327" y="1612"/>
                    <a:pt x="9307" y="1612"/>
                    <a:pt x="9297" y="1606"/>
                  </a:cubicBezTo>
                  <a:cubicBezTo>
                    <a:pt x="9286" y="1599"/>
                    <a:pt x="9264" y="1602"/>
                    <a:pt x="9237" y="1606"/>
                  </a:cubicBezTo>
                  <a:cubicBezTo>
                    <a:pt x="9209" y="1610"/>
                    <a:pt x="9200" y="1606"/>
                    <a:pt x="9187" y="1595"/>
                  </a:cubicBezTo>
                  <a:cubicBezTo>
                    <a:pt x="9174" y="1584"/>
                    <a:pt x="9144" y="1587"/>
                    <a:pt x="9125" y="1589"/>
                  </a:cubicBezTo>
                  <a:cubicBezTo>
                    <a:pt x="9105" y="1591"/>
                    <a:pt x="9073" y="1591"/>
                    <a:pt x="9056" y="1591"/>
                  </a:cubicBezTo>
                  <a:cubicBezTo>
                    <a:pt x="9039" y="1591"/>
                    <a:pt x="9015" y="1597"/>
                    <a:pt x="9011" y="1608"/>
                  </a:cubicBezTo>
                  <a:cubicBezTo>
                    <a:pt x="9006" y="1619"/>
                    <a:pt x="8985" y="1617"/>
                    <a:pt x="8979" y="1604"/>
                  </a:cubicBezTo>
                  <a:cubicBezTo>
                    <a:pt x="8972" y="1591"/>
                    <a:pt x="8929" y="1591"/>
                    <a:pt x="8905" y="1580"/>
                  </a:cubicBezTo>
                  <a:cubicBezTo>
                    <a:pt x="8882" y="1569"/>
                    <a:pt x="8908" y="1550"/>
                    <a:pt x="8918" y="1533"/>
                  </a:cubicBezTo>
                  <a:cubicBezTo>
                    <a:pt x="8929" y="1516"/>
                    <a:pt x="8875" y="1460"/>
                    <a:pt x="8824" y="1440"/>
                  </a:cubicBezTo>
                  <a:cubicBezTo>
                    <a:pt x="8772" y="1421"/>
                    <a:pt x="8688" y="1430"/>
                    <a:pt x="8654" y="1430"/>
                  </a:cubicBezTo>
                  <a:cubicBezTo>
                    <a:pt x="8619" y="1430"/>
                    <a:pt x="8572" y="1440"/>
                    <a:pt x="8538" y="1449"/>
                  </a:cubicBezTo>
                  <a:cubicBezTo>
                    <a:pt x="8503" y="1458"/>
                    <a:pt x="8480" y="1466"/>
                    <a:pt x="8452" y="1466"/>
                  </a:cubicBezTo>
                  <a:cubicBezTo>
                    <a:pt x="8424" y="1466"/>
                    <a:pt x="8398" y="1458"/>
                    <a:pt x="8407" y="1440"/>
                  </a:cubicBezTo>
                  <a:cubicBezTo>
                    <a:pt x="8415" y="1423"/>
                    <a:pt x="8392" y="1425"/>
                    <a:pt x="8377" y="1406"/>
                  </a:cubicBezTo>
                  <a:cubicBezTo>
                    <a:pt x="8361" y="1387"/>
                    <a:pt x="8342" y="1395"/>
                    <a:pt x="8334" y="1404"/>
                  </a:cubicBezTo>
                  <a:cubicBezTo>
                    <a:pt x="8325" y="1412"/>
                    <a:pt x="8316" y="1419"/>
                    <a:pt x="8301" y="1402"/>
                  </a:cubicBezTo>
                  <a:cubicBezTo>
                    <a:pt x="8286" y="1384"/>
                    <a:pt x="8299" y="1378"/>
                    <a:pt x="8271" y="1376"/>
                  </a:cubicBezTo>
                  <a:cubicBezTo>
                    <a:pt x="8243" y="1374"/>
                    <a:pt x="8258" y="1367"/>
                    <a:pt x="8243" y="1367"/>
                  </a:cubicBezTo>
                  <a:cubicBezTo>
                    <a:pt x="8228" y="1367"/>
                    <a:pt x="8215" y="1354"/>
                    <a:pt x="8224" y="1350"/>
                  </a:cubicBezTo>
                  <a:cubicBezTo>
                    <a:pt x="8232" y="1346"/>
                    <a:pt x="8245" y="1350"/>
                    <a:pt x="8271" y="1346"/>
                  </a:cubicBezTo>
                  <a:cubicBezTo>
                    <a:pt x="8297" y="1341"/>
                    <a:pt x="8254" y="1305"/>
                    <a:pt x="8230" y="1296"/>
                  </a:cubicBezTo>
                  <a:cubicBezTo>
                    <a:pt x="8207" y="1288"/>
                    <a:pt x="8127" y="1283"/>
                    <a:pt x="8097" y="1283"/>
                  </a:cubicBezTo>
                  <a:cubicBezTo>
                    <a:pt x="8067" y="1283"/>
                    <a:pt x="8056" y="1283"/>
                    <a:pt x="8037" y="1283"/>
                  </a:cubicBezTo>
                  <a:cubicBezTo>
                    <a:pt x="8017" y="1283"/>
                    <a:pt x="8022" y="1305"/>
                    <a:pt x="8030" y="1314"/>
                  </a:cubicBezTo>
                  <a:cubicBezTo>
                    <a:pt x="8039" y="1322"/>
                    <a:pt x="8022" y="1322"/>
                    <a:pt x="8022" y="1341"/>
                  </a:cubicBezTo>
                  <a:cubicBezTo>
                    <a:pt x="8022" y="1361"/>
                    <a:pt x="8005" y="1346"/>
                    <a:pt x="7998" y="1357"/>
                  </a:cubicBezTo>
                  <a:cubicBezTo>
                    <a:pt x="7992" y="1367"/>
                    <a:pt x="7974" y="1372"/>
                    <a:pt x="7959" y="1361"/>
                  </a:cubicBezTo>
                  <a:cubicBezTo>
                    <a:pt x="7944" y="1350"/>
                    <a:pt x="7962" y="1339"/>
                    <a:pt x="7983" y="1335"/>
                  </a:cubicBezTo>
                  <a:cubicBezTo>
                    <a:pt x="8005" y="1331"/>
                    <a:pt x="8007" y="1316"/>
                    <a:pt x="8007" y="1307"/>
                  </a:cubicBezTo>
                  <a:cubicBezTo>
                    <a:pt x="8007" y="1298"/>
                    <a:pt x="8011" y="1288"/>
                    <a:pt x="7990" y="1286"/>
                  </a:cubicBezTo>
                  <a:cubicBezTo>
                    <a:pt x="7968" y="1283"/>
                    <a:pt x="7972" y="1294"/>
                    <a:pt x="7951" y="1294"/>
                  </a:cubicBezTo>
                  <a:cubicBezTo>
                    <a:pt x="7929" y="1294"/>
                    <a:pt x="7947" y="1281"/>
                    <a:pt x="7962" y="1268"/>
                  </a:cubicBezTo>
                  <a:cubicBezTo>
                    <a:pt x="7977" y="1255"/>
                    <a:pt x="7966" y="1251"/>
                    <a:pt x="7944" y="1251"/>
                  </a:cubicBezTo>
                  <a:cubicBezTo>
                    <a:pt x="7923" y="1251"/>
                    <a:pt x="7867" y="1238"/>
                    <a:pt x="7809" y="1238"/>
                  </a:cubicBezTo>
                  <a:cubicBezTo>
                    <a:pt x="7751" y="1238"/>
                    <a:pt x="7800" y="1225"/>
                    <a:pt x="7757" y="1234"/>
                  </a:cubicBezTo>
                  <a:cubicBezTo>
                    <a:pt x="7714" y="1243"/>
                    <a:pt x="7719" y="1221"/>
                    <a:pt x="7693" y="1215"/>
                  </a:cubicBezTo>
                  <a:cubicBezTo>
                    <a:pt x="7667" y="1208"/>
                    <a:pt x="7695" y="1234"/>
                    <a:pt x="7695" y="1249"/>
                  </a:cubicBezTo>
                  <a:cubicBezTo>
                    <a:pt x="7695" y="1264"/>
                    <a:pt x="7682" y="1264"/>
                    <a:pt x="7661" y="1264"/>
                  </a:cubicBezTo>
                  <a:cubicBezTo>
                    <a:pt x="7639" y="1264"/>
                    <a:pt x="7628" y="1262"/>
                    <a:pt x="7603" y="1264"/>
                  </a:cubicBezTo>
                  <a:cubicBezTo>
                    <a:pt x="7577" y="1266"/>
                    <a:pt x="7579" y="1292"/>
                    <a:pt x="7583" y="1303"/>
                  </a:cubicBezTo>
                  <a:cubicBezTo>
                    <a:pt x="7587" y="1314"/>
                    <a:pt x="7609" y="1303"/>
                    <a:pt x="7628" y="1298"/>
                  </a:cubicBezTo>
                  <a:cubicBezTo>
                    <a:pt x="7648" y="1294"/>
                    <a:pt x="7637" y="1320"/>
                    <a:pt x="7624" y="1324"/>
                  </a:cubicBezTo>
                  <a:cubicBezTo>
                    <a:pt x="7611" y="1329"/>
                    <a:pt x="7618" y="1350"/>
                    <a:pt x="7635" y="1369"/>
                  </a:cubicBezTo>
                  <a:cubicBezTo>
                    <a:pt x="7652" y="1389"/>
                    <a:pt x="7637" y="1393"/>
                    <a:pt x="7618" y="1393"/>
                  </a:cubicBezTo>
                  <a:cubicBezTo>
                    <a:pt x="7598" y="1393"/>
                    <a:pt x="7585" y="1393"/>
                    <a:pt x="7581" y="1382"/>
                  </a:cubicBezTo>
                  <a:cubicBezTo>
                    <a:pt x="7577" y="1372"/>
                    <a:pt x="7566" y="1376"/>
                    <a:pt x="7549" y="1369"/>
                  </a:cubicBezTo>
                  <a:cubicBezTo>
                    <a:pt x="7532" y="1363"/>
                    <a:pt x="7519" y="1380"/>
                    <a:pt x="7495" y="1376"/>
                  </a:cubicBezTo>
                  <a:cubicBezTo>
                    <a:pt x="7471" y="1372"/>
                    <a:pt x="7469" y="1378"/>
                    <a:pt x="7476" y="1389"/>
                  </a:cubicBezTo>
                  <a:cubicBezTo>
                    <a:pt x="7482" y="1400"/>
                    <a:pt x="7497" y="1395"/>
                    <a:pt x="7517" y="1404"/>
                  </a:cubicBezTo>
                  <a:cubicBezTo>
                    <a:pt x="7536" y="1412"/>
                    <a:pt x="7514" y="1423"/>
                    <a:pt x="7495" y="1419"/>
                  </a:cubicBezTo>
                  <a:cubicBezTo>
                    <a:pt x="7476" y="1415"/>
                    <a:pt x="7467" y="1417"/>
                    <a:pt x="7456" y="1397"/>
                  </a:cubicBezTo>
                  <a:cubicBezTo>
                    <a:pt x="7446" y="1378"/>
                    <a:pt x="7422" y="1393"/>
                    <a:pt x="7405" y="1374"/>
                  </a:cubicBezTo>
                  <a:cubicBezTo>
                    <a:pt x="7388" y="1354"/>
                    <a:pt x="7368" y="1380"/>
                    <a:pt x="7342" y="1380"/>
                  </a:cubicBezTo>
                  <a:cubicBezTo>
                    <a:pt x="7317" y="1380"/>
                    <a:pt x="7321" y="1391"/>
                    <a:pt x="7302" y="1404"/>
                  </a:cubicBezTo>
                  <a:cubicBezTo>
                    <a:pt x="7282" y="1417"/>
                    <a:pt x="7254" y="1406"/>
                    <a:pt x="7231" y="1393"/>
                  </a:cubicBezTo>
                  <a:cubicBezTo>
                    <a:pt x="7207" y="1380"/>
                    <a:pt x="7205" y="1384"/>
                    <a:pt x="7198" y="1357"/>
                  </a:cubicBezTo>
                  <a:cubicBezTo>
                    <a:pt x="7192" y="1329"/>
                    <a:pt x="7175" y="1341"/>
                    <a:pt x="7162" y="1348"/>
                  </a:cubicBezTo>
                  <a:cubicBezTo>
                    <a:pt x="7149" y="1354"/>
                    <a:pt x="7147" y="1378"/>
                    <a:pt x="7136" y="1400"/>
                  </a:cubicBezTo>
                  <a:cubicBezTo>
                    <a:pt x="7125" y="1421"/>
                    <a:pt x="7121" y="1432"/>
                    <a:pt x="7112" y="1455"/>
                  </a:cubicBezTo>
                  <a:cubicBezTo>
                    <a:pt x="7104" y="1479"/>
                    <a:pt x="7078" y="1481"/>
                    <a:pt x="7065" y="1462"/>
                  </a:cubicBezTo>
                  <a:cubicBezTo>
                    <a:pt x="7052" y="1443"/>
                    <a:pt x="7035" y="1455"/>
                    <a:pt x="7013" y="1440"/>
                  </a:cubicBezTo>
                  <a:cubicBezTo>
                    <a:pt x="6992" y="1425"/>
                    <a:pt x="6938" y="1367"/>
                    <a:pt x="6930" y="1350"/>
                  </a:cubicBezTo>
                  <a:cubicBezTo>
                    <a:pt x="6921" y="1333"/>
                    <a:pt x="6887" y="1329"/>
                    <a:pt x="6887" y="1305"/>
                  </a:cubicBezTo>
                  <a:cubicBezTo>
                    <a:pt x="6887" y="1281"/>
                    <a:pt x="6936" y="1322"/>
                    <a:pt x="6955" y="1314"/>
                  </a:cubicBezTo>
                  <a:cubicBezTo>
                    <a:pt x="6975" y="1305"/>
                    <a:pt x="6975" y="1273"/>
                    <a:pt x="6949" y="1271"/>
                  </a:cubicBezTo>
                  <a:cubicBezTo>
                    <a:pt x="6923" y="1268"/>
                    <a:pt x="6919" y="1258"/>
                    <a:pt x="6927" y="1251"/>
                  </a:cubicBezTo>
                  <a:cubicBezTo>
                    <a:pt x="6936" y="1245"/>
                    <a:pt x="6966" y="1236"/>
                    <a:pt x="6938" y="1225"/>
                  </a:cubicBezTo>
                  <a:cubicBezTo>
                    <a:pt x="6910" y="1215"/>
                    <a:pt x="6942" y="1202"/>
                    <a:pt x="6938" y="1187"/>
                  </a:cubicBezTo>
                  <a:cubicBezTo>
                    <a:pt x="6934" y="1172"/>
                    <a:pt x="6910" y="1178"/>
                    <a:pt x="6887" y="1152"/>
                  </a:cubicBezTo>
                  <a:cubicBezTo>
                    <a:pt x="6863" y="1126"/>
                    <a:pt x="6811" y="1137"/>
                    <a:pt x="6779" y="1150"/>
                  </a:cubicBezTo>
                  <a:cubicBezTo>
                    <a:pt x="6747" y="1163"/>
                    <a:pt x="6710" y="1148"/>
                    <a:pt x="6669" y="1120"/>
                  </a:cubicBezTo>
                  <a:cubicBezTo>
                    <a:pt x="6629" y="1092"/>
                    <a:pt x="6626" y="1114"/>
                    <a:pt x="6601" y="1120"/>
                  </a:cubicBezTo>
                  <a:cubicBezTo>
                    <a:pt x="6575" y="1126"/>
                    <a:pt x="6579" y="1152"/>
                    <a:pt x="6596" y="1169"/>
                  </a:cubicBezTo>
                  <a:cubicBezTo>
                    <a:pt x="6614" y="1187"/>
                    <a:pt x="6590" y="1185"/>
                    <a:pt x="6577" y="1204"/>
                  </a:cubicBezTo>
                  <a:cubicBezTo>
                    <a:pt x="6564" y="1223"/>
                    <a:pt x="6564" y="1212"/>
                    <a:pt x="6534" y="1210"/>
                  </a:cubicBezTo>
                  <a:cubicBezTo>
                    <a:pt x="6504" y="1208"/>
                    <a:pt x="6497" y="1219"/>
                    <a:pt x="6446" y="1219"/>
                  </a:cubicBezTo>
                  <a:cubicBezTo>
                    <a:pt x="6394" y="1219"/>
                    <a:pt x="6388" y="1204"/>
                    <a:pt x="6381" y="1195"/>
                  </a:cubicBezTo>
                  <a:cubicBezTo>
                    <a:pt x="6375" y="1187"/>
                    <a:pt x="6353" y="1189"/>
                    <a:pt x="6334" y="1197"/>
                  </a:cubicBezTo>
                  <a:cubicBezTo>
                    <a:pt x="6315" y="1206"/>
                    <a:pt x="6300" y="1202"/>
                    <a:pt x="6272" y="1178"/>
                  </a:cubicBezTo>
                  <a:cubicBezTo>
                    <a:pt x="6244" y="1154"/>
                    <a:pt x="6289" y="1152"/>
                    <a:pt x="6287" y="1142"/>
                  </a:cubicBezTo>
                  <a:cubicBezTo>
                    <a:pt x="6285" y="1131"/>
                    <a:pt x="6231" y="1135"/>
                    <a:pt x="6188" y="1133"/>
                  </a:cubicBezTo>
                  <a:cubicBezTo>
                    <a:pt x="6145" y="1131"/>
                    <a:pt x="6143" y="1122"/>
                    <a:pt x="6115" y="1120"/>
                  </a:cubicBezTo>
                  <a:cubicBezTo>
                    <a:pt x="6087" y="1118"/>
                    <a:pt x="6063" y="1111"/>
                    <a:pt x="6048" y="1129"/>
                  </a:cubicBezTo>
                  <a:cubicBezTo>
                    <a:pt x="6033" y="1146"/>
                    <a:pt x="6001" y="1135"/>
                    <a:pt x="5975" y="1135"/>
                  </a:cubicBezTo>
                  <a:cubicBezTo>
                    <a:pt x="5949" y="1135"/>
                    <a:pt x="5958" y="1146"/>
                    <a:pt x="5973" y="1163"/>
                  </a:cubicBezTo>
                  <a:cubicBezTo>
                    <a:pt x="5988" y="1180"/>
                    <a:pt x="5964" y="1180"/>
                    <a:pt x="5945" y="1163"/>
                  </a:cubicBezTo>
                  <a:cubicBezTo>
                    <a:pt x="5926" y="1146"/>
                    <a:pt x="5945" y="1142"/>
                    <a:pt x="5936" y="1107"/>
                  </a:cubicBezTo>
                  <a:cubicBezTo>
                    <a:pt x="5928" y="1073"/>
                    <a:pt x="5910" y="1105"/>
                    <a:pt x="5904" y="1118"/>
                  </a:cubicBezTo>
                  <a:cubicBezTo>
                    <a:pt x="5898" y="1131"/>
                    <a:pt x="5876" y="1118"/>
                    <a:pt x="5842" y="1111"/>
                  </a:cubicBezTo>
                  <a:cubicBezTo>
                    <a:pt x="5807" y="1105"/>
                    <a:pt x="5827" y="1105"/>
                    <a:pt x="5820" y="1092"/>
                  </a:cubicBezTo>
                  <a:cubicBezTo>
                    <a:pt x="5814" y="1079"/>
                    <a:pt x="5820" y="1092"/>
                    <a:pt x="5784" y="1090"/>
                  </a:cubicBezTo>
                  <a:cubicBezTo>
                    <a:pt x="5747" y="1088"/>
                    <a:pt x="5769" y="1090"/>
                    <a:pt x="5736" y="1083"/>
                  </a:cubicBezTo>
                  <a:cubicBezTo>
                    <a:pt x="5704" y="1077"/>
                    <a:pt x="5702" y="1105"/>
                    <a:pt x="5704" y="1122"/>
                  </a:cubicBezTo>
                  <a:cubicBezTo>
                    <a:pt x="5706" y="1139"/>
                    <a:pt x="5734" y="1120"/>
                    <a:pt x="5751" y="1120"/>
                  </a:cubicBezTo>
                  <a:cubicBezTo>
                    <a:pt x="5769" y="1120"/>
                    <a:pt x="5745" y="1133"/>
                    <a:pt x="5730" y="1142"/>
                  </a:cubicBezTo>
                  <a:cubicBezTo>
                    <a:pt x="5715" y="1150"/>
                    <a:pt x="5711" y="1148"/>
                    <a:pt x="5693" y="1144"/>
                  </a:cubicBezTo>
                  <a:cubicBezTo>
                    <a:pt x="5676" y="1139"/>
                    <a:pt x="5665" y="1167"/>
                    <a:pt x="5650" y="1167"/>
                  </a:cubicBezTo>
                  <a:cubicBezTo>
                    <a:pt x="5635" y="1167"/>
                    <a:pt x="5609" y="1167"/>
                    <a:pt x="5588" y="1182"/>
                  </a:cubicBezTo>
                  <a:cubicBezTo>
                    <a:pt x="5566" y="1197"/>
                    <a:pt x="5543" y="1195"/>
                    <a:pt x="5517" y="1187"/>
                  </a:cubicBezTo>
                  <a:cubicBezTo>
                    <a:pt x="5491" y="1178"/>
                    <a:pt x="5480" y="1202"/>
                    <a:pt x="5474" y="1221"/>
                  </a:cubicBezTo>
                  <a:cubicBezTo>
                    <a:pt x="5468" y="1240"/>
                    <a:pt x="5453" y="1240"/>
                    <a:pt x="5425" y="1238"/>
                  </a:cubicBezTo>
                  <a:cubicBezTo>
                    <a:pt x="5397" y="1236"/>
                    <a:pt x="5450" y="1221"/>
                    <a:pt x="5457" y="1202"/>
                  </a:cubicBezTo>
                  <a:cubicBezTo>
                    <a:pt x="5463" y="1182"/>
                    <a:pt x="5472" y="1176"/>
                    <a:pt x="5489" y="1172"/>
                  </a:cubicBezTo>
                  <a:cubicBezTo>
                    <a:pt x="5506" y="1167"/>
                    <a:pt x="5521" y="1167"/>
                    <a:pt x="5539" y="1144"/>
                  </a:cubicBezTo>
                  <a:cubicBezTo>
                    <a:pt x="5556" y="1120"/>
                    <a:pt x="5588" y="1126"/>
                    <a:pt x="5609" y="1120"/>
                  </a:cubicBezTo>
                  <a:cubicBezTo>
                    <a:pt x="5631" y="1114"/>
                    <a:pt x="5635" y="1116"/>
                    <a:pt x="5652" y="1094"/>
                  </a:cubicBezTo>
                  <a:cubicBezTo>
                    <a:pt x="5670" y="1073"/>
                    <a:pt x="5680" y="1079"/>
                    <a:pt x="5700" y="1073"/>
                  </a:cubicBezTo>
                  <a:cubicBezTo>
                    <a:pt x="5719" y="1066"/>
                    <a:pt x="5708" y="1066"/>
                    <a:pt x="5717" y="1043"/>
                  </a:cubicBezTo>
                  <a:cubicBezTo>
                    <a:pt x="5726" y="1019"/>
                    <a:pt x="5741" y="1032"/>
                    <a:pt x="5760" y="1023"/>
                  </a:cubicBezTo>
                  <a:cubicBezTo>
                    <a:pt x="5779" y="1015"/>
                    <a:pt x="5792" y="1008"/>
                    <a:pt x="5814" y="1002"/>
                  </a:cubicBezTo>
                  <a:cubicBezTo>
                    <a:pt x="5835" y="995"/>
                    <a:pt x="5848" y="1000"/>
                    <a:pt x="5859" y="980"/>
                  </a:cubicBezTo>
                  <a:cubicBezTo>
                    <a:pt x="5870" y="961"/>
                    <a:pt x="5878" y="970"/>
                    <a:pt x="5900" y="963"/>
                  </a:cubicBezTo>
                  <a:cubicBezTo>
                    <a:pt x="5921" y="957"/>
                    <a:pt x="5938" y="937"/>
                    <a:pt x="5953" y="914"/>
                  </a:cubicBezTo>
                  <a:cubicBezTo>
                    <a:pt x="5969" y="890"/>
                    <a:pt x="5949" y="894"/>
                    <a:pt x="5947" y="888"/>
                  </a:cubicBezTo>
                  <a:cubicBezTo>
                    <a:pt x="5945" y="881"/>
                    <a:pt x="5930" y="886"/>
                    <a:pt x="5919" y="888"/>
                  </a:cubicBezTo>
                  <a:cubicBezTo>
                    <a:pt x="5908" y="890"/>
                    <a:pt x="5915" y="873"/>
                    <a:pt x="5902" y="862"/>
                  </a:cubicBezTo>
                  <a:cubicBezTo>
                    <a:pt x="5889" y="851"/>
                    <a:pt x="5887" y="849"/>
                    <a:pt x="5906" y="853"/>
                  </a:cubicBezTo>
                  <a:cubicBezTo>
                    <a:pt x="5926" y="858"/>
                    <a:pt x="5919" y="858"/>
                    <a:pt x="5938" y="871"/>
                  </a:cubicBezTo>
                  <a:cubicBezTo>
                    <a:pt x="5958" y="884"/>
                    <a:pt x="5969" y="875"/>
                    <a:pt x="5975" y="864"/>
                  </a:cubicBezTo>
                  <a:cubicBezTo>
                    <a:pt x="5981" y="853"/>
                    <a:pt x="5984" y="843"/>
                    <a:pt x="5969" y="843"/>
                  </a:cubicBezTo>
                  <a:cubicBezTo>
                    <a:pt x="5953" y="843"/>
                    <a:pt x="5951" y="838"/>
                    <a:pt x="5951" y="823"/>
                  </a:cubicBezTo>
                  <a:cubicBezTo>
                    <a:pt x="5951" y="808"/>
                    <a:pt x="5953" y="802"/>
                    <a:pt x="5947" y="802"/>
                  </a:cubicBezTo>
                  <a:cubicBezTo>
                    <a:pt x="5941" y="802"/>
                    <a:pt x="5926" y="819"/>
                    <a:pt x="5915" y="819"/>
                  </a:cubicBezTo>
                  <a:cubicBezTo>
                    <a:pt x="5904" y="819"/>
                    <a:pt x="5895" y="808"/>
                    <a:pt x="5895" y="791"/>
                  </a:cubicBezTo>
                  <a:cubicBezTo>
                    <a:pt x="5895" y="774"/>
                    <a:pt x="5883" y="774"/>
                    <a:pt x="5883" y="774"/>
                  </a:cubicBezTo>
                  <a:cubicBezTo>
                    <a:pt x="5883" y="774"/>
                    <a:pt x="5857" y="780"/>
                    <a:pt x="5861" y="772"/>
                  </a:cubicBezTo>
                  <a:cubicBezTo>
                    <a:pt x="5865" y="763"/>
                    <a:pt x="5859" y="750"/>
                    <a:pt x="5852" y="750"/>
                  </a:cubicBezTo>
                  <a:cubicBezTo>
                    <a:pt x="5846" y="750"/>
                    <a:pt x="5837" y="755"/>
                    <a:pt x="5814" y="737"/>
                  </a:cubicBezTo>
                  <a:cubicBezTo>
                    <a:pt x="5790" y="720"/>
                    <a:pt x="5769" y="720"/>
                    <a:pt x="5749" y="729"/>
                  </a:cubicBezTo>
                  <a:cubicBezTo>
                    <a:pt x="5730" y="737"/>
                    <a:pt x="5726" y="742"/>
                    <a:pt x="5695" y="731"/>
                  </a:cubicBezTo>
                  <a:cubicBezTo>
                    <a:pt x="5665" y="720"/>
                    <a:pt x="5650" y="735"/>
                    <a:pt x="5629" y="731"/>
                  </a:cubicBezTo>
                  <a:cubicBezTo>
                    <a:pt x="5607" y="727"/>
                    <a:pt x="5597" y="733"/>
                    <a:pt x="5590" y="755"/>
                  </a:cubicBezTo>
                  <a:cubicBezTo>
                    <a:pt x="5584" y="776"/>
                    <a:pt x="5551" y="759"/>
                    <a:pt x="5526" y="759"/>
                  </a:cubicBezTo>
                  <a:cubicBezTo>
                    <a:pt x="5500" y="759"/>
                    <a:pt x="5511" y="757"/>
                    <a:pt x="5517" y="737"/>
                  </a:cubicBezTo>
                  <a:cubicBezTo>
                    <a:pt x="5523" y="718"/>
                    <a:pt x="5545" y="727"/>
                    <a:pt x="5554" y="707"/>
                  </a:cubicBezTo>
                  <a:cubicBezTo>
                    <a:pt x="5562" y="688"/>
                    <a:pt x="5523" y="694"/>
                    <a:pt x="5485" y="688"/>
                  </a:cubicBezTo>
                  <a:cubicBezTo>
                    <a:pt x="5446" y="681"/>
                    <a:pt x="5455" y="692"/>
                    <a:pt x="5401" y="692"/>
                  </a:cubicBezTo>
                  <a:cubicBezTo>
                    <a:pt x="5347" y="692"/>
                    <a:pt x="5375" y="681"/>
                    <a:pt x="5397" y="673"/>
                  </a:cubicBezTo>
                  <a:cubicBezTo>
                    <a:pt x="5418" y="664"/>
                    <a:pt x="5427" y="673"/>
                    <a:pt x="5431" y="662"/>
                  </a:cubicBezTo>
                  <a:cubicBezTo>
                    <a:pt x="5435" y="651"/>
                    <a:pt x="5465" y="649"/>
                    <a:pt x="5465" y="641"/>
                  </a:cubicBezTo>
                  <a:cubicBezTo>
                    <a:pt x="5465" y="632"/>
                    <a:pt x="5457" y="621"/>
                    <a:pt x="5433" y="621"/>
                  </a:cubicBezTo>
                  <a:cubicBezTo>
                    <a:pt x="5410" y="621"/>
                    <a:pt x="5405" y="619"/>
                    <a:pt x="5386" y="606"/>
                  </a:cubicBezTo>
                  <a:cubicBezTo>
                    <a:pt x="5367" y="593"/>
                    <a:pt x="5349" y="591"/>
                    <a:pt x="5332" y="602"/>
                  </a:cubicBezTo>
                  <a:cubicBezTo>
                    <a:pt x="5315" y="613"/>
                    <a:pt x="5308" y="608"/>
                    <a:pt x="5283" y="604"/>
                  </a:cubicBezTo>
                  <a:cubicBezTo>
                    <a:pt x="5257" y="600"/>
                    <a:pt x="5257" y="626"/>
                    <a:pt x="5238" y="632"/>
                  </a:cubicBezTo>
                  <a:cubicBezTo>
                    <a:pt x="5218" y="638"/>
                    <a:pt x="5218" y="656"/>
                    <a:pt x="5199" y="664"/>
                  </a:cubicBezTo>
                  <a:cubicBezTo>
                    <a:pt x="5179" y="673"/>
                    <a:pt x="5175" y="681"/>
                    <a:pt x="5160" y="694"/>
                  </a:cubicBezTo>
                  <a:cubicBezTo>
                    <a:pt x="5145" y="707"/>
                    <a:pt x="5147" y="718"/>
                    <a:pt x="5154" y="718"/>
                  </a:cubicBezTo>
                  <a:cubicBezTo>
                    <a:pt x="5160" y="718"/>
                    <a:pt x="5158" y="729"/>
                    <a:pt x="5164" y="748"/>
                  </a:cubicBezTo>
                  <a:cubicBezTo>
                    <a:pt x="5171" y="767"/>
                    <a:pt x="5179" y="759"/>
                    <a:pt x="5214" y="767"/>
                  </a:cubicBezTo>
                  <a:cubicBezTo>
                    <a:pt x="5248" y="776"/>
                    <a:pt x="5212" y="782"/>
                    <a:pt x="5197" y="776"/>
                  </a:cubicBezTo>
                  <a:cubicBezTo>
                    <a:pt x="5182" y="770"/>
                    <a:pt x="5167" y="767"/>
                    <a:pt x="5134" y="765"/>
                  </a:cubicBezTo>
                  <a:cubicBezTo>
                    <a:pt x="5102" y="763"/>
                    <a:pt x="5089" y="772"/>
                    <a:pt x="5063" y="763"/>
                  </a:cubicBezTo>
                  <a:cubicBezTo>
                    <a:pt x="5038" y="755"/>
                    <a:pt x="5023" y="750"/>
                    <a:pt x="5031" y="767"/>
                  </a:cubicBezTo>
                  <a:cubicBezTo>
                    <a:pt x="5040" y="785"/>
                    <a:pt x="5035" y="789"/>
                    <a:pt x="5061" y="795"/>
                  </a:cubicBezTo>
                  <a:cubicBezTo>
                    <a:pt x="5087" y="802"/>
                    <a:pt x="5083" y="815"/>
                    <a:pt x="5072" y="817"/>
                  </a:cubicBezTo>
                  <a:cubicBezTo>
                    <a:pt x="5061" y="819"/>
                    <a:pt x="5046" y="817"/>
                    <a:pt x="5023" y="806"/>
                  </a:cubicBezTo>
                  <a:cubicBezTo>
                    <a:pt x="4999" y="795"/>
                    <a:pt x="4980" y="802"/>
                    <a:pt x="4977" y="810"/>
                  </a:cubicBezTo>
                  <a:cubicBezTo>
                    <a:pt x="4975" y="819"/>
                    <a:pt x="4967" y="810"/>
                    <a:pt x="4949" y="828"/>
                  </a:cubicBezTo>
                  <a:cubicBezTo>
                    <a:pt x="4932" y="845"/>
                    <a:pt x="4917" y="828"/>
                    <a:pt x="4909" y="834"/>
                  </a:cubicBezTo>
                  <a:cubicBezTo>
                    <a:pt x="4900" y="841"/>
                    <a:pt x="4881" y="838"/>
                    <a:pt x="4881" y="838"/>
                  </a:cubicBezTo>
                  <a:cubicBezTo>
                    <a:pt x="4881" y="838"/>
                    <a:pt x="4840" y="845"/>
                    <a:pt x="4818" y="843"/>
                  </a:cubicBezTo>
                  <a:cubicBezTo>
                    <a:pt x="4797" y="841"/>
                    <a:pt x="4842" y="830"/>
                    <a:pt x="4844" y="817"/>
                  </a:cubicBezTo>
                  <a:cubicBezTo>
                    <a:pt x="4846" y="804"/>
                    <a:pt x="4868" y="810"/>
                    <a:pt x="4870" y="798"/>
                  </a:cubicBezTo>
                  <a:cubicBezTo>
                    <a:pt x="4872" y="785"/>
                    <a:pt x="4840" y="791"/>
                    <a:pt x="4827" y="791"/>
                  </a:cubicBezTo>
                  <a:cubicBezTo>
                    <a:pt x="4814" y="791"/>
                    <a:pt x="4801" y="795"/>
                    <a:pt x="4801" y="802"/>
                  </a:cubicBezTo>
                  <a:cubicBezTo>
                    <a:pt x="4801" y="808"/>
                    <a:pt x="4792" y="815"/>
                    <a:pt x="4780" y="798"/>
                  </a:cubicBezTo>
                  <a:cubicBezTo>
                    <a:pt x="4767" y="780"/>
                    <a:pt x="4756" y="791"/>
                    <a:pt x="4756" y="808"/>
                  </a:cubicBezTo>
                  <a:cubicBezTo>
                    <a:pt x="4756" y="825"/>
                    <a:pt x="4745" y="819"/>
                    <a:pt x="4730" y="819"/>
                  </a:cubicBezTo>
                  <a:cubicBezTo>
                    <a:pt x="4715" y="819"/>
                    <a:pt x="4689" y="819"/>
                    <a:pt x="4672" y="819"/>
                  </a:cubicBezTo>
                  <a:cubicBezTo>
                    <a:pt x="4655" y="819"/>
                    <a:pt x="4646" y="819"/>
                    <a:pt x="4636" y="825"/>
                  </a:cubicBezTo>
                  <a:cubicBezTo>
                    <a:pt x="4625" y="832"/>
                    <a:pt x="4642" y="836"/>
                    <a:pt x="4657" y="836"/>
                  </a:cubicBezTo>
                  <a:cubicBezTo>
                    <a:pt x="4672" y="836"/>
                    <a:pt x="4683" y="838"/>
                    <a:pt x="4672" y="853"/>
                  </a:cubicBezTo>
                  <a:cubicBezTo>
                    <a:pt x="4661" y="868"/>
                    <a:pt x="4648" y="862"/>
                    <a:pt x="4629" y="860"/>
                  </a:cubicBezTo>
                  <a:cubicBezTo>
                    <a:pt x="4610" y="858"/>
                    <a:pt x="4584" y="860"/>
                    <a:pt x="4565" y="873"/>
                  </a:cubicBezTo>
                  <a:cubicBezTo>
                    <a:pt x="4545" y="886"/>
                    <a:pt x="4522" y="875"/>
                    <a:pt x="4513" y="875"/>
                  </a:cubicBezTo>
                  <a:cubicBezTo>
                    <a:pt x="4504" y="875"/>
                    <a:pt x="4472" y="886"/>
                    <a:pt x="4457" y="894"/>
                  </a:cubicBezTo>
                  <a:cubicBezTo>
                    <a:pt x="4442" y="903"/>
                    <a:pt x="4427" y="901"/>
                    <a:pt x="4412" y="901"/>
                  </a:cubicBezTo>
                  <a:cubicBezTo>
                    <a:pt x="4397" y="901"/>
                    <a:pt x="4370" y="909"/>
                    <a:pt x="4359" y="931"/>
                  </a:cubicBezTo>
                  <a:cubicBezTo>
                    <a:pt x="4347" y="952"/>
                    <a:pt x="4313" y="942"/>
                    <a:pt x="4289" y="937"/>
                  </a:cubicBezTo>
                  <a:cubicBezTo>
                    <a:pt x="4264" y="931"/>
                    <a:pt x="4276" y="958"/>
                    <a:pt x="4266" y="958"/>
                  </a:cubicBezTo>
                  <a:cubicBezTo>
                    <a:pt x="4256" y="958"/>
                    <a:pt x="4238" y="971"/>
                    <a:pt x="4249" y="975"/>
                  </a:cubicBezTo>
                  <a:cubicBezTo>
                    <a:pt x="4259" y="980"/>
                    <a:pt x="4266" y="991"/>
                    <a:pt x="4263" y="998"/>
                  </a:cubicBezTo>
                  <a:cubicBezTo>
                    <a:pt x="4260" y="1005"/>
                    <a:pt x="4244" y="997"/>
                    <a:pt x="4233" y="990"/>
                  </a:cubicBezTo>
                  <a:cubicBezTo>
                    <a:pt x="4221" y="982"/>
                    <a:pt x="4203" y="995"/>
                    <a:pt x="4203" y="1004"/>
                  </a:cubicBezTo>
                  <a:cubicBezTo>
                    <a:pt x="4203" y="1013"/>
                    <a:pt x="4230" y="1011"/>
                    <a:pt x="4247" y="1020"/>
                  </a:cubicBezTo>
                  <a:cubicBezTo>
                    <a:pt x="4264" y="1028"/>
                    <a:pt x="4276" y="1043"/>
                    <a:pt x="4271" y="1048"/>
                  </a:cubicBezTo>
                  <a:cubicBezTo>
                    <a:pt x="4267" y="1054"/>
                    <a:pt x="4250" y="1037"/>
                    <a:pt x="4227" y="1030"/>
                  </a:cubicBezTo>
                  <a:cubicBezTo>
                    <a:pt x="4204" y="1023"/>
                    <a:pt x="4211" y="1051"/>
                    <a:pt x="4216" y="1051"/>
                  </a:cubicBezTo>
                  <a:cubicBezTo>
                    <a:pt x="4220" y="1051"/>
                    <a:pt x="4243" y="1056"/>
                    <a:pt x="4254" y="1066"/>
                  </a:cubicBezTo>
                  <a:cubicBezTo>
                    <a:pt x="4266" y="1076"/>
                    <a:pt x="4281" y="1077"/>
                    <a:pt x="4283" y="1090"/>
                  </a:cubicBezTo>
                  <a:cubicBezTo>
                    <a:pt x="4284" y="1103"/>
                    <a:pt x="4256" y="1100"/>
                    <a:pt x="4228" y="1100"/>
                  </a:cubicBezTo>
                  <a:cubicBezTo>
                    <a:pt x="4201" y="1100"/>
                    <a:pt x="4191" y="1107"/>
                    <a:pt x="4184" y="1119"/>
                  </a:cubicBezTo>
                  <a:cubicBezTo>
                    <a:pt x="4177" y="1130"/>
                    <a:pt x="4152" y="1124"/>
                    <a:pt x="4137" y="1117"/>
                  </a:cubicBezTo>
                  <a:cubicBezTo>
                    <a:pt x="4121" y="1110"/>
                    <a:pt x="4102" y="1119"/>
                    <a:pt x="4095" y="1123"/>
                  </a:cubicBezTo>
                  <a:cubicBezTo>
                    <a:pt x="4088" y="1127"/>
                    <a:pt x="4034" y="1120"/>
                    <a:pt x="3995" y="1123"/>
                  </a:cubicBezTo>
                  <a:cubicBezTo>
                    <a:pt x="3956" y="1126"/>
                    <a:pt x="3955" y="1133"/>
                    <a:pt x="3920" y="1133"/>
                  </a:cubicBezTo>
                  <a:cubicBezTo>
                    <a:pt x="3886" y="1133"/>
                    <a:pt x="3880" y="1142"/>
                    <a:pt x="3869" y="1147"/>
                  </a:cubicBezTo>
                  <a:cubicBezTo>
                    <a:pt x="3857" y="1153"/>
                    <a:pt x="3853" y="1177"/>
                    <a:pt x="3853" y="1186"/>
                  </a:cubicBezTo>
                  <a:cubicBezTo>
                    <a:pt x="3853" y="1195"/>
                    <a:pt x="3872" y="1206"/>
                    <a:pt x="3882" y="1216"/>
                  </a:cubicBezTo>
                  <a:cubicBezTo>
                    <a:pt x="3892" y="1226"/>
                    <a:pt x="3883" y="1233"/>
                    <a:pt x="3874" y="1240"/>
                  </a:cubicBezTo>
                  <a:cubicBezTo>
                    <a:pt x="3866" y="1248"/>
                    <a:pt x="3882" y="1269"/>
                    <a:pt x="3887" y="1281"/>
                  </a:cubicBezTo>
                  <a:cubicBezTo>
                    <a:pt x="3893" y="1292"/>
                    <a:pt x="3929" y="1295"/>
                    <a:pt x="3959" y="1295"/>
                  </a:cubicBezTo>
                  <a:cubicBezTo>
                    <a:pt x="3989" y="1295"/>
                    <a:pt x="3963" y="1318"/>
                    <a:pt x="3983" y="1332"/>
                  </a:cubicBezTo>
                  <a:cubicBezTo>
                    <a:pt x="4003" y="1347"/>
                    <a:pt x="3996" y="1358"/>
                    <a:pt x="3982" y="1362"/>
                  </a:cubicBezTo>
                  <a:cubicBezTo>
                    <a:pt x="3968" y="1367"/>
                    <a:pt x="3965" y="1367"/>
                    <a:pt x="3929" y="1361"/>
                  </a:cubicBezTo>
                  <a:cubicBezTo>
                    <a:pt x="3893" y="1355"/>
                    <a:pt x="3893" y="1344"/>
                    <a:pt x="3886" y="1329"/>
                  </a:cubicBezTo>
                  <a:cubicBezTo>
                    <a:pt x="3879" y="1315"/>
                    <a:pt x="3860" y="1309"/>
                    <a:pt x="3839" y="1305"/>
                  </a:cubicBezTo>
                  <a:cubicBezTo>
                    <a:pt x="3817" y="1301"/>
                    <a:pt x="3814" y="1301"/>
                    <a:pt x="3801" y="1288"/>
                  </a:cubicBezTo>
                  <a:cubicBezTo>
                    <a:pt x="3788" y="1275"/>
                    <a:pt x="3767" y="1281"/>
                    <a:pt x="3748" y="1281"/>
                  </a:cubicBezTo>
                  <a:cubicBezTo>
                    <a:pt x="3730" y="1281"/>
                    <a:pt x="3717" y="1265"/>
                    <a:pt x="3705" y="1256"/>
                  </a:cubicBezTo>
                  <a:cubicBezTo>
                    <a:pt x="3694" y="1248"/>
                    <a:pt x="3669" y="1252"/>
                    <a:pt x="3665" y="1263"/>
                  </a:cubicBezTo>
                  <a:cubicBezTo>
                    <a:pt x="3661" y="1275"/>
                    <a:pt x="3647" y="1275"/>
                    <a:pt x="3634" y="1282"/>
                  </a:cubicBezTo>
                  <a:cubicBezTo>
                    <a:pt x="3621" y="1289"/>
                    <a:pt x="3635" y="1295"/>
                    <a:pt x="3654" y="1293"/>
                  </a:cubicBezTo>
                  <a:cubicBezTo>
                    <a:pt x="3672" y="1292"/>
                    <a:pt x="3664" y="1303"/>
                    <a:pt x="3661" y="1314"/>
                  </a:cubicBezTo>
                  <a:cubicBezTo>
                    <a:pt x="3658" y="1324"/>
                    <a:pt x="3679" y="1321"/>
                    <a:pt x="3691" y="1315"/>
                  </a:cubicBezTo>
                  <a:cubicBezTo>
                    <a:pt x="3702" y="1309"/>
                    <a:pt x="3715" y="1324"/>
                    <a:pt x="3718" y="1336"/>
                  </a:cubicBezTo>
                  <a:cubicBezTo>
                    <a:pt x="3721" y="1349"/>
                    <a:pt x="3695" y="1348"/>
                    <a:pt x="3681" y="1348"/>
                  </a:cubicBezTo>
                  <a:cubicBezTo>
                    <a:pt x="3667" y="1348"/>
                    <a:pt x="3651" y="1341"/>
                    <a:pt x="3642" y="1329"/>
                  </a:cubicBezTo>
                  <a:cubicBezTo>
                    <a:pt x="3634" y="1318"/>
                    <a:pt x="3615" y="1322"/>
                    <a:pt x="3615" y="1332"/>
                  </a:cubicBezTo>
                  <a:cubicBezTo>
                    <a:pt x="3615" y="1342"/>
                    <a:pt x="3583" y="1326"/>
                    <a:pt x="3575" y="1339"/>
                  </a:cubicBezTo>
                  <a:cubicBezTo>
                    <a:pt x="3566" y="1352"/>
                    <a:pt x="3583" y="1358"/>
                    <a:pt x="3586" y="1371"/>
                  </a:cubicBezTo>
                  <a:cubicBezTo>
                    <a:pt x="3589" y="1384"/>
                    <a:pt x="3609" y="1392"/>
                    <a:pt x="3621" y="1391"/>
                  </a:cubicBezTo>
                  <a:cubicBezTo>
                    <a:pt x="3632" y="1389"/>
                    <a:pt x="3655" y="1402"/>
                    <a:pt x="3661" y="1407"/>
                  </a:cubicBezTo>
                  <a:cubicBezTo>
                    <a:pt x="3667" y="1411"/>
                    <a:pt x="3681" y="1418"/>
                    <a:pt x="3685" y="1411"/>
                  </a:cubicBezTo>
                  <a:cubicBezTo>
                    <a:pt x="3690" y="1404"/>
                    <a:pt x="3698" y="1412"/>
                    <a:pt x="3711" y="1414"/>
                  </a:cubicBezTo>
                  <a:cubicBezTo>
                    <a:pt x="3724" y="1415"/>
                    <a:pt x="3714" y="1432"/>
                    <a:pt x="3721" y="1437"/>
                  </a:cubicBezTo>
                  <a:cubicBezTo>
                    <a:pt x="3728" y="1441"/>
                    <a:pt x="3733" y="1461"/>
                    <a:pt x="3724" y="1461"/>
                  </a:cubicBezTo>
                  <a:cubicBezTo>
                    <a:pt x="3715" y="1461"/>
                    <a:pt x="3702" y="1457"/>
                    <a:pt x="3694" y="1443"/>
                  </a:cubicBezTo>
                  <a:cubicBezTo>
                    <a:pt x="3685" y="1428"/>
                    <a:pt x="3668" y="1430"/>
                    <a:pt x="3649" y="1425"/>
                  </a:cubicBezTo>
                  <a:cubicBezTo>
                    <a:pt x="3631" y="1421"/>
                    <a:pt x="3599" y="1421"/>
                    <a:pt x="3578" y="1422"/>
                  </a:cubicBezTo>
                  <a:cubicBezTo>
                    <a:pt x="3556" y="1424"/>
                    <a:pt x="3549" y="1411"/>
                    <a:pt x="3535" y="1410"/>
                  </a:cubicBezTo>
                  <a:cubicBezTo>
                    <a:pt x="3520" y="1408"/>
                    <a:pt x="3533" y="1388"/>
                    <a:pt x="3542" y="1377"/>
                  </a:cubicBezTo>
                  <a:cubicBezTo>
                    <a:pt x="3550" y="1365"/>
                    <a:pt x="3533" y="1368"/>
                    <a:pt x="3529" y="1357"/>
                  </a:cubicBezTo>
                  <a:cubicBezTo>
                    <a:pt x="3525" y="1345"/>
                    <a:pt x="3523" y="1331"/>
                    <a:pt x="3532" y="1331"/>
                  </a:cubicBezTo>
                  <a:cubicBezTo>
                    <a:pt x="3540" y="1331"/>
                    <a:pt x="3546" y="1312"/>
                    <a:pt x="3553" y="1299"/>
                  </a:cubicBezTo>
                  <a:cubicBezTo>
                    <a:pt x="3561" y="1286"/>
                    <a:pt x="3548" y="1268"/>
                    <a:pt x="3548" y="1259"/>
                  </a:cubicBezTo>
                  <a:cubicBezTo>
                    <a:pt x="3548" y="1250"/>
                    <a:pt x="3542" y="1233"/>
                    <a:pt x="3536" y="1232"/>
                  </a:cubicBezTo>
                  <a:cubicBezTo>
                    <a:pt x="3530" y="1230"/>
                    <a:pt x="3529" y="1222"/>
                    <a:pt x="3513" y="1223"/>
                  </a:cubicBezTo>
                  <a:cubicBezTo>
                    <a:pt x="3497" y="1225"/>
                    <a:pt x="3505" y="1248"/>
                    <a:pt x="3510" y="1250"/>
                  </a:cubicBezTo>
                  <a:cubicBezTo>
                    <a:pt x="3516" y="1253"/>
                    <a:pt x="3515" y="1282"/>
                    <a:pt x="3515" y="1295"/>
                  </a:cubicBezTo>
                  <a:cubicBezTo>
                    <a:pt x="3515" y="1308"/>
                    <a:pt x="3507" y="1322"/>
                    <a:pt x="3492" y="1324"/>
                  </a:cubicBezTo>
                  <a:cubicBezTo>
                    <a:pt x="3476" y="1325"/>
                    <a:pt x="3459" y="1338"/>
                    <a:pt x="3443" y="1339"/>
                  </a:cubicBezTo>
                  <a:cubicBezTo>
                    <a:pt x="3427" y="1341"/>
                    <a:pt x="3419" y="1348"/>
                    <a:pt x="3419" y="1358"/>
                  </a:cubicBezTo>
                  <a:cubicBezTo>
                    <a:pt x="3419" y="1368"/>
                    <a:pt x="3413" y="1378"/>
                    <a:pt x="3397" y="1392"/>
                  </a:cubicBezTo>
                  <a:cubicBezTo>
                    <a:pt x="3381" y="1407"/>
                    <a:pt x="3399" y="1414"/>
                    <a:pt x="3413" y="1421"/>
                  </a:cubicBezTo>
                  <a:cubicBezTo>
                    <a:pt x="3427" y="1428"/>
                    <a:pt x="3433" y="1445"/>
                    <a:pt x="3437" y="1461"/>
                  </a:cubicBezTo>
                  <a:cubicBezTo>
                    <a:pt x="3442" y="1477"/>
                    <a:pt x="3462" y="1475"/>
                    <a:pt x="3467" y="1493"/>
                  </a:cubicBezTo>
                  <a:cubicBezTo>
                    <a:pt x="3473" y="1510"/>
                    <a:pt x="3453" y="1526"/>
                    <a:pt x="3437" y="1534"/>
                  </a:cubicBezTo>
                  <a:cubicBezTo>
                    <a:pt x="3421" y="1543"/>
                    <a:pt x="3433" y="1556"/>
                    <a:pt x="3421" y="1573"/>
                  </a:cubicBezTo>
                  <a:cubicBezTo>
                    <a:pt x="3410" y="1590"/>
                    <a:pt x="3426" y="1612"/>
                    <a:pt x="3433" y="1617"/>
                  </a:cubicBezTo>
                  <a:cubicBezTo>
                    <a:pt x="3440" y="1623"/>
                    <a:pt x="3446" y="1629"/>
                    <a:pt x="3436" y="1640"/>
                  </a:cubicBezTo>
                  <a:cubicBezTo>
                    <a:pt x="3426" y="1652"/>
                    <a:pt x="3434" y="1656"/>
                    <a:pt x="3437" y="1662"/>
                  </a:cubicBezTo>
                  <a:cubicBezTo>
                    <a:pt x="3440" y="1668"/>
                    <a:pt x="3466" y="1663"/>
                    <a:pt x="3480" y="1665"/>
                  </a:cubicBezTo>
                  <a:cubicBezTo>
                    <a:pt x="3495" y="1666"/>
                    <a:pt x="3519" y="1660"/>
                    <a:pt x="3538" y="1650"/>
                  </a:cubicBezTo>
                  <a:cubicBezTo>
                    <a:pt x="3556" y="1640"/>
                    <a:pt x="3532" y="1659"/>
                    <a:pt x="3579" y="1660"/>
                  </a:cubicBezTo>
                  <a:cubicBezTo>
                    <a:pt x="3626" y="1662"/>
                    <a:pt x="3632" y="1672"/>
                    <a:pt x="3648" y="1676"/>
                  </a:cubicBezTo>
                  <a:cubicBezTo>
                    <a:pt x="3664" y="1680"/>
                    <a:pt x="3684" y="1686"/>
                    <a:pt x="3685" y="1701"/>
                  </a:cubicBezTo>
                  <a:cubicBezTo>
                    <a:pt x="3687" y="1715"/>
                    <a:pt x="3704" y="1736"/>
                    <a:pt x="3708" y="1742"/>
                  </a:cubicBezTo>
                  <a:cubicBezTo>
                    <a:pt x="3712" y="1748"/>
                    <a:pt x="3707" y="1764"/>
                    <a:pt x="3688" y="1764"/>
                  </a:cubicBezTo>
                  <a:cubicBezTo>
                    <a:pt x="3669" y="1764"/>
                    <a:pt x="3675" y="1784"/>
                    <a:pt x="3675" y="1802"/>
                  </a:cubicBezTo>
                  <a:cubicBezTo>
                    <a:pt x="3675" y="1821"/>
                    <a:pt x="3700" y="1821"/>
                    <a:pt x="3715" y="1821"/>
                  </a:cubicBezTo>
                  <a:cubicBezTo>
                    <a:pt x="3731" y="1821"/>
                    <a:pt x="3738" y="1840"/>
                    <a:pt x="3722" y="1838"/>
                  </a:cubicBezTo>
                  <a:cubicBezTo>
                    <a:pt x="3707" y="1837"/>
                    <a:pt x="3690" y="1840"/>
                    <a:pt x="3682" y="1827"/>
                  </a:cubicBezTo>
                  <a:cubicBezTo>
                    <a:pt x="3675" y="1814"/>
                    <a:pt x="3662" y="1821"/>
                    <a:pt x="3654" y="1809"/>
                  </a:cubicBezTo>
                  <a:cubicBezTo>
                    <a:pt x="3645" y="1798"/>
                    <a:pt x="3654" y="1784"/>
                    <a:pt x="3659" y="1774"/>
                  </a:cubicBezTo>
                  <a:cubicBezTo>
                    <a:pt x="3665" y="1764"/>
                    <a:pt x="3652" y="1758"/>
                    <a:pt x="3657" y="1748"/>
                  </a:cubicBezTo>
                  <a:cubicBezTo>
                    <a:pt x="3661" y="1738"/>
                    <a:pt x="3659" y="1729"/>
                    <a:pt x="3647" y="1723"/>
                  </a:cubicBezTo>
                  <a:cubicBezTo>
                    <a:pt x="3634" y="1718"/>
                    <a:pt x="3624" y="1711"/>
                    <a:pt x="3621" y="1698"/>
                  </a:cubicBezTo>
                  <a:cubicBezTo>
                    <a:pt x="3618" y="1685"/>
                    <a:pt x="3614" y="1678"/>
                    <a:pt x="3592" y="1678"/>
                  </a:cubicBezTo>
                  <a:cubicBezTo>
                    <a:pt x="3571" y="1678"/>
                    <a:pt x="3556" y="1675"/>
                    <a:pt x="3540" y="1688"/>
                  </a:cubicBezTo>
                  <a:cubicBezTo>
                    <a:pt x="3525" y="1701"/>
                    <a:pt x="3525" y="1692"/>
                    <a:pt x="3499" y="1692"/>
                  </a:cubicBezTo>
                  <a:cubicBezTo>
                    <a:pt x="3473" y="1692"/>
                    <a:pt x="3475" y="1711"/>
                    <a:pt x="3473" y="1729"/>
                  </a:cubicBezTo>
                  <a:cubicBezTo>
                    <a:pt x="3472" y="1748"/>
                    <a:pt x="3480" y="1752"/>
                    <a:pt x="3490" y="1764"/>
                  </a:cubicBezTo>
                  <a:cubicBezTo>
                    <a:pt x="3500" y="1775"/>
                    <a:pt x="3505" y="1784"/>
                    <a:pt x="3500" y="1802"/>
                  </a:cubicBezTo>
                  <a:cubicBezTo>
                    <a:pt x="3496" y="1821"/>
                    <a:pt x="3486" y="1825"/>
                    <a:pt x="3467" y="1835"/>
                  </a:cubicBezTo>
                  <a:cubicBezTo>
                    <a:pt x="3449" y="1845"/>
                    <a:pt x="3454" y="1861"/>
                    <a:pt x="3447" y="1884"/>
                  </a:cubicBezTo>
                  <a:cubicBezTo>
                    <a:pt x="3440" y="1907"/>
                    <a:pt x="3426" y="1907"/>
                    <a:pt x="3407" y="1908"/>
                  </a:cubicBezTo>
                  <a:cubicBezTo>
                    <a:pt x="3389" y="1910"/>
                    <a:pt x="3393" y="1927"/>
                    <a:pt x="3371" y="1927"/>
                  </a:cubicBezTo>
                  <a:cubicBezTo>
                    <a:pt x="3350" y="1927"/>
                    <a:pt x="3357" y="1940"/>
                    <a:pt x="3351" y="1959"/>
                  </a:cubicBezTo>
                  <a:cubicBezTo>
                    <a:pt x="3346" y="1977"/>
                    <a:pt x="3331" y="1976"/>
                    <a:pt x="3321" y="1977"/>
                  </a:cubicBezTo>
                  <a:cubicBezTo>
                    <a:pt x="3311" y="1979"/>
                    <a:pt x="3301" y="1979"/>
                    <a:pt x="3292" y="1963"/>
                  </a:cubicBezTo>
                  <a:cubicBezTo>
                    <a:pt x="3284" y="1947"/>
                    <a:pt x="3258" y="1964"/>
                    <a:pt x="3235" y="1967"/>
                  </a:cubicBezTo>
                  <a:cubicBezTo>
                    <a:pt x="3212" y="1970"/>
                    <a:pt x="3211" y="1976"/>
                    <a:pt x="3199" y="1960"/>
                  </a:cubicBezTo>
                  <a:cubicBezTo>
                    <a:pt x="3188" y="1944"/>
                    <a:pt x="3176" y="1959"/>
                    <a:pt x="3172" y="1947"/>
                  </a:cubicBezTo>
                  <a:cubicBezTo>
                    <a:pt x="3168" y="1936"/>
                    <a:pt x="3161" y="1940"/>
                    <a:pt x="3148" y="1938"/>
                  </a:cubicBezTo>
                  <a:cubicBezTo>
                    <a:pt x="3135" y="1937"/>
                    <a:pt x="3133" y="1933"/>
                    <a:pt x="3133" y="1920"/>
                  </a:cubicBezTo>
                  <a:cubicBezTo>
                    <a:pt x="3133" y="1907"/>
                    <a:pt x="3158" y="1920"/>
                    <a:pt x="3162" y="1920"/>
                  </a:cubicBezTo>
                  <a:cubicBezTo>
                    <a:pt x="3166" y="1920"/>
                    <a:pt x="3182" y="1921"/>
                    <a:pt x="3199" y="1928"/>
                  </a:cubicBezTo>
                  <a:cubicBezTo>
                    <a:pt x="3217" y="1936"/>
                    <a:pt x="3232" y="1940"/>
                    <a:pt x="3242" y="1944"/>
                  </a:cubicBezTo>
                  <a:cubicBezTo>
                    <a:pt x="3252" y="1948"/>
                    <a:pt x="3262" y="1931"/>
                    <a:pt x="3275" y="1931"/>
                  </a:cubicBezTo>
                  <a:cubicBezTo>
                    <a:pt x="3288" y="1931"/>
                    <a:pt x="3292" y="1926"/>
                    <a:pt x="3291" y="1917"/>
                  </a:cubicBezTo>
                  <a:cubicBezTo>
                    <a:pt x="3290" y="1908"/>
                    <a:pt x="3294" y="1900"/>
                    <a:pt x="3310" y="1893"/>
                  </a:cubicBezTo>
                  <a:cubicBezTo>
                    <a:pt x="3325" y="1885"/>
                    <a:pt x="3323" y="1881"/>
                    <a:pt x="3325" y="1865"/>
                  </a:cubicBezTo>
                  <a:cubicBezTo>
                    <a:pt x="3328" y="1850"/>
                    <a:pt x="3351" y="1857"/>
                    <a:pt x="3353" y="1842"/>
                  </a:cubicBezTo>
                  <a:cubicBezTo>
                    <a:pt x="3354" y="1828"/>
                    <a:pt x="3366" y="1827"/>
                    <a:pt x="3381" y="1821"/>
                  </a:cubicBezTo>
                  <a:cubicBezTo>
                    <a:pt x="3397" y="1815"/>
                    <a:pt x="3399" y="1779"/>
                    <a:pt x="3400" y="1762"/>
                  </a:cubicBezTo>
                  <a:cubicBezTo>
                    <a:pt x="3401" y="1745"/>
                    <a:pt x="3404" y="1748"/>
                    <a:pt x="3417" y="1739"/>
                  </a:cubicBezTo>
                  <a:cubicBezTo>
                    <a:pt x="3430" y="1731"/>
                    <a:pt x="3410" y="1718"/>
                    <a:pt x="3396" y="1711"/>
                  </a:cubicBezTo>
                  <a:cubicBezTo>
                    <a:pt x="3381" y="1703"/>
                    <a:pt x="3373" y="1698"/>
                    <a:pt x="3367" y="1689"/>
                  </a:cubicBezTo>
                  <a:cubicBezTo>
                    <a:pt x="3361" y="1680"/>
                    <a:pt x="3354" y="1675"/>
                    <a:pt x="3354" y="1659"/>
                  </a:cubicBezTo>
                  <a:cubicBezTo>
                    <a:pt x="3354" y="1643"/>
                    <a:pt x="3361" y="1629"/>
                    <a:pt x="3363" y="1619"/>
                  </a:cubicBezTo>
                  <a:cubicBezTo>
                    <a:pt x="3364" y="1609"/>
                    <a:pt x="3364" y="1587"/>
                    <a:pt x="3360" y="1579"/>
                  </a:cubicBezTo>
                  <a:cubicBezTo>
                    <a:pt x="3356" y="1570"/>
                    <a:pt x="3356" y="1550"/>
                    <a:pt x="3354" y="1540"/>
                  </a:cubicBezTo>
                  <a:cubicBezTo>
                    <a:pt x="3353" y="1530"/>
                    <a:pt x="3360" y="1517"/>
                    <a:pt x="3366" y="1498"/>
                  </a:cubicBezTo>
                  <a:cubicBezTo>
                    <a:pt x="3371" y="1480"/>
                    <a:pt x="3373" y="1465"/>
                    <a:pt x="3368" y="1451"/>
                  </a:cubicBezTo>
                  <a:cubicBezTo>
                    <a:pt x="3364" y="1437"/>
                    <a:pt x="3353" y="1422"/>
                    <a:pt x="3344" y="1421"/>
                  </a:cubicBezTo>
                  <a:cubicBezTo>
                    <a:pt x="3335" y="1420"/>
                    <a:pt x="3333" y="1411"/>
                    <a:pt x="3323" y="1405"/>
                  </a:cubicBezTo>
                  <a:cubicBezTo>
                    <a:pt x="3313" y="1400"/>
                    <a:pt x="3314" y="1384"/>
                    <a:pt x="3327" y="1378"/>
                  </a:cubicBezTo>
                  <a:cubicBezTo>
                    <a:pt x="3340" y="1372"/>
                    <a:pt x="3340" y="1367"/>
                    <a:pt x="3343" y="1355"/>
                  </a:cubicBezTo>
                  <a:cubicBezTo>
                    <a:pt x="3346" y="1344"/>
                    <a:pt x="3350" y="1335"/>
                    <a:pt x="3363" y="1319"/>
                  </a:cubicBezTo>
                  <a:cubicBezTo>
                    <a:pt x="3376" y="1304"/>
                    <a:pt x="3373" y="1268"/>
                    <a:pt x="3371" y="1253"/>
                  </a:cubicBezTo>
                  <a:cubicBezTo>
                    <a:pt x="3370" y="1239"/>
                    <a:pt x="3348" y="1236"/>
                    <a:pt x="3325" y="1230"/>
                  </a:cubicBezTo>
                  <a:cubicBezTo>
                    <a:pt x="3303" y="1225"/>
                    <a:pt x="3265" y="1219"/>
                    <a:pt x="3235" y="1219"/>
                  </a:cubicBezTo>
                  <a:cubicBezTo>
                    <a:pt x="3205" y="1219"/>
                    <a:pt x="3201" y="1225"/>
                    <a:pt x="3178" y="1213"/>
                  </a:cubicBezTo>
                  <a:cubicBezTo>
                    <a:pt x="3155" y="1202"/>
                    <a:pt x="3151" y="1220"/>
                    <a:pt x="3136" y="1236"/>
                  </a:cubicBezTo>
                  <a:cubicBezTo>
                    <a:pt x="3122" y="1252"/>
                    <a:pt x="3119" y="1278"/>
                    <a:pt x="3116" y="1312"/>
                  </a:cubicBezTo>
                  <a:cubicBezTo>
                    <a:pt x="3113" y="1346"/>
                    <a:pt x="3092" y="1345"/>
                    <a:pt x="3077" y="1368"/>
                  </a:cubicBezTo>
                  <a:cubicBezTo>
                    <a:pt x="3063" y="1391"/>
                    <a:pt x="3023" y="1405"/>
                    <a:pt x="3002" y="1414"/>
                  </a:cubicBezTo>
                  <a:cubicBezTo>
                    <a:pt x="2980" y="1422"/>
                    <a:pt x="2977" y="1450"/>
                    <a:pt x="2979" y="1461"/>
                  </a:cubicBezTo>
                  <a:cubicBezTo>
                    <a:pt x="2980" y="1473"/>
                    <a:pt x="2981" y="1475"/>
                    <a:pt x="3004" y="1467"/>
                  </a:cubicBezTo>
                  <a:cubicBezTo>
                    <a:pt x="3027" y="1458"/>
                    <a:pt x="3004" y="1467"/>
                    <a:pt x="3016" y="1488"/>
                  </a:cubicBezTo>
                  <a:cubicBezTo>
                    <a:pt x="3027" y="1510"/>
                    <a:pt x="3014" y="1511"/>
                    <a:pt x="3007" y="1526"/>
                  </a:cubicBezTo>
                  <a:cubicBezTo>
                    <a:pt x="3000" y="1540"/>
                    <a:pt x="3009" y="1537"/>
                    <a:pt x="3020" y="1553"/>
                  </a:cubicBezTo>
                  <a:cubicBezTo>
                    <a:pt x="3032" y="1569"/>
                    <a:pt x="3014" y="1560"/>
                    <a:pt x="2994" y="1560"/>
                  </a:cubicBezTo>
                  <a:cubicBezTo>
                    <a:pt x="2974" y="1560"/>
                    <a:pt x="2983" y="1602"/>
                    <a:pt x="2990" y="1613"/>
                  </a:cubicBezTo>
                  <a:cubicBezTo>
                    <a:pt x="2997" y="1625"/>
                    <a:pt x="3006" y="1600"/>
                    <a:pt x="3012" y="1600"/>
                  </a:cubicBezTo>
                  <a:cubicBezTo>
                    <a:pt x="3017" y="1600"/>
                    <a:pt x="3046" y="1613"/>
                    <a:pt x="3057" y="1615"/>
                  </a:cubicBezTo>
                  <a:cubicBezTo>
                    <a:pt x="3069" y="1616"/>
                    <a:pt x="3075" y="1642"/>
                    <a:pt x="3082" y="1658"/>
                  </a:cubicBezTo>
                  <a:cubicBezTo>
                    <a:pt x="3089" y="1673"/>
                    <a:pt x="3099" y="1683"/>
                    <a:pt x="3113" y="1685"/>
                  </a:cubicBezTo>
                  <a:cubicBezTo>
                    <a:pt x="3128" y="1686"/>
                    <a:pt x="3131" y="1715"/>
                    <a:pt x="3119" y="1722"/>
                  </a:cubicBezTo>
                  <a:cubicBezTo>
                    <a:pt x="3108" y="1729"/>
                    <a:pt x="3110" y="1736"/>
                    <a:pt x="3106" y="1748"/>
                  </a:cubicBezTo>
                  <a:cubicBezTo>
                    <a:pt x="3102" y="1759"/>
                    <a:pt x="3080" y="1748"/>
                    <a:pt x="3069" y="1735"/>
                  </a:cubicBezTo>
                  <a:cubicBezTo>
                    <a:pt x="3057" y="1722"/>
                    <a:pt x="3032" y="1715"/>
                    <a:pt x="3022" y="1703"/>
                  </a:cubicBezTo>
                  <a:cubicBezTo>
                    <a:pt x="3012" y="1692"/>
                    <a:pt x="3004" y="1685"/>
                    <a:pt x="2993" y="1685"/>
                  </a:cubicBezTo>
                  <a:cubicBezTo>
                    <a:pt x="2981" y="1685"/>
                    <a:pt x="2964" y="1676"/>
                    <a:pt x="2948" y="1665"/>
                  </a:cubicBezTo>
                  <a:cubicBezTo>
                    <a:pt x="2933" y="1653"/>
                    <a:pt x="2903" y="1647"/>
                    <a:pt x="2887" y="1647"/>
                  </a:cubicBezTo>
                  <a:cubicBezTo>
                    <a:pt x="2871" y="1647"/>
                    <a:pt x="2867" y="1642"/>
                    <a:pt x="2858" y="1629"/>
                  </a:cubicBezTo>
                  <a:cubicBezTo>
                    <a:pt x="2850" y="1616"/>
                    <a:pt x="2811" y="1612"/>
                    <a:pt x="2789" y="1607"/>
                  </a:cubicBezTo>
                  <a:cubicBezTo>
                    <a:pt x="2768" y="1603"/>
                    <a:pt x="2692" y="1582"/>
                    <a:pt x="2668" y="1587"/>
                  </a:cubicBezTo>
                  <a:cubicBezTo>
                    <a:pt x="2643" y="1593"/>
                    <a:pt x="2652" y="1579"/>
                    <a:pt x="2632" y="1579"/>
                  </a:cubicBezTo>
                  <a:cubicBezTo>
                    <a:pt x="2612" y="1579"/>
                    <a:pt x="2606" y="1584"/>
                    <a:pt x="2593" y="1597"/>
                  </a:cubicBezTo>
                  <a:cubicBezTo>
                    <a:pt x="2580" y="1610"/>
                    <a:pt x="2577" y="1603"/>
                    <a:pt x="2576" y="1616"/>
                  </a:cubicBezTo>
                  <a:cubicBezTo>
                    <a:pt x="2574" y="1629"/>
                    <a:pt x="2589" y="1633"/>
                    <a:pt x="2593" y="1646"/>
                  </a:cubicBezTo>
                  <a:cubicBezTo>
                    <a:pt x="2597" y="1659"/>
                    <a:pt x="2593" y="1663"/>
                    <a:pt x="2603" y="1665"/>
                  </a:cubicBezTo>
                  <a:cubicBezTo>
                    <a:pt x="2613" y="1666"/>
                    <a:pt x="2613" y="1685"/>
                    <a:pt x="2604" y="1696"/>
                  </a:cubicBezTo>
                  <a:cubicBezTo>
                    <a:pt x="2596" y="1708"/>
                    <a:pt x="2582" y="1709"/>
                    <a:pt x="2561" y="1711"/>
                  </a:cubicBezTo>
                  <a:cubicBezTo>
                    <a:pt x="2541" y="1712"/>
                    <a:pt x="2544" y="1722"/>
                    <a:pt x="2559" y="1728"/>
                  </a:cubicBezTo>
                  <a:cubicBezTo>
                    <a:pt x="2573" y="1734"/>
                    <a:pt x="2560" y="1745"/>
                    <a:pt x="2549" y="1745"/>
                  </a:cubicBezTo>
                  <a:cubicBezTo>
                    <a:pt x="2537" y="1745"/>
                    <a:pt x="2526" y="1749"/>
                    <a:pt x="2510" y="1741"/>
                  </a:cubicBezTo>
                  <a:cubicBezTo>
                    <a:pt x="2494" y="1732"/>
                    <a:pt x="2497" y="1715"/>
                    <a:pt x="2506" y="1711"/>
                  </a:cubicBezTo>
                  <a:cubicBezTo>
                    <a:pt x="2514" y="1706"/>
                    <a:pt x="2521" y="1696"/>
                    <a:pt x="2513" y="1690"/>
                  </a:cubicBezTo>
                  <a:cubicBezTo>
                    <a:pt x="2504" y="1685"/>
                    <a:pt x="2494" y="1673"/>
                    <a:pt x="2484" y="1676"/>
                  </a:cubicBezTo>
                  <a:cubicBezTo>
                    <a:pt x="2474" y="1679"/>
                    <a:pt x="2458" y="1679"/>
                    <a:pt x="2454" y="1692"/>
                  </a:cubicBezTo>
                  <a:cubicBezTo>
                    <a:pt x="2450" y="1705"/>
                    <a:pt x="2440" y="1703"/>
                    <a:pt x="2424" y="1703"/>
                  </a:cubicBezTo>
                  <a:cubicBezTo>
                    <a:pt x="2408" y="1703"/>
                    <a:pt x="2404" y="1706"/>
                    <a:pt x="2392" y="1718"/>
                  </a:cubicBezTo>
                  <a:cubicBezTo>
                    <a:pt x="2381" y="1729"/>
                    <a:pt x="2372" y="1729"/>
                    <a:pt x="2355" y="1718"/>
                  </a:cubicBezTo>
                  <a:cubicBezTo>
                    <a:pt x="2338" y="1706"/>
                    <a:pt x="2336" y="1716"/>
                    <a:pt x="2303" y="1715"/>
                  </a:cubicBezTo>
                  <a:cubicBezTo>
                    <a:pt x="2271" y="1713"/>
                    <a:pt x="2288" y="1725"/>
                    <a:pt x="2266" y="1726"/>
                  </a:cubicBezTo>
                  <a:cubicBezTo>
                    <a:pt x="2245" y="1728"/>
                    <a:pt x="2242" y="1736"/>
                    <a:pt x="2238" y="1754"/>
                  </a:cubicBezTo>
                  <a:cubicBezTo>
                    <a:pt x="2233" y="1771"/>
                    <a:pt x="2228" y="1769"/>
                    <a:pt x="2209" y="1756"/>
                  </a:cubicBezTo>
                  <a:cubicBezTo>
                    <a:pt x="2190" y="1744"/>
                    <a:pt x="2200" y="1765"/>
                    <a:pt x="2187" y="1759"/>
                  </a:cubicBezTo>
                  <a:cubicBezTo>
                    <a:pt x="2174" y="1754"/>
                    <a:pt x="2166" y="1771"/>
                    <a:pt x="2142" y="1768"/>
                  </a:cubicBezTo>
                  <a:cubicBezTo>
                    <a:pt x="2117" y="1765"/>
                    <a:pt x="2139" y="1751"/>
                    <a:pt x="2154" y="1749"/>
                  </a:cubicBezTo>
                  <a:cubicBezTo>
                    <a:pt x="2170" y="1748"/>
                    <a:pt x="2170" y="1733"/>
                    <a:pt x="2163" y="1725"/>
                  </a:cubicBezTo>
                  <a:cubicBezTo>
                    <a:pt x="2156" y="1716"/>
                    <a:pt x="2169" y="1705"/>
                    <a:pt x="2170" y="1696"/>
                  </a:cubicBezTo>
                  <a:cubicBezTo>
                    <a:pt x="2172" y="1688"/>
                    <a:pt x="2182" y="1673"/>
                    <a:pt x="2156" y="1678"/>
                  </a:cubicBezTo>
                  <a:cubicBezTo>
                    <a:pt x="2130" y="1682"/>
                    <a:pt x="2121" y="1692"/>
                    <a:pt x="2101" y="1699"/>
                  </a:cubicBezTo>
                  <a:cubicBezTo>
                    <a:pt x="2081" y="1706"/>
                    <a:pt x="2087" y="1715"/>
                    <a:pt x="2087" y="1729"/>
                  </a:cubicBezTo>
                  <a:cubicBezTo>
                    <a:pt x="2087" y="1744"/>
                    <a:pt x="2081" y="1744"/>
                    <a:pt x="2073" y="1744"/>
                  </a:cubicBezTo>
                  <a:cubicBezTo>
                    <a:pt x="2064" y="1744"/>
                    <a:pt x="2067" y="1741"/>
                    <a:pt x="2064" y="1726"/>
                  </a:cubicBezTo>
                  <a:cubicBezTo>
                    <a:pt x="2061" y="1712"/>
                    <a:pt x="2044" y="1733"/>
                    <a:pt x="2030" y="1729"/>
                  </a:cubicBezTo>
                  <a:cubicBezTo>
                    <a:pt x="2015" y="1725"/>
                    <a:pt x="1994" y="1736"/>
                    <a:pt x="1974" y="1745"/>
                  </a:cubicBezTo>
                  <a:cubicBezTo>
                    <a:pt x="1954" y="1754"/>
                    <a:pt x="1957" y="1768"/>
                    <a:pt x="1921" y="1776"/>
                  </a:cubicBezTo>
                  <a:cubicBezTo>
                    <a:pt x="1885" y="1785"/>
                    <a:pt x="1891" y="1795"/>
                    <a:pt x="1873" y="1801"/>
                  </a:cubicBezTo>
                  <a:cubicBezTo>
                    <a:pt x="1856" y="1807"/>
                    <a:pt x="1851" y="1802"/>
                    <a:pt x="1849" y="1812"/>
                  </a:cubicBezTo>
                  <a:cubicBezTo>
                    <a:pt x="1848" y="1822"/>
                    <a:pt x="1836" y="1818"/>
                    <a:pt x="1815" y="1817"/>
                  </a:cubicBezTo>
                  <a:cubicBezTo>
                    <a:pt x="1793" y="1815"/>
                    <a:pt x="1787" y="1832"/>
                    <a:pt x="1790" y="1844"/>
                  </a:cubicBezTo>
                  <a:cubicBezTo>
                    <a:pt x="1793" y="1855"/>
                    <a:pt x="1779" y="1870"/>
                    <a:pt x="1775" y="1888"/>
                  </a:cubicBezTo>
                  <a:cubicBezTo>
                    <a:pt x="1770" y="1907"/>
                    <a:pt x="1747" y="1898"/>
                    <a:pt x="1737" y="1908"/>
                  </a:cubicBezTo>
                  <a:cubicBezTo>
                    <a:pt x="1727" y="1918"/>
                    <a:pt x="1704" y="1914"/>
                    <a:pt x="1687" y="1914"/>
                  </a:cubicBezTo>
                  <a:cubicBezTo>
                    <a:pt x="1670" y="1914"/>
                    <a:pt x="1658" y="1900"/>
                    <a:pt x="1650" y="1884"/>
                  </a:cubicBezTo>
                  <a:cubicBezTo>
                    <a:pt x="1641" y="1868"/>
                    <a:pt x="1628" y="1865"/>
                    <a:pt x="1617" y="1861"/>
                  </a:cubicBezTo>
                  <a:cubicBezTo>
                    <a:pt x="1605" y="1857"/>
                    <a:pt x="1605" y="1848"/>
                    <a:pt x="1607" y="1837"/>
                  </a:cubicBezTo>
                  <a:cubicBezTo>
                    <a:pt x="1608" y="1825"/>
                    <a:pt x="1624" y="1832"/>
                    <a:pt x="1624" y="1821"/>
                  </a:cubicBezTo>
                  <a:cubicBezTo>
                    <a:pt x="1624" y="1809"/>
                    <a:pt x="1636" y="1817"/>
                    <a:pt x="1651" y="1809"/>
                  </a:cubicBezTo>
                  <a:cubicBezTo>
                    <a:pt x="1667" y="1802"/>
                    <a:pt x="1686" y="1802"/>
                    <a:pt x="1704" y="1802"/>
                  </a:cubicBezTo>
                  <a:cubicBezTo>
                    <a:pt x="1723" y="1802"/>
                    <a:pt x="1706" y="1778"/>
                    <a:pt x="1697" y="1765"/>
                  </a:cubicBezTo>
                  <a:cubicBezTo>
                    <a:pt x="1689" y="1752"/>
                    <a:pt x="1677" y="1758"/>
                    <a:pt x="1674" y="1746"/>
                  </a:cubicBezTo>
                  <a:cubicBezTo>
                    <a:pt x="1671" y="1735"/>
                    <a:pt x="1658" y="1729"/>
                    <a:pt x="1653" y="1729"/>
                  </a:cubicBezTo>
                  <a:cubicBezTo>
                    <a:pt x="1647" y="1729"/>
                    <a:pt x="1636" y="1723"/>
                    <a:pt x="1630" y="1716"/>
                  </a:cubicBezTo>
                  <a:cubicBezTo>
                    <a:pt x="1624" y="1709"/>
                    <a:pt x="1594" y="1722"/>
                    <a:pt x="1574" y="1723"/>
                  </a:cubicBezTo>
                  <a:cubicBezTo>
                    <a:pt x="1554" y="1725"/>
                    <a:pt x="1541" y="1722"/>
                    <a:pt x="1525" y="1711"/>
                  </a:cubicBezTo>
                  <a:cubicBezTo>
                    <a:pt x="1509" y="1699"/>
                    <a:pt x="1501" y="1718"/>
                    <a:pt x="1504" y="1722"/>
                  </a:cubicBezTo>
                  <a:cubicBezTo>
                    <a:pt x="1507" y="1726"/>
                    <a:pt x="1512" y="1729"/>
                    <a:pt x="1535" y="1738"/>
                  </a:cubicBezTo>
                  <a:cubicBezTo>
                    <a:pt x="1558" y="1746"/>
                    <a:pt x="1555" y="1761"/>
                    <a:pt x="1557" y="1781"/>
                  </a:cubicBezTo>
                  <a:cubicBezTo>
                    <a:pt x="1558" y="1801"/>
                    <a:pt x="1551" y="1807"/>
                    <a:pt x="1542" y="1827"/>
                  </a:cubicBezTo>
                  <a:cubicBezTo>
                    <a:pt x="1534" y="1847"/>
                    <a:pt x="1527" y="1848"/>
                    <a:pt x="1527" y="1862"/>
                  </a:cubicBezTo>
                  <a:cubicBezTo>
                    <a:pt x="1527" y="1877"/>
                    <a:pt x="1551" y="1880"/>
                    <a:pt x="1565" y="1883"/>
                  </a:cubicBezTo>
                  <a:cubicBezTo>
                    <a:pt x="1580" y="1885"/>
                    <a:pt x="1570" y="1897"/>
                    <a:pt x="1571" y="1924"/>
                  </a:cubicBezTo>
                  <a:cubicBezTo>
                    <a:pt x="1572" y="1951"/>
                    <a:pt x="1570" y="1944"/>
                    <a:pt x="1557" y="1953"/>
                  </a:cubicBezTo>
                  <a:cubicBezTo>
                    <a:pt x="1544" y="1961"/>
                    <a:pt x="1552" y="1974"/>
                    <a:pt x="1554" y="1984"/>
                  </a:cubicBezTo>
                  <a:cubicBezTo>
                    <a:pt x="1555" y="1994"/>
                    <a:pt x="1554" y="2009"/>
                    <a:pt x="1545" y="2007"/>
                  </a:cubicBezTo>
                  <a:cubicBezTo>
                    <a:pt x="1537" y="2006"/>
                    <a:pt x="1538" y="1993"/>
                    <a:pt x="1535" y="1983"/>
                  </a:cubicBezTo>
                  <a:cubicBezTo>
                    <a:pt x="1532" y="1973"/>
                    <a:pt x="1514" y="1984"/>
                    <a:pt x="1507" y="1994"/>
                  </a:cubicBezTo>
                  <a:cubicBezTo>
                    <a:pt x="1499" y="2004"/>
                    <a:pt x="1489" y="1990"/>
                    <a:pt x="1505" y="1980"/>
                  </a:cubicBezTo>
                  <a:cubicBezTo>
                    <a:pt x="1521" y="1970"/>
                    <a:pt x="1518" y="1961"/>
                    <a:pt x="1508" y="1959"/>
                  </a:cubicBezTo>
                  <a:cubicBezTo>
                    <a:pt x="1498" y="1956"/>
                    <a:pt x="1488" y="1950"/>
                    <a:pt x="1472" y="1950"/>
                  </a:cubicBezTo>
                  <a:cubicBezTo>
                    <a:pt x="1456" y="1950"/>
                    <a:pt x="1452" y="1953"/>
                    <a:pt x="1442" y="1943"/>
                  </a:cubicBezTo>
                  <a:cubicBezTo>
                    <a:pt x="1432" y="1933"/>
                    <a:pt x="1416" y="1948"/>
                    <a:pt x="1403" y="1966"/>
                  </a:cubicBezTo>
                  <a:cubicBezTo>
                    <a:pt x="1390" y="1983"/>
                    <a:pt x="1372" y="1991"/>
                    <a:pt x="1345" y="1994"/>
                  </a:cubicBezTo>
                  <a:cubicBezTo>
                    <a:pt x="1317" y="1997"/>
                    <a:pt x="1317" y="2029"/>
                    <a:pt x="1290" y="2034"/>
                  </a:cubicBezTo>
                  <a:cubicBezTo>
                    <a:pt x="1263" y="2040"/>
                    <a:pt x="1270" y="2052"/>
                    <a:pt x="1267" y="2062"/>
                  </a:cubicBezTo>
                  <a:cubicBezTo>
                    <a:pt x="1264" y="2072"/>
                    <a:pt x="1286" y="2089"/>
                    <a:pt x="1302" y="2096"/>
                  </a:cubicBezTo>
                  <a:cubicBezTo>
                    <a:pt x="1317" y="2103"/>
                    <a:pt x="1316" y="2122"/>
                    <a:pt x="1316" y="2141"/>
                  </a:cubicBezTo>
                  <a:cubicBezTo>
                    <a:pt x="1316" y="2159"/>
                    <a:pt x="1297" y="2149"/>
                    <a:pt x="1287" y="2141"/>
                  </a:cubicBezTo>
                  <a:cubicBezTo>
                    <a:pt x="1277" y="2132"/>
                    <a:pt x="1267" y="2139"/>
                    <a:pt x="1257" y="2145"/>
                  </a:cubicBezTo>
                  <a:cubicBezTo>
                    <a:pt x="1247" y="2151"/>
                    <a:pt x="1237" y="2141"/>
                    <a:pt x="1228" y="2129"/>
                  </a:cubicBezTo>
                  <a:cubicBezTo>
                    <a:pt x="1220" y="2118"/>
                    <a:pt x="1194" y="2120"/>
                    <a:pt x="1187" y="2125"/>
                  </a:cubicBezTo>
                  <a:cubicBezTo>
                    <a:pt x="1180" y="2129"/>
                    <a:pt x="1171" y="2128"/>
                    <a:pt x="1168" y="2118"/>
                  </a:cubicBezTo>
                  <a:cubicBezTo>
                    <a:pt x="1165" y="2108"/>
                    <a:pt x="1145" y="2109"/>
                    <a:pt x="1135" y="2090"/>
                  </a:cubicBezTo>
                  <a:cubicBezTo>
                    <a:pt x="1125" y="2072"/>
                    <a:pt x="1121" y="2080"/>
                    <a:pt x="1101" y="2080"/>
                  </a:cubicBezTo>
                  <a:cubicBezTo>
                    <a:pt x="1081" y="2080"/>
                    <a:pt x="1089" y="2098"/>
                    <a:pt x="1071" y="2108"/>
                  </a:cubicBezTo>
                  <a:cubicBezTo>
                    <a:pt x="1052" y="2118"/>
                    <a:pt x="1064" y="2132"/>
                    <a:pt x="1074" y="2135"/>
                  </a:cubicBezTo>
                  <a:cubicBezTo>
                    <a:pt x="1084" y="2138"/>
                    <a:pt x="1092" y="2149"/>
                    <a:pt x="1107" y="2163"/>
                  </a:cubicBezTo>
                  <a:cubicBezTo>
                    <a:pt x="1121" y="2178"/>
                    <a:pt x="1121" y="2171"/>
                    <a:pt x="1140" y="2166"/>
                  </a:cubicBezTo>
                  <a:cubicBezTo>
                    <a:pt x="1158" y="2162"/>
                    <a:pt x="1161" y="2178"/>
                    <a:pt x="1163" y="2195"/>
                  </a:cubicBezTo>
                  <a:cubicBezTo>
                    <a:pt x="1164" y="2212"/>
                    <a:pt x="1145" y="2214"/>
                    <a:pt x="1138" y="2221"/>
                  </a:cubicBezTo>
                  <a:cubicBezTo>
                    <a:pt x="1131" y="2228"/>
                    <a:pt x="1117" y="2227"/>
                    <a:pt x="1111" y="2218"/>
                  </a:cubicBezTo>
                  <a:cubicBezTo>
                    <a:pt x="1105" y="2209"/>
                    <a:pt x="1097" y="2212"/>
                    <a:pt x="1082" y="2212"/>
                  </a:cubicBezTo>
                  <a:cubicBezTo>
                    <a:pt x="1068" y="2212"/>
                    <a:pt x="1054" y="2208"/>
                    <a:pt x="1052" y="2198"/>
                  </a:cubicBezTo>
                  <a:cubicBezTo>
                    <a:pt x="1051" y="2188"/>
                    <a:pt x="1041" y="2186"/>
                    <a:pt x="1031" y="2178"/>
                  </a:cubicBezTo>
                  <a:cubicBezTo>
                    <a:pt x="1021" y="2169"/>
                    <a:pt x="1001" y="2172"/>
                    <a:pt x="983" y="2172"/>
                  </a:cubicBezTo>
                  <a:cubicBezTo>
                    <a:pt x="966" y="2172"/>
                    <a:pt x="962" y="2159"/>
                    <a:pt x="963" y="2151"/>
                  </a:cubicBezTo>
                  <a:cubicBezTo>
                    <a:pt x="965" y="2142"/>
                    <a:pt x="965" y="2126"/>
                    <a:pt x="958" y="2109"/>
                  </a:cubicBezTo>
                  <a:cubicBezTo>
                    <a:pt x="950" y="2092"/>
                    <a:pt x="955" y="2086"/>
                    <a:pt x="942" y="2077"/>
                  </a:cubicBezTo>
                  <a:cubicBezTo>
                    <a:pt x="929" y="2069"/>
                    <a:pt x="945" y="2060"/>
                    <a:pt x="958" y="2040"/>
                  </a:cubicBezTo>
                  <a:cubicBezTo>
                    <a:pt x="970" y="2020"/>
                    <a:pt x="952" y="2017"/>
                    <a:pt x="950" y="2003"/>
                  </a:cubicBezTo>
                  <a:cubicBezTo>
                    <a:pt x="949" y="1989"/>
                    <a:pt x="925" y="1977"/>
                    <a:pt x="915" y="1973"/>
                  </a:cubicBezTo>
                  <a:cubicBezTo>
                    <a:pt x="905" y="1969"/>
                    <a:pt x="892" y="1964"/>
                    <a:pt x="877" y="1964"/>
                  </a:cubicBezTo>
                  <a:cubicBezTo>
                    <a:pt x="863" y="1964"/>
                    <a:pt x="874" y="1957"/>
                    <a:pt x="873" y="1947"/>
                  </a:cubicBezTo>
                  <a:cubicBezTo>
                    <a:pt x="872" y="1937"/>
                    <a:pt x="860" y="1938"/>
                    <a:pt x="854" y="1946"/>
                  </a:cubicBezTo>
                  <a:cubicBezTo>
                    <a:pt x="849" y="1953"/>
                    <a:pt x="836" y="1941"/>
                    <a:pt x="840" y="1934"/>
                  </a:cubicBezTo>
                  <a:cubicBezTo>
                    <a:pt x="844" y="1927"/>
                    <a:pt x="844" y="1923"/>
                    <a:pt x="830" y="1920"/>
                  </a:cubicBezTo>
                  <a:cubicBezTo>
                    <a:pt x="816" y="1917"/>
                    <a:pt x="821" y="1911"/>
                    <a:pt x="804" y="1894"/>
                  </a:cubicBezTo>
                  <a:cubicBezTo>
                    <a:pt x="787" y="1877"/>
                    <a:pt x="800" y="1874"/>
                    <a:pt x="817" y="1875"/>
                  </a:cubicBezTo>
                  <a:cubicBezTo>
                    <a:pt x="834" y="1877"/>
                    <a:pt x="846" y="1891"/>
                    <a:pt x="856" y="1907"/>
                  </a:cubicBezTo>
                  <a:cubicBezTo>
                    <a:pt x="866" y="1923"/>
                    <a:pt x="883" y="1918"/>
                    <a:pt x="896" y="1924"/>
                  </a:cubicBezTo>
                  <a:cubicBezTo>
                    <a:pt x="909" y="1930"/>
                    <a:pt x="935" y="1934"/>
                    <a:pt x="950" y="1937"/>
                  </a:cubicBezTo>
                  <a:cubicBezTo>
                    <a:pt x="966" y="1940"/>
                    <a:pt x="989" y="1948"/>
                    <a:pt x="1009" y="1957"/>
                  </a:cubicBezTo>
                  <a:cubicBezTo>
                    <a:pt x="1029" y="1966"/>
                    <a:pt x="1068" y="1971"/>
                    <a:pt x="1094" y="1971"/>
                  </a:cubicBezTo>
                  <a:cubicBezTo>
                    <a:pt x="1120" y="1971"/>
                    <a:pt x="1132" y="1989"/>
                    <a:pt x="1173" y="1996"/>
                  </a:cubicBezTo>
                  <a:cubicBezTo>
                    <a:pt x="1213" y="2003"/>
                    <a:pt x="1269" y="1980"/>
                    <a:pt x="1290" y="1966"/>
                  </a:cubicBezTo>
                  <a:cubicBezTo>
                    <a:pt x="1312" y="1951"/>
                    <a:pt x="1339" y="1933"/>
                    <a:pt x="1360" y="1917"/>
                  </a:cubicBezTo>
                  <a:cubicBezTo>
                    <a:pt x="1382" y="1901"/>
                    <a:pt x="1379" y="1860"/>
                    <a:pt x="1369" y="1854"/>
                  </a:cubicBezTo>
                  <a:cubicBezTo>
                    <a:pt x="1359" y="1848"/>
                    <a:pt x="1353" y="1838"/>
                    <a:pt x="1352" y="1821"/>
                  </a:cubicBezTo>
                  <a:cubicBezTo>
                    <a:pt x="1350" y="1804"/>
                    <a:pt x="1342" y="1808"/>
                    <a:pt x="1326" y="1808"/>
                  </a:cubicBezTo>
                  <a:cubicBezTo>
                    <a:pt x="1310" y="1808"/>
                    <a:pt x="1309" y="1802"/>
                    <a:pt x="1303" y="1791"/>
                  </a:cubicBezTo>
                  <a:cubicBezTo>
                    <a:pt x="1297" y="1779"/>
                    <a:pt x="1289" y="1769"/>
                    <a:pt x="1274" y="1769"/>
                  </a:cubicBezTo>
                  <a:cubicBezTo>
                    <a:pt x="1260" y="1769"/>
                    <a:pt x="1253" y="1759"/>
                    <a:pt x="1233" y="1754"/>
                  </a:cubicBezTo>
                  <a:cubicBezTo>
                    <a:pt x="1213" y="1748"/>
                    <a:pt x="1223" y="1744"/>
                    <a:pt x="1204" y="1744"/>
                  </a:cubicBezTo>
                  <a:cubicBezTo>
                    <a:pt x="1185" y="1744"/>
                    <a:pt x="1175" y="1739"/>
                    <a:pt x="1151" y="1718"/>
                  </a:cubicBezTo>
                  <a:cubicBezTo>
                    <a:pt x="1127" y="1696"/>
                    <a:pt x="1105" y="1692"/>
                    <a:pt x="1074" y="1673"/>
                  </a:cubicBezTo>
                  <a:cubicBezTo>
                    <a:pt x="1042" y="1655"/>
                    <a:pt x="1038" y="1666"/>
                    <a:pt x="1019" y="1652"/>
                  </a:cubicBezTo>
                  <a:cubicBezTo>
                    <a:pt x="1001" y="1637"/>
                    <a:pt x="988" y="1639"/>
                    <a:pt x="975" y="1647"/>
                  </a:cubicBezTo>
                  <a:cubicBezTo>
                    <a:pt x="962" y="1656"/>
                    <a:pt x="946" y="1645"/>
                    <a:pt x="940" y="1636"/>
                  </a:cubicBezTo>
                  <a:cubicBezTo>
                    <a:pt x="935" y="1627"/>
                    <a:pt x="905" y="1632"/>
                    <a:pt x="895" y="1632"/>
                  </a:cubicBezTo>
                  <a:cubicBezTo>
                    <a:pt x="884" y="1632"/>
                    <a:pt x="880" y="1632"/>
                    <a:pt x="879" y="1656"/>
                  </a:cubicBezTo>
                  <a:cubicBezTo>
                    <a:pt x="877" y="1680"/>
                    <a:pt x="857" y="1679"/>
                    <a:pt x="846" y="1673"/>
                  </a:cubicBezTo>
                  <a:cubicBezTo>
                    <a:pt x="834" y="1668"/>
                    <a:pt x="864" y="1655"/>
                    <a:pt x="869" y="1637"/>
                  </a:cubicBezTo>
                  <a:cubicBezTo>
                    <a:pt x="873" y="1620"/>
                    <a:pt x="857" y="1617"/>
                    <a:pt x="852" y="1626"/>
                  </a:cubicBezTo>
                  <a:cubicBezTo>
                    <a:pt x="846" y="1635"/>
                    <a:pt x="829" y="1636"/>
                    <a:pt x="829" y="1632"/>
                  </a:cubicBezTo>
                  <a:cubicBezTo>
                    <a:pt x="829" y="1627"/>
                    <a:pt x="821" y="1617"/>
                    <a:pt x="803" y="1612"/>
                  </a:cubicBezTo>
                  <a:cubicBezTo>
                    <a:pt x="784" y="1606"/>
                    <a:pt x="791" y="1593"/>
                    <a:pt x="804" y="1597"/>
                  </a:cubicBezTo>
                  <a:cubicBezTo>
                    <a:pt x="817" y="1602"/>
                    <a:pt x="837" y="1602"/>
                    <a:pt x="839" y="1594"/>
                  </a:cubicBezTo>
                  <a:cubicBezTo>
                    <a:pt x="840" y="1587"/>
                    <a:pt x="834" y="1579"/>
                    <a:pt x="817" y="1579"/>
                  </a:cubicBezTo>
                  <a:cubicBezTo>
                    <a:pt x="800" y="1579"/>
                    <a:pt x="804" y="1570"/>
                    <a:pt x="790" y="1563"/>
                  </a:cubicBezTo>
                  <a:cubicBezTo>
                    <a:pt x="776" y="1556"/>
                    <a:pt x="761" y="1561"/>
                    <a:pt x="773" y="1573"/>
                  </a:cubicBezTo>
                  <a:cubicBezTo>
                    <a:pt x="784" y="1584"/>
                    <a:pt x="757" y="1576"/>
                    <a:pt x="747" y="1593"/>
                  </a:cubicBezTo>
                  <a:cubicBezTo>
                    <a:pt x="737" y="1610"/>
                    <a:pt x="717" y="1603"/>
                    <a:pt x="717" y="1593"/>
                  </a:cubicBezTo>
                  <a:cubicBezTo>
                    <a:pt x="717" y="1586"/>
                    <a:pt x="714" y="1583"/>
                    <a:pt x="707" y="1581"/>
                  </a:cubicBezTo>
                  <a:cubicBezTo>
                    <a:pt x="704" y="1589"/>
                    <a:pt x="706" y="1598"/>
                    <a:pt x="707" y="1604"/>
                  </a:cubicBezTo>
                  <a:cubicBezTo>
                    <a:pt x="709" y="1613"/>
                    <a:pt x="701" y="1614"/>
                    <a:pt x="691" y="1613"/>
                  </a:cubicBezTo>
                  <a:cubicBezTo>
                    <a:pt x="682" y="1613"/>
                    <a:pt x="682" y="1608"/>
                    <a:pt x="672" y="1604"/>
                  </a:cubicBezTo>
                  <a:cubicBezTo>
                    <a:pt x="661" y="1600"/>
                    <a:pt x="654" y="1613"/>
                    <a:pt x="650" y="1624"/>
                  </a:cubicBezTo>
                  <a:cubicBezTo>
                    <a:pt x="646" y="1635"/>
                    <a:pt x="636" y="1634"/>
                    <a:pt x="626" y="1634"/>
                  </a:cubicBezTo>
                  <a:cubicBezTo>
                    <a:pt x="616" y="1635"/>
                    <a:pt x="612" y="1647"/>
                    <a:pt x="605" y="1660"/>
                  </a:cubicBezTo>
                  <a:cubicBezTo>
                    <a:pt x="599" y="1669"/>
                    <a:pt x="589" y="1672"/>
                    <a:pt x="582" y="1669"/>
                  </a:cubicBezTo>
                  <a:cubicBezTo>
                    <a:pt x="579" y="1672"/>
                    <a:pt x="575" y="1676"/>
                    <a:pt x="571" y="1677"/>
                  </a:cubicBezTo>
                  <a:cubicBezTo>
                    <a:pt x="562" y="1678"/>
                    <a:pt x="552" y="1677"/>
                    <a:pt x="551" y="1681"/>
                  </a:cubicBezTo>
                  <a:cubicBezTo>
                    <a:pt x="550" y="1685"/>
                    <a:pt x="549" y="1689"/>
                    <a:pt x="556" y="1689"/>
                  </a:cubicBezTo>
                  <a:cubicBezTo>
                    <a:pt x="563" y="1689"/>
                    <a:pt x="569" y="1693"/>
                    <a:pt x="568" y="1698"/>
                  </a:cubicBezTo>
                  <a:cubicBezTo>
                    <a:pt x="567" y="1704"/>
                    <a:pt x="563" y="1709"/>
                    <a:pt x="558" y="1712"/>
                  </a:cubicBezTo>
                  <a:cubicBezTo>
                    <a:pt x="552" y="1716"/>
                    <a:pt x="553" y="1722"/>
                    <a:pt x="553" y="1730"/>
                  </a:cubicBezTo>
                  <a:cubicBezTo>
                    <a:pt x="553" y="1738"/>
                    <a:pt x="550" y="1744"/>
                    <a:pt x="560" y="1750"/>
                  </a:cubicBezTo>
                  <a:cubicBezTo>
                    <a:pt x="570" y="1756"/>
                    <a:pt x="573" y="1769"/>
                    <a:pt x="585" y="1769"/>
                  </a:cubicBezTo>
                  <a:cubicBezTo>
                    <a:pt x="598" y="1770"/>
                    <a:pt x="601" y="1770"/>
                    <a:pt x="614" y="1786"/>
                  </a:cubicBezTo>
                  <a:cubicBezTo>
                    <a:pt x="626" y="1803"/>
                    <a:pt x="636" y="1807"/>
                    <a:pt x="642" y="1811"/>
                  </a:cubicBezTo>
                  <a:cubicBezTo>
                    <a:pt x="648" y="1815"/>
                    <a:pt x="650" y="1826"/>
                    <a:pt x="640" y="1836"/>
                  </a:cubicBezTo>
                  <a:cubicBezTo>
                    <a:pt x="630" y="1846"/>
                    <a:pt x="615" y="1864"/>
                    <a:pt x="609" y="1872"/>
                  </a:cubicBezTo>
                  <a:cubicBezTo>
                    <a:pt x="602" y="1880"/>
                    <a:pt x="587" y="1891"/>
                    <a:pt x="589" y="1898"/>
                  </a:cubicBezTo>
                  <a:cubicBezTo>
                    <a:pt x="591" y="1906"/>
                    <a:pt x="583" y="1917"/>
                    <a:pt x="596" y="1922"/>
                  </a:cubicBezTo>
                  <a:cubicBezTo>
                    <a:pt x="608" y="1928"/>
                    <a:pt x="608" y="1932"/>
                    <a:pt x="614" y="1939"/>
                  </a:cubicBezTo>
                  <a:cubicBezTo>
                    <a:pt x="620" y="1946"/>
                    <a:pt x="627" y="1973"/>
                    <a:pt x="633" y="1980"/>
                  </a:cubicBezTo>
                  <a:cubicBezTo>
                    <a:pt x="639" y="1987"/>
                    <a:pt x="645" y="1996"/>
                    <a:pt x="647" y="2001"/>
                  </a:cubicBezTo>
                  <a:cubicBezTo>
                    <a:pt x="649" y="2006"/>
                    <a:pt x="661" y="2031"/>
                    <a:pt x="650" y="2033"/>
                  </a:cubicBezTo>
                  <a:cubicBezTo>
                    <a:pt x="639" y="2036"/>
                    <a:pt x="632" y="2041"/>
                    <a:pt x="632" y="2047"/>
                  </a:cubicBezTo>
                  <a:cubicBezTo>
                    <a:pt x="632" y="2054"/>
                    <a:pt x="624" y="2061"/>
                    <a:pt x="626" y="2067"/>
                  </a:cubicBezTo>
                  <a:cubicBezTo>
                    <a:pt x="628" y="2073"/>
                    <a:pt x="639" y="2083"/>
                    <a:pt x="634" y="2088"/>
                  </a:cubicBezTo>
                  <a:cubicBezTo>
                    <a:pt x="629" y="2093"/>
                    <a:pt x="625" y="2098"/>
                    <a:pt x="625" y="2106"/>
                  </a:cubicBezTo>
                  <a:cubicBezTo>
                    <a:pt x="625" y="2115"/>
                    <a:pt x="628" y="2126"/>
                    <a:pt x="634" y="2126"/>
                  </a:cubicBezTo>
                  <a:cubicBezTo>
                    <a:pt x="641" y="2127"/>
                    <a:pt x="650" y="2126"/>
                    <a:pt x="657" y="2133"/>
                  </a:cubicBezTo>
                  <a:cubicBezTo>
                    <a:pt x="664" y="2140"/>
                    <a:pt x="660" y="2145"/>
                    <a:pt x="652" y="2147"/>
                  </a:cubicBezTo>
                  <a:cubicBezTo>
                    <a:pt x="645" y="2150"/>
                    <a:pt x="646" y="2161"/>
                    <a:pt x="653" y="2166"/>
                  </a:cubicBezTo>
                  <a:cubicBezTo>
                    <a:pt x="660" y="2171"/>
                    <a:pt x="660" y="2176"/>
                    <a:pt x="668" y="2178"/>
                  </a:cubicBezTo>
                  <a:cubicBezTo>
                    <a:pt x="677" y="2179"/>
                    <a:pt x="686" y="2184"/>
                    <a:pt x="686" y="2191"/>
                  </a:cubicBezTo>
                  <a:cubicBezTo>
                    <a:pt x="686" y="2197"/>
                    <a:pt x="686" y="2207"/>
                    <a:pt x="676" y="2210"/>
                  </a:cubicBezTo>
                  <a:cubicBezTo>
                    <a:pt x="666" y="2214"/>
                    <a:pt x="635" y="2232"/>
                    <a:pt x="660" y="2244"/>
                  </a:cubicBezTo>
                  <a:cubicBezTo>
                    <a:pt x="684" y="2256"/>
                    <a:pt x="709" y="2277"/>
                    <a:pt x="719" y="2284"/>
                  </a:cubicBezTo>
                  <a:cubicBezTo>
                    <a:pt x="729" y="2290"/>
                    <a:pt x="730" y="2294"/>
                    <a:pt x="735" y="2300"/>
                  </a:cubicBezTo>
                  <a:cubicBezTo>
                    <a:pt x="740" y="2305"/>
                    <a:pt x="756" y="2317"/>
                    <a:pt x="737" y="2338"/>
                  </a:cubicBezTo>
                  <a:cubicBezTo>
                    <a:pt x="718" y="2358"/>
                    <a:pt x="651" y="2431"/>
                    <a:pt x="636" y="2445"/>
                  </a:cubicBezTo>
                  <a:cubicBezTo>
                    <a:pt x="620" y="2460"/>
                    <a:pt x="574" y="2499"/>
                    <a:pt x="561" y="2504"/>
                  </a:cubicBezTo>
                  <a:cubicBezTo>
                    <a:pt x="549" y="2510"/>
                    <a:pt x="536" y="2523"/>
                    <a:pt x="531" y="2527"/>
                  </a:cubicBezTo>
                  <a:cubicBezTo>
                    <a:pt x="527" y="2529"/>
                    <a:pt x="519" y="2537"/>
                    <a:pt x="512" y="2546"/>
                  </a:cubicBezTo>
                  <a:cubicBezTo>
                    <a:pt x="533" y="2547"/>
                    <a:pt x="555" y="2549"/>
                    <a:pt x="568" y="2563"/>
                  </a:cubicBezTo>
                  <a:cubicBezTo>
                    <a:pt x="584" y="2581"/>
                    <a:pt x="576" y="2572"/>
                    <a:pt x="615" y="2576"/>
                  </a:cubicBezTo>
                  <a:cubicBezTo>
                    <a:pt x="654" y="2581"/>
                    <a:pt x="654" y="2593"/>
                    <a:pt x="652" y="2602"/>
                  </a:cubicBezTo>
                  <a:cubicBezTo>
                    <a:pt x="651" y="2611"/>
                    <a:pt x="629" y="2601"/>
                    <a:pt x="609" y="2596"/>
                  </a:cubicBezTo>
                  <a:cubicBezTo>
                    <a:pt x="589" y="2592"/>
                    <a:pt x="591" y="2598"/>
                    <a:pt x="585" y="2609"/>
                  </a:cubicBezTo>
                  <a:cubicBezTo>
                    <a:pt x="579" y="2621"/>
                    <a:pt x="568" y="2621"/>
                    <a:pt x="548" y="2618"/>
                  </a:cubicBezTo>
                  <a:cubicBezTo>
                    <a:pt x="532" y="2616"/>
                    <a:pt x="528" y="2625"/>
                    <a:pt x="524" y="2636"/>
                  </a:cubicBezTo>
                  <a:cubicBezTo>
                    <a:pt x="533" y="2641"/>
                    <a:pt x="528" y="2650"/>
                    <a:pt x="532" y="2655"/>
                  </a:cubicBezTo>
                  <a:cubicBezTo>
                    <a:pt x="536" y="2660"/>
                    <a:pt x="536" y="2666"/>
                    <a:pt x="526" y="2669"/>
                  </a:cubicBezTo>
                  <a:cubicBezTo>
                    <a:pt x="517" y="2671"/>
                    <a:pt x="518" y="2685"/>
                    <a:pt x="505" y="2693"/>
                  </a:cubicBezTo>
                  <a:cubicBezTo>
                    <a:pt x="492" y="2701"/>
                    <a:pt x="486" y="2714"/>
                    <a:pt x="489" y="2727"/>
                  </a:cubicBezTo>
                  <a:cubicBezTo>
                    <a:pt x="492" y="2740"/>
                    <a:pt x="489" y="2746"/>
                    <a:pt x="487" y="2757"/>
                  </a:cubicBezTo>
                  <a:cubicBezTo>
                    <a:pt x="486" y="2768"/>
                    <a:pt x="504" y="2785"/>
                    <a:pt x="509" y="2797"/>
                  </a:cubicBezTo>
                  <a:cubicBezTo>
                    <a:pt x="515" y="2809"/>
                    <a:pt x="501" y="2803"/>
                    <a:pt x="491" y="2807"/>
                  </a:cubicBezTo>
                  <a:cubicBezTo>
                    <a:pt x="480" y="2812"/>
                    <a:pt x="485" y="2817"/>
                    <a:pt x="485" y="2827"/>
                  </a:cubicBezTo>
                  <a:cubicBezTo>
                    <a:pt x="485" y="2838"/>
                    <a:pt x="497" y="2841"/>
                    <a:pt x="507" y="2848"/>
                  </a:cubicBezTo>
                  <a:cubicBezTo>
                    <a:pt x="517" y="2856"/>
                    <a:pt x="509" y="2859"/>
                    <a:pt x="505" y="2867"/>
                  </a:cubicBezTo>
                  <a:cubicBezTo>
                    <a:pt x="500" y="2875"/>
                    <a:pt x="501" y="2885"/>
                    <a:pt x="506" y="2891"/>
                  </a:cubicBezTo>
                  <a:cubicBezTo>
                    <a:pt x="512" y="2896"/>
                    <a:pt x="509" y="2905"/>
                    <a:pt x="520" y="2917"/>
                  </a:cubicBezTo>
                  <a:cubicBezTo>
                    <a:pt x="531" y="2930"/>
                    <a:pt x="528" y="2940"/>
                    <a:pt x="530" y="2954"/>
                  </a:cubicBezTo>
                  <a:cubicBezTo>
                    <a:pt x="531" y="2967"/>
                    <a:pt x="553" y="2965"/>
                    <a:pt x="565" y="2967"/>
                  </a:cubicBezTo>
                  <a:cubicBezTo>
                    <a:pt x="577" y="2968"/>
                    <a:pt x="579" y="2970"/>
                    <a:pt x="593" y="2970"/>
                  </a:cubicBezTo>
                  <a:cubicBezTo>
                    <a:pt x="606" y="2970"/>
                    <a:pt x="604" y="2978"/>
                    <a:pt x="606" y="2989"/>
                  </a:cubicBezTo>
                  <a:cubicBezTo>
                    <a:pt x="609" y="3000"/>
                    <a:pt x="618" y="3001"/>
                    <a:pt x="629" y="2995"/>
                  </a:cubicBezTo>
                  <a:cubicBezTo>
                    <a:pt x="641" y="2989"/>
                    <a:pt x="639" y="2982"/>
                    <a:pt x="653" y="2983"/>
                  </a:cubicBezTo>
                  <a:cubicBezTo>
                    <a:pt x="666" y="2984"/>
                    <a:pt x="680" y="2995"/>
                    <a:pt x="698" y="3005"/>
                  </a:cubicBezTo>
                  <a:cubicBezTo>
                    <a:pt x="717" y="3015"/>
                    <a:pt x="697" y="3034"/>
                    <a:pt x="704" y="3041"/>
                  </a:cubicBezTo>
                  <a:cubicBezTo>
                    <a:pt x="711" y="3049"/>
                    <a:pt x="713" y="3056"/>
                    <a:pt x="706" y="3069"/>
                  </a:cubicBezTo>
                  <a:cubicBezTo>
                    <a:pt x="699" y="3082"/>
                    <a:pt x="709" y="3085"/>
                    <a:pt x="716" y="3097"/>
                  </a:cubicBezTo>
                  <a:cubicBezTo>
                    <a:pt x="723" y="3109"/>
                    <a:pt x="742" y="3140"/>
                    <a:pt x="753" y="3141"/>
                  </a:cubicBezTo>
                  <a:cubicBezTo>
                    <a:pt x="764" y="3143"/>
                    <a:pt x="765" y="3152"/>
                    <a:pt x="767" y="3163"/>
                  </a:cubicBezTo>
                  <a:cubicBezTo>
                    <a:pt x="768" y="3173"/>
                    <a:pt x="782" y="3168"/>
                    <a:pt x="791" y="3168"/>
                  </a:cubicBezTo>
                  <a:cubicBezTo>
                    <a:pt x="801" y="3168"/>
                    <a:pt x="803" y="3181"/>
                    <a:pt x="814" y="3191"/>
                  </a:cubicBezTo>
                  <a:cubicBezTo>
                    <a:pt x="825" y="3201"/>
                    <a:pt x="819" y="3202"/>
                    <a:pt x="817" y="3208"/>
                  </a:cubicBezTo>
                  <a:cubicBezTo>
                    <a:pt x="815" y="3213"/>
                    <a:pt x="807" y="3221"/>
                    <a:pt x="796" y="3222"/>
                  </a:cubicBezTo>
                  <a:cubicBezTo>
                    <a:pt x="785" y="3222"/>
                    <a:pt x="784" y="3233"/>
                    <a:pt x="776" y="3233"/>
                  </a:cubicBezTo>
                  <a:cubicBezTo>
                    <a:pt x="769" y="3234"/>
                    <a:pt x="765" y="3227"/>
                    <a:pt x="751" y="3221"/>
                  </a:cubicBezTo>
                  <a:cubicBezTo>
                    <a:pt x="737" y="3214"/>
                    <a:pt x="738" y="3225"/>
                    <a:pt x="733" y="3234"/>
                  </a:cubicBezTo>
                  <a:cubicBezTo>
                    <a:pt x="729" y="3243"/>
                    <a:pt x="732" y="3245"/>
                    <a:pt x="739" y="3248"/>
                  </a:cubicBezTo>
                  <a:cubicBezTo>
                    <a:pt x="746" y="3252"/>
                    <a:pt x="744" y="3261"/>
                    <a:pt x="749" y="3270"/>
                  </a:cubicBezTo>
                  <a:cubicBezTo>
                    <a:pt x="755" y="3280"/>
                    <a:pt x="743" y="3277"/>
                    <a:pt x="747" y="3288"/>
                  </a:cubicBezTo>
                  <a:cubicBezTo>
                    <a:pt x="751" y="3298"/>
                    <a:pt x="757" y="3306"/>
                    <a:pt x="765" y="3314"/>
                  </a:cubicBezTo>
                  <a:cubicBezTo>
                    <a:pt x="773" y="3323"/>
                    <a:pt x="788" y="3317"/>
                    <a:pt x="792" y="3308"/>
                  </a:cubicBezTo>
                  <a:cubicBezTo>
                    <a:pt x="796" y="3300"/>
                    <a:pt x="802" y="3299"/>
                    <a:pt x="808" y="3296"/>
                  </a:cubicBezTo>
                  <a:cubicBezTo>
                    <a:pt x="814" y="3292"/>
                    <a:pt x="818" y="3302"/>
                    <a:pt x="832" y="3304"/>
                  </a:cubicBezTo>
                  <a:cubicBezTo>
                    <a:pt x="845" y="3307"/>
                    <a:pt x="849" y="3294"/>
                    <a:pt x="856" y="3287"/>
                  </a:cubicBezTo>
                  <a:cubicBezTo>
                    <a:pt x="864" y="3280"/>
                    <a:pt x="875" y="3297"/>
                    <a:pt x="879" y="3291"/>
                  </a:cubicBezTo>
                  <a:cubicBezTo>
                    <a:pt x="884" y="3285"/>
                    <a:pt x="886" y="3294"/>
                    <a:pt x="896" y="3296"/>
                  </a:cubicBezTo>
                  <a:cubicBezTo>
                    <a:pt x="907" y="3299"/>
                    <a:pt x="909" y="3320"/>
                    <a:pt x="920" y="3330"/>
                  </a:cubicBezTo>
                  <a:cubicBezTo>
                    <a:pt x="930" y="3339"/>
                    <a:pt x="922" y="3341"/>
                    <a:pt x="916" y="3342"/>
                  </a:cubicBezTo>
                  <a:cubicBezTo>
                    <a:pt x="910" y="3343"/>
                    <a:pt x="908" y="3350"/>
                    <a:pt x="911" y="3354"/>
                  </a:cubicBezTo>
                  <a:cubicBezTo>
                    <a:pt x="914" y="3358"/>
                    <a:pt x="916" y="3367"/>
                    <a:pt x="917" y="3380"/>
                  </a:cubicBezTo>
                  <a:cubicBezTo>
                    <a:pt x="918" y="3392"/>
                    <a:pt x="930" y="3386"/>
                    <a:pt x="941" y="3393"/>
                  </a:cubicBezTo>
                  <a:cubicBezTo>
                    <a:pt x="953" y="3399"/>
                    <a:pt x="960" y="3388"/>
                    <a:pt x="969" y="3390"/>
                  </a:cubicBezTo>
                  <a:cubicBezTo>
                    <a:pt x="978" y="3391"/>
                    <a:pt x="984" y="3409"/>
                    <a:pt x="990" y="3421"/>
                  </a:cubicBezTo>
                  <a:cubicBezTo>
                    <a:pt x="996" y="3433"/>
                    <a:pt x="997" y="3455"/>
                    <a:pt x="1002" y="3460"/>
                  </a:cubicBezTo>
                  <a:cubicBezTo>
                    <a:pt x="1006" y="3464"/>
                    <a:pt x="1017" y="3465"/>
                    <a:pt x="1020" y="3460"/>
                  </a:cubicBezTo>
                  <a:cubicBezTo>
                    <a:pt x="1023" y="3455"/>
                    <a:pt x="1029" y="3458"/>
                    <a:pt x="1037" y="3459"/>
                  </a:cubicBezTo>
                  <a:cubicBezTo>
                    <a:pt x="1046" y="3460"/>
                    <a:pt x="1052" y="3472"/>
                    <a:pt x="1061" y="3474"/>
                  </a:cubicBezTo>
                  <a:cubicBezTo>
                    <a:pt x="1070" y="3477"/>
                    <a:pt x="1079" y="3473"/>
                    <a:pt x="1082" y="3465"/>
                  </a:cubicBezTo>
                  <a:cubicBezTo>
                    <a:pt x="1085" y="3458"/>
                    <a:pt x="1102" y="3461"/>
                    <a:pt x="1108" y="3456"/>
                  </a:cubicBezTo>
                  <a:cubicBezTo>
                    <a:pt x="1114" y="3450"/>
                    <a:pt x="1131" y="3475"/>
                    <a:pt x="1145" y="3489"/>
                  </a:cubicBezTo>
                  <a:cubicBezTo>
                    <a:pt x="1159" y="3503"/>
                    <a:pt x="1164" y="3492"/>
                    <a:pt x="1173" y="3491"/>
                  </a:cubicBezTo>
                  <a:cubicBezTo>
                    <a:pt x="1183" y="3490"/>
                    <a:pt x="1196" y="3496"/>
                    <a:pt x="1204" y="3506"/>
                  </a:cubicBezTo>
                  <a:cubicBezTo>
                    <a:pt x="1212" y="3517"/>
                    <a:pt x="1223" y="3507"/>
                    <a:pt x="1231" y="3503"/>
                  </a:cubicBezTo>
                  <a:cubicBezTo>
                    <a:pt x="1238" y="3499"/>
                    <a:pt x="1249" y="3511"/>
                    <a:pt x="1260" y="3523"/>
                  </a:cubicBezTo>
                  <a:cubicBezTo>
                    <a:pt x="1272" y="3534"/>
                    <a:pt x="1276" y="3528"/>
                    <a:pt x="1285" y="3527"/>
                  </a:cubicBezTo>
                  <a:cubicBezTo>
                    <a:pt x="1293" y="3525"/>
                    <a:pt x="1297" y="3533"/>
                    <a:pt x="1296" y="3541"/>
                  </a:cubicBezTo>
                  <a:cubicBezTo>
                    <a:pt x="1296" y="3549"/>
                    <a:pt x="1296" y="3553"/>
                    <a:pt x="1285" y="3563"/>
                  </a:cubicBezTo>
                  <a:cubicBezTo>
                    <a:pt x="1274" y="3574"/>
                    <a:pt x="1283" y="3578"/>
                    <a:pt x="1287" y="3585"/>
                  </a:cubicBezTo>
                  <a:cubicBezTo>
                    <a:pt x="1291" y="3591"/>
                    <a:pt x="1282" y="3592"/>
                    <a:pt x="1273" y="3594"/>
                  </a:cubicBezTo>
                  <a:cubicBezTo>
                    <a:pt x="1263" y="3595"/>
                    <a:pt x="1267" y="3607"/>
                    <a:pt x="1271" y="3612"/>
                  </a:cubicBezTo>
                  <a:cubicBezTo>
                    <a:pt x="1276" y="3617"/>
                    <a:pt x="1276" y="3621"/>
                    <a:pt x="1281" y="3629"/>
                  </a:cubicBezTo>
                  <a:cubicBezTo>
                    <a:pt x="1286" y="3637"/>
                    <a:pt x="1289" y="3637"/>
                    <a:pt x="1287" y="3645"/>
                  </a:cubicBezTo>
                  <a:cubicBezTo>
                    <a:pt x="1284" y="3653"/>
                    <a:pt x="1279" y="3653"/>
                    <a:pt x="1276" y="3664"/>
                  </a:cubicBezTo>
                  <a:cubicBezTo>
                    <a:pt x="1274" y="3675"/>
                    <a:pt x="1243" y="3668"/>
                    <a:pt x="1225" y="3668"/>
                  </a:cubicBezTo>
                  <a:cubicBezTo>
                    <a:pt x="1206" y="3668"/>
                    <a:pt x="1205" y="3682"/>
                    <a:pt x="1194" y="3686"/>
                  </a:cubicBezTo>
                  <a:cubicBezTo>
                    <a:pt x="1183" y="3690"/>
                    <a:pt x="1182" y="3697"/>
                    <a:pt x="1173" y="3703"/>
                  </a:cubicBezTo>
                  <a:cubicBezTo>
                    <a:pt x="1167" y="3707"/>
                    <a:pt x="1168" y="3721"/>
                    <a:pt x="1168" y="3728"/>
                  </a:cubicBezTo>
                  <a:cubicBezTo>
                    <a:pt x="1175" y="3725"/>
                    <a:pt x="1181" y="3723"/>
                    <a:pt x="1190" y="3722"/>
                  </a:cubicBezTo>
                  <a:cubicBezTo>
                    <a:pt x="1207" y="3719"/>
                    <a:pt x="1214" y="3709"/>
                    <a:pt x="1233" y="3717"/>
                  </a:cubicBezTo>
                  <a:cubicBezTo>
                    <a:pt x="1251" y="3726"/>
                    <a:pt x="1230" y="3730"/>
                    <a:pt x="1224" y="3730"/>
                  </a:cubicBezTo>
                  <a:cubicBezTo>
                    <a:pt x="1218" y="3730"/>
                    <a:pt x="1218" y="3743"/>
                    <a:pt x="1210" y="3744"/>
                  </a:cubicBezTo>
                  <a:cubicBezTo>
                    <a:pt x="1201" y="3746"/>
                    <a:pt x="1185" y="3747"/>
                    <a:pt x="1183" y="3760"/>
                  </a:cubicBezTo>
                  <a:cubicBezTo>
                    <a:pt x="1180" y="3773"/>
                    <a:pt x="1157" y="3760"/>
                    <a:pt x="1150" y="3773"/>
                  </a:cubicBezTo>
                  <a:cubicBezTo>
                    <a:pt x="1142" y="3786"/>
                    <a:pt x="1158" y="3787"/>
                    <a:pt x="1180" y="3797"/>
                  </a:cubicBezTo>
                  <a:cubicBezTo>
                    <a:pt x="1201" y="3808"/>
                    <a:pt x="1180" y="3809"/>
                    <a:pt x="1164" y="3809"/>
                  </a:cubicBezTo>
                  <a:cubicBezTo>
                    <a:pt x="1148" y="3809"/>
                    <a:pt x="1157" y="3823"/>
                    <a:pt x="1142" y="3832"/>
                  </a:cubicBezTo>
                  <a:cubicBezTo>
                    <a:pt x="1128" y="3840"/>
                    <a:pt x="1132" y="3840"/>
                    <a:pt x="1132" y="3858"/>
                  </a:cubicBezTo>
                  <a:cubicBezTo>
                    <a:pt x="1132" y="3875"/>
                    <a:pt x="1105" y="3865"/>
                    <a:pt x="1091" y="3865"/>
                  </a:cubicBezTo>
                  <a:cubicBezTo>
                    <a:pt x="1077" y="3865"/>
                    <a:pt x="1072" y="3882"/>
                    <a:pt x="1072" y="3891"/>
                  </a:cubicBezTo>
                  <a:cubicBezTo>
                    <a:pt x="1072" y="3899"/>
                    <a:pt x="1094" y="3894"/>
                    <a:pt x="1107" y="3902"/>
                  </a:cubicBezTo>
                  <a:cubicBezTo>
                    <a:pt x="1120" y="3911"/>
                    <a:pt x="1130" y="3929"/>
                    <a:pt x="1147" y="3928"/>
                  </a:cubicBezTo>
                  <a:cubicBezTo>
                    <a:pt x="1164" y="3926"/>
                    <a:pt x="1167" y="3948"/>
                    <a:pt x="1204" y="3957"/>
                  </a:cubicBezTo>
                  <a:cubicBezTo>
                    <a:pt x="1237" y="3964"/>
                    <a:pt x="1252" y="3998"/>
                    <a:pt x="1277" y="4016"/>
                  </a:cubicBezTo>
                  <a:cubicBezTo>
                    <a:pt x="1282" y="4015"/>
                    <a:pt x="1287" y="4014"/>
                    <a:pt x="1290" y="4013"/>
                  </a:cubicBezTo>
                  <a:cubicBezTo>
                    <a:pt x="1296" y="4012"/>
                    <a:pt x="1308" y="4010"/>
                    <a:pt x="1314" y="4013"/>
                  </a:cubicBezTo>
                  <a:cubicBezTo>
                    <a:pt x="1320" y="4016"/>
                    <a:pt x="1331" y="4013"/>
                    <a:pt x="1340" y="4016"/>
                  </a:cubicBezTo>
                  <a:cubicBezTo>
                    <a:pt x="1350" y="4020"/>
                    <a:pt x="1365" y="4032"/>
                    <a:pt x="1379" y="4038"/>
                  </a:cubicBezTo>
                  <a:cubicBezTo>
                    <a:pt x="1392" y="4043"/>
                    <a:pt x="1399" y="4044"/>
                    <a:pt x="1416" y="4042"/>
                  </a:cubicBezTo>
                  <a:cubicBezTo>
                    <a:pt x="1432" y="4041"/>
                    <a:pt x="1468" y="4037"/>
                    <a:pt x="1475" y="4045"/>
                  </a:cubicBezTo>
                  <a:cubicBezTo>
                    <a:pt x="1481" y="4053"/>
                    <a:pt x="1488" y="4061"/>
                    <a:pt x="1500" y="4063"/>
                  </a:cubicBezTo>
                  <a:cubicBezTo>
                    <a:pt x="1511" y="4065"/>
                    <a:pt x="1518" y="4067"/>
                    <a:pt x="1520" y="4073"/>
                  </a:cubicBezTo>
                  <a:cubicBezTo>
                    <a:pt x="1521" y="4079"/>
                    <a:pt x="1530" y="4090"/>
                    <a:pt x="1537" y="4090"/>
                  </a:cubicBezTo>
                  <a:cubicBezTo>
                    <a:pt x="1544" y="4090"/>
                    <a:pt x="1553" y="4086"/>
                    <a:pt x="1557" y="4081"/>
                  </a:cubicBezTo>
                  <a:cubicBezTo>
                    <a:pt x="1561" y="4076"/>
                    <a:pt x="1567" y="4074"/>
                    <a:pt x="1581" y="4074"/>
                  </a:cubicBezTo>
                  <a:cubicBezTo>
                    <a:pt x="1594" y="4074"/>
                    <a:pt x="1611" y="4070"/>
                    <a:pt x="1614" y="4077"/>
                  </a:cubicBezTo>
                  <a:cubicBezTo>
                    <a:pt x="1617" y="4085"/>
                    <a:pt x="1618" y="4089"/>
                    <a:pt x="1628" y="4089"/>
                  </a:cubicBezTo>
                  <a:cubicBezTo>
                    <a:pt x="1639" y="4089"/>
                    <a:pt x="1653" y="4094"/>
                    <a:pt x="1653" y="4106"/>
                  </a:cubicBezTo>
                  <a:cubicBezTo>
                    <a:pt x="1653" y="4117"/>
                    <a:pt x="1637" y="4117"/>
                    <a:pt x="1655" y="4126"/>
                  </a:cubicBezTo>
                  <a:cubicBezTo>
                    <a:pt x="1656" y="4126"/>
                    <a:pt x="1657" y="4127"/>
                    <a:pt x="1658" y="4127"/>
                  </a:cubicBezTo>
                  <a:cubicBezTo>
                    <a:pt x="1658" y="4127"/>
                    <a:pt x="1658" y="4127"/>
                    <a:pt x="1658" y="4127"/>
                  </a:cubicBezTo>
                  <a:cubicBezTo>
                    <a:pt x="1659" y="4128"/>
                    <a:pt x="1660" y="4128"/>
                    <a:pt x="1661" y="4128"/>
                  </a:cubicBezTo>
                  <a:cubicBezTo>
                    <a:pt x="1661" y="4128"/>
                    <a:pt x="1661" y="4128"/>
                    <a:pt x="1661" y="4128"/>
                  </a:cubicBezTo>
                  <a:cubicBezTo>
                    <a:pt x="1662" y="4128"/>
                    <a:pt x="1663" y="4129"/>
                    <a:pt x="1664" y="4129"/>
                  </a:cubicBezTo>
                  <a:cubicBezTo>
                    <a:pt x="1664" y="4129"/>
                    <a:pt x="1664" y="4129"/>
                    <a:pt x="1664" y="4129"/>
                  </a:cubicBezTo>
                  <a:cubicBezTo>
                    <a:pt x="1677" y="4132"/>
                    <a:pt x="1687" y="4127"/>
                    <a:pt x="1695" y="4134"/>
                  </a:cubicBezTo>
                  <a:cubicBezTo>
                    <a:pt x="1695" y="4134"/>
                    <a:pt x="1695" y="4134"/>
                    <a:pt x="1695" y="4134"/>
                  </a:cubicBezTo>
                  <a:cubicBezTo>
                    <a:pt x="1695" y="4134"/>
                    <a:pt x="1695" y="4134"/>
                    <a:pt x="1695" y="4135"/>
                  </a:cubicBezTo>
                  <a:cubicBezTo>
                    <a:pt x="1705" y="4144"/>
                    <a:pt x="1716" y="4143"/>
                    <a:pt x="1726" y="4157"/>
                  </a:cubicBezTo>
                  <a:cubicBezTo>
                    <a:pt x="1736" y="4171"/>
                    <a:pt x="1752" y="4189"/>
                    <a:pt x="1761" y="4191"/>
                  </a:cubicBezTo>
                  <a:cubicBezTo>
                    <a:pt x="1770" y="4193"/>
                    <a:pt x="1783" y="4196"/>
                    <a:pt x="1788" y="4188"/>
                  </a:cubicBezTo>
                  <a:cubicBezTo>
                    <a:pt x="1793" y="4180"/>
                    <a:pt x="1796" y="4175"/>
                    <a:pt x="1808" y="4174"/>
                  </a:cubicBezTo>
                  <a:cubicBezTo>
                    <a:pt x="1819" y="4172"/>
                    <a:pt x="1819" y="4166"/>
                    <a:pt x="1825" y="4158"/>
                  </a:cubicBezTo>
                  <a:cubicBezTo>
                    <a:pt x="1828" y="4154"/>
                    <a:pt x="1832" y="4145"/>
                    <a:pt x="1834" y="4139"/>
                  </a:cubicBezTo>
                  <a:cubicBezTo>
                    <a:pt x="1834" y="4139"/>
                    <a:pt x="1834" y="4139"/>
                    <a:pt x="1834" y="4139"/>
                  </a:cubicBezTo>
                  <a:cubicBezTo>
                    <a:pt x="1834" y="4138"/>
                    <a:pt x="1833" y="4138"/>
                    <a:pt x="1832" y="4137"/>
                  </a:cubicBezTo>
                  <a:cubicBezTo>
                    <a:pt x="1825" y="4133"/>
                    <a:pt x="1818" y="4129"/>
                    <a:pt x="1813" y="4116"/>
                  </a:cubicBezTo>
                  <a:cubicBezTo>
                    <a:pt x="1808" y="4103"/>
                    <a:pt x="1789" y="4085"/>
                    <a:pt x="1776" y="4072"/>
                  </a:cubicBezTo>
                  <a:cubicBezTo>
                    <a:pt x="1763" y="4059"/>
                    <a:pt x="1768" y="4025"/>
                    <a:pt x="1768" y="4011"/>
                  </a:cubicBezTo>
                  <a:cubicBezTo>
                    <a:pt x="1768" y="3997"/>
                    <a:pt x="1768" y="3993"/>
                    <a:pt x="1763" y="3986"/>
                  </a:cubicBezTo>
                  <a:cubicBezTo>
                    <a:pt x="1758" y="3979"/>
                    <a:pt x="1754" y="3973"/>
                    <a:pt x="1747" y="3963"/>
                  </a:cubicBezTo>
                  <a:cubicBezTo>
                    <a:pt x="1740" y="3953"/>
                    <a:pt x="1731" y="3950"/>
                    <a:pt x="1720" y="3944"/>
                  </a:cubicBezTo>
                  <a:cubicBezTo>
                    <a:pt x="1709" y="3938"/>
                    <a:pt x="1713" y="3923"/>
                    <a:pt x="1727" y="3917"/>
                  </a:cubicBezTo>
                  <a:cubicBezTo>
                    <a:pt x="1741" y="3911"/>
                    <a:pt x="1731" y="3905"/>
                    <a:pt x="1743" y="3897"/>
                  </a:cubicBezTo>
                  <a:cubicBezTo>
                    <a:pt x="1755" y="3889"/>
                    <a:pt x="1753" y="3881"/>
                    <a:pt x="1760" y="3872"/>
                  </a:cubicBezTo>
                  <a:cubicBezTo>
                    <a:pt x="1767" y="3863"/>
                    <a:pt x="1767" y="3861"/>
                    <a:pt x="1767" y="3851"/>
                  </a:cubicBezTo>
                  <a:cubicBezTo>
                    <a:pt x="1767" y="3841"/>
                    <a:pt x="1792" y="3843"/>
                    <a:pt x="1792" y="3843"/>
                  </a:cubicBezTo>
                  <a:cubicBezTo>
                    <a:pt x="1803" y="3842"/>
                    <a:pt x="1806" y="3851"/>
                    <a:pt x="1812" y="3841"/>
                  </a:cubicBezTo>
                  <a:cubicBezTo>
                    <a:pt x="1818" y="3831"/>
                    <a:pt x="1819" y="3834"/>
                    <a:pt x="1828" y="3830"/>
                  </a:cubicBezTo>
                  <a:cubicBezTo>
                    <a:pt x="1837" y="3826"/>
                    <a:pt x="1837" y="3831"/>
                    <a:pt x="1843" y="3836"/>
                  </a:cubicBezTo>
                  <a:cubicBezTo>
                    <a:pt x="1849" y="3841"/>
                    <a:pt x="1854" y="3822"/>
                    <a:pt x="1855" y="3816"/>
                  </a:cubicBezTo>
                  <a:cubicBezTo>
                    <a:pt x="1856" y="3810"/>
                    <a:pt x="1859" y="3807"/>
                    <a:pt x="1869" y="3806"/>
                  </a:cubicBezTo>
                  <a:cubicBezTo>
                    <a:pt x="1870" y="3806"/>
                    <a:pt x="1870" y="3806"/>
                    <a:pt x="1871" y="3806"/>
                  </a:cubicBezTo>
                  <a:cubicBezTo>
                    <a:pt x="1871" y="3806"/>
                    <a:pt x="1871" y="3806"/>
                    <a:pt x="1872" y="3806"/>
                  </a:cubicBezTo>
                  <a:cubicBezTo>
                    <a:pt x="1872" y="3806"/>
                    <a:pt x="1873" y="3805"/>
                    <a:pt x="1873" y="3805"/>
                  </a:cubicBezTo>
                  <a:cubicBezTo>
                    <a:pt x="1873" y="3805"/>
                    <a:pt x="1873" y="3805"/>
                    <a:pt x="1873" y="3805"/>
                  </a:cubicBezTo>
                  <a:cubicBezTo>
                    <a:pt x="1874" y="3805"/>
                    <a:pt x="1874" y="3805"/>
                    <a:pt x="1875" y="3805"/>
                  </a:cubicBezTo>
                  <a:cubicBezTo>
                    <a:pt x="1875" y="3805"/>
                    <a:pt x="1875" y="3805"/>
                    <a:pt x="1875" y="3805"/>
                  </a:cubicBezTo>
                  <a:cubicBezTo>
                    <a:pt x="1876" y="3805"/>
                    <a:pt x="1876" y="3804"/>
                    <a:pt x="1876" y="3804"/>
                  </a:cubicBezTo>
                  <a:cubicBezTo>
                    <a:pt x="1876" y="3804"/>
                    <a:pt x="1876" y="3804"/>
                    <a:pt x="1876" y="3804"/>
                  </a:cubicBezTo>
                  <a:cubicBezTo>
                    <a:pt x="1877" y="3804"/>
                    <a:pt x="1877" y="3804"/>
                    <a:pt x="1877" y="3803"/>
                  </a:cubicBezTo>
                  <a:cubicBezTo>
                    <a:pt x="1877" y="3803"/>
                    <a:pt x="1877" y="3803"/>
                    <a:pt x="1877" y="3803"/>
                  </a:cubicBezTo>
                  <a:cubicBezTo>
                    <a:pt x="1878" y="3803"/>
                    <a:pt x="1878" y="3803"/>
                    <a:pt x="1878" y="3802"/>
                  </a:cubicBezTo>
                  <a:cubicBezTo>
                    <a:pt x="1878" y="3802"/>
                    <a:pt x="1878" y="3802"/>
                    <a:pt x="1878" y="3802"/>
                  </a:cubicBezTo>
                  <a:cubicBezTo>
                    <a:pt x="1878" y="3802"/>
                    <a:pt x="1879" y="3802"/>
                    <a:pt x="1879" y="3801"/>
                  </a:cubicBezTo>
                  <a:cubicBezTo>
                    <a:pt x="1879" y="3801"/>
                    <a:pt x="1879" y="3801"/>
                    <a:pt x="1879" y="3801"/>
                  </a:cubicBezTo>
                  <a:cubicBezTo>
                    <a:pt x="1879" y="3801"/>
                    <a:pt x="1879" y="3800"/>
                    <a:pt x="1879" y="3800"/>
                  </a:cubicBezTo>
                  <a:cubicBezTo>
                    <a:pt x="1879" y="3800"/>
                    <a:pt x="1879" y="3800"/>
                    <a:pt x="1879" y="3800"/>
                  </a:cubicBezTo>
                  <a:cubicBezTo>
                    <a:pt x="1866" y="3787"/>
                    <a:pt x="1855" y="3785"/>
                    <a:pt x="1841" y="3779"/>
                  </a:cubicBezTo>
                  <a:cubicBezTo>
                    <a:pt x="1823" y="3771"/>
                    <a:pt x="1853" y="3759"/>
                    <a:pt x="1854" y="3752"/>
                  </a:cubicBezTo>
                  <a:cubicBezTo>
                    <a:pt x="1855" y="3745"/>
                    <a:pt x="1844" y="3731"/>
                    <a:pt x="1837" y="3725"/>
                  </a:cubicBezTo>
                  <a:cubicBezTo>
                    <a:pt x="1829" y="3720"/>
                    <a:pt x="1820" y="3702"/>
                    <a:pt x="1813" y="3690"/>
                  </a:cubicBezTo>
                  <a:cubicBezTo>
                    <a:pt x="1805" y="3678"/>
                    <a:pt x="1784" y="3678"/>
                    <a:pt x="1775" y="3675"/>
                  </a:cubicBezTo>
                  <a:cubicBezTo>
                    <a:pt x="1765" y="3673"/>
                    <a:pt x="1760" y="3680"/>
                    <a:pt x="1749" y="3680"/>
                  </a:cubicBezTo>
                  <a:cubicBezTo>
                    <a:pt x="1739" y="3680"/>
                    <a:pt x="1736" y="3657"/>
                    <a:pt x="1735" y="3643"/>
                  </a:cubicBezTo>
                  <a:cubicBezTo>
                    <a:pt x="1735" y="3628"/>
                    <a:pt x="1715" y="3633"/>
                    <a:pt x="1703" y="3622"/>
                  </a:cubicBezTo>
                  <a:cubicBezTo>
                    <a:pt x="1691" y="3611"/>
                    <a:pt x="1705" y="3609"/>
                    <a:pt x="1707" y="3600"/>
                  </a:cubicBezTo>
                  <a:cubicBezTo>
                    <a:pt x="1709" y="3591"/>
                    <a:pt x="1719" y="3582"/>
                    <a:pt x="1730" y="3573"/>
                  </a:cubicBezTo>
                  <a:cubicBezTo>
                    <a:pt x="1741" y="3563"/>
                    <a:pt x="1729" y="3553"/>
                    <a:pt x="1723" y="3546"/>
                  </a:cubicBezTo>
                  <a:cubicBezTo>
                    <a:pt x="1717" y="3539"/>
                    <a:pt x="1720" y="3525"/>
                    <a:pt x="1724" y="3517"/>
                  </a:cubicBezTo>
                  <a:cubicBezTo>
                    <a:pt x="1728" y="3509"/>
                    <a:pt x="1733" y="3499"/>
                    <a:pt x="1746" y="3493"/>
                  </a:cubicBezTo>
                  <a:cubicBezTo>
                    <a:pt x="1759" y="3486"/>
                    <a:pt x="1751" y="3473"/>
                    <a:pt x="1759" y="3463"/>
                  </a:cubicBezTo>
                  <a:cubicBezTo>
                    <a:pt x="1768" y="3454"/>
                    <a:pt x="1775" y="3459"/>
                    <a:pt x="1781" y="3467"/>
                  </a:cubicBezTo>
                  <a:cubicBezTo>
                    <a:pt x="1787" y="3474"/>
                    <a:pt x="1798" y="3479"/>
                    <a:pt x="1810" y="3498"/>
                  </a:cubicBezTo>
                  <a:cubicBezTo>
                    <a:pt x="1822" y="3517"/>
                    <a:pt x="1835" y="3505"/>
                    <a:pt x="1845" y="3497"/>
                  </a:cubicBezTo>
                  <a:cubicBezTo>
                    <a:pt x="1856" y="3489"/>
                    <a:pt x="1852" y="3485"/>
                    <a:pt x="1841" y="3479"/>
                  </a:cubicBezTo>
                  <a:cubicBezTo>
                    <a:pt x="1831" y="3473"/>
                    <a:pt x="1839" y="3459"/>
                    <a:pt x="1839" y="3447"/>
                  </a:cubicBezTo>
                  <a:cubicBezTo>
                    <a:pt x="1839" y="3434"/>
                    <a:pt x="1842" y="3438"/>
                    <a:pt x="1862" y="3435"/>
                  </a:cubicBezTo>
                  <a:cubicBezTo>
                    <a:pt x="1882" y="3431"/>
                    <a:pt x="1889" y="3414"/>
                    <a:pt x="1893" y="3404"/>
                  </a:cubicBezTo>
                  <a:cubicBezTo>
                    <a:pt x="1897" y="3394"/>
                    <a:pt x="1910" y="3392"/>
                    <a:pt x="1926" y="3391"/>
                  </a:cubicBezTo>
                  <a:cubicBezTo>
                    <a:pt x="1942" y="3389"/>
                    <a:pt x="1954" y="3379"/>
                    <a:pt x="1960" y="3367"/>
                  </a:cubicBezTo>
                  <a:cubicBezTo>
                    <a:pt x="1966" y="3355"/>
                    <a:pt x="1970" y="3347"/>
                    <a:pt x="1985" y="3348"/>
                  </a:cubicBezTo>
                  <a:cubicBezTo>
                    <a:pt x="1999" y="3349"/>
                    <a:pt x="1997" y="3361"/>
                    <a:pt x="2012" y="3368"/>
                  </a:cubicBezTo>
                  <a:cubicBezTo>
                    <a:pt x="2027" y="3375"/>
                    <a:pt x="2037" y="3366"/>
                    <a:pt x="2038" y="3355"/>
                  </a:cubicBezTo>
                  <a:cubicBezTo>
                    <a:pt x="2039" y="3345"/>
                    <a:pt x="2050" y="3349"/>
                    <a:pt x="2061" y="3349"/>
                  </a:cubicBezTo>
                  <a:cubicBezTo>
                    <a:pt x="2071" y="3349"/>
                    <a:pt x="2078" y="3353"/>
                    <a:pt x="2081" y="3365"/>
                  </a:cubicBezTo>
                  <a:cubicBezTo>
                    <a:pt x="2085" y="3376"/>
                    <a:pt x="2116" y="3369"/>
                    <a:pt x="2134" y="3369"/>
                  </a:cubicBezTo>
                  <a:cubicBezTo>
                    <a:pt x="2152" y="3368"/>
                    <a:pt x="2151" y="3391"/>
                    <a:pt x="2163" y="3393"/>
                  </a:cubicBezTo>
                  <a:cubicBezTo>
                    <a:pt x="2175" y="3396"/>
                    <a:pt x="2179" y="3409"/>
                    <a:pt x="2200" y="3421"/>
                  </a:cubicBezTo>
                  <a:cubicBezTo>
                    <a:pt x="2221" y="3433"/>
                    <a:pt x="2201" y="3449"/>
                    <a:pt x="2213" y="3451"/>
                  </a:cubicBezTo>
                  <a:cubicBezTo>
                    <a:pt x="2225" y="3452"/>
                    <a:pt x="2222" y="3428"/>
                    <a:pt x="2222" y="3420"/>
                  </a:cubicBezTo>
                  <a:cubicBezTo>
                    <a:pt x="2222" y="3412"/>
                    <a:pt x="2232" y="3413"/>
                    <a:pt x="2251" y="3429"/>
                  </a:cubicBezTo>
                  <a:cubicBezTo>
                    <a:pt x="2269" y="3444"/>
                    <a:pt x="2278" y="3447"/>
                    <a:pt x="2289" y="3446"/>
                  </a:cubicBezTo>
                  <a:cubicBezTo>
                    <a:pt x="2300" y="3445"/>
                    <a:pt x="2307" y="3433"/>
                    <a:pt x="2315" y="3424"/>
                  </a:cubicBezTo>
                  <a:cubicBezTo>
                    <a:pt x="2322" y="3414"/>
                    <a:pt x="2325" y="3409"/>
                    <a:pt x="2335" y="3411"/>
                  </a:cubicBezTo>
                  <a:cubicBezTo>
                    <a:pt x="2344" y="3413"/>
                    <a:pt x="2353" y="3405"/>
                    <a:pt x="2362" y="3404"/>
                  </a:cubicBezTo>
                  <a:cubicBezTo>
                    <a:pt x="2372" y="3403"/>
                    <a:pt x="2387" y="3417"/>
                    <a:pt x="2396" y="3422"/>
                  </a:cubicBezTo>
                  <a:cubicBezTo>
                    <a:pt x="2405" y="3427"/>
                    <a:pt x="2415" y="3411"/>
                    <a:pt x="2416" y="3405"/>
                  </a:cubicBezTo>
                  <a:cubicBezTo>
                    <a:pt x="2417" y="3399"/>
                    <a:pt x="2442" y="3402"/>
                    <a:pt x="2451" y="3402"/>
                  </a:cubicBezTo>
                  <a:cubicBezTo>
                    <a:pt x="2460" y="3402"/>
                    <a:pt x="2470" y="3421"/>
                    <a:pt x="2476" y="3428"/>
                  </a:cubicBezTo>
                  <a:cubicBezTo>
                    <a:pt x="2482" y="3436"/>
                    <a:pt x="2491" y="3438"/>
                    <a:pt x="2502" y="3438"/>
                  </a:cubicBezTo>
                  <a:cubicBezTo>
                    <a:pt x="2514" y="3438"/>
                    <a:pt x="2519" y="3442"/>
                    <a:pt x="2527" y="3454"/>
                  </a:cubicBezTo>
                  <a:cubicBezTo>
                    <a:pt x="2536" y="3466"/>
                    <a:pt x="2549" y="3445"/>
                    <a:pt x="2557" y="3432"/>
                  </a:cubicBezTo>
                  <a:cubicBezTo>
                    <a:pt x="2566" y="3418"/>
                    <a:pt x="2573" y="3427"/>
                    <a:pt x="2578" y="3434"/>
                  </a:cubicBezTo>
                  <a:cubicBezTo>
                    <a:pt x="2583" y="3442"/>
                    <a:pt x="2604" y="3441"/>
                    <a:pt x="2614" y="3441"/>
                  </a:cubicBezTo>
                  <a:cubicBezTo>
                    <a:pt x="2624" y="3441"/>
                    <a:pt x="2628" y="3432"/>
                    <a:pt x="2636" y="3432"/>
                  </a:cubicBezTo>
                  <a:cubicBezTo>
                    <a:pt x="2644" y="3432"/>
                    <a:pt x="2647" y="3416"/>
                    <a:pt x="2657" y="3409"/>
                  </a:cubicBezTo>
                  <a:cubicBezTo>
                    <a:pt x="2668" y="3401"/>
                    <a:pt x="2667" y="3393"/>
                    <a:pt x="2663" y="3389"/>
                  </a:cubicBezTo>
                  <a:cubicBezTo>
                    <a:pt x="2659" y="3386"/>
                    <a:pt x="2648" y="3374"/>
                    <a:pt x="2637" y="3372"/>
                  </a:cubicBezTo>
                  <a:cubicBezTo>
                    <a:pt x="2625" y="3369"/>
                    <a:pt x="2625" y="3365"/>
                    <a:pt x="2621" y="3361"/>
                  </a:cubicBezTo>
                  <a:cubicBezTo>
                    <a:pt x="2616" y="3357"/>
                    <a:pt x="2608" y="3358"/>
                    <a:pt x="2598" y="3358"/>
                  </a:cubicBezTo>
                  <a:cubicBezTo>
                    <a:pt x="2588" y="3358"/>
                    <a:pt x="2587" y="3342"/>
                    <a:pt x="2574" y="3337"/>
                  </a:cubicBezTo>
                  <a:cubicBezTo>
                    <a:pt x="2562" y="3332"/>
                    <a:pt x="2565" y="3323"/>
                    <a:pt x="2569" y="3322"/>
                  </a:cubicBezTo>
                  <a:cubicBezTo>
                    <a:pt x="2574" y="3322"/>
                    <a:pt x="2581" y="3318"/>
                    <a:pt x="2590" y="3316"/>
                  </a:cubicBezTo>
                  <a:cubicBezTo>
                    <a:pt x="2599" y="3313"/>
                    <a:pt x="2604" y="3311"/>
                    <a:pt x="2615" y="3303"/>
                  </a:cubicBezTo>
                  <a:cubicBezTo>
                    <a:pt x="2626" y="3296"/>
                    <a:pt x="2622" y="3282"/>
                    <a:pt x="2612" y="3275"/>
                  </a:cubicBezTo>
                  <a:cubicBezTo>
                    <a:pt x="2602" y="3269"/>
                    <a:pt x="2604" y="3260"/>
                    <a:pt x="2611" y="3258"/>
                  </a:cubicBezTo>
                  <a:cubicBezTo>
                    <a:pt x="2618" y="3255"/>
                    <a:pt x="2616" y="3245"/>
                    <a:pt x="2622" y="3240"/>
                  </a:cubicBezTo>
                  <a:cubicBezTo>
                    <a:pt x="2627" y="3235"/>
                    <a:pt x="2658" y="3243"/>
                    <a:pt x="2672" y="3246"/>
                  </a:cubicBezTo>
                  <a:cubicBezTo>
                    <a:pt x="2686" y="3249"/>
                    <a:pt x="2688" y="3233"/>
                    <a:pt x="2686" y="3229"/>
                  </a:cubicBezTo>
                  <a:cubicBezTo>
                    <a:pt x="2685" y="3224"/>
                    <a:pt x="2671" y="3225"/>
                    <a:pt x="2657" y="3223"/>
                  </a:cubicBezTo>
                  <a:cubicBezTo>
                    <a:pt x="2643" y="3221"/>
                    <a:pt x="2645" y="3216"/>
                    <a:pt x="2645" y="3207"/>
                  </a:cubicBezTo>
                  <a:cubicBezTo>
                    <a:pt x="2645" y="3198"/>
                    <a:pt x="2636" y="3199"/>
                    <a:pt x="2630" y="3196"/>
                  </a:cubicBezTo>
                  <a:cubicBezTo>
                    <a:pt x="2623" y="3194"/>
                    <a:pt x="2622" y="3189"/>
                    <a:pt x="2624" y="3185"/>
                  </a:cubicBezTo>
                  <a:cubicBezTo>
                    <a:pt x="2626" y="3180"/>
                    <a:pt x="2626" y="3171"/>
                    <a:pt x="2621" y="3161"/>
                  </a:cubicBezTo>
                  <a:cubicBezTo>
                    <a:pt x="2617" y="3151"/>
                    <a:pt x="2634" y="3153"/>
                    <a:pt x="2638" y="3151"/>
                  </a:cubicBezTo>
                  <a:cubicBezTo>
                    <a:pt x="2642" y="3148"/>
                    <a:pt x="2653" y="3147"/>
                    <a:pt x="2660" y="3152"/>
                  </a:cubicBezTo>
                  <a:cubicBezTo>
                    <a:pt x="2667" y="3157"/>
                    <a:pt x="2679" y="3158"/>
                    <a:pt x="2688" y="3149"/>
                  </a:cubicBezTo>
                  <a:cubicBezTo>
                    <a:pt x="2697" y="3140"/>
                    <a:pt x="2709" y="3153"/>
                    <a:pt x="2727" y="3150"/>
                  </a:cubicBezTo>
                  <a:cubicBezTo>
                    <a:pt x="2745" y="3147"/>
                    <a:pt x="2753" y="3147"/>
                    <a:pt x="2766" y="3138"/>
                  </a:cubicBezTo>
                  <a:cubicBezTo>
                    <a:pt x="2779" y="3129"/>
                    <a:pt x="2800" y="3135"/>
                    <a:pt x="2807" y="3127"/>
                  </a:cubicBezTo>
                  <a:cubicBezTo>
                    <a:pt x="2814" y="3119"/>
                    <a:pt x="2833" y="3121"/>
                    <a:pt x="2852" y="3121"/>
                  </a:cubicBezTo>
                  <a:cubicBezTo>
                    <a:pt x="2871" y="3121"/>
                    <a:pt x="2888" y="3120"/>
                    <a:pt x="2896" y="3109"/>
                  </a:cubicBezTo>
                  <a:cubicBezTo>
                    <a:pt x="2904" y="3098"/>
                    <a:pt x="2919" y="3097"/>
                    <a:pt x="2935" y="3095"/>
                  </a:cubicBezTo>
                  <a:cubicBezTo>
                    <a:pt x="2951" y="3093"/>
                    <a:pt x="3021" y="3076"/>
                    <a:pt x="3042" y="3074"/>
                  </a:cubicBezTo>
                  <a:cubicBezTo>
                    <a:pt x="3063" y="3072"/>
                    <a:pt x="3077" y="3074"/>
                    <a:pt x="3084" y="3054"/>
                  </a:cubicBezTo>
                  <a:cubicBezTo>
                    <a:pt x="3091" y="3034"/>
                    <a:pt x="3110" y="3047"/>
                    <a:pt x="3121" y="3039"/>
                  </a:cubicBezTo>
                  <a:cubicBezTo>
                    <a:pt x="3132" y="3031"/>
                    <a:pt x="3143" y="3025"/>
                    <a:pt x="3165" y="3032"/>
                  </a:cubicBezTo>
                  <a:cubicBezTo>
                    <a:pt x="3186" y="3039"/>
                    <a:pt x="3186" y="3044"/>
                    <a:pt x="3201" y="3051"/>
                  </a:cubicBezTo>
                  <a:cubicBezTo>
                    <a:pt x="3215" y="3058"/>
                    <a:pt x="3218" y="3048"/>
                    <a:pt x="3220" y="3042"/>
                  </a:cubicBezTo>
                  <a:cubicBezTo>
                    <a:pt x="3222" y="3035"/>
                    <a:pt x="3231" y="3037"/>
                    <a:pt x="3239" y="3040"/>
                  </a:cubicBezTo>
                  <a:cubicBezTo>
                    <a:pt x="3246" y="3043"/>
                    <a:pt x="3251" y="3050"/>
                    <a:pt x="3253" y="3064"/>
                  </a:cubicBezTo>
                  <a:cubicBezTo>
                    <a:pt x="3256" y="3078"/>
                    <a:pt x="3257" y="3083"/>
                    <a:pt x="3263" y="3092"/>
                  </a:cubicBezTo>
                  <a:cubicBezTo>
                    <a:pt x="3268" y="3102"/>
                    <a:pt x="3269" y="3098"/>
                    <a:pt x="3270" y="3107"/>
                  </a:cubicBezTo>
                  <a:cubicBezTo>
                    <a:pt x="3270" y="3116"/>
                    <a:pt x="3266" y="3123"/>
                    <a:pt x="3259" y="3127"/>
                  </a:cubicBezTo>
                  <a:cubicBezTo>
                    <a:pt x="3251" y="3131"/>
                    <a:pt x="3280" y="3136"/>
                    <a:pt x="3291" y="3143"/>
                  </a:cubicBezTo>
                  <a:cubicBezTo>
                    <a:pt x="3303" y="3150"/>
                    <a:pt x="3304" y="3132"/>
                    <a:pt x="3309" y="3132"/>
                  </a:cubicBezTo>
                  <a:cubicBezTo>
                    <a:pt x="3314" y="3132"/>
                    <a:pt x="3321" y="3131"/>
                    <a:pt x="3330" y="3122"/>
                  </a:cubicBezTo>
                  <a:cubicBezTo>
                    <a:pt x="3339" y="3113"/>
                    <a:pt x="3337" y="3130"/>
                    <a:pt x="3342" y="3133"/>
                  </a:cubicBezTo>
                  <a:cubicBezTo>
                    <a:pt x="3346" y="3137"/>
                    <a:pt x="3352" y="3143"/>
                    <a:pt x="3355" y="3153"/>
                  </a:cubicBezTo>
                  <a:cubicBezTo>
                    <a:pt x="3358" y="3164"/>
                    <a:pt x="3366" y="3152"/>
                    <a:pt x="3370" y="3143"/>
                  </a:cubicBezTo>
                  <a:cubicBezTo>
                    <a:pt x="3374" y="3134"/>
                    <a:pt x="3380" y="3148"/>
                    <a:pt x="3387" y="3154"/>
                  </a:cubicBezTo>
                  <a:cubicBezTo>
                    <a:pt x="3394" y="3161"/>
                    <a:pt x="3406" y="3161"/>
                    <a:pt x="3412" y="3153"/>
                  </a:cubicBezTo>
                  <a:cubicBezTo>
                    <a:pt x="3418" y="3144"/>
                    <a:pt x="3424" y="3142"/>
                    <a:pt x="3430" y="3149"/>
                  </a:cubicBezTo>
                  <a:cubicBezTo>
                    <a:pt x="3436" y="3155"/>
                    <a:pt x="3425" y="3159"/>
                    <a:pt x="3422" y="3166"/>
                  </a:cubicBezTo>
                  <a:cubicBezTo>
                    <a:pt x="3418" y="3173"/>
                    <a:pt x="3417" y="3175"/>
                    <a:pt x="3406" y="3179"/>
                  </a:cubicBezTo>
                  <a:cubicBezTo>
                    <a:pt x="3395" y="3183"/>
                    <a:pt x="3402" y="3194"/>
                    <a:pt x="3412" y="3203"/>
                  </a:cubicBezTo>
                  <a:cubicBezTo>
                    <a:pt x="3423" y="3212"/>
                    <a:pt x="3431" y="3188"/>
                    <a:pt x="3435" y="3187"/>
                  </a:cubicBezTo>
                  <a:cubicBezTo>
                    <a:pt x="3440" y="3185"/>
                    <a:pt x="3450" y="3183"/>
                    <a:pt x="3456" y="3186"/>
                  </a:cubicBezTo>
                  <a:cubicBezTo>
                    <a:pt x="3462" y="3189"/>
                    <a:pt x="3469" y="3191"/>
                    <a:pt x="3478" y="3198"/>
                  </a:cubicBezTo>
                  <a:cubicBezTo>
                    <a:pt x="3487" y="3205"/>
                    <a:pt x="3484" y="3187"/>
                    <a:pt x="3485" y="3181"/>
                  </a:cubicBezTo>
                  <a:cubicBezTo>
                    <a:pt x="3486" y="3176"/>
                    <a:pt x="3494" y="3172"/>
                    <a:pt x="3497" y="3168"/>
                  </a:cubicBezTo>
                  <a:cubicBezTo>
                    <a:pt x="3499" y="3163"/>
                    <a:pt x="3509" y="3166"/>
                    <a:pt x="3522" y="3165"/>
                  </a:cubicBezTo>
                  <a:cubicBezTo>
                    <a:pt x="3535" y="3164"/>
                    <a:pt x="3537" y="3155"/>
                    <a:pt x="3537" y="3147"/>
                  </a:cubicBezTo>
                  <a:cubicBezTo>
                    <a:pt x="3537" y="3140"/>
                    <a:pt x="3546" y="3141"/>
                    <a:pt x="3558" y="3141"/>
                  </a:cubicBezTo>
                  <a:cubicBezTo>
                    <a:pt x="3570" y="3141"/>
                    <a:pt x="3571" y="3140"/>
                    <a:pt x="3576" y="3133"/>
                  </a:cubicBezTo>
                  <a:cubicBezTo>
                    <a:pt x="3581" y="3127"/>
                    <a:pt x="3595" y="3121"/>
                    <a:pt x="3609" y="3119"/>
                  </a:cubicBezTo>
                  <a:cubicBezTo>
                    <a:pt x="3623" y="3117"/>
                    <a:pt x="3635" y="3111"/>
                    <a:pt x="3635" y="3122"/>
                  </a:cubicBezTo>
                  <a:cubicBezTo>
                    <a:pt x="3635" y="3133"/>
                    <a:pt x="3619" y="3136"/>
                    <a:pt x="3611" y="3148"/>
                  </a:cubicBezTo>
                  <a:cubicBezTo>
                    <a:pt x="3603" y="3160"/>
                    <a:pt x="3631" y="3171"/>
                    <a:pt x="3659" y="3187"/>
                  </a:cubicBezTo>
                  <a:cubicBezTo>
                    <a:pt x="3686" y="3204"/>
                    <a:pt x="3713" y="3249"/>
                    <a:pt x="3737" y="3273"/>
                  </a:cubicBezTo>
                  <a:cubicBezTo>
                    <a:pt x="3761" y="3297"/>
                    <a:pt x="3809" y="3399"/>
                    <a:pt x="3827" y="3423"/>
                  </a:cubicBezTo>
                  <a:cubicBezTo>
                    <a:pt x="3844" y="3447"/>
                    <a:pt x="3862" y="3413"/>
                    <a:pt x="3863" y="3403"/>
                  </a:cubicBezTo>
                  <a:cubicBezTo>
                    <a:pt x="3863" y="3393"/>
                    <a:pt x="3875" y="3382"/>
                    <a:pt x="3883" y="3384"/>
                  </a:cubicBezTo>
                  <a:cubicBezTo>
                    <a:pt x="3891" y="3386"/>
                    <a:pt x="3904" y="3391"/>
                    <a:pt x="3904" y="3409"/>
                  </a:cubicBezTo>
                  <a:cubicBezTo>
                    <a:pt x="3904" y="3427"/>
                    <a:pt x="3917" y="3411"/>
                    <a:pt x="3922" y="3419"/>
                  </a:cubicBezTo>
                  <a:cubicBezTo>
                    <a:pt x="3927" y="3427"/>
                    <a:pt x="3931" y="3429"/>
                    <a:pt x="3937" y="3428"/>
                  </a:cubicBezTo>
                  <a:cubicBezTo>
                    <a:pt x="3942" y="3427"/>
                    <a:pt x="3953" y="3427"/>
                    <a:pt x="3963" y="3434"/>
                  </a:cubicBezTo>
                  <a:cubicBezTo>
                    <a:pt x="3972" y="3441"/>
                    <a:pt x="3979" y="3443"/>
                    <a:pt x="3985" y="3435"/>
                  </a:cubicBezTo>
                  <a:cubicBezTo>
                    <a:pt x="3990" y="3427"/>
                    <a:pt x="4004" y="3430"/>
                    <a:pt x="4017" y="3421"/>
                  </a:cubicBezTo>
                  <a:cubicBezTo>
                    <a:pt x="4031" y="3413"/>
                    <a:pt x="4047" y="3412"/>
                    <a:pt x="4062" y="3416"/>
                  </a:cubicBezTo>
                  <a:cubicBezTo>
                    <a:pt x="4077" y="3420"/>
                    <a:pt x="4091" y="3444"/>
                    <a:pt x="4097" y="3462"/>
                  </a:cubicBezTo>
                  <a:cubicBezTo>
                    <a:pt x="4104" y="3480"/>
                    <a:pt x="4117" y="3479"/>
                    <a:pt x="4138" y="3481"/>
                  </a:cubicBezTo>
                  <a:cubicBezTo>
                    <a:pt x="4159" y="3483"/>
                    <a:pt x="4149" y="3497"/>
                    <a:pt x="4157" y="3511"/>
                  </a:cubicBezTo>
                  <a:cubicBezTo>
                    <a:pt x="4164" y="3526"/>
                    <a:pt x="4174" y="3527"/>
                    <a:pt x="4190" y="3533"/>
                  </a:cubicBezTo>
                  <a:cubicBezTo>
                    <a:pt x="4206" y="3540"/>
                    <a:pt x="4232" y="3533"/>
                    <a:pt x="4242" y="3521"/>
                  </a:cubicBezTo>
                  <a:cubicBezTo>
                    <a:pt x="4252" y="3508"/>
                    <a:pt x="4262" y="3521"/>
                    <a:pt x="4262" y="3530"/>
                  </a:cubicBezTo>
                  <a:cubicBezTo>
                    <a:pt x="4262" y="3539"/>
                    <a:pt x="4266" y="3542"/>
                    <a:pt x="4276" y="3547"/>
                  </a:cubicBezTo>
                  <a:cubicBezTo>
                    <a:pt x="4277" y="3548"/>
                    <a:pt x="4277" y="3548"/>
                    <a:pt x="4278" y="3548"/>
                  </a:cubicBezTo>
                  <a:cubicBezTo>
                    <a:pt x="4278" y="3549"/>
                    <a:pt x="4278" y="3549"/>
                    <a:pt x="4278" y="3549"/>
                  </a:cubicBezTo>
                  <a:cubicBezTo>
                    <a:pt x="4279" y="3549"/>
                    <a:pt x="4279" y="3549"/>
                    <a:pt x="4279" y="3550"/>
                  </a:cubicBezTo>
                  <a:cubicBezTo>
                    <a:pt x="4279" y="3550"/>
                    <a:pt x="4280" y="3550"/>
                    <a:pt x="4280" y="3550"/>
                  </a:cubicBezTo>
                  <a:cubicBezTo>
                    <a:pt x="4280" y="3551"/>
                    <a:pt x="4280" y="3551"/>
                    <a:pt x="4280" y="3551"/>
                  </a:cubicBezTo>
                  <a:cubicBezTo>
                    <a:pt x="4280" y="3551"/>
                    <a:pt x="4281" y="3552"/>
                    <a:pt x="4281" y="3552"/>
                  </a:cubicBezTo>
                  <a:cubicBezTo>
                    <a:pt x="4281" y="3552"/>
                    <a:pt x="4281" y="3552"/>
                    <a:pt x="4281" y="3553"/>
                  </a:cubicBezTo>
                  <a:cubicBezTo>
                    <a:pt x="4281" y="3553"/>
                    <a:pt x="4281" y="3553"/>
                    <a:pt x="4281" y="3553"/>
                  </a:cubicBezTo>
                  <a:cubicBezTo>
                    <a:pt x="4281" y="3554"/>
                    <a:pt x="4281" y="3554"/>
                    <a:pt x="4281" y="3554"/>
                  </a:cubicBezTo>
                  <a:cubicBezTo>
                    <a:pt x="4281" y="3555"/>
                    <a:pt x="4281" y="3555"/>
                    <a:pt x="4281" y="3555"/>
                  </a:cubicBezTo>
                  <a:cubicBezTo>
                    <a:pt x="4282" y="3555"/>
                    <a:pt x="4282" y="3556"/>
                    <a:pt x="4281" y="3556"/>
                  </a:cubicBezTo>
                  <a:cubicBezTo>
                    <a:pt x="4281" y="3556"/>
                    <a:pt x="4281" y="3556"/>
                    <a:pt x="4281" y="3556"/>
                  </a:cubicBezTo>
                  <a:cubicBezTo>
                    <a:pt x="4281" y="3558"/>
                    <a:pt x="4281" y="3559"/>
                    <a:pt x="4280" y="3560"/>
                  </a:cubicBezTo>
                  <a:cubicBezTo>
                    <a:pt x="4280" y="3560"/>
                    <a:pt x="4280" y="3560"/>
                    <a:pt x="4280" y="3560"/>
                  </a:cubicBezTo>
                  <a:cubicBezTo>
                    <a:pt x="4284" y="3561"/>
                    <a:pt x="4288" y="3563"/>
                    <a:pt x="4290" y="3566"/>
                  </a:cubicBezTo>
                  <a:cubicBezTo>
                    <a:pt x="4296" y="3573"/>
                    <a:pt x="4301" y="3570"/>
                    <a:pt x="4310" y="3571"/>
                  </a:cubicBezTo>
                  <a:cubicBezTo>
                    <a:pt x="4311" y="3571"/>
                    <a:pt x="4311" y="3571"/>
                    <a:pt x="4312" y="3571"/>
                  </a:cubicBezTo>
                  <a:cubicBezTo>
                    <a:pt x="4312" y="3571"/>
                    <a:pt x="4313" y="3571"/>
                    <a:pt x="4313" y="3571"/>
                  </a:cubicBezTo>
                  <a:cubicBezTo>
                    <a:pt x="4313" y="3571"/>
                    <a:pt x="4313" y="3571"/>
                    <a:pt x="4314" y="3571"/>
                  </a:cubicBezTo>
                  <a:cubicBezTo>
                    <a:pt x="4316" y="3571"/>
                    <a:pt x="4319" y="3572"/>
                    <a:pt x="4321" y="3572"/>
                  </a:cubicBezTo>
                  <a:cubicBezTo>
                    <a:pt x="4321" y="3572"/>
                    <a:pt x="4321" y="3572"/>
                    <a:pt x="4322" y="3572"/>
                  </a:cubicBezTo>
                  <a:cubicBezTo>
                    <a:pt x="4322" y="3571"/>
                    <a:pt x="4323" y="3571"/>
                    <a:pt x="4323" y="3571"/>
                  </a:cubicBezTo>
                  <a:cubicBezTo>
                    <a:pt x="4323" y="3571"/>
                    <a:pt x="4323" y="3571"/>
                    <a:pt x="4323" y="3571"/>
                  </a:cubicBezTo>
                  <a:cubicBezTo>
                    <a:pt x="4324" y="3571"/>
                    <a:pt x="4324" y="3571"/>
                    <a:pt x="4325" y="3571"/>
                  </a:cubicBezTo>
                  <a:cubicBezTo>
                    <a:pt x="4326" y="3570"/>
                    <a:pt x="4326" y="3570"/>
                    <a:pt x="4327" y="3570"/>
                  </a:cubicBezTo>
                  <a:cubicBezTo>
                    <a:pt x="4327" y="3570"/>
                    <a:pt x="4327" y="3570"/>
                    <a:pt x="4327" y="3570"/>
                  </a:cubicBezTo>
                  <a:cubicBezTo>
                    <a:pt x="4328" y="3569"/>
                    <a:pt x="4329" y="3569"/>
                    <a:pt x="4330" y="3568"/>
                  </a:cubicBezTo>
                  <a:cubicBezTo>
                    <a:pt x="4330" y="3568"/>
                    <a:pt x="4330" y="3568"/>
                    <a:pt x="4330" y="3568"/>
                  </a:cubicBezTo>
                  <a:cubicBezTo>
                    <a:pt x="4330" y="3567"/>
                    <a:pt x="4331" y="3567"/>
                    <a:pt x="4332" y="3566"/>
                  </a:cubicBezTo>
                  <a:cubicBezTo>
                    <a:pt x="4332" y="3566"/>
                    <a:pt x="4332" y="3566"/>
                    <a:pt x="4332" y="3565"/>
                  </a:cubicBezTo>
                  <a:cubicBezTo>
                    <a:pt x="4333" y="3565"/>
                    <a:pt x="4334" y="3564"/>
                    <a:pt x="4335" y="3563"/>
                  </a:cubicBezTo>
                  <a:cubicBezTo>
                    <a:pt x="4344" y="3551"/>
                    <a:pt x="4354" y="3536"/>
                    <a:pt x="4366" y="3536"/>
                  </a:cubicBezTo>
                  <a:cubicBezTo>
                    <a:pt x="4378" y="3536"/>
                    <a:pt x="4387" y="3543"/>
                    <a:pt x="4399" y="3535"/>
                  </a:cubicBezTo>
                  <a:cubicBezTo>
                    <a:pt x="4411" y="3527"/>
                    <a:pt x="4416" y="3525"/>
                    <a:pt x="4426" y="3527"/>
                  </a:cubicBezTo>
                  <a:cubicBezTo>
                    <a:pt x="4436" y="3530"/>
                    <a:pt x="4440" y="3521"/>
                    <a:pt x="4443" y="3513"/>
                  </a:cubicBezTo>
                  <a:cubicBezTo>
                    <a:pt x="4445" y="3505"/>
                    <a:pt x="4441" y="3493"/>
                    <a:pt x="4454" y="3493"/>
                  </a:cubicBezTo>
                  <a:cubicBezTo>
                    <a:pt x="4467" y="3493"/>
                    <a:pt x="4471" y="3477"/>
                    <a:pt x="4489" y="3477"/>
                  </a:cubicBezTo>
                  <a:cubicBezTo>
                    <a:pt x="4507" y="3476"/>
                    <a:pt x="4520" y="3471"/>
                    <a:pt x="4529" y="3462"/>
                  </a:cubicBezTo>
                  <a:cubicBezTo>
                    <a:pt x="4539" y="3453"/>
                    <a:pt x="4548" y="3451"/>
                    <a:pt x="4562" y="3451"/>
                  </a:cubicBezTo>
                  <a:cubicBezTo>
                    <a:pt x="4576" y="3452"/>
                    <a:pt x="4565" y="3435"/>
                    <a:pt x="4583" y="3436"/>
                  </a:cubicBezTo>
                  <a:cubicBezTo>
                    <a:pt x="4600" y="3437"/>
                    <a:pt x="4598" y="3427"/>
                    <a:pt x="4611" y="3426"/>
                  </a:cubicBezTo>
                  <a:cubicBezTo>
                    <a:pt x="4623" y="3425"/>
                    <a:pt x="4630" y="3425"/>
                    <a:pt x="4631" y="3431"/>
                  </a:cubicBezTo>
                  <a:cubicBezTo>
                    <a:pt x="4631" y="3438"/>
                    <a:pt x="4639" y="3441"/>
                    <a:pt x="4646" y="3439"/>
                  </a:cubicBezTo>
                  <a:cubicBezTo>
                    <a:pt x="4653" y="3436"/>
                    <a:pt x="4655" y="3433"/>
                    <a:pt x="4659" y="3440"/>
                  </a:cubicBezTo>
                  <a:cubicBezTo>
                    <a:pt x="4662" y="3447"/>
                    <a:pt x="4667" y="3446"/>
                    <a:pt x="4687" y="3446"/>
                  </a:cubicBezTo>
                  <a:cubicBezTo>
                    <a:pt x="4708" y="3446"/>
                    <a:pt x="4744" y="3441"/>
                    <a:pt x="4741" y="3453"/>
                  </a:cubicBezTo>
                  <a:cubicBezTo>
                    <a:pt x="4737" y="3464"/>
                    <a:pt x="4739" y="3481"/>
                    <a:pt x="4751" y="3485"/>
                  </a:cubicBezTo>
                  <a:cubicBezTo>
                    <a:pt x="4762" y="3489"/>
                    <a:pt x="4773" y="3482"/>
                    <a:pt x="4779" y="3491"/>
                  </a:cubicBezTo>
                  <a:cubicBezTo>
                    <a:pt x="4786" y="3501"/>
                    <a:pt x="4793" y="3495"/>
                    <a:pt x="4801" y="3500"/>
                  </a:cubicBezTo>
                  <a:cubicBezTo>
                    <a:pt x="4809" y="3505"/>
                    <a:pt x="4817" y="3510"/>
                    <a:pt x="4824" y="3503"/>
                  </a:cubicBezTo>
                  <a:cubicBezTo>
                    <a:pt x="4831" y="3495"/>
                    <a:pt x="4840" y="3492"/>
                    <a:pt x="4851" y="3495"/>
                  </a:cubicBezTo>
                  <a:cubicBezTo>
                    <a:pt x="4863" y="3499"/>
                    <a:pt x="4857" y="3506"/>
                    <a:pt x="4871" y="3506"/>
                  </a:cubicBezTo>
                  <a:cubicBezTo>
                    <a:pt x="4885" y="3506"/>
                    <a:pt x="4905" y="3499"/>
                    <a:pt x="4909" y="3508"/>
                  </a:cubicBezTo>
                  <a:cubicBezTo>
                    <a:pt x="4913" y="3517"/>
                    <a:pt x="4918" y="3511"/>
                    <a:pt x="4923" y="3517"/>
                  </a:cubicBezTo>
                  <a:cubicBezTo>
                    <a:pt x="4927" y="3523"/>
                    <a:pt x="4928" y="3520"/>
                    <a:pt x="4931" y="3515"/>
                  </a:cubicBezTo>
                  <a:cubicBezTo>
                    <a:pt x="4933" y="3511"/>
                    <a:pt x="4941" y="3515"/>
                    <a:pt x="4945" y="3509"/>
                  </a:cubicBezTo>
                  <a:cubicBezTo>
                    <a:pt x="4949" y="3503"/>
                    <a:pt x="4949" y="3499"/>
                    <a:pt x="4961" y="3497"/>
                  </a:cubicBezTo>
                  <a:cubicBezTo>
                    <a:pt x="4973" y="3495"/>
                    <a:pt x="4978" y="3495"/>
                    <a:pt x="4983" y="3485"/>
                  </a:cubicBezTo>
                  <a:cubicBezTo>
                    <a:pt x="4987" y="3476"/>
                    <a:pt x="4985" y="3473"/>
                    <a:pt x="4993" y="3469"/>
                  </a:cubicBezTo>
                  <a:cubicBezTo>
                    <a:pt x="5001" y="3464"/>
                    <a:pt x="5001" y="3458"/>
                    <a:pt x="4990" y="3451"/>
                  </a:cubicBezTo>
                  <a:cubicBezTo>
                    <a:pt x="4979" y="3445"/>
                    <a:pt x="4977" y="3443"/>
                    <a:pt x="4974" y="3433"/>
                  </a:cubicBezTo>
                  <a:cubicBezTo>
                    <a:pt x="4971" y="3424"/>
                    <a:pt x="4963" y="3422"/>
                    <a:pt x="4963" y="3413"/>
                  </a:cubicBezTo>
                  <a:cubicBezTo>
                    <a:pt x="4962" y="3403"/>
                    <a:pt x="4961" y="3400"/>
                    <a:pt x="4967" y="3392"/>
                  </a:cubicBezTo>
                  <a:cubicBezTo>
                    <a:pt x="4972" y="3384"/>
                    <a:pt x="4969" y="3374"/>
                    <a:pt x="4978" y="3371"/>
                  </a:cubicBezTo>
                  <a:cubicBezTo>
                    <a:pt x="4987" y="3369"/>
                    <a:pt x="4991" y="3349"/>
                    <a:pt x="5005" y="3344"/>
                  </a:cubicBezTo>
                  <a:cubicBezTo>
                    <a:pt x="5020" y="3339"/>
                    <a:pt x="5024" y="3338"/>
                    <a:pt x="5026" y="3329"/>
                  </a:cubicBezTo>
                  <a:cubicBezTo>
                    <a:pt x="5028" y="3321"/>
                    <a:pt x="5027" y="3309"/>
                    <a:pt x="5039" y="3321"/>
                  </a:cubicBezTo>
                  <a:cubicBezTo>
                    <a:pt x="5051" y="3332"/>
                    <a:pt x="5056" y="3331"/>
                    <a:pt x="5067" y="3333"/>
                  </a:cubicBezTo>
                  <a:cubicBezTo>
                    <a:pt x="5077" y="3335"/>
                    <a:pt x="5081" y="3335"/>
                    <a:pt x="5085" y="3342"/>
                  </a:cubicBezTo>
                  <a:cubicBezTo>
                    <a:pt x="5090" y="3349"/>
                    <a:pt x="5096" y="3349"/>
                    <a:pt x="5111" y="3349"/>
                  </a:cubicBezTo>
                  <a:cubicBezTo>
                    <a:pt x="5127" y="3348"/>
                    <a:pt x="5134" y="3345"/>
                    <a:pt x="5142" y="3351"/>
                  </a:cubicBezTo>
                  <a:cubicBezTo>
                    <a:pt x="5150" y="3358"/>
                    <a:pt x="5158" y="3363"/>
                    <a:pt x="5167" y="3364"/>
                  </a:cubicBezTo>
                  <a:cubicBezTo>
                    <a:pt x="5177" y="3365"/>
                    <a:pt x="5181" y="3375"/>
                    <a:pt x="5197" y="3374"/>
                  </a:cubicBezTo>
                  <a:cubicBezTo>
                    <a:pt x="5212" y="3373"/>
                    <a:pt x="5225" y="3372"/>
                    <a:pt x="5229" y="3382"/>
                  </a:cubicBezTo>
                  <a:cubicBezTo>
                    <a:pt x="5232" y="3392"/>
                    <a:pt x="5232" y="3400"/>
                    <a:pt x="5237" y="3405"/>
                  </a:cubicBezTo>
                  <a:cubicBezTo>
                    <a:pt x="5243" y="3411"/>
                    <a:pt x="5243" y="3419"/>
                    <a:pt x="5245" y="3430"/>
                  </a:cubicBezTo>
                  <a:cubicBezTo>
                    <a:pt x="5246" y="3441"/>
                    <a:pt x="5243" y="3444"/>
                    <a:pt x="5253" y="3450"/>
                  </a:cubicBezTo>
                  <a:cubicBezTo>
                    <a:pt x="5263" y="3456"/>
                    <a:pt x="5263" y="3461"/>
                    <a:pt x="5284" y="3467"/>
                  </a:cubicBezTo>
                  <a:cubicBezTo>
                    <a:pt x="5305" y="3472"/>
                    <a:pt x="5311" y="3471"/>
                    <a:pt x="5321" y="3479"/>
                  </a:cubicBezTo>
                  <a:cubicBezTo>
                    <a:pt x="5332" y="3486"/>
                    <a:pt x="5345" y="3485"/>
                    <a:pt x="5355" y="3483"/>
                  </a:cubicBezTo>
                  <a:cubicBezTo>
                    <a:pt x="5366" y="3481"/>
                    <a:pt x="5366" y="3475"/>
                    <a:pt x="5380" y="3468"/>
                  </a:cubicBezTo>
                  <a:cubicBezTo>
                    <a:pt x="5394" y="3461"/>
                    <a:pt x="5393" y="3461"/>
                    <a:pt x="5405" y="3461"/>
                  </a:cubicBezTo>
                  <a:cubicBezTo>
                    <a:pt x="5416" y="3460"/>
                    <a:pt x="5413" y="3453"/>
                    <a:pt x="5429" y="3453"/>
                  </a:cubicBezTo>
                  <a:cubicBezTo>
                    <a:pt x="5445" y="3453"/>
                    <a:pt x="5449" y="3451"/>
                    <a:pt x="5459" y="3457"/>
                  </a:cubicBezTo>
                  <a:cubicBezTo>
                    <a:pt x="5469" y="3463"/>
                    <a:pt x="5474" y="3461"/>
                    <a:pt x="5481" y="3463"/>
                  </a:cubicBezTo>
                  <a:cubicBezTo>
                    <a:pt x="5489" y="3465"/>
                    <a:pt x="5486" y="3472"/>
                    <a:pt x="5498" y="3471"/>
                  </a:cubicBezTo>
                  <a:cubicBezTo>
                    <a:pt x="5510" y="3471"/>
                    <a:pt x="5519" y="3457"/>
                    <a:pt x="5531" y="3468"/>
                  </a:cubicBezTo>
                  <a:cubicBezTo>
                    <a:pt x="5543" y="3479"/>
                    <a:pt x="5546" y="3496"/>
                    <a:pt x="5562" y="3496"/>
                  </a:cubicBezTo>
                  <a:cubicBezTo>
                    <a:pt x="5578" y="3496"/>
                    <a:pt x="5603" y="3491"/>
                    <a:pt x="5604" y="3507"/>
                  </a:cubicBezTo>
                  <a:cubicBezTo>
                    <a:pt x="5605" y="3523"/>
                    <a:pt x="5610" y="3530"/>
                    <a:pt x="5621" y="3535"/>
                  </a:cubicBezTo>
                  <a:cubicBezTo>
                    <a:pt x="5633" y="3539"/>
                    <a:pt x="5633" y="3551"/>
                    <a:pt x="5648" y="3550"/>
                  </a:cubicBezTo>
                  <a:cubicBezTo>
                    <a:pt x="5663" y="3549"/>
                    <a:pt x="5671" y="3540"/>
                    <a:pt x="5689" y="3549"/>
                  </a:cubicBezTo>
                  <a:cubicBezTo>
                    <a:pt x="5707" y="3557"/>
                    <a:pt x="5707" y="3562"/>
                    <a:pt x="5725" y="3562"/>
                  </a:cubicBezTo>
                  <a:cubicBezTo>
                    <a:pt x="5742" y="3562"/>
                    <a:pt x="5772" y="3563"/>
                    <a:pt x="5788" y="3563"/>
                  </a:cubicBezTo>
                  <a:cubicBezTo>
                    <a:pt x="5804" y="3562"/>
                    <a:pt x="5801" y="3546"/>
                    <a:pt x="5822" y="3546"/>
                  </a:cubicBezTo>
                  <a:cubicBezTo>
                    <a:pt x="5843" y="3546"/>
                    <a:pt x="5857" y="3543"/>
                    <a:pt x="5870" y="3541"/>
                  </a:cubicBezTo>
                  <a:cubicBezTo>
                    <a:pt x="5883" y="3539"/>
                    <a:pt x="5885" y="3533"/>
                    <a:pt x="5899" y="3533"/>
                  </a:cubicBezTo>
                  <a:cubicBezTo>
                    <a:pt x="5913" y="3533"/>
                    <a:pt x="5931" y="3535"/>
                    <a:pt x="5933" y="3524"/>
                  </a:cubicBezTo>
                  <a:cubicBezTo>
                    <a:pt x="5935" y="3513"/>
                    <a:pt x="5932" y="3509"/>
                    <a:pt x="5945" y="3503"/>
                  </a:cubicBezTo>
                  <a:cubicBezTo>
                    <a:pt x="5957" y="3498"/>
                    <a:pt x="5957" y="3491"/>
                    <a:pt x="5970" y="3489"/>
                  </a:cubicBezTo>
                  <a:cubicBezTo>
                    <a:pt x="5983" y="3486"/>
                    <a:pt x="5978" y="3485"/>
                    <a:pt x="5988" y="3479"/>
                  </a:cubicBezTo>
                  <a:cubicBezTo>
                    <a:pt x="5998" y="3472"/>
                    <a:pt x="5995" y="3471"/>
                    <a:pt x="6010" y="3471"/>
                  </a:cubicBezTo>
                  <a:cubicBezTo>
                    <a:pt x="6025" y="3470"/>
                    <a:pt x="6030" y="3471"/>
                    <a:pt x="6048" y="3477"/>
                  </a:cubicBezTo>
                  <a:cubicBezTo>
                    <a:pt x="6066" y="3484"/>
                    <a:pt x="6057" y="3491"/>
                    <a:pt x="6069" y="3498"/>
                  </a:cubicBezTo>
                  <a:cubicBezTo>
                    <a:pt x="6081" y="3505"/>
                    <a:pt x="6101" y="3507"/>
                    <a:pt x="6107" y="3501"/>
                  </a:cubicBezTo>
                  <a:cubicBezTo>
                    <a:pt x="6113" y="3495"/>
                    <a:pt x="6116" y="3489"/>
                    <a:pt x="6128" y="3491"/>
                  </a:cubicBezTo>
                  <a:cubicBezTo>
                    <a:pt x="6140" y="3493"/>
                    <a:pt x="6151" y="3491"/>
                    <a:pt x="6158" y="3500"/>
                  </a:cubicBezTo>
                  <a:cubicBezTo>
                    <a:pt x="6159" y="3501"/>
                    <a:pt x="6160" y="3502"/>
                    <a:pt x="6160" y="3503"/>
                  </a:cubicBezTo>
                  <a:cubicBezTo>
                    <a:pt x="6160" y="3503"/>
                    <a:pt x="6160" y="3503"/>
                    <a:pt x="6160" y="3503"/>
                  </a:cubicBezTo>
                  <a:cubicBezTo>
                    <a:pt x="6161" y="3504"/>
                    <a:pt x="6162" y="3505"/>
                    <a:pt x="6162" y="3506"/>
                  </a:cubicBezTo>
                  <a:cubicBezTo>
                    <a:pt x="6162" y="3506"/>
                    <a:pt x="6162" y="3506"/>
                    <a:pt x="6162" y="3506"/>
                  </a:cubicBezTo>
                  <a:cubicBezTo>
                    <a:pt x="6162" y="3506"/>
                    <a:pt x="6162" y="3506"/>
                    <a:pt x="6162" y="3506"/>
                  </a:cubicBezTo>
                  <a:cubicBezTo>
                    <a:pt x="6163" y="3507"/>
                    <a:pt x="6163" y="3507"/>
                    <a:pt x="6163" y="3508"/>
                  </a:cubicBezTo>
                  <a:cubicBezTo>
                    <a:pt x="6163" y="3508"/>
                    <a:pt x="6163" y="3508"/>
                    <a:pt x="6163" y="3508"/>
                  </a:cubicBezTo>
                  <a:cubicBezTo>
                    <a:pt x="6164" y="3509"/>
                    <a:pt x="6164" y="3509"/>
                    <a:pt x="6164" y="3510"/>
                  </a:cubicBezTo>
                  <a:cubicBezTo>
                    <a:pt x="6164" y="3510"/>
                    <a:pt x="6164" y="3510"/>
                    <a:pt x="6164" y="3510"/>
                  </a:cubicBezTo>
                  <a:cubicBezTo>
                    <a:pt x="6164" y="3510"/>
                    <a:pt x="6165" y="3511"/>
                    <a:pt x="6165" y="3511"/>
                  </a:cubicBezTo>
                  <a:cubicBezTo>
                    <a:pt x="6165" y="3511"/>
                    <a:pt x="6165" y="3511"/>
                    <a:pt x="6165" y="3511"/>
                  </a:cubicBezTo>
                  <a:cubicBezTo>
                    <a:pt x="6165" y="3512"/>
                    <a:pt x="6166" y="3512"/>
                    <a:pt x="6166" y="3512"/>
                  </a:cubicBezTo>
                  <a:cubicBezTo>
                    <a:pt x="6166" y="3513"/>
                    <a:pt x="6166" y="3513"/>
                    <a:pt x="6166" y="3513"/>
                  </a:cubicBezTo>
                  <a:cubicBezTo>
                    <a:pt x="6167" y="3513"/>
                    <a:pt x="6167" y="3513"/>
                    <a:pt x="6167" y="3514"/>
                  </a:cubicBezTo>
                  <a:cubicBezTo>
                    <a:pt x="6167" y="3514"/>
                    <a:pt x="6167" y="3514"/>
                    <a:pt x="6167" y="3514"/>
                  </a:cubicBezTo>
                  <a:cubicBezTo>
                    <a:pt x="6168" y="3514"/>
                    <a:pt x="6168" y="3515"/>
                    <a:pt x="6169" y="3515"/>
                  </a:cubicBezTo>
                  <a:cubicBezTo>
                    <a:pt x="6169" y="3515"/>
                    <a:pt x="6169" y="3515"/>
                    <a:pt x="6169" y="3515"/>
                  </a:cubicBezTo>
                  <a:cubicBezTo>
                    <a:pt x="6169" y="3516"/>
                    <a:pt x="6170" y="3516"/>
                    <a:pt x="6170" y="3516"/>
                  </a:cubicBezTo>
                  <a:cubicBezTo>
                    <a:pt x="6170" y="3516"/>
                    <a:pt x="6170" y="3516"/>
                    <a:pt x="6171" y="3517"/>
                  </a:cubicBezTo>
                  <a:cubicBezTo>
                    <a:pt x="6171" y="3517"/>
                    <a:pt x="6171" y="3517"/>
                    <a:pt x="6172" y="3517"/>
                  </a:cubicBezTo>
                  <a:cubicBezTo>
                    <a:pt x="6172" y="3517"/>
                    <a:pt x="6172" y="3518"/>
                    <a:pt x="6172" y="3518"/>
                  </a:cubicBezTo>
                  <a:cubicBezTo>
                    <a:pt x="6173" y="3518"/>
                    <a:pt x="6174" y="3518"/>
                    <a:pt x="6174" y="3518"/>
                  </a:cubicBezTo>
                  <a:cubicBezTo>
                    <a:pt x="6174" y="3519"/>
                    <a:pt x="6175" y="3519"/>
                    <a:pt x="6175" y="3519"/>
                  </a:cubicBezTo>
                  <a:cubicBezTo>
                    <a:pt x="6175" y="3519"/>
                    <a:pt x="6176" y="3519"/>
                    <a:pt x="6177" y="3519"/>
                  </a:cubicBezTo>
                  <a:cubicBezTo>
                    <a:pt x="6177" y="3519"/>
                    <a:pt x="6177" y="3519"/>
                    <a:pt x="6177" y="3519"/>
                  </a:cubicBezTo>
                  <a:cubicBezTo>
                    <a:pt x="6178" y="3520"/>
                    <a:pt x="6179" y="3520"/>
                    <a:pt x="6179" y="3520"/>
                  </a:cubicBezTo>
                  <a:cubicBezTo>
                    <a:pt x="6180" y="3520"/>
                    <a:pt x="6180" y="3520"/>
                    <a:pt x="6180" y="3520"/>
                  </a:cubicBezTo>
                  <a:cubicBezTo>
                    <a:pt x="6181" y="3520"/>
                    <a:pt x="6182" y="3521"/>
                    <a:pt x="6183" y="3521"/>
                  </a:cubicBezTo>
                  <a:cubicBezTo>
                    <a:pt x="6203" y="3523"/>
                    <a:pt x="6205" y="3525"/>
                    <a:pt x="6216" y="3529"/>
                  </a:cubicBezTo>
                  <a:cubicBezTo>
                    <a:pt x="6227" y="3533"/>
                    <a:pt x="6230" y="3541"/>
                    <a:pt x="6245" y="3532"/>
                  </a:cubicBezTo>
                  <a:cubicBezTo>
                    <a:pt x="6259" y="3523"/>
                    <a:pt x="6261" y="3511"/>
                    <a:pt x="6275" y="3507"/>
                  </a:cubicBezTo>
                  <a:cubicBezTo>
                    <a:pt x="6289" y="3503"/>
                    <a:pt x="6291" y="3495"/>
                    <a:pt x="6303" y="3495"/>
                  </a:cubicBezTo>
                  <a:cubicBezTo>
                    <a:pt x="6315" y="3495"/>
                    <a:pt x="6327" y="3491"/>
                    <a:pt x="6329" y="3482"/>
                  </a:cubicBezTo>
                  <a:cubicBezTo>
                    <a:pt x="6332" y="3473"/>
                    <a:pt x="6327" y="3469"/>
                    <a:pt x="6321" y="3464"/>
                  </a:cubicBezTo>
                  <a:cubicBezTo>
                    <a:pt x="6315" y="3459"/>
                    <a:pt x="6317" y="3449"/>
                    <a:pt x="6327" y="3442"/>
                  </a:cubicBezTo>
                  <a:cubicBezTo>
                    <a:pt x="6337" y="3435"/>
                    <a:pt x="6342" y="3427"/>
                    <a:pt x="6347" y="3415"/>
                  </a:cubicBezTo>
                  <a:cubicBezTo>
                    <a:pt x="6353" y="3403"/>
                    <a:pt x="6360" y="3398"/>
                    <a:pt x="6364" y="3383"/>
                  </a:cubicBezTo>
                  <a:cubicBezTo>
                    <a:pt x="6368" y="3367"/>
                    <a:pt x="6373" y="3351"/>
                    <a:pt x="6387" y="3344"/>
                  </a:cubicBezTo>
                  <a:cubicBezTo>
                    <a:pt x="6400" y="3337"/>
                    <a:pt x="6415" y="3331"/>
                    <a:pt x="6419" y="3322"/>
                  </a:cubicBezTo>
                  <a:cubicBezTo>
                    <a:pt x="6423" y="3313"/>
                    <a:pt x="6423" y="3311"/>
                    <a:pt x="6418" y="3307"/>
                  </a:cubicBezTo>
                  <a:cubicBezTo>
                    <a:pt x="6413" y="3303"/>
                    <a:pt x="6411" y="3297"/>
                    <a:pt x="6411" y="3291"/>
                  </a:cubicBezTo>
                  <a:cubicBezTo>
                    <a:pt x="6411" y="3285"/>
                    <a:pt x="6410" y="3273"/>
                    <a:pt x="6398" y="3274"/>
                  </a:cubicBezTo>
                  <a:cubicBezTo>
                    <a:pt x="6386" y="3275"/>
                    <a:pt x="6373" y="3275"/>
                    <a:pt x="6373" y="3267"/>
                  </a:cubicBezTo>
                  <a:cubicBezTo>
                    <a:pt x="6373" y="3260"/>
                    <a:pt x="6372" y="3257"/>
                    <a:pt x="6384" y="3254"/>
                  </a:cubicBezTo>
                  <a:cubicBezTo>
                    <a:pt x="6396" y="3251"/>
                    <a:pt x="6398" y="3234"/>
                    <a:pt x="6414" y="3226"/>
                  </a:cubicBezTo>
                  <a:cubicBezTo>
                    <a:pt x="6430" y="3218"/>
                    <a:pt x="6429" y="3215"/>
                    <a:pt x="6439" y="3215"/>
                  </a:cubicBezTo>
                  <a:cubicBezTo>
                    <a:pt x="6449" y="3215"/>
                    <a:pt x="6451" y="3207"/>
                    <a:pt x="6464" y="3207"/>
                  </a:cubicBezTo>
                  <a:cubicBezTo>
                    <a:pt x="6477" y="3206"/>
                    <a:pt x="6487" y="3207"/>
                    <a:pt x="6500" y="3205"/>
                  </a:cubicBezTo>
                  <a:cubicBezTo>
                    <a:pt x="6513" y="3202"/>
                    <a:pt x="6508" y="3197"/>
                    <a:pt x="6528" y="3197"/>
                  </a:cubicBezTo>
                  <a:cubicBezTo>
                    <a:pt x="6548" y="3197"/>
                    <a:pt x="6553" y="3202"/>
                    <a:pt x="6567" y="3198"/>
                  </a:cubicBezTo>
                  <a:cubicBezTo>
                    <a:pt x="6581" y="3194"/>
                    <a:pt x="6589" y="3189"/>
                    <a:pt x="6598" y="3191"/>
                  </a:cubicBezTo>
                  <a:cubicBezTo>
                    <a:pt x="6607" y="3194"/>
                    <a:pt x="6619" y="3203"/>
                    <a:pt x="6630" y="3205"/>
                  </a:cubicBezTo>
                  <a:cubicBezTo>
                    <a:pt x="6641" y="3207"/>
                    <a:pt x="6647" y="3212"/>
                    <a:pt x="6651" y="3217"/>
                  </a:cubicBezTo>
                  <a:cubicBezTo>
                    <a:pt x="6655" y="3221"/>
                    <a:pt x="6660" y="3224"/>
                    <a:pt x="6673" y="3223"/>
                  </a:cubicBezTo>
                  <a:cubicBezTo>
                    <a:pt x="6687" y="3223"/>
                    <a:pt x="6715" y="3219"/>
                    <a:pt x="6721" y="3229"/>
                  </a:cubicBezTo>
                  <a:cubicBezTo>
                    <a:pt x="6727" y="3239"/>
                    <a:pt x="6731" y="3248"/>
                    <a:pt x="6742" y="3251"/>
                  </a:cubicBezTo>
                  <a:cubicBezTo>
                    <a:pt x="6753" y="3255"/>
                    <a:pt x="6757" y="3263"/>
                    <a:pt x="6759" y="3272"/>
                  </a:cubicBezTo>
                  <a:cubicBezTo>
                    <a:pt x="6762" y="3281"/>
                    <a:pt x="6777" y="3283"/>
                    <a:pt x="6779" y="3297"/>
                  </a:cubicBezTo>
                  <a:cubicBezTo>
                    <a:pt x="6780" y="3311"/>
                    <a:pt x="6779" y="3327"/>
                    <a:pt x="6789" y="3339"/>
                  </a:cubicBezTo>
                  <a:cubicBezTo>
                    <a:pt x="6799" y="3350"/>
                    <a:pt x="6800" y="3353"/>
                    <a:pt x="6802" y="3360"/>
                  </a:cubicBezTo>
                  <a:cubicBezTo>
                    <a:pt x="6804" y="3367"/>
                    <a:pt x="6810" y="3374"/>
                    <a:pt x="6811" y="3387"/>
                  </a:cubicBezTo>
                  <a:cubicBezTo>
                    <a:pt x="6811" y="3399"/>
                    <a:pt x="6810" y="3402"/>
                    <a:pt x="6818" y="3410"/>
                  </a:cubicBezTo>
                  <a:cubicBezTo>
                    <a:pt x="6826" y="3418"/>
                    <a:pt x="6829" y="3421"/>
                    <a:pt x="6835" y="3431"/>
                  </a:cubicBezTo>
                  <a:cubicBezTo>
                    <a:pt x="6841" y="3442"/>
                    <a:pt x="6840" y="3446"/>
                    <a:pt x="6843" y="3458"/>
                  </a:cubicBezTo>
                  <a:cubicBezTo>
                    <a:pt x="6847" y="3470"/>
                    <a:pt x="6859" y="3467"/>
                    <a:pt x="6855" y="3481"/>
                  </a:cubicBezTo>
                  <a:cubicBezTo>
                    <a:pt x="6851" y="3495"/>
                    <a:pt x="6851" y="3508"/>
                    <a:pt x="6859" y="3515"/>
                  </a:cubicBezTo>
                  <a:cubicBezTo>
                    <a:pt x="6867" y="3523"/>
                    <a:pt x="6877" y="3532"/>
                    <a:pt x="6885" y="3533"/>
                  </a:cubicBezTo>
                  <a:cubicBezTo>
                    <a:pt x="6894" y="3535"/>
                    <a:pt x="6900" y="3544"/>
                    <a:pt x="6907" y="3535"/>
                  </a:cubicBezTo>
                  <a:cubicBezTo>
                    <a:pt x="6913" y="3525"/>
                    <a:pt x="6920" y="3525"/>
                    <a:pt x="6927" y="3531"/>
                  </a:cubicBezTo>
                  <a:cubicBezTo>
                    <a:pt x="6935" y="3537"/>
                    <a:pt x="6947" y="3555"/>
                    <a:pt x="6961" y="3547"/>
                  </a:cubicBezTo>
                  <a:cubicBezTo>
                    <a:pt x="6976" y="3539"/>
                    <a:pt x="6981" y="3545"/>
                    <a:pt x="6991" y="3554"/>
                  </a:cubicBezTo>
                  <a:cubicBezTo>
                    <a:pt x="7001" y="3563"/>
                    <a:pt x="7005" y="3580"/>
                    <a:pt x="7019" y="3585"/>
                  </a:cubicBezTo>
                  <a:cubicBezTo>
                    <a:pt x="7033" y="3589"/>
                    <a:pt x="7050" y="3585"/>
                    <a:pt x="7050" y="3595"/>
                  </a:cubicBezTo>
                  <a:cubicBezTo>
                    <a:pt x="7050" y="3604"/>
                    <a:pt x="7048" y="3610"/>
                    <a:pt x="7056" y="3615"/>
                  </a:cubicBezTo>
                  <a:cubicBezTo>
                    <a:pt x="7064" y="3621"/>
                    <a:pt x="7061" y="3635"/>
                    <a:pt x="7061" y="3643"/>
                  </a:cubicBezTo>
                  <a:cubicBezTo>
                    <a:pt x="7061" y="3651"/>
                    <a:pt x="7049" y="3660"/>
                    <a:pt x="7063" y="3667"/>
                  </a:cubicBezTo>
                  <a:cubicBezTo>
                    <a:pt x="7076" y="3673"/>
                    <a:pt x="7076" y="3681"/>
                    <a:pt x="7079" y="3683"/>
                  </a:cubicBezTo>
                  <a:cubicBezTo>
                    <a:pt x="7081" y="3686"/>
                    <a:pt x="7092" y="3688"/>
                    <a:pt x="7102" y="3683"/>
                  </a:cubicBezTo>
                  <a:cubicBezTo>
                    <a:pt x="7112" y="3677"/>
                    <a:pt x="7113" y="3686"/>
                    <a:pt x="7129" y="3687"/>
                  </a:cubicBezTo>
                  <a:cubicBezTo>
                    <a:pt x="7144" y="3689"/>
                    <a:pt x="7155" y="3691"/>
                    <a:pt x="7165" y="3681"/>
                  </a:cubicBezTo>
                  <a:cubicBezTo>
                    <a:pt x="7175" y="3671"/>
                    <a:pt x="7183" y="3655"/>
                    <a:pt x="7196" y="3654"/>
                  </a:cubicBezTo>
                  <a:cubicBezTo>
                    <a:pt x="7209" y="3653"/>
                    <a:pt x="7223" y="3654"/>
                    <a:pt x="7232" y="3649"/>
                  </a:cubicBezTo>
                  <a:cubicBezTo>
                    <a:pt x="7241" y="3643"/>
                    <a:pt x="7240" y="3641"/>
                    <a:pt x="7255" y="3639"/>
                  </a:cubicBezTo>
                  <a:cubicBezTo>
                    <a:pt x="7269" y="3636"/>
                    <a:pt x="7265" y="3625"/>
                    <a:pt x="7277" y="3625"/>
                  </a:cubicBezTo>
                  <a:cubicBezTo>
                    <a:pt x="7289" y="3625"/>
                    <a:pt x="7309" y="3625"/>
                    <a:pt x="7310" y="3632"/>
                  </a:cubicBezTo>
                  <a:cubicBezTo>
                    <a:pt x="7311" y="3639"/>
                    <a:pt x="7316" y="3646"/>
                    <a:pt x="7309" y="3649"/>
                  </a:cubicBezTo>
                  <a:cubicBezTo>
                    <a:pt x="7301" y="3653"/>
                    <a:pt x="7293" y="3659"/>
                    <a:pt x="7302" y="3666"/>
                  </a:cubicBezTo>
                  <a:cubicBezTo>
                    <a:pt x="7311" y="3673"/>
                    <a:pt x="7314" y="3681"/>
                    <a:pt x="7309" y="3692"/>
                  </a:cubicBezTo>
                  <a:cubicBezTo>
                    <a:pt x="7305" y="3703"/>
                    <a:pt x="7299" y="3705"/>
                    <a:pt x="7291" y="3705"/>
                  </a:cubicBezTo>
                  <a:cubicBezTo>
                    <a:pt x="7283" y="3706"/>
                    <a:pt x="7276" y="3716"/>
                    <a:pt x="7276" y="3730"/>
                  </a:cubicBezTo>
                  <a:cubicBezTo>
                    <a:pt x="7276" y="3744"/>
                    <a:pt x="7261" y="3755"/>
                    <a:pt x="7261" y="3768"/>
                  </a:cubicBezTo>
                  <a:cubicBezTo>
                    <a:pt x="7262" y="3781"/>
                    <a:pt x="7263" y="3798"/>
                    <a:pt x="7255" y="3805"/>
                  </a:cubicBezTo>
                  <a:cubicBezTo>
                    <a:pt x="7247" y="3813"/>
                    <a:pt x="7242" y="3814"/>
                    <a:pt x="7238" y="3827"/>
                  </a:cubicBezTo>
                  <a:cubicBezTo>
                    <a:pt x="7234" y="3841"/>
                    <a:pt x="7232" y="3855"/>
                    <a:pt x="7222" y="3858"/>
                  </a:cubicBezTo>
                  <a:cubicBezTo>
                    <a:pt x="7212" y="3861"/>
                    <a:pt x="7209" y="3864"/>
                    <a:pt x="7209" y="3878"/>
                  </a:cubicBezTo>
                  <a:cubicBezTo>
                    <a:pt x="7208" y="3892"/>
                    <a:pt x="7205" y="3899"/>
                    <a:pt x="7189" y="3896"/>
                  </a:cubicBezTo>
                  <a:cubicBezTo>
                    <a:pt x="7173" y="3893"/>
                    <a:pt x="7157" y="3887"/>
                    <a:pt x="7147" y="3881"/>
                  </a:cubicBezTo>
                  <a:cubicBezTo>
                    <a:pt x="7137" y="3876"/>
                    <a:pt x="7127" y="3871"/>
                    <a:pt x="7121" y="3881"/>
                  </a:cubicBezTo>
                  <a:cubicBezTo>
                    <a:pt x="7115" y="3890"/>
                    <a:pt x="7111" y="3898"/>
                    <a:pt x="7100" y="3900"/>
                  </a:cubicBezTo>
                  <a:cubicBezTo>
                    <a:pt x="7089" y="3902"/>
                    <a:pt x="7073" y="3902"/>
                    <a:pt x="7071" y="3910"/>
                  </a:cubicBezTo>
                  <a:cubicBezTo>
                    <a:pt x="7070" y="3918"/>
                    <a:pt x="7075" y="3926"/>
                    <a:pt x="7080" y="3931"/>
                  </a:cubicBezTo>
                  <a:cubicBezTo>
                    <a:pt x="7085" y="3935"/>
                    <a:pt x="7080" y="3941"/>
                    <a:pt x="7085" y="3946"/>
                  </a:cubicBezTo>
                  <a:cubicBezTo>
                    <a:pt x="7091" y="3951"/>
                    <a:pt x="7092" y="3961"/>
                    <a:pt x="7091" y="3971"/>
                  </a:cubicBezTo>
                  <a:cubicBezTo>
                    <a:pt x="7091" y="3981"/>
                    <a:pt x="7088" y="4001"/>
                    <a:pt x="7091" y="4009"/>
                  </a:cubicBezTo>
                  <a:cubicBezTo>
                    <a:pt x="7095" y="4017"/>
                    <a:pt x="7093" y="4028"/>
                    <a:pt x="7091" y="4037"/>
                  </a:cubicBezTo>
                  <a:cubicBezTo>
                    <a:pt x="7090" y="4047"/>
                    <a:pt x="7086" y="4043"/>
                    <a:pt x="7081" y="4053"/>
                  </a:cubicBezTo>
                  <a:cubicBezTo>
                    <a:pt x="7075" y="4063"/>
                    <a:pt x="7072" y="4067"/>
                    <a:pt x="7061" y="4068"/>
                  </a:cubicBezTo>
                  <a:cubicBezTo>
                    <a:pt x="7051" y="4069"/>
                    <a:pt x="7050" y="4065"/>
                    <a:pt x="7048" y="4073"/>
                  </a:cubicBezTo>
                  <a:cubicBezTo>
                    <a:pt x="7048" y="4074"/>
                    <a:pt x="7047" y="4075"/>
                    <a:pt x="7047" y="4076"/>
                  </a:cubicBezTo>
                  <a:cubicBezTo>
                    <a:pt x="7047" y="4077"/>
                    <a:pt x="7047" y="4077"/>
                    <a:pt x="7047" y="4077"/>
                  </a:cubicBezTo>
                  <a:cubicBezTo>
                    <a:pt x="7046" y="4078"/>
                    <a:pt x="7046" y="4078"/>
                    <a:pt x="7045" y="4079"/>
                  </a:cubicBezTo>
                  <a:cubicBezTo>
                    <a:pt x="7045" y="4079"/>
                    <a:pt x="7045" y="4079"/>
                    <a:pt x="7045" y="4079"/>
                  </a:cubicBezTo>
                  <a:cubicBezTo>
                    <a:pt x="7044" y="4081"/>
                    <a:pt x="7043" y="4082"/>
                    <a:pt x="7041" y="4083"/>
                  </a:cubicBezTo>
                  <a:cubicBezTo>
                    <a:pt x="7041" y="4083"/>
                    <a:pt x="7041" y="4083"/>
                    <a:pt x="7041" y="4083"/>
                  </a:cubicBezTo>
                  <a:cubicBezTo>
                    <a:pt x="7042" y="4086"/>
                    <a:pt x="7042" y="4088"/>
                    <a:pt x="7044" y="4090"/>
                  </a:cubicBezTo>
                  <a:cubicBezTo>
                    <a:pt x="7047" y="4094"/>
                    <a:pt x="7049" y="4096"/>
                    <a:pt x="7051" y="4099"/>
                  </a:cubicBezTo>
                  <a:cubicBezTo>
                    <a:pt x="7063" y="4079"/>
                    <a:pt x="7097" y="4064"/>
                    <a:pt x="7121" y="4058"/>
                  </a:cubicBezTo>
                  <a:cubicBezTo>
                    <a:pt x="7145" y="4053"/>
                    <a:pt x="7160" y="4067"/>
                    <a:pt x="7190" y="4073"/>
                  </a:cubicBezTo>
                  <a:cubicBezTo>
                    <a:pt x="7220" y="4078"/>
                    <a:pt x="7238" y="4071"/>
                    <a:pt x="7263" y="4061"/>
                  </a:cubicBezTo>
                  <a:cubicBezTo>
                    <a:pt x="7287" y="4051"/>
                    <a:pt x="7324" y="4020"/>
                    <a:pt x="7342" y="3998"/>
                  </a:cubicBezTo>
                  <a:cubicBezTo>
                    <a:pt x="7359" y="3977"/>
                    <a:pt x="7402" y="3934"/>
                    <a:pt x="7435" y="3896"/>
                  </a:cubicBezTo>
                  <a:cubicBezTo>
                    <a:pt x="7468" y="3859"/>
                    <a:pt x="7466" y="3861"/>
                    <a:pt x="7499" y="3835"/>
                  </a:cubicBezTo>
                  <a:cubicBezTo>
                    <a:pt x="7532" y="3809"/>
                    <a:pt x="7544" y="3769"/>
                    <a:pt x="7554" y="3742"/>
                  </a:cubicBezTo>
                  <a:cubicBezTo>
                    <a:pt x="7564" y="3714"/>
                    <a:pt x="7584" y="3713"/>
                    <a:pt x="7605" y="3679"/>
                  </a:cubicBezTo>
                  <a:cubicBezTo>
                    <a:pt x="7627" y="3644"/>
                    <a:pt x="7634" y="3636"/>
                    <a:pt x="7648" y="3624"/>
                  </a:cubicBezTo>
                  <a:cubicBezTo>
                    <a:pt x="7663" y="3613"/>
                    <a:pt x="7667" y="3588"/>
                    <a:pt x="7668" y="3568"/>
                  </a:cubicBezTo>
                  <a:cubicBezTo>
                    <a:pt x="7670" y="3548"/>
                    <a:pt x="7671" y="3550"/>
                    <a:pt x="7681" y="3529"/>
                  </a:cubicBezTo>
                  <a:cubicBezTo>
                    <a:pt x="7691" y="3509"/>
                    <a:pt x="7684" y="3476"/>
                    <a:pt x="7678" y="3456"/>
                  </a:cubicBezTo>
                  <a:cubicBezTo>
                    <a:pt x="7673" y="3436"/>
                    <a:pt x="7678" y="3431"/>
                    <a:pt x="7687" y="3415"/>
                  </a:cubicBezTo>
                  <a:cubicBezTo>
                    <a:pt x="7696" y="3399"/>
                    <a:pt x="7700" y="3378"/>
                    <a:pt x="7707" y="3359"/>
                  </a:cubicBezTo>
                  <a:cubicBezTo>
                    <a:pt x="7714" y="3340"/>
                    <a:pt x="7726" y="3339"/>
                    <a:pt x="7732" y="3325"/>
                  </a:cubicBezTo>
                  <a:cubicBezTo>
                    <a:pt x="7737" y="3312"/>
                    <a:pt x="7731" y="3304"/>
                    <a:pt x="7724" y="3297"/>
                  </a:cubicBezTo>
                  <a:cubicBezTo>
                    <a:pt x="7716" y="3289"/>
                    <a:pt x="7723" y="3281"/>
                    <a:pt x="7726" y="3276"/>
                  </a:cubicBezTo>
                  <a:cubicBezTo>
                    <a:pt x="7729" y="3271"/>
                    <a:pt x="7729" y="3258"/>
                    <a:pt x="7716" y="3244"/>
                  </a:cubicBezTo>
                  <a:cubicBezTo>
                    <a:pt x="7703" y="3229"/>
                    <a:pt x="7722" y="3235"/>
                    <a:pt x="7733" y="3227"/>
                  </a:cubicBezTo>
                  <a:cubicBezTo>
                    <a:pt x="7744" y="3219"/>
                    <a:pt x="7731" y="3211"/>
                    <a:pt x="7716" y="3203"/>
                  </a:cubicBezTo>
                  <a:cubicBezTo>
                    <a:pt x="7702" y="3195"/>
                    <a:pt x="7701" y="3193"/>
                    <a:pt x="7686" y="3185"/>
                  </a:cubicBezTo>
                  <a:cubicBezTo>
                    <a:pt x="7670" y="3178"/>
                    <a:pt x="7666" y="3158"/>
                    <a:pt x="7658" y="3142"/>
                  </a:cubicBezTo>
                  <a:cubicBezTo>
                    <a:pt x="7650" y="3126"/>
                    <a:pt x="7639" y="3127"/>
                    <a:pt x="7630" y="3130"/>
                  </a:cubicBezTo>
                  <a:cubicBezTo>
                    <a:pt x="7622" y="3134"/>
                    <a:pt x="7603" y="3132"/>
                    <a:pt x="7587" y="3126"/>
                  </a:cubicBezTo>
                  <a:cubicBezTo>
                    <a:pt x="7572" y="3120"/>
                    <a:pt x="7567" y="3117"/>
                    <a:pt x="7565" y="3130"/>
                  </a:cubicBezTo>
                  <a:cubicBezTo>
                    <a:pt x="7563" y="3142"/>
                    <a:pt x="7560" y="3156"/>
                    <a:pt x="7549" y="3156"/>
                  </a:cubicBezTo>
                  <a:cubicBezTo>
                    <a:pt x="7537" y="3156"/>
                    <a:pt x="7527" y="3165"/>
                    <a:pt x="7519" y="3180"/>
                  </a:cubicBezTo>
                  <a:cubicBezTo>
                    <a:pt x="7512" y="3195"/>
                    <a:pt x="7496" y="3190"/>
                    <a:pt x="7486" y="3183"/>
                  </a:cubicBezTo>
                  <a:cubicBezTo>
                    <a:pt x="7476" y="3176"/>
                    <a:pt x="7494" y="3169"/>
                    <a:pt x="7504" y="3159"/>
                  </a:cubicBezTo>
                  <a:cubicBezTo>
                    <a:pt x="7513" y="3149"/>
                    <a:pt x="7493" y="3153"/>
                    <a:pt x="7487" y="3145"/>
                  </a:cubicBezTo>
                  <a:cubicBezTo>
                    <a:pt x="7481" y="3136"/>
                    <a:pt x="7503" y="3127"/>
                    <a:pt x="7509" y="3113"/>
                  </a:cubicBezTo>
                  <a:cubicBezTo>
                    <a:pt x="7516" y="3099"/>
                    <a:pt x="7493" y="3107"/>
                    <a:pt x="7490" y="3112"/>
                  </a:cubicBezTo>
                  <a:cubicBezTo>
                    <a:pt x="7487" y="3117"/>
                    <a:pt x="7478" y="3122"/>
                    <a:pt x="7467" y="3127"/>
                  </a:cubicBezTo>
                  <a:cubicBezTo>
                    <a:pt x="7456" y="3133"/>
                    <a:pt x="7466" y="3145"/>
                    <a:pt x="7466" y="3155"/>
                  </a:cubicBezTo>
                  <a:cubicBezTo>
                    <a:pt x="7465" y="3166"/>
                    <a:pt x="7458" y="3172"/>
                    <a:pt x="7446" y="3172"/>
                  </a:cubicBezTo>
                  <a:cubicBezTo>
                    <a:pt x="7433" y="3172"/>
                    <a:pt x="7437" y="3140"/>
                    <a:pt x="7437" y="3127"/>
                  </a:cubicBezTo>
                  <a:cubicBezTo>
                    <a:pt x="7437" y="3113"/>
                    <a:pt x="7451" y="3103"/>
                    <a:pt x="7448" y="3094"/>
                  </a:cubicBezTo>
                  <a:cubicBezTo>
                    <a:pt x="7444" y="3084"/>
                    <a:pt x="7417" y="3088"/>
                    <a:pt x="7408" y="3094"/>
                  </a:cubicBezTo>
                  <a:cubicBezTo>
                    <a:pt x="7398" y="3099"/>
                    <a:pt x="7387" y="3099"/>
                    <a:pt x="7375" y="3091"/>
                  </a:cubicBezTo>
                  <a:cubicBezTo>
                    <a:pt x="7362" y="3083"/>
                    <a:pt x="7348" y="3087"/>
                    <a:pt x="7345" y="3077"/>
                  </a:cubicBezTo>
                  <a:cubicBezTo>
                    <a:pt x="7341" y="3066"/>
                    <a:pt x="7359" y="3050"/>
                    <a:pt x="7377" y="3044"/>
                  </a:cubicBezTo>
                  <a:cubicBezTo>
                    <a:pt x="7396" y="3039"/>
                    <a:pt x="7403" y="3034"/>
                    <a:pt x="7413" y="3018"/>
                  </a:cubicBezTo>
                  <a:cubicBezTo>
                    <a:pt x="7423" y="3003"/>
                    <a:pt x="7426" y="3006"/>
                    <a:pt x="7453" y="2994"/>
                  </a:cubicBezTo>
                  <a:cubicBezTo>
                    <a:pt x="7479" y="2983"/>
                    <a:pt x="7499" y="2950"/>
                    <a:pt x="7524" y="2938"/>
                  </a:cubicBezTo>
                  <a:cubicBezTo>
                    <a:pt x="7548" y="2926"/>
                    <a:pt x="7528" y="2919"/>
                    <a:pt x="7538" y="2909"/>
                  </a:cubicBezTo>
                  <a:cubicBezTo>
                    <a:pt x="7548" y="2899"/>
                    <a:pt x="7561" y="2882"/>
                    <a:pt x="7580" y="2869"/>
                  </a:cubicBezTo>
                  <a:cubicBezTo>
                    <a:pt x="7598" y="2855"/>
                    <a:pt x="7609" y="2854"/>
                    <a:pt x="7625" y="2840"/>
                  </a:cubicBezTo>
                  <a:cubicBezTo>
                    <a:pt x="7641" y="2826"/>
                    <a:pt x="7647" y="2814"/>
                    <a:pt x="7666" y="2808"/>
                  </a:cubicBezTo>
                  <a:cubicBezTo>
                    <a:pt x="7686" y="2803"/>
                    <a:pt x="7681" y="2795"/>
                    <a:pt x="7692" y="2770"/>
                  </a:cubicBezTo>
                  <a:cubicBezTo>
                    <a:pt x="7703" y="2745"/>
                    <a:pt x="7712" y="2749"/>
                    <a:pt x="7734" y="2741"/>
                  </a:cubicBezTo>
                  <a:cubicBezTo>
                    <a:pt x="7757" y="2733"/>
                    <a:pt x="7751" y="2713"/>
                    <a:pt x="7768" y="2694"/>
                  </a:cubicBezTo>
                  <a:cubicBezTo>
                    <a:pt x="7785" y="2674"/>
                    <a:pt x="7802" y="2681"/>
                    <a:pt x="7828" y="2672"/>
                  </a:cubicBezTo>
                  <a:cubicBezTo>
                    <a:pt x="7853" y="2662"/>
                    <a:pt x="7857" y="2667"/>
                    <a:pt x="7884" y="2663"/>
                  </a:cubicBezTo>
                  <a:cubicBezTo>
                    <a:pt x="7911" y="2659"/>
                    <a:pt x="7924" y="2660"/>
                    <a:pt x="7947" y="2660"/>
                  </a:cubicBezTo>
                  <a:cubicBezTo>
                    <a:pt x="7969" y="2660"/>
                    <a:pt x="7987" y="2659"/>
                    <a:pt x="8003" y="2659"/>
                  </a:cubicBezTo>
                  <a:cubicBezTo>
                    <a:pt x="8020" y="2658"/>
                    <a:pt x="8017" y="2677"/>
                    <a:pt x="8031" y="2681"/>
                  </a:cubicBezTo>
                  <a:cubicBezTo>
                    <a:pt x="8045" y="2685"/>
                    <a:pt x="8044" y="2670"/>
                    <a:pt x="8053" y="2659"/>
                  </a:cubicBezTo>
                  <a:cubicBezTo>
                    <a:pt x="8063" y="2647"/>
                    <a:pt x="8080" y="2664"/>
                    <a:pt x="8089" y="2662"/>
                  </a:cubicBezTo>
                  <a:cubicBezTo>
                    <a:pt x="8098" y="2660"/>
                    <a:pt x="8107" y="2662"/>
                    <a:pt x="8119" y="2670"/>
                  </a:cubicBezTo>
                  <a:cubicBezTo>
                    <a:pt x="8131" y="2679"/>
                    <a:pt x="8146" y="2664"/>
                    <a:pt x="8153" y="2656"/>
                  </a:cubicBezTo>
                  <a:cubicBezTo>
                    <a:pt x="8160" y="2648"/>
                    <a:pt x="8165" y="2654"/>
                    <a:pt x="8174" y="2664"/>
                  </a:cubicBezTo>
                  <a:cubicBezTo>
                    <a:pt x="8182" y="2673"/>
                    <a:pt x="8190" y="2669"/>
                    <a:pt x="8200" y="2669"/>
                  </a:cubicBezTo>
                  <a:cubicBezTo>
                    <a:pt x="8209" y="2668"/>
                    <a:pt x="8207" y="2661"/>
                    <a:pt x="8207" y="2651"/>
                  </a:cubicBezTo>
                  <a:cubicBezTo>
                    <a:pt x="8207" y="2641"/>
                    <a:pt x="8220" y="2647"/>
                    <a:pt x="8223" y="2639"/>
                  </a:cubicBezTo>
                  <a:cubicBezTo>
                    <a:pt x="8227" y="2631"/>
                    <a:pt x="8243" y="2624"/>
                    <a:pt x="8260" y="2625"/>
                  </a:cubicBezTo>
                  <a:cubicBezTo>
                    <a:pt x="8276" y="2626"/>
                    <a:pt x="8294" y="2634"/>
                    <a:pt x="8311" y="2644"/>
                  </a:cubicBezTo>
                  <a:cubicBezTo>
                    <a:pt x="8329" y="2654"/>
                    <a:pt x="8328" y="2657"/>
                    <a:pt x="8339" y="2653"/>
                  </a:cubicBezTo>
                  <a:cubicBezTo>
                    <a:pt x="8351" y="2649"/>
                    <a:pt x="8356" y="2639"/>
                    <a:pt x="8374" y="2649"/>
                  </a:cubicBezTo>
                  <a:cubicBezTo>
                    <a:pt x="8393" y="2658"/>
                    <a:pt x="8384" y="2660"/>
                    <a:pt x="8402" y="2672"/>
                  </a:cubicBezTo>
                  <a:cubicBezTo>
                    <a:pt x="8420" y="2685"/>
                    <a:pt x="8391" y="2679"/>
                    <a:pt x="8374" y="2679"/>
                  </a:cubicBezTo>
                  <a:cubicBezTo>
                    <a:pt x="8356" y="2678"/>
                    <a:pt x="8351" y="2697"/>
                    <a:pt x="8363" y="2708"/>
                  </a:cubicBezTo>
                  <a:cubicBezTo>
                    <a:pt x="8375" y="2719"/>
                    <a:pt x="8382" y="2715"/>
                    <a:pt x="8394" y="2708"/>
                  </a:cubicBezTo>
                  <a:cubicBezTo>
                    <a:pt x="8405" y="2701"/>
                    <a:pt x="8411" y="2703"/>
                    <a:pt x="8417" y="2698"/>
                  </a:cubicBezTo>
                  <a:cubicBezTo>
                    <a:pt x="8424" y="2693"/>
                    <a:pt x="8438" y="2700"/>
                    <a:pt x="8449" y="2706"/>
                  </a:cubicBezTo>
                  <a:cubicBezTo>
                    <a:pt x="8460" y="2712"/>
                    <a:pt x="8463" y="2707"/>
                    <a:pt x="8470" y="2701"/>
                  </a:cubicBezTo>
                  <a:cubicBezTo>
                    <a:pt x="8477" y="2695"/>
                    <a:pt x="8490" y="2688"/>
                    <a:pt x="8495" y="2676"/>
                  </a:cubicBezTo>
                  <a:cubicBezTo>
                    <a:pt x="8501" y="2664"/>
                    <a:pt x="8528" y="2682"/>
                    <a:pt x="8536" y="2688"/>
                  </a:cubicBezTo>
                  <a:cubicBezTo>
                    <a:pt x="8544" y="2695"/>
                    <a:pt x="8550" y="2688"/>
                    <a:pt x="8552" y="2682"/>
                  </a:cubicBezTo>
                  <a:cubicBezTo>
                    <a:pt x="8554" y="2675"/>
                    <a:pt x="8571" y="2677"/>
                    <a:pt x="8584" y="2680"/>
                  </a:cubicBezTo>
                  <a:cubicBezTo>
                    <a:pt x="8598" y="2683"/>
                    <a:pt x="8600" y="2676"/>
                    <a:pt x="8611" y="2673"/>
                  </a:cubicBezTo>
                  <a:cubicBezTo>
                    <a:pt x="8622" y="2670"/>
                    <a:pt x="8614" y="2661"/>
                    <a:pt x="8608" y="2655"/>
                  </a:cubicBezTo>
                  <a:cubicBezTo>
                    <a:pt x="8602" y="2649"/>
                    <a:pt x="8594" y="2654"/>
                    <a:pt x="8580" y="2646"/>
                  </a:cubicBezTo>
                  <a:cubicBezTo>
                    <a:pt x="8566" y="2638"/>
                    <a:pt x="8567" y="2655"/>
                    <a:pt x="8560" y="2655"/>
                  </a:cubicBezTo>
                  <a:cubicBezTo>
                    <a:pt x="8553" y="2655"/>
                    <a:pt x="8552" y="2641"/>
                    <a:pt x="8551" y="2629"/>
                  </a:cubicBezTo>
                  <a:cubicBezTo>
                    <a:pt x="8551" y="2618"/>
                    <a:pt x="8551" y="2612"/>
                    <a:pt x="8558" y="2612"/>
                  </a:cubicBezTo>
                  <a:cubicBezTo>
                    <a:pt x="8564" y="2612"/>
                    <a:pt x="8571" y="2598"/>
                    <a:pt x="8575" y="2589"/>
                  </a:cubicBezTo>
                  <a:cubicBezTo>
                    <a:pt x="8579" y="2581"/>
                    <a:pt x="8594" y="2571"/>
                    <a:pt x="8612" y="2561"/>
                  </a:cubicBezTo>
                  <a:cubicBezTo>
                    <a:pt x="8629" y="2550"/>
                    <a:pt x="8640" y="2532"/>
                    <a:pt x="8662" y="2515"/>
                  </a:cubicBezTo>
                  <a:cubicBezTo>
                    <a:pt x="8684" y="2499"/>
                    <a:pt x="8711" y="2464"/>
                    <a:pt x="8731" y="2446"/>
                  </a:cubicBezTo>
                  <a:cubicBezTo>
                    <a:pt x="8751" y="2427"/>
                    <a:pt x="8774" y="2427"/>
                    <a:pt x="8788" y="2431"/>
                  </a:cubicBezTo>
                  <a:cubicBezTo>
                    <a:pt x="8802" y="2435"/>
                    <a:pt x="8807" y="2436"/>
                    <a:pt x="8816" y="2426"/>
                  </a:cubicBezTo>
                  <a:cubicBezTo>
                    <a:pt x="8825" y="2416"/>
                    <a:pt x="8850" y="2429"/>
                    <a:pt x="8853" y="2422"/>
                  </a:cubicBezTo>
                  <a:cubicBezTo>
                    <a:pt x="8856" y="2415"/>
                    <a:pt x="8862" y="2416"/>
                    <a:pt x="8870" y="2416"/>
                  </a:cubicBezTo>
                  <a:cubicBezTo>
                    <a:pt x="8878" y="2417"/>
                    <a:pt x="8882" y="2427"/>
                    <a:pt x="8888" y="2437"/>
                  </a:cubicBezTo>
                  <a:cubicBezTo>
                    <a:pt x="8895" y="2447"/>
                    <a:pt x="8912" y="2436"/>
                    <a:pt x="8917" y="2426"/>
                  </a:cubicBezTo>
                  <a:cubicBezTo>
                    <a:pt x="8922" y="2416"/>
                    <a:pt x="8931" y="2414"/>
                    <a:pt x="8939" y="2423"/>
                  </a:cubicBezTo>
                  <a:cubicBezTo>
                    <a:pt x="8947" y="2432"/>
                    <a:pt x="8936" y="2432"/>
                    <a:pt x="8933" y="2442"/>
                  </a:cubicBezTo>
                  <a:cubicBezTo>
                    <a:pt x="8930" y="2452"/>
                    <a:pt x="8926" y="2452"/>
                    <a:pt x="8914" y="2462"/>
                  </a:cubicBezTo>
                  <a:cubicBezTo>
                    <a:pt x="8902" y="2473"/>
                    <a:pt x="8903" y="2468"/>
                    <a:pt x="8906" y="2480"/>
                  </a:cubicBezTo>
                  <a:cubicBezTo>
                    <a:pt x="8910" y="2492"/>
                    <a:pt x="8915" y="2485"/>
                    <a:pt x="8915" y="2498"/>
                  </a:cubicBezTo>
                  <a:cubicBezTo>
                    <a:pt x="8915" y="2512"/>
                    <a:pt x="8919" y="2511"/>
                    <a:pt x="8926" y="2506"/>
                  </a:cubicBezTo>
                  <a:cubicBezTo>
                    <a:pt x="8933" y="2501"/>
                    <a:pt x="8937" y="2507"/>
                    <a:pt x="8938" y="2516"/>
                  </a:cubicBezTo>
                  <a:cubicBezTo>
                    <a:pt x="8938" y="2525"/>
                    <a:pt x="8928" y="2523"/>
                    <a:pt x="8925" y="2538"/>
                  </a:cubicBezTo>
                  <a:cubicBezTo>
                    <a:pt x="8921" y="2554"/>
                    <a:pt x="8946" y="2540"/>
                    <a:pt x="8959" y="2533"/>
                  </a:cubicBezTo>
                  <a:cubicBezTo>
                    <a:pt x="8972" y="2525"/>
                    <a:pt x="8993" y="2510"/>
                    <a:pt x="9011" y="2489"/>
                  </a:cubicBezTo>
                  <a:cubicBezTo>
                    <a:pt x="9029" y="2467"/>
                    <a:pt x="9052" y="2459"/>
                    <a:pt x="9072" y="2446"/>
                  </a:cubicBezTo>
                  <a:cubicBezTo>
                    <a:pt x="9092" y="2433"/>
                    <a:pt x="9092" y="2447"/>
                    <a:pt x="9105" y="2449"/>
                  </a:cubicBezTo>
                  <a:cubicBezTo>
                    <a:pt x="9117" y="2451"/>
                    <a:pt x="9118" y="2437"/>
                    <a:pt x="9115" y="2426"/>
                  </a:cubicBezTo>
                  <a:cubicBezTo>
                    <a:pt x="9111" y="2415"/>
                    <a:pt x="9115" y="2415"/>
                    <a:pt x="9115" y="2404"/>
                  </a:cubicBezTo>
                  <a:cubicBezTo>
                    <a:pt x="9115" y="2394"/>
                    <a:pt x="9114" y="2389"/>
                    <a:pt x="9118" y="2384"/>
                  </a:cubicBezTo>
                  <a:cubicBezTo>
                    <a:pt x="9121" y="2379"/>
                    <a:pt x="9131" y="2364"/>
                    <a:pt x="9136" y="2353"/>
                  </a:cubicBezTo>
                  <a:cubicBezTo>
                    <a:pt x="9141" y="2341"/>
                    <a:pt x="9162" y="2353"/>
                    <a:pt x="9166" y="2344"/>
                  </a:cubicBezTo>
                  <a:cubicBezTo>
                    <a:pt x="9171" y="2335"/>
                    <a:pt x="9186" y="2342"/>
                    <a:pt x="9201" y="2341"/>
                  </a:cubicBezTo>
                  <a:cubicBezTo>
                    <a:pt x="9217" y="2341"/>
                    <a:pt x="9226" y="2348"/>
                    <a:pt x="9226" y="2358"/>
                  </a:cubicBezTo>
                  <a:cubicBezTo>
                    <a:pt x="9226" y="2368"/>
                    <a:pt x="9202" y="2358"/>
                    <a:pt x="9193" y="2362"/>
                  </a:cubicBezTo>
                  <a:cubicBezTo>
                    <a:pt x="9183" y="2366"/>
                    <a:pt x="9181" y="2382"/>
                    <a:pt x="9179" y="2396"/>
                  </a:cubicBezTo>
                  <a:cubicBezTo>
                    <a:pt x="9178" y="2411"/>
                    <a:pt x="9182" y="2421"/>
                    <a:pt x="9170" y="2434"/>
                  </a:cubicBezTo>
                  <a:cubicBezTo>
                    <a:pt x="9158" y="2447"/>
                    <a:pt x="9160" y="2445"/>
                    <a:pt x="9158" y="2452"/>
                  </a:cubicBezTo>
                  <a:cubicBezTo>
                    <a:pt x="9157" y="2459"/>
                    <a:pt x="9170" y="2460"/>
                    <a:pt x="9172" y="2469"/>
                  </a:cubicBezTo>
                  <a:cubicBezTo>
                    <a:pt x="9174" y="2477"/>
                    <a:pt x="9173" y="2476"/>
                    <a:pt x="9160" y="2482"/>
                  </a:cubicBezTo>
                  <a:cubicBezTo>
                    <a:pt x="9147" y="2489"/>
                    <a:pt x="9148" y="2499"/>
                    <a:pt x="9147" y="2513"/>
                  </a:cubicBezTo>
                  <a:cubicBezTo>
                    <a:pt x="9146" y="2526"/>
                    <a:pt x="9129" y="2522"/>
                    <a:pt x="9110" y="2526"/>
                  </a:cubicBezTo>
                  <a:cubicBezTo>
                    <a:pt x="9092" y="2530"/>
                    <a:pt x="9082" y="2544"/>
                    <a:pt x="9069" y="2549"/>
                  </a:cubicBezTo>
                  <a:cubicBezTo>
                    <a:pt x="9055" y="2554"/>
                    <a:pt x="9042" y="2553"/>
                    <a:pt x="9039" y="2569"/>
                  </a:cubicBezTo>
                  <a:cubicBezTo>
                    <a:pt x="9035" y="2585"/>
                    <a:pt x="9034" y="2584"/>
                    <a:pt x="9018" y="2596"/>
                  </a:cubicBezTo>
                  <a:cubicBezTo>
                    <a:pt x="9002" y="2607"/>
                    <a:pt x="8993" y="2621"/>
                    <a:pt x="8979" y="2629"/>
                  </a:cubicBezTo>
                  <a:cubicBezTo>
                    <a:pt x="8966" y="2637"/>
                    <a:pt x="8950" y="2654"/>
                    <a:pt x="8933" y="2664"/>
                  </a:cubicBezTo>
                  <a:cubicBezTo>
                    <a:pt x="8915" y="2674"/>
                    <a:pt x="8918" y="2678"/>
                    <a:pt x="8905" y="2700"/>
                  </a:cubicBezTo>
                  <a:cubicBezTo>
                    <a:pt x="8892" y="2721"/>
                    <a:pt x="8884" y="2722"/>
                    <a:pt x="8865" y="2739"/>
                  </a:cubicBezTo>
                  <a:cubicBezTo>
                    <a:pt x="8847" y="2755"/>
                    <a:pt x="8845" y="2758"/>
                    <a:pt x="8823" y="2773"/>
                  </a:cubicBezTo>
                  <a:cubicBezTo>
                    <a:pt x="8802" y="2789"/>
                    <a:pt x="8796" y="2789"/>
                    <a:pt x="8784" y="2787"/>
                  </a:cubicBezTo>
                  <a:cubicBezTo>
                    <a:pt x="8773" y="2785"/>
                    <a:pt x="8771" y="2789"/>
                    <a:pt x="8763" y="2800"/>
                  </a:cubicBezTo>
                  <a:cubicBezTo>
                    <a:pt x="8755" y="2810"/>
                    <a:pt x="8752" y="2808"/>
                    <a:pt x="8738" y="2806"/>
                  </a:cubicBezTo>
                  <a:cubicBezTo>
                    <a:pt x="8724" y="2805"/>
                    <a:pt x="8728" y="2807"/>
                    <a:pt x="8718" y="2810"/>
                  </a:cubicBezTo>
                  <a:cubicBezTo>
                    <a:pt x="8708" y="2814"/>
                    <a:pt x="8717" y="2822"/>
                    <a:pt x="8723" y="2838"/>
                  </a:cubicBezTo>
                  <a:cubicBezTo>
                    <a:pt x="8729" y="2855"/>
                    <a:pt x="8710" y="2869"/>
                    <a:pt x="8702" y="2875"/>
                  </a:cubicBezTo>
                  <a:cubicBezTo>
                    <a:pt x="8695" y="2881"/>
                    <a:pt x="8677" y="2894"/>
                    <a:pt x="8666" y="2916"/>
                  </a:cubicBezTo>
                  <a:cubicBezTo>
                    <a:pt x="8654" y="2938"/>
                    <a:pt x="8644" y="2967"/>
                    <a:pt x="8644" y="2977"/>
                  </a:cubicBezTo>
                  <a:cubicBezTo>
                    <a:pt x="8644" y="2986"/>
                    <a:pt x="8638" y="3023"/>
                    <a:pt x="8637" y="3046"/>
                  </a:cubicBezTo>
                  <a:cubicBezTo>
                    <a:pt x="8636" y="3070"/>
                    <a:pt x="8659" y="3165"/>
                    <a:pt x="8664" y="3173"/>
                  </a:cubicBezTo>
                  <a:cubicBezTo>
                    <a:pt x="8669" y="3182"/>
                    <a:pt x="8662" y="3207"/>
                    <a:pt x="8667" y="3233"/>
                  </a:cubicBezTo>
                  <a:cubicBezTo>
                    <a:pt x="8672" y="3260"/>
                    <a:pt x="8679" y="3261"/>
                    <a:pt x="8685" y="3274"/>
                  </a:cubicBezTo>
                  <a:cubicBezTo>
                    <a:pt x="8692" y="3286"/>
                    <a:pt x="8686" y="3325"/>
                    <a:pt x="8692" y="3335"/>
                  </a:cubicBezTo>
                  <a:cubicBezTo>
                    <a:pt x="8699" y="3345"/>
                    <a:pt x="8694" y="3369"/>
                    <a:pt x="8699" y="3382"/>
                  </a:cubicBezTo>
                  <a:cubicBezTo>
                    <a:pt x="8704" y="3394"/>
                    <a:pt x="8707" y="3392"/>
                    <a:pt x="8707" y="3404"/>
                  </a:cubicBezTo>
                  <a:cubicBezTo>
                    <a:pt x="8707" y="3417"/>
                    <a:pt x="8741" y="3391"/>
                    <a:pt x="8746" y="3385"/>
                  </a:cubicBezTo>
                  <a:cubicBezTo>
                    <a:pt x="8752" y="3378"/>
                    <a:pt x="8764" y="3370"/>
                    <a:pt x="8784" y="3353"/>
                  </a:cubicBezTo>
                  <a:cubicBezTo>
                    <a:pt x="8804" y="3335"/>
                    <a:pt x="8811" y="3332"/>
                    <a:pt x="8819" y="3316"/>
                  </a:cubicBezTo>
                  <a:cubicBezTo>
                    <a:pt x="8828" y="3300"/>
                    <a:pt x="8829" y="3283"/>
                    <a:pt x="8831" y="3266"/>
                  </a:cubicBezTo>
                  <a:cubicBezTo>
                    <a:pt x="8833" y="3248"/>
                    <a:pt x="8843" y="3249"/>
                    <a:pt x="8850" y="3240"/>
                  </a:cubicBezTo>
                  <a:cubicBezTo>
                    <a:pt x="8858" y="3231"/>
                    <a:pt x="8873" y="3231"/>
                    <a:pt x="8880" y="3225"/>
                  </a:cubicBezTo>
                  <a:cubicBezTo>
                    <a:pt x="8887" y="3220"/>
                    <a:pt x="8899" y="3217"/>
                    <a:pt x="8910" y="3224"/>
                  </a:cubicBezTo>
                  <a:cubicBezTo>
                    <a:pt x="8921" y="3232"/>
                    <a:pt x="8922" y="3229"/>
                    <a:pt x="8926" y="3225"/>
                  </a:cubicBezTo>
                  <a:cubicBezTo>
                    <a:pt x="8930" y="3221"/>
                    <a:pt x="8922" y="3214"/>
                    <a:pt x="8920" y="3210"/>
                  </a:cubicBezTo>
                  <a:cubicBezTo>
                    <a:pt x="8918" y="3206"/>
                    <a:pt x="8921" y="3196"/>
                    <a:pt x="8916" y="3187"/>
                  </a:cubicBezTo>
                  <a:cubicBezTo>
                    <a:pt x="8910" y="3178"/>
                    <a:pt x="8912" y="3173"/>
                    <a:pt x="8913" y="3164"/>
                  </a:cubicBezTo>
                  <a:cubicBezTo>
                    <a:pt x="8913" y="3156"/>
                    <a:pt x="8917" y="3144"/>
                    <a:pt x="8925" y="3141"/>
                  </a:cubicBezTo>
                  <a:cubicBezTo>
                    <a:pt x="8933" y="3138"/>
                    <a:pt x="8943" y="3123"/>
                    <a:pt x="8951" y="3114"/>
                  </a:cubicBezTo>
                  <a:cubicBezTo>
                    <a:pt x="8959" y="3105"/>
                    <a:pt x="8990" y="3100"/>
                    <a:pt x="9007" y="3105"/>
                  </a:cubicBezTo>
                  <a:cubicBezTo>
                    <a:pt x="9024" y="3110"/>
                    <a:pt x="9035" y="3099"/>
                    <a:pt x="9048" y="3086"/>
                  </a:cubicBezTo>
                  <a:cubicBezTo>
                    <a:pt x="9060" y="3073"/>
                    <a:pt x="9050" y="3062"/>
                    <a:pt x="9040" y="3053"/>
                  </a:cubicBezTo>
                  <a:cubicBezTo>
                    <a:pt x="9030" y="3045"/>
                    <a:pt x="9032" y="3037"/>
                    <a:pt x="9029" y="3021"/>
                  </a:cubicBezTo>
                  <a:cubicBezTo>
                    <a:pt x="9026" y="3006"/>
                    <a:pt x="9031" y="2998"/>
                    <a:pt x="9040" y="2982"/>
                  </a:cubicBezTo>
                  <a:cubicBezTo>
                    <a:pt x="9049" y="2966"/>
                    <a:pt x="9065" y="2962"/>
                    <a:pt x="9071" y="2947"/>
                  </a:cubicBezTo>
                  <a:cubicBezTo>
                    <a:pt x="9076" y="2932"/>
                    <a:pt x="9086" y="2944"/>
                    <a:pt x="9096" y="2957"/>
                  </a:cubicBezTo>
                  <a:cubicBezTo>
                    <a:pt x="9106" y="2971"/>
                    <a:pt x="9111" y="2964"/>
                    <a:pt x="9121" y="2958"/>
                  </a:cubicBezTo>
                  <a:cubicBezTo>
                    <a:pt x="9131" y="2952"/>
                    <a:pt x="9133" y="2939"/>
                    <a:pt x="9132" y="2926"/>
                  </a:cubicBezTo>
                  <a:cubicBezTo>
                    <a:pt x="9130" y="2913"/>
                    <a:pt x="9120" y="2909"/>
                    <a:pt x="9108" y="2901"/>
                  </a:cubicBezTo>
                  <a:cubicBezTo>
                    <a:pt x="9096" y="2894"/>
                    <a:pt x="9098" y="2896"/>
                    <a:pt x="9096" y="2887"/>
                  </a:cubicBezTo>
                  <a:cubicBezTo>
                    <a:pt x="9094" y="2878"/>
                    <a:pt x="9096" y="2869"/>
                    <a:pt x="9098" y="2856"/>
                  </a:cubicBezTo>
                  <a:cubicBezTo>
                    <a:pt x="9100" y="2843"/>
                    <a:pt x="9101" y="2840"/>
                    <a:pt x="9108" y="2835"/>
                  </a:cubicBezTo>
                  <a:cubicBezTo>
                    <a:pt x="9115" y="2831"/>
                    <a:pt x="9123" y="2823"/>
                    <a:pt x="9126" y="2813"/>
                  </a:cubicBezTo>
                  <a:cubicBezTo>
                    <a:pt x="9129" y="2803"/>
                    <a:pt x="9115" y="2804"/>
                    <a:pt x="9109" y="2803"/>
                  </a:cubicBezTo>
                  <a:cubicBezTo>
                    <a:pt x="9104" y="2803"/>
                    <a:pt x="9103" y="2799"/>
                    <a:pt x="9101" y="2793"/>
                  </a:cubicBezTo>
                  <a:cubicBezTo>
                    <a:pt x="9100" y="2787"/>
                    <a:pt x="9083" y="2793"/>
                    <a:pt x="9081" y="2800"/>
                  </a:cubicBezTo>
                  <a:cubicBezTo>
                    <a:pt x="9079" y="2806"/>
                    <a:pt x="9080" y="2793"/>
                    <a:pt x="9067" y="2803"/>
                  </a:cubicBezTo>
                  <a:cubicBezTo>
                    <a:pt x="9054" y="2814"/>
                    <a:pt x="9047" y="2821"/>
                    <a:pt x="9041" y="2784"/>
                  </a:cubicBezTo>
                  <a:cubicBezTo>
                    <a:pt x="9034" y="2748"/>
                    <a:pt x="9080" y="2722"/>
                    <a:pt x="9101" y="2705"/>
                  </a:cubicBezTo>
                  <a:cubicBezTo>
                    <a:pt x="9123" y="2687"/>
                    <a:pt x="9127" y="2674"/>
                    <a:pt x="9127" y="2662"/>
                  </a:cubicBezTo>
                  <a:cubicBezTo>
                    <a:pt x="9127" y="2649"/>
                    <a:pt x="9138" y="2627"/>
                    <a:pt x="9148" y="2606"/>
                  </a:cubicBezTo>
                  <a:cubicBezTo>
                    <a:pt x="9159" y="2584"/>
                    <a:pt x="9185" y="2606"/>
                    <a:pt x="9191" y="2599"/>
                  </a:cubicBezTo>
                  <a:cubicBezTo>
                    <a:pt x="9198" y="2593"/>
                    <a:pt x="9211" y="2599"/>
                    <a:pt x="9219" y="2610"/>
                  </a:cubicBezTo>
                  <a:cubicBezTo>
                    <a:pt x="9228" y="2621"/>
                    <a:pt x="9245" y="2606"/>
                    <a:pt x="9252" y="2593"/>
                  </a:cubicBezTo>
                  <a:cubicBezTo>
                    <a:pt x="9258" y="2580"/>
                    <a:pt x="9282" y="2580"/>
                    <a:pt x="9290" y="2571"/>
                  </a:cubicBezTo>
                  <a:cubicBezTo>
                    <a:pt x="9299" y="2563"/>
                    <a:pt x="9312" y="2548"/>
                    <a:pt x="9316" y="2561"/>
                  </a:cubicBezTo>
                  <a:cubicBezTo>
                    <a:pt x="9320" y="2573"/>
                    <a:pt x="9310" y="2584"/>
                    <a:pt x="9310" y="2606"/>
                  </a:cubicBezTo>
                  <a:cubicBezTo>
                    <a:pt x="9310" y="2627"/>
                    <a:pt x="9342" y="2610"/>
                    <a:pt x="9355" y="2588"/>
                  </a:cubicBezTo>
                  <a:cubicBezTo>
                    <a:pt x="9368" y="2567"/>
                    <a:pt x="9378" y="2567"/>
                    <a:pt x="9393" y="2563"/>
                  </a:cubicBezTo>
                  <a:cubicBezTo>
                    <a:pt x="9409" y="2558"/>
                    <a:pt x="9421" y="2543"/>
                    <a:pt x="9445" y="2543"/>
                  </a:cubicBezTo>
                  <a:cubicBezTo>
                    <a:pt x="9469" y="2543"/>
                    <a:pt x="9499" y="2548"/>
                    <a:pt x="9507" y="2548"/>
                  </a:cubicBezTo>
                  <a:cubicBezTo>
                    <a:pt x="9516" y="2548"/>
                    <a:pt x="9531" y="2567"/>
                    <a:pt x="9540" y="2569"/>
                  </a:cubicBezTo>
                  <a:cubicBezTo>
                    <a:pt x="9548" y="2571"/>
                    <a:pt x="9557" y="2591"/>
                    <a:pt x="9568" y="2608"/>
                  </a:cubicBezTo>
                  <a:cubicBezTo>
                    <a:pt x="9578" y="2625"/>
                    <a:pt x="9589" y="2573"/>
                    <a:pt x="9600" y="2556"/>
                  </a:cubicBezTo>
                  <a:cubicBezTo>
                    <a:pt x="9611" y="2539"/>
                    <a:pt x="9639" y="2548"/>
                    <a:pt x="9658" y="2535"/>
                  </a:cubicBezTo>
                  <a:cubicBezTo>
                    <a:pt x="9677" y="2522"/>
                    <a:pt x="9690" y="2520"/>
                    <a:pt x="9694" y="2507"/>
                  </a:cubicBezTo>
                  <a:cubicBezTo>
                    <a:pt x="9699" y="2494"/>
                    <a:pt x="9718" y="2487"/>
                    <a:pt x="9733" y="2472"/>
                  </a:cubicBezTo>
                  <a:cubicBezTo>
                    <a:pt x="9748" y="2457"/>
                    <a:pt x="9755" y="2475"/>
                    <a:pt x="9768" y="2451"/>
                  </a:cubicBezTo>
                  <a:cubicBezTo>
                    <a:pt x="9780" y="2427"/>
                    <a:pt x="9796" y="2451"/>
                    <a:pt x="9806" y="2436"/>
                  </a:cubicBezTo>
                  <a:cubicBezTo>
                    <a:pt x="9817" y="2421"/>
                    <a:pt x="9839" y="2434"/>
                    <a:pt x="9847" y="2419"/>
                  </a:cubicBezTo>
                  <a:cubicBezTo>
                    <a:pt x="9856" y="2404"/>
                    <a:pt x="9871" y="2416"/>
                    <a:pt x="9873" y="2408"/>
                  </a:cubicBezTo>
                  <a:cubicBezTo>
                    <a:pt x="9875" y="2399"/>
                    <a:pt x="9905" y="2389"/>
                    <a:pt x="9925" y="2380"/>
                  </a:cubicBezTo>
                  <a:cubicBezTo>
                    <a:pt x="9944" y="2371"/>
                    <a:pt x="9959" y="2378"/>
                    <a:pt x="9965" y="2365"/>
                  </a:cubicBezTo>
                  <a:cubicBezTo>
                    <a:pt x="9972" y="2352"/>
                    <a:pt x="9983" y="2352"/>
                    <a:pt x="9998" y="2350"/>
                  </a:cubicBezTo>
                  <a:cubicBezTo>
                    <a:pt x="10013" y="2348"/>
                    <a:pt x="10004" y="2322"/>
                    <a:pt x="10004" y="2322"/>
                  </a:cubicBezTo>
                  <a:cubicBezTo>
                    <a:pt x="10004" y="2322"/>
                    <a:pt x="10017" y="2322"/>
                    <a:pt x="10026" y="2337"/>
                  </a:cubicBezTo>
                  <a:cubicBezTo>
                    <a:pt x="10034" y="2352"/>
                    <a:pt x="10043" y="2354"/>
                    <a:pt x="10056" y="2354"/>
                  </a:cubicBezTo>
                  <a:cubicBezTo>
                    <a:pt x="10069" y="2354"/>
                    <a:pt x="10084" y="2356"/>
                    <a:pt x="10101" y="2365"/>
                  </a:cubicBezTo>
                  <a:cubicBezTo>
                    <a:pt x="10118" y="2373"/>
                    <a:pt x="10140" y="2367"/>
                    <a:pt x="10144" y="2358"/>
                  </a:cubicBezTo>
                  <a:cubicBezTo>
                    <a:pt x="10148" y="2350"/>
                    <a:pt x="10167" y="2348"/>
                    <a:pt x="10170" y="2330"/>
                  </a:cubicBezTo>
                  <a:cubicBezTo>
                    <a:pt x="10172" y="2313"/>
                    <a:pt x="10150" y="2318"/>
                    <a:pt x="10150" y="2305"/>
                  </a:cubicBezTo>
                  <a:cubicBezTo>
                    <a:pt x="10150" y="2292"/>
                    <a:pt x="10144" y="2283"/>
                    <a:pt x="10137" y="2283"/>
                  </a:cubicBezTo>
                  <a:cubicBezTo>
                    <a:pt x="10131" y="2283"/>
                    <a:pt x="10120" y="2275"/>
                    <a:pt x="10116" y="2255"/>
                  </a:cubicBezTo>
                  <a:cubicBezTo>
                    <a:pt x="10112" y="2236"/>
                    <a:pt x="10118" y="2223"/>
                    <a:pt x="10112" y="2217"/>
                  </a:cubicBezTo>
                  <a:cubicBezTo>
                    <a:pt x="10105" y="2210"/>
                    <a:pt x="10103" y="2199"/>
                    <a:pt x="10097" y="2184"/>
                  </a:cubicBezTo>
                  <a:cubicBezTo>
                    <a:pt x="10090" y="2169"/>
                    <a:pt x="10077" y="2174"/>
                    <a:pt x="10069" y="2180"/>
                  </a:cubicBezTo>
                  <a:cubicBezTo>
                    <a:pt x="10060" y="2186"/>
                    <a:pt x="10049" y="2178"/>
                    <a:pt x="10041" y="2174"/>
                  </a:cubicBezTo>
                  <a:cubicBezTo>
                    <a:pt x="10032" y="2169"/>
                    <a:pt x="10028" y="2161"/>
                    <a:pt x="10023" y="2148"/>
                  </a:cubicBezTo>
                  <a:cubicBezTo>
                    <a:pt x="10019" y="2135"/>
                    <a:pt x="10011" y="2128"/>
                    <a:pt x="10011" y="2128"/>
                  </a:cubicBezTo>
                  <a:cubicBezTo>
                    <a:pt x="10011" y="2128"/>
                    <a:pt x="9991" y="2146"/>
                    <a:pt x="9978" y="2146"/>
                  </a:cubicBezTo>
                  <a:cubicBezTo>
                    <a:pt x="9965" y="2146"/>
                    <a:pt x="9957" y="2146"/>
                    <a:pt x="9957" y="2128"/>
                  </a:cubicBezTo>
                  <a:cubicBezTo>
                    <a:pt x="9957" y="2111"/>
                    <a:pt x="9972" y="2109"/>
                    <a:pt x="9983" y="2118"/>
                  </a:cubicBezTo>
                  <a:cubicBezTo>
                    <a:pt x="9993" y="2126"/>
                    <a:pt x="10008" y="2115"/>
                    <a:pt x="10013" y="2109"/>
                  </a:cubicBezTo>
                  <a:cubicBezTo>
                    <a:pt x="10017" y="2103"/>
                    <a:pt x="10030" y="2107"/>
                    <a:pt x="10036" y="2115"/>
                  </a:cubicBezTo>
                  <a:cubicBezTo>
                    <a:pt x="10043" y="2124"/>
                    <a:pt x="10062" y="2139"/>
                    <a:pt x="10088" y="2139"/>
                  </a:cubicBezTo>
                  <a:cubicBezTo>
                    <a:pt x="10114" y="2139"/>
                    <a:pt x="10133" y="2137"/>
                    <a:pt x="10146" y="2124"/>
                  </a:cubicBezTo>
                  <a:cubicBezTo>
                    <a:pt x="10159" y="2111"/>
                    <a:pt x="10176" y="2107"/>
                    <a:pt x="10200" y="2096"/>
                  </a:cubicBezTo>
                  <a:cubicBezTo>
                    <a:pt x="10223" y="2085"/>
                    <a:pt x="10215" y="2079"/>
                    <a:pt x="10215" y="2068"/>
                  </a:cubicBezTo>
                  <a:cubicBezTo>
                    <a:pt x="10215" y="2057"/>
                    <a:pt x="10223" y="2055"/>
                    <a:pt x="10226" y="2038"/>
                  </a:cubicBezTo>
                  <a:cubicBezTo>
                    <a:pt x="10228" y="2021"/>
                    <a:pt x="10208" y="2017"/>
                    <a:pt x="10202" y="1999"/>
                  </a:cubicBezTo>
                  <a:cubicBezTo>
                    <a:pt x="10195" y="1982"/>
                    <a:pt x="10223" y="1993"/>
                    <a:pt x="10230" y="1976"/>
                  </a:cubicBezTo>
                  <a:cubicBezTo>
                    <a:pt x="10236" y="1959"/>
                    <a:pt x="10241" y="1971"/>
                    <a:pt x="10256" y="1967"/>
                  </a:cubicBezTo>
                  <a:cubicBezTo>
                    <a:pt x="10271" y="1963"/>
                    <a:pt x="10296" y="1978"/>
                    <a:pt x="10269" y="1995"/>
                  </a:cubicBezTo>
                  <a:cubicBezTo>
                    <a:pt x="10241" y="2012"/>
                    <a:pt x="10279" y="2027"/>
                    <a:pt x="10277" y="2040"/>
                  </a:cubicBezTo>
                  <a:cubicBezTo>
                    <a:pt x="10275" y="2053"/>
                    <a:pt x="10294" y="2053"/>
                    <a:pt x="10316" y="2053"/>
                  </a:cubicBezTo>
                  <a:cubicBezTo>
                    <a:pt x="10337" y="2053"/>
                    <a:pt x="10359" y="2053"/>
                    <a:pt x="10378" y="2047"/>
                  </a:cubicBezTo>
                  <a:cubicBezTo>
                    <a:pt x="10398" y="2040"/>
                    <a:pt x="10421" y="2049"/>
                    <a:pt x="10438" y="2051"/>
                  </a:cubicBezTo>
                  <a:cubicBezTo>
                    <a:pt x="10456" y="2053"/>
                    <a:pt x="10462" y="2096"/>
                    <a:pt x="10471" y="2111"/>
                  </a:cubicBezTo>
                  <a:cubicBezTo>
                    <a:pt x="10479" y="2126"/>
                    <a:pt x="10501" y="2139"/>
                    <a:pt x="10533" y="2135"/>
                  </a:cubicBezTo>
                  <a:cubicBezTo>
                    <a:pt x="10565" y="2131"/>
                    <a:pt x="10559" y="2137"/>
                    <a:pt x="10567" y="2156"/>
                  </a:cubicBezTo>
                  <a:cubicBezTo>
                    <a:pt x="10576" y="2176"/>
                    <a:pt x="10582" y="2161"/>
                    <a:pt x="10602" y="2161"/>
                  </a:cubicBezTo>
                  <a:cubicBezTo>
                    <a:pt x="10621" y="2161"/>
                    <a:pt x="10630" y="2176"/>
                    <a:pt x="10640" y="2171"/>
                  </a:cubicBezTo>
                  <a:cubicBezTo>
                    <a:pt x="10651" y="2167"/>
                    <a:pt x="10677" y="2165"/>
                    <a:pt x="10677" y="2156"/>
                  </a:cubicBezTo>
                  <a:cubicBezTo>
                    <a:pt x="10677" y="2148"/>
                    <a:pt x="10671" y="2148"/>
                    <a:pt x="10651" y="2146"/>
                  </a:cubicBezTo>
                  <a:cubicBezTo>
                    <a:pt x="10632" y="2143"/>
                    <a:pt x="10638" y="2115"/>
                    <a:pt x="10660" y="2115"/>
                  </a:cubicBezTo>
                  <a:cubicBezTo>
                    <a:pt x="10681" y="2115"/>
                    <a:pt x="10666" y="2103"/>
                    <a:pt x="10688" y="2094"/>
                  </a:cubicBezTo>
                  <a:cubicBezTo>
                    <a:pt x="10709" y="2085"/>
                    <a:pt x="10694" y="2070"/>
                    <a:pt x="10681" y="2053"/>
                  </a:cubicBezTo>
                  <a:cubicBezTo>
                    <a:pt x="10668" y="2036"/>
                    <a:pt x="10711" y="2051"/>
                    <a:pt x="10742" y="2051"/>
                  </a:cubicBezTo>
                  <a:close/>
                  <a:moveTo>
                    <a:pt x="1886" y="182"/>
                  </a:moveTo>
                  <a:cubicBezTo>
                    <a:pt x="1872" y="192"/>
                    <a:pt x="1880" y="201"/>
                    <a:pt x="1865" y="201"/>
                  </a:cubicBezTo>
                  <a:cubicBezTo>
                    <a:pt x="1850" y="201"/>
                    <a:pt x="1835" y="205"/>
                    <a:pt x="1827" y="199"/>
                  </a:cubicBezTo>
                  <a:cubicBezTo>
                    <a:pt x="1820" y="192"/>
                    <a:pt x="1796" y="205"/>
                    <a:pt x="1790" y="205"/>
                  </a:cubicBezTo>
                  <a:cubicBezTo>
                    <a:pt x="1784" y="205"/>
                    <a:pt x="1752" y="207"/>
                    <a:pt x="1781" y="214"/>
                  </a:cubicBezTo>
                  <a:cubicBezTo>
                    <a:pt x="1810" y="220"/>
                    <a:pt x="1801" y="226"/>
                    <a:pt x="1792" y="230"/>
                  </a:cubicBezTo>
                  <a:cubicBezTo>
                    <a:pt x="1784" y="234"/>
                    <a:pt x="1775" y="246"/>
                    <a:pt x="1761" y="239"/>
                  </a:cubicBezTo>
                  <a:cubicBezTo>
                    <a:pt x="1747" y="231"/>
                    <a:pt x="1740" y="225"/>
                    <a:pt x="1729" y="227"/>
                  </a:cubicBezTo>
                  <a:cubicBezTo>
                    <a:pt x="1717" y="230"/>
                    <a:pt x="1709" y="240"/>
                    <a:pt x="1726" y="246"/>
                  </a:cubicBezTo>
                  <a:cubicBezTo>
                    <a:pt x="1744" y="252"/>
                    <a:pt x="1749" y="255"/>
                    <a:pt x="1759" y="252"/>
                  </a:cubicBezTo>
                  <a:cubicBezTo>
                    <a:pt x="1769" y="250"/>
                    <a:pt x="1792" y="251"/>
                    <a:pt x="1785" y="257"/>
                  </a:cubicBezTo>
                  <a:cubicBezTo>
                    <a:pt x="1777" y="263"/>
                    <a:pt x="1781" y="272"/>
                    <a:pt x="1797" y="272"/>
                  </a:cubicBezTo>
                  <a:cubicBezTo>
                    <a:pt x="1814" y="272"/>
                    <a:pt x="1799" y="260"/>
                    <a:pt x="1821" y="262"/>
                  </a:cubicBezTo>
                  <a:cubicBezTo>
                    <a:pt x="1843" y="265"/>
                    <a:pt x="1852" y="265"/>
                    <a:pt x="1856" y="256"/>
                  </a:cubicBezTo>
                  <a:cubicBezTo>
                    <a:pt x="1860" y="247"/>
                    <a:pt x="1867" y="244"/>
                    <a:pt x="1856" y="237"/>
                  </a:cubicBezTo>
                  <a:cubicBezTo>
                    <a:pt x="1845" y="231"/>
                    <a:pt x="1845" y="224"/>
                    <a:pt x="1870" y="227"/>
                  </a:cubicBezTo>
                  <a:cubicBezTo>
                    <a:pt x="1895" y="231"/>
                    <a:pt x="1903" y="239"/>
                    <a:pt x="1911" y="222"/>
                  </a:cubicBezTo>
                  <a:cubicBezTo>
                    <a:pt x="1918" y="206"/>
                    <a:pt x="1931" y="202"/>
                    <a:pt x="1946" y="202"/>
                  </a:cubicBezTo>
                  <a:cubicBezTo>
                    <a:pt x="1961" y="202"/>
                    <a:pt x="1984" y="207"/>
                    <a:pt x="1992" y="197"/>
                  </a:cubicBezTo>
                  <a:cubicBezTo>
                    <a:pt x="1999" y="187"/>
                    <a:pt x="2008" y="184"/>
                    <a:pt x="2018" y="184"/>
                  </a:cubicBezTo>
                  <a:cubicBezTo>
                    <a:pt x="2028" y="184"/>
                    <a:pt x="2029" y="174"/>
                    <a:pt x="2029" y="174"/>
                  </a:cubicBezTo>
                  <a:cubicBezTo>
                    <a:pt x="2029" y="174"/>
                    <a:pt x="2022" y="164"/>
                    <a:pt x="2002" y="164"/>
                  </a:cubicBezTo>
                  <a:cubicBezTo>
                    <a:pt x="1982" y="164"/>
                    <a:pt x="1966" y="171"/>
                    <a:pt x="1967" y="165"/>
                  </a:cubicBezTo>
                  <a:cubicBezTo>
                    <a:pt x="1968" y="159"/>
                    <a:pt x="1979" y="154"/>
                    <a:pt x="1971" y="152"/>
                  </a:cubicBezTo>
                  <a:cubicBezTo>
                    <a:pt x="1962" y="151"/>
                    <a:pt x="1958" y="144"/>
                    <a:pt x="1931" y="145"/>
                  </a:cubicBezTo>
                  <a:cubicBezTo>
                    <a:pt x="1931" y="145"/>
                    <a:pt x="1916" y="157"/>
                    <a:pt x="1898" y="157"/>
                  </a:cubicBezTo>
                  <a:cubicBezTo>
                    <a:pt x="1881" y="157"/>
                    <a:pt x="1860" y="170"/>
                    <a:pt x="1880" y="171"/>
                  </a:cubicBezTo>
                  <a:cubicBezTo>
                    <a:pt x="1900" y="172"/>
                    <a:pt x="1900" y="172"/>
                    <a:pt x="1886" y="182"/>
                  </a:cubicBezTo>
                  <a:close/>
                  <a:moveTo>
                    <a:pt x="1619" y="195"/>
                  </a:moveTo>
                  <a:cubicBezTo>
                    <a:pt x="1650" y="199"/>
                    <a:pt x="1659" y="195"/>
                    <a:pt x="1674" y="206"/>
                  </a:cubicBezTo>
                  <a:cubicBezTo>
                    <a:pt x="1689" y="217"/>
                    <a:pt x="1703" y="216"/>
                    <a:pt x="1714" y="206"/>
                  </a:cubicBezTo>
                  <a:cubicBezTo>
                    <a:pt x="1725" y="196"/>
                    <a:pt x="1749" y="199"/>
                    <a:pt x="1756" y="185"/>
                  </a:cubicBezTo>
                  <a:cubicBezTo>
                    <a:pt x="1764" y="171"/>
                    <a:pt x="1782" y="166"/>
                    <a:pt x="1800" y="177"/>
                  </a:cubicBezTo>
                  <a:cubicBezTo>
                    <a:pt x="1817" y="189"/>
                    <a:pt x="1843" y="185"/>
                    <a:pt x="1843" y="180"/>
                  </a:cubicBezTo>
                  <a:cubicBezTo>
                    <a:pt x="1843" y="175"/>
                    <a:pt x="1831" y="156"/>
                    <a:pt x="1817" y="159"/>
                  </a:cubicBezTo>
                  <a:cubicBezTo>
                    <a:pt x="1804" y="161"/>
                    <a:pt x="1785" y="162"/>
                    <a:pt x="1779" y="156"/>
                  </a:cubicBezTo>
                  <a:cubicBezTo>
                    <a:pt x="1772" y="150"/>
                    <a:pt x="1757" y="139"/>
                    <a:pt x="1726" y="166"/>
                  </a:cubicBezTo>
                  <a:cubicBezTo>
                    <a:pt x="1726" y="166"/>
                    <a:pt x="1707" y="177"/>
                    <a:pt x="1685" y="177"/>
                  </a:cubicBezTo>
                  <a:cubicBezTo>
                    <a:pt x="1663" y="177"/>
                    <a:pt x="1646" y="182"/>
                    <a:pt x="1631" y="182"/>
                  </a:cubicBezTo>
                  <a:cubicBezTo>
                    <a:pt x="1616" y="182"/>
                    <a:pt x="1588" y="191"/>
                    <a:pt x="1619" y="195"/>
                  </a:cubicBezTo>
                  <a:close/>
                  <a:moveTo>
                    <a:pt x="1933" y="258"/>
                  </a:moveTo>
                  <a:cubicBezTo>
                    <a:pt x="1938" y="250"/>
                    <a:pt x="1943" y="249"/>
                    <a:pt x="1935" y="244"/>
                  </a:cubicBezTo>
                  <a:cubicBezTo>
                    <a:pt x="1927" y="240"/>
                    <a:pt x="1924" y="240"/>
                    <a:pt x="1923" y="242"/>
                  </a:cubicBezTo>
                  <a:cubicBezTo>
                    <a:pt x="1923" y="242"/>
                    <a:pt x="1917" y="250"/>
                    <a:pt x="1913" y="254"/>
                  </a:cubicBezTo>
                  <a:cubicBezTo>
                    <a:pt x="1910" y="258"/>
                    <a:pt x="1905" y="268"/>
                    <a:pt x="1912" y="268"/>
                  </a:cubicBezTo>
                  <a:cubicBezTo>
                    <a:pt x="1919" y="268"/>
                    <a:pt x="1928" y="265"/>
                    <a:pt x="1933" y="258"/>
                  </a:cubicBezTo>
                  <a:close/>
                  <a:moveTo>
                    <a:pt x="1951" y="129"/>
                  </a:moveTo>
                  <a:cubicBezTo>
                    <a:pt x="1959" y="132"/>
                    <a:pt x="1964" y="129"/>
                    <a:pt x="1965" y="124"/>
                  </a:cubicBezTo>
                  <a:cubicBezTo>
                    <a:pt x="1966" y="119"/>
                    <a:pt x="1976" y="117"/>
                    <a:pt x="1980" y="119"/>
                  </a:cubicBezTo>
                  <a:cubicBezTo>
                    <a:pt x="1983" y="120"/>
                    <a:pt x="1995" y="116"/>
                    <a:pt x="1988" y="110"/>
                  </a:cubicBezTo>
                  <a:cubicBezTo>
                    <a:pt x="1982" y="104"/>
                    <a:pt x="1973" y="102"/>
                    <a:pt x="1967" y="102"/>
                  </a:cubicBezTo>
                  <a:cubicBezTo>
                    <a:pt x="1967" y="102"/>
                    <a:pt x="1954" y="106"/>
                    <a:pt x="1952" y="111"/>
                  </a:cubicBezTo>
                  <a:cubicBezTo>
                    <a:pt x="1951" y="117"/>
                    <a:pt x="1944" y="126"/>
                    <a:pt x="1951" y="129"/>
                  </a:cubicBezTo>
                  <a:close/>
                  <a:moveTo>
                    <a:pt x="1960" y="290"/>
                  </a:moveTo>
                  <a:cubicBezTo>
                    <a:pt x="1970" y="290"/>
                    <a:pt x="1972" y="288"/>
                    <a:pt x="1980" y="294"/>
                  </a:cubicBezTo>
                  <a:cubicBezTo>
                    <a:pt x="1988" y="299"/>
                    <a:pt x="2003" y="296"/>
                    <a:pt x="2008" y="294"/>
                  </a:cubicBezTo>
                  <a:cubicBezTo>
                    <a:pt x="2014" y="292"/>
                    <a:pt x="2016" y="281"/>
                    <a:pt x="2002" y="272"/>
                  </a:cubicBezTo>
                  <a:cubicBezTo>
                    <a:pt x="1988" y="262"/>
                    <a:pt x="1988" y="265"/>
                    <a:pt x="1981" y="266"/>
                  </a:cubicBezTo>
                  <a:cubicBezTo>
                    <a:pt x="1981" y="266"/>
                    <a:pt x="1976" y="272"/>
                    <a:pt x="1964" y="275"/>
                  </a:cubicBezTo>
                  <a:cubicBezTo>
                    <a:pt x="1952" y="277"/>
                    <a:pt x="1931" y="277"/>
                    <a:pt x="1934" y="285"/>
                  </a:cubicBezTo>
                  <a:cubicBezTo>
                    <a:pt x="1936" y="293"/>
                    <a:pt x="1950" y="290"/>
                    <a:pt x="1960" y="290"/>
                  </a:cubicBezTo>
                  <a:close/>
                  <a:moveTo>
                    <a:pt x="2112" y="252"/>
                  </a:moveTo>
                  <a:cubicBezTo>
                    <a:pt x="2125" y="252"/>
                    <a:pt x="2150" y="254"/>
                    <a:pt x="2153" y="248"/>
                  </a:cubicBezTo>
                  <a:cubicBezTo>
                    <a:pt x="2156" y="243"/>
                    <a:pt x="2146" y="229"/>
                    <a:pt x="2136" y="226"/>
                  </a:cubicBezTo>
                  <a:cubicBezTo>
                    <a:pt x="2127" y="222"/>
                    <a:pt x="2133" y="218"/>
                    <a:pt x="2123" y="216"/>
                  </a:cubicBezTo>
                  <a:cubicBezTo>
                    <a:pt x="2123" y="216"/>
                    <a:pt x="2114" y="212"/>
                    <a:pt x="2110" y="219"/>
                  </a:cubicBezTo>
                  <a:cubicBezTo>
                    <a:pt x="2107" y="227"/>
                    <a:pt x="2104" y="232"/>
                    <a:pt x="2091" y="235"/>
                  </a:cubicBezTo>
                  <a:cubicBezTo>
                    <a:pt x="2079" y="238"/>
                    <a:pt x="2076" y="244"/>
                    <a:pt x="2080" y="248"/>
                  </a:cubicBezTo>
                  <a:cubicBezTo>
                    <a:pt x="2084" y="252"/>
                    <a:pt x="2099" y="252"/>
                    <a:pt x="2112" y="252"/>
                  </a:cubicBezTo>
                  <a:close/>
                  <a:moveTo>
                    <a:pt x="2176" y="211"/>
                  </a:moveTo>
                  <a:cubicBezTo>
                    <a:pt x="2186" y="211"/>
                    <a:pt x="2199" y="227"/>
                    <a:pt x="2205" y="217"/>
                  </a:cubicBezTo>
                  <a:cubicBezTo>
                    <a:pt x="2210" y="208"/>
                    <a:pt x="2202" y="191"/>
                    <a:pt x="2188" y="190"/>
                  </a:cubicBezTo>
                  <a:cubicBezTo>
                    <a:pt x="2188" y="190"/>
                    <a:pt x="2172" y="189"/>
                    <a:pt x="2172" y="195"/>
                  </a:cubicBezTo>
                  <a:cubicBezTo>
                    <a:pt x="2172" y="201"/>
                    <a:pt x="2166" y="211"/>
                    <a:pt x="2176" y="211"/>
                  </a:cubicBezTo>
                  <a:close/>
                  <a:moveTo>
                    <a:pt x="2199" y="169"/>
                  </a:moveTo>
                  <a:cubicBezTo>
                    <a:pt x="2214" y="169"/>
                    <a:pt x="2217" y="168"/>
                    <a:pt x="2224" y="171"/>
                  </a:cubicBezTo>
                  <a:cubicBezTo>
                    <a:pt x="2230" y="175"/>
                    <a:pt x="2242" y="179"/>
                    <a:pt x="2245" y="174"/>
                  </a:cubicBezTo>
                  <a:cubicBezTo>
                    <a:pt x="2248" y="168"/>
                    <a:pt x="2251" y="167"/>
                    <a:pt x="2262" y="168"/>
                  </a:cubicBezTo>
                  <a:cubicBezTo>
                    <a:pt x="2273" y="169"/>
                    <a:pt x="2280" y="169"/>
                    <a:pt x="2282" y="175"/>
                  </a:cubicBezTo>
                  <a:cubicBezTo>
                    <a:pt x="2284" y="182"/>
                    <a:pt x="2285" y="186"/>
                    <a:pt x="2305" y="186"/>
                  </a:cubicBezTo>
                  <a:cubicBezTo>
                    <a:pt x="2325" y="186"/>
                    <a:pt x="2362" y="193"/>
                    <a:pt x="2366" y="185"/>
                  </a:cubicBezTo>
                  <a:cubicBezTo>
                    <a:pt x="2371" y="177"/>
                    <a:pt x="2370" y="176"/>
                    <a:pt x="2382" y="176"/>
                  </a:cubicBezTo>
                  <a:cubicBezTo>
                    <a:pt x="2394" y="176"/>
                    <a:pt x="2408" y="177"/>
                    <a:pt x="2410" y="167"/>
                  </a:cubicBezTo>
                  <a:cubicBezTo>
                    <a:pt x="2412" y="157"/>
                    <a:pt x="2414" y="155"/>
                    <a:pt x="2422" y="155"/>
                  </a:cubicBezTo>
                  <a:cubicBezTo>
                    <a:pt x="2431" y="155"/>
                    <a:pt x="2434" y="160"/>
                    <a:pt x="2434" y="165"/>
                  </a:cubicBezTo>
                  <a:cubicBezTo>
                    <a:pt x="2435" y="170"/>
                    <a:pt x="2442" y="173"/>
                    <a:pt x="2452" y="172"/>
                  </a:cubicBezTo>
                  <a:cubicBezTo>
                    <a:pt x="2461" y="170"/>
                    <a:pt x="2496" y="172"/>
                    <a:pt x="2496" y="165"/>
                  </a:cubicBezTo>
                  <a:cubicBezTo>
                    <a:pt x="2495" y="157"/>
                    <a:pt x="2498" y="150"/>
                    <a:pt x="2490" y="148"/>
                  </a:cubicBezTo>
                  <a:cubicBezTo>
                    <a:pt x="2482" y="147"/>
                    <a:pt x="2478" y="145"/>
                    <a:pt x="2478" y="139"/>
                  </a:cubicBezTo>
                  <a:cubicBezTo>
                    <a:pt x="2477" y="133"/>
                    <a:pt x="2478" y="117"/>
                    <a:pt x="2464" y="118"/>
                  </a:cubicBezTo>
                  <a:cubicBezTo>
                    <a:pt x="2450" y="118"/>
                    <a:pt x="2437" y="115"/>
                    <a:pt x="2435" y="120"/>
                  </a:cubicBezTo>
                  <a:cubicBezTo>
                    <a:pt x="2433" y="125"/>
                    <a:pt x="2425" y="136"/>
                    <a:pt x="2419" y="132"/>
                  </a:cubicBezTo>
                  <a:cubicBezTo>
                    <a:pt x="2413" y="129"/>
                    <a:pt x="2407" y="123"/>
                    <a:pt x="2400" y="124"/>
                  </a:cubicBezTo>
                  <a:cubicBezTo>
                    <a:pt x="2392" y="124"/>
                    <a:pt x="2389" y="128"/>
                    <a:pt x="2379" y="124"/>
                  </a:cubicBezTo>
                  <a:cubicBezTo>
                    <a:pt x="2370" y="119"/>
                    <a:pt x="2361" y="117"/>
                    <a:pt x="2351" y="117"/>
                  </a:cubicBezTo>
                  <a:cubicBezTo>
                    <a:pt x="2342" y="116"/>
                    <a:pt x="2318" y="113"/>
                    <a:pt x="2316" y="120"/>
                  </a:cubicBezTo>
                  <a:cubicBezTo>
                    <a:pt x="2313" y="127"/>
                    <a:pt x="2309" y="126"/>
                    <a:pt x="2293" y="126"/>
                  </a:cubicBezTo>
                  <a:cubicBezTo>
                    <a:pt x="2277" y="126"/>
                    <a:pt x="2259" y="130"/>
                    <a:pt x="2257" y="124"/>
                  </a:cubicBezTo>
                  <a:cubicBezTo>
                    <a:pt x="2254" y="117"/>
                    <a:pt x="2253" y="115"/>
                    <a:pt x="2242" y="115"/>
                  </a:cubicBezTo>
                  <a:cubicBezTo>
                    <a:pt x="2231" y="114"/>
                    <a:pt x="2223" y="105"/>
                    <a:pt x="2218" y="113"/>
                  </a:cubicBezTo>
                  <a:cubicBezTo>
                    <a:pt x="2212" y="121"/>
                    <a:pt x="2207" y="122"/>
                    <a:pt x="2208" y="128"/>
                  </a:cubicBezTo>
                  <a:cubicBezTo>
                    <a:pt x="2208" y="135"/>
                    <a:pt x="2207" y="138"/>
                    <a:pt x="2221" y="137"/>
                  </a:cubicBezTo>
                  <a:cubicBezTo>
                    <a:pt x="2236" y="137"/>
                    <a:pt x="2248" y="134"/>
                    <a:pt x="2249" y="138"/>
                  </a:cubicBezTo>
                  <a:cubicBezTo>
                    <a:pt x="2249" y="142"/>
                    <a:pt x="2253" y="150"/>
                    <a:pt x="2234" y="150"/>
                  </a:cubicBezTo>
                  <a:cubicBezTo>
                    <a:pt x="2215" y="150"/>
                    <a:pt x="2210" y="150"/>
                    <a:pt x="2199" y="151"/>
                  </a:cubicBezTo>
                  <a:cubicBezTo>
                    <a:pt x="2199" y="151"/>
                    <a:pt x="2186" y="151"/>
                    <a:pt x="2186" y="159"/>
                  </a:cubicBezTo>
                  <a:cubicBezTo>
                    <a:pt x="2187" y="166"/>
                    <a:pt x="2184" y="169"/>
                    <a:pt x="2199" y="169"/>
                  </a:cubicBezTo>
                  <a:close/>
                  <a:moveTo>
                    <a:pt x="2294" y="104"/>
                  </a:moveTo>
                  <a:cubicBezTo>
                    <a:pt x="2315" y="104"/>
                    <a:pt x="2338" y="101"/>
                    <a:pt x="2347" y="101"/>
                  </a:cubicBezTo>
                  <a:cubicBezTo>
                    <a:pt x="2357" y="101"/>
                    <a:pt x="2380" y="94"/>
                    <a:pt x="2383" y="102"/>
                  </a:cubicBezTo>
                  <a:cubicBezTo>
                    <a:pt x="2386" y="109"/>
                    <a:pt x="2389" y="112"/>
                    <a:pt x="2397" y="112"/>
                  </a:cubicBezTo>
                  <a:cubicBezTo>
                    <a:pt x="2405" y="112"/>
                    <a:pt x="2421" y="117"/>
                    <a:pt x="2423" y="110"/>
                  </a:cubicBezTo>
                  <a:cubicBezTo>
                    <a:pt x="2425" y="102"/>
                    <a:pt x="2433" y="101"/>
                    <a:pt x="2434" y="96"/>
                  </a:cubicBezTo>
                  <a:cubicBezTo>
                    <a:pt x="2434" y="92"/>
                    <a:pt x="2424" y="81"/>
                    <a:pt x="2437" y="80"/>
                  </a:cubicBezTo>
                  <a:cubicBezTo>
                    <a:pt x="2450" y="79"/>
                    <a:pt x="2457" y="77"/>
                    <a:pt x="2462" y="83"/>
                  </a:cubicBezTo>
                  <a:cubicBezTo>
                    <a:pt x="2466" y="88"/>
                    <a:pt x="2477" y="89"/>
                    <a:pt x="2482" y="89"/>
                  </a:cubicBezTo>
                  <a:cubicBezTo>
                    <a:pt x="2486" y="89"/>
                    <a:pt x="2513" y="96"/>
                    <a:pt x="2512" y="89"/>
                  </a:cubicBezTo>
                  <a:cubicBezTo>
                    <a:pt x="2512" y="82"/>
                    <a:pt x="2512" y="80"/>
                    <a:pt x="2518" y="79"/>
                  </a:cubicBezTo>
                  <a:cubicBezTo>
                    <a:pt x="2525" y="79"/>
                    <a:pt x="2527" y="75"/>
                    <a:pt x="2519" y="73"/>
                  </a:cubicBezTo>
                  <a:cubicBezTo>
                    <a:pt x="2511" y="71"/>
                    <a:pt x="2509" y="63"/>
                    <a:pt x="2497" y="65"/>
                  </a:cubicBezTo>
                  <a:cubicBezTo>
                    <a:pt x="2486" y="67"/>
                    <a:pt x="2497" y="79"/>
                    <a:pt x="2475" y="70"/>
                  </a:cubicBezTo>
                  <a:cubicBezTo>
                    <a:pt x="2453" y="62"/>
                    <a:pt x="2455" y="59"/>
                    <a:pt x="2446" y="59"/>
                  </a:cubicBezTo>
                  <a:cubicBezTo>
                    <a:pt x="2436" y="59"/>
                    <a:pt x="2438" y="59"/>
                    <a:pt x="2431" y="53"/>
                  </a:cubicBezTo>
                  <a:cubicBezTo>
                    <a:pt x="2424" y="47"/>
                    <a:pt x="2409" y="39"/>
                    <a:pt x="2404" y="44"/>
                  </a:cubicBezTo>
                  <a:cubicBezTo>
                    <a:pt x="2399" y="50"/>
                    <a:pt x="2393" y="50"/>
                    <a:pt x="2384" y="51"/>
                  </a:cubicBezTo>
                  <a:cubicBezTo>
                    <a:pt x="2374" y="52"/>
                    <a:pt x="2376" y="57"/>
                    <a:pt x="2366" y="62"/>
                  </a:cubicBezTo>
                  <a:cubicBezTo>
                    <a:pt x="2357" y="66"/>
                    <a:pt x="2351" y="67"/>
                    <a:pt x="2346" y="72"/>
                  </a:cubicBezTo>
                  <a:cubicBezTo>
                    <a:pt x="2341" y="78"/>
                    <a:pt x="2337" y="84"/>
                    <a:pt x="2326" y="84"/>
                  </a:cubicBezTo>
                  <a:cubicBezTo>
                    <a:pt x="2314" y="84"/>
                    <a:pt x="2316" y="83"/>
                    <a:pt x="2303" y="83"/>
                  </a:cubicBezTo>
                  <a:cubicBezTo>
                    <a:pt x="2303" y="83"/>
                    <a:pt x="2279" y="80"/>
                    <a:pt x="2278" y="88"/>
                  </a:cubicBezTo>
                  <a:cubicBezTo>
                    <a:pt x="2277" y="96"/>
                    <a:pt x="2274" y="104"/>
                    <a:pt x="2294" y="104"/>
                  </a:cubicBezTo>
                  <a:close/>
                  <a:moveTo>
                    <a:pt x="2385" y="244"/>
                  </a:moveTo>
                  <a:cubicBezTo>
                    <a:pt x="2392" y="245"/>
                    <a:pt x="2394" y="249"/>
                    <a:pt x="2394" y="256"/>
                  </a:cubicBezTo>
                  <a:cubicBezTo>
                    <a:pt x="2394" y="263"/>
                    <a:pt x="2404" y="264"/>
                    <a:pt x="2409" y="265"/>
                  </a:cubicBezTo>
                  <a:cubicBezTo>
                    <a:pt x="2414" y="265"/>
                    <a:pt x="2428" y="271"/>
                    <a:pt x="2434" y="261"/>
                  </a:cubicBezTo>
                  <a:cubicBezTo>
                    <a:pt x="2439" y="250"/>
                    <a:pt x="2449" y="253"/>
                    <a:pt x="2451" y="247"/>
                  </a:cubicBezTo>
                  <a:cubicBezTo>
                    <a:pt x="2453" y="241"/>
                    <a:pt x="2460" y="236"/>
                    <a:pt x="2471" y="235"/>
                  </a:cubicBezTo>
                  <a:cubicBezTo>
                    <a:pt x="2483" y="234"/>
                    <a:pt x="2496" y="236"/>
                    <a:pt x="2499" y="233"/>
                  </a:cubicBezTo>
                  <a:cubicBezTo>
                    <a:pt x="2502" y="231"/>
                    <a:pt x="2518" y="226"/>
                    <a:pt x="2511" y="223"/>
                  </a:cubicBezTo>
                  <a:cubicBezTo>
                    <a:pt x="2504" y="220"/>
                    <a:pt x="2502" y="220"/>
                    <a:pt x="2495" y="217"/>
                  </a:cubicBezTo>
                  <a:cubicBezTo>
                    <a:pt x="2487" y="214"/>
                    <a:pt x="2480" y="218"/>
                    <a:pt x="2473" y="214"/>
                  </a:cubicBezTo>
                  <a:cubicBezTo>
                    <a:pt x="2467" y="209"/>
                    <a:pt x="2451" y="205"/>
                    <a:pt x="2437" y="205"/>
                  </a:cubicBezTo>
                  <a:cubicBezTo>
                    <a:pt x="2423" y="205"/>
                    <a:pt x="2404" y="208"/>
                    <a:pt x="2394" y="208"/>
                  </a:cubicBezTo>
                  <a:cubicBezTo>
                    <a:pt x="2383" y="208"/>
                    <a:pt x="2374" y="205"/>
                    <a:pt x="2373" y="213"/>
                  </a:cubicBezTo>
                  <a:cubicBezTo>
                    <a:pt x="2371" y="222"/>
                    <a:pt x="2377" y="226"/>
                    <a:pt x="2361" y="226"/>
                  </a:cubicBezTo>
                  <a:cubicBezTo>
                    <a:pt x="2346" y="226"/>
                    <a:pt x="2313" y="221"/>
                    <a:pt x="2313" y="235"/>
                  </a:cubicBezTo>
                  <a:cubicBezTo>
                    <a:pt x="2313" y="235"/>
                    <a:pt x="2314" y="243"/>
                    <a:pt x="2305" y="247"/>
                  </a:cubicBezTo>
                  <a:cubicBezTo>
                    <a:pt x="2295" y="251"/>
                    <a:pt x="2300" y="252"/>
                    <a:pt x="2300" y="258"/>
                  </a:cubicBezTo>
                  <a:cubicBezTo>
                    <a:pt x="2300" y="264"/>
                    <a:pt x="2310" y="269"/>
                    <a:pt x="2318" y="269"/>
                  </a:cubicBezTo>
                  <a:cubicBezTo>
                    <a:pt x="2325" y="269"/>
                    <a:pt x="2380" y="273"/>
                    <a:pt x="2378" y="263"/>
                  </a:cubicBezTo>
                  <a:cubicBezTo>
                    <a:pt x="2376" y="254"/>
                    <a:pt x="2378" y="244"/>
                    <a:pt x="2385" y="244"/>
                  </a:cubicBezTo>
                  <a:close/>
                  <a:moveTo>
                    <a:pt x="2438" y="22"/>
                  </a:moveTo>
                  <a:cubicBezTo>
                    <a:pt x="2438" y="33"/>
                    <a:pt x="2455" y="39"/>
                    <a:pt x="2458" y="31"/>
                  </a:cubicBezTo>
                  <a:cubicBezTo>
                    <a:pt x="2460" y="23"/>
                    <a:pt x="2471" y="23"/>
                    <a:pt x="2481" y="23"/>
                  </a:cubicBezTo>
                  <a:cubicBezTo>
                    <a:pt x="2491" y="23"/>
                    <a:pt x="2518" y="26"/>
                    <a:pt x="2520" y="21"/>
                  </a:cubicBezTo>
                  <a:cubicBezTo>
                    <a:pt x="2521" y="17"/>
                    <a:pt x="2529" y="23"/>
                    <a:pt x="2529" y="14"/>
                  </a:cubicBezTo>
                  <a:cubicBezTo>
                    <a:pt x="2529" y="5"/>
                    <a:pt x="2529" y="1"/>
                    <a:pt x="2519" y="1"/>
                  </a:cubicBezTo>
                  <a:cubicBezTo>
                    <a:pt x="2510" y="1"/>
                    <a:pt x="2501" y="0"/>
                    <a:pt x="2488" y="1"/>
                  </a:cubicBezTo>
                  <a:cubicBezTo>
                    <a:pt x="2488" y="1"/>
                    <a:pt x="2462" y="1"/>
                    <a:pt x="2452" y="4"/>
                  </a:cubicBezTo>
                  <a:cubicBezTo>
                    <a:pt x="2442" y="7"/>
                    <a:pt x="2427" y="8"/>
                    <a:pt x="2430" y="12"/>
                  </a:cubicBezTo>
                  <a:cubicBezTo>
                    <a:pt x="2433" y="16"/>
                    <a:pt x="2437" y="10"/>
                    <a:pt x="2438" y="22"/>
                  </a:cubicBezTo>
                  <a:close/>
                  <a:moveTo>
                    <a:pt x="2493" y="285"/>
                  </a:moveTo>
                  <a:cubicBezTo>
                    <a:pt x="2502" y="285"/>
                    <a:pt x="2505" y="285"/>
                    <a:pt x="2507" y="291"/>
                  </a:cubicBezTo>
                  <a:cubicBezTo>
                    <a:pt x="2508" y="297"/>
                    <a:pt x="2519" y="297"/>
                    <a:pt x="2529" y="297"/>
                  </a:cubicBezTo>
                  <a:cubicBezTo>
                    <a:pt x="2540" y="297"/>
                    <a:pt x="2538" y="299"/>
                    <a:pt x="2542" y="292"/>
                  </a:cubicBezTo>
                  <a:cubicBezTo>
                    <a:pt x="2546" y="284"/>
                    <a:pt x="2560" y="294"/>
                    <a:pt x="2562" y="284"/>
                  </a:cubicBezTo>
                  <a:cubicBezTo>
                    <a:pt x="2564" y="274"/>
                    <a:pt x="2565" y="275"/>
                    <a:pt x="2557" y="274"/>
                  </a:cubicBezTo>
                  <a:cubicBezTo>
                    <a:pt x="2549" y="274"/>
                    <a:pt x="2544" y="275"/>
                    <a:pt x="2542" y="269"/>
                  </a:cubicBezTo>
                  <a:cubicBezTo>
                    <a:pt x="2540" y="263"/>
                    <a:pt x="2533" y="264"/>
                    <a:pt x="2526" y="263"/>
                  </a:cubicBezTo>
                  <a:cubicBezTo>
                    <a:pt x="2526" y="263"/>
                    <a:pt x="2507" y="259"/>
                    <a:pt x="2503" y="266"/>
                  </a:cubicBezTo>
                  <a:cubicBezTo>
                    <a:pt x="2499" y="273"/>
                    <a:pt x="2495" y="274"/>
                    <a:pt x="2489" y="275"/>
                  </a:cubicBezTo>
                  <a:cubicBezTo>
                    <a:pt x="2482" y="275"/>
                    <a:pt x="2485" y="285"/>
                    <a:pt x="2493" y="285"/>
                  </a:cubicBezTo>
                  <a:close/>
                  <a:moveTo>
                    <a:pt x="2523" y="176"/>
                  </a:moveTo>
                  <a:cubicBezTo>
                    <a:pt x="2521" y="182"/>
                    <a:pt x="2514" y="183"/>
                    <a:pt x="2516" y="189"/>
                  </a:cubicBezTo>
                  <a:cubicBezTo>
                    <a:pt x="2519" y="195"/>
                    <a:pt x="2518" y="207"/>
                    <a:pt x="2530" y="211"/>
                  </a:cubicBezTo>
                  <a:cubicBezTo>
                    <a:pt x="2543" y="214"/>
                    <a:pt x="2553" y="223"/>
                    <a:pt x="2559" y="219"/>
                  </a:cubicBezTo>
                  <a:cubicBezTo>
                    <a:pt x="2564" y="215"/>
                    <a:pt x="2571" y="211"/>
                    <a:pt x="2580" y="211"/>
                  </a:cubicBezTo>
                  <a:cubicBezTo>
                    <a:pt x="2589" y="211"/>
                    <a:pt x="2586" y="220"/>
                    <a:pt x="2599" y="220"/>
                  </a:cubicBezTo>
                  <a:cubicBezTo>
                    <a:pt x="2613" y="220"/>
                    <a:pt x="2631" y="224"/>
                    <a:pt x="2633" y="216"/>
                  </a:cubicBezTo>
                  <a:cubicBezTo>
                    <a:pt x="2635" y="207"/>
                    <a:pt x="2648" y="209"/>
                    <a:pt x="2661" y="202"/>
                  </a:cubicBezTo>
                  <a:cubicBezTo>
                    <a:pt x="2673" y="194"/>
                    <a:pt x="2680" y="188"/>
                    <a:pt x="2684" y="185"/>
                  </a:cubicBezTo>
                  <a:cubicBezTo>
                    <a:pt x="2689" y="181"/>
                    <a:pt x="2703" y="178"/>
                    <a:pt x="2704" y="173"/>
                  </a:cubicBezTo>
                  <a:cubicBezTo>
                    <a:pt x="2705" y="168"/>
                    <a:pt x="2704" y="163"/>
                    <a:pt x="2698" y="163"/>
                  </a:cubicBezTo>
                  <a:cubicBezTo>
                    <a:pt x="2692" y="163"/>
                    <a:pt x="2692" y="151"/>
                    <a:pt x="2684" y="150"/>
                  </a:cubicBezTo>
                  <a:cubicBezTo>
                    <a:pt x="2676" y="150"/>
                    <a:pt x="2643" y="148"/>
                    <a:pt x="2638" y="150"/>
                  </a:cubicBezTo>
                  <a:cubicBezTo>
                    <a:pt x="2633" y="152"/>
                    <a:pt x="2639" y="160"/>
                    <a:pt x="2616" y="160"/>
                  </a:cubicBezTo>
                  <a:cubicBezTo>
                    <a:pt x="2594" y="159"/>
                    <a:pt x="2559" y="159"/>
                    <a:pt x="2549" y="159"/>
                  </a:cubicBezTo>
                  <a:cubicBezTo>
                    <a:pt x="2549" y="159"/>
                    <a:pt x="2541" y="161"/>
                    <a:pt x="2539" y="166"/>
                  </a:cubicBezTo>
                  <a:cubicBezTo>
                    <a:pt x="2537" y="172"/>
                    <a:pt x="2525" y="171"/>
                    <a:pt x="2523" y="176"/>
                  </a:cubicBezTo>
                  <a:close/>
                  <a:moveTo>
                    <a:pt x="2579" y="139"/>
                  </a:moveTo>
                  <a:cubicBezTo>
                    <a:pt x="2597" y="142"/>
                    <a:pt x="2597" y="148"/>
                    <a:pt x="2607" y="147"/>
                  </a:cubicBezTo>
                  <a:cubicBezTo>
                    <a:pt x="2618" y="147"/>
                    <a:pt x="2631" y="146"/>
                    <a:pt x="2637" y="139"/>
                  </a:cubicBezTo>
                  <a:cubicBezTo>
                    <a:pt x="2643" y="133"/>
                    <a:pt x="2657" y="133"/>
                    <a:pt x="2658" y="127"/>
                  </a:cubicBezTo>
                  <a:cubicBezTo>
                    <a:pt x="2659" y="122"/>
                    <a:pt x="2654" y="115"/>
                    <a:pt x="2647" y="115"/>
                  </a:cubicBezTo>
                  <a:cubicBezTo>
                    <a:pt x="2639" y="116"/>
                    <a:pt x="2619" y="118"/>
                    <a:pt x="2604" y="118"/>
                  </a:cubicBezTo>
                  <a:cubicBezTo>
                    <a:pt x="2604" y="118"/>
                    <a:pt x="2585" y="117"/>
                    <a:pt x="2581" y="123"/>
                  </a:cubicBezTo>
                  <a:cubicBezTo>
                    <a:pt x="2578" y="128"/>
                    <a:pt x="2567" y="123"/>
                    <a:pt x="2567" y="129"/>
                  </a:cubicBezTo>
                  <a:cubicBezTo>
                    <a:pt x="2568" y="134"/>
                    <a:pt x="2561" y="137"/>
                    <a:pt x="2579" y="139"/>
                  </a:cubicBezTo>
                  <a:close/>
                  <a:moveTo>
                    <a:pt x="2681" y="53"/>
                  </a:moveTo>
                  <a:cubicBezTo>
                    <a:pt x="2695" y="55"/>
                    <a:pt x="2693" y="55"/>
                    <a:pt x="2700" y="47"/>
                  </a:cubicBezTo>
                  <a:cubicBezTo>
                    <a:pt x="2708" y="38"/>
                    <a:pt x="2716" y="37"/>
                    <a:pt x="2726" y="41"/>
                  </a:cubicBezTo>
                  <a:cubicBezTo>
                    <a:pt x="2736" y="44"/>
                    <a:pt x="2730" y="48"/>
                    <a:pt x="2749" y="48"/>
                  </a:cubicBezTo>
                  <a:cubicBezTo>
                    <a:pt x="2767" y="49"/>
                    <a:pt x="2784" y="51"/>
                    <a:pt x="2789" y="45"/>
                  </a:cubicBezTo>
                  <a:cubicBezTo>
                    <a:pt x="2795" y="38"/>
                    <a:pt x="2798" y="23"/>
                    <a:pt x="2788" y="22"/>
                  </a:cubicBezTo>
                  <a:cubicBezTo>
                    <a:pt x="2777" y="21"/>
                    <a:pt x="2779" y="16"/>
                    <a:pt x="2763" y="15"/>
                  </a:cubicBezTo>
                  <a:cubicBezTo>
                    <a:pt x="2747" y="15"/>
                    <a:pt x="2737" y="14"/>
                    <a:pt x="2735" y="19"/>
                  </a:cubicBezTo>
                  <a:cubicBezTo>
                    <a:pt x="2732" y="23"/>
                    <a:pt x="2725" y="24"/>
                    <a:pt x="2711" y="24"/>
                  </a:cubicBezTo>
                  <a:cubicBezTo>
                    <a:pt x="2711" y="24"/>
                    <a:pt x="2694" y="24"/>
                    <a:pt x="2690" y="29"/>
                  </a:cubicBezTo>
                  <a:cubicBezTo>
                    <a:pt x="2686" y="33"/>
                    <a:pt x="2698" y="43"/>
                    <a:pt x="2682" y="40"/>
                  </a:cubicBezTo>
                  <a:cubicBezTo>
                    <a:pt x="2667" y="36"/>
                    <a:pt x="2663" y="39"/>
                    <a:pt x="2664" y="42"/>
                  </a:cubicBezTo>
                  <a:cubicBezTo>
                    <a:pt x="2664" y="46"/>
                    <a:pt x="2667" y="51"/>
                    <a:pt x="2681" y="53"/>
                  </a:cubicBezTo>
                  <a:close/>
                  <a:moveTo>
                    <a:pt x="2746" y="140"/>
                  </a:moveTo>
                  <a:cubicBezTo>
                    <a:pt x="2741" y="145"/>
                    <a:pt x="2737" y="150"/>
                    <a:pt x="2729" y="150"/>
                  </a:cubicBezTo>
                  <a:cubicBezTo>
                    <a:pt x="2722" y="151"/>
                    <a:pt x="2711" y="162"/>
                    <a:pt x="2723" y="167"/>
                  </a:cubicBezTo>
                  <a:cubicBezTo>
                    <a:pt x="2734" y="171"/>
                    <a:pt x="2744" y="171"/>
                    <a:pt x="2748" y="177"/>
                  </a:cubicBezTo>
                  <a:cubicBezTo>
                    <a:pt x="2751" y="183"/>
                    <a:pt x="2775" y="181"/>
                    <a:pt x="2788" y="180"/>
                  </a:cubicBezTo>
                  <a:cubicBezTo>
                    <a:pt x="2801" y="180"/>
                    <a:pt x="2812" y="184"/>
                    <a:pt x="2819" y="177"/>
                  </a:cubicBezTo>
                  <a:cubicBezTo>
                    <a:pt x="2826" y="170"/>
                    <a:pt x="2836" y="168"/>
                    <a:pt x="2846" y="169"/>
                  </a:cubicBezTo>
                  <a:cubicBezTo>
                    <a:pt x="2856" y="169"/>
                    <a:pt x="2860" y="173"/>
                    <a:pt x="2864" y="167"/>
                  </a:cubicBezTo>
                  <a:cubicBezTo>
                    <a:pt x="2869" y="162"/>
                    <a:pt x="2877" y="166"/>
                    <a:pt x="2883" y="158"/>
                  </a:cubicBezTo>
                  <a:cubicBezTo>
                    <a:pt x="2888" y="149"/>
                    <a:pt x="2899" y="151"/>
                    <a:pt x="2899" y="139"/>
                  </a:cubicBezTo>
                  <a:cubicBezTo>
                    <a:pt x="2899" y="128"/>
                    <a:pt x="2901" y="118"/>
                    <a:pt x="2889" y="112"/>
                  </a:cubicBezTo>
                  <a:cubicBezTo>
                    <a:pt x="2878" y="105"/>
                    <a:pt x="2873" y="113"/>
                    <a:pt x="2868" y="103"/>
                  </a:cubicBezTo>
                  <a:cubicBezTo>
                    <a:pt x="2863" y="94"/>
                    <a:pt x="2850" y="99"/>
                    <a:pt x="2842" y="99"/>
                  </a:cubicBezTo>
                  <a:cubicBezTo>
                    <a:pt x="2833" y="99"/>
                    <a:pt x="2832" y="103"/>
                    <a:pt x="2826" y="111"/>
                  </a:cubicBezTo>
                  <a:cubicBezTo>
                    <a:pt x="2821" y="118"/>
                    <a:pt x="2818" y="115"/>
                    <a:pt x="2818" y="123"/>
                  </a:cubicBezTo>
                  <a:cubicBezTo>
                    <a:pt x="2818" y="130"/>
                    <a:pt x="2818" y="136"/>
                    <a:pt x="2804" y="135"/>
                  </a:cubicBezTo>
                  <a:cubicBezTo>
                    <a:pt x="2791" y="134"/>
                    <a:pt x="2789" y="136"/>
                    <a:pt x="2777" y="136"/>
                  </a:cubicBezTo>
                  <a:cubicBezTo>
                    <a:pt x="2777" y="136"/>
                    <a:pt x="2750" y="136"/>
                    <a:pt x="2746" y="140"/>
                  </a:cubicBezTo>
                  <a:close/>
                  <a:moveTo>
                    <a:pt x="1896" y="1623"/>
                  </a:moveTo>
                  <a:cubicBezTo>
                    <a:pt x="1883" y="1620"/>
                    <a:pt x="1875" y="1610"/>
                    <a:pt x="1867" y="1612"/>
                  </a:cubicBezTo>
                  <a:cubicBezTo>
                    <a:pt x="1859" y="1614"/>
                    <a:pt x="1854" y="1622"/>
                    <a:pt x="1844" y="1622"/>
                  </a:cubicBezTo>
                  <a:cubicBezTo>
                    <a:pt x="1834" y="1622"/>
                    <a:pt x="1813" y="1642"/>
                    <a:pt x="1814" y="1655"/>
                  </a:cubicBezTo>
                  <a:cubicBezTo>
                    <a:pt x="1814" y="1655"/>
                    <a:pt x="1811" y="1687"/>
                    <a:pt x="1820" y="1690"/>
                  </a:cubicBezTo>
                  <a:cubicBezTo>
                    <a:pt x="1829" y="1693"/>
                    <a:pt x="1834" y="1701"/>
                    <a:pt x="1847" y="1702"/>
                  </a:cubicBezTo>
                  <a:cubicBezTo>
                    <a:pt x="1860" y="1703"/>
                    <a:pt x="1870" y="1697"/>
                    <a:pt x="1880" y="1697"/>
                  </a:cubicBezTo>
                  <a:cubicBezTo>
                    <a:pt x="1890" y="1697"/>
                    <a:pt x="1888" y="1693"/>
                    <a:pt x="1900" y="1687"/>
                  </a:cubicBezTo>
                  <a:cubicBezTo>
                    <a:pt x="1912" y="1681"/>
                    <a:pt x="1910" y="1665"/>
                    <a:pt x="1924" y="1665"/>
                  </a:cubicBezTo>
                  <a:cubicBezTo>
                    <a:pt x="1938" y="1665"/>
                    <a:pt x="1938" y="1666"/>
                    <a:pt x="1940" y="1659"/>
                  </a:cubicBezTo>
                  <a:cubicBezTo>
                    <a:pt x="1942" y="1652"/>
                    <a:pt x="1945" y="1651"/>
                    <a:pt x="1925" y="1644"/>
                  </a:cubicBezTo>
                  <a:cubicBezTo>
                    <a:pt x="1905" y="1637"/>
                    <a:pt x="1909" y="1626"/>
                    <a:pt x="1896" y="1623"/>
                  </a:cubicBezTo>
                  <a:close/>
                  <a:moveTo>
                    <a:pt x="2485" y="1564"/>
                  </a:moveTo>
                  <a:cubicBezTo>
                    <a:pt x="2495" y="1570"/>
                    <a:pt x="2491" y="1579"/>
                    <a:pt x="2506" y="1579"/>
                  </a:cubicBezTo>
                  <a:cubicBezTo>
                    <a:pt x="2521" y="1579"/>
                    <a:pt x="2529" y="1576"/>
                    <a:pt x="2533" y="1586"/>
                  </a:cubicBezTo>
                  <a:cubicBezTo>
                    <a:pt x="2537" y="1596"/>
                    <a:pt x="2546" y="1598"/>
                    <a:pt x="2556" y="1598"/>
                  </a:cubicBezTo>
                  <a:cubicBezTo>
                    <a:pt x="2566" y="1598"/>
                    <a:pt x="2585" y="1597"/>
                    <a:pt x="2586" y="1591"/>
                  </a:cubicBezTo>
                  <a:cubicBezTo>
                    <a:pt x="2587" y="1585"/>
                    <a:pt x="2597" y="1570"/>
                    <a:pt x="2582" y="1564"/>
                  </a:cubicBezTo>
                  <a:cubicBezTo>
                    <a:pt x="2567" y="1558"/>
                    <a:pt x="2531" y="1538"/>
                    <a:pt x="2524" y="1528"/>
                  </a:cubicBezTo>
                  <a:cubicBezTo>
                    <a:pt x="2524" y="1528"/>
                    <a:pt x="2506" y="1505"/>
                    <a:pt x="2497" y="1509"/>
                  </a:cubicBezTo>
                  <a:cubicBezTo>
                    <a:pt x="2488" y="1513"/>
                    <a:pt x="2473" y="1518"/>
                    <a:pt x="2476" y="1524"/>
                  </a:cubicBezTo>
                  <a:cubicBezTo>
                    <a:pt x="2479" y="1530"/>
                    <a:pt x="2482" y="1528"/>
                    <a:pt x="2480" y="1538"/>
                  </a:cubicBezTo>
                  <a:cubicBezTo>
                    <a:pt x="2478" y="1548"/>
                    <a:pt x="2475" y="1558"/>
                    <a:pt x="2485" y="1564"/>
                  </a:cubicBezTo>
                  <a:close/>
                  <a:moveTo>
                    <a:pt x="2026" y="1322"/>
                  </a:moveTo>
                  <a:cubicBezTo>
                    <a:pt x="2022" y="1328"/>
                    <a:pt x="2027" y="1332"/>
                    <a:pt x="2018" y="1337"/>
                  </a:cubicBezTo>
                  <a:cubicBezTo>
                    <a:pt x="2009" y="1342"/>
                    <a:pt x="2011" y="1345"/>
                    <a:pt x="2011" y="1352"/>
                  </a:cubicBezTo>
                  <a:cubicBezTo>
                    <a:pt x="2011" y="1359"/>
                    <a:pt x="2021" y="1358"/>
                    <a:pt x="2021" y="1368"/>
                  </a:cubicBezTo>
                  <a:cubicBezTo>
                    <a:pt x="2021" y="1378"/>
                    <a:pt x="2028" y="1389"/>
                    <a:pt x="2040" y="1391"/>
                  </a:cubicBezTo>
                  <a:cubicBezTo>
                    <a:pt x="2052" y="1393"/>
                    <a:pt x="2056" y="1394"/>
                    <a:pt x="2059" y="1388"/>
                  </a:cubicBezTo>
                  <a:cubicBezTo>
                    <a:pt x="2062" y="1382"/>
                    <a:pt x="2070" y="1382"/>
                    <a:pt x="2076" y="1382"/>
                  </a:cubicBezTo>
                  <a:cubicBezTo>
                    <a:pt x="2082" y="1382"/>
                    <a:pt x="2093" y="1380"/>
                    <a:pt x="2095" y="1386"/>
                  </a:cubicBezTo>
                  <a:cubicBezTo>
                    <a:pt x="2097" y="1392"/>
                    <a:pt x="2099" y="1402"/>
                    <a:pt x="2107" y="1402"/>
                  </a:cubicBezTo>
                  <a:cubicBezTo>
                    <a:pt x="2115" y="1402"/>
                    <a:pt x="2114" y="1390"/>
                    <a:pt x="2124" y="1390"/>
                  </a:cubicBezTo>
                  <a:cubicBezTo>
                    <a:pt x="2134" y="1390"/>
                    <a:pt x="2140" y="1392"/>
                    <a:pt x="2140" y="1398"/>
                  </a:cubicBezTo>
                  <a:cubicBezTo>
                    <a:pt x="2140" y="1404"/>
                    <a:pt x="2144" y="1409"/>
                    <a:pt x="2152" y="1409"/>
                  </a:cubicBezTo>
                  <a:cubicBezTo>
                    <a:pt x="2160" y="1409"/>
                    <a:pt x="2144" y="1421"/>
                    <a:pt x="2162" y="1423"/>
                  </a:cubicBezTo>
                  <a:cubicBezTo>
                    <a:pt x="2180" y="1425"/>
                    <a:pt x="2183" y="1427"/>
                    <a:pt x="2181" y="1432"/>
                  </a:cubicBezTo>
                  <a:cubicBezTo>
                    <a:pt x="2179" y="1437"/>
                    <a:pt x="2163" y="1435"/>
                    <a:pt x="2163" y="1440"/>
                  </a:cubicBezTo>
                  <a:cubicBezTo>
                    <a:pt x="2163" y="1445"/>
                    <a:pt x="2154" y="1442"/>
                    <a:pt x="2154" y="1452"/>
                  </a:cubicBezTo>
                  <a:cubicBezTo>
                    <a:pt x="2154" y="1462"/>
                    <a:pt x="2143" y="1460"/>
                    <a:pt x="2131" y="1461"/>
                  </a:cubicBezTo>
                  <a:cubicBezTo>
                    <a:pt x="2119" y="1462"/>
                    <a:pt x="2116" y="1472"/>
                    <a:pt x="2135" y="1471"/>
                  </a:cubicBezTo>
                  <a:cubicBezTo>
                    <a:pt x="2154" y="1470"/>
                    <a:pt x="2164" y="1469"/>
                    <a:pt x="2167" y="1472"/>
                  </a:cubicBezTo>
                  <a:cubicBezTo>
                    <a:pt x="2170" y="1475"/>
                    <a:pt x="2180" y="1476"/>
                    <a:pt x="2190" y="1476"/>
                  </a:cubicBezTo>
                  <a:cubicBezTo>
                    <a:pt x="2200" y="1476"/>
                    <a:pt x="2226" y="1482"/>
                    <a:pt x="2230" y="1489"/>
                  </a:cubicBezTo>
                  <a:cubicBezTo>
                    <a:pt x="2234" y="1496"/>
                    <a:pt x="2257" y="1500"/>
                    <a:pt x="2259" y="1493"/>
                  </a:cubicBezTo>
                  <a:cubicBezTo>
                    <a:pt x="2261" y="1486"/>
                    <a:pt x="2263" y="1483"/>
                    <a:pt x="2267" y="1483"/>
                  </a:cubicBezTo>
                  <a:cubicBezTo>
                    <a:pt x="2271" y="1483"/>
                    <a:pt x="2276" y="1477"/>
                    <a:pt x="2278" y="1485"/>
                  </a:cubicBezTo>
                  <a:cubicBezTo>
                    <a:pt x="2280" y="1493"/>
                    <a:pt x="2282" y="1491"/>
                    <a:pt x="2297" y="1491"/>
                  </a:cubicBezTo>
                  <a:cubicBezTo>
                    <a:pt x="2312" y="1491"/>
                    <a:pt x="2321" y="1496"/>
                    <a:pt x="2321" y="1489"/>
                  </a:cubicBezTo>
                  <a:cubicBezTo>
                    <a:pt x="2321" y="1482"/>
                    <a:pt x="2326" y="1478"/>
                    <a:pt x="2331" y="1481"/>
                  </a:cubicBezTo>
                  <a:cubicBezTo>
                    <a:pt x="2336" y="1484"/>
                    <a:pt x="2337" y="1492"/>
                    <a:pt x="2348" y="1492"/>
                  </a:cubicBezTo>
                  <a:cubicBezTo>
                    <a:pt x="2359" y="1492"/>
                    <a:pt x="2396" y="1489"/>
                    <a:pt x="2400" y="1488"/>
                  </a:cubicBezTo>
                  <a:cubicBezTo>
                    <a:pt x="2404" y="1487"/>
                    <a:pt x="2420" y="1478"/>
                    <a:pt x="2390" y="1469"/>
                  </a:cubicBezTo>
                  <a:cubicBezTo>
                    <a:pt x="2360" y="1460"/>
                    <a:pt x="2326" y="1433"/>
                    <a:pt x="2316" y="1418"/>
                  </a:cubicBezTo>
                  <a:cubicBezTo>
                    <a:pt x="2306" y="1403"/>
                    <a:pt x="2274" y="1364"/>
                    <a:pt x="2274" y="1351"/>
                  </a:cubicBezTo>
                  <a:cubicBezTo>
                    <a:pt x="2274" y="1338"/>
                    <a:pt x="2265" y="1319"/>
                    <a:pt x="2270" y="1316"/>
                  </a:cubicBezTo>
                  <a:cubicBezTo>
                    <a:pt x="2275" y="1313"/>
                    <a:pt x="2283" y="1302"/>
                    <a:pt x="2279" y="1297"/>
                  </a:cubicBezTo>
                  <a:cubicBezTo>
                    <a:pt x="2275" y="1292"/>
                    <a:pt x="2270" y="1279"/>
                    <a:pt x="2257" y="1279"/>
                  </a:cubicBezTo>
                  <a:cubicBezTo>
                    <a:pt x="2244" y="1279"/>
                    <a:pt x="2253" y="1271"/>
                    <a:pt x="2263" y="1270"/>
                  </a:cubicBezTo>
                  <a:cubicBezTo>
                    <a:pt x="2273" y="1269"/>
                    <a:pt x="2277" y="1268"/>
                    <a:pt x="2275" y="1259"/>
                  </a:cubicBezTo>
                  <a:cubicBezTo>
                    <a:pt x="2273" y="1250"/>
                    <a:pt x="2293" y="1256"/>
                    <a:pt x="2287" y="1245"/>
                  </a:cubicBezTo>
                  <a:cubicBezTo>
                    <a:pt x="2281" y="1234"/>
                    <a:pt x="2255" y="1243"/>
                    <a:pt x="2258" y="1232"/>
                  </a:cubicBezTo>
                  <a:cubicBezTo>
                    <a:pt x="2261" y="1221"/>
                    <a:pt x="2278" y="1230"/>
                    <a:pt x="2290" y="1230"/>
                  </a:cubicBezTo>
                  <a:cubicBezTo>
                    <a:pt x="2302" y="1230"/>
                    <a:pt x="2316" y="1232"/>
                    <a:pt x="2316" y="1224"/>
                  </a:cubicBezTo>
                  <a:cubicBezTo>
                    <a:pt x="2316" y="1216"/>
                    <a:pt x="2293" y="1209"/>
                    <a:pt x="2301" y="1203"/>
                  </a:cubicBezTo>
                  <a:cubicBezTo>
                    <a:pt x="2309" y="1197"/>
                    <a:pt x="2334" y="1208"/>
                    <a:pt x="2335" y="1196"/>
                  </a:cubicBezTo>
                  <a:cubicBezTo>
                    <a:pt x="2336" y="1184"/>
                    <a:pt x="2350" y="1167"/>
                    <a:pt x="2363" y="1167"/>
                  </a:cubicBezTo>
                  <a:cubicBezTo>
                    <a:pt x="2376" y="1167"/>
                    <a:pt x="2384" y="1162"/>
                    <a:pt x="2384" y="1156"/>
                  </a:cubicBezTo>
                  <a:cubicBezTo>
                    <a:pt x="2384" y="1150"/>
                    <a:pt x="2364" y="1139"/>
                    <a:pt x="2381" y="1137"/>
                  </a:cubicBezTo>
                  <a:cubicBezTo>
                    <a:pt x="2398" y="1135"/>
                    <a:pt x="2412" y="1137"/>
                    <a:pt x="2409" y="1124"/>
                  </a:cubicBezTo>
                  <a:cubicBezTo>
                    <a:pt x="2406" y="1111"/>
                    <a:pt x="2425" y="1120"/>
                    <a:pt x="2425" y="1108"/>
                  </a:cubicBezTo>
                  <a:cubicBezTo>
                    <a:pt x="2425" y="1096"/>
                    <a:pt x="2415" y="1083"/>
                    <a:pt x="2428" y="1081"/>
                  </a:cubicBezTo>
                  <a:cubicBezTo>
                    <a:pt x="2441" y="1079"/>
                    <a:pt x="2464" y="1077"/>
                    <a:pt x="2467" y="1064"/>
                  </a:cubicBezTo>
                  <a:cubicBezTo>
                    <a:pt x="2470" y="1051"/>
                    <a:pt x="2483" y="1049"/>
                    <a:pt x="2474" y="1039"/>
                  </a:cubicBezTo>
                  <a:cubicBezTo>
                    <a:pt x="2465" y="1029"/>
                    <a:pt x="2477" y="1020"/>
                    <a:pt x="2497" y="1025"/>
                  </a:cubicBezTo>
                  <a:cubicBezTo>
                    <a:pt x="2517" y="1030"/>
                    <a:pt x="2507" y="1010"/>
                    <a:pt x="2508" y="1001"/>
                  </a:cubicBezTo>
                  <a:cubicBezTo>
                    <a:pt x="2509" y="992"/>
                    <a:pt x="2523" y="998"/>
                    <a:pt x="2529" y="1005"/>
                  </a:cubicBezTo>
                  <a:cubicBezTo>
                    <a:pt x="2535" y="1012"/>
                    <a:pt x="2543" y="1020"/>
                    <a:pt x="2549" y="1008"/>
                  </a:cubicBezTo>
                  <a:cubicBezTo>
                    <a:pt x="2555" y="996"/>
                    <a:pt x="2561" y="999"/>
                    <a:pt x="2575" y="994"/>
                  </a:cubicBezTo>
                  <a:cubicBezTo>
                    <a:pt x="2589" y="989"/>
                    <a:pt x="2583" y="984"/>
                    <a:pt x="2590" y="970"/>
                  </a:cubicBezTo>
                  <a:cubicBezTo>
                    <a:pt x="2597" y="956"/>
                    <a:pt x="2595" y="958"/>
                    <a:pt x="2616" y="943"/>
                  </a:cubicBezTo>
                  <a:cubicBezTo>
                    <a:pt x="2637" y="928"/>
                    <a:pt x="2641" y="921"/>
                    <a:pt x="2653" y="925"/>
                  </a:cubicBezTo>
                  <a:cubicBezTo>
                    <a:pt x="2665" y="929"/>
                    <a:pt x="2668" y="926"/>
                    <a:pt x="2672" y="916"/>
                  </a:cubicBezTo>
                  <a:cubicBezTo>
                    <a:pt x="2676" y="906"/>
                    <a:pt x="2680" y="904"/>
                    <a:pt x="2695" y="903"/>
                  </a:cubicBezTo>
                  <a:cubicBezTo>
                    <a:pt x="2710" y="902"/>
                    <a:pt x="2722" y="893"/>
                    <a:pt x="2738" y="890"/>
                  </a:cubicBezTo>
                  <a:cubicBezTo>
                    <a:pt x="2754" y="887"/>
                    <a:pt x="2767" y="893"/>
                    <a:pt x="2772" y="881"/>
                  </a:cubicBezTo>
                  <a:cubicBezTo>
                    <a:pt x="2777" y="869"/>
                    <a:pt x="2786" y="862"/>
                    <a:pt x="2792" y="870"/>
                  </a:cubicBezTo>
                  <a:cubicBezTo>
                    <a:pt x="2798" y="878"/>
                    <a:pt x="2804" y="884"/>
                    <a:pt x="2809" y="876"/>
                  </a:cubicBezTo>
                  <a:cubicBezTo>
                    <a:pt x="2814" y="868"/>
                    <a:pt x="2813" y="873"/>
                    <a:pt x="2830" y="868"/>
                  </a:cubicBezTo>
                  <a:cubicBezTo>
                    <a:pt x="2847" y="863"/>
                    <a:pt x="2847" y="853"/>
                    <a:pt x="2881" y="851"/>
                  </a:cubicBezTo>
                  <a:cubicBezTo>
                    <a:pt x="2915" y="849"/>
                    <a:pt x="2924" y="839"/>
                    <a:pt x="2945" y="835"/>
                  </a:cubicBezTo>
                  <a:cubicBezTo>
                    <a:pt x="2966" y="831"/>
                    <a:pt x="2982" y="824"/>
                    <a:pt x="3000" y="820"/>
                  </a:cubicBezTo>
                  <a:cubicBezTo>
                    <a:pt x="3018" y="816"/>
                    <a:pt x="3024" y="803"/>
                    <a:pt x="3043" y="802"/>
                  </a:cubicBezTo>
                  <a:cubicBezTo>
                    <a:pt x="3062" y="801"/>
                    <a:pt x="3090" y="790"/>
                    <a:pt x="3100" y="778"/>
                  </a:cubicBezTo>
                  <a:cubicBezTo>
                    <a:pt x="3110" y="766"/>
                    <a:pt x="3122" y="748"/>
                    <a:pt x="3122" y="738"/>
                  </a:cubicBezTo>
                  <a:cubicBezTo>
                    <a:pt x="3122" y="728"/>
                    <a:pt x="3118" y="715"/>
                    <a:pt x="3107" y="710"/>
                  </a:cubicBezTo>
                  <a:cubicBezTo>
                    <a:pt x="3096" y="705"/>
                    <a:pt x="3077" y="706"/>
                    <a:pt x="3070" y="699"/>
                  </a:cubicBezTo>
                  <a:cubicBezTo>
                    <a:pt x="3063" y="692"/>
                    <a:pt x="3042" y="694"/>
                    <a:pt x="3029" y="694"/>
                  </a:cubicBezTo>
                  <a:cubicBezTo>
                    <a:pt x="3016" y="694"/>
                    <a:pt x="3018" y="702"/>
                    <a:pt x="2999" y="704"/>
                  </a:cubicBezTo>
                  <a:cubicBezTo>
                    <a:pt x="2980" y="706"/>
                    <a:pt x="2983" y="720"/>
                    <a:pt x="2963" y="721"/>
                  </a:cubicBezTo>
                  <a:cubicBezTo>
                    <a:pt x="2943" y="722"/>
                    <a:pt x="2933" y="726"/>
                    <a:pt x="2931" y="736"/>
                  </a:cubicBezTo>
                  <a:cubicBezTo>
                    <a:pt x="2929" y="746"/>
                    <a:pt x="2939" y="757"/>
                    <a:pt x="2924" y="757"/>
                  </a:cubicBezTo>
                  <a:cubicBezTo>
                    <a:pt x="2909" y="757"/>
                    <a:pt x="2904" y="752"/>
                    <a:pt x="2900" y="759"/>
                  </a:cubicBezTo>
                  <a:cubicBezTo>
                    <a:pt x="2896" y="766"/>
                    <a:pt x="2889" y="767"/>
                    <a:pt x="2878" y="767"/>
                  </a:cubicBezTo>
                  <a:cubicBezTo>
                    <a:pt x="2867" y="767"/>
                    <a:pt x="2846" y="773"/>
                    <a:pt x="2837" y="779"/>
                  </a:cubicBezTo>
                  <a:cubicBezTo>
                    <a:pt x="2828" y="785"/>
                    <a:pt x="2810" y="790"/>
                    <a:pt x="2796" y="790"/>
                  </a:cubicBezTo>
                  <a:cubicBezTo>
                    <a:pt x="2782" y="790"/>
                    <a:pt x="2777" y="787"/>
                    <a:pt x="2766" y="797"/>
                  </a:cubicBezTo>
                  <a:cubicBezTo>
                    <a:pt x="2755" y="807"/>
                    <a:pt x="2745" y="804"/>
                    <a:pt x="2729" y="804"/>
                  </a:cubicBezTo>
                  <a:cubicBezTo>
                    <a:pt x="2713" y="804"/>
                    <a:pt x="2709" y="804"/>
                    <a:pt x="2697" y="798"/>
                  </a:cubicBezTo>
                  <a:cubicBezTo>
                    <a:pt x="2685" y="792"/>
                    <a:pt x="2663" y="789"/>
                    <a:pt x="2655" y="789"/>
                  </a:cubicBezTo>
                  <a:cubicBezTo>
                    <a:pt x="2647" y="789"/>
                    <a:pt x="2620" y="794"/>
                    <a:pt x="2619" y="804"/>
                  </a:cubicBezTo>
                  <a:cubicBezTo>
                    <a:pt x="2618" y="814"/>
                    <a:pt x="2607" y="828"/>
                    <a:pt x="2598" y="819"/>
                  </a:cubicBezTo>
                  <a:cubicBezTo>
                    <a:pt x="2589" y="810"/>
                    <a:pt x="2573" y="808"/>
                    <a:pt x="2570" y="823"/>
                  </a:cubicBezTo>
                  <a:cubicBezTo>
                    <a:pt x="2567" y="838"/>
                    <a:pt x="2564" y="833"/>
                    <a:pt x="2549" y="835"/>
                  </a:cubicBezTo>
                  <a:cubicBezTo>
                    <a:pt x="2534" y="837"/>
                    <a:pt x="2534" y="843"/>
                    <a:pt x="2529" y="846"/>
                  </a:cubicBezTo>
                  <a:cubicBezTo>
                    <a:pt x="2524" y="849"/>
                    <a:pt x="2518" y="851"/>
                    <a:pt x="2511" y="841"/>
                  </a:cubicBezTo>
                  <a:cubicBezTo>
                    <a:pt x="2504" y="831"/>
                    <a:pt x="2492" y="835"/>
                    <a:pt x="2490" y="843"/>
                  </a:cubicBezTo>
                  <a:cubicBezTo>
                    <a:pt x="2488" y="851"/>
                    <a:pt x="2478" y="845"/>
                    <a:pt x="2475" y="855"/>
                  </a:cubicBezTo>
                  <a:cubicBezTo>
                    <a:pt x="2472" y="865"/>
                    <a:pt x="2471" y="869"/>
                    <a:pt x="2459" y="869"/>
                  </a:cubicBezTo>
                  <a:cubicBezTo>
                    <a:pt x="2447" y="869"/>
                    <a:pt x="2435" y="871"/>
                    <a:pt x="2433" y="878"/>
                  </a:cubicBezTo>
                  <a:cubicBezTo>
                    <a:pt x="2431" y="885"/>
                    <a:pt x="2411" y="885"/>
                    <a:pt x="2411" y="899"/>
                  </a:cubicBezTo>
                  <a:cubicBezTo>
                    <a:pt x="2411" y="913"/>
                    <a:pt x="2408" y="908"/>
                    <a:pt x="2391" y="909"/>
                  </a:cubicBezTo>
                  <a:cubicBezTo>
                    <a:pt x="2374" y="910"/>
                    <a:pt x="2360" y="912"/>
                    <a:pt x="2358" y="921"/>
                  </a:cubicBezTo>
                  <a:cubicBezTo>
                    <a:pt x="2356" y="930"/>
                    <a:pt x="2360" y="941"/>
                    <a:pt x="2346" y="941"/>
                  </a:cubicBezTo>
                  <a:cubicBezTo>
                    <a:pt x="2332" y="941"/>
                    <a:pt x="2323" y="925"/>
                    <a:pt x="2310" y="931"/>
                  </a:cubicBezTo>
                  <a:cubicBezTo>
                    <a:pt x="2297" y="937"/>
                    <a:pt x="2291" y="956"/>
                    <a:pt x="2308" y="957"/>
                  </a:cubicBezTo>
                  <a:cubicBezTo>
                    <a:pt x="2325" y="958"/>
                    <a:pt x="2332" y="964"/>
                    <a:pt x="2327" y="972"/>
                  </a:cubicBezTo>
                  <a:cubicBezTo>
                    <a:pt x="2322" y="980"/>
                    <a:pt x="2303" y="973"/>
                    <a:pt x="2302" y="981"/>
                  </a:cubicBezTo>
                  <a:cubicBezTo>
                    <a:pt x="2301" y="989"/>
                    <a:pt x="2304" y="997"/>
                    <a:pt x="2292" y="999"/>
                  </a:cubicBezTo>
                  <a:cubicBezTo>
                    <a:pt x="2280" y="1001"/>
                    <a:pt x="2271" y="1007"/>
                    <a:pt x="2275" y="1014"/>
                  </a:cubicBezTo>
                  <a:cubicBezTo>
                    <a:pt x="2279" y="1021"/>
                    <a:pt x="2275" y="1030"/>
                    <a:pt x="2267" y="1033"/>
                  </a:cubicBezTo>
                  <a:cubicBezTo>
                    <a:pt x="2259" y="1036"/>
                    <a:pt x="2284" y="1047"/>
                    <a:pt x="2272" y="1051"/>
                  </a:cubicBezTo>
                  <a:cubicBezTo>
                    <a:pt x="2260" y="1055"/>
                    <a:pt x="2277" y="1063"/>
                    <a:pt x="2256" y="1065"/>
                  </a:cubicBezTo>
                  <a:cubicBezTo>
                    <a:pt x="2235" y="1067"/>
                    <a:pt x="2237" y="1061"/>
                    <a:pt x="2232" y="1069"/>
                  </a:cubicBezTo>
                  <a:cubicBezTo>
                    <a:pt x="2227" y="1077"/>
                    <a:pt x="2229" y="1088"/>
                    <a:pt x="2213" y="1091"/>
                  </a:cubicBezTo>
                  <a:cubicBezTo>
                    <a:pt x="2197" y="1094"/>
                    <a:pt x="2188" y="1097"/>
                    <a:pt x="2186" y="1104"/>
                  </a:cubicBezTo>
                  <a:cubicBezTo>
                    <a:pt x="2184" y="1111"/>
                    <a:pt x="2163" y="1103"/>
                    <a:pt x="2162" y="1112"/>
                  </a:cubicBezTo>
                  <a:cubicBezTo>
                    <a:pt x="2161" y="1121"/>
                    <a:pt x="2151" y="1119"/>
                    <a:pt x="2173" y="1128"/>
                  </a:cubicBezTo>
                  <a:cubicBezTo>
                    <a:pt x="2195" y="1137"/>
                    <a:pt x="2198" y="1142"/>
                    <a:pt x="2205" y="1134"/>
                  </a:cubicBezTo>
                  <a:cubicBezTo>
                    <a:pt x="2212" y="1126"/>
                    <a:pt x="2214" y="1122"/>
                    <a:pt x="2229" y="1122"/>
                  </a:cubicBezTo>
                  <a:cubicBezTo>
                    <a:pt x="2244" y="1122"/>
                    <a:pt x="2247" y="1121"/>
                    <a:pt x="2244" y="1129"/>
                  </a:cubicBezTo>
                  <a:cubicBezTo>
                    <a:pt x="2241" y="1137"/>
                    <a:pt x="2221" y="1134"/>
                    <a:pt x="2215" y="1138"/>
                  </a:cubicBezTo>
                  <a:cubicBezTo>
                    <a:pt x="2209" y="1142"/>
                    <a:pt x="2203" y="1144"/>
                    <a:pt x="2203" y="1150"/>
                  </a:cubicBezTo>
                  <a:cubicBezTo>
                    <a:pt x="2203" y="1156"/>
                    <a:pt x="2216" y="1163"/>
                    <a:pt x="2203" y="1168"/>
                  </a:cubicBezTo>
                  <a:cubicBezTo>
                    <a:pt x="2190" y="1173"/>
                    <a:pt x="2178" y="1174"/>
                    <a:pt x="2164" y="1175"/>
                  </a:cubicBezTo>
                  <a:cubicBezTo>
                    <a:pt x="2150" y="1176"/>
                    <a:pt x="2154" y="1182"/>
                    <a:pt x="2142" y="1182"/>
                  </a:cubicBezTo>
                  <a:cubicBezTo>
                    <a:pt x="2130" y="1182"/>
                    <a:pt x="2125" y="1186"/>
                    <a:pt x="2125" y="1192"/>
                  </a:cubicBezTo>
                  <a:cubicBezTo>
                    <a:pt x="2125" y="1198"/>
                    <a:pt x="2134" y="1201"/>
                    <a:pt x="2135" y="1208"/>
                  </a:cubicBezTo>
                  <a:cubicBezTo>
                    <a:pt x="2136" y="1215"/>
                    <a:pt x="2133" y="1216"/>
                    <a:pt x="2121" y="1216"/>
                  </a:cubicBezTo>
                  <a:cubicBezTo>
                    <a:pt x="2109" y="1216"/>
                    <a:pt x="2100" y="1215"/>
                    <a:pt x="2092" y="1223"/>
                  </a:cubicBezTo>
                  <a:cubicBezTo>
                    <a:pt x="2084" y="1231"/>
                    <a:pt x="2073" y="1248"/>
                    <a:pt x="2090" y="1250"/>
                  </a:cubicBezTo>
                  <a:cubicBezTo>
                    <a:pt x="2107" y="1252"/>
                    <a:pt x="2118" y="1249"/>
                    <a:pt x="2117" y="1255"/>
                  </a:cubicBezTo>
                  <a:cubicBezTo>
                    <a:pt x="2116" y="1261"/>
                    <a:pt x="2100" y="1262"/>
                    <a:pt x="2099" y="1275"/>
                  </a:cubicBezTo>
                  <a:cubicBezTo>
                    <a:pt x="2099" y="1275"/>
                    <a:pt x="2097" y="1290"/>
                    <a:pt x="2089" y="1290"/>
                  </a:cubicBezTo>
                  <a:cubicBezTo>
                    <a:pt x="2081" y="1290"/>
                    <a:pt x="2078" y="1295"/>
                    <a:pt x="2079" y="1302"/>
                  </a:cubicBezTo>
                  <a:cubicBezTo>
                    <a:pt x="2080" y="1309"/>
                    <a:pt x="2074" y="1315"/>
                    <a:pt x="2059" y="1314"/>
                  </a:cubicBezTo>
                  <a:cubicBezTo>
                    <a:pt x="2044" y="1313"/>
                    <a:pt x="2030" y="1316"/>
                    <a:pt x="2026" y="1322"/>
                  </a:cubicBezTo>
                  <a:close/>
                  <a:moveTo>
                    <a:pt x="3196" y="1202"/>
                  </a:moveTo>
                  <a:cubicBezTo>
                    <a:pt x="3210" y="1204"/>
                    <a:pt x="3238" y="1205"/>
                    <a:pt x="3242" y="1197"/>
                  </a:cubicBezTo>
                  <a:cubicBezTo>
                    <a:pt x="3246" y="1189"/>
                    <a:pt x="3261" y="1194"/>
                    <a:pt x="3274" y="1194"/>
                  </a:cubicBezTo>
                  <a:cubicBezTo>
                    <a:pt x="3287" y="1194"/>
                    <a:pt x="3299" y="1184"/>
                    <a:pt x="3293" y="1178"/>
                  </a:cubicBezTo>
                  <a:cubicBezTo>
                    <a:pt x="3287" y="1172"/>
                    <a:pt x="3281" y="1165"/>
                    <a:pt x="3273" y="1159"/>
                  </a:cubicBezTo>
                  <a:cubicBezTo>
                    <a:pt x="3265" y="1153"/>
                    <a:pt x="3255" y="1143"/>
                    <a:pt x="3232" y="1149"/>
                  </a:cubicBezTo>
                  <a:cubicBezTo>
                    <a:pt x="3232" y="1149"/>
                    <a:pt x="3213" y="1145"/>
                    <a:pt x="3207" y="1151"/>
                  </a:cubicBezTo>
                  <a:cubicBezTo>
                    <a:pt x="3201" y="1157"/>
                    <a:pt x="3190" y="1156"/>
                    <a:pt x="3192" y="1164"/>
                  </a:cubicBezTo>
                  <a:cubicBezTo>
                    <a:pt x="3194" y="1172"/>
                    <a:pt x="3182" y="1200"/>
                    <a:pt x="3196" y="1202"/>
                  </a:cubicBezTo>
                  <a:close/>
                  <a:moveTo>
                    <a:pt x="3460" y="1211"/>
                  </a:moveTo>
                  <a:cubicBezTo>
                    <a:pt x="3469" y="1217"/>
                    <a:pt x="3495" y="1231"/>
                    <a:pt x="3495" y="1219"/>
                  </a:cubicBezTo>
                  <a:cubicBezTo>
                    <a:pt x="3495" y="1207"/>
                    <a:pt x="3500" y="1199"/>
                    <a:pt x="3488" y="1194"/>
                  </a:cubicBezTo>
                  <a:cubicBezTo>
                    <a:pt x="3476" y="1189"/>
                    <a:pt x="3465" y="1181"/>
                    <a:pt x="3463" y="1189"/>
                  </a:cubicBezTo>
                  <a:cubicBezTo>
                    <a:pt x="3463" y="1189"/>
                    <a:pt x="3451" y="1205"/>
                    <a:pt x="3460" y="1211"/>
                  </a:cubicBezTo>
                  <a:close/>
                  <a:moveTo>
                    <a:pt x="3545" y="1163"/>
                  </a:moveTo>
                  <a:cubicBezTo>
                    <a:pt x="3561" y="1159"/>
                    <a:pt x="3565" y="1151"/>
                    <a:pt x="3581" y="1151"/>
                  </a:cubicBezTo>
                  <a:cubicBezTo>
                    <a:pt x="3597" y="1151"/>
                    <a:pt x="3620" y="1156"/>
                    <a:pt x="3616" y="1150"/>
                  </a:cubicBezTo>
                  <a:cubicBezTo>
                    <a:pt x="3612" y="1144"/>
                    <a:pt x="3588" y="1136"/>
                    <a:pt x="3561" y="1139"/>
                  </a:cubicBezTo>
                  <a:cubicBezTo>
                    <a:pt x="3561" y="1139"/>
                    <a:pt x="3539" y="1139"/>
                    <a:pt x="3533" y="1148"/>
                  </a:cubicBezTo>
                  <a:cubicBezTo>
                    <a:pt x="3527" y="1157"/>
                    <a:pt x="3529" y="1167"/>
                    <a:pt x="3545" y="1163"/>
                  </a:cubicBezTo>
                  <a:close/>
                  <a:moveTo>
                    <a:pt x="3762" y="1242"/>
                  </a:moveTo>
                  <a:cubicBezTo>
                    <a:pt x="3775" y="1242"/>
                    <a:pt x="3798" y="1250"/>
                    <a:pt x="3798" y="1242"/>
                  </a:cubicBezTo>
                  <a:cubicBezTo>
                    <a:pt x="3798" y="1234"/>
                    <a:pt x="3802" y="1220"/>
                    <a:pt x="3793" y="1217"/>
                  </a:cubicBezTo>
                  <a:cubicBezTo>
                    <a:pt x="3784" y="1214"/>
                    <a:pt x="3775" y="1185"/>
                    <a:pt x="3767" y="1199"/>
                  </a:cubicBezTo>
                  <a:cubicBezTo>
                    <a:pt x="3767" y="1199"/>
                    <a:pt x="3759" y="1212"/>
                    <a:pt x="3754" y="1215"/>
                  </a:cubicBezTo>
                  <a:cubicBezTo>
                    <a:pt x="3749" y="1218"/>
                    <a:pt x="3742" y="1224"/>
                    <a:pt x="3746" y="1229"/>
                  </a:cubicBezTo>
                  <a:cubicBezTo>
                    <a:pt x="3750" y="1234"/>
                    <a:pt x="3749" y="1242"/>
                    <a:pt x="3762" y="1242"/>
                  </a:cubicBezTo>
                  <a:close/>
                  <a:moveTo>
                    <a:pt x="3778" y="1019"/>
                  </a:moveTo>
                  <a:cubicBezTo>
                    <a:pt x="3792" y="1022"/>
                    <a:pt x="3800" y="1017"/>
                    <a:pt x="3800" y="1017"/>
                  </a:cubicBezTo>
                  <a:cubicBezTo>
                    <a:pt x="3800" y="1017"/>
                    <a:pt x="3800" y="1004"/>
                    <a:pt x="3779" y="1008"/>
                  </a:cubicBezTo>
                  <a:cubicBezTo>
                    <a:pt x="3779" y="1008"/>
                    <a:pt x="3764" y="1016"/>
                    <a:pt x="3778" y="1019"/>
                  </a:cubicBezTo>
                  <a:close/>
                  <a:moveTo>
                    <a:pt x="3939" y="853"/>
                  </a:moveTo>
                  <a:cubicBezTo>
                    <a:pt x="3952" y="853"/>
                    <a:pt x="3977" y="848"/>
                    <a:pt x="3977" y="841"/>
                  </a:cubicBezTo>
                  <a:cubicBezTo>
                    <a:pt x="3977" y="834"/>
                    <a:pt x="3984" y="842"/>
                    <a:pt x="3993" y="842"/>
                  </a:cubicBezTo>
                  <a:cubicBezTo>
                    <a:pt x="4002" y="842"/>
                    <a:pt x="4011" y="838"/>
                    <a:pt x="4012" y="844"/>
                  </a:cubicBezTo>
                  <a:cubicBezTo>
                    <a:pt x="4013" y="850"/>
                    <a:pt x="4028" y="852"/>
                    <a:pt x="4030" y="849"/>
                  </a:cubicBezTo>
                  <a:cubicBezTo>
                    <a:pt x="4032" y="846"/>
                    <a:pt x="4032" y="840"/>
                    <a:pt x="4040" y="841"/>
                  </a:cubicBezTo>
                  <a:cubicBezTo>
                    <a:pt x="4048" y="842"/>
                    <a:pt x="4056" y="833"/>
                    <a:pt x="4043" y="833"/>
                  </a:cubicBezTo>
                  <a:cubicBezTo>
                    <a:pt x="4030" y="833"/>
                    <a:pt x="4023" y="833"/>
                    <a:pt x="4019" y="830"/>
                  </a:cubicBezTo>
                  <a:cubicBezTo>
                    <a:pt x="4015" y="827"/>
                    <a:pt x="3996" y="825"/>
                    <a:pt x="3991" y="825"/>
                  </a:cubicBezTo>
                  <a:cubicBezTo>
                    <a:pt x="3986" y="825"/>
                    <a:pt x="3972" y="828"/>
                    <a:pt x="3972" y="833"/>
                  </a:cubicBezTo>
                  <a:cubicBezTo>
                    <a:pt x="3972" y="838"/>
                    <a:pt x="3966" y="839"/>
                    <a:pt x="3957" y="839"/>
                  </a:cubicBezTo>
                  <a:cubicBezTo>
                    <a:pt x="3948" y="839"/>
                    <a:pt x="3945" y="831"/>
                    <a:pt x="3939" y="832"/>
                  </a:cubicBezTo>
                  <a:cubicBezTo>
                    <a:pt x="3933" y="833"/>
                    <a:pt x="3930" y="831"/>
                    <a:pt x="3929" y="836"/>
                  </a:cubicBezTo>
                  <a:cubicBezTo>
                    <a:pt x="3929" y="836"/>
                    <a:pt x="3926" y="853"/>
                    <a:pt x="3939" y="853"/>
                  </a:cubicBezTo>
                  <a:close/>
                  <a:moveTo>
                    <a:pt x="3939" y="927"/>
                  </a:moveTo>
                  <a:cubicBezTo>
                    <a:pt x="3940" y="937"/>
                    <a:pt x="3953" y="943"/>
                    <a:pt x="3954" y="935"/>
                  </a:cubicBezTo>
                  <a:cubicBezTo>
                    <a:pt x="3955" y="927"/>
                    <a:pt x="3959" y="924"/>
                    <a:pt x="3969" y="925"/>
                  </a:cubicBezTo>
                  <a:cubicBezTo>
                    <a:pt x="3979" y="926"/>
                    <a:pt x="3975" y="918"/>
                    <a:pt x="3970" y="916"/>
                  </a:cubicBezTo>
                  <a:cubicBezTo>
                    <a:pt x="3965" y="914"/>
                    <a:pt x="3970" y="888"/>
                    <a:pt x="3960" y="890"/>
                  </a:cubicBezTo>
                  <a:cubicBezTo>
                    <a:pt x="3950" y="892"/>
                    <a:pt x="3949" y="887"/>
                    <a:pt x="3950" y="892"/>
                  </a:cubicBezTo>
                  <a:cubicBezTo>
                    <a:pt x="3950" y="892"/>
                    <a:pt x="3957" y="910"/>
                    <a:pt x="3942" y="909"/>
                  </a:cubicBezTo>
                  <a:cubicBezTo>
                    <a:pt x="3927" y="908"/>
                    <a:pt x="3922" y="910"/>
                    <a:pt x="3923" y="915"/>
                  </a:cubicBezTo>
                  <a:cubicBezTo>
                    <a:pt x="3924" y="920"/>
                    <a:pt x="3938" y="917"/>
                    <a:pt x="3939" y="927"/>
                  </a:cubicBezTo>
                  <a:close/>
                  <a:moveTo>
                    <a:pt x="3983" y="1064"/>
                  </a:moveTo>
                  <a:cubicBezTo>
                    <a:pt x="3983" y="1064"/>
                    <a:pt x="3969" y="1068"/>
                    <a:pt x="3973" y="1071"/>
                  </a:cubicBezTo>
                  <a:cubicBezTo>
                    <a:pt x="3977" y="1074"/>
                    <a:pt x="3994" y="1082"/>
                    <a:pt x="3993" y="1074"/>
                  </a:cubicBezTo>
                  <a:cubicBezTo>
                    <a:pt x="3992" y="1066"/>
                    <a:pt x="3992" y="1063"/>
                    <a:pt x="3983" y="1064"/>
                  </a:cubicBezTo>
                  <a:close/>
                  <a:moveTo>
                    <a:pt x="4033" y="1065"/>
                  </a:moveTo>
                  <a:cubicBezTo>
                    <a:pt x="4023" y="1067"/>
                    <a:pt x="4018" y="1060"/>
                    <a:pt x="4012" y="1065"/>
                  </a:cubicBezTo>
                  <a:cubicBezTo>
                    <a:pt x="4012" y="1065"/>
                    <a:pt x="4005" y="1080"/>
                    <a:pt x="4012" y="1080"/>
                  </a:cubicBezTo>
                  <a:cubicBezTo>
                    <a:pt x="4019" y="1080"/>
                    <a:pt x="4034" y="1082"/>
                    <a:pt x="4038" y="1085"/>
                  </a:cubicBezTo>
                  <a:cubicBezTo>
                    <a:pt x="4042" y="1088"/>
                    <a:pt x="4047" y="1087"/>
                    <a:pt x="4047" y="1080"/>
                  </a:cubicBezTo>
                  <a:cubicBezTo>
                    <a:pt x="4047" y="1073"/>
                    <a:pt x="4043" y="1063"/>
                    <a:pt x="4033" y="1065"/>
                  </a:cubicBezTo>
                  <a:close/>
                  <a:moveTo>
                    <a:pt x="4085" y="1090"/>
                  </a:moveTo>
                  <a:cubicBezTo>
                    <a:pt x="4098" y="1090"/>
                    <a:pt x="4114" y="1098"/>
                    <a:pt x="4116" y="1095"/>
                  </a:cubicBezTo>
                  <a:cubicBezTo>
                    <a:pt x="4118" y="1092"/>
                    <a:pt x="4112" y="1088"/>
                    <a:pt x="4103" y="1085"/>
                  </a:cubicBezTo>
                  <a:cubicBezTo>
                    <a:pt x="4094" y="1082"/>
                    <a:pt x="4094" y="1077"/>
                    <a:pt x="4087" y="1078"/>
                  </a:cubicBezTo>
                  <a:cubicBezTo>
                    <a:pt x="4087" y="1078"/>
                    <a:pt x="4072" y="1090"/>
                    <a:pt x="4085" y="1090"/>
                  </a:cubicBezTo>
                  <a:close/>
                  <a:moveTo>
                    <a:pt x="4117" y="1035"/>
                  </a:moveTo>
                  <a:cubicBezTo>
                    <a:pt x="4129" y="1046"/>
                    <a:pt x="4130" y="1045"/>
                    <a:pt x="4132" y="1037"/>
                  </a:cubicBezTo>
                  <a:cubicBezTo>
                    <a:pt x="4134" y="1029"/>
                    <a:pt x="4148" y="1027"/>
                    <a:pt x="4137" y="1025"/>
                  </a:cubicBezTo>
                  <a:cubicBezTo>
                    <a:pt x="4126" y="1023"/>
                    <a:pt x="4124" y="1022"/>
                    <a:pt x="4118" y="1022"/>
                  </a:cubicBezTo>
                  <a:cubicBezTo>
                    <a:pt x="4118" y="1022"/>
                    <a:pt x="4105" y="1024"/>
                    <a:pt x="4117" y="1035"/>
                  </a:cubicBezTo>
                  <a:close/>
                  <a:moveTo>
                    <a:pt x="4164" y="995"/>
                  </a:moveTo>
                  <a:cubicBezTo>
                    <a:pt x="4177" y="999"/>
                    <a:pt x="4187" y="1002"/>
                    <a:pt x="4188" y="994"/>
                  </a:cubicBezTo>
                  <a:cubicBezTo>
                    <a:pt x="4189" y="986"/>
                    <a:pt x="4183" y="981"/>
                    <a:pt x="4165" y="981"/>
                  </a:cubicBezTo>
                  <a:cubicBezTo>
                    <a:pt x="4165" y="981"/>
                    <a:pt x="4151" y="991"/>
                    <a:pt x="4164" y="995"/>
                  </a:cubicBezTo>
                  <a:close/>
                  <a:moveTo>
                    <a:pt x="4163" y="1028"/>
                  </a:moveTo>
                  <a:cubicBezTo>
                    <a:pt x="4174" y="1028"/>
                    <a:pt x="4200" y="1034"/>
                    <a:pt x="4202" y="1028"/>
                  </a:cubicBezTo>
                  <a:cubicBezTo>
                    <a:pt x="4204" y="1022"/>
                    <a:pt x="4201" y="1015"/>
                    <a:pt x="4190" y="1014"/>
                  </a:cubicBezTo>
                  <a:cubicBezTo>
                    <a:pt x="4179" y="1013"/>
                    <a:pt x="4184" y="1009"/>
                    <a:pt x="4172" y="1010"/>
                  </a:cubicBezTo>
                  <a:cubicBezTo>
                    <a:pt x="4172" y="1010"/>
                    <a:pt x="4154" y="1008"/>
                    <a:pt x="4154" y="1016"/>
                  </a:cubicBezTo>
                  <a:cubicBezTo>
                    <a:pt x="4154" y="1024"/>
                    <a:pt x="4152" y="1028"/>
                    <a:pt x="4163" y="1028"/>
                  </a:cubicBezTo>
                  <a:close/>
                  <a:moveTo>
                    <a:pt x="4417" y="674"/>
                  </a:moveTo>
                  <a:cubicBezTo>
                    <a:pt x="4424" y="673"/>
                    <a:pt x="4433" y="673"/>
                    <a:pt x="4433" y="667"/>
                  </a:cubicBezTo>
                  <a:cubicBezTo>
                    <a:pt x="4433" y="661"/>
                    <a:pt x="4436" y="653"/>
                    <a:pt x="4417" y="655"/>
                  </a:cubicBezTo>
                  <a:cubicBezTo>
                    <a:pt x="4417" y="655"/>
                    <a:pt x="4411" y="661"/>
                    <a:pt x="4409" y="666"/>
                  </a:cubicBezTo>
                  <a:cubicBezTo>
                    <a:pt x="4407" y="671"/>
                    <a:pt x="4410" y="675"/>
                    <a:pt x="4417" y="674"/>
                  </a:cubicBezTo>
                  <a:close/>
                  <a:moveTo>
                    <a:pt x="4386" y="677"/>
                  </a:moveTo>
                  <a:cubicBezTo>
                    <a:pt x="4386" y="677"/>
                    <a:pt x="4375" y="676"/>
                    <a:pt x="4373" y="680"/>
                  </a:cubicBezTo>
                  <a:cubicBezTo>
                    <a:pt x="4371" y="684"/>
                    <a:pt x="4389" y="698"/>
                    <a:pt x="4386" y="677"/>
                  </a:cubicBezTo>
                  <a:close/>
                  <a:moveTo>
                    <a:pt x="4856" y="700"/>
                  </a:moveTo>
                  <a:cubicBezTo>
                    <a:pt x="4856" y="694"/>
                    <a:pt x="4875" y="701"/>
                    <a:pt x="4875" y="691"/>
                  </a:cubicBezTo>
                  <a:cubicBezTo>
                    <a:pt x="4875" y="681"/>
                    <a:pt x="4877" y="669"/>
                    <a:pt x="4868" y="669"/>
                  </a:cubicBezTo>
                  <a:cubicBezTo>
                    <a:pt x="4859" y="669"/>
                    <a:pt x="4869" y="674"/>
                    <a:pt x="4852" y="676"/>
                  </a:cubicBezTo>
                  <a:cubicBezTo>
                    <a:pt x="4835" y="678"/>
                    <a:pt x="4823" y="675"/>
                    <a:pt x="4824" y="683"/>
                  </a:cubicBezTo>
                  <a:cubicBezTo>
                    <a:pt x="4824" y="683"/>
                    <a:pt x="4797" y="681"/>
                    <a:pt x="4797" y="688"/>
                  </a:cubicBezTo>
                  <a:cubicBezTo>
                    <a:pt x="4797" y="695"/>
                    <a:pt x="4798" y="697"/>
                    <a:pt x="4806" y="699"/>
                  </a:cubicBezTo>
                  <a:cubicBezTo>
                    <a:pt x="4814" y="701"/>
                    <a:pt x="4856" y="706"/>
                    <a:pt x="4856" y="700"/>
                  </a:cubicBezTo>
                  <a:close/>
                  <a:moveTo>
                    <a:pt x="4859" y="750"/>
                  </a:moveTo>
                  <a:cubicBezTo>
                    <a:pt x="4862" y="742"/>
                    <a:pt x="4866" y="738"/>
                    <a:pt x="4872" y="738"/>
                  </a:cubicBezTo>
                  <a:cubicBezTo>
                    <a:pt x="4878" y="738"/>
                    <a:pt x="4877" y="736"/>
                    <a:pt x="4866" y="734"/>
                  </a:cubicBezTo>
                  <a:cubicBezTo>
                    <a:pt x="4855" y="732"/>
                    <a:pt x="4863" y="732"/>
                    <a:pt x="4855" y="732"/>
                  </a:cubicBezTo>
                  <a:cubicBezTo>
                    <a:pt x="4855" y="732"/>
                    <a:pt x="4836" y="733"/>
                    <a:pt x="4839" y="739"/>
                  </a:cubicBezTo>
                  <a:cubicBezTo>
                    <a:pt x="4842" y="745"/>
                    <a:pt x="4856" y="758"/>
                    <a:pt x="4859" y="750"/>
                  </a:cubicBezTo>
                  <a:close/>
                  <a:moveTo>
                    <a:pt x="4775" y="734"/>
                  </a:moveTo>
                  <a:cubicBezTo>
                    <a:pt x="4757" y="734"/>
                    <a:pt x="4755" y="744"/>
                    <a:pt x="4770" y="746"/>
                  </a:cubicBezTo>
                  <a:cubicBezTo>
                    <a:pt x="4785" y="748"/>
                    <a:pt x="4817" y="755"/>
                    <a:pt x="4817" y="747"/>
                  </a:cubicBezTo>
                  <a:cubicBezTo>
                    <a:pt x="4817" y="739"/>
                    <a:pt x="4812" y="734"/>
                    <a:pt x="4806" y="734"/>
                  </a:cubicBezTo>
                  <a:cubicBezTo>
                    <a:pt x="4800" y="734"/>
                    <a:pt x="4795" y="718"/>
                    <a:pt x="4788" y="728"/>
                  </a:cubicBezTo>
                  <a:cubicBezTo>
                    <a:pt x="4788" y="728"/>
                    <a:pt x="4793" y="734"/>
                    <a:pt x="4775" y="734"/>
                  </a:cubicBezTo>
                  <a:close/>
                  <a:moveTo>
                    <a:pt x="4711" y="743"/>
                  </a:moveTo>
                  <a:cubicBezTo>
                    <a:pt x="4711" y="743"/>
                    <a:pt x="4703" y="757"/>
                    <a:pt x="4717" y="757"/>
                  </a:cubicBezTo>
                  <a:cubicBezTo>
                    <a:pt x="4731" y="757"/>
                    <a:pt x="4720" y="737"/>
                    <a:pt x="4711" y="743"/>
                  </a:cubicBezTo>
                  <a:close/>
                  <a:moveTo>
                    <a:pt x="4933" y="737"/>
                  </a:moveTo>
                  <a:cubicBezTo>
                    <a:pt x="4933" y="737"/>
                    <a:pt x="4927" y="757"/>
                    <a:pt x="4934" y="758"/>
                  </a:cubicBezTo>
                  <a:cubicBezTo>
                    <a:pt x="4941" y="759"/>
                    <a:pt x="4942" y="756"/>
                    <a:pt x="4942" y="750"/>
                  </a:cubicBezTo>
                  <a:cubicBezTo>
                    <a:pt x="4942" y="744"/>
                    <a:pt x="4937" y="727"/>
                    <a:pt x="4933" y="737"/>
                  </a:cubicBezTo>
                  <a:close/>
                  <a:moveTo>
                    <a:pt x="4635" y="369"/>
                  </a:moveTo>
                  <a:cubicBezTo>
                    <a:pt x="4635" y="364"/>
                    <a:pt x="4623" y="353"/>
                    <a:pt x="4605" y="354"/>
                  </a:cubicBezTo>
                  <a:cubicBezTo>
                    <a:pt x="4605" y="354"/>
                    <a:pt x="4595" y="354"/>
                    <a:pt x="4587" y="360"/>
                  </a:cubicBezTo>
                  <a:cubicBezTo>
                    <a:pt x="4579" y="366"/>
                    <a:pt x="4559" y="365"/>
                    <a:pt x="4577" y="372"/>
                  </a:cubicBezTo>
                  <a:cubicBezTo>
                    <a:pt x="4595" y="379"/>
                    <a:pt x="4590" y="372"/>
                    <a:pt x="4601" y="370"/>
                  </a:cubicBezTo>
                  <a:cubicBezTo>
                    <a:pt x="4612" y="368"/>
                    <a:pt x="4614" y="364"/>
                    <a:pt x="4621" y="369"/>
                  </a:cubicBezTo>
                  <a:cubicBezTo>
                    <a:pt x="4628" y="374"/>
                    <a:pt x="4635" y="374"/>
                    <a:pt x="4635" y="369"/>
                  </a:cubicBezTo>
                  <a:close/>
                  <a:moveTo>
                    <a:pt x="4533" y="344"/>
                  </a:moveTo>
                  <a:cubicBezTo>
                    <a:pt x="4533" y="344"/>
                    <a:pt x="4496" y="338"/>
                    <a:pt x="4512" y="346"/>
                  </a:cubicBezTo>
                  <a:cubicBezTo>
                    <a:pt x="4528" y="354"/>
                    <a:pt x="4538" y="350"/>
                    <a:pt x="4542" y="358"/>
                  </a:cubicBezTo>
                  <a:cubicBezTo>
                    <a:pt x="4546" y="366"/>
                    <a:pt x="4555" y="362"/>
                    <a:pt x="4554" y="358"/>
                  </a:cubicBezTo>
                  <a:cubicBezTo>
                    <a:pt x="4553" y="354"/>
                    <a:pt x="4547" y="346"/>
                    <a:pt x="4533" y="344"/>
                  </a:cubicBezTo>
                  <a:close/>
                  <a:moveTo>
                    <a:pt x="4611" y="400"/>
                  </a:moveTo>
                  <a:cubicBezTo>
                    <a:pt x="4610" y="390"/>
                    <a:pt x="4600" y="391"/>
                    <a:pt x="4598" y="397"/>
                  </a:cubicBezTo>
                  <a:cubicBezTo>
                    <a:pt x="4598" y="397"/>
                    <a:pt x="4584" y="412"/>
                    <a:pt x="4600" y="412"/>
                  </a:cubicBezTo>
                  <a:cubicBezTo>
                    <a:pt x="4616" y="412"/>
                    <a:pt x="4628" y="418"/>
                    <a:pt x="4625" y="407"/>
                  </a:cubicBezTo>
                  <a:cubicBezTo>
                    <a:pt x="4622" y="396"/>
                    <a:pt x="4612" y="410"/>
                    <a:pt x="4611" y="400"/>
                  </a:cubicBezTo>
                  <a:close/>
                  <a:moveTo>
                    <a:pt x="4475" y="118"/>
                  </a:moveTo>
                  <a:cubicBezTo>
                    <a:pt x="4496" y="119"/>
                    <a:pt x="4550" y="127"/>
                    <a:pt x="4554" y="118"/>
                  </a:cubicBezTo>
                  <a:cubicBezTo>
                    <a:pt x="4558" y="109"/>
                    <a:pt x="4553" y="100"/>
                    <a:pt x="4544" y="100"/>
                  </a:cubicBezTo>
                  <a:cubicBezTo>
                    <a:pt x="4535" y="100"/>
                    <a:pt x="4519" y="102"/>
                    <a:pt x="4507" y="94"/>
                  </a:cubicBezTo>
                  <a:cubicBezTo>
                    <a:pt x="4507" y="94"/>
                    <a:pt x="4488" y="84"/>
                    <a:pt x="4481" y="93"/>
                  </a:cubicBezTo>
                  <a:cubicBezTo>
                    <a:pt x="4474" y="102"/>
                    <a:pt x="4455" y="95"/>
                    <a:pt x="4454" y="103"/>
                  </a:cubicBezTo>
                  <a:cubicBezTo>
                    <a:pt x="4453" y="111"/>
                    <a:pt x="4454" y="117"/>
                    <a:pt x="4475" y="118"/>
                  </a:cubicBezTo>
                  <a:close/>
                  <a:moveTo>
                    <a:pt x="4551" y="229"/>
                  </a:moveTo>
                  <a:cubicBezTo>
                    <a:pt x="4553" y="238"/>
                    <a:pt x="4555" y="235"/>
                    <a:pt x="4569" y="235"/>
                  </a:cubicBezTo>
                  <a:cubicBezTo>
                    <a:pt x="4583" y="235"/>
                    <a:pt x="4596" y="235"/>
                    <a:pt x="4599" y="242"/>
                  </a:cubicBezTo>
                  <a:cubicBezTo>
                    <a:pt x="4602" y="249"/>
                    <a:pt x="4608" y="255"/>
                    <a:pt x="4617" y="255"/>
                  </a:cubicBezTo>
                  <a:cubicBezTo>
                    <a:pt x="4626" y="255"/>
                    <a:pt x="4644" y="259"/>
                    <a:pt x="4644" y="269"/>
                  </a:cubicBezTo>
                  <a:cubicBezTo>
                    <a:pt x="4644" y="279"/>
                    <a:pt x="4639" y="273"/>
                    <a:pt x="4625" y="273"/>
                  </a:cubicBezTo>
                  <a:cubicBezTo>
                    <a:pt x="4611" y="273"/>
                    <a:pt x="4610" y="272"/>
                    <a:pt x="4597" y="273"/>
                  </a:cubicBezTo>
                  <a:cubicBezTo>
                    <a:pt x="4597" y="273"/>
                    <a:pt x="4583" y="281"/>
                    <a:pt x="4579" y="273"/>
                  </a:cubicBezTo>
                  <a:cubicBezTo>
                    <a:pt x="4575" y="265"/>
                    <a:pt x="4574" y="262"/>
                    <a:pt x="4563" y="263"/>
                  </a:cubicBezTo>
                  <a:cubicBezTo>
                    <a:pt x="4552" y="264"/>
                    <a:pt x="4541" y="262"/>
                    <a:pt x="4542" y="271"/>
                  </a:cubicBezTo>
                  <a:cubicBezTo>
                    <a:pt x="4543" y="280"/>
                    <a:pt x="4531" y="275"/>
                    <a:pt x="4529" y="268"/>
                  </a:cubicBezTo>
                  <a:cubicBezTo>
                    <a:pt x="4527" y="261"/>
                    <a:pt x="4525" y="263"/>
                    <a:pt x="4514" y="263"/>
                  </a:cubicBezTo>
                  <a:cubicBezTo>
                    <a:pt x="4503" y="263"/>
                    <a:pt x="4499" y="273"/>
                    <a:pt x="4510" y="274"/>
                  </a:cubicBezTo>
                  <a:cubicBezTo>
                    <a:pt x="4521" y="275"/>
                    <a:pt x="4528" y="278"/>
                    <a:pt x="4531" y="288"/>
                  </a:cubicBezTo>
                  <a:cubicBezTo>
                    <a:pt x="4534" y="298"/>
                    <a:pt x="4528" y="307"/>
                    <a:pt x="4546" y="308"/>
                  </a:cubicBezTo>
                  <a:cubicBezTo>
                    <a:pt x="4564" y="309"/>
                    <a:pt x="4580" y="310"/>
                    <a:pt x="4583" y="317"/>
                  </a:cubicBezTo>
                  <a:cubicBezTo>
                    <a:pt x="4586" y="324"/>
                    <a:pt x="4593" y="324"/>
                    <a:pt x="4607" y="327"/>
                  </a:cubicBezTo>
                  <a:cubicBezTo>
                    <a:pt x="4621" y="330"/>
                    <a:pt x="4642" y="335"/>
                    <a:pt x="4647" y="324"/>
                  </a:cubicBezTo>
                  <a:cubicBezTo>
                    <a:pt x="4652" y="313"/>
                    <a:pt x="4659" y="311"/>
                    <a:pt x="4666" y="311"/>
                  </a:cubicBezTo>
                  <a:cubicBezTo>
                    <a:pt x="4673" y="311"/>
                    <a:pt x="4689" y="307"/>
                    <a:pt x="4692" y="302"/>
                  </a:cubicBezTo>
                  <a:cubicBezTo>
                    <a:pt x="4695" y="297"/>
                    <a:pt x="4692" y="293"/>
                    <a:pt x="4688" y="289"/>
                  </a:cubicBezTo>
                  <a:cubicBezTo>
                    <a:pt x="4684" y="285"/>
                    <a:pt x="4683" y="276"/>
                    <a:pt x="4698" y="277"/>
                  </a:cubicBezTo>
                  <a:cubicBezTo>
                    <a:pt x="4713" y="278"/>
                    <a:pt x="4719" y="280"/>
                    <a:pt x="4728" y="273"/>
                  </a:cubicBezTo>
                  <a:cubicBezTo>
                    <a:pt x="4737" y="266"/>
                    <a:pt x="4744" y="262"/>
                    <a:pt x="4759" y="262"/>
                  </a:cubicBezTo>
                  <a:cubicBezTo>
                    <a:pt x="4774" y="262"/>
                    <a:pt x="4781" y="261"/>
                    <a:pt x="4812" y="252"/>
                  </a:cubicBezTo>
                  <a:cubicBezTo>
                    <a:pt x="4843" y="243"/>
                    <a:pt x="4863" y="243"/>
                    <a:pt x="4881" y="243"/>
                  </a:cubicBezTo>
                  <a:cubicBezTo>
                    <a:pt x="4899" y="243"/>
                    <a:pt x="4929" y="241"/>
                    <a:pt x="4927" y="231"/>
                  </a:cubicBezTo>
                  <a:cubicBezTo>
                    <a:pt x="4925" y="221"/>
                    <a:pt x="4911" y="225"/>
                    <a:pt x="4910" y="214"/>
                  </a:cubicBezTo>
                  <a:cubicBezTo>
                    <a:pt x="4909" y="203"/>
                    <a:pt x="4901" y="203"/>
                    <a:pt x="4903" y="194"/>
                  </a:cubicBezTo>
                  <a:cubicBezTo>
                    <a:pt x="4905" y="185"/>
                    <a:pt x="4904" y="179"/>
                    <a:pt x="4916" y="181"/>
                  </a:cubicBezTo>
                  <a:cubicBezTo>
                    <a:pt x="4928" y="183"/>
                    <a:pt x="4935" y="177"/>
                    <a:pt x="4947" y="178"/>
                  </a:cubicBezTo>
                  <a:cubicBezTo>
                    <a:pt x="4959" y="179"/>
                    <a:pt x="4961" y="182"/>
                    <a:pt x="4961" y="170"/>
                  </a:cubicBezTo>
                  <a:cubicBezTo>
                    <a:pt x="4961" y="158"/>
                    <a:pt x="4960" y="160"/>
                    <a:pt x="4938" y="156"/>
                  </a:cubicBezTo>
                  <a:cubicBezTo>
                    <a:pt x="4916" y="152"/>
                    <a:pt x="4914" y="144"/>
                    <a:pt x="4900" y="145"/>
                  </a:cubicBezTo>
                  <a:cubicBezTo>
                    <a:pt x="4886" y="146"/>
                    <a:pt x="4888" y="138"/>
                    <a:pt x="4873" y="127"/>
                  </a:cubicBezTo>
                  <a:cubicBezTo>
                    <a:pt x="4858" y="116"/>
                    <a:pt x="4841" y="89"/>
                    <a:pt x="4825" y="88"/>
                  </a:cubicBezTo>
                  <a:cubicBezTo>
                    <a:pt x="4809" y="87"/>
                    <a:pt x="4795" y="89"/>
                    <a:pt x="4782" y="91"/>
                  </a:cubicBezTo>
                  <a:cubicBezTo>
                    <a:pt x="4769" y="93"/>
                    <a:pt x="4777" y="113"/>
                    <a:pt x="4755" y="113"/>
                  </a:cubicBezTo>
                  <a:cubicBezTo>
                    <a:pt x="4733" y="113"/>
                    <a:pt x="4723" y="117"/>
                    <a:pt x="4707" y="120"/>
                  </a:cubicBezTo>
                  <a:cubicBezTo>
                    <a:pt x="4691" y="123"/>
                    <a:pt x="4689" y="129"/>
                    <a:pt x="4674" y="127"/>
                  </a:cubicBezTo>
                  <a:cubicBezTo>
                    <a:pt x="4659" y="125"/>
                    <a:pt x="4661" y="135"/>
                    <a:pt x="4645" y="143"/>
                  </a:cubicBezTo>
                  <a:cubicBezTo>
                    <a:pt x="4629" y="151"/>
                    <a:pt x="4623" y="165"/>
                    <a:pt x="4634" y="167"/>
                  </a:cubicBezTo>
                  <a:cubicBezTo>
                    <a:pt x="4645" y="169"/>
                    <a:pt x="4665" y="160"/>
                    <a:pt x="4655" y="171"/>
                  </a:cubicBezTo>
                  <a:cubicBezTo>
                    <a:pt x="4645" y="182"/>
                    <a:pt x="4634" y="184"/>
                    <a:pt x="4631" y="192"/>
                  </a:cubicBezTo>
                  <a:cubicBezTo>
                    <a:pt x="4628" y="200"/>
                    <a:pt x="4623" y="202"/>
                    <a:pt x="4614" y="202"/>
                  </a:cubicBezTo>
                  <a:cubicBezTo>
                    <a:pt x="4605" y="202"/>
                    <a:pt x="4607" y="211"/>
                    <a:pt x="4591" y="211"/>
                  </a:cubicBezTo>
                  <a:cubicBezTo>
                    <a:pt x="4575" y="211"/>
                    <a:pt x="4576" y="213"/>
                    <a:pt x="4573" y="218"/>
                  </a:cubicBezTo>
                  <a:cubicBezTo>
                    <a:pt x="4570" y="223"/>
                    <a:pt x="4549" y="220"/>
                    <a:pt x="4551" y="229"/>
                  </a:cubicBezTo>
                  <a:close/>
                  <a:moveTo>
                    <a:pt x="4939" y="303"/>
                  </a:moveTo>
                  <a:cubicBezTo>
                    <a:pt x="4946" y="288"/>
                    <a:pt x="4951" y="279"/>
                    <a:pt x="4957" y="279"/>
                  </a:cubicBezTo>
                  <a:cubicBezTo>
                    <a:pt x="4963" y="279"/>
                    <a:pt x="4967" y="264"/>
                    <a:pt x="4955" y="258"/>
                  </a:cubicBezTo>
                  <a:cubicBezTo>
                    <a:pt x="4943" y="252"/>
                    <a:pt x="4920" y="249"/>
                    <a:pt x="4912" y="250"/>
                  </a:cubicBezTo>
                  <a:cubicBezTo>
                    <a:pt x="4904" y="251"/>
                    <a:pt x="4898" y="257"/>
                    <a:pt x="4882" y="258"/>
                  </a:cubicBezTo>
                  <a:cubicBezTo>
                    <a:pt x="4866" y="259"/>
                    <a:pt x="4853" y="256"/>
                    <a:pt x="4837" y="259"/>
                  </a:cubicBezTo>
                  <a:cubicBezTo>
                    <a:pt x="4821" y="262"/>
                    <a:pt x="4811" y="263"/>
                    <a:pt x="4804" y="270"/>
                  </a:cubicBezTo>
                  <a:cubicBezTo>
                    <a:pt x="4797" y="277"/>
                    <a:pt x="4796" y="279"/>
                    <a:pt x="4785" y="276"/>
                  </a:cubicBezTo>
                  <a:cubicBezTo>
                    <a:pt x="4774" y="273"/>
                    <a:pt x="4770" y="269"/>
                    <a:pt x="4760" y="277"/>
                  </a:cubicBezTo>
                  <a:cubicBezTo>
                    <a:pt x="4760" y="277"/>
                    <a:pt x="4743" y="281"/>
                    <a:pt x="4739" y="289"/>
                  </a:cubicBezTo>
                  <a:cubicBezTo>
                    <a:pt x="4735" y="297"/>
                    <a:pt x="4759" y="309"/>
                    <a:pt x="4741" y="309"/>
                  </a:cubicBezTo>
                  <a:cubicBezTo>
                    <a:pt x="4723" y="309"/>
                    <a:pt x="4712" y="313"/>
                    <a:pt x="4704" y="318"/>
                  </a:cubicBezTo>
                  <a:cubicBezTo>
                    <a:pt x="4696" y="323"/>
                    <a:pt x="4689" y="338"/>
                    <a:pt x="4674" y="339"/>
                  </a:cubicBezTo>
                  <a:cubicBezTo>
                    <a:pt x="4659" y="340"/>
                    <a:pt x="4624" y="333"/>
                    <a:pt x="4631" y="342"/>
                  </a:cubicBezTo>
                  <a:cubicBezTo>
                    <a:pt x="4638" y="351"/>
                    <a:pt x="4648" y="344"/>
                    <a:pt x="4652" y="351"/>
                  </a:cubicBezTo>
                  <a:cubicBezTo>
                    <a:pt x="4656" y="358"/>
                    <a:pt x="4668" y="363"/>
                    <a:pt x="4672" y="359"/>
                  </a:cubicBezTo>
                  <a:cubicBezTo>
                    <a:pt x="4676" y="355"/>
                    <a:pt x="4684" y="349"/>
                    <a:pt x="4689" y="356"/>
                  </a:cubicBezTo>
                  <a:cubicBezTo>
                    <a:pt x="4694" y="363"/>
                    <a:pt x="4694" y="363"/>
                    <a:pt x="4709" y="363"/>
                  </a:cubicBezTo>
                  <a:cubicBezTo>
                    <a:pt x="4724" y="363"/>
                    <a:pt x="4730" y="358"/>
                    <a:pt x="4732" y="372"/>
                  </a:cubicBezTo>
                  <a:cubicBezTo>
                    <a:pt x="4734" y="386"/>
                    <a:pt x="4728" y="395"/>
                    <a:pt x="4742" y="395"/>
                  </a:cubicBezTo>
                  <a:cubicBezTo>
                    <a:pt x="4756" y="395"/>
                    <a:pt x="4744" y="412"/>
                    <a:pt x="4758" y="413"/>
                  </a:cubicBezTo>
                  <a:cubicBezTo>
                    <a:pt x="4772" y="414"/>
                    <a:pt x="4784" y="425"/>
                    <a:pt x="4789" y="419"/>
                  </a:cubicBezTo>
                  <a:cubicBezTo>
                    <a:pt x="4794" y="413"/>
                    <a:pt x="4791" y="406"/>
                    <a:pt x="4803" y="412"/>
                  </a:cubicBezTo>
                  <a:cubicBezTo>
                    <a:pt x="4815" y="418"/>
                    <a:pt x="4803" y="425"/>
                    <a:pt x="4814" y="425"/>
                  </a:cubicBezTo>
                  <a:cubicBezTo>
                    <a:pt x="4825" y="425"/>
                    <a:pt x="4846" y="417"/>
                    <a:pt x="4859" y="420"/>
                  </a:cubicBezTo>
                  <a:cubicBezTo>
                    <a:pt x="4872" y="423"/>
                    <a:pt x="4900" y="429"/>
                    <a:pt x="4905" y="437"/>
                  </a:cubicBezTo>
                  <a:cubicBezTo>
                    <a:pt x="4910" y="445"/>
                    <a:pt x="4931" y="449"/>
                    <a:pt x="4950" y="449"/>
                  </a:cubicBezTo>
                  <a:cubicBezTo>
                    <a:pt x="4969" y="449"/>
                    <a:pt x="5027" y="452"/>
                    <a:pt x="5032" y="448"/>
                  </a:cubicBezTo>
                  <a:cubicBezTo>
                    <a:pt x="5037" y="444"/>
                    <a:pt x="5050" y="442"/>
                    <a:pt x="5057" y="440"/>
                  </a:cubicBezTo>
                  <a:cubicBezTo>
                    <a:pt x="5064" y="438"/>
                    <a:pt x="5086" y="433"/>
                    <a:pt x="5086" y="422"/>
                  </a:cubicBezTo>
                  <a:cubicBezTo>
                    <a:pt x="5086" y="411"/>
                    <a:pt x="5089" y="413"/>
                    <a:pt x="5075" y="407"/>
                  </a:cubicBezTo>
                  <a:cubicBezTo>
                    <a:pt x="5061" y="401"/>
                    <a:pt x="5050" y="397"/>
                    <a:pt x="5044" y="389"/>
                  </a:cubicBezTo>
                  <a:cubicBezTo>
                    <a:pt x="5038" y="381"/>
                    <a:pt x="5038" y="383"/>
                    <a:pt x="5051" y="383"/>
                  </a:cubicBezTo>
                  <a:cubicBezTo>
                    <a:pt x="5064" y="383"/>
                    <a:pt x="5074" y="373"/>
                    <a:pt x="5074" y="361"/>
                  </a:cubicBezTo>
                  <a:cubicBezTo>
                    <a:pt x="5074" y="349"/>
                    <a:pt x="5074" y="336"/>
                    <a:pt x="5088" y="336"/>
                  </a:cubicBezTo>
                  <a:cubicBezTo>
                    <a:pt x="5102" y="336"/>
                    <a:pt x="5105" y="335"/>
                    <a:pt x="5106" y="331"/>
                  </a:cubicBezTo>
                  <a:cubicBezTo>
                    <a:pt x="5107" y="327"/>
                    <a:pt x="5092" y="328"/>
                    <a:pt x="5092" y="315"/>
                  </a:cubicBezTo>
                  <a:cubicBezTo>
                    <a:pt x="5092" y="302"/>
                    <a:pt x="5088" y="295"/>
                    <a:pt x="5079" y="290"/>
                  </a:cubicBezTo>
                  <a:cubicBezTo>
                    <a:pt x="5070" y="285"/>
                    <a:pt x="5054" y="277"/>
                    <a:pt x="5046" y="272"/>
                  </a:cubicBezTo>
                  <a:cubicBezTo>
                    <a:pt x="5038" y="267"/>
                    <a:pt x="5031" y="269"/>
                    <a:pt x="5019" y="269"/>
                  </a:cubicBezTo>
                  <a:cubicBezTo>
                    <a:pt x="5007" y="269"/>
                    <a:pt x="5006" y="273"/>
                    <a:pt x="5000" y="276"/>
                  </a:cubicBezTo>
                  <a:cubicBezTo>
                    <a:pt x="4994" y="279"/>
                    <a:pt x="4989" y="283"/>
                    <a:pt x="4989" y="289"/>
                  </a:cubicBezTo>
                  <a:cubicBezTo>
                    <a:pt x="4989" y="295"/>
                    <a:pt x="4979" y="293"/>
                    <a:pt x="4968" y="293"/>
                  </a:cubicBezTo>
                  <a:cubicBezTo>
                    <a:pt x="4957" y="293"/>
                    <a:pt x="4959" y="294"/>
                    <a:pt x="4952" y="305"/>
                  </a:cubicBezTo>
                  <a:cubicBezTo>
                    <a:pt x="4945" y="316"/>
                    <a:pt x="4944" y="319"/>
                    <a:pt x="4926" y="318"/>
                  </a:cubicBezTo>
                  <a:cubicBezTo>
                    <a:pt x="4908" y="317"/>
                    <a:pt x="4932" y="318"/>
                    <a:pt x="4939" y="303"/>
                  </a:cubicBezTo>
                  <a:close/>
                  <a:moveTo>
                    <a:pt x="5098" y="494"/>
                  </a:moveTo>
                  <a:cubicBezTo>
                    <a:pt x="5090" y="498"/>
                    <a:pt x="5093" y="512"/>
                    <a:pt x="5093" y="512"/>
                  </a:cubicBezTo>
                  <a:cubicBezTo>
                    <a:pt x="5093" y="512"/>
                    <a:pt x="5094" y="517"/>
                    <a:pt x="5083" y="522"/>
                  </a:cubicBezTo>
                  <a:cubicBezTo>
                    <a:pt x="5072" y="527"/>
                    <a:pt x="5061" y="537"/>
                    <a:pt x="5061" y="547"/>
                  </a:cubicBezTo>
                  <a:cubicBezTo>
                    <a:pt x="5061" y="557"/>
                    <a:pt x="5062" y="566"/>
                    <a:pt x="5079" y="567"/>
                  </a:cubicBezTo>
                  <a:cubicBezTo>
                    <a:pt x="5096" y="568"/>
                    <a:pt x="5103" y="558"/>
                    <a:pt x="5120" y="556"/>
                  </a:cubicBezTo>
                  <a:cubicBezTo>
                    <a:pt x="5137" y="554"/>
                    <a:pt x="5148" y="556"/>
                    <a:pt x="5155" y="545"/>
                  </a:cubicBezTo>
                  <a:cubicBezTo>
                    <a:pt x="5162" y="534"/>
                    <a:pt x="5172" y="531"/>
                    <a:pt x="5198" y="532"/>
                  </a:cubicBezTo>
                  <a:cubicBezTo>
                    <a:pt x="5224" y="533"/>
                    <a:pt x="5260" y="537"/>
                    <a:pt x="5273" y="533"/>
                  </a:cubicBezTo>
                  <a:cubicBezTo>
                    <a:pt x="5286" y="529"/>
                    <a:pt x="5288" y="524"/>
                    <a:pt x="5310" y="524"/>
                  </a:cubicBezTo>
                  <a:cubicBezTo>
                    <a:pt x="5332" y="524"/>
                    <a:pt x="5341" y="528"/>
                    <a:pt x="5349" y="520"/>
                  </a:cubicBezTo>
                  <a:cubicBezTo>
                    <a:pt x="5357" y="512"/>
                    <a:pt x="5372" y="515"/>
                    <a:pt x="5386" y="514"/>
                  </a:cubicBezTo>
                  <a:cubicBezTo>
                    <a:pt x="5400" y="513"/>
                    <a:pt x="5412" y="516"/>
                    <a:pt x="5416" y="507"/>
                  </a:cubicBezTo>
                  <a:cubicBezTo>
                    <a:pt x="5420" y="498"/>
                    <a:pt x="5422" y="499"/>
                    <a:pt x="5429" y="497"/>
                  </a:cubicBezTo>
                  <a:cubicBezTo>
                    <a:pt x="5436" y="495"/>
                    <a:pt x="5445" y="493"/>
                    <a:pt x="5444" y="480"/>
                  </a:cubicBezTo>
                  <a:cubicBezTo>
                    <a:pt x="5443" y="467"/>
                    <a:pt x="5447" y="460"/>
                    <a:pt x="5437" y="456"/>
                  </a:cubicBezTo>
                  <a:cubicBezTo>
                    <a:pt x="5427" y="452"/>
                    <a:pt x="5438" y="439"/>
                    <a:pt x="5420" y="439"/>
                  </a:cubicBezTo>
                  <a:cubicBezTo>
                    <a:pt x="5402" y="439"/>
                    <a:pt x="5394" y="449"/>
                    <a:pt x="5385" y="436"/>
                  </a:cubicBezTo>
                  <a:cubicBezTo>
                    <a:pt x="5376" y="423"/>
                    <a:pt x="5378" y="416"/>
                    <a:pt x="5365" y="414"/>
                  </a:cubicBezTo>
                  <a:cubicBezTo>
                    <a:pt x="5352" y="412"/>
                    <a:pt x="5351" y="398"/>
                    <a:pt x="5338" y="396"/>
                  </a:cubicBezTo>
                  <a:cubicBezTo>
                    <a:pt x="5325" y="394"/>
                    <a:pt x="5327" y="401"/>
                    <a:pt x="5317" y="402"/>
                  </a:cubicBezTo>
                  <a:cubicBezTo>
                    <a:pt x="5307" y="403"/>
                    <a:pt x="5304" y="402"/>
                    <a:pt x="5295" y="410"/>
                  </a:cubicBezTo>
                  <a:cubicBezTo>
                    <a:pt x="5286" y="418"/>
                    <a:pt x="5275" y="416"/>
                    <a:pt x="5271" y="424"/>
                  </a:cubicBezTo>
                  <a:cubicBezTo>
                    <a:pt x="5267" y="432"/>
                    <a:pt x="5258" y="442"/>
                    <a:pt x="5256" y="432"/>
                  </a:cubicBezTo>
                  <a:cubicBezTo>
                    <a:pt x="5254" y="422"/>
                    <a:pt x="5269" y="418"/>
                    <a:pt x="5270" y="410"/>
                  </a:cubicBezTo>
                  <a:cubicBezTo>
                    <a:pt x="5271" y="402"/>
                    <a:pt x="5278" y="396"/>
                    <a:pt x="5279" y="388"/>
                  </a:cubicBezTo>
                  <a:cubicBezTo>
                    <a:pt x="5280" y="380"/>
                    <a:pt x="5294" y="382"/>
                    <a:pt x="5287" y="374"/>
                  </a:cubicBezTo>
                  <a:cubicBezTo>
                    <a:pt x="5280" y="366"/>
                    <a:pt x="5276" y="365"/>
                    <a:pt x="5267" y="365"/>
                  </a:cubicBezTo>
                  <a:cubicBezTo>
                    <a:pt x="5258" y="365"/>
                    <a:pt x="5258" y="352"/>
                    <a:pt x="5245" y="353"/>
                  </a:cubicBezTo>
                  <a:cubicBezTo>
                    <a:pt x="5232" y="354"/>
                    <a:pt x="5233" y="362"/>
                    <a:pt x="5233" y="369"/>
                  </a:cubicBezTo>
                  <a:cubicBezTo>
                    <a:pt x="5233" y="376"/>
                    <a:pt x="5235" y="384"/>
                    <a:pt x="5224" y="381"/>
                  </a:cubicBezTo>
                  <a:cubicBezTo>
                    <a:pt x="5213" y="378"/>
                    <a:pt x="5211" y="368"/>
                    <a:pt x="5200" y="368"/>
                  </a:cubicBezTo>
                  <a:cubicBezTo>
                    <a:pt x="5189" y="368"/>
                    <a:pt x="5196" y="377"/>
                    <a:pt x="5184" y="382"/>
                  </a:cubicBezTo>
                  <a:cubicBezTo>
                    <a:pt x="5172" y="387"/>
                    <a:pt x="5169" y="393"/>
                    <a:pt x="5168" y="399"/>
                  </a:cubicBezTo>
                  <a:cubicBezTo>
                    <a:pt x="5167" y="405"/>
                    <a:pt x="5154" y="406"/>
                    <a:pt x="5170" y="409"/>
                  </a:cubicBezTo>
                  <a:cubicBezTo>
                    <a:pt x="5186" y="412"/>
                    <a:pt x="5191" y="413"/>
                    <a:pt x="5188" y="420"/>
                  </a:cubicBezTo>
                  <a:cubicBezTo>
                    <a:pt x="5185" y="427"/>
                    <a:pt x="5180" y="421"/>
                    <a:pt x="5168" y="419"/>
                  </a:cubicBezTo>
                  <a:cubicBezTo>
                    <a:pt x="5156" y="417"/>
                    <a:pt x="5151" y="421"/>
                    <a:pt x="5149" y="425"/>
                  </a:cubicBezTo>
                  <a:cubicBezTo>
                    <a:pt x="5147" y="429"/>
                    <a:pt x="5138" y="442"/>
                    <a:pt x="5150" y="444"/>
                  </a:cubicBezTo>
                  <a:cubicBezTo>
                    <a:pt x="5162" y="446"/>
                    <a:pt x="5169" y="448"/>
                    <a:pt x="5165" y="454"/>
                  </a:cubicBezTo>
                  <a:cubicBezTo>
                    <a:pt x="5161" y="460"/>
                    <a:pt x="5153" y="459"/>
                    <a:pt x="5143" y="454"/>
                  </a:cubicBezTo>
                  <a:cubicBezTo>
                    <a:pt x="5133" y="449"/>
                    <a:pt x="5119" y="440"/>
                    <a:pt x="5110" y="475"/>
                  </a:cubicBezTo>
                  <a:cubicBezTo>
                    <a:pt x="5110" y="475"/>
                    <a:pt x="5106" y="490"/>
                    <a:pt x="5098" y="494"/>
                  </a:cubicBezTo>
                  <a:close/>
                  <a:moveTo>
                    <a:pt x="5474" y="535"/>
                  </a:moveTo>
                  <a:cubicBezTo>
                    <a:pt x="5484" y="535"/>
                    <a:pt x="5492" y="539"/>
                    <a:pt x="5497" y="532"/>
                  </a:cubicBezTo>
                  <a:cubicBezTo>
                    <a:pt x="5502" y="525"/>
                    <a:pt x="5511" y="532"/>
                    <a:pt x="5511" y="523"/>
                  </a:cubicBezTo>
                  <a:cubicBezTo>
                    <a:pt x="5511" y="514"/>
                    <a:pt x="5504" y="514"/>
                    <a:pt x="5494" y="514"/>
                  </a:cubicBezTo>
                  <a:cubicBezTo>
                    <a:pt x="5494" y="514"/>
                    <a:pt x="5484" y="515"/>
                    <a:pt x="5475" y="520"/>
                  </a:cubicBezTo>
                  <a:cubicBezTo>
                    <a:pt x="5466" y="525"/>
                    <a:pt x="5464" y="535"/>
                    <a:pt x="5474" y="535"/>
                  </a:cubicBezTo>
                  <a:close/>
                  <a:moveTo>
                    <a:pt x="5504" y="544"/>
                  </a:moveTo>
                  <a:cubicBezTo>
                    <a:pt x="5513" y="548"/>
                    <a:pt x="5514" y="540"/>
                    <a:pt x="5518" y="548"/>
                  </a:cubicBezTo>
                  <a:cubicBezTo>
                    <a:pt x="5522" y="556"/>
                    <a:pt x="5524" y="553"/>
                    <a:pt x="5538" y="553"/>
                  </a:cubicBezTo>
                  <a:cubicBezTo>
                    <a:pt x="5552" y="553"/>
                    <a:pt x="5558" y="551"/>
                    <a:pt x="5560" y="556"/>
                  </a:cubicBezTo>
                  <a:cubicBezTo>
                    <a:pt x="5562" y="561"/>
                    <a:pt x="5570" y="562"/>
                    <a:pt x="5571" y="556"/>
                  </a:cubicBezTo>
                  <a:cubicBezTo>
                    <a:pt x="5572" y="550"/>
                    <a:pt x="5580" y="556"/>
                    <a:pt x="5580" y="547"/>
                  </a:cubicBezTo>
                  <a:cubicBezTo>
                    <a:pt x="5580" y="538"/>
                    <a:pt x="5577" y="536"/>
                    <a:pt x="5572" y="536"/>
                  </a:cubicBezTo>
                  <a:cubicBezTo>
                    <a:pt x="5567" y="536"/>
                    <a:pt x="5570" y="525"/>
                    <a:pt x="5561" y="526"/>
                  </a:cubicBezTo>
                  <a:cubicBezTo>
                    <a:pt x="5552" y="527"/>
                    <a:pt x="5564" y="537"/>
                    <a:pt x="5550" y="536"/>
                  </a:cubicBezTo>
                  <a:cubicBezTo>
                    <a:pt x="5536" y="535"/>
                    <a:pt x="5541" y="527"/>
                    <a:pt x="5525" y="531"/>
                  </a:cubicBezTo>
                  <a:cubicBezTo>
                    <a:pt x="5525" y="531"/>
                    <a:pt x="5526" y="536"/>
                    <a:pt x="5519" y="536"/>
                  </a:cubicBezTo>
                  <a:cubicBezTo>
                    <a:pt x="5512" y="536"/>
                    <a:pt x="5495" y="540"/>
                    <a:pt x="5504" y="544"/>
                  </a:cubicBezTo>
                  <a:close/>
                  <a:moveTo>
                    <a:pt x="5514" y="630"/>
                  </a:moveTo>
                  <a:cubicBezTo>
                    <a:pt x="5514" y="630"/>
                    <a:pt x="5499" y="638"/>
                    <a:pt x="5505" y="642"/>
                  </a:cubicBezTo>
                  <a:cubicBezTo>
                    <a:pt x="5511" y="646"/>
                    <a:pt x="5521" y="650"/>
                    <a:pt x="5527" y="643"/>
                  </a:cubicBezTo>
                  <a:cubicBezTo>
                    <a:pt x="5533" y="636"/>
                    <a:pt x="5526" y="627"/>
                    <a:pt x="5514" y="630"/>
                  </a:cubicBezTo>
                  <a:close/>
                  <a:moveTo>
                    <a:pt x="5560" y="645"/>
                  </a:moveTo>
                  <a:cubicBezTo>
                    <a:pt x="5560" y="645"/>
                    <a:pt x="5552" y="650"/>
                    <a:pt x="5552" y="658"/>
                  </a:cubicBezTo>
                  <a:cubicBezTo>
                    <a:pt x="5552" y="666"/>
                    <a:pt x="5569" y="674"/>
                    <a:pt x="5570" y="664"/>
                  </a:cubicBezTo>
                  <a:cubicBezTo>
                    <a:pt x="5571" y="654"/>
                    <a:pt x="5569" y="638"/>
                    <a:pt x="5560" y="645"/>
                  </a:cubicBezTo>
                  <a:close/>
                  <a:moveTo>
                    <a:pt x="5937" y="1023"/>
                  </a:moveTo>
                  <a:cubicBezTo>
                    <a:pt x="5929" y="1023"/>
                    <a:pt x="5927" y="1023"/>
                    <a:pt x="5917" y="1025"/>
                  </a:cubicBezTo>
                  <a:cubicBezTo>
                    <a:pt x="5917" y="1025"/>
                    <a:pt x="5904" y="1028"/>
                    <a:pt x="5900" y="1023"/>
                  </a:cubicBezTo>
                  <a:cubicBezTo>
                    <a:pt x="5896" y="1019"/>
                    <a:pt x="5890" y="1017"/>
                    <a:pt x="5880" y="1016"/>
                  </a:cubicBezTo>
                  <a:cubicBezTo>
                    <a:pt x="5870" y="1015"/>
                    <a:pt x="5866" y="1020"/>
                    <a:pt x="5863" y="1024"/>
                  </a:cubicBezTo>
                  <a:cubicBezTo>
                    <a:pt x="5861" y="1028"/>
                    <a:pt x="5856" y="1037"/>
                    <a:pt x="5843" y="1037"/>
                  </a:cubicBezTo>
                  <a:cubicBezTo>
                    <a:pt x="5831" y="1037"/>
                    <a:pt x="5817" y="1041"/>
                    <a:pt x="5823" y="1045"/>
                  </a:cubicBezTo>
                  <a:cubicBezTo>
                    <a:pt x="5828" y="1048"/>
                    <a:pt x="5834" y="1054"/>
                    <a:pt x="5844" y="1054"/>
                  </a:cubicBezTo>
                  <a:cubicBezTo>
                    <a:pt x="5854" y="1054"/>
                    <a:pt x="5859" y="1059"/>
                    <a:pt x="5864" y="1063"/>
                  </a:cubicBezTo>
                  <a:cubicBezTo>
                    <a:pt x="5869" y="1067"/>
                    <a:pt x="5875" y="1071"/>
                    <a:pt x="5883" y="1071"/>
                  </a:cubicBezTo>
                  <a:cubicBezTo>
                    <a:pt x="5892" y="1071"/>
                    <a:pt x="5910" y="1070"/>
                    <a:pt x="5913" y="1065"/>
                  </a:cubicBezTo>
                  <a:cubicBezTo>
                    <a:pt x="5917" y="1059"/>
                    <a:pt x="5936" y="1060"/>
                    <a:pt x="5937" y="1055"/>
                  </a:cubicBezTo>
                  <a:cubicBezTo>
                    <a:pt x="5937" y="1051"/>
                    <a:pt x="5940" y="1045"/>
                    <a:pt x="5945" y="1044"/>
                  </a:cubicBezTo>
                  <a:cubicBezTo>
                    <a:pt x="5951" y="1043"/>
                    <a:pt x="5951" y="1039"/>
                    <a:pt x="5949" y="1033"/>
                  </a:cubicBezTo>
                  <a:cubicBezTo>
                    <a:pt x="5948" y="1027"/>
                    <a:pt x="5945" y="1023"/>
                    <a:pt x="5937" y="1023"/>
                  </a:cubicBezTo>
                  <a:close/>
                  <a:moveTo>
                    <a:pt x="6104" y="1048"/>
                  </a:moveTo>
                  <a:cubicBezTo>
                    <a:pt x="6109" y="1051"/>
                    <a:pt x="6110" y="1051"/>
                    <a:pt x="6117" y="1047"/>
                  </a:cubicBezTo>
                  <a:cubicBezTo>
                    <a:pt x="6123" y="1044"/>
                    <a:pt x="6125" y="1042"/>
                    <a:pt x="6122" y="1040"/>
                  </a:cubicBezTo>
                  <a:cubicBezTo>
                    <a:pt x="6119" y="1038"/>
                    <a:pt x="6112" y="1030"/>
                    <a:pt x="6108" y="1035"/>
                  </a:cubicBezTo>
                  <a:cubicBezTo>
                    <a:pt x="6108" y="1035"/>
                    <a:pt x="6099" y="1045"/>
                    <a:pt x="6104" y="1048"/>
                  </a:cubicBezTo>
                  <a:close/>
                  <a:moveTo>
                    <a:pt x="7382" y="902"/>
                  </a:moveTo>
                  <a:cubicBezTo>
                    <a:pt x="7383" y="890"/>
                    <a:pt x="7400" y="888"/>
                    <a:pt x="7392" y="878"/>
                  </a:cubicBezTo>
                  <a:cubicBezTo>
                    <a:pt x="7384" y="868"/>
                    <a:pt x="7382" y="860"/>
                    <a:pt x="7375" y="854"/>
                  </a:cubicBezTo>
                  <a:cubicBezTo>
                    <a:pt x="7368" y="848"/>
                    <a:pt x="7359" y="848"/>
                    <a:pt x="7361" y="858"/>
                  </a:cubicBezTo>
                  <a:cubicBezTo>
                    <a:pt x="7361" y="858"/>
                    <a:pt x="7368" y="887"/>
                    <a:pt x="7357" y="888"/>
                  </a:cubicBezTo>
                  <a:cubicBezTo>
                    <a:pt x="7346" y="889"/>
                    <a:pt x="7349" y="899"/>
                    <a:pt x="7353" y="904"/>
                  </a:cubicBezTo>
                  <a:cubicBezTo>
                    <a:pt x="7357" y="909"/>
                    <a:pt x="7381" y="914"/>
                    <a:pt x="7382" y="902"/>
                  </a:cubicBezTo>
                  <a:close/>
                  <a:moveTo>
                    <a:pt x="7353" y="1067"/>
                  </a:moveTo>
                  <a:cubicBezTo>
                    <a:pt x="7367" y="1076"/>
                    <a:pt x="7370" y="1079"/>
                    <a:pt x="7377" y="1091"/>
                  </a:cubicBezTo>
                  <a:cubicBezTo>
                    <a:pt x="7384" y="1103"/>
                    <a:pt x="7403" y="1101"/>
                    <a:pt x="7403" y="1094"/>
                  </a:cubicBezTo>
                  <a:cubicBezTo>
                    <a:pt x="7403" y="1087"/>
                    <a:pt x="7398" y="1084"/>
                    <a:pt x="7388" y="1075"/>
                  </a:cubicBezTo>
                  <a:cubicBezTo>
                    <a:pt x="7378" y="1066"/>
                    <a:pt x="7356" y="1040"/>
                    <a:pt x="7349" y="1046"/>
                  </a:cubicBezTo>
                  <a:cubicBezTo>
                    <a:pt x="7349" y="1046"/>
                    <a:pt x="7339" y="1058"/>
                    <a:pt x="7353" y="1067"/>
                  </a:cubicBezTo>
                  <a:close/>
                  <a:moveTo>
                    <a:pt x="7685" y="1093"/>
                  </a:moveTo>
                  <a:cubicBezTo>
                    <a:pt x="7690" y="1087"/>
                    <a:pt x="7706" y="1087"/>
                    <a:pt x="7706" y="1080"/>
                  </a:cubicBezTo>
                  <a:cubicBezTo>
                    <a:pt x="7706" y="1073"/>
                    <a:pt x="7717" y="1075"/>
                    <a:pt x="7716" y="1064"/>
                  </a:cubicBezTo>
                  <a:cubicBezTo>
                    <a:pt x="7715" y="1053"/>
                    <a:pt x="7711" y="1055"/>
                    <a:pt x="7701" y="1049"/>
                  </a:cubicBezTo>
                  <a:cubicBezTo>
                    <a:pt x="7691" y="1043"/>
                    <a:pt x="7677" y="1042"/>
                    <a:pt x="7670" y="1049"/>
                  </a:cubicBezTo>
                  <a:cubicBezTo>
                    <a:pt x="7670" y="1049"/>
                    <a:pt x="7662" y="1059"/>
                    <a:pt x="7655" y="1059"/>
                  </a:cubicBezTo>
                  <a:cubicBezTo>
                    <a:pt x="7648" y="1059"/>
                    <a:pt x="7647" y="1065"/>
                    <a:pt x="7647" y="1070"/>
                  </a:cubicBezTo>
                  <a:cubicBezTo>
                    <a:pt x="7647" y="1075"/>
                    <a:pt x="7645" y="1081"/>
                    <a:pt x="7656" y="1086"/>
                  </a:cubicBezTo>
                  <a:cubicBezTo>
                    <a:pt x="7667" y="1091"/>
                    <a:pt x="7680" y="1099"/>
                    <a:pt x="7685" y="1093"/>
                  </a:cubicBezTo>
                  <a:close/>
                  <a:moveTo>
                    <a:pt x="7626" y="1154"/>
                  </a:moveTo>
                  <a:cubicBezTo>
                    <a:pt x="7632" y="1164"/>
                    <a:pt x="7642" y="1173"/>
                    <a:pt x="7648" y="1167"/>
                  </a:cubicBezTo>
                  <a:cubicBezTo>
                    <a:pt x="7654" y="1161"/>
                    <a:pt x="7655" y="1155"/>
                    <a:pt x="7673" y="1155"/>
                  </a:cubicBezTo>
                  <a:cubicBezTo>
                    <a:pt x="7691" y="1155"/>
                    <a:pt x="7703" y="1150"/>
                    <a:pt x="7709" y="1157"/>
                  </a:cubicBezTo>
                  <a:cubicBezTo>
                    <a:pt x="7715" y="1164"/>
                    <a:pt x="7731" y="1160"/>
                    <a:pt x="7733" y="1165"/>
                  </a:cubicBezTo>
                  <a:cubicBezTo>
                    <a:pt x="7735" y="1170"/>
                    <a:pt x="7759" y="1174"/>
                    <a:pt x="7776" y="1176"/>
                  </a:cubicBezTo>
                  <a:cubicBezTo>
                    <a:pt x="7793" y="1178"/>
                    <a:pt x="7842" y="1178"/>
                    <a:pt x="7849" y="1178"/>
                  </a:cubicBezTo>
                  <a:cubicBezTo>
                    <a:pt x="7856" y="1178"/>
                    <a:pt x="7865" y="1173"/>
                    <a:pt x="7865" y="1161"/>
                  </a:cubicBezTo>
                  <a:cubicBezTo>
                    <a:pt x="7865" y="1149"/>
                    <a:pt x="7865" y="1141"/>
                    <a:pt x="7855" y="1140"/>
                  </a:cubicBezTo>
                  <a:cubicBezTo>
                    <a:pt x="7845" y="1139"/>
                    <a:pt x="7854" y="1128"/>
                    <a:pt x="7831" y="1121"/>
                  </a:cubicBezTo>
                  <a:cubicBezTo>
                    <a:pt x="7808" y="1114"/>
                    <a:pt x="7803" y="1104"/>
                    <a:pt x="7793" y="1101"/>
                  </a:cubicBezTo>
                  <a:cubicBezTo>
                    <a:pt x="7783" y="1098"/>
                    <a:pt x="7784" y="1088"/>
                    <a:pt x="7772" y="1088"/>
                  </a:cubicBezTo>
                  <a:cubicBezTo>
                    <a:pt x="7760" y="1088"/>
                    <a:pt x="7746" y="1085"/>
                    <a:pt x="7746" y="1091"/>
                  </a:cubicBezTo>
                  <a:cubicBezTo>
                    <a:pt x="7746" y="1097"/>
                    <a:pt x="7739" y="1100"/>
                    <a:pt x="7729" y="1099"/>
                  </a:cubicBezTo>
                  <a:cubicBezTo>
                    <a:pt x="7729" y="1099"/>
                    <a:pt x="7708" y="1096"/>
                    <a:pt x="7702" y="1107"/>
                  </a:cubicBezTo>
                  <a:cubicBezTo>
                    <a:pt x="7696" y="1118"/>
                    <a:pt x="7683" y="1132"/>
                    <a:pt x="7677" y="1138"/>
                  </a:cubicBezTo>
                  <a:cubicBezTo>
                    <a:pt x="7671" y="1144"/>
                    <a:pt x="7671" y="1146"/>
                    <a:pt x="7655" y="1146"/>
                  </a:cubicBezTo>
                  <a:cubicBezTo>
                    <a:pt x="7639" y="1146"/>
                    <a:pt x="7620" y="1144"/>
                    <a:pt x="7626" y="1154"/>
                  </a:cubicBezTo>
                  <a:close/>
                  <a:moveTo>
                    <a:pt x="7451" y="932"/>
                  </a:moveTo>
                  <a:cubicBezTo>
                    <a:pt x="7461" y="937"/>
                    <a:pt x="7476" y="944"/>
                    <a:pt x="7476" y="950"/>
                  </a:cubicBezTo>
                  <a:cubicBezTo>
                    <a:pt x="7476" y="956"/>
                    <a:pt x="7477" y="959"/>
                    <a:pt x="7489" y="959"/>
                  </a:cubicBezTo>
                  <a:cubicBezTo>
                    <a:pt x="7501" y="959"/>
                    <a:pt x="7501" y="964"/>
                    <a:pt x="7507" y="972"/>
                  </a:cubicBezTo>
                  <a:cubicBezTo>
                    <a:pt x="7513" y="980"/>
                    <a:pt x="7511" y="988"/>
                    <a:pt x="7528" y="988"/>
                  </a:cubicBezTo>
                  <a:cubicBezTo>
                    <a:pt x="7545" y="988"/>
                    <a:pt x="7553" y="982"/>
                    <a:pt x="7562" y="993"/>
                  </a:cubicBezTo>
                  <a:cubicBezTo>
                    <a:pt x="7571" y="1004"/>
                    <a:pt x="7584" y="1010"/>
                    <a:pt x="7592" y="1005"/>
                  </a:cubicBezTo>
                  <a:cubicBezTo>
                    <a:pt x="7600" y="1000"/>
                    <a:pt x="7606" y="999"/>
                    <a:pt x="7608" y="992"/>
                  </a:cubicBezTo>
                  <a:cubicBezTo>
                    <a:pt x="7610" y="985"/>
                    <a:pt x="7607" y="978"/>
                    <a:pt x="7612" y="973"/>
                  </a:cubicBezTo>
                  <a:cubicBezTo>
                    <a:pt x="7617" y="968"/>
                    <a:pt x="7609" y="958"/>
                    <a:pt x="7621" y="959"/>
                  </a:cubicBezTo>
                  <a:cubicBezTo>
                    <a:pt x="7633" y="960"/>
                    <a:pt x="7640" y="967"/>
                    <a:pt x="7640" y="973"/>
                  </a:cubicBezTo>
                  <a:cubicBezTo>
                    <a:pt x="7640" y="979"/>
                    <a:pt x="7646" y="979"/>
                    <a:pt x="7654" y="980"/>
                  </a:cubicBezTo>
                  <a:cubicBezTo>
                    <a:pt x="7662" y="981"/>
                    <a:pt x="7670" y="987"/>
                    <a:pt x="7675" y="979"/>
                  </a:cubicBezTo>
                  <a:cubicBezTo>
                    <a:pt x="7680" y="971"/>
                    <a:pt x="7679" y="969"/>
                    <a:pt x="7696" y="970"/>
                  </a:cubicBezTo>
                  <a:cubicBezTo>
                    <a:pt x="7713" y="971"/>
                    <a:pt x="7719" y="964"/>
                    <a:pt x="7732" y="963"/>
                  </a:cubicBezTo>
                  <a:cubicBezTo>
                    <a:pt x="7745" y="962"/>
                    <a:pt x="7758" y="955"/>
                    <a:pt x="7767" y="962"/>
                  </a:cubicBezTo>
                  <a:cubicBezTo>
                    <a:pt x="7776" y="969"/>
                    <a:pt x="7778" y="981"/>
                    <a:pt x="7790" y="982"/>
                  </a:cubicBezTo>
                  <a:cubicBezTo>
                    <a:pt x="7802" y="983"/>
                    <a:pt x="7807" y="985"/>
                    <a:pt x="7807" y="977"/>
                  </a:cubicBezTo>
                  <a:cubicBezTo>
                    <a:pt x="7807" y="969"/>
                    <a:pt x="7826" y="970"/>
                    <a:pt x="7836" y="971"/>
                  </a:cubicBezTo>
                  <a:cubicBezTo>
                    <a:pt x="7846" y="972"/>
                    <a:pt x="7867" y="979"/>
                    <a:pt x="7869" y="968"/>
                  </a:cubicBezTo>
                  <a:cubicBezTo>
                    <a:pt x="7871" y="957"/>
                    <a:pt x="7882" y="956"/>
                    <a:pt x="7893" y="956"/>
                  </a:cubicBezTo>
                  <a:cubicBezTo>
                    <a:pt x="7904" y="956"/>
                    <a:pt x="7922" y="957"/>
                    <a:pt x="7934" y="947"/>
                  </a:cubicBezTo>
                  <a:cubicBezTo>
                    <a:pt x="7946" y="937"/>
                    <a:pt x="7934" y="925"/>
                    <a:pt x="7946" y="925"/>
                  </a:cubicBezTo>
                  <a:cubicBezTo>
                    <a:pt x="7958" y="925"/>
                    <a:pt x="7960" y="914"/>
                    <a:pt x="7952" y="915"/>
                  </a:cubicBezTo>
                  <a:cubicBezTo>
                    <a:pt x="7944" y="916"/>
                    <a:pt x="7944" y="911"/>
                    <a:pt x="7944" y="904"/>
                  </a:cubicBezTo>
                  <a:cubicBezTo>
                    <a:pt x="7944" y="897"/>
                    <a:pt x="7943" y="899"/>
                    <a:pt x="7954" y="899"/>
                  </a:cubicBezTo>
                  <a:cubicBezTo>
                    <a:pt x="7965" y="899"/>
                    <a:pt x="7958" y="891"/>
                    <a:pt x="7967" y="890"/>
                  </a:cubicBezTo>
                  <a:cubicBezTo>
                    <a:pt x="7976" y="889"/>
                    <a:pt x="7984" y="878"/>
                    <a:pt x="7971" y="877"/>
                  </a:cubicBezTo>
                  <a:cubicBezTo>
                    <a:pt x="7958" y="876"/>
                    <a:pt x="7947" y="873"/>
                    <a:pt x="7930" y="866"/>
                  </a:cubicBezTo>
                  <a:cubicBezTo>
                    <a:pt x="7913" y="859"/>
                    <a:pt x="7906" y="852"/>
                    <a:pt x="7897" y="853"/>
                  </a:cubicBezTo>
                  <a:cubicBezTo>
                    <a:pt x="7888" y="854"/>
                    <a:pt x="7886" y="854"/>
                    <a:pt x="7880" y="843"/>
                  </a:cubicBezTo>
                  <a:cubicBezTo>
                    <a:pt x="7874" y="832"/>
                    <a:pt x="7870" y="841"/>
                    <a:pt x="7862" y="842"/>
                  </a:cubicBezTo>
                  <a:cubicBezTo>
                    <a:pt x="7854" y="843"/>
                    <a:pt x="7860" y="854"/>
                    <a:pt x="7845" y="852"/>
                  </a:cubicBezTo>
                  <a:cubicBezTo>
                    <a:pt x="7830" y="850"/>
                    <a:pt x="7827" y="854"/>
                    <a:pt x="7831" y="859"/>
                  </a:cubicBezTo>
                  <a:cubicBezTo>
                    <a:pt x="7835" y="864"/>
                    <a:pt x="7842" y="883"/>
                    <a:pt x="7822" y="884"/>
                  </a:cubicBezTo>
                  <a:cubicBezTo>
                    <a:pt x="7802" y="885"/>
                    <a:pt x="7804" y="898"/>
                    <a:pt x="7804" y="902"/>
                  </a:cubicBezTo>
                  <a:cubicBezTo>
                    <a:pt x="7804" y="906"/>
                    <a:pt x="7804" y="914"/>
                    <a:pt x="7813" y="918"/>
                  </a:cubicBezTo>
                  <a:cubicBezTo>
                    <a:pt x="7822" y="922"/>
                    <a:pt x="7835" y="932"/>
                    <a:pt x="7833" y="941"/>
                  </a:cubicBezTo>
                  <a:cubicBezTo>
                    <a:pt x="7831" y="950"/>
                    <a:pt x="7825" y="952"/>
                    <a:pt x="7813" y="951"/>
                  </a:cubicBezTo>
                  <a:cubicBezTo>
                    <a:pt x="7801" y="950"/>
                    <a:pt x="7809" y="936"/>
                    <a:pt x="7795" y="927"/>
                  </a:cubicBezTo>
                  <a:cubicBezTo>
                    <a:pt x="7781" y="918"/>
                    <a:pt x="7777" y="895"/>
                    <a:pt x="7772" y="892"/>
                  </a:cubicBezTo>
                  <a:cubicBezTo>
                    <a:pt x="7767" y="889"/>
                    <a:pt x="7764" y="880"/>
                    <a:pt x="7778" y="877"/>
                  </a:cubicBezTo>
                  <a:cubicBezTo>
                    <a:pt x="7792" y="874"/>
                    <a:pt x="7787" y="864"/>
                    <a:pt x="7800" y="864"/>
                  </a:cubicBezTo>
                  <a:cubicBezTo>
                    <a:pt x="7813" y="864"/>
                    <a:pt x="7820" y="870"/>
                    <a:pt x="7822" y="859"/>
                  </a:cubicBezTo>
                  <a:cubicBezTo>
                    <a:pt x="7824" y="848"/>
                    <a:pt x="7808" y="846"/>
                    <a:pt x="7798" y="841"/>
                  </a:cubicBezTo>
                  <a:cubicBezTo>
                    <a:pt x="7788" y="836"/>
                    <a:pt x="7770" y="830"/>
                    <a:pt x="7765" y="822"/>
                  </a:cubicBezTo>
                  <a:cubicBezTo>
                    <a:pt x="7760" y="814"/>
                    <a:pt x="7750" y="811"/>
                    <a:pt x="7739" y="811"/>
                  </a:cubicBezTo>
                  <a:cubicBezTo>
                    <a:pt x="7728" y="811"/>
                    <a:pt x="7730" y="817"/>
                    <a:pt x="7720" y="818"/>
                  </a:cubicBezTo>
                  <a:cubicBezTo>
                    <a:pt x="7710" y="819"/>
                    <a:pt x="7700" y="824"/>
                    <a:pt x="7700" y="836"/>
                  </a:cubicBezTo>
                  <a:cubicBezTo>
                    <a:pt x="7700" y="848"/>
                    <a:pt x="7696" y="859"/>
                    <a:pt x="7700" y="863"/>
                  </a:cubicBezTo>
                  <a:cubicBezTo>
                    <a:pt x="7704" y="867"/>
                    <a:pt x="7711" y="871"/>
                    <a:pt x="7700" y="877"/>
                  </a:cubicBezTo>
                  <a:cubicBezTo>
                    <a:pt x="7689" y="883"/>
                    <a:pt x="7684" y="881"/>
                    <a:pt x="7681" y="875"/>
                  </a:cubicBezTo>
                  <a:cubicBezTo>
                    <a:pt x="7678" y="869"/>
                    <a:pt x="7674" y="872"/>
                    <a:pt x="7672" y="862"/>
                  </a:cubicBezTo>
                  <a:cubicBezTo>
                    <a:pt x="7670" y="852"/>
                    <a:pt x="7672" y="852"/>
                    <a:pt x="7661" y="852"/>
                  </a:cubicBezTo>
                  <a:cubicBezTo>
                    <a:pt x="7650" y="852"/>
                    <a:pt x="7636" y="854"/>
                    <a:pt x="7636" y="843"/>
                  </a:cubicBezTo>
                  <a:cubicBezTo>
                    <a:pt x="7636" y="832"/>
                    <a:pt x="7637" y="828"/>
                    <a:pt x="7618" y="825"/>
                  </a:cubicBezTo>
                  <a:cubicBezTo>
                    <a:pt x="7599" y="822"/>
                    <a:pt x="7583" y="824"/>
                    <a:pt x="7581" y="813"/>
                  </a:cubicBezTo>
                  <a:cubicBezTo>
                    <a:pt x="7579" y="802"/>
                    <a:pt x="7579" y="796"/>
                    <a:pt x="7568" y="794"/>
                  </a:cubicBezTo>
                  <a:cubicBezTo>
                    <a:pt x="7557" y="792"/>
                    <a:pt x="7552" y="796"/>
                    <a:pt x="7548" y="799"/>
                  </a:cubicBezTo>
                  <a:cubicBezTo>
                    <a:pt x="7544" y="802"/>
                    <a:pt x="7547" y="811"/>
                    <a:pt x="7538" y="810"/>
                  </a:cubicBezTo>
                  <a:cubicBezTo>
                    <a:pt x="7529" y="809"/>
                    <a:pt x="7524" y="805"/>
                    <a:pt x="7521" y="811"/>
                  </a:cubicBezTo>
                  <a:cubicBezTo>
                    <a:pt x="7518" y="817"/>
                    <a:pt x="7512" y="828"/>
                    <a:pt x="7497" y="827"/>
                  </a:cubicBezTo>
                  <a:cubicBezTo>
                    <a:pt x="7497" y="827"/>
                    <a:pt x="7479" y="822"/>
                    <a:pt x="7479" y="834"/>
                  </a:cubicBezTo>
                  <a:cubicBezTo>
                    <a:pt x="7479" y="846"/>
                    <a:pt x="7477" y="850"/>
                    <a:pt x="7467" y="851"/>
                  </a:cubicBezTo>
                  <a:cubicBezTo>
                    <a:pt x="7457" y="852"/>
                    <a:pt x="7450" y="856"/>
                    <a:pt x="7450" y="866"/>
                  </a:cubicBezTo>
                  <a:cubicBezTo>
                    <a:pt x="7450" y="876"/>
                    <a:pt x="7451" y="880"/>
                    <a:pt x="7457" y="883"/>
                  </a:cubicBezTo>
                  <a:cubicBezTo>
                    <a:pt x="7463" y="886"/>
                    <a:pt x="7464" y="892"/>
                    <a:pt x="7462" y="898"/>
                  </a:cubicBezTo>
                  <a:cubicBezTo>
                    <a:pt x="7460" y="904"/>
                    <a:pt x="7463" y="903"/>
                    <a:pt x="7450" y="907"/>
                  </a:cubicBezTo>
                  <a:cubicBezTo>
                    <a:pt x="7437" y="911"/>
                    <a:pt x="7441" y="927"/>
                    <a:pt x="7451" y="932"/>
                  </a:cubicBezTo>
                  <a:close/>
                  <a:moveTo>
                    <a:pt x="8030" y="932"/>
                  </a:moveTo>
                  <a:cubicBezTo>
                    <a:pt x="8038" y="932"/>
                    <a:pt x="8040" y="940"/>
                    <a:pt x="8050" y="940"/>
                  </a:cubicBezTo>
                  <a:cubicBezTo>
                    <a:pt x="8060" y="940"/>
                    <a:pt x="8072" y="939"/>
                    <a:pt x="8073" y="948"/>
                  </a:cubicBezTo>
                  <a:cubicBezTo>
                    <a:pt x="8074" y="957"/>
                    <a:pt x="8078" y="958"/>
                    <a:pt x="8092" y="958"/>
                  </a:cubicBezTo>
                  <a:cubicBezTo>
                    <a:pt x="8106" y="958"/>
                    <a:pt x="8103" y="959"/>
                    <a:pt x="8115" y="962"/>
                  </a:cubicBezTo>
                  <a:cubicBezTo>
                    <a:pt x="8127" y="965"/>
                    <a:pt x="8141" y="969"/>
                    <a:pt x="8149" y="974"/>
                  </a:cubicBezTo>
                  <a:cubicBezTo>
                    <a:pt x="8157" y="979"/>
                    <a:pt x="8168" y="986"/>
                    <a:pt x="8186" y="989"/>
                  </a:cubicBezTo>
                  <a:cubicBezTo>
                    <a:pt x="8204" y="992"/>
                    <a:pt x="8249" y="993"/>
                    <a:pt x="8258" y="987"/>
                  </a:cubicBezTo>
                  <a:cubicBezTo>
                    <a:pt x="8267" y="981"/>
                    <a:pt x="8275" y="979"/>
                    <a:pt x="8285" y="979"/>
                  </a:cubicBezTo>
                  <a:cubicBezTo>
                    <a:pt x="8295" y="979"/>
                    <a:pt x="8298" y="971"/>
                    <a:pt x="8307" y="971"/>
                  </a:cubicBezTo>
                  <a:cubicBezTo>
                    <a:pt x="8316" y="971"/>
                    <a:pt x="8321" y="968"/>
                    <a:pt x="8323" y="962"/>
                  </a:cubicBezTo>
                  <a:cubicBezTo>
                    <a:pt x="8325" y="956"/>
                    <a:pt x="8337" y="957"/>
                    <a:pt x="8338" y="947"/>
                  </a:cubicBezTo>
                  <a:cubicBezTo>
                    <a:pt x="8339" y="937"/>
                    <a:pt x="8335" y="933"/>
                    <a:pt x="8330" y="933"/>
                  </a:cubicBezTo>
                  <a:cubicBezTo>
                    <a:pt x="8325" y="933"/>
                    <a:pt x="8315" y="942"/>
                    <a:pt x="8308" y="937"/>
                  </a:cubicBezTo>
                  <a:cubicBezTo>
                    <a:pt x="8301" y="932"/>
                    <a:pt x="8291" y="926"/>
                    <a:pt x="8279" y="925"/>
                  </a:cubicBezTo>
                  <a:cubicBezTo>
                    <a:pt x="8267" y="924"/>
                    <a:pt x="8256" y="927"/>
                    <a:pt x="8249" y="922"/>
                  </a:cubicBezTo>
                  <a:cubicBezTo>
                    <a:pt x="8242" y="917"/>
                    <a:pt x="8240" y="915"/>
                    <a:pt x="8230" y="915"/>
                  </a:cubicBezTo>
                  <a:cubicBezTo>
                    <a:pt x="8220" y="915"/>
                    <a:pt x="8215" y="914"/>
                    <a:pt x="8211" y="918"/>
                  </a:cubicBezTo>
                  <a:cubicBezTo>
                    <a:pt x="8207" y="922"/>
                    <a:pt x="8209" y="925"/>
                    <a:pt x="8195" y="923"/>
                  </a:cubicBezTo>
                  <a:cubicBezTo>
                    <a:pt x="8181" y="921"/>
                    <a:pt x="8181" y="920"/>
                    <a:pt x="8180" y="910"/>
                  </a:cubicBezTo>
                  <a:cubicBezTo>
                    <a:pt x="8179" y="900"/>
                    <a:pt x="8168" y="896"/>
                    <a:pt x="8153" y="896"/>
                  </a:cubicBezTo>
                  <a:cubicBezTo>
                    <a:pt x="8138" y="896"/>
                    <a:pt x="8112" y="897"/>
                    <a:pt x="8108" y="903"/>
                  </a:cubicBezTo>
                  <a:cubicBezTo>
                    <a:pt x="8104" y="909"/>
                    <a:pt x="8087" y="912"/>
                    <a:pt x="8078" y="909"/>
                  </a:cubicBezTo>
                  <a:cubicBezTo>
                    <a:pt x="8069" y="906"/>
                    <a:pt x="8069" y="891"/>
                    <a:pt x="8065" y="885"/>
                  </a:cubicBezTo>
                  <a:cubicBezTo>
                    <a:pt x="8061" y="879"/>
                    <a:pt x="8046" y="880"/>
                    <a:pt x="8046" y="885"/>
                  </a:cubicBezTo>
                  <a:cubicBezTo>
                    <a:pt x="8046" y="890"/>
                    <a:pt x="8038" y="892"/>
                    <a:pt x="8041" y="898"/>
                  </a:cubicBezTo>
                  <a:cubicBezTo>
                    <a:pt x="8041" y="898"/>
                    <a:pt x="8040" y="916"/>
                    <a:pt x="8032" y="916"/>
                  </a:cubicBezTo>
                  <a:cubicBezTo>
                    <a:pt x="8024" y="916"/>
                    <a:pt x="8022" y="932"/>
                    <a:pt x="8030" y="932"/>
                  </a:cubicBezTo>
                  <a:close/>
                  <a:moveTo>
                    <a:pt x="8191" y="743"/>
                  </a:moveTo>
                  <a:cubicBezTo>
                    <a:pt x="8199" y="743"/>
                    <a:pt x="8222" y="747"/>
                    <a:pt x="8227" y="741"/>
                  </a:cubicBezTo>
                  <a:cubicBezTo>
                    <a:pt x="8232" y="735"/>
                    <a:pt x="8237" y="728"/>
                    <a:pt x="8227" y="726"/>
                  </a:cubicBezTo>
                  <a:cubicBezTo>
                    <a:pt x="8217" y="724"/>
                    <a:pt x="8224" y="724"/>
                    <a:pt x="8207" y="725"/>
                  </a:cubicBezTo>
                  <a:cubicBezTo>
                    <a:pt x="8207" y="725"/>
                    <a:pt x="8195" y="722"/>
                    <a:pt x="8187" y="729"/>
                  </a:cubicBezTo>
                  <a:cubicBezTo>
                    <a:pt x="8179" y="736"/>
                    <a:pt x="8176" y="729"/>
                    <a:pt x="8176" y="738"/>
                  </a:cubicBezTo>
                  <a:cubicBezTo>
                    <a:pt x="8176" y="747"/>
                    <a:pt x="8183" y="743"/>
                    <a:pt x="8191" y="743"/>
                  </a:cubicBezTo>
                  <a:close/>
                  <a:moveTo>
                    <a:pt x="15" y="3104"/>
                  </a:moveTo>
                  <a:cubicBezTo>
                    <a:pt x="20" y="3117"/>
                    <a:pt x="27" y="3118"/>
                    <a:pt x="38" y="3119"/>
                  </a:cubicBezTo>
                  <a:cubicBezTo>
                    <a:pt x="48" y="3120"/>
                    <a:pt x="60" y="3111"/>
                    <a:pt x="73" y="3118"/>
                  </a:cubicBezTo>
                  <a:cubicBezTo>
                    <a:pt x="85" y="3125"/>
                    <a:pt x="93" y="3126"/>
                    <a:pt x="100" y="3124"/>
                  </a:cubicBezTo>
                  <a:cubicBezTo>
                    <a:pt x="108" y="3122"/>
                    <a:pt x="123" y="3118"/>
                    <a:pt x="139" y="3117"/>
                  </a:cubicBezTo>
                  <a:cubicBezTo>
                    <a:pt x="150" y="3117"/>
                    <a:pt x="171" y="3118"/>
                    <a:pt x="185" y="3113"/>
                  </a:cubicBezTo>
                  <a:cubicBezTo>
                    <a:pt x="185" y="3113"/>
                    <a:pt x="185" y="3113"/>
                    <a:pt x="185" y="3113"/>
                  </a:cubicBezTo>
                  <a:cubicBezTo>
                    <a:pt x="176" y="3109"/>
                    <a:pt x="184" y="3097"/>
                    <a:pt x="187" y="3086"/>
                  </a:cubicBezTo>
                  <a:cubicBezTo>
                    <a:pt x="191" y="3075"/>
                    <a:pt x="186" y="3070"/>
                    <a:pt x="181" y="3063"/>
                  </a:cubicBezTo>
                  <a:cubicBezTo>
                    <a:pt x="175" y="3057"/>
                    <a:pt x="159" y="3055"/>
                    <a:pt x="152" y="3055"/>
                  </a:cubicBezTo>
                  <a:cubicBezTo>
                    <a:pt x="145" y="3055"/>
                    <a:pt x="138" y="3053"/>
                    <a:pt x="130" y="3055"/>
                  </a:cubicBezTo>
                  <a:cubicBezTo>
                    <a:pt x="121" y="3056"/>
                    <a:pt x="111" y="3047"/>
                    <a:pt x="108" y="3042"/>
                  </a:cubicBezTo>
                  <a:cubicBezTo>
                    <a:pt x="105" y="3036"/>
                    <a:pt x="96" y="3037"/>
                    <a:pt x="93" y="3039"/>
                  </a:cubicBezTo>
                  <a:cubicBezTo>
                    <a:pt x="90" y="3042"/>
                    <a:pt x="86" y="3038"/>
                    <a:pt x="80" y="3034"/>
                  </a:cubicBezTo>
                  <a:cubicBezTo>
                    <a:pt x="78" y="3032"/>
                    <a:pt x="72" y="3032"/>
                    <a:pt x="66" y="3033"/>
                  </a:cubicBezTo>
                  <a:cubicBezTo>
                    <a:pt x="62" y="3050"/>
                    <a:pt x="99" y="3037"/>
                    <a:pt x="86" y="3060"/>
                  </a:cubicBezTo>
                  <a:cubicBezTo>
                    <a:pt x="78" y="3074"/>
                    <a:pt x="56" y="3059"/>
                    <a:pt x="27" y="3056"/>
                  </a:cubicBezTo>
                  <a:cubicBezTo>
                    <a:pt x="3" y="3054"/>
                    <a:pt x="5" y="3075"/>
                    <a:pt x="0" y="3090"/>
                  </a:cubicBezTo>
                  <a:cubicBezTo>
                    <a:pt x="5" y="3092"/>
                    <a:pt x="12" y="3096"/>
                    <a:pt x="15" y="3104"/>
                  </a:cubicBezTo>
                  <a:close/>
                  <a:moveTo>
                    <a:pt x="4899" y="780"/>
                  </a:moveTo>
                  <a:cubicBezTo>
                    <a:pt x="4899" y="780"/>
                    <a:pt x="4891" y="778"/>
                    <a:pt x="4887" y="787"/>
                  </a:cubicBezTo>
                  <a:cubicBezTo>
                    <a:pt x="4883" y="796"/>
                    <a:pt x="4877" y="802"/>
                    <a:pt x="4891" y="805"/>
                  </a:cubicBezTo>
                  <a:cubicBezTo>
                    <a:pt x="4905" y="808"/>
                    <a:pt x="4906" y="804"/>
                    <a:pt x="4906" y="796"/>
                  </a:cubicBezTo>
                  <a:cubicBezTo>
                    <a:pt x="4906" y="788"/>
                    <a:pt x="4911" y="779"/>
                    <a:pt x="4899" y="780"/>
                  </a:cubicBezTo>
                  <a:close/>
                  <a:moveTo>
                    <a:pt x="3590" y="1184"/>
                  </a:moveTo>
                  <a:cubicBezTo>
                    <a:pt x="3591" y="1191"/>
                    <a:pt x="3609" y="1199"/>
                    <a:pt x="3609" y="1192"/>
                  </a:cubicBezTo>
                  <a:cubicBezTo>
                    <a:pt x="3609" y="1185"/>
                    <a:pt x="3619" y="1181"/>
                    <a:pt x="3609" y="1181"/>
                  </a:cubicBezTo>
                  <a:cubicBezTo>
                    <a:pt x="3609" y="1181"/>
                    <a:pt x="3589" y="1177"/>
                    <a:pt x="3590" y="1184"/>
                  </a:cubicBezTo>
                  <a:close/>
                  <a:moveTo>
                    <a:pt x="2130" y="1422"/>
                  </a:moveTo>
                  <a:cubicBezTo>
                    <a:pt x="2125" y="1418"/>
                    <a:pt x="2122" y="1422"/>
                    <a:pt x="2113" y="1417"/>
                  </a:cubicBezTo>
                  <a:cubicBezTo>
                    <a:pt x="2113" y="1417"/>
                    <a:pt x="2095" y="1404"/>
                    <a:pt x="2085" y="1405"/>
                  </a:cubicBezTo>
                  <a:cubicBezTo>
                    <a:pt x="2075" y="1405"/>
                    <a:pt x="2073" y="1417"/>
                    <a:pt x="2083" y="1425"/>
                  </a:cubicBezTo>
                  <a:cubicBezTo>
                    <a:pt x="2094" y="1432"/>
                    <a:pt x="2120" y="1448"/>
                    <a:pt x="2123" y="1442"/>
                  </a:cubicBezTo>
                  <a:cubicBezTo>
                    <a:pt x="2125" y="1435"/>
                    <a:pt x="2135" y="1427"/>
                    <a:pt x="2130" y="1422"/>
                  </a:cubicBezTo>
                  <a:close/>
                  <a:moveTo>
                    <a:pt x="9324" y="3049"/>
                  </a:moveTo>
                  <a:cubicBezTo>
                    <a:pt x="9324" y="3049"/>
                    <a:pt x="9326" y="3029"/>
                    <a:pt x="9311" y="3029"/>
                  </a:cubicBezTo>
                  <a:cubicBezTo>
                    <a:pt x="9296" y="3029"/>
                    <a:pt x="9286" y="3033"/>
                    <a:pt x="9295" y="3039"/>
                  </a:cubicBezTo>
                  <a:cubicBezTo>
                    <a:pt x="9303" y="3046"/>
                    <a:pt x="9303" y="3064"/>
                    <a:pt x="9315" y="3066"/>
                  </a:cubicBezTo>
                  <a:cubicBezTo>
                    <a:pt x="9327" y="3068"/>
                    <a:pt x="9332" y="3076"/>
                    <a:pt x="9339" y="3084"/>
                  </a:cubicBezTo>
                  <a:cubicBezTo>
                    <a:pt x="9345" y="3093"/>
                    <a:pt x="9350" y="3082"/>
                    <a:pt x="9345" y="3075"/>
                  </a:cubicBezTo>
                  <a:cubicBezTo>
                    <a:pt x="9340" y="3067"/>
                    <a:pt x="9325" y="3055"/>
                    <a:pt x="9324" y="3049"/>
                  </a:cubicBezTo>
                  <a:close/>
                  <a:moveTo>
                    <a:pt x="9413" y="3079"/>
                  </a:moveTo>
                  <a:cubicBezTo>
                    <a:pt x="9413" y="3079"/>
                    <a:pt x="9395" y="3067"/>
                    <a:pt x="9393" y="3071"/>
                  </a:cubicBezTo>
                  <a:cubicBezTo>
                    <a:pt x="9391" y="3076"/>
                    <a:pt x="9395" y="3081"/>
                    <a:pt x="9405" y="3087"/>
                  </a:cubicBezTo>
                  <a:cubicBezTo>
                    <a:pt x="9415" y="3094"/>
                    <a:pt x="9421" y="3094"/>
                    <a:pt x="9426" y="3101"/>
                  </a:cubicBezTo>
                  <a:cubicBezTo>
                    <a:pt x="9432" y="3109"/>
                    <a:pt x="9443" y="3106"/>
                    <a:pt x="9434" y="3096"/>
                  </a:cubicBezTo>
                  <a:cubicBezTo>
                    <a:pt x="9424" y="3086"/>
                    <a:pt x="9425" y="3091"/>
                    <a:pt x="9413" y="3079"/>
                  </a:cubicBezTo>
                  <a:close/>
                </a:path>
              </a:pathLst>
            </a:custGeom>
            <a:solidFill>
              <a:srgbClr val="FFFFFF"/>
            </a:solidFill>
            <a:ln w="4763" cap="flat">
              <a:solidFill>
                <a:srgbClr val="FF66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5367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9</Words>
  <Application>Microsoft Office PowerPoint</Application>
  <PresentationFormat>On-screen Show (16:9)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Russia with  country names</vt:lpstr>
      <vt:lpstr>Russia without 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32</cp:revision>
  <dcterms:created xsi:type="dcterms:W3CDTF">2016-08-11T14:02:28Z</dcterms:created>
  <dcterms:modified xsi:type="dcterms:W3CDTF">2016-09-20T09:04:18Z</dcterms:modified>
</cp:coreProperties>
</file>