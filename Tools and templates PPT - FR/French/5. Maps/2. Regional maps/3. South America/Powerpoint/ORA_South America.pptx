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4"/>
  </p:notesMasterIdLst>
  <p:sldIdLst>
    <p:sldId id="264" r:id="rId2"/>
    <p:sldId id="265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6" userDrawn="1">
          <p15:clr>
            <a:srgbClr val="A4A3A4"/>
          </p15:clr>
        </p15:guide>
        <p15:guide id="12" orient="horz" pos="744" userDrawn="1">
          <p15:clr>
            <a:srgbClr val="A4A3A4"/>
          </p15:clr>
        </p15:guide>
        <p15:guide id="13" orient="horz" pos="1621" userDrawn="1">
          <p15:clr>
            <a:srgbClr val="A4A3A4"/>
          </p15:clr>
        </p15:guide>
        <p15:guide id="14" orient="horz" pos="2867" userDrawn="1">
          <p15:clr>
            <a:srgbClr val="A4A3A4"/>
          </p15:clr>
        </p15:guide>
        <p15:guide id="15" pos="198" userDrawn="1">
          <p15:clr>
            <a:srgbClr val="A4A3A4"/>
          </p15:clr>
        </p15:guide>
        <p15:guide id="16" pos="5562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D200"/>
    <a:srgbClr val="FFFFFF"/>
    <a:srgbClr val="A885D8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9130" autoAdjust="0"/>
  </p:normalViewPr>
  <p:slideViewPr>
    <p:cSldViewPr showGuides="1">
      <p:cViewPr varScale="1">
        <p:scale>
          <a:sx n="101" d="100"/>
          <a:sy n="101" d="100"/>
        </p:scale>
        <p:origin x="-204" y="-84"/>
      </p:cViewPr>
      <p:guideLst>
        <p:guide orient="horz" pos="169"/>
        <p:guide orient="horz" pos="636"/>
        <p:guide orient="horz" pos="744"/>
        <p:guide orient="horz" pos="1621"/>
        <p:guide orient="horz" pos="2867"/>
        <p:guide pos="2880"/>
        <p:guide pos="198"/>
        <p:guide pos="5562"/>
      </p:guideLst>
    </p:cSldViewPr>
  </p:slideViewPr>
  <p:outlineViewPr>
    <p:cViewPr>
      <p:scale>
        <a:sx n="33" d="100"/>
        <a:sy n="33" d="100"/>
      </p:scale>
      <p:origin x="0" y="14958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20/09/2016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0" y="1183484"/>
            <a:ext cx="8520500" cy="3369466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2858" y="267618"/>
            <a:ext cx="4829966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5" y="266701"/>
            <a:ext cx="3033713" cy="340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687" y="2704144"/>
            <a:ext cx="4831185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 and date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7038"/>
            <a:ext cx="612775" cy="612775"/>
            <a:chOff x="313535" y="4237038"/>
            <a:chExt cx="612775" cy="612775"/>
          </a:xfrm>
        </p:grpSpPr>
        <p:sp>
          <p:nvSpPr>
            <p:cNvPr id="19" name="Rectangle 5"/>
            <p:cNvSpPr>
              <a:spLocks noChangeArrowheads="1"/>
            </p:cNvSpPr>
            <p:nvPr userDrawn="1"/>
          </p:nvSpPr>
          <p:spPr bwMode="auto">
            <a:xfrm>
              <a:off x="313535" y="4237038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6"/>
            <p:cNvSpPr>
              <a:spLocks noEditPoints="1"/>
            </p:cNvSpPr>
            <p:nvPr userDrawn="1"/>
          </p:nvSpPr>
          <p:spPr bwMode="auto">
            <a:xfrm>
              <a:off x="500860" y="4711701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7"/>
            <p:cNvSpPr>
              <a:spLocks/>
            </p:cNvSpPr>
            <p:nvPr userDrawn="1"/>
          </p:nvSpPr>
          <p:spPr bwMode="auto">
            <a:xfrm>
              <a:off x="592935" y="4711701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778673" y="4711701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346873" y="4711701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0"/>
            <p:cNvSpPr>
              <a:spLocks/>
            </p:cNvSpPr>
            <p:nvPr userDrawn="1"/>
          </p:nvSpPr>
          <p:spPr bwMode="auto">
            <a:xfrm>
              <a:off x="446885" y="4711701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1"/>
            <p:cNvSpPr>
              <a:spLocks noEditPoints="1"/>
            </p:cNvSpPr>
            <p:nvPr userDrawn="1"/>
          </p:nvSpPr>
          <p:spPr bwMode="auto">
            <a:xfrm>
              <a:off x="685010" y="4711701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12"/>
            <p:cNvSpPr>
              <a:spLocks noEditPoints="1"/>
            </p:cNvSpPr>
            <p:nvPr userDrawn="1"/>
          </p:nvSpPr>
          <p:spPr bwMode="auto">
            <a:xfrm>
              <a:off x="843760" y="4681538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9" y="268292"/>
            <a:ext cx="8519642" cy="4284658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contents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4662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en-US" dirty="0"/>
              <a:t>Click to edit section number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3698"/>
            <a:ext cx="3968055" cy="336925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3698"/>
            <a:ext cx="3968055" cy="336441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200" y="268288"/>
            <a:ext cx="8519650" cy="7413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3484"/>
            <a:ext cx="8516475" cy="3369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1" r:id="rId5"/>
    <p:sldLayoutId id="2147483662" r:id="rId6"/>
    <p:sldLayoutId id="2147483663" r:id="rId7"/>
    <p:sldLayoutId id="2147483666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80496" y="510522"/>
            <a:ext cx="4183256" cy="4218421"/>
            <a:chOff x="1880496" y="510522"/>
            <a:chExt cx="4183256" cy="4218421"/>
          </a:xfrm>
        </p:grpSpPr>
        <p:grpSp>
          <p:nvGrpSpPr>
            <p:cNvPr id="67" name="Group 4"/>
            <p:cNvGrpSpPr>
              <a:grpSpLocks noChangeAspect="1"/>
            </p:cNvGrpSpPr>
            <p:nvPr/>
          </p:nvGrpSpPr>
          <p:grpSpPr bwMode="auto">
            <a:xfrm>
              <a:off x="1880496" y="510522"/>
              <a:ext cx="4183256" cy="4218421"/>
              <a:chOff x="1277" y="2"/>
              <a:chExt cx="3212" cy="3239"/>
            </a:xfrm>
            <a:solidFill>
              <a:schemeClr val="bg1"/>
            </a:solidFill>
          </p:grpSpPr>
          <p:sp>
            <p:nvSpPr>
              <p:cNvPr id="68" name="Freeform 5"/>
              <p:cNvSpPr>
                <a:spLocks/>
              </p:cNvSpPr>
              <p:nvPr/>
            </p:nvSpPr>
            <p:spPr bwMode="auto">
              <a:xfrm>
                <a:off x="3369" y="2965"/>
                <a:ext cx="90" cy="68"/>
              </a:xfrm>
              <a:custGeom>
                <a:avLst/>
                <a:gdLst>
                  <a:gd name="T0" fmla="*/ 62 w 134"/>
                  <a:gd name="T1" fmla="*/ 25 h 101"/>
                  <a:gd name="T2" fmla="*/ 50 w 134"/>
                  <a:gd name="T3" fmla="*/ 28 h 101"/>
                  <a:gd name="T4" fmla="*/ 32 w 134"/>
                  <a:gd name="T5" fmla="*/ 31 h 101"/>
                  <a:gd name="T6" fmla="*/ 49 w 134"/>
                  <a:gd name="T7" fmla="*/ 44 h 101"/>
                  <a:gd name="T8" fmla="*/ 50 w 134"/>
                  <a:gd name="T9" fmla="*/ 57 h 101"/>
                  <a:gd name="T10" fmla="*/ 37 w 134"/>
                  <a:gd name="T11" fmla="*/ 59 h 101"/>
                  <a:gd name="T12" fmla="*/ 41 w 134"/>
                  <a:gd name="T13" fmla="*/ 77 h 101"/>
                  <a:gd name="T14" fmla="*/ 25 w 134"/>
                  <a:gd name="T15" fmla="*/ 74 h 101"/>
                  <a:gd name="T16" fmla="*/ 7 w 134"/>
                  <a:gd name="T17" fmla="*/ 62 h 101"/>
                  <a:gd name="T18" fmla="*/ 7 w 134"/>
                  <a:gd name="T19" fmla="*/ 71 h 101"/>
                  <a:gd name="T20" fmla="*/ 22 w 134"/>
                  <a:gd name="T21" fmla="*/ 96 h 101"/>
                  <a:gd name="T22" fmla="*/ 49 w 134"/>
                  <a:gd name="T23" fmla="*/ 99 h 101"/>
                  <a:gd name="T24" fmla="*/ 77 w 134"/>
                  <a:gd name="T25" fmla="*/ 88 h 101"/>
                  <a:gd name="T26" fmla="*/ 97 w 134"/>
                  <a:gd name="T27" fmla="*/ 73 h 101"/>
                  <a:gd name="T28" fmla="*/ 121 w 134"/>
                  <a:gd name="T29" fmla="*/ 47 h 101"/>
                  <a:gd name="T30" fmla="*/ 134 w 134"/>
                  <a:gd name="T31" fmla="*/ 34 h 101"/>
                  <a:gd name="T32" fmla="*/ 120 w 134"/>
                  <a:gd name="T33" fmla="*/ 30 h 101"/>
                  <a:gd name="T34" fmla="*/ 106 w 134"/>
                  <a:gd name="T35" fmla="*/ 30 h 101"/>
                  <a:gd name="T36" fmla="*/ 99 w 134"/>
                  <a:gd name="T37" fmla="*/ 14 h 101"/>
                  <a:gd name="T38" fmla="*/ 90 w 134"/>
                  <a:gd name="T39" fmla="*/ 23 h 101"/>
                  <a:gd name="T40" fmla="*/ 86 w 134"/>
                  <a:gd name="T41" fmla="*/ 14 h 101"/>
                  <a:gd name="T42" fmla="*/ 80 w 134"/>
                  <a:gd name="T43" fmla="*/ 2 h 101"/>
                  <a:gd name="T44" fmla="*/ 71 w 134"/>
                  <a:gd name="T45" fmla="*/ 17 h 101"/>
                  <a:gd name="T46" fmla="*/ 62 w 134"/>
                  <a:gd name="T47" fmla="*/ 25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34" h="101">
                    <a:moveTo>
                      <a:pt x="62" y="25"/>
                    </a:moveTo>
                    <a:cubicBezTo>
                      <a:pt x="62" y="25"/>
                      <a:pt x="62" y="31"/>
                      <a:pt x="50" y="28"/>
                    </a:cubicBezTo>
                    <a:cubicBezTo>
                      <a:pt x="37" y="24"/>
                      <a:pt x="30" y="26"/>
                      <a:pt x="32" y="31"/>
                    </a:cubicBezTo>
                    <a:cubicBezTo>
                      <a:pt x="34" y="36"/>
                      <a:pt x="46" y="38"/>
                      <a:pt x="49" y="44"/>
                    </a:cubicBezTo>
                    <a:cubicBezTo>
                      <a:pt x="51" y="49"/>
                      <a:pt x="60" y="58"/>
                      <a:pt x="50" y="57"/>
                    </a:cubicBezTo>
                    <a:cubicBezTo>
                      <a:pt x="40" y="57"/>
                      <a:pt x="31" y="55"/>
                      <a:pt x="37" y="59"/>
                    </a:cubicBezTo>
                    <a:cubicBezTo>
                      <a:pt x="42" y="64"/>
                      <a:pt x="48" y="75"/>
                      <a:pt x="41" y="77"/>
                    </a:cubicBezTo>
                    <a:cubicBezTo>
                      <a:pt x="35" y="79"/>
                      <a:pt x="29" y="81"/>
                      <a:pt x="25" y="74"/>
                    </a:cubicBezTo>
                    <a:cubicBezTo>
                      <a:pt x="21" y="66"/>
                      <a:pt x="14" y="61"/>
                      <a:pt x="7" y="62"/>
                    </a:cubicBezTo>
                    <a:cubicBezTo>
                      <a:pt x="0" y="62"/>
                      <a:pt x="5" y="65"/>
                      <a:pt x="7" y="71"/>
                    </a:cubicBezTo>
                    <a:cubicBezTo>
                      <a:pt x="10" y="77"/>
                      <a:pt x="15" y="94"/>
                      <a:pt x="22" y="96"/>
                    </a:cubicBezTo>
                    <a:cubicBezTo>
                      <a:pt x="28" y="98"/>
                      <a:pt x="39" y="101"/>
                      <a:pt x="49" y="99"/>
                    </a:cubicBezTo>
                    <a:cubicBezTo>
                      <a:pt x="58" y="96"/>
                      <a:pt x="70" y="93"/>
                      <a:pt x="77" y="88"/>
                    </a:cubicBezTo>
                    <a:cubicBezTo>
                      <a:pt x="84" y="82"/>
                      <a:pt x="86" y="82"/>
                      <a:pt x="97" y="73"/>
                    </a:cubicBezTo>
                    <a:cubicBezTo>
                      <a:pt x="107" y="63"/>
                      <a:pt x="115" y="50"/>
                      <a:pt x="121" y="47"/>
                    </a:cubicBezTo>
                    <a:cubicBezTo>
                      <a:pt x="127" y="43"/>
                      <a:pt x="133" y="39"/>
                      <a:pt x="134" y="34"/>
                    </a:cubicBezTo>
                    <a:cubicBezTo>
                      <a:pt x="134" y="29"/>
                      <a:pt x="122" y="25"/>
                      <a:pt x="120" y="30"/>
                    </a:cubicBezTo>
                    <a:cubicBezTo>
                      <a:pt x="117" y="34"/>
                      <a:pt x="108" y="38"/>
                      <a:pt x="106" y="30"/>
                    </a:cubicBezTo>
                    <a:cubicBezTo>
                      <a:pt x="105" y="23"/>
                      <a:pt x="106" y="14"/>
                      <a:pt x="99" y="14"/>
                    </a:cubicBezTo>
                    <a:cubicBezTo>
                      <a:pt x="93" y="14"/>
                      <a:pt x="95" y="24"/>
                      <a:pt x="90" y="23"/>
                    </a:cubicBezTo>
                    <a:cubicBezTo>
                      <a:pt x="84" y="22"/>
                      <a:pt x="84" y="19"/>
                      <a:pt x="86" y="14"/>
                    </a:cubicBezTo>
                    <a:cubicBezTo>
                      <a:pt x="88" y="8"/>
                      <a:pt x="84" y="0"/>
                      <a:pt x="80" y="2"/>
                    </a:cubicBezTo>
                    <a:cubicBezTo>
                      <a:pt x="75" y="4"/>
                      <a:pt x="79" y="15"/>
                      <a:pt x="71" y="17"/>
                    </a:cubicBezTo>
                    <a:cubicBezTo>
                      <a:pt x="64" y="19"/>
                      <a:pt x="62" y="21"/>
                      <a:pt x="62" y="2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9" name="Freeform 6"/>
              <p:cNvSpPr>
                <a:spLocks/>
              </p:cNvSpPr>
              <p:nvPr/>
            </p:nvSpPr>
            <p:spPr bwMode="auto">
              <a:xfrm>
                <a:off x="3430" y="2976"/>
                <a:ext cx="91" cy="66"/>
              </a:xfrm>
              <a:custGeom>
                <a:avLst/>
                <a:gdLst>
                  <a:gd name="T0" fmla="*/ 62 w 134"/>
                  <a:gd name="T1" fmla="*/ 5 h 97"/>
                  <a:gd name="T2" fmla="*/ 47 w 134"/>
                  <a:gd name="T3" fmla="*/ 28 h 97"/>
                  <a:gd name="T4" fmla="*/ 33 w 134"/>
                  <a:gd name="T5" fmla="*/ 46 h 97"/>
                  <a:gd name="T6" fmla="*/ 14 w 134"/>
                  <a:gd name="T7" fmla="*/ 67 h 97"/>
                  <a:gd name="T8" fmla="*/ 8 w 134"/>
                  <a:gd name="T9" fmla="*/ 82 h 97"/>
                  <a:gd name="T10" fmla="*/ 30 w 134"/>
                  <a:gd name="T11" fmla="*/ 91 h 97"/>
                  <a:gd name="T12" fmla="*/ 42 w 134"/>
                  <a:gd name="T13" fmla="*/ 79 h 97"/>
                  <a:gd name="T14" fmla="*/ 52 w 134"/>
                  <a:gd name="T15" fmla="*/ 71 h 97"/>
                  <a:gd name="T16" fmla="*/ 63 w 134"/>
                  <a:gd name="T17" fmla="*/ 78 h 97"/>
                  <a:gd name="T18" fmla="*/ 77 w 134"/>
                  <a:gd name="T19" fmla="*/ 83 h 97"/>
                  <a:gd name="T20" fmla="*/ 75 w 134"/>
                  <a:gd name="T21" fmla="*/ 70 h 97"/>
                  <a:gd name="T22" fmla="*/ 73 w 134"/>
                  <a:gd name="T23" fmla="*/ 61 h 97"/>
                  <a:gd name="T24" fmla="*/ 96 w 134"/>
                  <a:gd name="T25" fmla="*/ 58 h 97"/>
                  <a:gd name="T26" fmla="*/ 104 w 134"/>
                  <a:gd name="T27" fmla="*/ 53 h 97"/>
                  <a:gd name="T28" fmla="*/ 116 w 134"/>
                  <a:gd name="T29" fmla="*/ 50 h 97"/>
                  <a:gd name="T30" fmla="*/ 121 w 134"/>
                  <a:gd name="T31" fmla="*/ 45 h 97"/>
                  <a:gd name="T32" fmla="*/ 133 w 134"/>
                  <a:gd name="T33" fmla="*/ 34 h 97"/>
                  <a:gd name="T34" fmla="*/ 126 w 134"/>
                  <a:gd name="T35" fmla="*/ 19 h 97"/>
                  <a:gd name="T36" fmla="*/ 111 w 134"/>
                  <a:gd name="T37" fmla="*/ 8 h 97"/>
                  <a:gd name="T38" fmla="*/ 95 w 134"/>
                  <a:gd name="T39" fmla="*/ 18 h 97"/>
                  <a:gd name="T40" fmla="*/ 87 w 134"/>
                  <a:gd name="T41" fmla="*/ 4 h 97"/>
                  <a:gd name="T42" fmla="*/ 62 w 134"/>
                  <a:gd name="T43" fmla="*/ 5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34" h="97">
                    <a:moveTo>
                      <a:pt x="62" y="5"/>
                    </a:moveTo>
                    <a:cubicBezTo>
                      <a:pt x="62" y="5"/>
                      <a:pt x="50" y="22"/>
                      <a:pt x="47" y="28"/>
                    </a:cubicBezTo>
                    <a:cubicBezTo>
                      <a:pt x="44" y="33"/>
                      <a:pt x="39" y="41"/>
                      <a:pt x="33" y="46"/>
                    </a:cubicBezTo>
                    <a:cubicBezTo>
                      <a:pt x="26" y="51"/>
                      <a:pt x="19" y="64"/>
                      <a:pt x="14" y="67"/>
                    </a:cubicBezTo>
                    <a:cubicBezTo>
                      <a:pt x="9" y="70"/>
                      <a:pt x="0" y="75"/>
                      <a:pt x="8" y="82"/>
                    </a:cubicBezTo>
                    <a:cubicBezTo>
                      <a:pt x="16" y="89"/>
                      <a:pt x="28" y="97"/>
                      <a:pt x="30" y="91"/>
                    </a:cubicBezTo>
                    <a:cubicBezTo>
                      <a:pt x="31" y="85"/>
                      <a:pt x="42" y="86"/>
                      <a:pt x="42" y="79"/>
                    </a:cubicBezTo>
                    <a:cubicBezTo>
                      <a:pt x="41" y="73"/>
                      <a:pt x="47" y="67"/>
                      <a:pt x="52" y="71"/>
                    </a:cubicBezTo>
                    <a:cubicBezTo>
                      <a:pt x="57" y="75"/>
                      <a:pt x="61" y="74"/>
                      <a:pt x="63" y="78"/>
                    </a:cubicBezTo>
                    <a:cubicBezTo>
                      <a:pt x="66" y="82"/>
                      <a:pt x="75" y="85"/>
                      <a:pt x="77" y="83"/>
                    </a:cubicBezTo>
                    <a:cubicBezTo>
                      <a:pt x="79" y="81"/>
                      <a:pt x="80" y="72"/>
                      <a:pt x="75" y="70"/>
                    </a:cubicBezTo>
                    <a:cubicBezTo>
                      <a:pt x="70" y="67"/>
                      <a:pt x="66" y="62"/>
                      <a:pt x="73" y="61"/>
                    </a:cubicBezTo>
                    <a:cubicBezTo>
                      <a:pt x="80" y="61"/>
                      <a:pt x="95" y="65"/>
                      <a:pt x="96" y="58"/>
                    </a:cubicBezTo>
                    <a:cubicBezTo>
                      <a:pt x="96" y="52"/>
                      <a:pt x="95" y="52"/>
                      <a:pt x="104" y="53"/>
                    </a:cubicBezTo>
                    <a:cubicBezTo>
                      <a:pt x="113" y="53"/>
                      <a:pt x="117" y="53"/>
                      <a:pt x="116" y="50"/>
                    </a:cubicBezTo>
                    <a:cubicBezTo>
                      <a:pt x="115" y="47"/>
                      <a:pt x="115" y="46"/>
                      <a:pt x="121" y="45"/>
                    </a:cubicBezTo>
                    <a:cubicBezTo>
                      <a:pt x="127" y="44"/>
                      <a:pt x="134" y="43"/>
                      <a:pt x="133" y="34"/>
                    </a:cubicBezTo>
                    <a:cubicBezTo>
                      <a:pt x="132" y="25"/>
                      <a:pt x="133" y="17"/>
                      <a:pt x="126" y="19"/>
                    </a:cubicBezTo>
                    <a:cubicBezTo>
                      <a:pt x="118" y="21"/>
                      <a:pt x="121" y="9"/>
                      <a:pt x="111" y="8"/>
                    </a:cubicBezTo>
                    <a:cubicBezTo>
                      <a:pt x="101" y="8"/>
                      <a:pt x="104" y="22"/>
                      <a:pt x="95" y="18"/>
                    </a:cubicBezTo>
                    <a:cubicBezTo>
                      <a:pt x="86" y="14"/>
                      <a:pt x="96" y="7"/>
                      <a:pt x="87" y="4"/>
                    </a:cubicBezTo>
                    <a:cubicBezTo>
                      <a:pt x="78" y="1"/>
                      <a:pt x="65" y="0"/>
                      <a:pt x="62" y="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" name="Freeform 7"/>
              <p:cNvSpPr>
                <a:spLocks/>
              </p:cNvSpPr>
              <p:nvPr/>
            </p:nvSpPr>
            <p:spPr bwMode="auto">
              <a:xfrm>
                <a:off x="4331" y="3140"/>
                <a:ext cx="102" cy="57"/>
              </a:xfrm>
              <a:custGeom>
                <a:avLst/>
                <a:gdLst>
                  <a:gd name="T0" fmla="*/ 30 w 151"/>
                  <a:gd name="T1" fmla="*/ 1 h 84"/>
                  <a:gd name="T2" fmla="*/ 1 w 151"/>
                  <a:gd name="T3" fmla="*/ 5 h 84"/>
                  <a:gd name="T4" fmla="*/ 17 w 151"/>
                  <a:gd name="T5" fmla="*/ 13 h 84"/>
                  <a:gd name="T6" fmla="*/ 44 w 151"/>
                  <a:gd name="T7" fmla="*/ 29 h 84"/>
                  <a:gd name="T8" fmla="*/ 60 w 151"/>
                  <a:gd name="T9" fmla="*/ 36 h 84"/>
                  <a:gd name="T10" fmla="*/ 93 w 151"/>
                  <a:gd name="T11" fmla="*/ 56 h 84"/>
                  <a:gd name="T12" fmla="*/ 109 w 151"/>
                  <a:gd name="T13" fmla="*/ 73 h 84"/>
                  <a:gd name="T14" fmla="*/ 127 w 151"/>
                  <a:gd name="T15" fmla="*/ 76 h 84"/>
                  <a:gd name="T16" fmla="*/ 135 w 151"/>
                  <a:gd name="T17" fmla="*/ 65 h 84"/>
                  <a:gd name="T18" fmla="*/ 140 w 151"/>
                  <a:gd name="T19" fmla="*/ 50 h 84"/>
                  <a:gd name="T20" fmla="*/ 115 w 151"/>
                  <a:gd name="T21" fmla="*/ 34 h 84"/>
                  <a:gd name="T22" fmla="*/ 96 w 151"/>
                  <a:gd name="T23" fmla="*/ 22 h 84"/>
                  <a:gd name="T24" fmla="*/ 80 w 151"/>
                  <a:gd name="T25" fmla="*/ 8 h 84"/>
                  <a:gd name="T26" fmla="*/ 48 w 151"/>
                  <a:gd name="T27" fmla="*/ 4 h 84"/>
                  <a:gd name="T28" fmla="*/ 30 w 151"/>
                  <a:gd name="T29" fmla="*/ 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84">
                    <a:moveTo>
                      <a:pt x="30" y="1"/>
                    </a:moveTo>
                    <a:cubicBezTo>
                      <a:pt x="30" y="1"/>
                      <a:pt x="0" y="1"/>
                      <a:pt x="1" y="5"/>
                    </a:cubicBezTo>
                    <a:cubicBezTo>
                      <a:pt x="2" y="8"/>
                      <a:pt x="11" y="7"/>
                      <a:pt x="17" y="13"/>
                    </a:cubicBezTo>
                    <a:cubicBezTo>
                      <a:pt x="23" y="18"/>
                      <a:pt x="34" y="31"/>
                      <a:pt x="44" y="29"/>
                    </a:cubicBezTo>
                    <a:cubicBezTo>
                      <a:pt x="54" y="28"/>
                      <a:pt x="52" y="27"/>
                      <a:pt x="60" y="36"/>
                    </a:cubicBezTo>
                    <a:cubicBezTo>
                      <a:pt x="68" y="44"/>
                      <a:pt x="85" y="53"/>
                      <a:pt x="93" y="56"/>
                    </a:cubicBezTo>
                    <a:cubicBezTo>
                      <a:pt x="102" y="60"/>
                      <a:pt x="108" y="64"/>
                      <a:pt x="109" y="73"/>
                    </a:cubicBezTo>
                    <a:cubicBezTo>
                      <a:pt x="110" y="81"/>
                      <a:pt x="123" y="84"/>
                      <a:pt x="127" y="76"/>
                    </a:cubicBezTo>
                    <a:cubicBezTo>
                      <a:pt x="131" y="68"/>
                      <a:pt x="128" y="67"/>
                      <a:pt x="135" y="65"/>
                    </a:cubicBezTo>
                    <a:cubicBezTo>
                      <a:pt x="141" y="62"/>
                      <a:pt x="151" y="54"/>
                      <a:pt x="140" y="50"/>
                    </a:cubicBezTo>
                    <a:cubicBezTo>
                      <a:pt x="129" y="47"/>
                      <a:pt x="120" y="43"/>
                      <a:pt x="115" y="34"/>
                    </a:cubicBezTo>
                    <a:cubicBezTo>
                      <a:pt x="110" y="24"/>
                      <a:pt x="103" y="23"/>
                      <a:pt x="96" y="22"/>
                    </a:cubicBezTo>
                    <a:cubicBezTo>
                      <a:pt x="90" y="20"/>
                      <a:pt x="89" y="10"/>
                      <a:pt x="80" y="8"/>
                    </a:cubicBezTo>
                    <a:cubicBezTo>
                      <a:pt x="71" y="7"/>
                      <a:pt x="52" y="8"/>
                      <a:pt x="48" y="4"/>
                    </a:cubicBezTo>
                    <a:cubicBezTo>
                      <a:pt x="44" y="0"/>
                      <a:pt x="37" y="1"/>
                      <a:pt x="30" y="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" name="Freeform 8"/>
              <p:cNvSpPr>
                <a:spLocks/>
              </p:cNvSpPr>
              <p:nvPr/>
            </p:nvSpPr>
            <p:spPr bwMode="auto">
              <a:xfrm>
                <a:off x="2592" y="2"/>
                <a:ext cx="511" cy="727"/>
              </a:xfrm>
              <a:custGeom>
                <a:avLst/>
                <a:gdLst>
                  <a:gd name="T0" fmla="*/ 94 w 754"/>
                  <a:gd name="T1" fmla="*/ 762 h 1073"/>
                  <a:gd name="T2" fmla="*/ 143 w 754"/>
                  <a:gd name="T3" fmla="*/ 793 h 1073"/>
                  <a:gd name="T4" fmla="*/ 189 w 754"/>
                  <a:gd name="T5" fmla="*/ 783 h 1073"/>
                  <a:gd name="T6" fmla="*/ 235 w 754"/>
                  <a:gd name="T7" fmla="*/ 810 h 1073"/>
                  <a:gd name="T8" fmla="*/ 303 w 754"/>
                  <a:gd name="T9" fmla="*/ 850 h 1073"/>
                  <a:gd name="T10" fmla="*/ 347 w 754"/>
                  <a:gd name="T11" fmla="*/ 894 h 1073"/>
                  <a:gd name="T12" fmla="*/ 381 w 754"/>
                  <a:gd name="T13" fmla="*/ 947 h 1073"/>
                  <a:gd name="T14" fmla="*/ 458 w 754"/>
                  <a:gd name="T15" fmla="*/ 956 h 1073"/>
                  <a:gd name="T16" fmla="*/ 488 w 754"/>
                  <a:gd name="T17" fmla="*/ 956 h 1073"/>
                  <a:gd name="T18" fmla="*/ 521 w 754"/>
                  <a:gd name="T19" fmla="*/ 950 h 1073"/>
                  <a:gd name="T20" fmla="*/ 569 w 754"/>
                  <a:gd name="T21" fmla="*/ 982 h 1073"/>
                  <a:gd name="T22" fmla="*/ 536 w 754"/>
                  <a:gd name="T23" fmla="*/ 1049 h 1073"/>
                  <a:gd name="T24" fmla="*/ 583 w 754"/>
                  <a:gd name="T25" fmla="*/ 1073 h 1073"/>
                  <a:gd name="T26" fmla="*/ 591 w 754"/>
                  <a:gd name="T27" fmla="*/ 1013 h 1073"/>
                  <a:gd name="T28" fmla="*/ 603 w 754"/>
                  <a:gd name="T29" fmla="*/ 932 h 1073"/>
                  <a:gd name="T30" fmla="*/ 613 w 754"/>
                  <a:gd name="T31" fmla="*/ 877 h 1073"/>
                  <a:gd name="T32" fmla="*/ 577 w 754"/>
                  <a:gd name="T33" fmla="*/ 820 h 1073"/>
                  <a:gd name="T34" fmla="*/ 622 w 754"/>
                  <a:gd name="T35" fmla="*/ 764 h 1073"/>
                  <a:gd name="T36" fmla="*/ 593 w 754"/>
                  <a:gd name="T37" fmla="*/ 738 h 1073"/>
                  <a:gd name="T38" fmla="*/ 653 w 754"/>
                  <a:gd name="T39" fmla="*/ 694 h 1073"/>
                  <a:gd name="T40" fmla="*/ 695 w 754"/>
                  <a:gd name="T41" fmla="*/ 686 h 1073"/>
                  <a:gd name="T42" fmla="*/ 736 w 754"/>
                  <a:gd name="T43" fmla="*/ 674 h 1073"/>
                  <a:gd name="T44" fmla="*/ 725 w 754"/>
                  <a:gd name="T45" fmla="*/ 625 h 1073"/>
                  <a:gd name="T46" fmla="*/ 732 w 754"/>
                  <a:gd name="T47" fmla="*/ 568 h 1073"/>
                  <a:gd name="T48" fmla="*/ 711 w 754"/>
                  <a:gd name="T49" fmla="*/ 504 h 1073"/>
                  <a:gd name="T50" fmla="*/ 721 w 754"/>
                  <a:gd name="T51" fmla="*/ 456 h 1073"/>
                  <a:gd name="T52" fmla="*/ 737 w 754"/>
                  <a:gd name="T53" fmla="*/ 412 h 1073"/>
                  <a:gd name="T54" fmla="*/ 699 w 754"/>
                  <a:gd name="T55" fmla="*/ 404 h 1073"/>
                  <a:gd name="T56" fmla="*/ 627 w 754"/>
                  <a:gd name="T57" fmla="*/ 412 h 1073"/>
                  <a:gd name="T58" fmla="*/ 581 w 754"/>
                  <a:gd name="T59" fmla="*/ 374 h 1073"/>
                  <a:gd name="T60" fmla="*/ 537 w 754"/>
                  <a:gd name="T61" fmla="*/ 351 h 1073"/>
                  <a:gd name="T62" fmla="*/ 471 w 754"/>
                  <a:gd name="T63" fmla="*/ 358 h 1073"/>
                  <a:gd name="T64" fmla="*/ 425 w 754"/>
                  <a:gd name="T65" fmla="*/ 332 h 1073"/>
                  <a:gd name="T66" fmla="*/ 425 w 754"/>
                  <a:gd name="T67" fmla="*/ 279 h 1073"/>
                  <a:gd name="T68" fmla="*/ 398 w 754"/>
                  <a:gd name="T69" fmla="*/ 236 h 1073"/>
                  <a:gd name="T70" fmla="*/ 373 w 754"/>
                  <a:gd name="T71" fmla="*/ 215 h 1073"/>
                  <a:gd name="T72" fmla="*/ 381 w 754"/>
                  <a:gd name="T73" fmla="*/ 180 h 1073"/>
                  <a:gd name="T74" fmla="*/ 393 w 754"/>
                  <a:gd name="T75" fmla="*/ 123 h 1073"/>
                  <a:gd name="T76" fmla="*/ 447 w 754"/>
                  <a:gd name="T77" fmla="*/ 57 h 1073"/>
                  <a:gd name="T78" fmla="*/ 485 w 754"/>
                  <a:gd name="T79" fmla="*/ 43 h 1073"/>
                  <a:gd name="T80" fmla="*/ 474 w 754"/>
                  <a:gd name="T81" fmla="*/ 0 h 1073"/>
                  <a:gd name="T82" fmla="*/ 378 w 754"/>
                  <a:gd name="T83" fmla="*/ 63 h 1073"/>
                  <a:gd name="T84" fmla="*/ 308 w 754"/>
                  <a:gd name="T85" fmla="*/ 82 h 1073"/>
                  <a:gd name="T86" fmla="*/ 243 w 754"/>
                  <a:gd name="T87" fmla="*/ 102 h 1073"/>
                  <a:gd name="T88" fmla="*/ 209 w 754"/>
                  <a:gd name="T89" fmla="*/ 192 h 1073"/>
                  <a:gd name="T90" fmla="*/ 149 w 754"/>
                  <a:gd name="T91" fmla="*/ 254 h 1073"/>
                  <a:gd name="T92" fmla="*/ 106 w 754"/>
                  <a:gd name="T93" fmla="*/ 239 h 1073"/>
                  <a:gd name="T94" fmla="*/ 102 w 754"/>
                  <a:gd name="T95" fmla="*/ 264 h 1073"/>
                  <a:gd name="T96" fmla="*/ 115 w 754"/>
                  <a:gd name="T97" fmla="*/ 289 h 1073"/>
                  <a:gd name="T98" fmla="*/ 92 w 754"/>
                  <a:gd name="T99" fmla="*/ 316 h 1073"/>
                  <a:gd name="T100" fmla="*/ 79 w 754"/>
                  <a:gd name="T101" fmla="*/ 333 h 1073"/>
                  <a:gd name="T102" fmla="*/ 80 w 754"/>
                  <a:gd name="T103" fmla="*/ 343 h 1073"/>
                  <a:gd name="T104" fmla="*/ 106 w 754"/>
                  <a:gd name="T105" fmla="*/ 405 h 1073"/>
                  <a:gd name="T106" fmla="*/ 110 w 754"/>
                  <a:gd name="T107" fmla="*/ 433 h 1073"/>
                  <a:gd name="T108" fmla="*/ 109 w 754"/>
                  <a:gd name="T109" fmla="*/ 485 h 1073"/>
                  <a:gd name="T110" fmla="*/ 105 w 754"/>
                  <a:gd name="T111" fmla="*/ 544 h 1073"/>
                  <a:gd name="T112" fmla="*/ 98 w 754"/>
                  <a:gd name="T113" fmla="*/ 599 h 1073"/>
                  <a:gd name="T114" fmla="*/ 30 w 754"/>
                  <a:gd name="T115" fmla="*/ 651 h 1073"/>
                  <a:gd name="T116" fmla="*/ 3 w 754"/>
                  <a:gd name="T117" fmla="*/ 699 h 1073"/>
                  <a:gd name="T118" fmla="*/ 27 w 754"/>
                  <a:gd name="T119" fmla="*/ 721 h 10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54" h="1073">
                    <a:moveTo>
                      <a:pt x="65" y="746"/>
                    </a:moveTo>
                    <a:cubicBezTo>
                      <a:pt x="82" y="748"/>
                      <a:pt x="91" y="750"/>
                      <a:pt x="94" y="762"/>
                    </a:cubicBezTo>
                    <a:cubicBezTo>
                      <a:pt x="97" y="774"/>
                      <a:pt x="109" y="783"/>
                      <a:pt x="117" y="783"/>
                    </a:cubicBezTo>
                    <a:cubicBezTo>
                      <a:pt x="125" y="783"/>
                      <a:pt x="128" y="793"/>
                      <a:pt x="143" y="793"/>
                    </a:cubicBezTo>
                    <a:cubicBezTo>
                      <a:pt x="158" y="793"/>
                      <a:pt x="165" y="794"/>
                      <a:pt x="166" y="786"/>
                    </a:cubicBezTo>
                    <a:cubicBezTo>
                      <a:pt x="167" y="778"/>
                      <a:pt x="182" y="773"/>
                      <a:pt x="189" y="783"/>
                    </a:cubicBezTo>
                    <a:cubicBezTo>
                      <a:pt x="196" y="793"/>
                      <a:pt x="199" y="797"/>
                      <a:pt x="209" y="800"/>
                    </a:cubicBezTo>
                    <a:cubicBezTo>
                      <a:pt x="219" y="803"/>
                      <a:pt x="219" y="810"/>
                      <a:pt x="235" y="810"/>
                    </a:cubicBezTo>
                    <a:cubicBezTo>
                      <a:pt x="251" y="810"/>
                      <a:pt x="259" y="801"/>
                      <a:pt x="270" y="815"/>
                    </a:cubicBezTo>
                    <a:cubicBezTo>
                      <a:pt x="281" y="829"/>
                      <a:pt x="303" y="836"/>
                      <a:pt x="303" y="850"/>
                    </a:cubicBezTo>
                    <a:cubicBezTo>
                      <a:pt x="303" y="864"/>
                      <a:pt x="303" y="874"/>
                      <a:pt x="316" y="874"/>
                    </a:cubicBezTo>
                    <a:cubicBezTo>
                      <a:pt x="329" y="874"/>
                      <a:pt x="343" y="883"/>
                      <a:pt x="347" y="894"/>
                    </a:cubicBezTo>
                    <a:cubicBezTo>
                      <a:pt x="351" y="905"/>
                      <a:pt x="359" y="924"/>
                      <a:pt x="371" y="925"/>
                    </a:cubicBezTo>
                    <a:cubicBezTo>
                      <a:pt x="383" y="926"/>
                      <a:pt x="378" y="934"/>
                      <a:pt x="381" y="947"/>
                    </a:cubicBezTo>
                    <a:cubicBezTo>
                      <a:pt x="384" y="960"/>
                      <a:pt x="388" y="959"/>
                      <a:pt x="402" y="961"/>
                    </a:cubicBezTo>
                    <a:cubicBezTo>
                      <a:pt x="416" y="963"/>
                      <a:pt x="458" y="965"/>
                      <a:pt x="458" y="956"/>
                    </a:cubicBezTo>
                    <a:cubicBezTo>
                      <a:pt x="458" y="947"/>
                      <a:pt x="462" y="941"/>
                      <a:pt x="473" y="943"/>
                    </a:cubicBezTo>
                    <a:cubicBezTo>
                      <a:pt x="484" y="945"/>
                      <a:pt x="484" y="950"/>
                      <a:pt x="488" y="956"/>
                    </a:cubicBezTo>
                    <a:cubicBezTo>
                      <a:pt x="492" y="962"/>
                      <a:pt x="501" y="958"/>
                      <a:pt x="501" y="954"/>
                    </a:cubicBezTo>
                    <a:cubicBezTo>
                      <a:pt x="501" y="950"/>
                      <a:pt x="510" y="950"/>
                      <a:pt x="521" y="950"/>
                    </a:cubicBezTo>
                    <a:cubicBezTo>
                      <a:pt x="532" y="950"/>
                      <a:pt x="538" y="957"/>
                      <a:pt x="548" y="960"/>
                    </a:cubicBezTo>
                    <a:cubicBezTo>
                      <a:pt x="558" y="963"/>
                      <a:pt x="575" y="970"/>
                      <a:pt x="569" y="982"/>
                    </a:cubicBezTo>
                    <a:cubicBezTo>
                      <a:pt x="563" y="994"/>
                      <a:pt x="564" y="1005"/>
                      <a:pt x="552" y="1013"/>
                    </a:cubicBezTo>
                    <a:cubicBezTo>
                      <a:pt x="540" y="1021"/>
                      <a:pt x="525" y="1040"/>
                      <a:pt x="536" y="1049"/>
                    </a:cubicBezTo>
                    <a:cubicBezTo>
                      <a:pt x="547" y="1058"/>
                      <a:pt x="559" y="1043"/>
                      <a:pt x="563" y="1052"/>
                    </a:cubicBezTo>
                    <a:cubicBezTo>
                      <a:pt x="566" y="1060"/>
                      <a:pt x="571" y="1066"/>
                      <a:pt x="583" y="1073"/>
                    </a:cubicBezTo>
                    <a:cubicBezTo>
                      <a:pt x="584" y="1068"/>
                      <a:pt x="584" y="1060"/>
                      <a:pt x="584" y="1053"/>
                    </a:cubicBezTo>
                    <a:cubicBezTo>
                      <a:pt x="584" y="1041"/>
                      <a:pt x="591" y="1028"/>
                      <a:pt x="591" y="1013"/>
                    </a:cubicBezTo>
                    <a:cubicBezTo>
                      <a:pt x="591" y="998"/>
                      <a:pt x="601" y="968"/>
                      <a:pt x="601" y="961"/>
                    </a:cubicBezTo>
                    <a:cubicBezTo>
                      <a:pt x="601" y="954"/>
                      <a:pt x="603" y="942"/>
                      <a:pt x="603" y="932"/>
                    </a:cubicBezTo>
                    <a:cubicBezTo>
                      <a:pt x="603" y="922"/>
                      <a:pt x="605" y="911"/>
                      <a:pt x="609" y="902"/>
                    </a:cubicBezTo>
                    <a:cubicBezTo>
                      <a:pt x="614" y="892"/>
                      <a:pt x="614" y="888"/>
                      <a:pt x="613" y="877"/>
                    </a:cubicBezTo>
                    <a:cubicBezTo>
                      <a:pt x="613" y="866"/>
                      <a:pt x="611" y="864"/>
                      <a:pt x="607" y="853"/>
                    </a:cubicBezTo>
                    <a:cubicBezTo>
                      <a:pt x="603" y="842"/>
                      <a:pt x="585" y="827"/>
                      <a:pt x="577" y="820"/>
                    </a:cubicBezTo>
                    <a:cubicBezTo>
                      <a:pt x="569" y="814"/>
                      <a:pt x="572" y="788"/>
                      <a:pt x="574" y="774"/>
                    </a:cubicBezTo>
                    <a:cubicBezTo>
                      <a:pt x="576" y="760"/>
                      <a:pt x="608" y="765"/>
                      <a:pt x="622" y="764"/>
                    </a:cubicBezTo>
                    <a:cubicBezTo>
                      <a:pt x="636" y="764"/>
                      <a:pt x="626" y="758"/>
                      <a:pt x="627" y="748"/>
                    </a:cubicBezTo>
                    <a:cubicBezTo>
                      <a:pt x="629" y="737"/>
                      <a:pt x="605" y="740"/>
                      <a:pt x="593" y="738"/>
                    </a:cubicBezTo>
                    <a:cubicBezTo>
                      <a:pt x="580" y="736"/>
                      <a:pt x="587" y="724"/>
                      <a:pt x="583" y="703"/>
                    </a:cubicBezTo>
                    <a:cubicBezTo>
                      <a:pt x="580" y="682"/>
                      <a:pt x="629" y="693"/>
                      <a:pt x="653" y="694"/>
                    </a:cubicBezTo>
                    <a:cubicBezTo>
                      <a:pt x="677" y="694"/>
                      <a:pt x="679" y="694"/>
                      <a:pt x="679" y="685"/>
                    </a:cubicBezTo>
                    <a:cubicBezTo>
                      <a:pt x="679" y="676"/>
                      <a:pt x="691" y="679"/>
                      <a:pt x="695" y="686"/>
                    </a:cubicBezTo>
                    <a:cubicBezTo>
                      <a:pt x="700" y="694"/>
                      <a:pt x="713" y="692"/>
                      <a:pt x="715" y="686"/>
                    </a:cubicBezTo>
                    <a:cubicBezTo>
                      <a:pt x="717" y="679"/>
                      <a:pt x="719" y="677"/>
                      <a:pt x="736" y="674"/>
                    </a:cubicBezTo>
                    <a:cubicBezTo>
                      <a:pt x="753" y="670"/>
                      <a:pt x="751" y="666"/>
                      <a:pt x="748" y="650"/>
                    </a:cubicBezTo>
                    <a:cubicBezTo>
                      <a:pt x="745" y="634"/>
                      <a:pt x="741" y="635"/>
                      <a:pt x="725" y="625"/>
                    </a:cubicBezTo>
                    <a:cubicBezTo>
                      <a:pt x="708" y="615"/>
                      <a:pt x="727" y="606"/>
                      <a:pt x="741" y="593"/>
                    </a:cubicBezTo>
                    <a:cubicBezTo>
                      <a:pt x="754" y="580"/>
                      <a:pt x="743" y="572"/>
                      <a:pt x="732" y="568"/>
                    </a:cubicBezTo>
                    <a:cubicBezTo>
                      <a:pt x="721" y="564"/>
                      <a:pt x="729" y="557"/>
                      <a:pt x="719" y="546"/>
                    </a:cubicBezTo>
                    <a:cubicBezTo>
                      <a:pt x="708" y="534"/>
                      <a:pt x="711" y="516"/>
                      <a:pt x="711" y="504"/>
                    </a:cubicBezTo>
                    <a:cubicBezTo>
                      <a:pt x="712" y="493"/>
                      <a:pt x="715" y="487"/>
                      <a:pt x="713" y="476"/>
                    </a:cubicBezTo>
                    <a:cubicBezTo>
                      <a:pt x="711" y="464"/>
                      <a:pt x="711" y="462"/>
                      <a:pt x="721" y="456"/>
                    </a:cubicBezTo>
                    <a:cubicBezTo>
                      <a:pt x="731" y="451"/>
                      <a:pt x="727" y="440"/>
                      <a:pt x="729" y="434"/>
                    </a:cubicBezTo>
                    <a:cubicBezTo>
                      <a:pt x="731" y="427"/>
                      <a:pt x="737" y="420"/>
                      <a:pt x="737" y="412"/>
                    </a:cubicBezTo>
                    <a:cubicBezTo>
                      <a:pt x="737" y="404"/>
                      <a:pt x="728" y="399"/>
                      <a:pt x="719" y="398"/>
                    </a:cubicBezTo>
                    <a:cubicBezTo>
                      <a:pt x="709" y="398"/>
                      <a:pt x="707" y="398"/>
                      <a:pt x="699" y="404"/>
                    </a:cubicBezTo>
                    <a:cubicBezTo>
                      <a:pt x="691" y="410"/>
                      <a:pt x="660" y="413"/>
                      <a:pt x="651" y="409"/>
                    </a:cubicBezTo>
                    <a:cubicBezTo>
                      <a:pt x="643" y="405"/>
                      <a:pt x="631" y="406"/>
                      <a:pt x="627" y="412"/>
                    </a:cubicBezTo>
                    <a:cubicBezTo>
                      <a:pt x="624" y="418"/>
                      <a:pt x="618" y="417"/>
                      <a:pt x="611" y="410"/>
                    </a:cubicBezTo>
                    <a:cubicBezTo>
                      <a:pt x="603" y="404"/>
                      <a:pt x="590" y="387"/>
                      <a:pt x="581" y="374"/>
                    </a:cubicBezTo>
                    <a:cubicBezTo>
                      <a:pt x="573" y="360"/>
                      <a:pt x="566" y="360"/>
                      <a:pt x="557" y="359"/>
                    </a:cubicBezTo>
                    <a:cubicBezTo>
                      <a:pt x="547" y="358"/>
                      <a:pt x="546" y="358"/>
                      <a:pt x="537" y="351"/>
                    </a:cubicBezTo>
                    <a:cubicBezTo>
                      <a:pt x="529" y="344"/>
                      <a:pt x="517" y="350"/>
                      <a:pt x="513" y="357"/>
                    </a:cubicBezTo>
                    <a:cubicBezTo>
                      <a:pt x="510" y="364"/>
                      <a:pt x="486" y="358"/>
                      <a:pt x="471" y="358"/>
                    </a:cubicBezTo>
                    <a:cubicBezTo>
                      <a:pt x="455" y="358"/>
                      <a:pt x="447" y="358"/>
                      <a:pt x="444" y="353"/>
                    </a:cubicBezTo>
                    <a:cubicBezTo>
                      <a:pt x="441" y="348"/>
                      <a:pt x="436" y="338"/>
                      <a:pt x="425" y="332"/>
                    </a:cubicBezTo>
                    <a:cubicBezTo>
                      <a:pt x="415" y="326"/>
                      <a:pt x="416" y="318"/>
                      <a:pt x="415" y="302"/>
                    </a:cubicBezTo>
                    <a:cubicBezTo>
                      <a:pt x="415" y="287"/>
                      <a:pt x="422" y="290"/>
                      <a:pt x="425" y="279"/>
                    </a:cubicBezTo>
                    <a:cubicBezTo>
                      <a:pt x="427" y="268"/>
                      <a:pt x="417" y="257"/>
                      <a:pt x="409" y="252"/>
                    </a:cubicBezTo>
                    <a:cubicBezTo>
                      <a:pt x="401" y="248"/>
                      <a:pt x="399" y="244"/>
                      <a:pt x="398" y="236"/>
                    </a:cubicBezTo>
                    <a:cubicBezTo>
                      <a:pt x="397" y="227"/>
                      <a:pt x="407" y="227"/>
                      <a:pt x="406" y="218"/>
                    </a:cubicBezTo>
                    <a:cubicBezTo>
                      <a:pt x="405" y="210"/>
                      <a:pt x="382" y="215"/>
                      <a:pt x="373" y="215"/>
                    </a:cubicBezTo>
                    <a:cubicBezTo>
                      <a:pt x="363" y="215"/>
                      <a:pt x="357" y="216"/>
                      <a:pt x="361" y="208"/>
                    </a:cubicBezTo>
                    <a:cubicBezTo>
                      <a:pt x="366" y="199"/>
                      <a:pt x="371" y="191"/>
                      <a:pt x="381" y="180"/>
                    </a:cubicBezTo>
                    <a:cubicBezTo>
                      <a:pt x="390" y="168"/>
                      <a:pt x="386" y="158"/>
                      <a:pt x="386" y="145"/>
                    </a:cubicBezTo>
                    <a:cubicBezTo>
                      <a:pt x="386" y="132"/>
                      <a:pt x="390" y="131"/>
                      <a:pt x="393" y="123"/>
                    </a:cubicBezTo>
                    <a:cubicBezTo>
                      <a:pt x="395" y="115"/>
                      <a:pt x="412" y="99"/>
                      <a:pt x="420" y="91"/>
                    </a:cubicBezTo>
                    <a:cubicBezTo>
                      <a:pt x="427" y="84"/>
                      <a:pt x="443" y="65"/>
                      <a:pt x="447" y="57"/>
                    </a:cubicBezTo>
                    <a:cubicBezTo>
                      <a:pt x="451" y="49"/>
                      <a:pt x="457" y="44"/>
                      <a:pt x="467" y="42"/>
                    </a:cubicBezTo>
                    <a:cubicBezTo>
                      <a:pt x="472" y="41"/>
                      <a:pt x="480" y="42"/>
                      <a:pt x="485" y="43"/>
                    </a:cubicBezTo>
                    <a:cubicBezTo>
                      <a:pt x="496" y="40"/>
                      <a:pt x="503" y="37"/>
                      <a:pt x="503" y="27"/>
                    </a:cubicBezTo>
                    <a:cubicBezTo>
                      <a:pt x="503" y="13"/>
                      <a:pt x="486" y="0"/>
                      <a:pt x="474" y="0"/>
                    </a:cubicBezTo>
                    <a:cubicBezTo>
                      <a:pt x="463" y="0"/>
                      <a:pt x="440" y="20"/>
                      <a:pt x="432" y="31"/>
                    </a:cubicBezTo>
                    <a:cubicBezTo>
                      <a:pt x="425" y="43"/>
                      <a:pt x="387" y="57"/>
                      <a:pt x="378" y="63"/>
                    </a:cubicBezTo>
                    <a:cubicBezTo>
                      <a:pt x="369" y="69"/>
                      <a:pt x="375" y="79"/>
                      <a:pt x="349" y="76"/>
                    </a:cubicBezTo>
                    <a:cubicBezTo>
                      <a:pt x="324" y="73"/>
                      <a:pt x="314" y="70"/>
                      <a:pt x="308" y="82"/>
                    </a:cubicBezTo>
                    <a:cubicBezTo>
                      <a:pt x="302" y="93"/>
                      <a:pt x="302" y="110"/>
                      <a:pt x="282" y="97"/>
                    </a:cubicBezTo>
                    <a:cubicBezTo>
                      <a:pt x="262" y="84"/>
                      <a:pt x="260" y="89"/>
                      <a:pt x="243" y="102"/>
                    </a:cubicBezTo>
                    <a:cubicBezTo>
                      <a:pt x="226" y="114"/>
                      <a:pt x="212" y="133"/>
                      <a:pt x="217" y="150"/>
                    </a:cubicBezTo>
                    <a:cubicBezTo>
                      <a:pt x="223" y="168"/>
                      <a:pt x="228" y="188"/>
                      <a:pt x="209" y="192"/>
                    </a:cubicBezTo>
                    <a:cubicBezTo>
                      <a:pt x="190" y="196"/>
                      <a:pt x="183" y="209"/>
                      <a:pt x="173" y="221"/>
                    </a:cubicBezTo>
                    <a:cubicBezTo>
                      <a:pt x="163" y="232"/>
                      <a:pt x="149" y="242"/>
                      <a:pt x="149" y="254"/>
                    </a:cubicBezTo>
                    <a:cubicBezTo>
                      <a:pt x="149" y="265"/>
                      <a:pt x="134" y="289"/>
                      <a:pt x="123" y="266"/>
                    </a:cubicBezTo>
                    <a:cubicBezTo>
                      <a:pt x="118" y="256"/>
                      <a:pt x="112" y="247"/>
                      <a:pt x="106" y="239"/>
                    </a:cubicBezTo>
                    <a:cubicBezTo>
                      <a:pt x="104" y="242"/>
                      <a:pt x="103" y="246"/>
                      <a:pt x="103" y="250"/>
                    </a:cubicBezTo>
                    <a:cubicBezTo>
                      <a:pt x="104" y="257"/>
                      <a:pt x="99" y="257"/>
                      <a:pt x="102" y="264"/>
                    </a:cubicBezTo>
                    <a:cubicBezTo>
                      <a:pt x="105" y="271"/>
                      <a:pt x="101" y="275"/>
                      <a:pt x="108" y="277"/>
                    </a:cubicBezTo>
                    <a:cubicBezTo>
                      <a:pt x="114" y="278"/>
                      <a:pt x="115" y="286"/>
                      <a:pt x="115" y="289"/>
                    </a:cubicBezTo>
                    <a:cubicBezTo>
                      <a:pt x="115" y="293"/>
                      <a:pt x="116" y="301"/>
                      <a:pt x="110" y="306"/>
                    </a:cubicBezTo>
                    <a:cubicBezTo>
                      <a:pt x="105" y="311"/>
                      <a:pt x="95" y="322"/>
                      <a:pt x="92" y="316"/>
                    </a:cubicBezTo>
                    <a:cubicBezTo>
                      <a:pt x="89" y="309"/>
                      <a:pt x="81" y="303"/>
                      <a:pt x="81" y="308"/>
                    </a:cubicBezTo>
                    <a:cubicBezTo>
                      <a:pt x="80" y="314"/>
                      <a:pt x="81" y="330"/>
                      <a:pt x="79" y="333"/>
                    </a:cubicBezTo>
                    <a:cubicBezTo>
                      <a:pt x="79" y="335"/>
                      <a:pt x="78" y="336"/>
                      <a:pt x="76" y="337"/>
                    </a:cubicBezTo>
                    <a:cubicBezTo>
                      <a:pt x="77" y="339"/>
                      <a:pt x="79" y="341"/>
                      <a:pt x="80" y="343"/>
                    </a:cubicBezTo>
                    <a:cubicBezTo>
                      <a:pt x="90" y="358"/>
                      <a:pt x="96" y="362"/>
                      <a:pt x="101" y="374"/>
                    </a:cubicBezTo>
                    <a:cubicBezTo>
                      <a:pt x="105" y="385"/>
                      <a:pt x="106" y="400"/>
                      <a:pt x="106" y="405"/>
                    </a:cubicBezTo>
                    <a:cubicBezTo>
                      <a:pt x="106" y="411"/>
                      <a:pt x="104" y="416"/>
                      <a:pt x="109" y="419"/>
                    </a:cubicBezTo>
                    <a:cubicBezTo>
                      <a:pt x="113" y="422"/>
                      <a:pt x="115" y="428"/>
                      <a:pt x="110" y="433"/>
                    </a:cubicBezTo>
                    <a:cubicBezTo>
                      <a:pt x="105" y="439"/>
                      <a:pt x="97" y="441"/>
                      <a:pt x="100" y="453"/>
                    </a:cubicBezTo>
                    <a:cubicBezTo>
                      <a:pt x="102" y="464"/>
                      <a:pt x="103" y="474"/>
                      <a:pt x="109" y="485"/>
                    </a:cubicBezTo>
                    <a:cubicBezTo>
                      <a:pt x="114" y="496"/>
                      <a:pt x="113" y="497"/>
                      <a:pt x="112" y="515"/>
                    </a:cubicBezTo>
                    <a:cubicBezTo>
                      <a:pt x="111" y="532"/>
                      <a:pt x="97" y="533"/>
                      <a:pt x="105" y="544"/>
                    </a:cubicBezTo>
                    <a:cubicBezTo>
                      <a:pt x="112" y="554"/>
                      <a:pt x="123" y="556"/>
                      <a:pt x="116" y="568"/>
                    </a:cubicBezTo>
                    <a:cubicBezTo>
                      <a:pt x="109" y="580"/>
                      <a:pt x="104" y="585"/>
                      <a:pt x="98" y="599"/>
                    </a:cubicBezTo>
                    <a:cubicBezTo>
                      <a:pt x="92" y="612"/>
                      <a:pt x="83" y="628"/>
                      <a:pt x="71" y="634"/>
                    </a:cubicBezTo>
                    <a:cubicBezTo>
                      <a:pt x="58" y="640"/>
                      <a:pt x="35" y="643"/>
                      <a:pt x="30" y="651"/>
                    </a:cubicBezTo>
                    <a:cubicBezTo>
                      <a:pt x="25" y="659"/>
                      <a:pt x="36" y="671"/>
                      <a:pt x="21" y="679"/>
                    </a:cubicBezTo>
                    <a:cubicBezTo>
                      <a:pt x="5" y="687"/>
                      <a:pt x="0" y="690"/>
                      <a:pt x="3" y="699"/>
                    </a:cubicBezTo>
                    <a:cubicBezTo>
                      <a:pt x="4" y="702"/>
                      <a:pt x="6" y="708"/>
                      <a:pt x="7" y="713"/>
                    </a:cubicBezTo>
                    <a:cubicBezTo>
                      <a:pt x="13" y="714"/>
                      <a:pt x="22" y="715"/>
                      <a:pt x="27" y="721"/>
                    </a:cubicBezTo>
                    <a:cubicBezTo>
                      <a:pt x="36" y="731"/>
                      <a:pt x="48" y="744"/>
                      <a:pt x="65" y="74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2" name="Freeform 9"/>
              <p:cNvSpPr>
                <a:spLocks/>
              </p:cNvSpPr>
              <p:nvPr/>
            </p:nvSpPr>
            <p:spPr bwMode="auto">
              <a:xfrm>
                <a:off x="2492" y="545"/>
                <a:ext cx="555" cy="807"/>
              </a:xfrm>
              <a:custGeom>
                <a:avLst/>
                <a:gdLst>
                  <a:gd name="T0" fmla="*/ 740 w 818"/>
                  <a:gd name="T1" fmla="*/ 1159 h 1191"/>
                  <a:gd name="T2" fmla="*/ 755 w 818"/>
                  <a:gd name="T3" fmla="*/ 1136 h 1191"/>
                  <a:gd name="T4" fmla="*/ 780 w 818"/>
                  <a:gd name="T5" fmla="*/ 1086 h 1191"/>
                  <a:gd name="T6" fmla="*/ 767 w 818"/>
                  <a:gd name="T7" fmla="*/ 1027 h 1191"/>
                  <a:gd name="T8" fmla="*/ 766 w 818"/>
                  <a:gd name="T9" fmla="*/ 970 h 1191"/>
                  <a:gd name="T10" fmla="*/ 796 w 818"/>
                  <a:gd name="T11" fmla="*/ 921 h 1191"/>
                  <a:gd name="T12" fmla="*/ 788 w 818"/>
                  <a:gd name="T13" fmla="*/ 867 h 1191"/>
                  <a:gd name="T14" fmla="*/ 808 w 818"/>
                  <a:gd name="T15" fmla="*/ 811 h 1191"/>
                  <a:gd name="T16" fmla="*/ 780 w 818"/>
                  <a:gd name="T17" fmla="*/ 751 h 1191"/>
                  <a:gd name="T18" fmla="*/ 742 w 818"/>
                  <a:gd name="T19" fmla="*/ 703 h 1191"/>
                  <a:gd name="T20" fmla="*/ 693 w 818"/>
                  <a:gd name="T21" fmla="*/ 707 h 1191"/>
                  <a:gd name="T22" fmla="*/ 687 w 818"/>
                  <a:gd name="T23" fmla="*/ 635 h 1191"/>
                  <a:gd name="T24" fmla="*/ 666 w 818"/>
                  <a:gd name="T25" fmla="*/ 626 h 1191"/>
                  <a:gd name="T26" fmla="*/ 594 w 818"/>
                  <a:gd name="T27" fmla="*/ 646 h 1191"/>
                  <a:gd name="T28" fmla="*/ 546 w 818"/>
                  <a:gd name="T29" fmla="*/ 604 h 1191"/>
                  <a:gd name="T30" fmla="*/ 524 w 818"/>
                  <a:gd name="T31" fmla="*/ 570 h 1191"/>
                  <a:gd name="T32" fmla="*/ 487 w 818"/>
                  <a:gd name="T33" fmla="*/ 513 h 1191"/>
                  <a:gd name="T34" fmla="*/ 484 w 818"/>
                  <a:gd name="T35" fmla="*/ 474 h 1191"/>
                  <a:gd name="T36" fmla="*/ 498 w 818"/>
                  <a:gd name="T37" fmla="*/ 431 h 1191"/>
                  <a:gd name="T38" fmla="*/ 520 w 818"/>
                  <a:gd name="T39" fmla="*/ 399 h 1191"/>
                  <a:gd name="T40" fmla="*/ 536 w 818"/>
                  <a:gd name="T41" fmla="*/ 344 h 1191"/>
                  <a:gd name="T42" fmla="*/ 591 w 818"/>
                  <a:gd name="T43" fmla="*/ 299 h 1191"/>
                  <a:gd name="T44" fmla="*/ 670 w 818"/>
                  <a:gd name="T45" fmla="*/ 274 h 1191"/>
                  <a:gd name="T46" fmla="*/ 722 w 818"/>
                  <a:gd name="T47" fmla="*/ 279 h 1191"/>
                  <a:gd name="T48" fmla="*/ 710 w 818"/>
                  <a:gd name="T49" fmla="*/ 251 h 1191"/>
                  <a:gd name="T50" fmla="*/ 699 w 818"/>
                  <a:gd name="T51" fmla="*/ 212 h 1191"/>
                  <a:gd name="T52" fmla="*/ 695 w 818"/>
                  <a:gd name="T53" fmla="*/ 159 h 1191"/>
                  <a:gd name="T54" fmla="*/ 648 w 818"/>
                  <a:gd name="T55" fmla="*/ 153 h 1191"/>
                  <a:gd name="T56" fmla="*/ 620 w 818"/>
                  <a:gd name="T57" fmla="*/ 142 h 1191"/>
                  <a:gd name="T58" fmla="*/ 549 w 818"/>
                  <a:gd name="T59" fmla="*/ 160 h 1191"/>
                  <a:gd name="T60" fmla="*/ 518 w 818"/>
                  <a:gd name="T61" fmla="*/ 124 h 1191"/>
                  <a:gd name="T62" fmla="*/ 463 w 818"/>
                  <a:gd name="T63" fmla="*/ 73 h 1191"/>
                  <a:gd name="T64" fmla="*/ 417 w 818"/>
                  <a:gd name="T65" fmla="*/ 14 h 1191"/>
                  <a:gd name="T66" fmla="*/ 366 w 818"/>
                  <a:gd name="T67" fmla="*/ 5 h 1191"/>
                  <a:gd name="T68" fmla="*/ 391 w 818"/>
                  <a:gd name="T69" fmla="*/ 52 h 1191"/>
                  <a:gd name="T70" fmla="*/ 372 w 818"/>
                  <a:gd name="T71" fmla="*/ 101 h 1191"/>
                  <a:gd name="T72" fmla="*/ 233 w 818"/>
                  <a:gd name="T73" fmla="*/ 190 h 1191"/>
                  <a:gd name="T74" fmla="*/ 176 w 818"/>
                  <a:gd name="T75" fmla="*/ 287 h 1191"/>
                  <a:gd name="T76" fmla="*/ 152 w 818"/>
                  <a:gd name="T77" fmla="*/ 321 h 1191"/>
                  <a:gd name="T78" fmla="*/ 114 w 818"/>
                  <a:gd name="T79" fmla="*/ 294 h 1191"/>
                  <a:gd name="T80" fmla="*/ 66 w 818"/>
                  <a:gd name="T81" fmla="*/ 294 h 1191"/>
                  <a:gd name="T82" fmla="*/ 70 w 818"/>
                  <a:gd name="T83" fmla="*/ 256 h 1191"/>
                  <a:gd name="T84" fmla="*/ 62 w 818"/>
                  <a:gd name="T85" fmla="*/ 215 h 1191"/>
                  <a:gd name="T86" fmla="*/ 14 w 818"/>
                  <a:gd name="T87" fmla="*/ 264 h 1191"/>
                  <a:gd name="T88" fmla="*/ 13 w 818"/>
                  <a:gd name="T89" fmla="*/ 330 h 1191"/>
                  <a:gd name="T90" fmla="*/ 19 w 818"/>
                  <a:gd name="T91" fmla="*/ 375 h 1191"/>
                  <a:gd name="T92" fmla="*/ 63 w 818"/>
                  <a:gd name="T93" fmla="*/ 415 h 1191"/>
                  <a:gd name="T94" fmla="*/ 146 w 818"/>
                  <a:gd name="T95" fmla="*/ 518 h 1191"/>
                  <a:gd name="T96" fmla="*/ 201 w 818"/>
                  <a:gd name="T97" fmla="*/ 631 h 1191"/>
                  <a:gd name="T98" fmla="*/ 249 w 818"/>
                  <a:gd name="T99" fmla="*/ 726 h 1191"/>
                  <a:gd name="T100" fmla="*/ 296 w 818"/>
                  <a:gd name="T101" fmla="*/ 799 h 1191"/>
                  <a:gd name="T102" fmla="*/ 335 w 818"/>
                  <a:gd name="T103" fmla="*/ 869 h 1191"/>
                  <a:gd name="T104" fmla="*/ 348 w 818"/>
                  <a:gd name="T105" fmla="*/ 930 h 1191"/>
                  <a:gd name="T106" fmla="*/ 410 w 818"/>
                  <a:gd name="T107" fmla="*/ 998 h 1191"/>
                  <a:gd name="T108" fmla="*/ 502 w 818"/>
                  <a:gd name="T109" fmla="*/ 1050 h 1191"/>
                  <a:gd name="T110" fmla="*/ 601 w 818"/>
                  <a:gd name="T111" fmla="*/ 1099 h 1191"/>
                  <a:gd name="T112" fmla="*/ 660 w 818"/>
                  <a:gd name="T113" fmla="*/ 1152 h 1191"/>
                  <a:gd name="T114" fmla="*/ 709 w 818"/>
                  <a:gd name="T115" fmla="*/ 1187 h 1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18" h="1191">
                    <a:moveTo>
                      <a:pt x="734" y="1182"/>
                    </a:moveTo>
                    <a:cubicBezTo>
                      <a:pt x="739" y="1174"/>
                      <a:pt x="742" y="1169"/>
                      <a:pt x="740" y="1159"/>
                    </a:cubicBezTo>
                    <a:cubicBezTo>
                      <a:pt x="739" y="1149"/>
                      <a:pt x="742" y="1143"/>
                      <a:pt x="746" y="1140"/>
                    </a:cubicBezTo>
                    <a:cubicBezTo>
                      <a:pt x="749" y="1138"/>
                      <a:pt x="752" y="1137"/>
                      <a:pt x="755" y="1136"/>
                    </a:cubicBezTo>
                    <a:cubicBezTo>
                      <a:pt x="752" y="1131"/>
                      <a:pt x="754" y="1124"/>
                      <a:pt x="752" y="1118"/>
                    </a:cubicBezTo>
                    <a:cubicBezTo>
                      <a:pt x="750" y="1110"/>
                      <a:pt x="770" y="1093"/>
                      <a:pt x="780" y="1086"/>
                    </a:cubicBezTo>
                    <a:cubicBezTo>
                      <a:pt x="791" y="1079"/>
                      <a:pt x="793" y="1057"/>
                      <a:pt x="783" y="1050"/>
                    </a:cubicBezTo>
                    <a:cubicBezTo>
                      <a:pt x="773" y="1043"/>
                      <a:pt x="772" y="1037"/>
                      <a:pt x="767" y="1027"/>
                    </a:cubicBezTo>
                    <a:cubicBezTo>
                      <a:pt x="762" y="1018"/>
                      <a:pt x="762" y="1005"/>
                      <a:pt x="770" y="997"/>
                    </a:cubicBezTo>
                    <a:cubicBezTo>
                      <a:pt x="777" y="988"/>
                      <a:pt x="774" y="975"/>
                      <a:pt x="766" y="970"/>
                    </a:cubicBezTo>
                    <a:cubicBezTo>
                      <a:pt x="759" y="965"/>
                      <a:pt x="766" y="957"/>
                      <a:pt x="773" y="947"/>
                    </a:cubicBezTo>
                    <a:cubicBezTo>
                      <a:pt x="780" y="938"/>
                      <a:pt x="788" y="933"/>
                      <a:pt x="796" y="921"/>
                    </a:cubicBezTo>
                    <a:cubicBezTo>
                      <a:pt x="803" y="909"/>
                      <a:pt x="796" y="905"/>
                      <a:pt x="790" y="899"/>
                    </a:cubicBezTo>
                    <a:cubicBezTo>
                      <a:pt x="785" y="892"/>
                      <a:pt x="783" y="874"/>
                      <a:pt x="788" y="867"/>
                    </a:cubicBezTo>
                    <a:cubicBezTo>
                      <a:pt x="792" y="861"/>
                      <a:pt x="793" y="853"/>
                      <a:pt x="794" y="839"/>
                    </a:cubicBezTo>
                    <a:cubicBezTo>
                      <a:pt x="794" y="824"/>
                      <a:pt x="798" y="825"/>
                      <a:pt x="808" y="811"/>
                    </a:cubicBezTo>
                    <a:cubicBezTo>
                      <a:pt x="818" y="797"/>
                      <a:pt x="802" y="782"/>
                      <a:pt x="796" y="775"/>
                    </a:cubicBezTo>
                    <a:cubicBezTo>
                      <a:pt x="790" y="767"/>
                      <a:pt x="789" y="761"/>
                      <a:pt x="780" y="751"/>
                    </a:cubicBezTo>
                    <a:cubicBezTo>
                      <a:pt x="772" y="742"/>
                      <a:pt x="767" y="742"/>
                      <a:pt x="764" y="721"/>
                    </a:cubicBezTo>
                    <a:cubicBezTo>
                      <a:pt x="762" y="699"/>
                      <a:pt x="749" y="705"/>
                      <a:pt x="742" y="703"/>
                    </a:cubicBezTo>
                    <a:cubicBezTo>
                      <a:pt x="734" y="702"/>
                      <a:pt x="722" y="701"/>
                      <a:pt x="717" y="709"/>
                    </a:cubicBezTo>
                    <a:cubicBezTo>
                      <a:pt x="712" y="718"/>
                      <a:pt x="701" y="711"/>
                      <a:pt x="693" y="707"/>
                    </a:cubicBezTo>
                    <a:cubicBezTo>
                      <a:pt x="685" y="702"/>
                      <a:pt x="682" y="691"/>
                      <a:pt x="682" y="678"/>
                    </a:cubicBezTo>
                    <a:cubicBezTo>
                      <a:pt x="682" y="665"/>
                      <a:pt x="688" y="644"/>
                      <a:pt x="687" y="635"/>
                    </a:cubicBezTo>
                    <a:cubicBezTo>
                      <a:pt x="686" y="625"/>
                      <a:pt x="696" y="618"/>
                      <a:pt x="695" y="608"/>
                    </a:cubicBezTo>
                    <a:cubicBezTo>
                      <a:pt x="694" y="598"/>
                      <a:pt x="672" y="617"/>
                      <a:pt x="666" y="626"/>
                    </a:cubicBezTo>
                    <a:cubicBezTo>
                      <a:pt x="660" y="635"/>
                      <a:pt x="654" y="635"/>
                      <a:pt x="636" y="643"/>
                    </a:cubicBezTo>
                    <a:cubicBezTo>
                      <a:pt x="619" y="651"/>
                      <a:pt x="607" y="646"/>
                      <a:pt x="594" y="646"/>
                    </a:cubicBezTo>
                    <a:cubicBezTo>
                      <a:pt x="580" y="646"/>
                      <a:pt x="584" y="630"/>
                      <a:pt x="581" y="619"/>
                    </a:cubicBezTo>
                    <a:cubicBezTo>
                      <a:pt x="578" y="607"/>
                      <a:pt x="558" y="605"/>
                      <a:pt x="546" y="604"/>
                    </a:cubicBezTo>
                    <a:cubicBezTo>
                      <a:pt x="534" y="603"/>
                      <a:pt x="531" y="595"/>
                      <a:pt x="533" y="585"/>
                    </a:cubicBezTo>
                    <a:cubicBezTo>
                      <a:pt x="535" y="576"/>
                      <a:pt x="530" y="575"/>
                      <a:pt x="524" y="570"/>
                    </a:cubicBezTo>
                    <a:cubicBezTo>
                      <a:pt x="517" y="565"/>
                      <a:pt x="517" y="557"/>
                      <a:pt x="508" y="548"/>
                    </a:cubicBezTo>
                    <a:cubicBezTo>
                      <a:pt x="500" y="539"/>
                      <a:pt x="494" y="523"/>
                      <a:pt x="487" y="513"/>
                    </a:cubicBezTo>
                    <a:cubicBezTo>
                      <a:pt x="480" y="504"/>
                      <a:pt x="483" y="504"/>
                      <a:pt x="472" y="495"/>
                    </a:cubicBezTo>
                    <a:cubicBezTo>
                      <a:pt x="460" y="485"/>
                      <a:pt x="474" y="479"/>
                      <a:pt x="484" y="474"/>
                    </a:cubicBezTo>
                    <a:cubicBezTo>
                      <a:pt x="493" y="469"/>
                      <a:pt x="485" y="463"/>
                      <a:pt x="482" y="455"/>
                    </a:cubicBezTo>
                    <a:cubicBezTo>
                      <a:pt x="480" y="447"/>
                      <a:pt x="492" y="439"/>
                      <a:pt x="498" y="431"/>
                    </a:cubicBezTo>
                    <a:cubicBezTo>
                      <a:pt x="505" y="423"/>
                      <a:pt x="512" y="425"/>
                      <a:pt x="521" y="421"/>
                    </a:cubicBezTo>
                    <a:cubicBezTo>
                      <a:pt x="530" y="417"/>
                      <a:pt x="526" y="408"/>
                      <a:pt x="520" y="399"/>
                    </a:cubicBezTo>
                    <a:cubicBezTo>
                      <a:pt x="514" y="391"/>
                      <a:pt x="522" y="385"/>
                      <a:pt x="529" y="377"/>
                    </a:cubicBezTo>
                    <a:cubicBezTo>
                      <a:pt x="536" y="369"/>
                      <a:pt x="539" y="351"/>
                      <a:pt x="536" y="344"/>
                    </a:cubicBezTo>
                    <a:cubicBezTo>
                      <a:pt x="534" y="337"/>
                      <a:pt x="542" y="331"/>
                      <a:pt x="551" y="327"/>
                    </a:cubicBezTo>
                    <a:cubicBezTo>
                      <a:pt x="560" y="323"/>
                      <a:pt x="578" y="313"/>
                      <a:pt x="591" y="299"/>
                    </a:cubicBezTo>
                    <a:cubicBezTo>
                      <a:pt x="604" y="285"/>
                      <a:pt x="619" y="289"/>
                      <a:pt x="636" y="289"/>
                    </a:cubicBezTo>
                    <a:cubicBezTo>
                      <a:pt x="652" y="288"/>
                      <a:pt x="661" y="281"/>
                      <a:pt x="670" y="274"/>
                    </a:cubicBezTo>
                    <a:cubicBezTo>
                      <a:pt x="678" y="267"/>
                      <a:pt x="684" y="269"/>
                      <a:pt x="692" y="272"/>
                    </a:cubicBezTo>
                    <a:cubicBezTo>
                      <a:pt x="700" y="275"/>
                      <a:pt x="711" y="280"/>
                      <a:pt x="722" y="279"/>
                    </a:cubicBezTo>
                    <a:cubicBezTo>
                      <a:pt x="726" y="279"/>
                      <a:pt x="728" y="276"/>
                      <a:pt x="730" y="272"/>
                    </a:cubicBezTo>
                    <a:cubicBezTo>
                      <a:pt x="718" y="265"/>
                      <a:pt x="713" y="259"/>
                      <a:pt x="710" y="251"/>
                    </a:cubicBezTo>
                    <a:cubicBezTo>
                      <a:pt x="706" y="242"/>
                      <a:pt x="694" y="257"/>
                      <a:pt x="683" y="248"/>
                    </a:cubicBezTo>
                    <a:cubicBezTo>
                      <a:pt x="672" y="239"/>
                      <a:pt x="687" y="220"/>
                      <a:pt x="699" y="212"/>
                    </a:cubicBezTo>
                    <a:cubicBezTo>
                      <a:pt x="711" y="204"/>
                      <a:pt x="710" y="193"/>
                      <a:pt x="716" y="181"/>
                    </a:cubicBezTo>
                    <a:cubicBezTo>
                      <a:pt x="722" y="169"/>
                      <a:pt x="705" y="162"/>
                      <a:pt x="695" y="159"/>
                    </a:cubicBezTo>
                    <a:cubicBezTo>
                      <a:pt x="685" y="156"/>
                      <a:pt x="679" y="149"/>
                      <a:pt x="668" y="149"/>
                    </a:cubicBezTo>
                    <a:cubicBezTo>
                      <a:pt x="657" y="149"/>
                      <a:pt x="648" y="149"/>
                      <a:pt x="648" y="153"/>
                    </a:cubicBezTo>
                    <a:cubicBezTo>
                      <a:pt x="648" y="157"/>
                      <a:pt x="639" y="161"/>
                      <a:pt x="635" y="155"/>
                    </a:cubicBezTo>
                    <a:cubicBezTo>
                      <a:pt x="631" y="149"/>
                      <a:pt x="631" y="144"/>
                      <a:pt x="620" y="142"/>
                    </a:cubicBezTo>
                    <a:cubicBezTo>
                      <a:pt x="609" y="140"/>
                      <a:pt x="605" y="146"/>
                      <a:pt x="605" y="155"/>
                    </a:cubicBezTo>
                    <a:cubicBezTo>
                      <a:pt x="605" y="164"/>
                      <a:pt x="563" y="162"/>
                      <a:pt x="549" y="160"/>
                    </a:cubicBezTo>
                    <a:cubicBezTo>
                      <a:pt x="535" y="158"/>
                      <a:pt x="531" y="159"/>
                      <a:pt x="528" y="146"/>
                    </a:cubicBezTo>
                    <a:cubicBezTo>
                      <a:pt x="525" y="133"/>
                      <a:pt x="530" y="125"/>
                      <a:pt x="518" y="124"/>
                    </a:cubicBezTo>
                    <a:cubicBezTo>
                      <a:pt x="506" y="123"/>
                      <a:pt x="498" y="104"/>
                      <a:pt x="494" y="93"/>
                    </a:cubicBezTo>
                    <a:cubicBezTo>
                      <a:pt x="490" y="82"/>
                      <a:pt x="476" y="73"/>
                      <a:pt x="463" y="73"/>
                    </a:cubicBezTo>
                    <a:cubicBezTo>
                      <a:pt x="450" y="73"/>
                      <a:pt x="450" y="63"/>
                      <a:pt x="450" y="49"/>
                    </a:cubicBezTo>
                    <a:cubicBezTo>
                      <a:pt x="450" y="35"/>
                      <a:pt x="428" y="28"/>
                      <a:pt x="417" y="14"/>
                    </a:cubicBezTo>
                    <a:cubicBezTo>
                      <a:pt x="406" y="0"/>
                      <a:pt x="398" y="9"/>
                      <a:pt x="382" y="9"/>
                    </a:cubicBezTo>
                    <a:cubicBezTo>
                      <a:pt x="374" y="9"/>
                      <a:pt x="370" y="7"/>
                      <a:pt x="366" y="5"/>
                    </a:cubicBezTo>
                    <a:cubicBezTo>
                      <a:pt x="368" y="15"/>
                      <a:pt x="374" y="25"/>
                      <a:pt x="385" y="34"/>
                    </a:cubicBezTo>
                    <a:cubicBezTo>
                      <a:pt x="401" y="46"/>
                      <a:pt x="391" y="41"/>
                      <a:pt x="391" y="52"/>
                    </a:cubicBezTo>
                    <a:cubicBezTo>
                      <a:pt x="391" y="63"/>
                      <a:pt x="387" y="63"/>
                      <a:pt x="382" y="67"/>
                    </a:cubicBezTo>
                    <a:cubicBezTo>
                      <a:pt x="377" y="71"/>
                      <a:pt x="376" y="79"/>
                      <a:pt x="372" y="101"/>
                    </a:cubicBezTo>
                    <a:cubicBezTo>
                      <a:pt x="368" y="123"/>
                      <a:pt x="312" y="166"/>
                      <a:pt x="295" y="173"/>
                    </a:cubicBezTo>
                    <a:cubicBezTo>
                      <a:pt x="278" y="180"/>
                      <a:pt x="259" y="184"/>
                      <a:pt x="233" y="190"/>
                    </a:cubicBezTo>
                    <a:cubicBezTo>
                      <a:pt x="207" y="196"/>
                      <a:pt x="191" y="235"/>
                      <a:pt x="182" y="250"/>
                    </a:cubicBezTo>
                    <a:cubicBezTo>
                      <a:pt x="173" y="265"/>
                      <a:pt x="179" y="275"/>
                      <a:pt x="176" y="287"/>
                    </a:cubicBezTo>
                    <a:cubicBezTo>
                      <a:pt x="173" y="299"/>
                      <a:pt x="172" y="300"/>
                      <a:pt x="163" y="302"/>
                    </a:cubicBezTo>
                    <a:cubicBezTo>
                      <a:pt x="154" y="304"/>
                      <a:pt x="156" y="307"/>
                      <a:pt x="152" y="321"/>
                    </a:cubicBezTo>
                    <a:cubicBezTo>
                      <a:pt x="148" y="335"/>
                      <a:pt x="136" y="322"/>
                      <a:pt x="128" y="319"/>
                    </a:cubicBezTo>
                    <a:cubicBezTo>
                      <a:pt x="120" y="316"/>
                      <a:pt x="120" y="304"/>
                      <a:pt x="114" y="294"/>
                    </a:cubicBezTo>
                    <a:cubicBezTo>
                      <a:pt x="108" y="284"/>
                      <a:pt x="97" y="283"/>
                      <a:pt x="87" y="281"/>
                    </a:cubicBezTo>
                    <a:cubicBezTo>
                      <a:pt x="77" y="279"/>
                      <a:pt x="70" y="283"/>
                      <a:pt x="66" y="294"/>
                    </a:cubicBezTo>
                    <a:cubicBezTo>
                      <a:pt x="62" y="305"/>
                      <a:pt x="60" y="280"/>
                      <a:pt x="56" y="271"/>
                    </a:cubicBezTo>
                    <a:cubicBezTo>
                      <a:pt x="52" y="262"/>
                      <a:pt x="58" y="259"/>
                      <a:pt x="70" y="256"/>
                    </a:cubicBezTo>
                    <a:cubicBezTo>
                      <a:pt x="82" y="253"/>
                      <a:pt x="77" y="228"/>
                      <a:pt x="70" y="224"/>
                    </a:cubicBezTo>
                    <a:cubicBezTo>
                      <a:pt x="67" y="222"/>
                      <a:pt x="64" y="218"/>
                      <a:pt x="62" y="215"/>
                    </a:cubicBezTo>
                    <a:cubicBezTo>
                      <a:pt x="53" y="218"/>
                      <a:pt x="44" y="223"/>
                      <a:pt x="38" y="232"/>
                    </a:cubicBezTo>
                    <a:cubicBezTo>
                      <a:pt x="27" y="247"/>
                      <a:pt x="27" y="255"/>
                      <a:pt x="14" y="264"/>
                    </a:cubicBezTo>
                    <a:cubicBezTo>
                      <a:pt x="1" y="274"/>
                      <a:pt x="0" y="286"/>
                      <a:pt x="3" y="299"/>
                    </a:cubicBezTo>
                    <a:cubicBezTo>
                      <a:pt x="6" y="313"/>
                      <a:pt x="7" y="314"/>
                      <a:pt x="13" y="330"/>
                    </a:cubicBezTo>
                    <a:cubicBezTo>
                      <a:pt x="20" y="345"/>
                      <a:pt x="27" y="344"/>
                      <a:pt x="27" y="354"/>
                    </a:cubicBezTo>
                    <a:cubicBezTo>
                      <a:pt x="28" y="364"/>
                      <a:pt x="28" y="370"/>
                      <a:pt x="19" y="375"/>
                    </a:cubicBezTo>
                    <a:cubicBezTo>
                      <a:pt x="10" y="380"/>
                      <a:pt x="4" y="389"/>
                      <a:pt x="24" y="396"/>
                    </a:cubicBezTo>
                    <a:cubicBezTo>
                      <a:pt x="44" y="402"/>
                      <a:pt x="49" y="404"/>
                      <a:pt x="63" y="415"/>
                    </a:cubicBezTo>
                    <a:cubicBezTo>
                      <a:pt x="77" y="426"/>
                      <a:pt x="102" y="452"/>
                      <a:pt x="112" y="471"/>
                    </a:cubicBezTo>
                    <a:cubicBezTo>
                      <a:pt x="122" y="491"/>
                      <a:pt x="135" y="503"/>
                      <a:pt x="146" y="518"/>
                    </a:cubicBezTo>
                    <a:cubicBezTo>
                      <a:pt x="157" y="532"/>
                      <a:pt x="157" y="533"/>
                      <a:pt x="168" y="564"/>
                    </a:cubicBezTo>
                    <a:cubicBezTo>
                      <a:pt x="178" y="596"/>
                      <a:pt x="196" y="607"/>
                      <a:pt x="201" y="631"/>
                    </a:cubicBezTo>
                    <a:cubicBezTo>
                      <a:pt x="207" y="654"/>
                      <a:pt x="217" y="672"/>
                      <a:pt x="230" y="687"/>
                    </a:cubicBezTo>
                    <a:cubicBezTo>
                      <a:pt x="243" y="703"/>
                      <a:pt x="248" y="711"/>
                      <a:pt x="249" y="726"/>
                    </a:cubicBezTo>
                    <a:cubicBezTo>
                      <a:pt x="249" y="741"/>
                      <a:pt x="240" y="755"/>
                      <a:pt x="258" y="768"/>
                    </a:cubicBezTo>
                    <a:cubicBezTo>
                      <a:pt x="277" y="780"/>
                      <a:pt x="279" y="778"/>
                      <a:pt x="296" y="799"/>
                    </a:cubicBezTo>
                    <a:cubicBezTo>
                      <a:pt x="313" y="821"/>
                      <a:pt x="311" y="829"/>
                      <a:pt x="320" y="839"/>
                    </a:cubicBezTo>
                    <a:cubicBezTo>
                      <a:pt x="329" y="848"/>
                      <a:pt x="342" y="860"/>
                      <a:pt x="335" y="869"/>
                    </a:cubicBezTo>
                    <a:cubicBezTo>
                      <a:pt x="327" y="878"/>
                      <a:pt x="319" y="880"/>
                      <a:pt x="322" y="893"/>
                    </a:cubicBezTo>
                    <a:cubicBezTo>
                      <a:pt x="325" y="907"/>
                      <a:pt x="333" y="920"/>
                      <a:pt x="348" y="930"/>
                    </a:cubicBezTo>
                    <a:cubicBezTo>
                      <a:pt x="363" y="941"/>
                      <a:pt x="380" y="956"/>
                      <a:pt x="385" y="969"/>
                    </a:cubicBezTo>
                    <a:cubicBezTo>
                      <a:pt x="390" y="983"/>
                      <a:pt x="400" y="993"/>
                      <a:pt x="410" y="998"/>
                    </a:cubicBezTo>
                    <a:cubicBezTo>
                      <a:pt x="420" y="1002"/>
                      <a:pt x="433" y="1006"/>
                      <a:pt x="448" y="1018"/>
                    </a:cubicBezTo>
                    <a:cubicBezTo>
                      <a:pt x="463" y="1030"/>
                      <a:pt x="480" y="1042"/>
                      <a:pt x="502" y="1050"/>
                    </a:cubicBezTo>
                    <a:cubicBezTo>
                      <a:pt x="525" y="1057"/>
                      <a:pt x="542" y="1066"/>
                      <a:pt x="559" y="1075"/>
                    </a:cubicBezTo>
                    <a:cubicBezTo>
                      <a:pt x="576" y="1084"/>
                      <a:pt x="587" y="1090"/>
                      <a:pt x="601" y="1099"/>
                    </a:cubicBezTo>
                    <a:cubicBezTo>
                      <a:pt x="616" y="1108"/>
                      <a:pt x="633" y="1111"/>
                      <a:pt x="637" y="1127"/>
                    </a:cubicBezTo>
                    <a:cubicBezTo>
                      <a:pt x="641" y="1143"/>
                      <a:pt x="646" y="1145"/>
                      <a:pt x="660" y="1152"/>
                    </a:cubicBezTo>
                    <a:cubicBezTo>
                      <a:pt x="673" y="1159"/>
                      <a:pt x="687" y="1161"/>
                      <a:pt x="696" y="1184"/>
                    </a:cubicBezTo>
                    <a:cubicBezTo>
                      <a:pt x="700" y="1184"/>
                      <a:pt x="705" y="1185"/>
                      <a:pt x="709" y="1187"/>
                    </a:cubicBezTo>
                    <a:cubicBezTo>
                      <a:pt x="718" y="1191"/>
                      <a:pt x="728" y="1189"/>
                      <a:pt x="734" y="118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3" name="Freeform 10"/>
              <p:cNvSpPr>
                <a:spLocks noEditPoints="1"/>
              </p:cNvSpPr>
              <p:nvPr/>
            </p:nvSpPr>
            <p:spPr bwMode="auto">
              <a:xfrm>
                <a:off x="1277" y="1314"/>
                <a:ext cx="1870" cy="1927"/>
              </a:xfrm>
              <a:custGeom>
                <a:avLst/>
                <a:gdLst>
                  <a:gd name="T0" fmla="*/ 2282 w 2759"/>
                  <a:gd name="T1" fmla="*/ 1968 h 2843"/>
                  <a:gd name="T2" fmla="*/ 2236 w 2759"/>
                  <a:gd name="T3" fmla="*/ 1924 h 2843"/>
                  <a:gd name="T4" fmla="*/ 2271 w 2759"/>
                  <a:gd name="T5" fmla="*/ 1850 h 2843"/>
                  <a:gd name="T6" fmla="*/ 2272 w 2759"/>
                  <a:gd name="T7" fmla="*/ 1887 h 2843"/>
                  <a:gd name="T8" fmla="*/ 2206 w 2759"/>
                  <a:gd name="T9" fmla="*/ 2382 h 2843"/>
                  <a:gd name="T10" fmla="*/ 2190 w 2759"/>
                  <a:gd name="T11" fmla="*/ 2487 h 2843"/>
                  <a:gd name="T12" fmla="*/ 2204 w 2759"/>
                  <a:gd name="T13" fmla="*/ 2516 h 2843"/>
                  <a:gd name="T14" fmla="*/ 2272 w 2759"/>
                  <a:gd name="T15" fmla="*/ 2553 h 2843"/>
                  <a:gd name="T16" fmla="*/ 2231 w 2759"/>
                  <a:gd name="T17" fmla="*/ 2591 h 2843"/>
                  <a:gd name="T18" fmla="*/ 2266 w 2759"/>
                  <a:gd name="T19" fmla="*/ 2599 h 2843"/>
                  <a:gd name="T20" fmla="*/ 2614 w 2759"/>
                  <a:gd name="T21" fmla="*/ 2572 h 2843"/>
                  <a:gd name="T22" fmla="*/ 2500 w 2759"/>
                  <a:gd name="T23" fmla="*/ 2610 h 2843"/>
                  <a:gd name="T24" fmla="*/ 2531 w 2759"/>
                  <a:gd name="T25" fmla="*/ 2700 h 2843"/>
                  <a:gd name="T26" fmla="*/ 2466 w 2759"/>
                  <a:gd name="T27" fmla="*/ 2694 h 2843"/>
                  <a:gd name="T28" fmla="*/ 2398 w 2759"/>
                  <a:gd name="T29" fmla="*/ 2706 h 2843"/>
                  <a:gd name="T30" fmla="*/ 2457 w 2759"/>
                  <a:gd name="T31" fmla="*/ 2752 h 2843"/>
                  <a:gd name="T32" fmla="*/ 2572 w 2759"/>
                  <a:gd name="T33" fmla="*/ 2821 h 2843"/>
                  <a:gd name="T34" fmla="*/ 2645 w 2759"/>
                  <a:gd name="T35" fmla="*/ 2781 h 2843"/>
                  <a:gd name="T36" fmla="*/ 2759 w 2759"/>
                  <a:gd name="T37" fmla="*/ 2800 h 2843"/>
                  <a:gd name="T38" fmla="*/ 2605 w 2759"/>
                  <a:gd name="T39" fmla="*/ 171 h 2843"/>
                  <a:gd name="T40" fmla="*/ 2548 w 2759"/>
                  <a:gd name="T41" fmla="*/ 0 h 2843"/>
                  <a:gd name="T42" fmla="*/ 2507 w 2759"/>
                  <a:gd name="T43" fmla="*/ 115 h 2843"/>
                  <a:gd name="T44" fmla="*/ 2484 w 2759"/>
                  <a:gd name="T45" fmla="*/ 383 h 2843"/>
                  <a:gd name="T46" fmla="*/ 2476 w 2759"/>
                  <a:gd name="T47" fmla="*/ 600 h 2843"/>
                  <a:gd name="T48" fmla="*/ 2439 w 2759"/>
                  <a:gd name="T49" fmla="*/ 823 h 2843"/>
                  <a:gd name="T50" fmla="*/ 2419 w 2759"/>
                  <a:gd name="T51" fmla="*/ 1036 h 2843"/>
                  <a:gd name="T52" fmla="*/ 2334 w 2759"/>
                  <a:gd name="T53" fmla="*/ 1303 h 2843"/>
                  <a:gd name="T54" fmla="*/ 2307 w 2759"/>
                  <a:gd name="T55" fmla="*/ 1534 h 2843"/>
                  <a:gd name="T56" fmla="*/ 2264 w 2759"/>
                  <a:gd name="T57" fmla="*/ 1734 h 2843"/>
                  <a:gd name="T58" fmla="*/ 2290 w 2759"/>
                  <a:gd name="T59" fmla="*/ 1756 h 2843"/>
                  <a:gd name="T60" fmla="*/ 2351 w 2759"/>
                  <a:gd name="T61" fmla="*/ 1710 h 2843"/>
                  <a:gd name="T62" fmla="*/ 2325 w 2759"/>
                  <a:gd name="T63" fmla="*/ 1903 h 2843"/>
                  <a:gd name="T64" fmla="*/ 2276 w 2759"/>
                  <a:gd name="T65" fmla="*/ 2016 h 2843"/>
                  <a:gd name="T66" fmla="*/ 2175 w 2759"/>
                  <a:gd name="T67" fmla="*/ 2063 h 2843"/>
                  <a:gd name="T68" fmla="*/ 2238 w 2759"/>
                  <a:gd name="T69" fmla="*/ 2152 h 2843"/>
                  <a:gd name="T70" fmla="*/ 2237 w 2759"/>
                  <a:gd name="T71" fmla="*/ 2198 h 2843"/>
                  <a:gd name="T72" fmla="*/ 2175 w 2759"/>
                  <a:gd name="T73" fmla="*/ 2197 h 2843"/>
                  <a:gd name="T74" fmla="*/ 2217 w 2759"/>
                  <a:gd name="T75" fmla="*/ 2279 h 2843"/>
                  <a:gd name="T76" fmla="*/ 2262 w 2759"/>
                  <a:gd name="T77" fmla="*/ 2328 h 2843"/>
                  <a:gd name="T78" fmla="*/ 2261 w 2759"/>
                  <a:gd name="T79" fmla="*/ 2438 h 2843"/>
                  <a:gd name="T80" fmla="*/ 2280 w 2759"/>
                  <a:gd name="T81" fmla="*/ 2501 h 2843"/>
                  <a:gd name="T82" fmla="*/ 2338 w 2759"/>
                  <a:gd name="T83" fmla="*/ 2536 h 2843"/>
                  <a:gd name="T84" fmla="*/ 2335 w 2759"/>
                  <a:gd name="T85" fmla="*/ 2613 h 2843"/>
                  <a:gd name="T86" fmla="*/ 2397 w 2759"/>
                  <a:gd name="T87" fmla="*/ 2580 h 2843"/>
                  <a:gd name="T88" fmla="*/ 2403 w 2759"/>
                  <a:gd name="T89" fmla="*/ 2629 h 2843"/>
                  <a:gd name="T90" fmla="*/ 2334 w 2759"/>
                  <a:gd name="T91" fmla="*/ 2702 h 2843"/>
                  <a:gd name="T92" fmla="*/ 2482 w 2759"/>
                  <a:gd name="T93" fmla="*/ 2597 h 2843"/>
                  <a:gd name="T94" fmla="*/ 2631 w 2759"/>
                  <a:gd name="T95" fmla="*/ 2560 h 2843"/>
                  <a:gd name="T96" fmla="*/ 2377 w 2759"/>
                  <a:gd name="T97" fmla="*/ 2495 h 2843"/>
                  <a:gd name="T98" fmla="*/ 2316 w 2759"/>
                  <a:gd name="T99" fmla="*/ 2388 h 2843"/>
                  <a:gd name="T100" fmla="*/ 2374 w 2759"/>
                  <a:gd name="T101" fmla="*/ 2194 h 2843"/>
                  <a:gd name="T102" fmla="*/ 2417 w 2759"/>
                  <a:gd name="T103" fmla="*/ 2031 h 2843"/>
                  <a:gd name="T104" fmla="*/ 2451 w 2759"/>
                  <a:gd name="T105" fmla="*/ 1915 h 2843"/>
                  <a:gd name="T106" fmla="*/ 2409 w 2759"/>
                  <a:gd name="T107" fmla="*/ 1730 h 2843"/>
                  <a:gd name="T108" fmla="*/ 2423 w 2759"/>
                  <a:gd name="T109" fmla="*/ 1535 h 2843"/>
                  <a:gd name="T110" fmla="*/ 2450 w 2759"/>
                  <a:gd name="T111" fmla="*/ 1325 h 2843"/>
                  <a:gd name="T112" fmla="*/ 2516 w 2759"/>
                  <a:gd name="T113" fmla="*/ 1152 h 2843"/>
                  <a:gd name="T114" fmla="*/ 2499 w 2759"/>
                  <a:gd name="T115" fmla="*/ 983 h 2843"/>
                  <a:gd name="T116" fmla="*/ 2529 w 2759"/>
                  <a:gd name="T117" fmla="*/ 823 h 2843"/>
                  <a:gd name="T118" fmla="*/ 2609 w 2759"/>
                  <a:gd name="T119" fmla="*/ 643 h 2843"/>
                  <a:gd name="T120" fmla="*/ 2615 w 2759"/>
                  <a:gd name="T121" fmla="*/ 492 h 2843"/>
                  <a:gd name="T122" fmla="*/ 2667 w 2759"/>
                  <a:gd name="T123" fmla="*/ 355 h 2843"/>
                  <a:gd name="T124" fmla="*/ 16 w 2759"/>
                  <a:gd name="T125" fmla="*/ 648 h 28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59" h="2843">
                    <a:moveTo>
                      <a:pt x="2276" y="1921"/>
                    </a:moveTo>
                    <a:cubicBezTo>
                      <a:pt x="2283" y="1925"/>
                      <a:pt x="2281" y="1913"/>
                      <a:pt x="2284" y="1909"/>
                    </a:cubicBezTo>
                    <a:cubicBezTo>
                      <a:pt x="2288" y="1905"/>
                      <a:pt x="2298" y="1911"/>
                      <a:pt x="2297" y="1918"/>
                    </a:cubicBezTo>
                    <a:cubicBezTo>
                      <a:pt x="2296" y="1925"/>
                      <a:pt x="2296" y="1926"/>
                      <a:pt x="2287" y="1926"/>
                    </a:cubicBezTo>
                    <a:cubicBezTo>
                      <a:pt x="2279" y="1926"/>
                      <a:pt x="2280" y="1934"/>
                      <a:pt x="2284" y="1937"/>
                    </a:cubicBezTo>
                    <a:cubicBezTo>
                      <a:pt x="2287" y="1941"/>
                      <a:pt x="2290" y="1949"/>
                      <a:pt x="2290" y="1956"/>
                    </a:cubicBezTo>
                    <a:cubicBezTo>
                      <a:pt x="2290" y="1964"/>
                      <a:pt x="2288" y="1965"/>
                      <a:pt x="2282" y="1968"/>
                    </a:cubicBezTo>
                    <a:cubicBezTo>
                      <a:pt x="2275" y="1971"/>
                      <a:pt x="2273" y="1978"/>
                      <a:pt x="2271" y="1988"/>
                    </a:cubicBezTo>
                    <a:cubicBezTo>
                      <a:pt x="2269" y="1997"/>
                      <a:pt x="2266" y="1991"/>
                      <a:pt x="2265" y="1984"/>
                    </a:cubicBezTo>
                    <a:cubicBezTo>
                      <a:pt x="2264" y="1977"/>
                      <a:pt x="2264" y="1973"/>
                      <a:pt x="2271" y="1968"/>
                    </a:cubicBezTo>
                    <a:cubicBezTo>
                      <a:pt x="2277" y="1962"/>
                      <a:pt x="2271" y="1959"/>
                      <a:pt x="2265" y="1957"/>
                    </a:cubicBezTo>
                    <a:cubicBezTo>
                      <a:pt x="2259" y="1956"/>
                      <a:pt x="2264" y="1945"/>
                      <a:pt x="2260" y="1944"/>
                    </a:cubicBezTo>
                    <a:cubicBezTo>
                      <a:pt x="2256" y="1943"/>
                      <a:pt x="2250" y="1940"/>
                      <a:pt x="2249" y="1933"/>
                    </a:cubicBezTo>
                    <a:cubicBezTo>
                      <a:pt x="2249" y="1927"/>
                      <a:pt x="2246" y="1925"/>
                      <a:pt x="2236" y="1924"/>
                    </a:cubicBezTo>
                    <a:cubicBezTo>
                      <a:pt x="2225" y="1923"/>
                      <a:pt x="2236" y="1916"/>
                      <a:pt x="2240" y="1912"/>
                    </a:cubicBezTo>
                    <a:cubicBezTo>
                      <a:pt x="2244" y="1908"/>
                      <a:pt x="2262" y="1910"/>
                      <a:pt x="2262" y="1910"/>
                    </a:cubicBezTo>
                    <a:cubicBezTo>
                      <a:pt x="2272" y="1910"/>
                      <a:pt x="2270" y="1917"/>
                      <a:pt x="2276" y="1921"/>
                    </a:cubicBezTo>
                    <a:close/>
                    <a:moveTo>
                      <a:pt x="2271" y="1850"/>
                    </a:moveTo>
                    <a:cubicBezTo>
                      <a:pt x="2271" y="1850"/>
                      <a:pt x="2270" y="1866"/>
                      <a:pt x="2275" y="1867"/>
                    </a:cubicBezTo>
                    <a:cubicBezTo>
                      <a:pt x="2280" y="1868"/>
                      <a:pt x="2279" y="1864"/>
                      <a:pt x="2279" y="1859"/>
                    </a:cubicBezTo>
                    <a:cubicBezTo>
                      <a:pt x="2279" y="1854"/>
                      <a:pt x="2276" y="1838"/>
                      <a:pt x="2271" y="1850"/>
                    </a:cubicBezTo>
                    <a:close/>
                    <a:moveTo>
                      <a:pt x="2290" y="1860"/>
                    </a:moveTo>
                    <a:cubicBezTo>
                      <a:pt x="2290" y="1860"/>
                      <a:pt x="2289" y="1863"/>
                      <a:pt x="2289" y="1871"/>
                    </a:cubicBezTo>
                    <a:cubicBezTo>
                      <a:pt x="2289" y="1879"/>
                      <a:pt x="2295" y="1883"/>
                      <a:pt x="2295" y="1875"/>
                    </a:cubicBezTo>
                    <a:cubicBezTo>
                      <a:pt x="2296" y="1867"/>
                      <a:pt x="2294" y="1848"/>
                      <a:pt x="2290" y="1860"/>
                    </a:cubicBezTo>
                    <a:close/>
                    <a:moveTo>
                      <a:pt x="2265" y="1877"/>
                    </a:moveTo>
                    <a:cubicBezTo>
                      <a:pt x="2265" y="1877"/>
                      <a:pt x="2261" y="1890"/>
                      <a:pt x="2265" y="1892"/>
                    </a:cubicBezTo>
                    <a:cubicBezTo>
                      <a:pt x="2270" y="1894"/>
                      <a:pt x="2271" y="1891"/>
                      <a:pt x="2272" y="1887"/>
                    </a:cubicBezTo>
                    <a:cubicBezTo>
                      <a:pt x="2272" y="1883"/>
                      <a:pt x="2268" y="1867"/>
                      <a:pt x="2265" y="1877"/>
                    </a:cubicBezTo>
                    <a:close/>
                    <a:moveTo>
                      <a:pt x="2189" y="2359"/>
                    </a:moveTo>
                    <a:cubicBezTo>
                      <a:pt x="2189" y="2359"/>
                      <a:pt x="2181" y="2370"/>
                      <a:pt x="2179" y="2376"/>
                    </a:cubicBezTo>
                    <a:cubicBezTo>
                      <a:pt x="2177" y="2382"/>
                      <a:pt x="2174" y="2391"/>
                      <a:pt x="2177" y="2400"/>
                    </a:cubicBezTo>
                    <a:cubicBezTo>
                      <a:pt x="2181" y="2409"/>
                      <a:pt x="2189" y="2425"/>
                      <a:pt x="2191" y="2414"/>
                    </a:cubicBezTo>
                    <a:cubicBezTo>
                      <a:pt x="2193" y="2403"/>
                      <a:pt x="2191" y="2399"/>
                      <a:pt x="2195" y="2395"/>
                    </a:cubicBezTo>
                    <a:cubicBezTo>
                      <a:pt x="2199" y="2390"/>
                      <a:pt x="2197" y="2382"/>
                      <a:pt x="2206" y="2382"/>
                    </a:cubicBezTo>
                    <a:cubicBezTo>
                      <a:pt x="2215" y="2382"/>
                      <a:pt x="2220" y="2375"/>
                      <a:pt x="2221" y="2369"/>
                    </a:cubicBezTo>
                    <a:cubicBezTo>
                      <a:pt x="2222" y="2362"/>
                      <a:pt x="2217" y="2360"/>
                      <a:pt x="2208" y="2358"/>
                    </a:cubicBezTo>
                    <a:cubicBezTo>
                      <a:pt x="2200" y="2357"/>
                      <a:pt x="2193" y="2353"/>
                      <a:pt x="2189" y="2359"/>
                    </a:cubicBezTo>
                    <a:close/>
                    <a:moveTo>
                      <a:pt x="2229" y="2455"/>
                    </a:moveTo>
                    <a:cubicBezTo>
                      <a:pt x="2229" y="2455"/>
                      <a:pt x="2226" y="2463"/>
                      <a:pt x="2216" y="2463"/>
                    </a:cubicBezTo>
                    <a:cubicBezTo>
                      <a:pt x="2206" y="2463"/>
                      <a:pt x="2194" y="2460"/>
                      <a:pt x="2192" y="2465"/>
                    </a:cubicBezTo>
                    <a:cubicBezTo>
                      <a:pt x="2190" y="2471"/>
                      <a:pt x="2182" y="2485"/>
                      <a:pt x="2190" y="2487"/>
                    </a:cubicBezTo>
                    <a:cubicBezTo>
                      <a:pt x="2197" y="2488"/>
                      <a:pt x="2194" y="2482"/>
                      <a:pt x="2202" y="2481"/>
                    </a:cubicBezTo>
                    <a:cubicBezTo>
                      <a:pt x="2210" y="2479"/>
                      <a:pt x="2223" y="2476"/>
                      <a:pt x="2224" y="2472"/>
                    </a:cubicBezTo>
                    <a:cubicBezTo>
                      <a:pt x="2225" y="2468"/>
                      <a:pt x="2236" y="2466"/>
                      <a:pt x="2237" y="2459"/>
                    </a:cubicBezTo>
                    <a:cubicBezTo>
                      <a:pt x="2238" y="2452"/>
                      <a:pt x="2232" y="2447"/>
                      <a:pt x="2229" y="2455"/>
                    </a:cubicBezTo>
                    <a:close/>
                    <a:moveTo>
                      <a:pt x="2220" y="2495"/>
                    </a:moveTo>
                    <a:cubicBezTo>
                      <a:pt x="2220" y="2495"/>
                      <a:pt x="2206" y="2493"/>
                      <a:pt x="2202" y="2498"/>
                    </a:cubicBezTo>
                    <a:cubicBezTo>
                      <a:pt x="2198" y="2503"/>
                      <a:pt x="2199" y="2508"/>
                      <a:pt x="2204" y="2516"/>
                    </a:cubicBezTo>
                    <a:cubicBezTo>
                      <a:pt x="2209" y="2524"/>
                      <a:pt x="2208" y="2530"/>
                      <a:pt x="2222" y="2530"/>
                    </a:cubicBezTo>
                    <a:cubicBezTo>
                      <a:pt x="2236" y="2530"/>
                      <a:pt x="2248" y="2521"/>
                      <a:pt x="2235" y="2515"/>
                    </a:cubicBezTo>
                    <a:cubicBezTo>
                      <a:pt x="2222" y="2509"/>
                      <a:pt x="2229" y="2495"/>
                      <a:pt x="2220" y="2495"/>
                    </a:cubicBezTo>
                    <a:close/>
                    <a:moveTo>
                      <a:pt x="2265" y="2531"/>
                    </a:moveTo>
                    <a:cubicBezTo>
                      <a:pt x="2265" y="2531"/>
                      <a:pt x="2247" y="2525"/>
                      <a:pt x="2248" y="2533"/>
                    </a:cubicBezTo>
                    <a:cubicBezTo>
                      <a:pt x="2249" y="2541"/>
                      <a:pt x="2259" y="2539"/>
                      <a:pt x="2262" y="2548"/>
                    </a:cubicBezTo>
                    <a:cubicBezTo>
                      <a:pt x="2265" y="2556"/>
                      <a:pt x="2270" y="2558"/>
                      <a:pt x="2272" y="2553"/>
                    </a:cubicBezTo>
                    <a:cubicBezTo>
                      <a:pt x="2274" y="2548"/>
                      <a:pt x="2282" y="2548"/>
                      <a:pt x="2282" y="2543"/>
                    </a:cubicBezTo>
                    <a:cubicBezTo>
                      <a:pt x="2282" y="2539"/>
                      <a:pt x="2290" y="2534"/>
                      <a:pt x="2288" y="2529"/>
                    </a:cubicBezTo>
                    <a:cubicBezTo>
                      <a:pt x="2287" y="2524"/>
                      <a:pt x="2279" y="2515"/>
                      <a:pt x="2278" y="2523"/>
                    </a:cubicBezTo>
                    <a:cubicBezTo>
                      <a:pt x="2276" y="2530"/>
                      <a:pt x="2282" y="2539"/>
                      <a:pt x="2275" y="2539"/>
                    </a:cubicBezTo>
                    <a:cubicBezTo>
                      <a:pt x="2268" y="2539"/>
                      <a:pt x="2271" y="2533"/>
                      <a:pt x="2265" y="2531"/>
                    </a:cubicBezTo>
                    <a:close/>
                    <a:moveTo>
                      <a:pt x="2266" y="2599"/>
                    </a:moveTo>
                    <a:cubicBezTo>
                      <a:pt x="2266" y="2599"/>
                      <a:pt x="2231" y="2581"/>
                      <a:pt x="2231" y="2591"/>
                    </a:cubicBezTo>
                    <a:cubicBezTo>
                      <a:pt x="2231" y="2601"/>
                      <a:pt x="2235" y="2605"/>
                      <a:pt x="2245" y="2607"/>
                    </a:cubicBezTo>
                    <a:cubicBezTo>
                      <a:pt x="2254" y="2610"/>
                      <a:pt x="2267" y="2610"/>
                      <a:pt x="2275" y="2615"/>
                    </a:cubicBezTo>
                    <a:cubicBezTo>
                      <a:pt x="2283" y="2619"/>
                      <a:pt x="2289" y="2623"/>
                      <a:pt x="2298" y="2627"/>
                    </a:cubicBezTo>
                    <a:cubicBezTo>
                      <a:pt x="2306" y="2630"/>
                      <a:pt x="2327" y="2640"/>
                      <a:pt x="2328" y="2636"/>
                    </a:cubicBezTo>
                    <a:cubicBezTo>
                      <a:pt x="2329" y="2631"/>
                      <a:pt x="2325" y="2624"/>
                      <a:pt x="2313" y="2620"/>
                    </a:cubicBezTo>
                    <a:cubicBezTo>
                      <a:pt x="2301" y="2617"/>
                      <a:pt x="2288" y="2612"/>
                      <a:pt x="2284" y="2608"/>
                    </a:cubicBezTo>
                    <a:cubicBezTo>
                      <a:pt x="2280" y="2603"/>
                      <a:pt x="2279" y="2604"/>
                      <a:pt x="2266" y="2599"/>
                    </a:cubicBezTo>
                    <a:close/>
                    <a:moveTo>
                      <a:pt x="2751" y="2791"/>
                    </a:moveTo>
                    <a:cubicBezTo>
                      <a:pt x="2747" y="2788"/>
                      <a:pt x="2733" y="2785"/>
                      <a:pt x="2723" y="2773"/>
                    </a:cubicBezTo>
                    <a:cubicBezTo>
                      <a:pt x="2714" y="2762"/>
                      <a:pt x="2703" y="2767"/>
                      <a:pt x="2697" y="2773"/>
                    </a:cubicBezTo>
                    <a:cubicBezTo>
                      <a:pt x="2691" y="2778"/>
                      <a:pt x="2675" y="2776"/>
                      <a:pt x="2665" y="2772"/>
                    </a:cubicBezTo>
                    <a:cubicBezTo>
                      <a:pt x="2656" y="2768"/>
                      <a:pt x="2647" y="2764"/>
                      <a:pt x="2638" y="2769"/>
                    </a:cubicBezTo>
                    <a:cubicBezTo>
                      <a:pt x="2629" y="2775"/>
                      <a:pt x="2614" y="2761"/>
                      <a:pt x="2614" y="2761"/>
                    </a:cubicBezTo>
                    <a:cubicBezTo>
                      <a:pt x="2614" y="2572"/>
                      <a:pt x="2614" y="2572"/>
                      <a:pt x="2614" y="2572"/>
                    </a:cubicBezTo>
                    <a:cubicBezTo>
                      <a:pt x="2612" y="2570"/>
                      <a:pt x="2610" y="2569"/>
                      <a:pt x="2604" y="2570"/>
                    </a:cubicBezTo>
                    <a:cubicBezTo>
                      <a:pt x="2591" y="2571"/>
                      <a:pt x="2596" y="2577"/>
                      <a:pt x="2585" y="2575"/>
                    </a:cubicBezTo>
                    <a:cubicBezTo>
                      <a:pt x="2574" y="2574"/>
                      <a:pt x="2572" y="2570"/>
                      <a:pt x="2567" y="2570"/>
                    </a:cubicBezTo>
                    <a:cubicBezTo>
                      <a:pt x="2563" y="2570"/>
                      <a:pt x="2557" y="2571"/>
                      <a:pt x="2555" y="2573"/>
                    </a:cubicBezTo>
                    <a:cubicBezTo>
                      <a:pt x="2554" y="2576"/>
                      <a:pt x="2554" y="2589"/>
                      <a:pt x="2545" y="2590"/>
                    </a:cubicBezTo>
                    <a:cubicBezTo>
                      <a:pt x="2545" y="2590"/>
                      <a:pt x="2515" y="2587"/>
                      <a:pt x="2514" y="2598"/>
                    </a:cubicBezTo>
                    <a:cubicBezTo>
                      <a:pt x="2513" y="2608"/>
                      <a:pt x="2499" y="2601"/>
                      <a:pt x="2500" y="2610"/>
                    </a:cubicBezTo>
                    <a:cubicBezTo>
                      <a:pt x="2501" y="2620"/>
                      <a:pt x="2502" y="2645"/>
                      <a:pt x="2513" y="2645"/>
                    </a:cubicBezTo>
                    <a:cubicBezTo>
                      <a:pt x="2523" y="2645"/>
                      <a:pt x="2531" y="2645"/>
                      <a:pt x="2534" y="2637"/>
                    </a:cubicBezTo>
                    <a:cubicBezTo>
                      <a:pt x="2537" y="2630"/>
                      <a:pt x="2549" y="2635"/>
                      <a:pt x="2556" y="2635"/>
                    </a:cubicBezTo>
                    <a:cubicBezTo>
                      <a:pt x="2562" y="2635"/>
                      <a:pt x="2571" y="2635"/>
                      <a:pt x="2565" y="2644"/>
                    </a:cubicBezTo>
                    <a:cubicBezTo>
                      <a:pt x="2560" y="2652"/>
                      <a:pt x="2558" y="2659"/>
                      <a:pt x="2546" y="2660"/>
                    </a:cubicBezTo>
                    <a:cubicBezTo>
                      <a:pt x="2534" y="2661"/>
                      <a:pt x="2519" y="2665"/>
                      <a:pt x="2520" y="2675"/>
                    </a:cubicBezTo>
                    <a:cubicBezTo>
                      <a:pt x="2521" y="2685"/>
                      <a:pt x="2515" y="2695"/>
                      <a:pt x="2531" y="2700"/>
                    </a:cubicBezTo>
                    <a:cubicBezTo>
                      <a:pt x="2547" y="2704"/>
                      <a:pt x="2558" y="2715"/>
                      <a:pt x="2552" y="2718"/>
                    </a:cubicBezTo>
                    <a:cubicBezTo>
                      <a:pt x="2547" y="2721"/>
                      <a:pt x="2522" y="2724"/>
                      <a:pt x="2514" y="2719"/>
                    </a:cubicBezTo>
                    <a:cubicBezTo>
                      <a:pt x="2505" y="2714"/>
                      <a:pt x="2503" y="2708"/>
                      <a:pt x="2506" y="2700"/>
                    </a:cubicBezTo>
                    <a:cubicBezTo>
                      <a:pt x="2509" y="2691"/>
                      <a:pt x="2504" y="2686"/>
                      <a:pt x="2502" y="2679"/>
                    </a:cubicBezTo>
                    <a:cubicBezTo>
                      <a:pt x="2500" y="2673"/>
                      <a:pt x="2489" y="2657"/>
                      <a:pt x="2489" y="2657"/>
                    </a:cubicBezTo>
                    <a:cubicBezTo>
                      <a:pt x="2489" y="2657"/>
                      <a:pt x="2486" y="2670"/>
                      <a:pt x="2479" y="2675"/>
                    </a:cubicBezTo>
                    <a:cubicBezTo>
                      <a:pt x="2473" y="2680"/>
                      <a:pt x="2455" y="2685"/>
                      <a:pt x="2466" y="2694"/>
                    </a:cubicBezTo>
                    <a:cubicBezTo>
                      <a:pt x="2478" y="2704"/>
                      <a:pt x="2487" y="2702"/>
                      <a:pt x="2485" y="2709"/>
                    </a:cubicBezTo>
                    <a:cubicBezTo>
                      <a:pt x="2482" y="2717"/>
                      <a:pt x="2470" y="2715"/>
                      <a:pt x="2464" y="2707"/>
                    </a:cubicBezTo>
                    <a:cubicBezTo>
                      <a:pt x="2459" y="2700"/>
                      <a:pt x="2453" y="2693"/>
                      <a:pt x="2443" y="2689"/>
                    </a:cubicBezTo>
                    <a:cubicBezTo>
                      <a:pt x="2432" y="2685"/>
                      <a:pt x="2421" y="2687"/>
                      <a:pt x="2412" y="2686"/>
                    </a:cubicBezTo>
                    <a:cubicBezTo>
                      <a:pt x="2402" y="2685"/>
                      <a:pt x="2399" y="2678"/>
                      <a:pt x="2394" y="2687"/>
                    </a:cubicBezTo>
                    <a:cubicBezTo>
                      <a:pt x="2390" y="2695"/>
                      <a:pt x="2373" y="2710"/>
                      <a:pt x="2383" y="2713"/>
                    </a:cubicBezTo>
                    <a:cubicBezTo>
                      <a:pt x="2392" y="2715"/>
                      <a:pt x="2391" y="2701"/>
                      <a:pt x="2398" y="2706"/>
                    </a:cubicBezTo>
                    <a:cubicBezTo>
                      <a:pt x="2404" y="2711"/>
                      <a:pt x="2409" y="2711"/>
                      <a:pt x="2412" y="2706"/>
                    </a:cubicBezTo>
                    <a:cubicBezTo>
                      <a:pt x="2414" y="2701"/>
                      <a:pt x="2420" y="2699"/>
                      <a:pt x="2428" y="2706"/>
                    </a:cubicBezTo>
                    <a:cubicBezTo>
                      <a:pt x="2435" y="2714"/>
                      <a:pt x="2450" y="2723"/>
                      <a:pt x="2443" y="2725"/>
                    </a:cubicBezTo>
                    <a:cubicBezTo>
                      <a:pt x="2435" y="2728"/>
                      <a:pt x="2433" y="2742"/>
                      <a:pt x="2424" y="2735"/>
                    </a:cubicBezTo>
                    <a:cubicBezTo>
                      <a:pt x="2416" y="2729"/>
                      <a:pt x="2389" y="2731"/>
                      <a:pt x="2398" y="2742"/>
                    </a:cubicBezTo>
                    <a:cubicBezTo>
                      <a:pt x="2406" y="2752"/>
                      <a:pt x="2405" y="2753"/>
                      <a:pt x="2420" y="2752"/>
                    </a:cubicBezTo>
                    <a:cubicBezTo>
                      <a:pt x="2435" y="2751"/>
                      <a:pt x="2457" y="2744"/>
                      <a:pt x="2457" y="2752"/>
                    </a:cubicBezTo>
                    <a:cubicBezTo>
                      <a:pt x="2457" y="2761"/>
                      <a:pt x="2433" y="2771"/>
                      <a:pt x="2445" y="2773"/>
                    </a:cubicBezTo>
                    <a:cubicBezTo>
                      <a:pt x="2457" y="2775"/>
                      <a:pt x="2461" y="2774"/>
                      <a:pt x="2471" y="2781"/>
                    </a:cubicBezTo>
                    <a:cubicBezTo>
                      <a:pt x="2480" y="2789"/>
                      <a:pt x="2503" y="2802"/>
                      <a:pt x="2504" y="2791"/>
                    </a:cubicBezTo>
                    <a:cubicBezTo>
                      <a:pt x="2505" y="2780"/>
                      <a:pt x="2499" y="2767"/>
                      <a:pt x="2515" y="2767"/>
                    </a:cubicBezTo>
                    <a:cubicBezTo>
                      <a:pt x="2531" y="2767"/>
                      <a:pt x="2538" y="2765"/>
                      <a:pt x="2536" y="2775"/>
                    </a:cubicBezTo>
                    <a:cubicBezTo>
                      <a:pt x="2534" y="2785"/>
                      <a:pt x="2521" y="2792"/>
                      <a:pt x="2535" y="2799"/>
                    </a:cubicBezTo>
                    <a:cubicBezTo>
                      <a:pt x="2549" y="2805"/>
                      <a:pt x="2561" y="2817"/>
                      <a:pt x="2572" y="2821"/>
                    </a:cubicBezTo>
                    <a:cubicBezTo>
                      <a:pt x="2582" y="2825"/>
                      <a:pt x="2594" y="2818"/>
                      <a:pt x="2581" y="2810"/>
                    </a:cubicBezTo>
                    <a:cubicBezTo>
                      <a:pt x="2568" y="2803"/>
                      <a:pt x="2571" y="2791"/>
                      <a:pt x="2586" y="2799"/>
                    </a:cubicBezTo>
                    <a:cubicBezTo>
                      <a:pt x="2601" y="2806"/>
                      <a:pt x="2607" y="2817"/>
                      <a:pt x="2617" y="2817"/>
                    </a:cubicBezTo>
                    <a:cubicBezTo>
                      <a:pt x="2627" y="2817"/>
                      <a:pt x="2633" y="2830"/>
                      <a:pt x="2649" y="2836"/>
                    </a:cubicBezTo>
                    <a:cubicBezTo>
                      <a:pt x="2665" y="2843"/>
                      <a:pt x="2666" y="2836"/>
                      <a:pt x="2653" y="2825"/>
                    </a:cubicBezTo>
                    <a:cubicBezTo>
                      <a:pt x="2641" y="2815"/>
                      <a:pt x="2635" y="2807"/>
                      <a:pt x="2633" y="2796"/>
                    </a:cubicBezTo>
                    <a:cubicBezTo>
                      <a:pt x="2631" y="2786"/>
                      <a:pt x="2639" y="2768"/>
                      <a:pt x="2645" y="2781"/>
                    </a:cubicBezTo>
                    <a:cubicBezTo>
                      <a:pt x="2650" y="2794"/>
                      <a:pt x="2650" y="2805"/>
                      <a:pt x="2664" y="2801"/>
                    </a:cubicBezTo>
                    <a:cubicBezTo>
                      <a:pt x="2678" y="2796"/>
                      <a:pt x="2686" y="2791"/>
                      <a:pt x="2690" y="2799"/>
                    </a:cubicBezTo>
                    <a:cubicBezTo>
                      <a:pt x="2694" y="2806"/>
                      <a:pt x="2707" y="2814"/>
                      <a:pt x="2711" y="2805"/>
                    </a:cubicBezTo>
                    <a:cubicBezTo>
                      <a:pt x="2716" y="2796"/>
                      <a:pt x="2711" y="2797"/>
                      <a:pt x="2704" y="2787"/>
                    </a:cubicBezTo>
                    <a:cubicBezTo>
                      <a:pt x="2696" y="2776"/>
                      <a:pt x="2705" y="2764"/>
                      <a:pt x="2716" y="2777"/>
                    </a:cubicBezTo>
                    <a:cubicBezTo>
                      <a:pt x="2727" y="2790"/>
                      <a:pt x="2731" y="2790"/>
                      <a:pt x="2740" y="2796"/>
                    </a:cubicBezTo>
                    <a:cubicBezTo>
                      <a:pt x="2749" y="2802"/>
                      <a:pt x="2757" y="2806"/>
                      <a:pt x="2759" y="2800"/>
                    </a:cubicBezTo>
                    <a:cubicBezTo>
                      <a:pt x="2757" y="2796"/>
                      <a:pt x="2754" y="2793"/>
                      <a:pt x="2751" y="2791"/>
                    </a:cubicBezTo>
                    <a:close/>
                    <a:moveTo>
                      <a:pt x="2667" y="355"/>
                    </a:moveTo>
                    <a:cubicBezTo>
                      <a:pt x="2651" y="352"/>
                      <a:pt x="2657" y="336"/>
                      <a:pt x="2653" y="315"/>
                    </a:cubicBezTo>
                    <a:cubicBezTo>
                      <a:pt x="2649" y="295"/>
                      <a:pt x="2639" y="283"/>
                      <a:pt x="2636" y="267"/>
                    </a:cubicBezTo>
                    <a:cubicBezTo>
                      <a:pt x="2633" y="251"/>
                      <a:pt x="2630" y="239"/>
                      <a:pt x="2620" y="233"/>
                    </a:cubicBezTo>
                    <a:cubicBezTo>
                      <a:pt x="2610" y="228"/>
                      <a:pt x="2612" y="206"/>
                      <a:pt x="2604" y="196"/>
                    </a:cubicBezTo>
                    <a:cubicBezTo>
                      <a:pt x="2596" y="186"/>
                      <a:pt x="2599" y="174"/>
                      <a:pt x="2605" y="171"/>
                    </a:cubicBezTo>
                    <a:cubicBezTo>
                      <a:pt x="2610" y="167"/>
                      <a:pt x="2613" y="159"/>
                      <a:pt x="2608" y="151"/>
                    </a:cubicBezTo>
                    <a:cubicBezTo>
                      <a:pt x="2603" y="144"/>
                      <a:pt x="2611" y="137"/>
                      <a:pt x="2615" y="127"/>
                    </a:cubicBezTo>
                    <a:cubicBezTo>
                      <a:pt x="2618" y="116"/>
                      <a:pt x="2609" y="111"/>
                      <a:pt x="2595" y="103"/>
                    </a:cubicBezTo>
                    <a:cubicBezTo>
                      <a:pt x="2582" y="95"/>
                      <a:pt x="2579" y="76"/>
                      <a:pt x="2581" y="62"/>
                    </a:cubicBezTo>
                    <a:cubicBezTo>
                      <a:pt x="2583" y="48"/>
                      <a:pt x="2580" y="35"/>
                      <a:pt x="2571" y="33"/>
                    </a:cubicBezTo>
                    <a:cubicBezTo>
                      <a:pt x="2563" y="30"/>
                      <a:pt x="2562" y="12"/>
                      <a:pt x="2553" y="6"/>
                    </a:cubicBezTo>
                    <a:cubicBezTo>
                      <a:pt x="2550" y="4"/>
                      <a:pt x="2549" y="2"/>
                      <a:pt x="2548" y="0"/>
                    </a:cubicBezTo>
                    <a:cubicBezTo>
                      <a:pt x="2545" y="1"/>
                      <a:pt x="2542" y="2"/>
                      <a:pt x="2539" y="4"/>
                    </a:cubicBezTo>
                    <a:cubicBezTo>
                      <a:pt x="2535" y="7"/>
                      <a:pt x="2532" y="13"/>
                      <a:pt x="2533" y="23"/>
                    </a:cubicBezTo>
                    <a:cubicBezTo>
                      <a:pt x="2535" y="33"/>
                      <a:pt x="2532" y="38"/>
                      <a:pt x="2527" y="46"/>
                    </a:cubicBezTo>
                    <a:cubicBezTo>
                      <a:pt x="2521" y="53"/>
                      <a:pt x="2511" y="55"/>
                      <a:pt x="2502" y="51"/>
                    </a:cubicBezTo>
                    <a:cubicBezTo>
                      <a:pt x="2498" y="49"/>
                      <a:pt x="2493" y="48"/>
                      <a:pt x="2489" y="48"/>
                    </a:cubicBezTo>
                    <a:cubicBezTo>
                      <a:pt x="2490" y="50"/>
                      <a:pt x="2491" y="51"/>
                      <a:pt x="2491" y="52"/>
                    </a:cubicBezTo>
                    <a:cubicBezTo>
                      <a:pt x="2501" y="79"/>
                      <a:pt x="2496" y="100"/>
                      <a:pt x="2507" y="115"/>
                    </a:cubicBezTo>
                    <a:cubicBezTo>
                      <a:pt x="2517" y="130"/>
                      <a:pt x="2524" y="162"/>
                      <a:pt x="2520" y="172"/>
                    </a:cubicBezTo>
                    <a:cubicBezTo>
                      <a:pt x="2515" y="182"/>
                      <a:pt x="2506" y="179"/>
                      <a:pt x="2506" y="195"/>
                    </a:cubicBezTo>
                    <a:cubicBezTo>
                      <a:pt x="2506" y="210"/>
                      <a:pt x="2511" y="212"/>
                      <a:pt x="2514" y="231"/>
                    </a:cubicBezTo>
                    <a:cubicBezTo>
                      <a:pt x="2516" y="251"/>
                      <a:pt x="2514" y="271"/>
                      <a:pt x="2509" y="285"/>
                    </a:cubicBezTo>
                    <a:cubicBezTo>
                      <a:pt x="2504" y="299"/>
                      <a:pt x="2505" y="312"/>
                      <a:pt x="2505" y="324"/>
                    </a:cubicBezTo>
                    <a:cubicBezTo>
                      <a:pt x="2505" y="337"/>
                      <a:pt x="2505" y="349"/>
                      <a:pt x="2495" y="356"/>
                    </a:cubicBezTo>
                    <a:cubicBezTo>
                      <a:pt x="2486" y="362"/>
                      <a:pt x="2474" y="373"/>
                      <a:pt x="2484" y="383"/>
                    </a:cubicBezTo>
                    <a:cubicBezTo>
                      <a:pt x="2493" y="393"/>
                      <a:pt x="2502" y="398"/>
                      <a:pt x="2495" y="407"/>
                    </a:cubicBezTo>
                    <a:cubicBezTo>
                      <a:pt x="2489" y="415"/>
                      <a:pt x="2485" y="424"/>
                      <a:pt x="2486" y="437"/>
                    </a:cubicBezTo>
                    <a:cubicBezTo>
                      <a:pt x="2488" y="450"/>
                      <a:pt x="2486" y="448"/>
                      <a:pt x="2487" y="464"/>
                    </a:cubicBezTo>
                    <a:cubicBezTo>
                      <a:pt x="2487" y="479"/>
                      <a:pt x="2486" y="498"/>
                      <a:pt x="2491" y="502"/>
                    </a:cubicBezTo>
                    <a:cubicBezTo>
                      <a:pt x="2496" y="507"/>
                      <a:pt x="2487" y="512"/>
                      <a:pt x="2478" y="521"/>
                    </a:cubicBezTo>
                    <a:cubicBezTo>
                      <a:pt x="2469" y="529"/>
                      <a:pt x="2480" y="538"/>
                      <a:pt x="2482" y="555"/>
                    </a:cubicBezTo>
                    <a:cubicBezTo>
                      <a:pt x="2484" y="572"/>
                      <a:pt x="2484" y="581"/>
                      <a:pt x="2476" y="600"/>
                    </a:cubicBezTo>
                    <a:cubicBezTo>
                      <a:pt x="2467" y="619"/>
                      <a:pt x="2463" y="623"/>
                      <a:pt x="2462" y="642"/>
                    </a:cubicBezTo>
                    <a:cubicBezTo>
                      <a:pt x="2461" y="660"/>
                      <a:pt x="2464" y="663"/>
                      <a:pt x="2456" y="674"/>
                    </a:cubicBezTo>
                    <a:cubicBezTo>
                      <a:pt x="2448" y="686"/>
                      <a:pt x="2446" y="686"/>
                      <a:pt x="2446" y="702"/>
                    </a:cubicBezTo>
                    <a:cubicBezTo>
                      <a:pt x="2445" y="718"/>
                      <a:pt x="2455" y="724"/>
                      <a:pt x="2445" y="735"/>
                    </a:cubicBezTo>
                    <a:cubicBezTo>
                      <a:pt x="2435" y="746"/>
                      <a:pt x="2426" y="753"/>
                      <a:pt x="2427" y="764"/>
                    </a:cubicBezTo>
                    <a:cubicBezTo>
                      <a:pt x="2427" y="775"/>
                      <a:pt x="2425" y="784"/>
                      <a:pt x="2434" y="793"/>
                    </a:cubicBezTo>
                    <a:cubicBezTo>
                      <a:pt x="2443" y="802"/>
                      <a:pt x="2443" y="812"/>
                      <a:pt x="2439" y="823"/>
                    </a:cubicBezTo>
                    <a:cubicBezTo>
                      <a:pt x="2435" y="835"/>
                      <a:pt x="2422" y="845"/>
                      <a:pt x="2416" y="855"/>
                    </a:cubicBezTo>
                    <a:cubicBezTo>
                      <a:pt x="2409" y="866"/>
                      <a:pt x="2406" y="875"/>
                      <a:pt x="2410" y="896"/>
                    </a:cubicBezTo>
                    <a:cubicBezTo>
                      <a:pt x="2414" y="917"/>
                      <a:pt x="2413" y="925"/>
                      <a:pt x="2419" y="932"/>
                    </a:cubicBezTo>
                    <a:cubicBezTo>
                      <a:pt x="2425" y="938"/>
                      <a:pt x="2424" y="937"/>
                      <a:pt x="2424" y="952"/>
                    </a:cubicBezTo>
                    <a:cubicBezTo>
                      <a:pt x="2423" y="967"/>
                      <a:pt x="2422" y="973"/>
                      <a:pt x="2428" y="983"/>
                    </a:cubicBezTo>
                    <a:cubicBezTo>
                      <a:pt x="2434" y="994"/>
                      <a:pt x="2434" y="997"/>
                      <a:pt x="2431" y="1011"/>
                    </a:cubicBezTo>
                    <a:cubicBezTo>
                      <a:pt x="2429" y="1026"/>
                      <a:pt x="2426" y="1031"/>
                      <a:pt x="2419" y="1036"/>
                    </a:cubicBezTo>
                    <a:cubicBezTo>
                      <a:pt x="2412" y="1041"/>
                      <a:pt x="2412" y="1050"/>
                      <a:pt x="2413" y="1068"/>
                    </a:cubicBezTo>
                    <a:cubicBezTo>
                      <a:pt x="2414" y="1087"/>
                      <a:pt x="2413" y="1101"/>
                      <a:pt x="2405" y="1110"/>
                    </a:cubicBezTo>
                    <a:cubicBezTo>
                      <a:pt x="2398" y="1118"/>
                      <a:pt x="2403" y="1118"/>
                      <a:pt x="2396" y="1138"/>
                    </a:cubicBezTo>
                    <a:cubicBezTo>
                      <a:pt x="2390" y="1157"/>
                      <a:pt x="2387" y="1163"/>
                      <a:pt x="2384" y="1179"/>
                    </a:cubicBezTo>
                    <a:cubicBezTo>
                      <a:pt x="2381" y="1195"/>
                      <a:pt x="2373" y="1187"/>
                      <a:pt x="2368" y="1209"/>
                    </a:cubicBezTo>
                    <a:cubicBezTo>
                      <a:pt x="2363" y="1232"/>
                      <a:pt x="2354" y="1232"/>
                      <a:pt x="2350" y="1251"/>
                    </a:cubicBezTo>
                    <a:cubicBezTo>
                      <a:pt x="2347" y="1270"/>
                      <a:pt x="2345" y="1289"/>
                      <a:pt x="2334" y="1303"/>
                    </a:cubicBezTo>
                    <a:cubicBezTo>
                      <a:pt x="2322" y="1316"/>
                      <a:pt x="2323" y="1328"/>
                      <a:pt x="2323" y="1335"/>
                    </a:cubicBezTo>
                    <a:cubicBezTo>
                      <a:pt x="2323" y="1341"/>
                      <a:pt x="2315" y="1349"/>
                      <a:pt x="2309" y="1349"/>
                    </a:cubicBezTo>
                    <a:cubicBezTo>
                      <a:pt x="2302" y="1348"/>
                      <a:pt x="2288" y="1349"/>
                      <a:pt x="2287" y="1360"/>
                    </a:cubicBezTo>
                    <a:cubicBezTo>
                      <a:pt x="2286" y="1371"/>
                      <a:pt x="2294" y="1402"/>
                      <a:pt x="2301" y="1412"/>
                    </a:cubicBezTo>
                    <a:cubicBezTo>
                      <a:pt x="2309" y="1423"/>
                      <a:pt x="2309" y="1422"/>
                      <a:pt x="2309" y="1439"/>
                    </a:cubicBezTo>
                    <a:cubicBezTo>
                      <a:pt x="2308" y="1456"/>
                      <a:pt x="2309" y="1478"/>
                      <a:pt x="2313" y="1490"/>
                    </a:cubicBezTo>
                    <a:cubicBezTo>
                      <a:pt x="2316" y="1502"/>
                      <a:pt x="2314" y="1527"/>
                      <a:pt x="2307" y="1534"/>
                    </a:cubicBezTo>
                    <a:cubicBezTo>
                      <a:pt x="2299" y="1540"/>
                      <a:pt x="2286" y="1553"/>
                      <a:pt x="2286" y="1566"/>
                    </a:cubicBezTo>
                    <a:cubicBezTo>
                      <a:pt x="2286" y="1579"/>
                      <a:pt x="2287" y="1599"/>
                      <a:pt x="2279" y="1610"/>
                    </a:cubicBezTo>
                    <a:cubicBezTo>
                      <a:pt x="2272" y="1620"/>
                      <a:pt x="2266" y="1634"/>
                      <a:pt x="2272" y="1645"/>
                    </a:cubicBezTo>
                    <a:cubicBezTo>
                      <a:pt x="2277" y="1656"/>
                      <a:pt x="2280" y="1663"/>
                      <a:pt x="2285" y="1673"/>
                    </a:cubicBezTo>
                    <a:cubicBezTo>
                      <a:pt x="2291" y="1683"/>
                      <a:pt x="2304" y="1697"/>
                      <a:pt x="2289" y="1698"/>
                    </a:cubicBezTo>
                    <a:cubicBezTo>
                      <a:pt x="2274" y="1698"/>
                      <a:pt x="2262" y="1691"/>
                      <a:pt x="2261" y="1706"/>
                    </a:cubicBezTo>
                    <a:cubicBezTo>
                      <a:pt x="2260" y="1722"/>
                      <a:pt x="2274" y="1728"/>
                      <a:pt x="2264" y="1734"/>
                    </a:cubicBezTo>
                    <a:cubicBezTo>
                      <a:pt x="2254" y="1739"/>
                      <a:pt x="2252" y="1748"/>
                      <a:pt x="2255" y="1757"/>
                    </a:cubicBezTo>
                    <a:cubicBezTo>
                      <a:pt x="2258" y="1766"/>
                      <a:pt x="2258" y="1777"/>
                      <a:pt x="2255" y="1784"/>
                    </a:cubicBezTo>
                    <a:cubicBezTo>
                      <a:pt x="2251" y="1792"/>
                      <a:pt x="2245" y="1804"/>
                      <a:pt x="2255" y="1812"/>
                    </a:cubicBezTo>
                    <a:cubicBezTo>
                      <a:pt x="2264" y="1820"/>
                      <a:pt x="2290" y="1825"/>
                      <a:pt x="2290" y="1816"/>
                    </a:cubicBezTo>
                    <a:cubicBezTo>
                      <a:pt x="2291" y="1807"/>
                      <a:pt x="2293" y="1798"/>
                      <a:pt x="2299" y="1794"/>
                    </a:cubicBezTo>
                    <a:cubicBezTo>
                      <a:pt x="2306" y="1791"/>
                      <a:pt x="2311" y="1782"/>
                      <a:pt x="2304" y="1775"/>
                    </a:cubicBezTo>
                    <a:cubicBezTo>
                      <a:pt x="2297" y="1768"/>
                      <a:pt x="2284" y="1762"/>
                      <a:pt x="2290" y="1756"/>
                    </a:cubicBezTo>
                    <a:cubicBezTo>
                      <a:pt x="2296" y="1749"/>
                      <a:pt x="2305" y="1747"/>
                      <a:pt x="2303" y="1736"/>
                    </a:cubicBezTo>
                    <a:cubicBezTo>
                      <a:pt x="2301" y="1726"/>
                      <a:pt x="2313" y="1729"/>
                      <a:pt x="2312" y="1719"/>
                    </a:cubicBezTo>
                    <a:cubicBezTo>
                      <a:pt x="2310" y="1709"/>
                      <a:pt x="2300" y="1706"/>
                      <a:pt x="2314" y="1700"/>
                    </a:cubicBezTo>
                    <a:cubicBezTo>
                      <a:pt x="2328" y="1694"/>
                      <a:pt x="2330" y="1686"/>
                      <a:pt x="2331" y="1679"/>
                    </a:cubicBezTo>
                    <a:cubicBezTo>
                      <a:pt x="2333" y="1673"/>
                      <a:pt x="2344" y="1679"/>
                      <a:pt x="2349" y="1679"/>
                    </a:cubicBezTo>
                    <a:cubicBezTo>
                      <a:pt x="2355" y="1679"/>
                      <a:pt x="2360" y="1687"/>
                      <a:pt x="2356" y="1692"/>
                    </a:cubicBezTo>
                    <a:cubicBezTo>
                      <a:pt x="2352" y="1697"/>
                      <a:pt x="2343" y="1704"/>
                      <a:pt x="2351" y="1710"/>
                    </a:cubicBezTo>
                    <a:cubicBezTo>
                      <a:pt x="2359" y="1717"/>
                      <a:pt x="2377" y="1722"/>
                      <a:pt x="2362" y="1727"/>
                    </a:cubicBezTo>
                    <a:cubicBezTo>
                      <a:pt x="2347" y="1732"/>
                      <a:pt x="2341" y="1725"/>
                      <a:pt x="2345" y="1744"/>
                    </a:cubicBezTo>
                    <a:cubicBezTo>
                      <a:pt x="2349" y="1764"/>
                      <a:pt x="2353" y="1774"/>
                      <a:pt x="2343" y="1788"/>
                    </a:cubicBezTo>
                    <a:cubicBezTo>
                      <a:pt x="2333" y="1803"/>
                      <a:pt x="2320" y="1820"/>
                      <a:pt x="2326" y="1827"/>
                    </a:cubicBezTo>
                    <a:cubicBezTo>
                      <a:pt x="2332" y="1834"/>
                      <a:pt x="2337" y="1844"/>
                      <a:pt x="2331" y="1855"/>
                    </a:cubicBezTo>
                    <a:cubicBezTo>
                      <a:pt x="2326" y="1867"/>
                      <a:pt x="2314" y="1886"/>
                      <a:pt x="2329" y="1888"/>
                    </a:cubicBezTo>
                    <a:cubicBezTo>
                      <a:pt x="2344" y="1890"/>
                      <a:pt x="2333" y="1901"/>
                      <a:pt x="2325" y="1903"/>
                    </a:cubicBezTo>
                    <a:cubicBezTo>
                      <a:pt x="2317" y="1905"/>
                      <a:pt x="2313" y="1912"/>
                      <a:pt x="2315" y="1925"/>
                    </a:cubicBezTo>
                    <a:cubicBezTo>
                      <a:pt x="2318" y="1937"/>
                      <a:pt x="2317" y="1951"/>
                      <a:pt x="2317" y="1959"/>
                    </a:cubicBezTo>
                    <a:cubicBezTo>
                      <a:pt x="2317" y="1968"/>
                      <a:pt x="2323" y="1978"/>
                      <a:pt x="2310" y="1982"/>
                    </a:cubicBezTo>
                    <a:cubicBezTo>
                      <a:pt x="2297" y="1986"/>
                      <a:pt x="2290" y="1983"/>
                      <a:pt x="2293" y="1993"/>
                    </a:cubicBezTo>
                    <a:cubicBezTo>
                      <a:pt x="2297" y="2004"/>
                      <a:pt x="2307" y="2002"/>
                      <a:pt x="2301" y="2016"/>
                    </a:cubicBezTo>
                    <a:cubicBezTo>
                      <a:pt x="2294" y="2029"/>
                      <a:pt x="2293" y="2047"/>
                      <a:pt x="2288" y="2038"/>
                    </a:cubicBezTo>
                    <a:cubicBezTo>
                      <a:pt x="2284" y="2029"/>
                      <a:pt x="2281" y="2018"/>
                      <a:pt x="2276" y="2016"/>
                    </a:cubicBezTo>
                    <a:cubicBezTo>
                      <a:pt x="2270" y="2015"/>
                      <a:pt x="2256" y="2018"/>
                      <a:pt x="2256" y="2004"/>
                    </a:cubicBezTo>
                    <a:cubicBezTo>
                      <a:pt x="2256" y="1990"/>
                      <a:pt x="2257" y="1984"/>
                      <a:pt x="2248" y="1980"/>
                    </a:cubicBezTo>
                    <a:cubicBezTo>
                      <a:pt x="2239" y="1977"/>
                      <a:pt x="2243" y="1970"/>
                      <a:pt x="2236" y="1988"/>
                    </a:cubicBezTo>
                    <a:cubicBezTo>
                      <a:pt x="2229" y="2006"/>
                      <a:pt x="2228" y="2011"/>
                      <a:pt x="2216" y="2014"/>
                    </a:cubicBezTo>
                    <a:cubicBezTo>
                      <a:pt x="2205" y="2018"/>
                      <a:pt x="2195" y="2025"/>
                      <a:pt x="2203" y="2030"/>
                    </a:cubicBezTo>
                    <a:cubicBezTo>
                      <a:pt x="2211" y="2035"/>
                      <a:pt x="2209" y="2040"/>
                      <a:pt x="2197" y="2044"/>
                    </a:cubicBezTo>
                    <a:cubicBezTo>
                      <a:pt x="2185" y="2048"/>
                      <a:pt x="2183" y="2053"/>
                      <a:pt x="2175" y="2063"/>
                    </a:cubicBezTo>
                    <a:cubicBezTo>
                      <a:pt x="2166" y="2072"/>
                      <a:pt x="2152" y="2080"/>
                      <a:pt x="2162" y="2091"/>
                    </a:cubicBezTo>
                    <a:cubicBezTo>
                      <a:pt x="2171" y="2101"/>
                      <a:pt x="2180" y="2103"/>
                      <a:pt x="2182" y="2091"/>
                    </a:cubicBezTo>
                    <a:cubicBezTo>
                      <a:pt x="2184" y="2079"/>
                      <a:pt x="2197" y="2079"/>
                      <a:pt x="2205" y="2087"/>
                    </a:cubicBezTo>
                    <a:cubicBezTo>
                      <a:pt x="2212" y="2095"/>
                      <a:pt x="2214" y="2099"/>
                      <a:pt x="2226" y="2095"/>
                    </a:cubicBezTo>
                    <a:cubicBezTo>
                      <a:pt x="2238" y="2092"/>
                      <a:pt x="2250" y="2085"/>
                      <a:pt x="2253" y="2092"/>
                    </a:cubicBezTo>
                    <a:cubicBezTo>
                      <a:pt x="2256" y="2099"/>
                      <a:pt x="2259" y="2117"/>
                      <a:pt x="2249" y="2122"/>
                    </a:cubicBezTo>
                    <a:cubicBezTo>
                      <a:pt x="2240" y="2128"/>
                      <a:pt x="2242" y="2145"/>
                      <a:pt x="2238" y="2152"/>
                    </a:cubicBezTo>
                    <a:cubicBezTo>
                      <a:pt x="2235" y="2160"/>
                      <a:pt x="2239" y="2169"/>
                      <a:pt x="2250" y="2171"/>
                    </a:cubicBezTo>
                    <a:cubicBezTo>
                      <a:pt x="2262" y="2173"/>
                      <a:pt x="2273" y="2177"/>
                      <a:pt x="2279" y="2170"/>
                    </a:cubicBezTo>
                    <a:cubicBezTo>
                      <a:pt x="2286" y="2163"/>
                      <a:pt x="2299" y="2167"/>
                      <a:pt x="2301" y="2174"/>
                    </a:cubicBezTo>
                    <a:cubicBezTo>
                      <a:pt x="2303" y="2182"/>
                      <a:pt x="2315" y="2198"/>
                      <a:pt x="2304" y="2199"/>
                    </a:cubicBezTo>
                    <a:cubicBezTo>
                      <a:pt x="2293" y="2200"/>
                      <a:pt x="2276" y="2193"/>
                      <a:pt x="2272" y="2188"/>
                    </a:cubicBezTo>
                    <a:cubicBezTo>
                      <a:pt x="2269" y="2183"/>
                      <a:pt x="2257" y="2177"/>
                      <a:pt x="2249" y="2183"/>
                    </a:cubicBezTo>
                    <a:cubicBezTo>
                      <a:pt x="2240" y="2189"/>
                      <a:pt x="2233" y="2188"/>
                      <a:pt x="2237" y="2198"/>
                    </a:cubicBezTo>
                    <a:cubicBezTo>
                      <a:pt x="2242" y="2207"/>
                      <a:pt x="2254" y="2211"/>
                      <a:pt x="2258" y="2214"/>
                    </a:cubicBezTo>
                    <a:cubicBezTo>
                      <a:pt x="2262" y="2217"/>
                      <a:pt x="2270" y="2222"/>
                      <a:pt x="2256" y="2228"/>
                    </a:cubicBezTo>
                    <a:cubicBezTo>
                      <a:pt x="2242" y="2233"/>
                      <a:pt x="2223" y="2230"/>
                      <a:pt x="2223" y="2221"/>
                    </a:cubicBezTo>
                    <a:cubicBezTo>
                      <a:pt x="2223" y="2213"/>
                      <a:pt x="2217" y="2215"/>
                      <a:pt x="2217" y="2204"/>
                    </a:cubicBezTo>
                    <a:cubicBezTo>
                      <a:pt x="2217" y="2193"/>
                      <a:pt x="2234" y="2181"/>
                      <a:pt x="2219" y="2184"/>
                    </a:cubicBezTo>
                    <a:cubicBezTo>
                      <a:pt x="2204" y="2186"/>
                      <a:pt x="2202" y="2198"/>
                      <a:pt x="2194" y="2190"/>
                    </a:cubicBezTo>
                    <a:cubicBezTo>
                      <a:pt x="2187" y="2183"/>
                      <a:pt x="2178" y="2187"/>
                      <a:pt x="2175" y="2197"/>
                    </a:cubicBezTo>
                    <a:cubicBezTo>
                      <a:pt x="2172" y="2206"/>
                      <a:pt x="2164" y="2228"/>
                      <a:pt x="2169" y="2237"/>
                    </a:cubicBezTo>
                    <a:cubicBezTo>
                      <a:pt x="2173" y="2247"/>
                      <a:pt x="2180" y="2245"/>
                      <a:pt x="2188" y="2238"/>
                    </a:cubicBezTo>
                    <a:cubicBezTo>
                      <a:pt x="2195" y="2232"/>
                      <a:pt x="2206" y="2226"/>
                      <a:pt x="2206" y="2237"/>
                    </a:cubicBezTo>
                    <a:cubicBezTo>
                      <a:pt x="2206" y="2249"/>
                      <a:pt x="2213" y="2254"/>
                      <a:pt x="2197" y="2261"/>
                    </a:cubicBezTo>
                    <a:cubicBezTo>
                      <a:pt x="2180" y="2269"/>
                      <a:pt x="2173" y="2278"/>
                      <a:pt x="2175" y="2286"/>
                    </a:cubicBezTo>
                    <a:cubicBezTo>
                      <a:pt x="2177" y="2293"/>
                      <a:pt x="2192" y="2317"/>
                      <a:pt x="2202" y="2303"/>
                    </a:cubicBezTo>
                    <a:cubicBezTo>
                      <a:pt x="2212" y="2289"/>
                      <a:pt x="2204" y="2264"/>
                      <a:pt x="2217" y="2279"/>
                    </a:cubicBezTo>
                    <a:cubicBezTo>
                      <a:pt x="2230" y="2294"/>
                      <a:pt x="2222" y="2302"/>
                      <a:pt x="2217" y="2309"/>
                    </a:cubicBezTo>
                    <a:cubicBezTo>
                      <a:pt x="2212" y="2317"/>
                      <a:pt x="2220" y="2327"/>
                      <a:pt x="2198" y="2326"/>
                    </a:cubicBezTo>
                    <a:cubicBezTo>
                      <a:pt x="2175" y="2324"/>
                      <a:pt x="2163" y="2329"/>
                      <a:pt x="2181" y="2335"/>
                    </a:cubicBezTo>
                    <a:cubicBezTo>
                      <a:pt x="2200" y="2342"/>
                      <a:pt x="2213" y="2348"/>
                      <a:pt x="2216" y="2342"/>
                    </a:cubicBezTo>
                    <a:cubicBezTo>
                      <a:pt x="2219" y="2335"/>
                      <a:pt x="2237" y="2355"/>
                      <a:pt x="2238" y="2338"/>
                    </a:cubicBezTo>
                    <a:cubicBezTo>
                      <a:pt x="2240" y="2322"/>
                      <a:pt x="2241" y="2308"/>
                      <a:pt x="2255" y="2307"/>
                    </a:cubicBezTo>
                    <a:cubicBezTo>
                      <a:pt x="2269" y="2306"/>
                      <a:pt x="2263" y="2316"/>
                      <a:pt x="2262" y="2328"/>
                    </a:cubicBezTo>
                    <a:cubicBezTo>
                      <a:pt x="2261" y="2340"/>
                      <a:pt x="2272" y="2346"/>
                      <a:pt x="2258" y="2350"/>
                    </a:cubicBezTo>
                    <a:cubicBezTo>
                      <a:pt x="2244" y="2355"/>
                      <a:pt x="2226" y="2362"/>
                      <a:pt x="2240" y="2372"/>
                    </a:cubicBezTo>
                    <a:cubicBezTo>
                      <a:pt x="2254" y="2381"/>
                      <a:pt x="2270" y="2388"/>
                      <a:pt x="2255" y="2391"/>
                    </a:cubicBezTo>
                    <a:cubicBezTo>
                      <a:pt x="2240" y="2394"/>
                      <a:pt x="2229" y="2400"/>
                      <a:pt x="2232" y="2405"/>
                    </a:cubicBezTo>
                    <a:cubicBezTo>
                      <a:pt x="2235" y="2410"/>
                      <a:pt x="2218" y="2412"/>
                      <a:pt x="2218" y="2420"/>
                    </a:cubicBezTo>
                    <a:cubicBezTo>
                      <a:pt x="2218" y="2429"/>
                      <a:pt x="2227" y="2450"/>
                      <a:pt x="2234" y="2444"/>
                    </a:cubicBezTo>
                    <a:cubicBezTo>
                      <a:pt x="2242" y="2437"/>
                      <a:pt x="2252" y="2429"/>
                      <a:pt x="2261" y="2438"/>
                    </a:cubicBezTo>
                    <a:cubicBezTo>
                      <a:pt x="2270" y="2448"/>
                      <a:pt x="2258" y="2470"/>
                      <a:pt x="2269" y="2464"/>
                    </a:cubicBezTo>
                    <a:cubicBezTo>
                      <a:pt x="2279" y="2459"/>
                      <a:pt x="2293" y="2456"/>
                      <a:pt x="2294" y="2465"/>
                    </a:cubicBezTo>
                    <a:cubicBezTo>
                      <a:pt x="2295" y="2475"/>
                      <a:pt x="2284" y="2473"/>
                      <a:pt x="2283" y="2479"/>
                    </a:cubicBezTo>
                    <a:cubicBezTo>
                      <a:pt x="2283" y="2484"/>
                      <a:pt x="2270" y="2487"/>
                      <a:pt x="2262" y="2492"/>
                    </a:cubicBezTo>
                    <a:cubicBezTo>
                      <a:pt x="2254" y="2498"/>
                      <a:pt x="2236" y="2501"/>
                      <a:pt x="2248" y="2508"/>
                    </a:cubicBezTo>
                    <a:cubicBezTo>
                      <a:pt x="2260" y="2516"/>
                      <a:pt x="2272" y="2524"/>
                      <a:pt x="2272" y="2517"/>
                    </a:cubicBezTo>
                    <a:cubicBezTo>
                      <a:pt x="2272" y="2510"/>
                      <a:pt x="2271" y="2501"/>
                      <a:pt x="2280" y="2501"/>
                    </a:cubicBezTo>
                    <a:cubicBezTo>
                      <a:pt x="2290" y="2501"/>
                      <a:pt x="2299" y="2494"/>
                      <a:pt x="2299" y="2505"/>
                    </a:cubicBezTo>
                    <a:cubicBezTo>
                      <a:pt x="2299" y="2515"/>
                      <a:pt x="2302" y="2521"/>
                      <a:pt x="2311" y="2520"/>
                    </a:cubicBezTo>
                    <a:cubicBezTo>
                      <a:pt x="2320" y="2518"/>
                      <a:pt x="2329" y="2523"/>
                      <a:pt x="2330" y="2512"/>
                    </a:cubicBezTo>
                    <a:cubicBezTo>
                      <a:pt x="2331" y="2501"/>
                      <a:pt x="2335" y="2498"/>
                      <a:pt x="2344" y="2499"/>
                    </a:cubicBezTo>
                    <a:cubicBezTo>
                      <a:pt x="2353" y="2501"/>
                      <a:pt x="2358" y="2501"/>
                      <a:pt x="2358" y="2509"/>
                    </a:cubicBezTo>
                    <a:cubicBezTo>
                      <a:pt x="2358" y="2517"/>
                      <a:pt x="2353" y="2521"/>
                      <a:pt x="2347" y="2523"/>
                    </a:cubicBezTo>
                    <a:cubicBezTo>
                      <a:pt x="2340" y="2525"/>
                      <a:pt x="2346" y="2534"/>
                      <a:pt x="2338" y="2536"/>
                    </a:cubicBezTo>
                    <a:cubicBezTo>
                      <a:pt x="2331" y="2538"/>
                      <a:pt x="2330" y="2532"/>
                      <a:pt x="2319" y="2532"/>
                    </a:cubicBezTo>
                    <a:cubicBezTo>
                      <a:pt x="2308" y="2532"/>
                      <a:pt x="2302" y="2532"/>
                      <a:pt x="2298" y="2541"/>
                    </a:cubicBezTo>
                    <a:cubicBezTo>
                      <a:pt x="2293" y="2549"/>
                      <a:pt x="2281" y="2559"/>
                      <a:pt x="2292" y="2564"/>
                    </a:cubicBezTo>
                    <a:cubicBezTo>
                      <a:pt x="2302" y="2568"/>
                      <a:pt x="2298" y="2578"/>
                      <a:pt x="2310" y="2577"/>
                    </a:cubicBezTo>
                    <a:cubicBezTo>
                      <a:pt x="2323" y="2576"/>
                      <a:pt x="2318" y="2571"/>
                      <a:pt x="2321" y="2580"/>
                    </a:cubicBezTo>
                    <a:cubicBezTo>
                      <a:pt x="2323" y="2589"/>
                      <a:pt x="2304" y="2596"/>
                      <a:pt x="2312" y="2602"/>
                    </a:cubicBezTo>
                    <a:cubicBezTo>
                      <a:pt x="2320" y="2609"/>
                      <a:pt x="2327" y="2615"/>
                      <a:pt x="2335" y="2613"/>
                    </a:cubicBezTo>
                    <a:cubicBezTo>
                      <a:pt x="2342" y="2611"/>
                      <a:pt x="2345" y="2609"/>
                      <a:pt x="2346" y="2616"/>
                    </a:cubicBezTo>
                    <a:cubicBezTo>
                      <a:pt x="2347" y="2624"/>
                      <a:pt x="2342" y="2631"/>
                      <a:pt x="2351" y="2636"/>
                    </a:cubicBezTo>
                    <a:cubicBezTo>
                      <a:pt x="2361" y="2640"/>
                      <a:pt x="2366" y="2645"/>
                      <a:pt x="2371" y="2639"/>
                    </a:cubicBezTo>
                    <a:cubicBezTo>
                      <a:pt x="2375" y="2634"/>
                      <a:pt x="2382" y="2630"/>
                      <a:pt x="2390" y="2625"/>
                    </a:cubicBezTo>
                    <a:cubicBezTo>
                      <a:pt x="2397" y="2620"/>
                      <a:pt x="2407" y="2608"/>
                      <a:pt x="2421" y="2601"/>
                    </a:cubicBezTo>
                    <a:cubicBezTo>
                      <a:pt x="2435" y="2593"/>
                      <a:pt x="2442" y="2589"/>
                      <a:pt x="2431" y="2586"/>
                    </a:cubicBezTo>
                    <a:cubicBezTo>
                      <a:pt x="2420" y="2583"/>
                      <a:pt x="2406" y="2573"/>
                      <a:pt x="2397" y="2580"/>
                    </a:cubicBezTo>
                    <a:cubicBezTo>
                      <a:pt x="2388" y="2586"/>
                      <a:pt x="2370" y="2594"/>
                      <a:pt x="2362" y="2591"/>
                    </a:cubicBezTo>
                    <a:cubicBezTo>
                      <a:pt x="2355" y="2587"/>
                      <a:pt x="2338" y="2571"/>
                      <a:pt x="2361" y="2570"/>
                    </a:cubicBezTo>
                    <a:cubicBezTo>
                      <a:pt x="2384" y="2568"/>
                      <a:pt x="2390" y="2567"/>
                      <a:pt x="2396" y="2566"/>
                    </a:cubicBezTo>
                    <a:cubicBezTo>
                      <a:pt x="2402" y="2565"/>
                      <a:pt x="2419" y="2565"/>
                      <a:pt x="2427" y="2571"/>
                    </a:cubicBezTo>
                    <a:cubicBezTo>
                      <a:pt x="2436" y="2578"/>
                      <a:pt x="2446" y="2582"/>
                      <a:pt x="2447" y="2594"/>
                    </a:cubicBezTo>
                    <a:cubicBezTo>
                      <a:pt x="2448" y="2605"/>
                      <a:pt x="2454" y="2612"/>
                      <a:pt x="2436" y="2616"/>
                    </a:cubicBezTo>
                    <a:cubicBezTo>
                      <a:pt x="2417" y="2621"/>
                      <a:pt x="2410" y="2627"/>
                      <a:pt x="2403" y="2629"/>
                    </a:cubicBezTo>
                    <a:cubicBezTo>
                      <a:pt x="2396" y="2632"/>
                      <a:pt x="2391" y="2646"/>
                      <a:pt x="2385" y="2651"/>
                    </a:cubicBezTo>
                    <a:cubicBezTo>
                      <a:pt x="2380" y="2657"/>
                      <a:pt x="2373" y="2661"/>
                      <a:pt x="2359" y="2657"/>
                    </a:cubicBezTo>
                    <a:cubicBezTo>
                      <a:pt x="2345" y="2652"/>
                      <a:pt x="2324" y="2646"/>
                      <a:pt x="2317" y="2646"/>
                    </a:cubicBezTo>
                    <a:cubicBezTo>
                      <a:pt x="2311" y="2646"/>
                      <a:pt x="2300" y="2649"/>
                      <a:pt x="2300" y="2657"/>
                    </a:cubicBezTo>
                    <a:cubicBezTo>
                      <a:pt x="2300" y="2666"/>
                      <a:pt x="2299" y="2670"/>
                      <a:pt x="2308" y="2675"/>
                    </a:cubicBezTo>
                    <a:cubicBezTo>
                      <a:pt x="2317" y="2681"/>
                      <a:pt x="2328" y="2685"/>
                      <a:pt x="2321" y="2692"/>
                    </a:cubicBezTo>
                    <a:cubicBezTo>
                      <a:pt x="2314" y="2699"/>
                      <a:pt x="2322" y="2701"/>
                      <a:pt x="2334" y="2702"/>
                    </a:cubicBezTo>
                    <a:cubicBezTo>
                      <a:pt x="2346" y="2702"/>
                      <a:pt x="2363" y="2704"/>
                      <a:pt x="2366" y="2696"/>
                    </a:cubicBezTo>
                    <a:cubicBezTo>
                      <a:pt x="2369" y="2689"/>
                      <a:pt x="2390" y="2694"/>
                      <a:pt x="2386" y="2683"/>
                    </a:cubicBezTo>
                    <a:cubicBezTo>
                      <a:pt x="2383" y="2672"/>
                      <a:pt x="2390" y="2670"/>
                      <a:pt x="2400" y="2670"/>
                    </a:cubicBezTo>
                    <a:cubicBezTo>
                      <a:pt x="2410" y="2670"/>
                      <a:pt x="2417" y="2672"/>
                      <a:pt x="2428" y="2675"/>
                    </a:cubicBezTo>
                    <a:cubicBezTo>
                      <a:pt x="2439" y="2679"/>
                      <a:pt x="2462" y="2686"/>
                      <a:pt x="2463" y="2671"/>
                    </a:cubicBezTo>
                    <a:cubicBezTo>
                      <a:pt x="2465" y="2655"/>
                      <a:pt x="2468" y="2627"/>
                      <a:pt x="2472" y="2622"/>
                    </a:cubicBezTo>
                    <a:cubicBezTo>
                      <a:pt x="2477" y="2616"/>
                      <a:pt x="2481" y="2607"/>
                      <a:pt x="2482" y="2597"/>
                    </a:cubicBezTo>
                    <a:cubicBezTo>
                      <a:pt x="2484" y="2587"/>
                      <a:pt x="2487" y="2580"/>
                      <a:pt x="2494" y="2580"/>
                    </a:cubicBezTo>
                    <a:cubicBezTo>
                      <a:pt x="2501" y="2580"/>
                      <a:pt x="2510" y="2588"/>
                      <a:pt x="2514" y="2581"/>
                    </a:cubicBezTo>
                    <a:cubicBezTo>
                      <a:pt x="2517" y="2574"/>
                      <a:pt x="2527" y="2567"/>
                      <a:pt x="2537" y="2567"/>
                    </a:cubicBezTo>
                    <a:cubicBezTo>
                      <a:pt x="2546" y="2566"/>
                      <a:pt x="2564" y="2565"/>
                      <a:pt x="2567" y="2557"/>
                    </a:cubicBezTo>
                    <a:cubicBezTo>
                      <a:pt x="2571" y="2549"/>
                      <a:pt x="2579" y="2536"/>
                      <a:pt x="2591" y="2546"/>
                    </a:cubicBezTo>
                    <a:cubicBezTo>
                      <a:pt x="2602" y="2556"/>
                      <a:pt x="2618" y="2561"/>
                      <a:pt x="2627" y="2561"/>
                    </a:cubicBezTo>
                    <a:cubicBezTo>
                      <a:pt x="2629" y="2561"/>
                      <a:pt x="2630" y="2561"/>
                      <a:pt x="2631" y="2560"/>
                    </a:cubicBezTo>
                    <a:cubicBezTo>
                      <a:pt x="2628" y="2557"/>
                      <a:pt x="2623" y="2552"/>
                      <a:pt x="2617" y="2548"/>
                    </a:cubicBezTo>
                    <a:cubicBezTo>
                      <a:pt x="2607" y="2541"/>
                      <a:pt x="2598" y="2541"/>
                      <a:pt x="2588" y="2535"/>
                    </a:cubicBezTo>
                    <a:cubicBezTo>
                      <a:pt x="2578" y="2530"/>
                      <a:pt x="2560" y="2537"/>
                      <a:pt x="2552" y="2531"/>
                    </a:cubicBezTo>
                    <a:cubicBezTo>
                      <a:pt x="2544" y="2526"/>
                      <a:pt x="2518" y="2527"/>
                      <a:pt x="2494" y="2527"/>
                    </a:cubicBezTo>
                    <a:cubicBezTo>
                      <a:pt x="2470" y="2527"/>
                      <a:pt x="2440" y="2527"/>
                      <a:pt x="2430" y="2527"/>
                    </a:cubicBezTo>
                    <a:cubicBezTo>
                      <a:pt x="2420" y="2527"/>
                      <a:pt x="2405" y="2527"/>
                      <a:pt x="2402" y="2515"/>
                    </a:cubicBezTo>
                    <a:cubicBezTo>
                      <a:pt x="2399" y="2504"/>
                      <a:pt x="2387" y="2503"/>
                      <a:pt x="2377" y="2495"/>
                    </a:cubicBezTo>
                    <a:cubicBezTo>
                      <a:pt x="2368" y="2486"/>
                      <a:pt x="2377" y="2469"/>
                      <a:pt x="2377" y="2458"/>
                    </a:cubicBezTo>
                    <a:cubicBezTo>
                      <a:pt x="2377" y="2447"/>
                      <a:pt x="2377" y="2443"/>
                      <a:pt x="2385" y="2435"/>
                    </a:cubicBezTo>
                    <a:cubicBezTo>
                      <a:pt x="2392" y="2427"/>
                      <a:pt x="2379" y="2422"/>
                      <a:pt x="2379" y="2418"/>
                    </a:cubicBezTo>
                    <a:cubicBezTo>
                      <a:pt x="2379" y="2414"/>
                      <a:pt x="2373" y="2411"/>
                      <a:pt x="2361" y="2409"/>
                    </a:cubicBezTo>
                    <a:cubicBezTo>
                      <a:pt x="2349" y="2406"/>
                      <a:pt x="2347" y="2409"/>
                      <a:pt x="2343" y="2415"/>
                    </a:cubicBezTo>
                    <a:cubicBezTo>
                      <a:pt x="2339" y="2420"/>
                      <a:pt x="2333" y="2418"/>
                      <a:pt x="2325" y="2415"/>
                    </a:cubicBezTo>
                    <a:cubicBezTo>
                      <a:pt x="2318" y="2411"/>
                      <a:pt x="2314" y="2400"/>
                      <a:pt x="2316" y="2388"/>
                    </a:cubicBezTo>
                    <a:cubicBezTo>
                      <a:pt x="2318" y="2376"/>
                      <a:pt x="2307" y="2376"/>
                      <a:pt x="2303" y="2369"/>
                    </a:cubicBezTo>
                    <a:cubicBezTo>
                      <a:pt x="2298" y="2363"/>
                      <a:pt x="2299" y="2315"/>
                      <a:pt x="2302" y="2304"/>
                    </a:cubicBezTo>
                    <a:cubicBezTo>
                      <a:pt x="2305" y="2293"/>
                      <a:pt x="2321" y="2297"/>
                      <a:pt x="2327" y="2289"/>
                    </a:cubicBezTo>
                    <a:cubicBezTo>
                      <a:pt x="2334" y="2281"/>
                      <a:pt x="2338" y="2278"/>
                      <a:pt x="2349" y="2269"/>
                    </a:cubicBezTo>
                    <a:cubicBezTo>
                      <a:pt x="2361" y="2261"/>
                      <a:pt x="2361" y="2250"/>
                      <a:pt x="2360" y="2239"/>
                    </a:cubicBezTo>
                    <a:cubicBezTo>
                      <a:pt x="2359" y="2227"/>
                      <a:pt x="2374" y="2229"/>
                      <a:pt x="2378" y="2219"/>
                    </a:cubicBezTo>
                    <a:cubicBezTo>
                      <a:pt x="2382" y="2210"/>
                      <a:pt x="2378" y="2204"/>
                      <a:pt x="2374" y="2194"/>
                    </a:cubicBezTo>
                    <a:cubicBezTo>
                      <a:pt x="2370" y="2184"/>
                      <a:pt x="2365" y="2189"/>
                      <a:pt x="2366" y="2177"/>
                    </a:cubicBezTo>
                    <a:cubicBezTo>
                      <a:pt x="2367" y="2166"/>
                      <a:pt x="2375" y="2163"/>
                      <a:pt x="2377" y="2153"/>
                    </a:cubicBezTo>
                    <a:cubicBezTo>
                      <a:pt x="2378" y="2142"/>
                      <a:pt x="2383" y="2144"/>
                      <a:pt x="2397" y="2137"/>
                    </a:cubicBezTo>
                    <a:cubicBezTo>
                      <a:pt x="2410" y="2131"/>
                      <a:pt x="2401" y="2116"/>
                      <a:pt x="2401" y="2100"/>
                    </a:cubicBezTo>
                    <a:cubicBezTo>
                      <a:pt x="2401" y="2084"/>
                      <a:pt x="2415" y="2092"/>
                      <a:pt x="2416" y="2080"/>
                    </a:cubicBezTo>
                    <a:cubicBezTo>
                      <a:pt x="2417" y="2068"/>
                      <a:pt x="2426" y="2063"/>
                      <a:pt x="2411" y="2054"/>
                    </a:cubicBezTo>
                    <a:cubicBezTo>
                      <a:pt x="2395" y="2045"/>
                      <a:pt x="2406" y="2038"/>
                      <a:pt x="2417" y="2031"/>
                    </a:cubicBezTo>
                    <a:cubicBezTo>
                      <a:pt x="2429" y="2025"/>
                      <a:pt x="2411" y="2015"/>
                      <a:pt x="2411" y="2005"/>
                    </a:cubicBezTo>
                    <a:cubicBezTo>
                      <a:pt x="2412" y="1996"/>
                      <a:pt x="2423" y="1993"/>
                      <a:pt x="2437" y="1983"/>
                    </a:cubicBezTo>
                    <a:cubicBezTo>
                      <a:pt x="2451" y="1973"/>
                      <a:pt x="2433" y="1969"/>
                      <a:pt x="2428" y="1959"/>
                    </a:cubicBezTo>
                    <a:cubicBezTo>
                      <a:pt x="2423" y="1948"/>
                      <a:pt x="2413" y="1947"/>
                      <a:pt x="2403" y="1945"/>
                    </a:cubicBezTo>
                    <a:cubicBezTo>
                      <a:pt x="2394" y="1943"/>
                      <a:pt x="2395" y="1937"/>
                      <a:pt x="2395" y="1931"/>
                    </a:cubicBezTo>
                    <a:cubicBezTo>
                      <a:pt x="2395" y="1925"/>
                      <a:pt x="2414" y="1935"/>
                      <a:pt x="2425" y="1935"/>
                    </a:cubicBezTo>
                    <a:cubicBezTo>
                      <a:pt x="2437" y="1935"/>
                      <a:pt x="2450" y="1927"/>
                      <a:pt x="2451" y="1915"/>
                    </a:cubicBezTo>
                    <a:cubicBezTo>
                      <a:pt x="2451" y="1904"/>
                      <a:pt x="2431" y="1906"/>
                      <a:pt x="2418" y="1905"/>
                    </a:cubicBezTo>
                    <a:cubicBezTo>
                      <a:pt x="2405" y="1903"/>
                      <a:pt x="2406" y="1889"/>
                      <a:pt x="2413" y="1878"/>
                    </a:cubicBezTo>
                    <a:cubicBezTo>
                      <a:pt x="2421" y="1867"/>
                      <a:pt x="2409" y="1860"/>
                      <a:pt x="2411" y="1849"/>
                    </a:cubicBezTo>
                    <a:cubicBezTo>
                      <a:pt x="2414" y="1837"/>
                      <a:pt x="2401" y="1832"/>
                      <a:pt x="2404" y="1821"/>
                    </a:cubicBezTo>
                    <a:cubicBezTo>
                      <a:pt x="2407" y="1811"/>
                      <a:pt x="2405" y="1805"/>
                      <a:pt x="2395" y="1801"/>
                    </a:cubicBezTo>
                    <a:cubicBezTo>
                      <a:pt x="2386" y="1796"/>
                      <a:pt x="2390" y="1750"/>
                      <a:pt x="2390" y="1744"/>
                    </a:cubicBezTo>
                    <a:cubicBezTo>
                      <a:pt x="2390" y="1738"/>
                      <a:pt x="2401" y="1734"/>
                      <a:pt x="2409" y="1730"/>
                    </a:cubicBezTo>
                    <a:cubicBezTo>
                      <a:pt x="2417" y="1726"/>
                      <a:pt x="2411" y="1723"/>
                      <a:pt x="2411" y="1716"/>
                    </a:cubicBezTo>
                    <a:cubicBezTo>
                      <a:pt x="2411" y="1709"/>
                      <a:pt x="2409" y="1708"/>
                      <a:pt x="2405" y="1702"/>
                    </a:cubicBezTo>
                    <a:cubicBezTo>
                      <a:pt x="2401" y="1696"/>
                      <a:pt x="2403" y="1671"/>
                      <a:pt x="2403" y="1658"/>
                    </a:cubicBezTo>
                    <a:cubicBezTo>
                      <a:pt x="2404" y="1645"/>
                      <a:pt x="2403" y="1635"/>
                      <a:pt x="2403" y="1630"/>
                    </a:cubicBezTo>
                    <a:cubicBezTo>
                      <a:pt x="2403" y="1625"/>
                      <a:pt x="2403" y="1612"/>
                      <a:pt x="2409" y="1603"/>
                    </a:cubicBezTo>
                    <a:cubicBezTo>
                      <a:pt x="2415" y="1595"/>
                      <a:pt x="2415" y="1570"/>
                      <a:pt x="2415" y="1559"/>
                    </a:cubicBezTo>
                    <a:cubicBezTo>
                      <a:pt x="2415" y="1547"/>
                      <a:pt x="2413" y="1539"/>
                      <a:pt x="2423" y="1535"/>
                    </a:cubicBezTo>
                    <a:cubicBezTo>
                      <a:pt x="2432" y="1530"/>
                      <a:pt x="2435" y="1521"/>
                      <a:pt x="2431" y="1509"/>
                    </a:cubicBezTo>
                    <a:cubicBezTo>
                      <a:pt x="2427" y="1498"/>
                      <a:pt x="2432" y="1483"/>
                      <a:pt x="2442" y="1475"/>
                    </a:cubicBezTo>
                    <a:cubicBezTo>
                      <a:pt x="2452" y="1468"/>
                      <a:pt x="2457" y="1475"/>
                      <a:pt x="2466" y="1463"/>
                    </a:cubicBezTo>
                    <a:cubicBezTo>
                      <a:pt x="2475" y="1452"/>
                      <a:pt x="2457" y="1439"/>
                      <a:pt x="2459" y="1435"/>
                    </a:cubicBezTo>
                    <a:cubicBezTo>
                      <a:pt x="2460" y="1430"/>
                      <a:pt x="2461" y="1421"/>
                      <a:pt x="2453" y="1408"/>
                    </a:cubicBezTo>
                    <a:cubicBezTo>
                      <a:pt x="2444" y="1395"/>
                      <a:pt x="2453" y="1354"/>
                      <a:pt x="2450" y="1347"/>
                    </a:cubicBezTo>
                    <a:cubicBezTo>
                      <a:pt x="2447" y="1339"/>
                      <a:pt x="2449" y="1333"/>
                      <a:pt x="2450" y="1325"/>
                    </a:cubicBezTo>
                    <a:cubicBezTo>
                      <a:pt x="2451" y="1318"/>
                      <a:pt x="2455" y="1305"/>
                      <a:pt x="2467" y="1301"/>
                    </a:cubicBezTo>
                    <a:cubicBezTo>
                      <a:pt x="2479" y="1297"/>
                      <a:pt x="2480" y="1287"/>
                      <a:pt x="2488" y="1283"/>
                    </a:cubicBezTo>
                    <a:cubicBezTo>
                      <a:pt x="2496" y="1278"/>
                      <a:pt x="2500" y="1269"/>
                      <a:pt x="2500" y="1261"/>
                    </a:cubicBezTo>
                    <a:cubicBezTo>
                      <a:pt x="2500" y="1253"/>
                      <a:pt x="2501" y="1241"/>
                      <a:pt x="2494" y="1239"/>
                    </a:cubicBezTo>
                    <a:cubicBezTo>
                      <a:pt x="2487" y="1236"/>
                      <a:pt x="2490" y="1223"/>
                      <a:pt x="2490" y="1213"/>
                    </a:cubicBezTo>
                    <a:cubicBezTo>
                      <a:pt x="2490" y="1203"/>
                      <a:pt x="2498" y="1194"/>
                      <a:pt x="2501" y="1185"/>
                    </a:cubicBezTo>
                    <a:cubicBezTo>
                      <a:pt x="2505" y="1177"/>
                      <a:pt x="2510" y="1163"/>
                      <a:pt x="2516" y="1152"/>
                    </a:cubicBezTo>
                    <a:cubicBezTo>
                      <a:pt x="2522" y="1141"/>
                      <a:pt x="2527" y="1138"/>
                      <a:pt x="2531" y="1123"/>
                    </a:cubicBezTo>
                    <a:cubicBezTo>
                      <a:pt x="2535" y="1109"/>
                      <a:pt x="2529" y="1105"/>
                      <a:pt x="2535" y="1091"/>
                    </a:cubicBezTo>
                    <a:cubicBezTo>
                      <a:pt x="2541" y="1078"/>
                      <a:pt x="2533" y="1081"/>
                      <a:pt x="2521" y="1075"/>
                    </a:cubicBezTo>
                    <a:cubicBezTo>
                      <a:pt x="2510" y="1070"/>
                      <a:pt x="2511" y="1060"/>
                      <a:pt x="2517" y="1051"/>
                    </a:cubicBezTo>
                    <a:cubicBezTo>
                      <a:pt x="2522" y="1043"/>
                      <a:pt x="2522" y="1040"/>
                      <a:pt x="2513" y="1033"/>
                    </a:cubicBezTo>
                    <a:cubicBezTo>
                      <a:pt x="2503" y="1025"/>
                      <a:pt x="2505" y="1013"/>
                      <a:pt x="2504" y="1006"/>
                    </a:cubicBezTo>
                    <a:cubicBezTo>
                      <a:pt x="2503" y="999"/>
                      <a:pt x="2499" y="990"/>
                      <a:pt x="2499" y="983"/>
                    </a:cubicBezTo>
                    <a:cubicBezTo>
                      <a:pt x="2498" y="975"/>
                      <a:pt x="2495" y="980"/>
                      <a:pt x="2487" y="967"/>
                    </a:cubicBezTo>
                    <a:cubicBezTo>
                      <a:pt x="2479" y="953"/>
                      <a:pt x="2483" y="949"/>
                      <a:pt x="2484" y="940"/>
                    </a:cubicBezTo>
                    <a:cubicBezTo>
                      <a:pt x="2485" y="931"/>
                      <a:pt x="2492" y="921"/>
                      <a:pt x="2498" y="915"/>
                    </a:cubicBezTo>
                    <a:cubicBezTo>
                      <a:pt x="2504" y="909"/>
                      <a:pt x="2503" y="899"/>
                      <a:pt x="2506" y="885"/>
                    </a:cubicBezTo>
                    <a:cubicBezTo>
                      <a:pt x="2509" y="871"/>
                      <a:pt x="2514" y="871"/>
                      <a:pt x="2523" y="868"/>
                    </a:cubicBezTo>
                    <a:cubicBezTo>
                      <a:pt x="2533" y="865"/>
                      <a:pt x="2533" y="851"/>
                      <a:pt x="2529" y="847"/>
                    </a:cubicBezTo>
                    <a:cubicBezTo>
                      <a:pt x="2526" y="842"/>
                      <a:pt x="2525" y="835"/>
                      <a:pt x="2529" y="823"/>
                    </a:cubicBezTo>
                    <a:cubicBezTo>
                      <a:pt x="2532" y="811"/>
                      <a:pt x="2522" y="811"/>
                      <a:pt x="2520" y="799"/>
                    </a:cubicBezTo>
                    <a:cubicBezTo>
                      <a:pt x="2518" y="788"/>
                      <a:pt x="2524" y="783"/>
                      <a:pt x="2534" y="774"/>
                    </a:cubicBezTo>
                    <a:cubicBezTo>
                      <a:pt x="2544" y="765"/>
                      <a:pt x="2541" y="754"/>
                      <a:pt x="2540" y="741"/>
                    </a:cubicBezTo>
                    <a:cubicBezTo>
                      <a:pt x="2539" y="729"/>
                      <a:pt x="2547" y="722"/>
                      <a:pt x="2556" y="715"/>
                    </a:cubicBezTo>
                    <a:cubicBezTo>
                      <a:pt x="2565" y="709"/>
                      <a:pt x="2571" y="701"/>
                      <a:pt x="2579" y="690"/>
                    </a:cubicBezTo>
                    <a:cubicBezTo>
                      <a:pt x="2586" y="679"/>
                      <a:pt x="2587" y="670"/>
                      <a:pt x="2588" y="661"/>
                    </a:cubicBezTo>
                    <a:cubicBezTo>
                      <a:pt x="2589" y="653"/>
                      <a:pt x="2599" y="642"/>
                      <a:pt x="2609" y="643"/>
                    </a:cubicBezTo>
                    <a:cubicBezTo>
                      <a:pt x="2618" y="643"/>
                      <a:pt x="2623" y="639"/>
                      <a:pt x="2629" y="631"/>
                    </a:cubicBezTo>
                    <a:cubicBezTo>
                      <a:pt x="2634" y="622"/>
                      <a:pt x="2627" y="615"/>
                      <a:pt x="2621" y="611"/>
                    </a:cubicBezTo>
                    <a:cubicBezTo>
                      <a:pt x="2614" y="606"/>
                      <a:pt x="2610" y="603"/>
                      <a:pt x="2610" y="591"/>
                    </a:cubicBezTo>
                    <a:cubicBezTo>
                      <a:pt x="2610" y="579"/>
                      <a:pt x="2622" y="576"/>
                      <a:pt x="2622" y="571"/>
                    </a:cubicBezTo>
                    <a:cubicBezTo>
                      <a:pt x="2622" y="565"/>
                      <a:pt x="2619" y="555"/>
                      <a:pt x="2614" y="546"/>
                    </a:cubicBezTo>
                    <a:cubicBezTo>
                      <a:pt x="2609" y="537"/>
                      <a:pt x="2609" y="523"/>
                      <a:pt x="2615" y="517"/>
                    </a:cubicBezTo>
                    <a:cubicBezTo>
                      <a:pt x="2621" y="511"/>
                      <a:pt x="2625" y="503"/>
                      <a:pt x="2615" y="492"/>
                    </a:cubicBezTo>
                    <a:cubicBezTo>
                      <a:pt x="2606" y="481"/>
                      <a:pt x="2614" y="475"/>
                      <a:pt x="2617" y="471"/>
                    </a:cubicBezTo>
                    <a:cubicBezTo>
                      <a:pt x="2619" y="467"/>
                      <a:pt x="2634" y="461"/>
                      <a:pt x="2643" y="453"/>
                    </a:cubicBezTo>
                    <a:cubicBezTo>
                      <a:pt x="2653" y="444"/>
                      <a:pt x="2671" y="437"/>
                      <a:pt x="2683" y="433"/>
                    </a:cubicBezTo>
                    <a:cubicBezTo>
                      <a:pt x="2694" y="430"/>
                      <a:pt x="2696" y="423"/>
                      <a:pt x="2696" y="415"/>
                    </a:cubicBezTo>
                    <a:cubicBezTo>
                      <a:pt x="2696" y="407"/>
                      <a:pt x="2697" y="400"/>
                      <a:pt x="2701" y="394"/>
                    </a:cubicBezTo>
                    <a:cubicBezTo>
                      <a:pt x="2705" y="388"/>
                      <a:pt x="2704" y="381"/>
                      <a:pt x="2706" y="362"/>
                    </a:cubicBezTo>
                    <a:cubicBezTo>
                      <a:pt x="2708" y="343"/>
                      <a:pt x="2683" y="359"/>
                      <a:pt x="2667" y="355"/>
                    </a:cubicBezTo>
                    <a:close/>
                    <a:moveTo>
                      <a:pt x="1959" y="1084"/>
                    </a:moveTo>
                    <a:cubicBezTo>
                      <a:pt x="1959" y="1084"/>
                      <a:pt x="1951" y="1087"/>
                      <a:pt x="1951" y="1093"/>
                    </a:cubicBezTo>
                    <a:cubicBezTo>
                      <a:pt x="1951" y="1099"/>
                      <a:pt x="1955" y="1101"/>
                      <a:pt x="1959" y="1099"/>
                    </a:cubicBezTo>
                    <a:cubicBezTo>
                      <a:pt x="1964" y="1098"/>
                      <a:pt x="1970" y="1080"/>
                      <a:pt x="1959" y="1084"/>
                    </a:cubicBezTo>
                    <a:close/>
                    <a:moveTo>
                      <a:pt x="16" y="634"/>
                    </a:moveTo>
                    <a:cubicBezTo>
                      <a:pt x="16" y="634"/>
                      <a:pt x="0" y="646"/>
                      <a:pt x="5" y="652"/>
                    </a:cubicBezTo>
                    <a:cubicBezTo>
                      <a:pt x="11" y="659"/>
                      <a:pt x="9" y="655"/>
                      <a:pt x="16" y="648"/>
                    </a:cubicBezTo>
                    <a:cubicBezTo>
                      <a:pt x="23" y="642"/>
                      <a:pt x="28" y="630"/>
                      <a:pt x="16" y="63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" name="Freeform 11"/>
              <p:cNvSpPr>
                <a:spLocks/>
              </p:cNvSpPr>
              <p:nvPr/>
            </p:nvSpPr>
            <p:spPr bwMode="auto">
              <a:xfrm>
                <a:off x="3049" y="11"/>
                <a:ext cx="14" cy="12"/>
              </a:xfrm>
              <a:custGeom>
                <a:avLst/>
                <a:gdLst>
                  <a:gd name="T0" fmla="*/ 5 w 20"/>
                  <a:gd name="T1" fmla="*/ 4 h 18"/>
                  <a:gd name="T2" fmla="*/ 3 w 20"/>
                  <a:gd name="T3" fmla="*/ 11 h 18"/>
                  <a:gd name="T4" fmla="*/ 13 w 20"/>
                  <a:gd name="T5" fmla="*/ 18 h 18"/>
                  <a:gd name="T6" fmla="*/ 17 w 20"/>
                  <a:gd name="T7" fmla="*/ 12 h 18"/>
                  <a:gd name="T8" fmla="*/ 5 w 20"/>
                  <a:gd name="T9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18">
                    <a:moveTo>
                      <a:pt x="5" y="4"/>
                    </a:moveTo>
                    <a:cubicBezTo>
                      <a:pt x="5" y="4"/>
                      <a:pt x="0" y="9"/>
                      <a:pt x="3" y="11"/>
                    </a:cubicBezTo>
                    <a:cubicBezTo>
                      <a:pt x="7" y="13"/>
                      <a:pt x="9" y="18"/>
                      <a:pt x="13" y="18"/>
                    </a:cubicBezTo>
                    <a:cubicBezTo>
                      <a:pt x="16" y="18"/>
                      <a:pt x="20" y="17"/>
                      <a:pt x="17" y="12"/>
                    </a:cubicBezTo>
                    <a:cubicBezTo>
                      <a:pt x="15" y="8"/>
                      <a:pt x="7" y="0"/>
                      <a:pt x="5" y="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" name="Freeform 12"/>
              <p:cNvSpPr>
                <a:spLocks/>
              </p:cNvSpPr>
              <p:nvPr/>
            </p:nvSpPr>
            <p:spPr bwMode="auto">
              <a:xfrm>
                <a:off x="3227" y="49"/>
                <a:ext cx="26" cy="23"/>
              </a:xfrm>
              <a:custGeom>
                <a:avLst/>
                <a:gdLst>
                  <a:gd name="T0" fmla="*/ 25 w 39"/>
                  <a:gd name="T1" fmla="*/ 13 h 35"/>
                  <a:gd name="T2" fmla="*/ 15 w 39"/>
                  <a:gd name="T3" fmla="*/ 20 h 35"/>
                  <a:gd name="T4" fmla="*/ 1 w 39"/>
                  <a:gd name="T5" fmla="*/ 28 h 35"/>
                  <a:gd name="T6" fmla="*/ 15 w 39"/>
                  <a:gd name="T7" fmla="*/ 35 h 35"/>
                  <a:gd name="T8" fmla="*/ 36 w 39"/>
                  <a:gd name="T9" fmla="*/ 24 h 35"/>
                  <a:gd name="T10" fmla="*/ 25 w 39"/>
                  <a:gd name="T11" fmla="*/ 1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35">
                    <a:moveTo>
                      <a:pt x="25" y="13"/>
                    </a:moveTo>
                    <a:cubicBezTo>
                      <a:pt x="25" y="13"/>
                      <a:pt x="25" y="20"/>
                      <a:pt x="15" y="20"/>
                    </a:cubicBezTo>
                    <a:cubicBezTo>
                      <a:pt x="5" y="20"/>
                      <a:pt x="0" y="25"/>
                      <a:pt x="1" y="28"/>
                    </a:cubicBezTo>
                    <a:cubicBezTo>
                      <a:pt x="1" y="32"/>
                      <a:pt x="9" y="35"/>
                      <a:pt x="15" y="35"/>
                    </a:cubicBezTo>
                    <a:cubicBezTo>
                      <a:pt x="22" y="35"/>
                      <a:pt x="33" y="31"/>
                      <a:pt x="36" y="24"/>
                    </a:cubicBezTo>
                    <a:cubicBezTo>
                      <a:pt x="39" y="17"/>
                      <a:pt x="27" y="0"/>
                      <a:pt x="25" y="1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" name="Freeform 13"/>
              <p:cNvSpPr>
                <a:spLocks/>
              </p:cNvSpPr>
              <p:nvPr/>
            </p:nvSpPr>
            <p:spPr bwMode="auto">
              <a:xfrm>
                <a:off x="3009" y="5"/>
                <a:ext cx="30" cy="19"/>
              </a:xfrm>
              <a:custGeom>
                <a:avLst/>
                <a:gdLst>
                  <a:gd name="T0" fmla="*/ 25 w 43"/>
                  <a:gd name="T1" fmla="*/ 6 h 28"/>
                  <a:gd name="T2" fmla="*/ 11 w 43"/>
                  <a:gd name="T3" fmla="*/ 2 h 28"/>
                  <a:gd name="T4" fmla="*/ 7 w 43"/>
                  <a:gd name="T5" fmla="*/ 11 h 28"/>
                  <a:gd name="T6" fmla="*/ 21 w 43"/>
                  <a:gd name="T7" fmla="*/ 22 h 28"/>
                  <a:gd name="T8" fmla="*/ 40 w 43"/>
                  <a:gd name="T9" fmla="*/ 25 h 28"/>
                  <a:gd name="T10" fmla="*/ 33 w 43"/>
                  <a:gd name="T11" fmla="*/ 13 h 28"/>
                  <a:gd name="T12" fmla="*/ 25 w 43"/>
                  <a:gd name="T13" fmla="*/ 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28">
                    <a:moveTo>
                      <a:pt x="25" y="6"/>
                    </a:moveTo>
                    <a:cubicBezTo>
                      <a:pt x="25" y="6"/>
                      <a:pt x="13" y="4"/>
                      <a:pt x="11" y="2"/>
                    </a:cubicBezTo>
                    <a:cubicBezTo>
                      <a:pt x="8" y="0"/>
                      <a:pt x="0" y="6"/>
                      <a:pt x="7" y="11"/>
                    </a:cubicBezTo>
                    <a:cubicBezTo>
                      <a:pt x="15" y="16"/>
                      <a:pt x="19" y="20"/>
                      <a:pt x="21" y="22"/>
                    </a:cubicBezTo>
                    <a:cubicBezTo>
                      <a:pt x="23" y="24"/>
                      <a:pt x="37" y="28"/>
                      <a:pt x="40" y="25"/>
                    </a:cubicBezTo>
                    <a:cubicBezTo>
                      <a:pt x="43" y="21"/>
                      <a:pt x="38" y="14"/>
                      <a:pt x="33" y="13"/>
                    </a:cubicBezTo>
                    <a:cubicBezTo>
                      <a:pt x="28" y="11"/>
                      <a:pt x="32" y="8"/>
                      <a:pt x="25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" name="Freeform 14"/>
              <p:cNvSpPr>
                <a:spLocks/>
              </p:cNvSpPr>
              <p:nvPr/>
            </p:nvSpPr>
            <p:spPr bwMode="auto">
              <a:xfrm>
                <a:off x="2834" y="16"/>
                <a:ext cx="587" cy="502"/>
              </a:xfrm>
              <a:custGeom>
                <a:avLst/>
                <a:gdLst>
                  <a:gd name="T0" fmla="*/ 774 w 867"/>
                  <a:gd name="T1" fmla="*/ 415 h 741"/>
                  <a:gd name="T2" fmla="*/ 781 w 867"/>
                  <a:gd name="T3" fmla="*/ 363 h 741"/>
                  <a:gd name="T4" fmla="*/ 819 w 867"/>
                  <a:gd name="T5" fmla="*/ 346 h 741"/>
                  <a:gd name="T6" fmla="*/ 812 w 867"/>
                  <a:gd name="T7" fmla="*/ 310 h 741"/>
                  <a:gd name="T8" fmla="*/ 853 w 867"/>
                  <a:gd name="T9" fmla="*/ 269 h 741"/>
                  <a:gd name="T10" fmla="*/ 855 w 867"/>
                  <a:gd name="T11" fmla="*/ 231 h 741"/>
                  <a:gd name="T12" fmla="*/ 799 w 867"/>
                  <a:gd name="T13" fmla="*/ 231 h 741"/>
                  <a:gd name="T14" fmla="*/ 781 w 867"/>
                  <a:gd name="T15" fmla="*/ 218 h 741"/>
                  <a:gd name="T16" fmla="*/ 802 w 867"/>
                  <a:gd name="T17" fmla="*/ 175 h 741"/>
                  <a:gd name="T18" fmla="*/ 738 w 867"/>
                  <a:gd name="T19" fmla="*/ 148 h 741"/>
                  <a:gd name="T20" fmla="*/ 692 w 867"/>
                  <a:gd name="T21" fmla="*/ 127 h 741"/>
                  <a:gd name="T22" fmla="*/ 693 w 867"/>
                  <a:gd name="T23" fmla="*/ 103 h 741"/>
                  <a:gd name="T24" fmla="*/ 677 w 867"/>
                  <a:gd name="T25" fmla="*/ 89 h 741"/>
                  <a:gd name="T26" fmla="*/ 579 w 867"/>
                  <a:gd name="T27" fmla="*/ 109 h 741"/>
                  <a:gd name="T28" fmla="*/ 465 w 867"/>
                  <a:gd name="T29" fmla="*/ 105 h 741"/>
                  <a:gd name="T30" fmla="*/ 368 w 867"/>
                  <a:gd name="T31" fmla="*/ 107 h 741"/>
                  <a:gd name="T32" fmla="*/ 276 w 867"/>
                  <a:gd name="T33" fmla="*/ 44 h 741"/>
                  <a:gd name="T34" fmla="*/ 213 w 867"/>
                  <a:gd name="T35" fmla="*/ 0 h 741"/>
                  <a:gd name="T36" fmla="*/ 194 w 867"/>
                  <a:gd name="T37" fmla="*/ 54 h 741"/>
                  <a:gd name="T38" fmla="*/ 126 w 867"/>
                  <a:gd name="T39" fmla="*/ 112 h 741"/>
                  <a:gd name="T40" fmla="*/ 136 w 867"/>
                  <a:gd name="T41" fmla="*/ 195 h 741"/>
                  <a:gd name="T42" fmla="*/ 88 w 867"/>
                  <a:gd name="T43" fmla="*/ 158 h 741"/>
                  <a:gd name="T44" fmla="*/ 111 w 867"/>
                  <a:gd name="T45" fmla="*/ 73 h 741"/>
                  <a:gd name="T46" fmla="*/ 128 w 867"/>
                  <a:gd name="T47" fmla="*/ 23 h 741"/>
                  <a:gd name="T48" fmla="*/ 90 w 867"/>
                  <a:gd name="T49" fmla="*/ 37 h 741"/>
                  <a:gd name="T50" fmla="*/ 36 w 867"/>
                  <a:gd name="T51" fmla="*/ 103 h 741"/>
                  <a:gd name="T52" fmla="*/ 24 w 867"/>
                  <a:gd name="T53" fmla="*/ 160 h 741"/>
                  <a:gd name="T54" fmla="*/ 16 w 867"/>
                  <a:gd name="T55" fmla="*/ 195 h 741"/>
                  <a:gd name="T56" fmla="*/ 41 w 867"/>
                  <a:gd name="T57" fmla="*/ 216 h 741"/>
                  <a:gd name="T58" fmla="*/ 68 w 867"/>
                  <a:gd name="T59" fmla="*/ 259 h 741"/>
                  <a:gd name="T60" fmla="*/ 68 w 867"/>
                  <a:gd name="T61" fmla="*/ 312 h 741"/>
                  <a:gd name="T62" fmla="*/ 114 w 867"/>
                  <a:gd name="T63" fmla="*/ 338 h 741"/>
                  <a:gd name="T64" fmla="*/ 180 w 867"/>
                  <a:gd name="T65" fmla="*/ 331 h 741"/>
                  <a:gd name="T66" fmla="*/ 224 w 867"/>
                  <a:gd name="T67" fmla="*/ 354 h 741"/>
                  <a:gd name="T68" fmla="*/ 270 w 867"/>
                  <a:gd name="T69" fmla="*/ 392 h 741"/>
                  <a:gd name="T70" fmla="*/ 342 w 867"/>
                  <a:gd name="T71" fmla="*/ 384 h 741"/>
                  <a:gd name="T72" fmla="*/ 380 w 867"/>
                  <a:gd name="T73" fmla="*/ 392 h 741"/>
                  <a:gd name="T74" fmla="*/ 364 w 867"/>
                  <a:gd name="T75" fmla="*/ 436 h 741"/>
                  <a:gd name="T76" fmla="*/ 354 w 867"/>
                  <a:gd name="T77" fmla="*/ 484 h 741"/>
                  <a:gd name="T78" fmla="*/ 375 w 867"/>
                  <a:gd name="T79" fmla="*/ 548 h 741"/>
                  <a:gd name="T80" fmla="*/ 368 w 867"/>
                  <a:gd name="T81" fmla="*/ 605 h 741"/>
                  <a:gd name="T82" fmla="*/ 388 w 867"/>
                  <a:gd name="T83" fmla="*/ 651 h 741"/>
                  <a:gd name="T84" fmla="*/ 409 w 867"/>
                  <a:gd name="T85" fmla="*/ 710 h 741"/>
                  <a:gd name="T86" fmla="*/ 452 w 867"/>
                  <a:gd name="T87" fmla="*/ 736 h 741"/>
                  <a:gd name="T88" fmla="*/ 495 w 867"/>
                  <a:gd name="T89" fmla="*/ 722 h 741"/>
                  <a:gd name="T90" fmla="*/ 534 w 867"/>
                  <a:gd name="T91" fmla="*/ 713 h 741"/>
                  <a:gd name="T92" fmla="*/ 589 w 867"/>
                  <a:gd name="T93" fmla="*/ 686 h 741"/>
                  <a:gd name="T94" fmla="*/ 634 w 867"/>
                  <a:gd name="T95" fmla="*/ 646 h 741"/>
                  <a:gd name="T96" fmla="*/ 600 w 867"/>
                  <a:gd name="T97" fmla="*/ 618 h 741"/>
                  <a:gd name="T98" fmla="*/ 581 w 867"/>
                  <a:gd name="T99" fmla="*/ 554 h 741"/>
                  <a:gd name="T100" fmla="*/ 572 w 867"/>
                  <a:gd name="T101" fmla="*/ 517 h 741"/>
                  <a:gd name="T102" fmla="*/ 624 w 867"/>
                  <a:gd name="T103" fmla="*/ 534 h 741"/>
                  <a:gd name="T104" fmla="*/ 664 w 867"/>
                  <a:gd name="T105" fmla="*/ 553 h 741"/>
                  <a:gd name="T106" fmla="*/ 692 w 867"/>
                  <a:gd name="T107" fmla="*/ 525 h 741"/>
                  <a:gd name="T108" fmla="*/ 746 w 867"/>
                  <a:gd name="T109" fmla="*/ 509 h 741"/>
                  <a:gd name="T110" fmla="*/ 795 w 867"/>
                  <a:gd name="T111" fmla="*/ 489 h 741"/>
                  <a:gd name="T112" fmla="*/ 813 w 867"/>
                  <a:gd name="T113" fmla="*/ 459 h 7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67" h="741">
                    <a:moveTo>
                      <a:pt x="799" y="438"/>
                    </a:moveTo>
                    <a:cubicBezTo>
                      <a:pt x="795" y="428"/>
                      <a:pt x="788" y="430"/>
                      <a:pt x="774" y="415"/>
                    </a:cubicBezTo>
                    <a:cubicBezTo>
                      <a:pt x="760" y="400"/>
                      <a:pt x="771" y="395"/>
                      <a:pt x="779" y="385"/>
                    </a:cubicBezTo>
                    <a:cubicBezTo>
                      <a:pt x="787" y="375"/>
                      <a:pt x="781" y="370"/>
                      <a:pt x="781" y="363"/>
                    </a:cubicBezTo>
                    <a:cubicBezTo>
                      <a:pt x="781" y="356"/>
                      <a:pt x="789" y="355"/>
                      <a:pt x="801" y="353"/>
                    </a:cubicBezTo>
                    <a:cubicBezTo>
                      <a:pt x="813" y="351"/>
                      <a:pt x="806" y="345"/>
                      <a:pt x="819" y="346"/>
                    </a:cubicBezTo>
                    <a:cubicBezTo>
                      <a:pt x="832" y="347"/>
                      <a:pt x="829" y="341"/>
                      <a:pt x="832" y="331"/>
                    </a:cubicBezTo>
                    <a:cubicBezTo>
                      <a:pt x="835" y="321"/>
                      <a:pt x="825" y="320"/>
                      <a:pt x="812" y="310"/>
                    </a:cubicBezTo>
                    <a:cubicBezTo>
                      <a:pt x="799" y="300"/>
                      <a:pt x="822" y="289"/>
                      <a:pt x="829" y="283"/>
                    </a:cubicBezTo>
                    <a:cubicBezTo>
                      <a:pt x="836" y="277"/>
                      <a:pt x="839" y="272"/>
                      <a:pt x="853" y="269"/>
                    </a:cubicBezTo>
                    <a:cubicBezTo>
                      <a:pt x="867" y="266"/>
                      <a:pt x="858" y="257"/>
                      <a:pt x="857" y="250"/>
                    </a:cubicBezTo>
                    <a:cubicBezTo>
                      <a:pt x="857" y="247"/>
                      <a:pt x="856" y="238"/>
                      <a:pt x="855" y="231"/>
                    </a:cubicBezTo>
                    <a:cubicBezTo>
                      <a:pt x="854" y="231"/>
                      <a:pt x="853" y="231"/>
                      <a:pt x="852" y="231"/>
                    </a:cubicBezTo>
                    <a:cubicBezTo>
                      <a:pt x="832" y="228"/>
                      <a:pt x="814" y="221"/>
                      <a:pt x="799" y="231"/>
                    </a:cubicBezTo>
                    <a:cubicBezTo>
                      <a:pt x="785" y="241"/>
                      <a:pt x="776" y="248"/>
                      <a:pt x="768" y="238"/>
                    </a:cubicBezTo>
                    <a:cubicBezTo>
                      <a:pt x="759" y="228"/>
                      <a:pt x="781" y="229"/>
                      <a:pt x="781" y="218"/>
                    </a:cubicBezTo>
                    <a:cubicBezTo>
                      <a:pt x="781" y="206"/>
                      <a:pt x="791" y="208"/>
                      <a:pt x="792" y="196"/>
                    </a:cubicBezTo>
                    <a:cubicBezTo>
                      <a:pt x="794" y="185"/>
                      <a:pt x="808" y="186"/>
                      <a:pt x="802" y="175"/>
                    </a:cubicBezTo>
                    <a:cubicBezTo>
                      <a:pt x="796" y="163"/>
                      <a:pt x="785" y="158"/>
                      <a:pt x="774" y="158"/>
                    </a:cubicBezTo>
                    <a:cubicBezTo>
                      <a:pt x="762" y="158"/>
                      <a:pt x="761" y="153"/>
                      <a:pt x="738" y="148"/>
                    </a:cubicBezTo>
                    <a:cubicBezTo>
                      <a:pt x="715" y="142"/>
                      <a:pt x="702" y="159"/>
                      <a:pt x="698" y="146"/>
                    </a:cubicBezTo>
                    <a:cubicBezTo>
                      <a:pt x="693" y="133"/>
                      <a:pt x="702" y="130"/>
                      <a:pt x="692" y="127"/>
                    </a:cubicBezTo>
                    <a:cubicBezTo>
                      <a:pt x="682" y="125"/>
                      <a:pt x="670" y="129"/>
                      <a:pt x="672" y="115"/>
                    </a:cubicBezTo>
                    <a:cubicBezTo>
                      <a:pt x="673" y="100"/>
                      <a:pt x="676" y="103"/>
                      <a:pt x="693" y="103"/>
                    </a:cubicBezTo>
                    <a:cubicBezTo>
                      <a:pt x="710" y="103"/>
                      <a:pt x="723" y="99"/>
                      <a:pt x="723" y="90"/>
                    </a:cubicBezTo>
                    <a:cubicBezTo>
                      <a:pt x="723" y="82"/>
                      <a:pt x="702" y="86"/>
                      <a:pt x="677" y="89"/>
                    </a:cubicBezTo>
                    <a:cubicBezTo>
                      <a:pt x="653" y="92"/>
                      <a:pt x="645" y="96"/>
                      <a:pt x="627" y="96"/>
                    </a:cubicBezTo>
                    <a:cubicBezTo>
                      <a:pt x="610" y="96"/>
                      <a:pt x="593" y="93"/>
                      <a:pt x="579" y="109"/>
                    </a:cubicBezTo>
                    <a:cubicBezTo>
                      <a:pt x="564" y="125"/>
                      <a:pt x="527" y="133"/>
                      <a:pt x="505" y="126"/>
                    </a:cubicBezTo>
                    <a:cubicBezTo>
                      <a:pt x="484" y="119"/>
                      <a:pt x="477" y="117"/>
                      <a:pt x="465" y="105"/>
                    </a:cubicBezTo>
                    <a:cubicBezTo>
                      <a:pt x="454" y="92"/>
                      <a:pt x="422" y="93"/>
                      <a:pt x="408" y="94"/>
                    </a:cubicBezTo>
                    <a:cubicBezTo>
                      <a:pt x="394" y="96"/>
                      <a:pt x="401" y="115"/>
                      <a:pt x="368" y="107"/>
                    </a:cubicBezTo>
                    <a:cubicBezTo>
                      <a:pt x="335" y="100"/>
                      <a:pt x="342" y="105"/>
                      <a:pt x="326" y="80"/>
                    </a:cubicBezTo>
                    <a:cubicBezTo>
                      <a:pt x="311" y="56"/>
                      <a:pt x="301" y="47"/>
                      <a:pt x="276" y="44"/>
                    </a:cubicBezTo>
                    <a:cubicBezTo>
                      <a:pt x="252" y="41"/>
                      <a:pt x="237" y="50"/>
                      <a:pt x="232" y="29"/>
                    </a:cubicBezTo>
                    <a:cubicBezTo>
                      <a:pt x="226" y="7"/>
                      <a:pt x="223" y="0"/>
                      <a:pt x="213" y="0"/>
                    </a:cubicBezTo>
                    <a:cubicBezTo>
                      <a:pt x="203" y="0"/>
                      <a:pt x="194" y="10"/>
                      <a:pt x="200" y="21"/>
                    </a:cubicBezTo>
                    <a:cubicBezTo>
                      <a:pt x="206" y="33"/>
                      <a:pt x="219" y="53"/>
                      <a:pt x="194" y="54"/>
                    </a:cubicBezTo>
                    <a:cubicBezTo>
                      <a:pt x="170" y="56"/>
                      <a:pt x="146" y="72"/>
                      <a:pt x="139" y="74"/>
                    </a:cubicBezTo>
                    <a:cubicBezTo>
                      <a:pt x="131" y="77"/>
                      <a:pt x="118" y="99"/>
                      <a:pt x="126" y="112"/>
                    </a:cubicBezTo>
                    <a:cubicBezTo>
                      <a:pt x="133" y="125"/>
                      <a:pt x="153" y="143"/>
                      <a:pt x="153" y="160"/>
                    </a:cubicBezTo>
                    <a:cubicBezTo>
                      <a:pt x="153" y="178"/>
                      <a:pt x="150" y="192"/>
                      <a:pt x="136" y="195"/>
                    </a:cubicBezTo>
                    <a:cubicBezTo>
                      <a:pt x="121" y="198"/>
                      <a:pt x="111" y="196"/>
                      <a:pt x="108" y="188"/>
                    </a:cubicBezTo>
                    <a:cubicBezTo>
                      <a:pt x="106" y="179"/>
                      <a:pt x="88" y="178"/>
                      <a:pt x="88" y="158"/>
                    </a:cubicBezTo>
                    <a:cubicBezTo>
                      <a:pt x="88" y="137"/>
                      <a:pt x="110" y="129"/>
                      <a:pt x="110" y="112"/>
                    </a:cubicBezTo>
                    <a:cubicBezTo>
                      <a:pt x="110" y="94"/>
                      <a:pt x="123" y="89"/>
                      <a:pt x="111" y="73"/>
                    </a:cubicBezTo>
                    <a:cubicBezTo>
                      <a:pt x="100" y="57"/>
                      <a:pt x="90" y="36"/>
                      <a:pt x="111" y="29"/>
                    </a:cubicBezTo>
                    <a:cubicBezTo>
                      <a:pt x="118" y="26"/>
                      <a:pt x="123" y="25"/>
                      <a:pt x="128" y="23"/>
                    </a:cubicBezTo>
                    <a:cubicBezTo>
                      <a:pt x="123" y="22"/>
                      <a:pt x="115" y="21"/>
                      <a:pt x="110" y="22"/>
                    </a:cubicBezTo>
                    <a:cubicBezTo>
                      <a:pt x="100" y="24"/>
                      <a:pt x="94" y="29"/>
                      <a:pt x="90" y="37"/>
                    </a:cubicBezTo>
                    <a:cubicBezTo>
                      <a:pt x="86" y="45"/>
                      <a:pt x="70" y="64"/>
                      <a:pt x="63" y="71"/>
                    </a:cubicBezTo>
                    <a:cubicBezTo>
                      <a:pt x="55" y="79"/>
                      <a:pt x="38" y="95"/>
                      <a:pt x="36" y="103"/>
                    </a:cubicBezTo>
                    <a:cubicBezTo>
                      <a:pt x="33" y="111"/>
                      <a:pt x="29" y="112"/>
                      <a:pt x="29" y="125"/>
                    </a:cubicBezTo>
                    <a:cubicBezTo>
                      <a:pt x="29" y="138"/>
                      <a:pt x="33" y="148"/>
                      <a:pt x="24" y="160"/>
                    </a:cubicBezTo>
                    <a:cubicBezTo>
                      <a:pt x="14" y="171"/>
                      <a:pt x="9" y="179"/>
                      <a:pt x="4" y="188"/>
                    </a:cubicBezTo>
                    <a:cubicBezTo>
                      <a:pt x="0" y="196"/>
                      <a:pt x="6" y="195"/>
                      <a:pt x="16" y="195"/>
                    </a:cubicBezTo>
                    <a:cubicBezTo>
                      <a:pt x="25" y="195"/>
                      <a:pt x="48" y="190"/>
                      <a:pt x="49" y="198"/>
                    </a:cubicBezTo>
                    <a:cubicBezTo>
                      <a:pt x="50" y="207"/>
                      <a:pt x="40" y="207"/>
                      <a:pt x="41" y="216"/>
                    </a:cubicBezTo>
                    <a:cubicBezTo>
                      <a:pt x="42" y="224"/>
                      <a:pt x="44" y="228"/>
                      <a:pt x="52" y="232"/>
                    </a:cubicBezTo>
                    <a:cubicBezTo>
                      <a:pt x="60" y="237"/>
                      <a:pt x="70" y="248"/>
                      <a:pt x="68" y="259"/>
                    </a:cubicBezTo>
                    <a:cubicBezTo>
                      <a:pt x="65" y="270"/>
                      <a:pt x="58" y="267"/>
                      <a:pt x="58" y="282"/>
                    </a:cubicBezTo>
                    <a:cubicBezTo>
                      <a:pt x="59" y="298"/>
                      <a:pt x="58" y="306"/>
                      <a:pt x="68" y="312"/>
                    </a:cubicBezTo>
                    <a:cubicBezTo>
                      <a:pt x="79" y="318"/>
                      <a:pt x="84" y="328"/>
                      <a:pt x="87" y="333"/>
                    </a:cubicBezTo>
                    <a:cubicBezTo>
                      <a:pt x="90" y="338"/>
                      <a:pt x="98" y="338"/>
                      <a:pt x="114" y="338"/>
                    </a:cubicBezTo>
                    <a:cubicBezTo>
                      <a:pt x="129" y="338"/>
                      <a:pt x="153" y="344"/>
                      <a:pt x="156" y="337"/>
                    </a:cubicBezTo>
                    <a:cubicBezTo>
                      <a:pt x="160" y="330"/>
                      <a:pt x="172" y="324"/>
                      <a:pt x="180" y="331"/>
                    </a:cubicBezTo>
                    <a:cubicBezTo>
                      <a:pt x="189" y="338"/>
                      <a:pt x="190" y="338"/>
                      <a:pt x="200" y="339"/>
                    </a:cubicBezTo>
                    <a:cubicBezTo>
                      <a:pt x="209" y="340"/>
                      <a:pt x="216" y="340"/>
                      <a:pt x="224" y="354"/>
                    </a:cubicBezTo>
                    <a:cubicBezTo>
                      <a:pt x="233" y="367"/>
                      <a:pt x="246" y="384"/>
                      <a:pt x="254" y="390"/>
                    </a:cubicBezTo>
                    <a:cubicBezTo>
                      <a:pt x="261" y="397"/>
                      <a:pt x="267" y="398"/>
                      <a:pt x="270" y="392"/>
                    </a:cubicBezTo>
                    <a:cubicBezTo>
                      <a:pt x="274" y="386"/>
                      <a:pt x="286" y="385"/>
                      <a:pt x="294" y="389"/>
                    </a:cubicBezTo>
                    <a:cubicBezTo>
                      <a:pt x="303" y="393"/>
                      <a:pt x="334" y="390"/>
                      <a:pt x="342" y="384"/>
                    </a:cubicBezTo>
                    <a:cubicBezTo>
                      <a:pt x="350" y="378"/>
                      <a:pt x="352" y="378"/>
                      <a:pt x="362" y="378"/>
                    </a:cubicBezTo>
                    <a:cubicBezTo>
                      <a:pt x="371" y="379"/>
                      <a:pt x="380" y="384"/>
                      <a:pt x="380" y="392"/>
                    </a:cubicBezTo>
                    <a:cubicBezTo>
                      <a:pt x="380" y="400"/>
                      <a:pt x="374" y="407"/>
                      <a:pt x="372" y="414"/>
                    </a:cubicBezTo>
                    <a:cubicBezTo>
                      <a:pt x="370" y="420"/>
                      <a:pt x="374" y="431"/>
                      <a:pt x="364" y="436"/>
                    </a:cubicBezTo>
                    <a:cubicBezTo>
                      <a:pt x="354" y="442"/>
                      <a:pt x="354" y="444"/>
                      <a:pt x="356" y="456"/>
                    </a:cubicBezTo>
                    <a:cubicBezTo>
                      <a:pt x="358" y="467"/>
                      <a:pt x="355" y="473"/>
                      <a:pt x="354" y="484"/>
                    </a:cubicBezTo>
                    <a:cubicBezTo>
                      <a:pt x="354" y="496"/>
                      <a:pt x="351" y="514"/>
                      <a:pt x="362" y="526"/>
                    </a:cubicBezTo>
                    <a:cubicBezTo>
                      <a:pt x="372" y="537"/>
                      <a:pt x="364" y="544"/>
                      <a:pt x="375" y="548"/>
                    </a:cubicBezTo>
                    <a:cubicBezTo>
                      <a:pt x="386" y="552"/>
                      <a:pt x="397" y="560"/>
                      <a:pt x="384" y="573"/>
                    </a:cubicBezTo>
                    <a:cubicBezTo>
                      <a:pt x="370" y="586"/>
                      <a:pt x="351" y="595"/>
                      <a:pt x="368" y="605"/>
                    </a:cubicBezTo>
                    <a:cubicBezTo>
                      <a:pt x="384" y="615"/>
                      <a:pt x="388" y="614"/>
                      <a:pt x="391" y="630"/>
                    </a:cubicBezTo>
                    <a:cubicBezTo>
                      <a:pt x="393" y="642"/>
                      <a:pt x="395" y="647"/>
                      <a:pt x="388" y="651"/>
                    </a:cubicBezTo>
                    <a:cubicBezTo>
                      <a:pt x="395" y="655"/>
                      <a:pt x="402" y="660"/>
                      <a:pt x="403" y="665"/>
                    </a:cubicBezTo>
                    <a:cubicBezTo>
                      <a:pt x="405" y="675"/>
                      <a:pt x="397" y="708"/>
                      <a:pt x="409" y="710"/>
                    </a:cubicBezTo>
                    <a:cubicBezTo>
                      <a:pt x="421" y="712"/>
                      <a:pt x="427" y="714"/>
                      <a:pt x="434" y="723"/>
                    </a:cubicBezTo>
                    <a:cubicBezTo>
                      <a:pt x="441" y="732"/>
                      <a:pt x="438" y="734"/>
                      <a:pt x="452" y="736"/>
                    </a:cubicBezTo>
                    <a:cubicBezTo>
                      <a:pt x="466" y="738"/>
                      <a:pt x="477" y="741"/>
                      <a:pt x="480" y="732"/>
                    </a:cubicBezTo>
                    <a:cubicBezTo>
                      <a:pt x="483" y="723"/>
                      <a:pt x="486" y="716"/>
                      <a:pt x="495" y="722"/>
                    </a:cubicBezTo>
                    <a:cubicBezTo>
                      <a:pt x="504" y="728"/>
                      <a:pt x="504" y="736"/>
                      <a:pt x="515" y="731"/>
                    </a:cubicBezTo>
                    <a:cubicBezTo>
                      <a:pt x="526" y="726"/>
                      <a:pt x="520" y="714"/>
                      <a:pt x="534" y="713"/>
                    </a:cubicBezTo>
                    <a:cubicBezTo>
                      <a:pt x="548" y="712"/>
                      <a:pt x="543" y="699"/>
                      <a:pt x="559" y="699"/>
                    </a:cubicBezTo>
                    <a:cubicBezTo>
                      <a:pt x="575" y="699"/>
                      <a:pt x="587" y="701"/>
                      <a:pt x="589" y="686"/>
                    </a:cubicBezTo>
                    <a:cubicBezTo>
                      <a:pt x="591" y="671"/>
                      <a:pt x="591" y="664"/>
                      <a:pt x="606" y="659"/>
                    </a:cubicBezTo>
                    <a:cubicBezTo>
                      <a:pt x="621" y="654"/>
                      <a:pt x="632" y="655"/>
                      <a:pt x="634" y="646"/>
                    </a:cubicBezTo>
                    <a:cubicBezTo>
                      <a:pt x="636" y="637"/>
                      <a:pt x="642" y="631"/>
                      <a:pt x="624" y="629"/>
                    </a:cubicBezTo>
                    <a:cubicBezTo>
                      <a:pt x="606" y="627"/>
                      <a:pt x="600" y="630"/>
                      <a:pt x="600" y="618"/>
                    </a:cubicBezTo>
                    <a:cubicBezTo>
                      <a:pt x="600" y="606"/>
                      <a:pt x="593" y="599"/>
                      <a:pt x="587" y="596"/>
                    </a:cubicBezTo>
                    <a:cubicBezTo>
                      <a:pt x="581" y="593"/>
                      <a:pt x="593" y="567"/>
                      <a:pt x="581" y="554"/>
                    </a:cubicBezTo>
                    <a:cubicBezTo>
                      <a:pt x="569" y="541"/>
                      <a:pt x="558" y="535"/>
                      <a:pt x="558" y="526"/>
                    </a:cubicBezTo>
                    <a:cubicBezTo>
                      <a:pt x="558" y="517"/>
                      <a:pt x="558" y="515"/>
                      <a:pt x="572" y="517"/>
                    </a:cubicBezTo>
                    <a:cubicBezTo>
                      <a:pt x="586" y="519"/>
                      <a:pt x="600" y="516"/>
                      <a:pt x="603" y="526"/>
                    </a:cubicBezTo>
                    <a:cubicBezTo>
                      <a:pt x="606" y="536"/>
                      <a:pt x="612" y="529"/>
                      <a:pt x="624" y="534"/>
                    </a:cubicBezTo>
                    <a:cubicBezTo>
                      <a:pt x="636" y="539"/>
                      <a:pt x="646" y="529"/>
                      <a:pt x="652" y="538"/>
                    </a:cubicBezTo>
                    <a:cubicBezTo>
                      <a:pt x="658" y="547"/>
                      <a:pt x="657" y="552"/>
                      <a:pt x="664" y="553"/>
                    </a:cubicBezTo>
                    <a:cubicBezTo>
                      <a:pt x="671" y="554"/>
                      <a:pt x="682" y="560"/>
                      <a:pt x="681" y="547"/>
                    </a:cubicBezTo>
                    <a:cubicBezTo>
                      <a:pt x="680" y="534"/>
                      <a:pt x="683" y="525"/>
                      <a:pt x="692" y="525"/>
                    </a:cubicBezTo>
                    <a:cubicBezTo>
                      <a:pt x="701" y="525"/>
                      <a:pt x="697" y="518"/>
                      <a:pt x="713" y="519"/>
                    </a:cubicBezTo>
                    <a:cubicBezTo>
                      <a:pt x="729" y="520"/>
                      <a:pt x="730" y="509"/>
                      <a:pt x="746" y="509"/>
                    </a:cubicBezTo>
                    <a:cubicBezTo>
                      <a:pt x="762" y="509"/>
                      <a:pt x="762" y="506"/>
                      <a:pt x="775" y="500"/>
                    </a:cubicBezTo>
                    <a:cubicBezTo>
                      <a:pt x="788" y="494"/>
                      <a:pt x="791" y="499"/>
                      <a:pt x="795" y="489"/>
                    </a:cubicBezTo>
                    <a:cubicBezTo>
                      <a:pt x="799" y="479"/>
                      <a:pt x="811" y="482"/>
                      <a:pt x="813" y="470"/>
                    </a:cubicBezTo>
                    <a:cubicBezTo>
                      <a:pt x="814" y="466"/>
                      <a:pt x="813" y="462"/>
                      <a:pt x="813" y="459"/>
                    </a:cubicBezTo>
                    <a:cubicBezTo>
                      <a:pt x="804" y="455"/>
                      <a:pt x="802" y="447"/>
                      <a:pt x="799" y="43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8" name="Freeform 15"/>
              <p:cNvSpPr>
                <a:spLocks/>
              </p:cNvSpPr>
              <p:nvPr/>
            </p:nvSpPr>
            <p:spPr bwMode="auto">
              <a:xfrm>
                <a:off x="3349" y="172"/>
                <a:ext cx="222" cy="329"/>
              </a:xfrm>
              <a:custGeom>
                <a:avLst/>
                <a:gdLst>
                  <a:gd name="T0" fmla="*/ 296 w 327"/>
                  <a:gd name="T1" fmla="*/ 406 h 485"/>
                  <a:gd name="T2" fmla="*/ 282 w 327"/>
                  <a:gd name="T3" fmla="*/ 383 h 485"/>
                  <a:gd name="T4" fmla="*/ 272 w 327"/>
                  <a:gd name="T5" fmla="*/ 353 h 485"/>
                  <a:gd name="T6" fmla="*/ 255 w 327"/>
                  <a:gd name="T7" fmla="*/ 322 h 485"/>
                  <a:gd name="T8" fmla="*/ 230 w 327"/>
                  <a:gd name="T9" fmla="*/ 302 h 485"/>
                  <a:gd name="T10" fmla="*/ 230 w 327"/>
                  <a:gd name="T11" fmla="*/ 248 h 485"/>
                  <a:gd name="T12" fmla="*/ 268 w 327"/>
                  <a:gd name="T13" fmla="*/ 232 h 485"/>
                  <a:gd name="T14" fmla="*/ 272 w 327"/>
                  <a:gd name="T15" fmla="*/ 200 h 485"/>
                  <a:gd name="T16" fmla="*/ 284 w 327"/>
                  <a:gd name="T17" fmla="*/ 176 h 485"/>
                  <a:gd name="T18" fmla="*/ 288 w 327"/>
                  <a:gd name="T19" fmla="*/ 164 h 485"/>
                  <a:gd name="T20" fmla="*/ 241 w 327"/>
                  <a:gd name="T21" fmla="*/ 132 h 485"/>
                  <a:gd name="T22" fmla="*/ 208 w 327"/>
                  <a:gd name="T23" fmla="*/ 106 h 485"/>
                  <a:gd name="T24" fmla="*/ 196 w 327"/>
                  <a:gd name="T25" fmla="*/ 73 h 485"/>
                  <a:gd name="T26" fmla="*/ 138 w 327"/>
                  <a:gd name="T27" fmla="*/ 24 h 485"/>
                  <a:gd name="T28" fmla="*/ 95 w 327"/>
                  <a:gd name="T29" fmla="*/ 0 h 485"/>
                  <a:gd name="T30" fmla="*/ 97 w 327"/>
                  <a:gd name="T31" fmla="*/ 19 h 485"/>
                  <a:gd name="T32" fmla="*/ 93 w 327"/>
                  <a:gd name="T33" fmla="*/ 38 h 485"/>
                  <a:gd name="T34" fmla="*/ 69 w 327"/>
                  <a:gd name="T35" fmla="*/ 52 h 485"/>
                  <a:gd name="T36" fmla="*/ 52 w 327"/>
                  <a:gd name="T37" fmla="*/ 79 h 485"/>
                  <a:gd name="T38" fmla="*/ 72 w 327"/>
                  <a:gd name="T39" fmla="*/ 100 h 485"/>
                  <a:gd name="T40" fmla="*/ 59 w 327"/>
                  <a:gd name="T41" fmla="*/ 115 h 485"/>
                  <a:gd name="T42" fmla="*/ 41 w 327"/>
                  <a:gd name="T43" fmla="*/ 122 h 485"/>
                  <a:gd name="T44" fmla="*/ 21 w 327"/>
                  <a:gd name="T45" fmla="*/ 132 h 485"/>
                  <a:gd name="T46" fmla="*/ 19 w 327"/>
                  <a:gd name="T47" fmla="*/ 154 h 485"/>
                  <a:gd name="T48" fmla="*/ 14 w 327"/>
                  <a:gd name="T49" fmla="*/ 184 h 485"/>
                  <a:gd name="T50" fmla="*/ 39 w 327"/>
                  <a:gd name="T51" fmla="*/ 207 h 485"/>
                  <a:gd name="T52" fmla="*/ 53 w 327"/>
                  <a:gd name="T53" fmla="*/ 228 h 485"/>
                  <a:gd name="T54" fmla="*/ 71 w 327"/>
                  <a:gd name="T55" fmla="*/ 219 h 485"/>
                  <a:gd name="T56" fmla="*/ 95 w 327"/>
                  <a:gd name="T57" fmla="*/ 243 h 485"/>
                  <a:gd name="T58" fmla="*/ 94 w 327"/>
                  <a:gd name="T59" fmla="*/ 267 h 485"/>
                  <a:gd name="T60" fmla="*/ 111 w 327"/>
                  <a:gd name="T61" fmla="*/ 283 h 485"/>
                  <a:gd name="T62" fmla="*/ 120 w 327"/>
                  <a:gd name="T63" fmla="*/ 309 h 485"/>
                  <a:gd name="T64" fmla="*/ 106 w 327"/>
                  <a:gd name="T65" fmla="*/ 332 h 485"/>
                  <a:gd name="T66" fmla="*/ 100 w 327"/>
                  <a:gd name="T67" fmla="*/ 360 h 485"/>
                  <a:gd name="T68" fmla="*/ 99 w 327"/>
                  <a:gd name="T69" fmla="*/ 395 h 485"/>
                  <a:gd name="T70" fmla="*/ 107 w 327"/>
                  <a:gd name="T71" fmla="*/ 417 h 485"/>
                  <a:gd name="T72" fmla="*/ 127 w 327"/>
                  <a:gd name="T73" fmla="*/ 446 h 485"/>
                  <a:gd name="T74" fmla="*/ 157 w 327"/>
                  <a:gd name="T75" fmla="*/ 474 h 485"/>
                  <a:gd name="T76" fmla="*/ 186 w 327"/>
                  <a:gd name="T77" fmla="*/ 471 h 485"/>
                  <a:gd name="T78" fmla="*/ 209 w 327"/>
                  <a:gd name="T79" fmla="*/ 453 h 485"/>
                  <a:gd name="T80" fmla="*/ 229 w 327"/>
                  <a:gd name="T81" fmla="*/ 449 h 485"/>
                  <a:gd name="T82" fmla="*/ 261 w 327"/>
                  <a:gd name="T83" fmla="*/ 434 h 485"/>
                  <a:gd name="T84" fmla="*/ 292 w 327"/>
                  <a:gd name="T85" fmla="*/ 431 h 485"/>
                  <a:gd name="T86" fmla="*/ 327 w 327"/>
                  <a:gd name="T87" fmla="*/ 433 h 485"/>
                  <a:gd name="T88" fmla="*/ 319 w 327"/>
                  <a:gd name="T89" fmla="*/ 420 h 485"/>
                  <a:gd name="T90" fmla="*/ 296 w 327"/>
                  <a:gd name="T91" fmla="*/ 406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27" h="485">
                    <a:moveTo>
                      <a:pt x="296" y="406"/>
                    </a:moveTo>
                    <a:cubicBezTo>
                      <a:pt x="293" y="394"/>
                      <a:pt x="289" y="392"/>
                      <a:pt x="282" y="383"/>
                    </a:cubicBezTo>
                    <a:cubicBezTo>
                      <a:pt x="275" y="374"/>
                      <a:pt x="272" y="368"/>
                      <a:pt x="272" y="353"/>
                    </a:cubicBezTo>
                    <a:cubicBezTo>
                      <a:pt x="272" y="338"/>
                      <a:pt x="260" y="334"/>
                      <a:pt x="255" y="322"/>
                    </a:cubicBezTo>
                    <a:cubicBezTo>
                      <a:pt x="250" y="310"/>
                      <a:pt x="236" y="308"/>
                      <a:pt x="230" y="302"/>
                    </a:cubicBezTo>
                    <a:cubicBezTo>
                      <a:pt x="224" y="296"/>
                      <a:pt x="223" y="262"/>
                      <a:pt x="230" y="248"/>
                    </a:cubicBezTo>
                    <a:cubicBezTo>
                      <a:pt x="237" y="234"/>
                      <a:pt x="253" y="234"/>
                      <a:pt x="268" y="232"/>
                    </a:cubicBezTo>
                    <a:cubicBezTo>
                      <a:pt x="283" y="230"/>
                      <a:pt x="272" y="208"/>
                      <a:pt x="272" y="200"/>
                    </a:cubicBezTo>
                    <a:cubicBezTo>
                      <a:pt x="272" y="192"/>
                      <a:pt x="274" y="186"/>
                      <a:pt x="284" y="176"/>
                    </a:cubicBezTo>
                    <a:cubicBezTo>
                      <a:pt x="287" y="173"/>
                      <a:pt x="288" y="169"/>
                      <a:pt x="288" y="164"/>
                    </a:cubicBezTo>
                    <a:cubicBezTo>
                      <a:pt x="262" y="156"/>
                      <a:pt x="250" y="142"/>
                      <a:pt x="241" y="132"/>
                    </a:cubicBezTo>
                    <a:cubicBezTo>
                      <a:pt x="231" y="119"/>
                      <a:pt x="220" y="106"/>
                      <a:pt x="208" y="106"/>
                    </a:cubicBezTo>
                    <a:cubicBezTo>
                      <a:pt x="197" y="106"/>
                      <a:pt x="196" y="89"/>
                      <a:pt x="196" y="73"/>
                    </a:cubicBezTo>
                    <a:cubicBezTo>
                      <a:pt x="196" y="57"/>
                      <a:pt x="158" y="37"/>
                      <a:pt x="138" y="24"/>
                    </a:cubicBezTo>
                    <a:cubicBezTo>
                      <a:pt x="119" y="12"/>
                      <a:pt x="113" y="3"/>
                      <a:pt x="95" y="0"/>
                    </a:cubicBezTo>
                    <a:cubicBezTo>
                      <a:pt x="96" y="7"/>
                      <a:pt x="97" y="16"/>
                      <a:pt x="97" y="19"/>
                    </a:cubicBezTo>
                    <a:cubicBezTo>
                      <a:pt x="98" y="26"/>
                      <a:pt x="107" y="35"/>
                      <a:pt x="93" y="38"/>
                    </a:cubicBezTo>
                    <a:cubicBezTo>
                      <a:pt x="79" y="41"/>
                      <a:pt x="76" y="46"/>
                      <a:pt x="69" y="52"/>
                    </a:cubicBezTo>
                    <a:cubicBezTo>
                      <a:pt x="62" y="58"/>
                      <a:pt x="39" y="69"/>
                      <a:pt x="52" y="79"/>
                    </a:cubicBezTo>
                    <a:cubicBezTo>
                      <a:pt x="65" y="89"/>
                      <a:pt x="75" y="90"/>
                      <a:pt x="72" y="100"/>
                    </a:cubicBezTo>
                    <a:cubicBezTo>
                      <a:pt x="69" y="110"/>
                      <a:pt x="72" y="116"/>
                      <a:pt x="59" y="115"/>
                    </a:cubicBezTo>
                    <a:cubicBezTo>
                      <a:pt x="46" y="114"/>
                      <a:pt x="53" y="120"/>
                      <a:pt x="41" y="122"/>
                    </a:cubicBezTo>
                    <a:cubicBezTo>
                      <a:pt x="29" y="124"/>
                      <a:pt x="21" y="125"/>
                      <a:pt x="21" y="132"/>
                    </a:cubicBezTo>
                    <a:cubicBezTo>
                      <a:pt x="21" y="139"/>
                      <a:pt x="27" y="144"/>
                      <a:pt x="19" y="154"/>
                    </a:cubicBezTo>
                    <a:cubicBezTo>
                      <a:pt x="11" y="164"/>
                      <a:pt x="0" y="169"/>
                      <a:pt x="14" y="184"/>
                    </a:cubicBezTo>
                    <a:cubicBezTo>
                      <a:pt x="28" y="199"/>
                      <a:pt x="35" y="197"/>
                      <a:pt x="39" y="207"/>
                    </a:cubicBezTo>
                    <a:cubicBezTo>
                      <a:pt x="42" y="216"/>
                      <a:pt x="44" y="224"/>
                      <a:pt x="53" y="228"/>
                    </a:cubicBezTo>
                    <a:cubicBezTo>
                      <a:pt x="54" y="222"/>
                      <a:pt x="56" y="218"/>
                      <a:pt x="71" y="219"/>
                    </a:cubicBezTo>
                    <a:cubicBezTo>
                      <a:pt x="94" y="220"/>
                      <a:pt x="97" y="229"/>
                      <a:pt x="95" y="243"/>
                    </a:cubicBezTo>
                    <a:cubicBezTo>
                      <a:pt x="93" y="257"/>
                      <a:pt x="78" y="263"/>
                      <a:pt x="94" y="267"/>
                    </a:cubicBezTo>
                    <a:cubicBezTo>
                      <a:pt x="110" y="271"/>
                      <a:pt x="110" y="276"/>
                      <a:pt x="111" y="283"/>
                    </a:cubicBezTo>
                    <a:cubicBezTo>
                      <a:pt x="112" y="290"/>
                      <a:pt x="133" y="301"/>
                      <a:pt x="120" y="309"/>
                    </a:cubicBezTo>
                    <a:cubicBezTo>
                      <a:pt x="107" y="317"/>
                      <a:pt x="102" y="321"/>
                      <a:pt x="106" y="332"/>
                    </a:cubicBezTo>
                    <a:cubicBezTo>
                      <a:pt x="110" y="343"/>
                      <a:pt x="104" y="353"/>
                      <a:pt x="100" y="360"/>
                    </a:cubicBezTo>
                    <a:cubicBezTo>
                      <a:pt x="96" y="367"/>
                      <a:pt x="97" y="386"/>
                      <a:pt x="99" y="395"/>
                    </a:cubicBezTo>
                    <a:cubicBezTo>
                      <a:pt x="101" y="404"/>
                      <a:pt x="106" y="406"/>
                      <a:pt x="107" y="417"/>
                    </a:cubicBezTo>
                    <a:cubicBezTo>
                      <a:pt x="108" y="428"/>
                      <a:pt x="116" y="435"/>
                      <a:pt x="127" y="446"/>
                    </a:cubicBezTo>
                    <a:cubicBezTo>
                      <a:pt x="138" y="457"/>
                      <a:pt x="153" y="471"/>
                      <a:pt x="157" y="474"/>
                    </a:cubicBezTo>
                    <a:cubicBezTo>
                      <a:pt x="161" y="477"/>
                      <a:pt x="178" y="485"/>
                      <a:pt x="186" y="471"/>
                    </a:cubicBezTo>
                    <a:cubicBezTo>
                      <a:pt x="194" y="457"/>
                      <a:pt x="206" y="447"/>
                      <a:pt x="209" y="453"/>
                    </a:cubicBezTo>
                    <a:cubicBezTo>
                      <a:pt x="212" y="459"/>
                      <a:pt x="222" y="458"/>
                      <a:pt x="229" y="449"/>
                    </a:cubicBezTo>
                    <a:cubicBezTo>
                      <a:pt x="236" y="440"/>
                      <a:pt x="247" y="436"/>
                      <a:pt x="261" y="434"/>
                    </a:cubicBezTo>
                    <a:cubicBezTo>
                      <a:pt x="275" y="432"/>
                      <a:pt x="281" y="431"/>
                      <a:pt x="292" y="431"/>
                    </a:cubicBezTo>
                    <a:cubicBezTo>
                      <a:pt x="298" y="431"/>
                      <a:pt x="314" y="433"/>
                      <a:pt x="327" y="433"/>
                    </a:cubicBezTo>
                    <a:cubicBezTo>
                      <a:pt x="325" y="429"/>
                      <a:pt x="323" y="424"/>
                      <a:pt x="319" y="420"/>
                    </a:cubicBezTo>
                    <a:cubicBezTo>
                      <a:pt x="312" y="414"/>
                      <a:pt x="299" y="418"/>
                      <a:pt x="296" y="40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" name="Freeform 16"/>
              <p:cNvSpPr>
                <a:spLocks/>
              </p:cNvSpPr>
              <p:nvPr/>
            </p:nvSpPr>
            <p:spPr bwMode="auto">
              <a:xfrm>
                <a:off x="3646" y="292"/>
                <a:ext cx="133" cy="163"/>
              </a:xfrm>
              <a:custGeom>
                <a:avLst/>
                <a:gdLst>
                  <a:gd name="T0" fmla="*/ 182 w 196"/>
                  <a:gd name="T1" fmla="*/ 86 h 241"/>
                  <a:gd name="T2" fmla="*/ 131 w 196"/>
                  <a:gd name="T3" fmla="*/ 42 h 241"/>
                  <a:gd name="T4" fmla="*/ 89 w 196"/>
                  <a:gd name="T5" fmla="*/ 19 h 241"/>
                  <a:gd name="T6" fmla="*/ 40 w 196"/>
                  <a:gd name="T7" fmla="*/ 0 h 241"/>
                  <a:gd name="T8" fmla="*/ 35 w 196"/>
                  <a:gd name="T9" fmla="*/ 30 h 241"/>
                  <a:gd name="T10" fmla="*/ 7 w 196"/>
                  <a:gd name="T11" fmla="*/ 58 h 241"/>
                  <a:gd name="T12" fmla="*/ 6 w 196"/>
                  <a:gd name="T13" fmla="*/ 89 h 241"/>
                  <a:gd name="T14" fmla="*/ 18 w 196"/>
                  <a:gd name="T15" fmla="*/ 117 h 241"/>
                  <a:gd name="T16" fmla="*/ 25 w 196"/>
                  <a:gd name="T17" fmla="*/ 164 h 241"/>
                  <a:gd name="T18" fmla="*/ 26 w 196"/>
                  <a:gd name="T19" fmla="*/ 201 h 241"/>
                  <a:gd name="T20" fmla="*/ 11 w 196"/>
                  <a:gd name="T21" fmla="*/ 229 h 241"/>
                  <a:gd name="T22" fmla="*/ 9 w 196"/>
                  <a:gd name="T23" fmla="*/ 238 h 241"/>
                  <a:gd name="T24" fmla="*/ 22 w 196"/>
                  <a:gd name="T25" fmla="*/ 239 h 241"/>
                  <a:gd name="T26" fmla="*/ 68 w 196"/>
                  <a:gd name="T27" fmla="*/ 228 h 241"/>
                  <a:gd name="T28" fmla="*/ 135 w 196"/>
                  <a:gd name="T29" fmla="*/ 198 h 241"/>
                  <a:gd name="T30" fmla="*/ 172 w 196"/>
                  <a:gd name="T31" fmla="*/ 133 h 241"/>
                  <a:gd name="T32" fmla="*/ 196 w 196"/>
                  <a:gd name="T33" fmla="*/ 90 h 241"/>
                  <a:gd name="T34" fmla="*/ 182 w 196"/>
                  <a:gd name="T35" fmla="*/ 86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6" h="241">
                    <a:moveTo>
                      <a:pt x="182" y="86"/>
                    </a:moveTo>
                    <a:cubicBezTo>
                      <a:pt x="145" y="78"/>
                      <a:pt x="152" y="53"/>
                      <a:pt x="131" y="42"/>
                    </a:cubicBezTo>
                    <a:cubicBezTo>
                      <a:pt x="109" y="30"/>
                      <a:pt x="108" y="19"/>
                      <a:pt x="89" y="19"/>
                    </a:cubicBezTo>
                    <a:cubicBezTo>
                      <a:pt x="77" y="19"/>
                      <a:pt x="57" y="8"/>
                      <a:pt x="40" y="0"/>
                    </a:cubicBezTo>
                    <a:cubicBezTo>
                      <a:pt x="40" y="11"/>
                      <a:pt x="40" y="25"/>
                      <a:pt x="35" y="30"/>
                    </a:cubicBezTo>
                    <a:cubicBezTo>
                      <a:pt x="26" y="39"/>
                      <a:pt x="7" y="46"/>
                      <a:pt x="7" y="58"/>
                    </a:cubicBezTo>
                    <a:cubicBezTo>
                      <a:pt x="7" y="70"/>
                      <a:pt x="0" y="81"/>
                      <a:pt x="6" y="89"/>
                    </a:cubicBezTo>
                    <a:cubicBezTo>
                      <a:pt x="12" y="97"/>
                      <a:pt x="14" y="103"/>
                      <a:pt x="18" y="117"/>
                    </a:cubicBezTo>
                    <a:cubicBezTo>
                      <a:pt x="22" y="131"/>
                      <a:pt x="25" y="150"/>
                      <a:pt x="25" y="164"/>
                    </a:cubicBezTo>
                    <a:cubicBezTo>
                      <a:pt x="25" y="178"/>
                      <a:pt x="37" y="192"/>
                      <a:pt x="26" y="201"/>
                    </a:cubicBezTo>
                    <a:cubicBezTo>
                      <a:pt x="15" y="210"/>
                      <a:pt x="13" y="220"/>
                      <a:pt x="11" y="229"/>
                    </a:cubicBezTo>
                    <a:cubicBezTo>
                      <a:pt x="10" y="232"/>
                      <a:pt x="9" y="235"/>
                      <a:pt x="9" y="238"/>
                    </a:cubicBezTo>
                    <a:cubicBezTo>
                      <a:pt x="12" y="239"/>
                      <a:pt x="17" y="239"/>
                      <a:pt x="22" y="239"/>
                    </a:cubicBezTo>
                    <a:cubicBezTo>
                      <a:pt x="47" y="237"/>
                      <a:pt x="53" y="227"/>
                      <a:pt x="68" y="228"/>
                    </a:cubicBezTo>
                    <a:cubicBezTo>
                      <a:pt x="83" y="229"/>
                      <a:pt x="121" y="241"/>
                      <a:pt x="135" y="198"/>
                    </a:cubicBezTo>
                    <a:cubicBezTo>
                      <a:pt x="149" y="155"/>
                      <a:pt x="159" y="148"/>
                      <a:pt x="172" y="133"/>
                    </a:cubicBezTo>
                    <a:cubicBezTo>
                      <a:pt x="182" y="121"/>
                      <a:pt x="185" y="103"/>
                      <a:pt x="196" y="90"/>
                    </a:cubicBezTo>
                    <a:cubicBezTo>
                      <a:pt x="192" y="89"/>
                      <a:pt x="188" y="88"/>
                      <a:pt x="182" y="8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0" name="Freeform 17"/>
              <p:cNvSpPr>
                <a:spLocks/>
              </p:cNvSpPr>
              <p:nvPr/>
            </p:nvSpPr>
            <p:spPr bwMode="auto">
              <a:xfrm>
                <a:off x="3500" y="282"/>
                <a:ext cx="174" cy="184"/>
              </a:xfrm>
              <a:custGeom>
                <a:avLst/>
                <a:gdLst>
                  <a:gd name="T0" fmla="*/ 242 w 256"/>
                  <a:gd name="T1" fmla="*/ 216 h 272"/>
                  <a:gd name="T2" fmla="*/ 241 w 256"/>
                  <a:gd name="T3" fmla="*/ 179 h 272"/>
                  <a:gd name="T4" fmla="*/ 234 w 256"/>
                  <a:gd name="T5" fmla="*/ 132 h 272"/>
                  <a:gd name="T6" fmla="*/ 222 w 256"/>
                  <a:gd name="T7" fmla="*/ 104 h 272"/>
                  <a:gd name="T8" fmla="*/ 223 w 256"/>
                  <a:gd name="T9" fmla="*/ 73 h 272"/>
                  <a:gd name="T10" fmla="*/ 251 w 256"/>
                  <a:gd name="T11" fmla="*/ 45 h 272"/>
                  <a:gd name="T12" fmla="*/ 256 w 256"/>
                  <a:gd name="T13" fmla="*/ 15 h 272"/>
                  <a:gd name="T14" fmla="*/ 231 w 256"/>
                  <a:gd name="T15" fmla="*/ 7 h 272"/>
                  <a:gd name="T16" fmla="*/ 188 w 256"/>
                  <a:gd name="T17" fmla="*/ 5 h 272"/>
                  <a:gd name="T18" fmla="*/ 162 w 256"/>
                  <a:gd name="T19" fmla="*/ 7 h 272"/>
                  <a:gd name="T20" fmla="*/ 127 w 256"/>
                  <a:gd name="T21" fmla="*/ 13 h 272"/>
                  <a:gd name="T22" fmla="*/ 84 w 256"/>
                  <a:gd name="T23" fmla="*/ 7 h 272"/>
                  <a:gd name="T24" fmla="*/ 65 w 256"/>
                  <a:gd name="T25" fmla="*/ 2 h 272"/>
                  <a:gd name="T26" fmla="*/ 61 w 256"/>
                  <a:gd name="T27" fmla="*/ 14 h 272"/>
                  <a:gd name="T28" fmla="*/ 49 w 256"/>
                  <a:gd name="T29" fmla="*/ 38 h 272"/>
                  <a:gd name="T30" fmla="*/ 45 w 256"/>
                  <a:gd name="T31" fmla="*/ 70 h 272"/>
                  <a:gd name="T32" fmla="*/ 7 w 256"/>
                  <a:gd name="T33" fmla="*/ 86 h 272"/>
                  <a:gd name="T34" fmla="*/ 7 w 256"/>
                  <a:gd name="T35" fmla="*/ 140 h 272"/>
                  <a:gd name="T36" fmla="*/ 32 w 256"/>
                  <a:gd name="T37" fmla="*/ 160 h 272"/>
                  <a:gd name="T38" fmla="*/ 49 w 256"/>
                  <a:gd name="T39" fmla="*/ 191 h 272"/>
                  <a:gd name="T40" fmla="*/ 59 w 256"/>
                  <a:gd name="T41" fmla="*/ 221 h 272"/>
                  <a:gd name="T42" fmla="*/ 73 w 256"/>
                  <a:gd name="T43" fmla="*/ 244 h 272"/>
                  <a:gd name="T44" fmla="*/ 96 w 256"/>
                  <a:gd name="T45" fmla="*/ 258 h 272"/>
                  <a:gd name="T46" fmla="*/ 104 w 256"/>
                  <a:gd name="T47" fmla="*/ 271 h 272"/>
                  <a:gd name="T48" fmla="*/ 125 w 256"/>
                  <a:gd name="T49" fmla="*/ 264 h 272"/>
                  <a:gd name="T50" fmla="*/ 140 w 256"/>
                  <a:gd name="T51" fmla="*/ 233 h 272"/>
                  <a:gd name="T52" fmla="*/ 170 w 256"/>
                  <a:gd name="T53" fmla="*/ 230 h 272"/>
                  <a:gd name="T54" fmla="*/ 201 w 256"/>
                  <a:gd name="T55" fmla="*/ 229 h 272"/>
                  <a:gd name="T56" fmla="*/ 225 w 256"/>
                  <a:gd name="T57" fmla="*/ 253 h 272"/>
                  <a:gd name="T58" fmla="*/ 227 w 256"/>
                  <a:gd name="T59" fmla="*/ 244 h 272"/>
                  <a:gd name="T60" fmla="*/ 242 w 256"/>
                  <a:gd name="T61" fmla="*/ 21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56" h="272">
                    <a:moveTo>
                      <a:pt x="242" y="216"/>
                    </a:moveTo>
                    <a:cubicBezTo>
                      <a:pt x="253" y="207"/>
                      <a:pt x="241" y="193"/>
                      <a:pt x="241" y="179"/>
                    </a:cubicBezTo>
                    <a:cubicBezTo>
                      <a:pt x="241" y="165"/>
                      <a:pt x="238" y="146"/>
                      <a:pt x="234" y="132"/>
                    </a:cubicBezTo>
                    <a:cubicBezTo>
                      <a:pt x="230" y="118"/>
                      <a:pt x="228" y="112"/>
                      <a:pt x="222" y="104"/>
                    </a:cubicBezTo>
                    <a:cubicBezTo>
                      <a:pt x="216" y="96"/>
                      <a:pt x="223" y="85"/>
                      <a:pt x="223" y="73"/>
                    </a:cubicBezTo>
                    <a:cubicBezTo>
                      <a:pt x="223" y="61"/>
                      <a:pt x="242" y="54"/>
                      <a:pt x="251" y="45"/>
                    </a:cubicBezTo>
                    <a:cubicBezTo>
                      <a:pt x="256" y="40"/>
                      <a:pt x="256" y="26"/>
                      <a:pt x="256" y="15"/>
                    </a:cubicBezTo>
                    <a:cubicBezTo>
                      <a:pt x="247" y="11"/>
                      <a:pt x="238" y="8"/>
                      <a:pt x="231" y="7"/>
                    </a:cubicBezTo>
                    <a:cubicBezTo>
                      <a:pt x="209" y="4"/>
                      <a:pt x="196" y="0"/>
                      <a:pt x="188" y="5"/>
                    </a:cubicBezTo>
                    <a:cubicBezTo>
                      <a:pt x="179" y="11"/>
                      <a:pt x="179" y="11"/>
                      <a:pt x="162" y="7"/>
                    </a:cubicBezTo>
                    <a:cubicBezTo>
                      <a:pt x="145" y="2"/>
                      <a:pt x="135" y="8"/>
                      <a:pt x="127" y="13"/>
                    </a:cubicBezTo>
                    <a:cubicBezTo>
                      <a:pt x="120" y="17"/>
                      <a:pt x="123" y="13"/>
                      <a:pt x="84" y="7"/>
                    </a:cubicBezTo>
                    <a:cubicBezTo>
                      <a:pt x="77" y="6"/>
                      <a:pt x="71" y="4"/>
                      <a:pt x="65" y="2"/>
                    </a:cubicBezTo>
                    <a:cubicBezTo>
                      <a:pt x="65" y="7"/>
                      <a:pt x="64" y="11"/>
                      <a:pt x="61" y="14"/>
                    </a:cubicBezTo>
                    <a:cubicBezTo>
                      <a:pt x="51" y="24"/>
                      <a:pt x="49" y="30"/>
                      <a:pt x="49" y="38"/>
                    </a:cubicBezTo>
                    <a:cubicBezTo>
                      <a:pt x="49" y="46"/>
                      <a:pt x="60" y="68"/>
                      <a:pt x="45" y="70"/>
                    </a:cubicBezTo>
                    <a:cubicBezTo>
                      <a:pt x="30" y="72"/>
                      <a:pt x="14" y="72"/>
                      <a:pt x="7" y="86"/>
                    </a:cubicBezTo>
                    <a:cubicBezTo>
                      <a:pt x="0" y="100"/>
                      <a:pt x="1" y="134"/>
                      <a:pt x="7" y="140"/>
                    </a:cubicBezTo>
                    <a:cubicBezTo>
                      <a:pt x="13" y="146"/>
                      <a:pt x="27" y="148"/>
                      <a:pt x="32" y="160"/>
                    </a:cubicBezTo>
                    <a:cubicBezTo>
                      <a:pt x="37" y="172"/>
                      <a:pt x="49" y="176"/>
                      <a:pt x="49" y="191"/>
                    </a:cubicBezTo>
                    <a:cubicBezTo>
                      <a:pt x="49" y="206"/>
                      <a:pt x="52" y="212"/>
                      <a:pt x="59" y="221"/>
                    </a:cubicBezTo>
                    <a:cubicBezTo>
                      <a:pt x="66" y="230"/>
                      <a:pt x="70" y="232"/>
                      <a:pt x="73" y="244"/>
                    </a:cubicBezTo>
                    <a:cubicBezTo>
                      <a:pt x="76" y="256"/>
                      <a:pt x="89" y="252"/>
                      <a:pt x="96" y="258"/>
                    </a:cubicBezTo>
                    <a:cubicBezTo>
                      <a:pt x="100" y="262"/>
                      <a:pt x="102" y="267"/>
                      <a:pt x="104" y="271"/>
                    </a:cubicBezTo>
                    <a:cubicBezTo>
                      <a:pt x="115" y="272"/>
                      <a:pt x="125" y="270"/>
                      <a:pt x="125" y="264"/>
                    </a:cubicBezTo>
                    <a:cubicBezTo>
                      <a:pt x="125" y="251"/>
                      <a:pt x="125" y="233"/>
                      <a:pt x="140" y="233"/>
                    </a:cubicBezTo>
                    <a:cubicBezTo>
                      <a:pt x="155" y="233"/>
                      <a:pt x="165" y="235"/>
                      <a:pt x="170" y="230"/>
                    </a:cubicBezTo>
                    <a:cubicBezTo>
                      <a:pt x="175" y="225"/>
                      <a:pt x="197" y="220"/>
                      <a:pt x="201" y="229"/>
                    </a:cubicBezTo>
                    <a:cubicBezTo>
                      <a:pt x="204" y="236"/>
                      <a:pt x="210" y="249"/>
                      <a:pt x="225" y="253"/>
                    </a:cubicBezTo>
                    <a:cubicBezTo>
                      <a:pt x="225" y="250"/>
                      <a:pt x="226" y="247"/>
                      <a:pt x="227" y="244"/>
                    </a:cubicBezTo>
                    <a:cubicBezTo>
                      <a:pt x="229" y="235"/>
                      <a:pt x="231" y="225"/>
                      <a:pt x="242" y="21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1" name="Freeform 18"/>
              <p:cNvSpPr>
                <a:spLocks/>
              </p:cNvSpPr>
              <p:nvPr/>
            </p:nvSpPr>
            <p:spPr bwMode="auto">
              <a:xfrm>
                <a:off x="3303" y="1389"/>
                <a:ext cx="365" cy="380"/>
              </a:xfrm>
              <a:custGeom>
                <a:avLst/>
                <a:gdLst>
                  <a:gd name="T0" fmla="*/ 537 w 539"/>
                  <a:gd name="T1" fmla="*/ 333 h 561"/>
                  <a:gd name="T2" fmla="*/ 519 w 539"/>
                  <a:gd name="T3" fmla="*/ 307 h 561"/>
                  <a:gd name="T4" fmla="*/ 498 w 539"/>
                  <a:gd name="T5" fmla="*/ 316 h 561"/>
                  <a:gd name="T6" fmla="*/ 463 w 539"/>
                  <a:gd name="T7" fmla="*/ 317 h 561"/>
                  <a:gd name="T8" fmla="*/ 445 w 539"/>
                  <a:gd name="T9" fmla="*/ 264 h 561"/>
                  <a:gd name="T10" fmla="*/ 430 w 539"/>
                  <a:gd name="T11" fmla="*/ 217 h 561"/>
                  <a:gd name="T12" fmla="*/ 406 w 539"/>
                  <a:gd name="T13" fmla="*/ 196 h 561"/>
                  <a:gd name="T14" fmla="*/ 385 w 539"/>
                  <a:gd name="T15" fmla="*/ 202 h 561"/>
                  <a:gd name="T16" fmla="*/ 350 w 539"/>
                  <a:gd name="T17" fmla="*/ 206 h 561"/>
                  <a:gd name="T18" fmla="*/ 314 w 539"/>
                  <a:gd name="T19" fmla="*/ 197 h 561"/>
                  <a:gd name="T20" fmla="*/ 299 w 539"/>
                  <a:gd name="T21" fmla="*/ 177 h 561"/>
                  <a:gd name="T22" fmla="*/ 300 w 539"/>
                  <a:gd name="T23" fmla="*/ 140 h 561"/>
                  <a:gd name="T24" fmla="*/ 303 w 539"/>
                  <a:gd name="T25" fmla="*/ 105 h 561"/>
                  <a:gd name="T26" fmla="*/ 290 w 539"/>
                  <a:gd name="T27" fmla="*/ 77 h 561"/>
                  <a:gd name="T28" fmla="*/ 296 w 539"/>
                  <a:gd name="T29" fmla="*/ 55 h 561"/>
                  <a:gd name="T30" fmla="*/ 299 w 539"/>
                  <a:gd name="T31" fmla="*/ 45 h 561"/>
                  <a:gd name="T32" fmla="*/ 276 w 539"/>
                  <a:gd name="T33" fmla="*/ 36 h 561"/>
                  <a:gd name="T34" fmla="*/ 238 w 539"/>
                  <a:gd name="T35" fmla="*/ 9 h 561"/>
                  <a:gd name="T36" fmla="*/ 176 w 539"/>
                  <a:gd name="T37" fmla="*/ 2 h 561"/>
                  <a:gd name="T38" fmla="*/ 141 w 539"/>
                  <a:gd name="T39" fmla="*/ 11 h 561"/>
                  <a:gd name="T40" fmla="*/ 92 w 539"/>
                  <a:gd name="T41" fmla="*/ 20 h 561"/>
                  <a:gd name="T42" fmla="*/ 61 w 539"/>
                  <a:gd name="T43" fmla="*/ 31 h 561"/>
                  <a:gd name="T44" fmla="*/ 34 w 539"/>
                  <a:gd name="T45" fmla="*/ 75 h 561"/>
                  <a:gd name="T46" fmla="*/ 23 w 539"/>
                  <a:gd name="T47" fmla="*/ 127 h 561"/>
                  <a:gd name="T48" fmla="*/ 17 w 539"/>
                  <a:gd name="T49" fmla="*/ 153 h 561"/>
                  <a:gd name="T50" fmla="*/ 5 w 539"/>
                  <a:gd name="T51" fmla="*/ 175 h 561"/>
                  <a:gd name="T52" fmla="*/ 0 w 539"/>
                  <a:gd name="T53" fmla="*/ 193 h 561"/>
                  <a:gd name="T54" fmla="*/ 18 w 539"/>
                  <a:gd name="T55" fmla="*/ 218 h 561"/>
                  <a:gd name="T56" fmla="*/ 44 w 539"/>
                  <a:gd name="T57" fmla="*/ 252 h 561"/>
                  <a:gd name="T58" fmla="*/ 75 w 539"/>
                  <a:gd name="T59" fmla="*/ 279 h 561"/>
                  <a:gd name="T60" fmla="*/ 104 w 539"/>
                  <a:gd name="T61" fmla="*/ 305 h 561"/>
                  <a:gd name="T62" fmla="*/ 159 w 539"/>
                  <a:gd name="T63" fmla="*/ 321 h 561"/>
                  <a:gd name="T64" fmla="*/ 235 w 539"/>
                  <a:gd name="T65" fmla="*/ 371 h 561"/>
                  <a:gd name="T66" fmla="*/ 306 w 539"/>
                  <a:gd name="T67" fmla="*/ 400 h 561"/>
                  <a:gd name="T68" fmla="*/ 315 w 539"/>
                  <a:gd name="T69" fmla="*/ 432 h 561"/>
                  <a:gd name="T70" fmla="*/ 300 w 539"/>
                  <a:gd name="T71" fmla="*/ 454 h 561"/>
                  <a:gd name="T72" fmla="*/ 286 w 539"/>
                  <a:gd name="T73" fmla="*/ 480 h 561"/>
                  <a:gd name="T74" fmla="*/ 264 w 539"/>
                  <a:gd name="T75" fmla="*/ 527 h 561"/>
                  <a:gd name="T76" fmla="*/ 284 w 539"/>
                  <a:gd name="T77" fmla="*/ 547 h 561"/>
                  <a:gd name="T78" fmla="*/ 328 w 539"/>
                  <a:gd name="T79" fmla="*/ 554 h 561"/>
                  <a:gd name="T80" fmla="*/ 374 w 539"/>
                  <a:gd name="T81" fmla="*/ 559 h 561"/>
                  <a:gd name="T82" fmla="*/ 405 w 539"/>
                  <a:gd name="T83" fmla="*/ 550 h 561"/>
                  <a:gd name="T84" fmla="*/ 433 w 539"/>
                  <a:gd name="T85" fmla="*/ 551 h 561"/>
                  <a:gd name="T86" fmla="*/ 451 w 539"/>
                  <a:gd name="T87" fmla="*/ 534 h 561"/>
                  <a:gd name="T88" fmla="*/ 496 w 539"/>
                  <a:gd name="T89" fmla="*/ 504 h 561"/>
                  <a:gd name="T90" fmla="*/ 511 w 539"/>
                  <a:gd name="T91" fmla="*/ 446 h 561"/>
                  <a:gd name="T92" fmla="*/ 513 w 539"/>
                  <a:gd name="T93" fmla="*/ 410 h 561"/>
                  <a:gd name="T94" fmla="*/ 529 w 539"/>
                  <a:gd name="T95" fmla="*/ 368 h 561"/>
                  <a:gd name="T96" fmla="*/ 537 w 539"/>
                  <a:gd name="T97" fmla="*/ 333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39" h="561">
                    <a:moveTo>
                      <a:pt x="537" y="333"/>
                    </a:moveTo>
                    <a:cubicBezTo>
                      <a:pt x="537" y="318"/>
                      <a:pt x="529" y="313"/>
                      <a:pt x="519" y="307"/>
                    </a:cubicBezTo>
                    <a:cubicBezTo>
                      <a:pt x="509" y="301"/>
                      <a:pt x="504" y="306"/>
                      <a:pt x="498" y="316"/>
                    </a:cubicBezTo>
                    <a:cubicBezTo>
                      <a:pt x="492" y="326"/>
                      <a:pt x="478" y="320"/>
                      <a:pt x="463" y="317"/>
                    </a:cubicBezTo>
                    <a:cubicBezTo>
                      <a:pt x="448" y="314"/>
                      <a:pt x="449" y="281"/>
                      <a:pt x="445" y="264"/>
                    </a:cubicBezTo>
                    <a:cubicBezTo>
                      <a:pt x="441" y="247"/>
                      <a:pt x="431" y="233"/>
                      <a:pt x="430" y="217"/>
                    </a:cubicBezTo>
                    <a:cubicBezTo>
                      <a:pt x="429" y="201"/>
                      <a:pt x="418" y="207"/>
                      <a:pt x="406" y="196"/>
                    </a:cubicBezTo>
                    <a:cubicBezTo>
                      <a:pt x="394" y="185"/>
                      <a:pt x="388" y="195"/>
                      <a:pt x="385" y="202"/>
                    </a:cubicBezTo>
                    <a:cubicBezTo>
                      <a:pt x="382" y="209"/>
                      <a:pt x="361" y="210"/>
                      <a:pt x="350" y="206"/>
                    </a:cubicBezTo>
                    <a:cubicBezTo>
                      <a:pt x="339" y="202"/>
                      <a:pt x="333" y="199"/>
                      <a:pt x="314" y="197"/>
                    </a:cubicBezTo>
                    <a:cubicBezTo>
                      <a:pt x="295" y="195"/>
                      <a:pt x="302" y="186"/>
                      <a:pt x="299" y="177"/>
                    </a:cubicBezTo>
                    <a:cubicBezTo>
                      <a:pt x="296" y="168"/>
                      <a:pt x="296" y="150"/>
                      <a:pt x="300" y="140"/>
                    </a:cubicBezTo>
                    <a:cubicBezTo>
                      <a:pt x="304" y="130"/>
                      <a:pt x="301" y="120"/>
                      <a:pt x="303" y="105"/>
                    </a:cubicBezTo>
                    <a:cubicBezTo>
                      <a:pt x="305" y="90"/>
                      <a:pt x="300" y="87"/>
                      <a:pt x="290" y="77"/>
                    </a:cubicBezTo>
                    <a:cubicBezTo>
                      <a:pt x="279" y="67"/>
                      <a:pt x="289" y="65"/>
                      <a:pt x="296" y="55"/>
                    </a:cubicBezTo>
                    <a:cubicBezTo>
                      <a:pt x="299" y="50"/>
                      <a:pt x="300" y="48"/>
                      <a:pt x="299" y="45"/>
                    </a:cubicBezTo>
                    <a:cubicBezTo>
                      <a:pt x="291" y="45"/>
                      <a:pt x="283" y="45"/>
                      <a:pt x="276" y="36"/>
                    </a:cubicBezTo>
                    <a:cubicBezTo>
                      <a:pt x="266" y="24"/>
                      <a:pt x="245" y="17"/>
                      <a:pt x="238" y="9"/>
                    </a:cubicBezTo>
                    <a:cubicBezTo>
                      <a:pt x="230" y="2"/>
                      <a:pt x="197" y="4"/>
                      <a:pt x="176" y="2"/>
                    </a:cubicBezTo>
                    <a:cubicBezTo>
                      <a:pt x="156" y="0"/>
                      <a:pt x="149" y="5"/>
                      <a:pt x="141" y="11"/>
                    </a:cubicBezTo>
                    <a:cubicBezTo>
                      <a:pt x="133" y="17"/>
                      <a:pt x="110" y="19"/>
                      <a:pt x="92" y="20"/>
                    </a:cubicBezTo>
                    <a:cubicBezTo>
                      <a:pt x="74" y="21"/>
                      <a:pt x="76" y="25"/>
                      <a:pt x="61" y="31"/>
                    </a:cubicBezTo>
                    <a:cubicBezTo>
                      <a:pt x="46" y="38"/>
                      <a:pt x="47" y="65"/>
                      <a:pt x="34" y="75"/>
                    </a:cubicBezTo>
                    <a:cubicBezTo>
                      <a:pt x="22" y="86"/>
                      <a:pt x="24" y="110"/>
                      <a:pt x="23" y="127"/>
                    </a:cubicBezTo>
                    <a:cubicBezTo>
                      <a:pt x="22" y="145"/>
                      <a:pt x="22" y="147"/>
                      <a:pt x="17" y="153"/>
                    </a:cubicBezTo>
                    <a:cubicBezTo>
                      <a:pt x="12" y="159"/>
                      <a:pt x="7" y="165"/>
                      <a:pt x="5" y="175"/>
                    </a:cubicBezTo>
                    <a:cubicBezTo>
                      <a:pt x="4" y="180"/>
                      <a:pt x="2" y="187"/>
                      <a:pt x="0" y="193"/>
                    </a:cubicBezTo>
                    <a:cubicBezTo>
                      <a:pt x="8" y="200"/>
                      <a:pt x="11" y="211"/>
                      <a:pt x="18" y="218"/>
                    </a:cubicBezTo>
                    <a:cubicBezTo>
                      <a:pt x="29" y="228"/>
                      <a:pt x="34" y="237"/>
                      <a:pt x="44" y="252"/>
                    </a:cubicBezTo>
                    <a:cubicBezTo>
                      <a:pt x="54" y="267"/>
                      <a:pt x="62" y="274"/>
                      <a:pt x="75" y="279"/>
                    </a:cubicBezTo>
                    <a:cubicBezTo>
                      <a:pt x="88" y="284"/>
                      <a:pt x="97" y="291"/>
                      <a:pt x="104" y="305"/>
                    </a:cubicBezTo>
                    <a:cubicBezTo>
                      <a:pt x="111" y="319"/>
                      <a:pt x="135" y="322"/>
                      <a:pt x="159" y="321"/>
                    </a:cubicBezTo>
                    <a:cubicBezTo>
                      <a:pt x="183" y="320"/>
                      <a:pt x="214" y="357"/>
                      <a:pt x="235" y="371"/>
                    </a:cubicBezTo>
                    <a:cubicBezTo>
                      <a:pt x="256" y="385"/>
                      <a:pt x="291" y="386"/>
                      <a:pt x="306" y="400"/>
                    </a:cubicBezTo>
                    <a:cubicBezTo>
                      <a:pt x="321" y="414"/>
                      <a:pt x="320" y="418"/>
                      <a:pt x="315" y="432"/>
                    </a:cubicBezTo>
                    <a:cubicBezTo>
                      <a:pt x="310" y="446"/>
                      <a:pt x="311" y="446"/>
                      <a:pt x="300" y="454"/>
                    </a:cubicBezTo>
                    <a:cubicBezTo>
                      <a:pt x="289" y="462"/>
                      <a:pt x="287" y="458"/>
                      <a:pt x="286" y="480"/>
                    </a:cubicBezTo>
                    <a:cubicBezTo>
                      <a:pt x="285" y="502"/>
                      <a:pt x="286" y="507"/>
                      <a:pt x="264" y="527"/>
                    </a:cubicBezTo>
                    <a:cubicBezTo>
                      <a:pt x="242" y="547"/>
                      <a:pt x="261" y="547"/>
                      <a:pt x="284" y="547"/>
                    </a:cubicBezTo>
                    <a:cubicBezTo>
                      <a:pt x="307" y="547"/>
                      <a:pt x="314" y="550"/>
                      <a:pt x="328" y="554"/>
                    </a:cubicBezTo>
                    <a:cubicBezTo>
                      <a:pt x="342" y="558"/>
                      <a:pt x="356" y="557"/>
                      <a:pt x="374" y="559"/>
                    </a:cubicBezTo>
                    <a:cubicBezTo>
                      <a:pt x="392" y="561"/>
                      <a:pt x="394" y="560"/>
                      <a:pt x="405" y="550"/>
                    </a:cubicBezTo>
                    <a:cubicBezTo>
                      <a:pt x="416" y="540"/>
                      <a:pt x="425" y="548"/>
                      <a:pt x="433" y="551"/>
                    </a:cubicBezTo>
                    <a:cubicBezTo>
                      <a:pt x="441" y="554"/>
                      <a:pt x="450" y="549"/>
                      <a:pt x="451" y="534"/>
                    </a:cubicBezTo>
                    <a:cubicBezTo>
                      <a:pt x="452" y="519"/>
                      <a:pt x="475" y="519"/>
                      <a:pt x="496" y="504"/>
                    </a:cubicBezTo>
                    <a:cubicBezTo>
                      <a:pt x="517" y="489"/>
                      <a:pt x="511" y="463"/>
                      <a:pt x="511" y="446"/>
                    </a:cubicBezTo>
                    <a:cubicBezTo>
                      <a:pt x="511" y="429"/>
                      <a:pt x="512" y="422"/>
                      <a:pt x="513" y="410"/>
                    </a:cubicBezTo>
                    <a:cubicBezTo>
                      <a:pt x="514" y="398"/>
                      <a:pt x="519" y="387"/>
                      <a:pt x="529" y="368"/>
                    </a:cubicBezTo>
                    <a:cubicBezTo>
                      <a:pt x="539" y="349"/>
                      <a:pt x="537" y="348"/>
                      <a:pt x="537" y="33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2" name="Freeform 19"/>
              <p:cNvSpPr>
                <a:spLocks/>
              </p:cNvSpPr>
              <p:nvPr/>
            </p:nvSpPr>
            <p:spPr bwMode="auto">
              <a:xfrm>
                <a:off x="3001" y="965"/>
                <a:ext cx="523" cy="606"/>
              </a:xfrm>
              <a:custGeom>
                <a:avLst/>
                <a:gdLst>
                  <a:gd name="T0" fmla="*/ 469 w 773"/>
                  <a:gd name="T1" fmla="*/ 753 h 894"/>
                  <a:gd name="T2" fmla="*/ 507 w 773"/>
                  <a:gd name="T3" fmla="*/ 657 h 894"/>
                  <a:gd name="T4" fmla="*/ 587 w 773"/>
                  <a:gd name="T5" fmla="*/ 637 h 894"/>
                  <a:gd name="T6" fmla="*/ 684 w 773"/>
                  <a:gd name="T7" fmla="*/ 635 h 894"/>
                  <a:gd name="T8" fmla="*/ 745 w 773"/>
                  <a:gd name="T9" fmla="*/ 671 h 894"/>
                  <a:gd name="T10" fmla="*/ 748 w 773"/>
                  <a:gd name="T11" fmla="*/ 632 h 894"/>
                  <a:gd name="T12" fmla="*/ 759 w 773"/>
                  <a:gd name="T13" fmla="*/ 582 h 894"/>
                  <a:gd name="T14" fmla="*/ 761 w 773"/>
                  <a:gd name="T15" fmla="*/ 540 h 894"/>
                  <a:gd name="T16" fmla="*/ 735 w 773"/>
                  <a:gd name="T17" fmla="*/ 505 h 894"/>
                  <a:gd name="T18" fmla="*/ 710 w 773"/>
                  <a:gd name="T19" fmla="*/ 474 h 894"/>
                  <a:gd name="T20" fmla="*/ 715 w 773"/>
                  <a:gd name="T21" fmla="*/ 432 h 894"/>
                  <a:gd name="T22" fmla="*/ 599 w 773"/>
                  <a:gd name="T23" fmla="*/ 383 h 894"/>
                  <a:gd name="T24" fmla="*/ 590 w 773"/>
                  <a:gd name="T25" fmla="*/ 348 h 894"/>
                  <a:gd name="T26" fmla="*/ 588 w 773"/>
                  <a:gd name="T27" fmla="*/ 309 h 894"/>
                  <a:gd name="T28" fmla="*/ 571 w 773"/>
                  <a:gd name="T29" fmla="*/ 260 h 894"/>
                  <a:gd name="T30" fmla="*/ 489 w 773"/>
                  <a:gd name="T31" fmla="*/ 242 h 894"/>
                  <a:gd name="T32" fmla="*/ 426 w 773"/>
                  <a:gd name="T33" fmla="*/ 207 h 894"/>
                  <a:gd name="T34" fmla="*/ 351 w 773"/>
                  <a:gd name="T35" fmla="*/ 186 h 894"/>
                  <a:gd name="T36" fmla="*/ 307 w 773"/>
                  <a:gd name="T37" fmla="*/ 158 h 894"/>
                  <a:gd name="T38" fmla="*/ 273 w 773"/>
                  <a:gd name="T39" fmla="*/ 113 h 894"/>
                  <a:gd name="T40" fmla="*/ 265 w 773"/>
                  <a:gd name="T41" fmla="*/ 65 h 894"/>
                  <a:gd name="T42" fmla="*/ 274 w 773"/>
                  <a:gd name="T43" fmla="*/ 34 h 894"/>
                  <a:gd name="T44" fmla="*/ 259 w 773"/>
                  <a:gd name="T45" fmla="*/ 5 h 894"/>
                  <a:gd name="T46" fmla="*/ 205 w 773"/>
                  <a:gd name="T47" fmla="*/ 16 h 894"/>
                  <a:gd name="T48" fmla="*/ 156 w 773"/>
                  <a:gd name="T49" fmla="*/ 43 h 894"/>
                  <a:gd name="T50" fmla="*/ 103 w 773"/>
                  <a:gd name="T51" fmla="*/ 69 h 894"/>
                  <a:gd name="T52" fmla="*/ 56 w 773"/>
                  <a:gd name="T53" fmla="*/ 92 h 894"/>
                  <a:gd name="T54" fmla="*/ 7 w 773"/>
                  <a:gd name="T55" fmla="*/ 86 h 894"/>
                  <a:gd name="T56" fmla="*/ 30 w 773"/>
                  <a:gd name="T57" fmla="*/ 131 h 894"/>
                  <a:gd name="T58" fmla="*/ 58 w 773"/>
                  <a:gd name="T59" fmla="*/ 191 h 894"/>
                  <a:gd name="T60" fmla="*/ 38 w 773"/>
                  <a:gd name="T61" fmla="*/ 247 h 894"/>
                  <a:gd name="T62" fmla="*/ 46 w 773"/>
                  <a:gd name="T63" fmla="*/ 301 h 894"/>
                  <a:gd name="T64" fmla="*/ 16 w 773"/>
                  <a:gd name="T65" fmla="*/ 350 h 894"/>
                  <a:gd name="T66" fmla="*/ 17 w 773"/>
                  <a:gd name="T67" fmla="*/ 407 h 894"/>
                  <a:gd name="T68" fmla="*/ 30 w 773"/>
                  <a:gd name="T69" fmla="*/ 466 h 894"/>
                  <a:gd name="T70" fmla="*/ 10 w 773"/>
                  <a:gd name="T71" fmla="*/ 522 h 894"/>
                  <a:gd name="T72" fmla="*/ 38 w 773"/>
                  <a:gd name="T73" fmla="*/ 578 h 894"/>
                  <a:gd name="T74" fmla="*/ 72 w 773"/>
                  <a:gd name="T75" fmla="*/ 643 h 894"/>
                  <a:gd name="T76" fmla="*/ 62 w 773"/>
                  <a:gd name="T77" fmla="*/ 687 h 894"/>
                  <a:gd name="T78" fmla="*/ 77 w 773"/>
                  <a:gd name="T79" fmla="*/ 749 h 894"/>
                  <a:gd name="T80" fmla="*/ 110 w 773"/>
                  <a:gd name="T81" fmla="*/ 831 h 894"/>
                  <a:gd name="T82" fmla="*/ 158 w 773"/>
                  <a:gd name="T83" fmla="*/ 869 h 894"/>
                  <a:gd name="T84" fmla="*/ 210 w 773"/>
                  <a:gd name="T85" fmla="*/ 808 h 894"/>
                  <a:gd name="T86" fmla="*/ 291 w 773"/>
                  <a:gd name="T87" fmla="*/ 817 h 894"/>
                  <a:gd name="T88" fmla="*/ 337 w 773"/>
                  <a:gd name="T89" fmla="*/ 871 h 894"/>
                  <a:gd name="T90" fmla="*/ 369 w 773"/>
                  <a:gd name="T91" fmla="*/ 814 h 894"/>
                  <a:gd name="T92" fmla="*/ 446 w 773"/>
                  <a:gd name="T93" fmla="*/ 819 h 894"/>
                  <a:gd name="T94" fmla="*/ 463 w 773"/>
                  <a:gd name="T95" fmla="*/ 779 h 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73" h="894">
                    <a:moveTo>
                      <a:pt x="463" y="779"/>
                    </a:moveTo>
                    <a:cubicBezTo>
                      <a:pt x="468" y="773"/>
                      <a:pt x="468" y="771"/>
                      <a:pt x="469" y="753"/>
                    </a:cubicBezTo>
                    <a:cubicBezTo>
                      <a:pt x="470" y="736"/>
                      <a:pt x="468" y="712"/>
                      <a:pt x="480" y="701"/>
                    </a:cubicBezTo>
                    <a:cubicBezTo>
                      <a:pt x="493" y="691"/>
                      <a:pt x="492" y="664"/>
                      <a:pt x="507" y="657"/>
                    </a:cubicBezTo>
                    <a:cubicBezTo>
                      <a:pt x="522" y="651"/>
                      <a:pt x="520" y="647"/>
                      <a:pt x="538" y="646"/>
                    </a:cubicBezTo>
                    <a:cubicBezTo>
                      <a:pt x="556" y="645"/>
                      <a:pt x="579" y="643"/>
                      <a:pt x="587" y="637"/>
                    </a:cubicBezTo>
                    <a:cubicBezTo>
                      <a:pt x="595" y="631"/>
                      <a:pt x="602" y="626"/>
                      <a:pt x="622" y="628"/>
                    </a:cubicBezTo>
                    <a:cubicBezTo>
                      <a:pt x="643" y="630"/>
                      <a:pt x="676" y="628"/>
                      <a:pt x="684" y="635"/>
                    </a:cubicBezTo>
                    <a:cubicBezTo>
                      <a:pt x="691" y="643"/>
                      <a:pt x="712" y="650"/>
                      <a:pt x="722" y="662"/>
                    </a:cubicBezTo>
                    <a:cubicBezTo>
                      <a:pt x="729" y="671"/>
                      <a:pt x="737" y="671"/>
                      <a:pt x="745" y="671"/>
                    </a:cubicBezTo>
                    <a:cubicBezTo>
                      <a:pt x="744" y="668"/>
                      <a:pt x="741" y="665"/>
                      <a:pt x="740" y="660"/>
                    </a:cubicBezTo>
                    <a:cubicBezTo>
                      <a:pt x="737" y="652"/>
                      <a:pt x="741" y="640"/>
                      <a:pt x="748" y="632"/>
                    </a:cubicBezTo>
                    <a:cubicBezTo>
                      <a:pt x="755" y="624"/>
                      <a:pt x="756" y="621"/>
                      <a:pt x="756" y="613"/>
                    </a:cubicBezTo>
                    <a:cubicBezTo>
                      <a:pt x="755" y="606"/>
                      <a:pt x="759" y="592"/>
                      <a:pt x="759" y="582"/>
                    </a:cubicBezTo>
                    <a:cubicBezTo>
                      <a:pt x="759" y="572"/>
                      <a:pt x="770" y="569"/>
                      <a:pt x="771" y="561"/>
                    </a:cubicBezTo>
                    <a:cubicBezTo>
                      <a:pt x="773" y="552"/>
                      <a:pt x="767" y="544"/>
                      <a:pt x="761" y="540"/>
                    </a:cubicBezTo>
                    <a:cubicBezTo>
                      <a:pt x="756" y="536"/>
                      <a:pt x="758" y="533"/>
                      <a:pt x="758" y="523"/>
                    </a:cubicBezTo>
                    <a:cubicBezTo>
                      <a:pt x="758" y="512"/>
                      <a:pt x="744" y="508"/>
                      <a:pt x="735" y="505"/>
                    </a:cubicBezTo>
                    <a:cubicBezTo>
                      <a:pt x="726" y="502"/>
                      <a:pt x="719" y="500"/>
                      <a:pt x="717" y="496"/>
                    </a:cubicBezTo>
                    <a:cubicBezTo>
                      <a:pt x="716" y="492"/>
                      <a:pt x="710" y="481"/>
                      <a:pt x="710" y="474"/>
                    </a:cubicBezTo>
                    <a:cubicBezTo>
                      <a:pt x="709" y="467"/>
                      <a:pt x="708" y="461"/>
                      <a:pt x="714" y="455"/>
                    </a:cubicBezTo>
                    <a:cubicBezTo>
                      <a:pt x="720" y="449"/>
                      <a:pt x="715" y="432"/>
                      <a:pt x="715" y="432"/>
                    </a:cubicBezTo>
                    <a:cubicBezTo>
                      <a:pt x="598" y="433"/>
                      <a:pt x="598" y="433"/>
                      <a:pt x="598" y="433"/>
                    </a:cubicBezTo>
                    <a:cubicBezTo>
                      <a:pt x="598" y="433"/>
                      <a:pt x="599" y="399"/>
                      <a:pt x="599" y="383"/>
                    </a:cubicBezTo>
                    <a:cubicBezTo>
                      <a:pt x="602" y="370"/>
                      <a:pt x="592" y="373"/>
                      <a:pt x="585" y="365"/>
                    </a:cubicBezTo>
                    <a:cubicBezTo>
                      <a:pt x="578" y="357"/>
                      <a:pt x="582" y="353"/>
                      <a:pt x="590" y="348"/>
                    </a:cubicBezTo>
                    <a:cubicBezTo>
                      <a:pt x="599" y="343"/>
                      <a:pt x="596" y="334"/>
                      <a:pt x="592" y="327"/>
                    </a:cubicBezTo>
                    <a:cubicBezTo>
                      <a:pt x="588" y="320"/>
                      <a:pt x="595" y="317"/>
                      <a:pt x="588" y="309"/>
                    </a:cubicBezTo>
                    <a:cubicBezTo>
                      <a:pt x="581" y="302"/>
                      <a:pt x="585" y="297"/>
                      <a:pt x="586" y="287"/>
                    </a:cubicBezTo>
                    <a:cubicBezTo>
                      <a:pt x="587" y="276"/>
                      <a:pt x="579" y="269"/>
                      <a:pt x="571" y="260"/>
                    </a:cubicBezTo>
                    <a:cubicBezTo>
                      <a:pt x="563" y="252"/>
                      <a:pt x="545" y="255"/>
                      <a:pt x="530" y="255"/>
                    </a:cubicBezTo>
                    <a:cubicBezTo>
                      <a:pt x="514" y="255"/>
                      <a:pt x="494" y="253"/>
                      <a:pt x="489" y="242"/>
                    </a:cubicBezTo>
                    <a:cubicBezTo>
                      <a:pt x="485" y="232"/>
                      <a:pt x="462" y="224"/>
                      <a:pt x="450" y="223"/>
                    </a:cubicBezTo>
                    <a:cubicBezTo>
                      <a:pt x="438" y="222"/>
                      <a:pt x="432" y="218"/>
                      <a:pt x="426" y="207"/>
                    </a:cubicBezTo>
                    <a:cubicBezTo>
                      <a:pt x="420" y="195"/>
                      <a:pt x="403" y="200"/>
                      <a:pt x="394" y="191"/>
                    </a:cubicBezTo>
                    <a:cubicBezTo>
                      <a:pt x="386" y="181"/>
                      <a:pt x="364" y="187"/>
                      <a:pt x="351" y="186"/>
                    </a:cubicBezTo>
                    <a:cubicBezTo>
                      <a:pt x="338" y="185"/>
                      <a:pt x="329" y="184"/>
                      <a:pt x="326" y="176"/>
                    </a:cubicBezTo>
                    <a:cubicBezTo>
                      <a:pt x="323" y="169"/>
                      <a:pt x="315" y="163"/>
                      <a:pt x="307" y="158"/>
                    </a:cubicBezTo>
                    <a:cubicBezTo>
                      <a:pt x="298" y="154"/>
                      <a:pt x="291" y="144"/>
                      <a:pt x="288" y="135"/>
                    </a:cubicBezTo>
                    <a:cubicBezTo>
                      <a:pt x="284" y="126"/>
                      <a:pt x="279" y="121"/>
                      <a:pt x="273" y="113"/>
                    </a:cubicBezTo>
                    <a:cubicBezTo>
                      <a:pt x="266" y="106"/>
                      <a:pt x="269" y="97"/>
                      <a:pt x="270" y="88"/>
                    </a:cubicBezTo>
                    <a:cubicBezTo>
                      <a:pt x="271" y="79"/>
                      <a:pt x="269" y="74"/>
                      <a:pt x="265" y="65"/>
                    </a:cubicBezTo>
                    <a:cubicBezTo>
                      <a:pt x="261" y="56"/>
                      <a:pt x="267" y="56"/>
                      <a:pt x="267" y="51"/>
                    </a:cubicBezTo>
                    <a:cubicBezTo>
                      <a:pt x="266" y="46"/>
                      <a:pt x="268" y="40"/>
                      <a:pt x="274" y="34"/>
                    </a:cubicBezTo>
                    <a:cubicBezTo>
                      <a:pt x="280" y="28"/>
                      <a:pt x="276" y="19"/>
                      <a:pt x="273" y="11"/>
                    </a:cubicBezTo>
                    <a:cubicBezTo>
                      <a:pt x="271" y="4"/>
                      <a:pt x="264" y="0"/>
                      <a:pt x="259" y="5"/>
                    </a:cubicBezTo>
                    <a:cubicBezTo>
                      <a:pt x="255" y="10"/>
                      <a:pt x="239" y="9"/>
                      <a:pt x="231" y="9"/>
                    </a:cubicBezTo>
                    <a:cubicBezTo>
                      <a:pt x="222" y="9"/>
                      <a:pt x="210" y="10"/>
                      <a:pt x="205" y="16"/>
                    </a:cubicBezTo>
                    <a:cubicBezTo>
                      <a:pt x="200" y="22"/>
                      <a:pt x="182" y="22"/>
                      <a:pt x="177" y="29"/>
                    </a:cubicBezTo>
                    <a:cubicBezTo>
                      <a:pt x="173" y="35"/>
                      <a:pt x="167" y="40"/>
                      <a:pt x="156" y="43"/>
                    </a:cubicBezTo>
                    <a:cubicBezTo>
                      <a:pt x="144" y="45"/>
                      <a:pt x="136" y="50"/>
                      <a:pt x="131" y="59"/>
                    </a:cubicBezTo>
                    <a:cubicBezTo>
                      <a:pt x="125" y="68"/>
                      <a:pt x="113" y="66"/>
                      <a:pt x="103" y="69"/>
                    </a:cubicBezTo>
                    <a:cubicBezTo>
                      <a:pt x="92" y="72"/>
                      <a:pt x="83" y="80"/>
                      <a:pt x="80" y="90"/>
                    </a:cubicBezTo>
                    <a:cubicBezTo>
                      <a:pt x="77" y="100"/>
                      <a:pt x="60" y="98"/>
                      <a:pt x="56" y="92"/>
                    </a:cubicBezTo>
                    <a:cubicBezTo>
                      <a:pt x="52" y="85"/>
                      <a:pt x="57" y="92"/>
                      <a:pt x="30" y="87"/>
                    </a:cubicBezTo>
                    <a:cubicBezTo>
                      <a:pt x="19" y="85"/>
                      <a:pt x="12" y="85"/>
                      <a:pt x="7" y="86"/>
                    </a:cubicBezTo>
                    <a:cubicBezTo>
                      <a:pt x="11" y="88"/>
                      <a:pt x="13" y="92"/>
                      <a:pt x="14" y="101"/>
                    </a:cubicBezTo>
                    <a:cubicBezTo>
                      <a:pt x="17" y="122"/>
                      <a:pt x="22" y="122"/>
                      <a:pt x="30" y="131"/>
                    </a:cubicBezTo>
                    <a:cubicBezTo>
                      <a:pt x="39" y="141"/>
                      <a:pt x="40" y="147"/>
                      <a:pt x="46" y="155"/>
                    </a:cubicBezTo>
                    <a:cubicBezTo>
                      <a:pt x="52" y="162"/>
                      <a:pt x="68" y="177"/>
                      <a:pt x="58" y="191"/>
                    </a:cubicBezTo>
                    <a:cubicBezTo>
                      <a:pt x="48" y="205"/>
                      <a:pt x="44" y="204"/>
                      <a:pt x="44" y="219"/>
                    </a:cubicBezTo>
                    <a:cubicBezTo>
                      <a:pt x="43" y="233"/>
                      <a:pt x="42" y="241"/>
                      <a:pt x="38" y="247"/>
                    </a:cubicBezTo>
                    <a:cubicBezTo>
                      <a:pt x="33" y="254"/>
                      <a:pt x="35" y="272"/>
                      <a:pt x="40" y="279"/>
                    </a:cubicBezTo>
                    <a:cubicBezTo>
                      <a:pt x="46" y="285"/>
                      <a:pt x="53" y="289"/>
                      <a:pt x="46" y="301"/>
                    </a:cubicBezTo>
                    <a:cubicBezTo>
                      <a:pt x="38" y="313"/>
                      <a:pt x="30" y="318"/>
                      <a:pt x="23" y="327"/>
                    </a:cubicBezTo>
                    <a:cubicBezTo>
                      <a:pt x="16" y="337"/>
                      <a:pt x="9" y="345"/>
                      <a:pt x="16" y="350"/>
                    </a:cubicBezTo>
                    <a:cubicBezTo>
                      <a:pt x="24" y="355"/>
                      <a:pt x="27" y="368"/>
                      <a:pt x="20" y="377"/>
                    </a:cubicBezTo>
                    <a:cubicBezTo>
                      <a:pt x="12" y="385"/>
                      <a:pt x="12" y="398"/>
                      <a:pt x="17" y="407"/>
                    </a:cubicBezTo>
                    <a:cubicBezTo>
                      <a:pt x="22" y="417"/>
                      <a:pt x="23" y="423"/>
                      <a:pt x="33" y="430"/>
                    </a:cubicBezTo>
                    <a:cubicBezTo>
                      <a:pt x="43" y="437"/>
                      <a:pt x="41" y="459"/>
                      <a:pt x="30" y="466"/>
                    </a:cubicBezTo>
                    <a:cubicBezTo>
                      <a:pt x="20" y="473"/>
                      <a:pt x="0" y="490"/>
                      <a:pt x="2" y="498"/>
                    </a:cubicBezTo>
                    <a:cubicBezTo>
                      <a:pt x="4" y="506"/>
                      <a:pt x="0" y="516"/>
                      <a:pt x="10" y="522"/>
                    </a:cubicBezTo>
                    <a:cubicBezTo>
                      <a:pt x="19" y="528"/>
                      <a:pt x="20" y="546"/>
                      <a:pt x="28" y="549"/>
                    </a:cubicBezTo>
                    <a:cubicBezTo>
                      <a:pt x="37" y="551"/>
                      <a:pt x="40" y="564"/>
                      <a:pt x="38" y="578"/>
                    </a:cubicBezTo>
                    <a:cubicBezTo>
                      <a:pt x="36" y="592"/>
                      <a:pt x="39" y="611"/>
                      <a:pt x="52" y="619"/>
                    </a:cubicBezTo>
                    <a:cubicBezTo>
                      <a:pt x="66" y="627"/>
                      <a:pt x="75" y="632"/>
                      <a:pt x="72" y="643"/>
                    </a:cubicBezTo>
                    <a:cubicBezTo>
                      <a:pt x="68" y="653"/>
                      <a:pt x="60" y="660"/>
                      <a:pt x="65" y="667"/>
                    </a:cubicBezTo>
                    <a:cubicBezTo>
                      <a:pt x="70" y="675"/>
                      <a:pt x="67" y="683"/>
                      <a:pt x="62" y="687"/>
                    </a:cubicBezTo>
                    <a:cubicBezTo>
                      <a:pt x="56" y="690"/>
                      <a:pt x="53" y="702"/>
                      <a:pt x="61" y="712"/>
                    </a:cubicBezTo>
                    <a:cubicBezTo>
                      <a:pt x="69" y="722"/>
                      <a:pt x="67" y="744"/>
                      <a:pt x="77" y="749"/>
                    </a:cubicBezTo>
                    <a:cubicBezTo>
                      <a:pt x="87" y="755"/>
                      <a:pt x="90" y="767"/>
                      <a:pt x="93" y="783"/>
                    </a:cubicBezTo>
                    <a:cubicBezTo>
                      <a:pt x="96" y="799"/>
                      <a:pt x="106" y="811"/>
                      <a:pt x="110" y="831"/>
                    </a:cubicBezTo>
                    <a:cubicBezTo>
                      <a:pt x="114" y="852"/>
                      <a:pt x="108" y="868"/>
                      <a:pt x="124" y="871"/>
                    </a:cubicBezTo>
                    <a:cubicBezTo>
                      <a:pt x="135" y="874"/>
                      <a:pt x="150" y="867"/>
                      <a:pt x="158" y="869"/>
                    </a:cubicBezTo>
                    <a:cubicBezTo>
                      <a:pt x="164" y="858"/>
                      <a:pt x="167" y="856"/>
                      <a:pt x="175" y="844"/>
                    </a:cubicBezTo>
                    <a:cubicBezTo>
                      <a:pt x="185" y="829"/>
                      <a:pt x="199" y="829"/>
                      <a:pt x="210" y="808"/>
                    </a:cubicBezTo>
                    <a:cubicBezTo>
                      <a:pt x="221" y="787"/>
                      <a:pt x="229" y="804"/>
                      <a:pt x="242" y="812"/>
                    </a:cubicBezTo>
                    <a:cubicBezTo>
                      <a:pt x="255" y="820"/>
                      <a:pt x="275" y="819"/>
                      <a:pt x="291" y="817"/>
                    </a:cubicBezTo>
                    <a:cubicBezTo>
                      <a:pt x="307" y="815"/>
                      <a:pt x="316" y="822"/>
                      <a:pt x="320" y="829"/>
                    </a:cubicBezTo>
                    <a:cubicBezTo>
                      <a:pt x="324" y="836"/>
                      <a:pt x="333" y="848"/>
                      <a:pt x="337" y="871"/>
                    </a:cubicBezTo>
                    <a:cubicBezTo>
                      <a:pt x="341" y="894"/>
                      <a:pt x="349" y="856"/>
                      <a:pt x="349" y="847"/>
                    </a:cubicBezTo>
                    <a:cubicBezTo>
                      <a:pt x="349" y="838"/>
                      <a:pt x="360" y="821"/>
                      <a:pt x="369" y="814"/>
                    </a:cubicBezTo>
                    <a:cubicBezTo>
                      <a:pt x="378" y="807"/>
                      <a:pt x="407" y="810"/>
                      <a:pt x="430" y="812"/>
                    </a:cubicBezTo>
                    <a:cubicBezTo>
                      <a:pt x="438" y="813"/>
                      <a:pt x="443" y="815"/>
                      <a:pt x="446" y="819"/>
                    </a:cubicBezTo>
                    <a:cubicBezTo>
                      <a:pt x="448" y="813"/>
                      <a:pt x="450" y="806"/>
                      <a:pt x="451" y="801"/>
                    </a:cubicBezTo>
                    <a:cubicBezTo>
                      <a:pt x="453" y="791"/>
                      <a:pt x="458" y="785"/>
                      <a:pt x="463" y="77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3" name="Freeform 20"/>
              <p:cNvSpPr>
                <a:spLocks/>
              </p:cNvSpPr>
              <p:nvPr/>
            </p:nvSpPr>
            <p:spPr bwMode="auto">
              <a:xfrm>
                <a:off x="3049" y="3057"/>
                <a:ext cx="160" cy="155"/>
              </a:xfrm>
              <a:custGeom>
                <a:avLst/>
                <a:gdLst>
                  <a:gd name="T0" fmla="*/ 224 w 237"/>
                  <a:gd name="T1" fmla="*/ 175 h 228"/>
                  <a:gd name="T2" fmla="*/ 174 w 237"/>
                  <a:gd name="T3" fmla="*/ 171 h 228"/>
                  <a:gd name="T4" fmla="*/ 121 w 237"/>
                  <a:gd name="T5" fmla="*/ 143 h 228"/>
                  <a:gd name="T6" fmla="*/ 38 w 237"/>
                  <a:gd name="T7" fmla="*/ 75 h 228"/>
                  <a:gd name="T8" fmla="*/ 20 w 237"/>
                  <a:gd name="T9" fmla="*/ 57 h 228"/>
                  <a:gd name="T10" fmla="*/ 14 w 237"/>
                  <a:gd name="T11" fmla="*/ 39 h 228"/>
                  <a:gd name="T12" fmla="*/ 9 w 237"/>
                  <a:gd name="T13" fmla="*/ 8 h 228"/>
                  <a:gd name="T14" fmla="*/ 0 w 237"/>
                  <a:gd name="T15" fmla="*/ 0 h 228"/>
                  <a:gd name="T16" fmla="*/ 0 w 237"/>
                  <a:gd name="T17" fmla="*/ 189 h 228"/>
                  <a:gd name="T18" fmla="*/ 24 w 237"/>
                  <a:gd name="T19" fmla="*/ 197 h 228"/>
                  <a:gd name="T20" fmla="*/ 51 w 237"/>
                  <a:gd name="T21" fmla="*/ 200 h 228"/>
                  <a:gd name="T22" fmla="*/ 83 w 237"/>
                  <a:gd name="T23" fmla="*/ 201 h 228"/>
                  <a:gd name="T24" fmla="*/ 109 w 237"/>
                  <a:gd name="T25" fmla="*/ 201 h 228"/>
                  <a:gd name="T26" fmla="*/ 137 w 237"/>
                  <a:gd name="T27" fmla="*/ 219 h 228"/>
                  <a:gd name="T28" fmla="*/ 145 w 237"/>
                  <a:gd name="T29" fmla="*/ 228 h 228"/>
                  <a:gd name="T30" fmla="*/ 146 w 237"/>
                  <a:gd name="T31" fmla="*/ 224 h 228"/>
                  <a:gd name="T32" fmla="*/ 159 w 237"/>
                  <a:gd name="T33" fmla="*/ 206 h 228"/>
                  <a:gd name="T34" fmla="*/ 217 w 237"/>
                  <a:gd name="T35" fmla="*/ 199 h 228"/>
                  <a:gd name="T36" fmla="*/ 224 w 237"/>
                  <a:gd name="T37" fmla="*/ 175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7" h="228">
                    <a:moveTo>
                      <a:pt x="224" y="175"/>
                    </a:moveTo>
                    <a:cubicBezTo>
                      <a:pt x="211" y="170"/>
                      <a:pt x="192" y="170"/>
                      <a:pt x="174" y="171"/>
                    </a:cubicBezTo>
                    <a:cubicBezTo>
                      <a:pt x="156" y="172"/>
                      <a:pt x="146" y="159"/>
                      <a:pt x="121" y="143"/>
                    </a:cubicBezTo>
                    <a:cubicBezTo>
                      <a:pt x="96" y="127"/>
                      <a:pt x="46" y="87"/>
                      <a:pt x="38" y="75"/>
                    </a:cubicBezTo>
                    <a:cubicBezTo>
                      <a:pt x="31" y="63"/>
                      <a:pt x="30" y="57"/>
                      <a:pt x="20" y="57"/>
                    </a:cubicBezTo>
                    <a:cubicBezTo>
                      <a:pt x="10" y="57"/>
                      <a:pt x="3" y="39"/>
                      <a:pt x="14" y="39"/>
                    </a:cubicBezTo>
                    <a:cubicBezTo>
                      <a:pt x="24" y="39"/>
                      <a:pt x="19" y="13"/>
                      <a:pt x="9" y="8"/>
                    </a:cubicBezTo>
                    <a:cubicBezTo>
                      <a:pt x="4" y="6"/>
                      <a:pt x="2" y="2"/>
                      <a:pt x="0" y="0"/>
                    </a:cubicBezTo>
                    <a:cubicBezTo>
                      <a:pt x="0" y="189"/>
                      <a:pt x="0" y="189"/>
                      <a:pt x="0" y="189"/>
                    </a:cubicBezTo>
                    <a:cubicBezTo>
                      <a:pt x="0" y="189"/>
                      <a:pt x="15" y="203"/>
                      <a:pt x="24" y="197"/>
                    </a:cubicBezTo>
                    <a:cubicBezTo>
                      <a:pt x="33" y="192"/>
                      <a:pt x="42" y="196"/>
                      <a:pt x="51" y="200"/>
                    </a:cubicBezTo>
                    <a:cubicBezTo>
                      <a:pt x="61" y="204"/>
                      <a:pt x="77" y="206"/>
                      <a:pt x="83" y="201"/>
                    </a:cubicBezTo>
                    <a:cubicBezTo>
                      <a:pt x="89" y="195"/>
                      <a:pt x="100" y="190"/>
                      <a:pt x="109" y="201"/>
                    </a:cubicBezTo>
                    <a:cubicBezTo>
                      <a:pt x="119" y="213"/>
                      <a:pt x="133" y="216"/>
                      <a:pt x="137" y="219"/>
                    </a:cubicBezTo>
                    <a:cubicBezTo>
                      <a:pt x="140" y="221"/>
                      <a:pt x="143" y="224"/>
                      <a:pt x="145" y="228"/>
                    </a:cubicBezTo>
                    <a:cubicBezTo>
                      <a:pt x="146" y="227"/>
                      <a:pt x="146" y="226"/>
                      <a:pt x="146" y="224"/>
                    </a:cubicBezTo>
                    <a:cubicBezTo>
                      <a:pt x="146" y="214"/>
                      <a:pt x="142" y="206"/>
                      <a:pt x="159" y="206"/>
                    </a:cubicBezTo>
                    <a:cubicBezTo>
                      <a:pt x="176" y="206"/>
                      <a:pt x="215" y="208"/>
                      <a:pt x="217" y="199"/>
                    </a:cubicBezTo>
                    <a:cubicBezTo>
                      <a:pt x="219" y="189"/>
                      <a:pt x="237" y="180"/>
                      <a:pt x="224" y="17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4" name="Freeform 21"/>
              <p:cNvSpPr>
                <a:spLocks/>
              </p:cNvSpPr>
              <p:nvPr/>
            </p:nvSpPr>
            <p:spPr bwMode="auto">
              <a:xfrm>
                <a:off x="2835" y="1498"/>
                <a:ext cx="862" cy="1551"/>
              </a:xfrm>
              <a:custGeom>
                <a:avLst/>
                <a:gdLst>
                  <a:gd name="T0" fmla="*/ 974 w 1272"/>
                  <a:gd name="T1" fmla="*/ 731 h 2289"/>
                  <a:gd name="T2" fmla="*/ 1019 w 1272"/>
                  <a:gd name="T3" fmla="*/ 580 h 2289"/>
                  <a:gd name="T4" fmla="*/ 1133 w 1272"/>
                  <a:gd name="T5" fmla="*/ 449 h 2289"/>
                  <a:gd name="T6" fmla="*/ 1264 w 1272"/>
                  <a:gd name="T7" fmla="*/ 319 h 2289"/>
                  <a:gd name="T8" fmla="*/ 1203 w 1272"/>
                  <a:gd name="T9" fmla="*/ 262 h 2289"/>
                  <a:gd name="T10" fmla="*/ 1124 w 1272"/>
                  <a:gd name="T11" fmla="*/ 390 h 2289"/>
                  <a:gd name="T12" fmla="*/ 975 w 1272"/>
                  <a:gd name="T13" fmla="*/ 386 h 2289"/>
                  <a:gd name="T14" fmla="*/ 1006 w 1272"/>
                  <a:gd name="T15" fmla="*/ 271 h 2289"/>
                  <a:gd name="T16" fmla="*/ 795 w 1272"/>
                  <a:gd name="T17" fmla="*/ 144 h 2289"/>
                  <a:gd name="T18" fmla="*/ 675 w 1272"/>
                  <a:gd name="T19" fmla="*/ 25 h 2289"/>
                  <a:gd name="T20" fmla="*/ 565 w 1272"/>
                  <a:gd name="T21" fmla="*/ 42 h 2289"/>
                  <a:gd name="T22" fmla="*/ 420 w 1272"/>
                  <a:gd name="T23" fmla="*/ 57 h 2289"/>
                  <a:gd name="T24" fmla="*/ 398 w 1272"/>
                  <a:gd name="T25" fmla="*/ 144 h 2289"/>
                  <a:gd name="T26" fmla="*/ 317 w 1272"/>
                  <a:gd name="T27" fmla="*/ 221 h 2289"/>
                  <a:gd name="T28" fmla="*/ 312 w 1272"/>
                  <a:gd name="T29" fmla="*/ 320 h 2289"/>
                  <a:gd name="T30" fmla="*/ 290 w 1272"/>
                  <a:gd name="T31" fmla="*/ 390 h 2289"/>
                  <a:gd name="T32" fmla="*/ 236 w 1272"/>
                  <a:gd name="T33" fmla="*/ 503 h 2289"/>
                  <a:gd name="T34" fmla="*/ 225 w 1272"/>
                  <a:gd name="T35" fmla="*/ 597 h 2289"/>
                  <a:gd name="T36" fmla="*/ 189 w 1272"/>
                  <a:gd name="T37" fmla="*/ 696 h 2289"/>
                  <a:gd name="T38" fmla="*/ 219 w 1272"/>
                  <a:gd name="T39" fmla="*/ 780 h 2289"/>
                  <a:gd name="T40" fmla="*/ 218 w 1272"/>
                  <a:gd name="T41" fmla="*/ 881 h 2289"/>
                  <a:gd name="T42" fmla="*/ 202 w 1272"/>
                  <a:gd name="T43" fmla="*/ 990 h 2289"/>
                  <a:gd name="T44" fmla="*/ 152 w 1272"/>
                  <a:gd name="T45" fmla="*/ 1076 h 2289"/>
                  <a:gd name="T46" fmla="*/ 144 w 1272"/>
                  <a:gd name="T47" fmla="*/ 1204 h 2289"/>
                  <a:gd name="T48" fmla="*/ 111 w 1272"/>
                  <a:gd name="T49" fmla="*/ 1332 h 2289"/>
                  <a:gd name="T50" fmla="*/ 113 w 1272"/>
                  <a:gd name="T51" fmla="*/ 1445 h 2289"/>
                  <a:gd name="T52" fmla="*/ 106 w 1272"/>
                  <a:gd name="T53" fmla="*/ 1550 h 2289"/>
                  <a:gd name="T54" fmla="*/ 153 w 1272"/>
                  <a:gd name="T55" fmla="*/ 1644 h 2289"/>
                  <a:gd name="T56" fmla="*/ 130 w 1272"/>
                  <a:gd name="T57" fmla="*/ 1688 h 2289"/>
                  <a:gd name="T58" fmla="*/ 113 w 1272"/>
                  <a:gd name="T59" fmla="*/ 1783 h 2289"/>
                  <a:gd name="T60" fmla="*/ 79 w 1272"/>
                  <a:gd name="T61" fmla="*/ 1882 h 2289"/>
                  <a:gd name="T62" fmla="*/ 62 w 1272"/>
                  <a:gd name="T63" fmla="*/ 1968 h 2289"/>
                  <a:gd name="T64" fmla="*/ 5 w 1272"/>
                  <a:gd name="T65" fmla="*/ 2098 h 2289"/>
                  <a:gd name="T66" fmla="*/ 63 w 1272"/>
                  <a:gd name="T67" fmla="*/ 2138 h 2289"/>
                  <a:gd name="T68" fmla="*/ 79 w 1272"/>
                  <a:gd name="T69" fmla="*/ 2224 h 2289"/>
                  <a:gd name="T70" fmla="*/ 254 w 1272"/>
                  <a:gd name="T71" fmla="*/ 2260 h 2289"/>
                  <a:gd name="T72" fmla="*/ 328 w 1272"/>
                  <a:gd name="T73" fmla="*/ 2260 h 2289"/>
                  <a:gd name="T74" fmla="*/ 376 w 1272"/>
                  <a:gd name="T75" fmla="*/ 2072 h 2289"/>
                  <a:gd name="T76" fmla="*/ 492 w 1272"/>
                  <a:gd name="T77" fmla="*/ 1897 h 2289"/>
                  <a:gd name="T78" fmla="*/ 408 w 1272"/>
                  <a:gd name="T79" fmla="*/ 1804 h 2289"/>
                  <a:gd name="T80" fmla="*/ 480 w 1272"/>
                  <a:gd name="T81" fmla="*/ 1671 h 2289"/>
                  <a:gd name="T82" fmla="*/ 535 w 1272"/>
                  <a:gd name="T83" fmla="*/ 1561 h 2289"/>
                  <a:gd name="T84" fmla="*/ 555 w 1272"/>
                  <a:gd name="T85" fmla="*/ 1495 h 2289"/>
                  <a:gd name="T86" fmla="*/ 637 w 1272"/>
                  <a:gd name="T87" fmla="*/ 1493 h 2289"/>
                  <a:gd name="T88" fmla="*/ 588 w 1272"/>
                  <a:gd name="T89" fmla="*/ 1470 h 2289"/>
                  <a:gd name="T90" fmla="*/ 540 w 1272"/>
                  <a:gd name="T91" fmla="*/ 1378 h 2289"/>
                  <a:gd name="T92" fmla="*/ 614 w 1272"/>
                  <a:gd name="T93" fmla="*/ 1374 h 2289"/>
                  <a:gd name="T94" fmla="*/ 709 w 1272"/>
                  <a:gd name="T95" fmla="*/ 1311 h 2289"/>
                  <a:gd name="T96" fmla="*/ 718 w 1272"/>
                  <a:gd name="T97" fmla="*/ 1219 h 2289"/>
                  <a:gd name="T98" fmla="*/ 794 w 1272"/>
                  <a:gd name="T99" fmla="*/ 1218 h 2289"/>
                  <a:gd name="T100" fmla="*/ 1065 w 1272"/>
                  <a:gd name="T101" fmla="*/ 1077 h 2289"/>
                  <a:gd name="T102" fmla="*/ 1035 w 1272"/>
                  <a:gd name="T103" fmla="*/ 931 h 2289"/>
                  <a:gd name="T104" fmla="*/ 1001 w 1272"/>
                  <a:gd name="T105" fmla="*/ 884 h 2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72" h="2289">
                    <a:moveTo>
                      <a:pt x="979" y="840"/>
                    </a:moveTo>
                    <a:cubicBezTo>
                      <a:pt x="971" y="831"/>
                      <a:pt x="974" y="819"/>
                      <a:pt x="973" y="807"/>
                    </a:cubicBezTo>
                    <a:cubicBezTo>
                      <a:pt x="972" y="795"/>
                      <a:pt x="971" y="786"/>
                      <a:pt x="979" y="774"/>
                    </a:cubicBezTo>
                    <a:cubicBezTo>
                      <a:pt x="987" y="762"/>
                      <a:pt x="978" y="749"/>
                      <a:pt x="974" y="731"/>
                    </a:cubicBezTo>
                    <a:cubicBezTo>
                      <a:pt x="970" y="713"/>
                      <a:pt x="975" y="706"/>
                      <a:pt x="984" y="696"/>
                    </a:cubicBezTo>
                    <a:cubicBezTo>
                      <a:pt x="993" y="686"/>
                      <a:pt x="986" y="662"/>
                      <a:pt x="995" y="648"/>
                    </a:cubicBezTo>
                    <a:cubicBezTo>
                      <a:pt x="1004" y="634"/>
                      <a:pt x="996" y="627"/>
                      <a:pt x="994" y="614"/>
                    </a:cubicBezTo>
                    <a:cubicBezTo>
                      <a:pt x="992" y="601"/>
                      <a:pt x="1005" y="588"/>
                      <a:pt x="1019" y="580"/>
                    </a:cubicBezTo>
                    <a:cubicBezTo>
                      <a:pt x="1033" y="572"/>
                      <a:pt x="1029" y="560"/>
                      <a:pt x="1045" y="553"/>
                    </a:cubicBezTo>
                    <a:cubicBezTo>
                      <a:pt x="1061" y="546"/>
                      <a:pt x="1060" y="536"/>
                      <a:pt x="1071" y="519"/>
                    </a:cubicBezTo>
                    <a:cubicBezTo>
                      <a:pt x="1082" y="502"/>
                      <a:pt x="1094" y="501"/>
                      <a:pt x="1104" y="486"/>
                    </a:cubicBezTo>
                    <a:cubicBezTo>
                      <a:pt x="1114" y="471"/>
                      <a:pt x="1120" y="468"/>
                      <a:pt x="1133" y="449"/>
                    </a:cubicBezTo>
                    <a:cubicBezTo>
                      <a:pt x="1146" y="430"/>
                      <a:pt x="1158" y="429"/>
                      <a:pt x="1172" y="418"/>
                    </a:cubicBezTo>
                    <a:cubicBezTo>
                      <a:pt x="1186" y="407"/>
                      <a:pt x="1198" y="391"/>
                      <a:pt x="1235" y="383"/>
                    </a:cubicBezTo>
                    <a:cubicBezTo>
                      <a:pt x="1272" y="375"/>
                      <a:pt x="1257" y="360"/>
                      <a:pt x="1256" y="346"/>
                    </a:cubicBezTo>
                    <a:cubicBezTo>
                      <a:pt x="1255" y="332"/>
                      <a:pt x="1257" y="327"/>
                      <a:pt x="1264" y="319"/>
                    </a:cubicBezTo>
                    <a:cubicBezTo>
                      <a:pt x="1271" y="311"/>
                      <a:pt x="1266" y="303"/>
                      <a:pt x="1262" y="298"/>
                    </a:cubicBezTo>
                    <a:cubicBezTo>
                      <a:pt x="1258" y="293"/>
                      <a:pt x="1254" y="284"/>
                      <a:pt x="1254" y="275"/>
                    </a:cubicBezTo>
                    <a:cubicBezTo>
                      <a:pt x="1254" y="266"/>
                      <a:pt x="1243" y="263"/>
                      <a:pt x="1227" y="263"/>
                    </a:cubicBezTo>
                    <a:cubicBezTo>
                      <a:pt x="1219" y="263"/>
                      <a:pt x="1210" y="262"/>
                      <a:pt x="1203" y="262"/>
                    </a:cubicBezTo>
                    <a:cubicBezTo>
                      <a:pt x="1202" y="268"/>
                      <a:pt x="1202" y="275"/>
                      <a:pt x="1202" y="285"/>
                    </a:cubicBezTo>
                    <a:cubicBezTo>
                      <a:pt x="1202" y="302"/>
                      <a:pt x="1208" y="328"/>
                      <a:pt x="1187" y="343"/>
                    </a:cubicBezTo>
                    <a:cubicBezTo>
                      <a:pt x="1166" y="358"/>
                      <a:pt x="1143" y="358"/>
                      <a:pt x="1142" y="373"/>
                    </a:cubicBezTo>
                    <a:cubicBezTo>
                      <a:pt x="1141" y="388"/>
                      <a:pt x="1132" y="393"/>
                      <a:pt x="1124" y="390"/>
                    </a:cubicBezTo>
                    <a:cubicBezTo>
                      <a:pt x="1116" y="387"/>
                      <a:pt x="1107" y="379"/>
                      <a:pt x="1096" y="389"/>
                    </a:cubicBezTo>
                    <a:cubicBezTo>
                      <a:pt x="1085" y="399"/>
                      <a:pt x="1083" y="400"/>
                      <a:pt x="1065" y="398"/>
                    </a:cubicBezTo>
                    <a:cubicBezTo>
                      <a:pt x="1047" y="396"/>
                      <a:pt x="1033" y="397"/>
                      <a:pt x="1019" y="393"/>
                    </a:cubicBezTo>
                    <a:cubicBezTo>
                      <a:pt x="1005" y="389"/>
                      <a:pt x="998" y="386"/>
                      <a:pt x="975" y="386"/>
                    </a:cubicBezTo>
                    <a:cubicBezTo>
                      <a:pt x="952" y="386"/>
                      <a:pt x="933" y="386"/>
                      <a:pt x="955" y="366"/>
                    </a:cubicBezTo>
                    <a:cubicBezTo>
                      <a:pt x="977" y="346"/>
                      <a:pt x="976" y="341"/>
                      <a:pt x="977" y="319"/>
                    </a:cubicBezTo>
                    <a:cubicBezTo>
                      <a:pt x="978" y="297"/>
                      <a:pt x="980" y="301"/>
                      <a:pt x="991" y="293"/>
                    </a:cubicBezTo>
                    <a:cubicBezTo>
                      <a:pt x="1002" y="285"/>
                      <a:pt x="1001" y="285"/>
                      <a:pt x="1006" y="271"/>
                    </a:cubicBezTo>
                    <a:cubicBezTo>
                      <a:pt x="1011" y="257"/>
                      <a:pt x="1012" y="253"/>
                      <a:pt x="997" y="239"/>
                    </a:cubicBezTo>
                    <a:cubicBezTo>
                      <a:pt x="982" y="225"/>
                      <a:pt x="947" y="224"/>
                      <a:pt x="926" y="210"/>
                    </a:cubicBezTo>
                    <a:cubicBezTo>
                      <a:pt x="905" y="196"/>
                      <a:pt x="874" y="159"/>
                      <a:pt x="850" y="160"/>
                    </a:cubicBezTo>
                    <a:cubicBezTo>
                      <a:pt x="826" y="161"/>
                      <a:pt x="802" y="158"/>
                      <a:pt x="795" y="144"/>
                    </a:cubicBezTo>
                    <a:cubicBezTo>
                      <a:pt x="788" y="130"/>
                      <a:pt x="779" y="123"/>
                      <a:pt x="766" y="118"/>
                    </a:cubicBezTo>
                    <a:cubicBezTo>
                      <a:pt x="753" y="113"/>
                      <a:pt x="745" y="106"/>
                      <a:pt x="735" y="91"/>
                    </a:cubicBezTo>
                    <a:cubicBezTo>
                      <a:pt x="725" y="76"/>
                      <a:pt x="720" y="67"/>
                      <a:pt x="709" y="57"/>
                    </a:cubicBezTo>
                    <a:cubicBezTo>
                      <a:pt x="698" y="47"/>
                      <a:pt x="698" y="27"/>
                      <a:pt x="675" y="25"/>
                    </a:cubicBezTo>
                    <a:cubicBezTo>
                      <a:pt x="652" y="23"/>
                      <a:pt x="623" y="20"/>
                      <a:pt x="614" y="27"/>
                    </a:cubicBezTo>
                    <a:cubicBezTo>
                      <a:pt x="605" y="34"/>
                      <a:pt x="594" y="51"/>
                      <a:pt x="594" y="60"/>
                    </a:cubicBezTo>
                    <a:cubicBezTo>
                      <a:pt x="594" y="69"/>
                      <a:pt x="586" y="107"/>
                      <a:pt x="582" y="84"/>
                    </a:cubicBezTo>
                    <a:cubicBezTo>
                      <a:pt x="578" y="61"/>
                      <a:pt x="569" y="49"/>
                      <a:pt x="565" y="42"/>
                    </a:cubicBezTo>
                    <a:cubicBezTo>
                      <a:pt x="561" y="35"/>
                      <a:pt x="552" y="28"/>
                      <a:pt x="536" y="30"/>
                    </a:cubicBezTo>
                    <a:cubicBezTo>
                      <a:pt x="520" y="32"/>
                      <a:pt x="500" y="33"/>
                      <a:pt x="487" y="25"/>
                    </a:cubicBezTo>
                    <a:cubicBezTo>
                      <a:pt x="474" y="17"/>
                      <a:pt x="466" y="0"/>
                      <a:pt x="455" y="21"/>
                    </a:cubicBezTo>
                    <a:cubicBezTo>
                      <a:pt x="444" y="42"/>
                      <a:pt x="430" y="42"/>
                      <a:pt x="420" y="57"/>
                    </a:cubicBezTo>
                    <a:cubicBezTo>
                      <a:pt x="412" y="69"/>
                      <a:pt x="409" y="71"/>
                      <a:pt x="403" y="82"/>
                    </a:cubicBezTo>
                    <a:cubicBezTo>
                      <a:pt x="407" y="83"/>
                      <a:pt x="409" y="85"/>
                      <a:pt x="408" y="91"/>
                    </a:cubicBezTo>
                    <a:cubicBezTo>
                      <a:pt x="406" y="110"/>
                      <a:pt x="407" y="117"/>
                      <a:pt x="403" y="123"/>
                    </a:cubicBezTo>
                    <a:cubicBezTo>
                      <a:pt x="399" y="129"/>
                      <a:pt x="398" y="136"/>
                      <a:pt x="398" y="144"/>
                    </a:cubicBezTo>
                    <a:cubicBezTo>
                      <a:pt x="398" y="152"/>
                      <a:pt x="396" y="159"/>
                      <a:pt x="385" y="162"/>
                    </a:cubicBezTo>
                    <a:cubicBezTo>
                      <a:pt x="373" y="166"/>
                      <a:pt x="355" y="173"/>
                      <a:pt x="345" y="182"/>
                    </a:cubicBezTo>
                    <a:cubicBezTo>
                      <a:pt x="336" y="190"/>
                      <a:pt x="321" y="196"/>
                      <a:pt x="319" y="200"/>
                    </a:cubicBezTo>
                    <a:cubicBezTo>
                      <a:pt x="316" y="204"/>
                      <a:pt x="308" y="210"/>
                      <a:pt x="317" y="221"/>
                    </a:cubicBezTo>
                    <a:cubicBezTo>
                      <a:pt x="327" y="232"/>
                      <a:pt x="323" y="240"/>
                      <a:pt x="317" y="246"/>
                    </a:cubicBezTo>
                    <a:cubicBezTo>
                      <a:pt x="311" y="252"/>
                      <a:pt x="311" y="266"/>
                      <a:pt x="316" y="275"/>
                    </a:cubicBezTo>
                    <a:cubicBezTo>
                      <a:pt x="321" y="284"/>
                      <a:pt x="324" y="294"/>
                      <a:pt x="324" y="300"/>
                    </a:cubicBezTo>
                    <a:cubicBezTo>
                      <a:pt x="324" y="305"/>
                      <a:pt x="312" y="308"/>
                      <a:pt x="312" y="320"/>
                    </a:cubicBezTo>
                    <a:cubicBezTo>
                      <a:pt x="312" y="332"/>
                      <a:pt x="316" y="335"/>
                      <a:pt x="323" y="340"/>
                    </a:cubicBezTo>
                    <a:cubicBezTo>
                      <a:pt x="329" y="344"/>
                      <a:pt x="336" y="351"/>
                      <a:pt x="331" y="360"/>
                    </a:cubicBezTo>
                    <a:cubicBezTo>
                      <a:pt x="325" y="368"/>
                      <a:pt x="320" y="372"/>
                      <a:pt x="311" y="372"/>
                    </a:cubicBezTo>
                    <a:cubicBezTo>
                      <a:pt x="301" y="371"/>
                      <a:pt x="291" y="382"/>
                      <a:pt x="290" y="390"/>
                    </a:cubicBezTo>
                    <a:cubicBezTo>
                      <a:pt x="289" y="399"/>
                      <a:pt x="288" y="408"/>
                      <a:pt x="281" y="419"/>
                    </a:cubicBezTo>
                    <a:cubicBezTo>
                      <a:pt x="273" y="430"/>
                      <a:pt x="267" y="438"/>
                      <a:pt x="258" y="444"/>
                    </a:cubicBezTo>
                    <a:cubicBezTo>
                      <a:pt x="249" y="451"/>
                      <a:pt x="241" y="458"/>
                      <a:pt x="242" y="470"/>
                    </a:cubicBezTo>
                    <a:cubicBezTo>
                      <a:pt x="243" y="483"/>
                      <a:pt x="246" y="494"/>
                      <a:pt x="236" y="503"/>
                    </a:cubicBezTo>
                    <a:cubicBezTo>
                      <a:pt x="226" y="512"/>
                      <a:pt x="220" y="517"/>
                      <a:pt x="222" y="528"/>
                    </a:cubicBezTo>
                    <a:cubicBezTo>
                      <a:pt x="224" y="540"/>
                      <a:pt x="234" y="540"/>
                      <a:pt x="231" y="552"/>
                    </a:cubicBezTo>
                    <a:cubicBezTo>
                      <a:pt x="227" y="564"/>
                      <a:pt x="228" y="571"/>
                      <a:pt x="231" y="576"/>
                    </a:cubicBezTo>
                    <a:cubicBezTo>
                      <a:pt x="235" y="580"/>
                      <a:pt x="235" y="594"/>
                      <a:pt x="225" y="597"/>
                    </a:cubicBezTo>
                    <a:cubicBezTo>
                      <a:pt x="216" y="600"/>
                      <a:pt x="211" y="600"/>
                      <a:pt x="208" y="614"/>
                    </a:cubicBezTo>
                    <a:cubicBezTo>
                      <a:pt x="205" y="628"/>
                      <a:pt x="206" y="638"/>
                      <a:pt x="200" y="644"/>
                    </a:cubicBezTo>
                    <a:cubicBezTo>
                      <a:pt x="194" y="650"/>
                      <a:pt x="187" y="660"/>
                      <a:pt x="186" y="669"/>
                    </a:cubicBezTo>
                    <a:cubicBezTo>
                      <a:pt x="185" y="678"/>
                      <a:pt x="181" y="682"/>
                      <a:pt x="189" y="696"/>
                    </a:cubicBezTo>
                    <a:cubicBezTo>
                      <a:pt x="197" y="709"/>
                      <a:pt x="200" y="704"/>
                      <a:pt x="201" y="712"/>
                    </a:cubicBezTo>
                    <a:cubicBezTo>
                      <a:pt x="201" y="719"/>
                      <a:pt x="205" y="728"/>
                      <a:pt x="206" y="735"/>
                    </a:cubicBezTo>
                    <a:cubicBezTo>
                      <a:pt x="207" y="742"/>
                      <a:pt x="205" y="754"/>
                      <a:pt x="215" y="762"/>
                    </a:cubicBezTo>
                    <a:cubicBezTo>
                      <a:pt x="224" y="769"/>
                      <a:pt x="224" y="772"/>
                      <a:pt x="219" y="780"/>
                    </a:cubicBezTo>
                    <a:cubicBezTo>
                      <a:pt x="213" y="789"/>
                      <a:pt x="212" y="799"/>
                      <a:pt x="223" y="804"/>
                    </a:cubicBezTo>
                    <a:cubicBezTo>
                      <a:pt x="235" y="810"/>
                      <a:pt x="243" y="807"/>
                      <a:pt x="237" y="820"/>
                    </a:cubicBezTo>
                    <a:cubicBezTo>
                      <a:pt x="231" y="834"/>
                      <a:pt x="237" y="838"/>
                      <a:pt x="233" y="852"/>
                    </a:cubicBezTo>
                    <a:cubicBezTo>
                      <a:pt x="229" y="867"/>
                      <a:pt x="224" y="870"/>
                      <a:pt x="218" y="881"/>
                    </a:cubicBezTo>
                    <a:cubicBezTo>
                      <a:pt x="212" y="892"/>
                      <a:pt x="207" y="906"/>
                      <a:pt x="203" y="914"/>
                    </a:cubicBezTo>
                    <a:cubicBezTo>
                      <a:pt x="200" y="923"/>
                      <a:pt x="192" y="932"/>
                      <a:pt x="192" y="942"/>
                    </a:cubicBezTo>
                    <a:cubicBezTo>
                      <a:pt x="192" y="952"/>
                      <a:pt x="189" y="965"/>
                      <a:pt x="196" y="968"/>
                    </a:cubicBezTo>
                    <a:cubicBezTo>
                      <a:pt x="203" y="970"/>
                      <a:pt x="202" y="982"/>
                      <a:pt x="202" y="990"/>
                    </a:cubicBezTo>
                    <a:cubicBezTo>
                      <a:pt x="202" y="998"/>
                      <a:pt x="198" y="1007"/>
                      <a:pt x="190" y="1012"/>
                    </a:cubicBezTo>
                    <a:cubicBezTo>
                      <a:pt x="182" y="1016"/>
                      <a:pt x="181" y="1026"/>
                      <a:pt x="169" y="1030"/>
                    </a:cubicBezTo>
                    <a:cubicBezTo>
                      <a:pt x="157" y="1034"/>
                      <a:pt x="153" y="1047"/>
                      <a:pt x="152" y="1054"/>
                    </a:cubicBezTo>
                    <a:cubicBezTo>
                      <a:pt x="151" y="1062"/>
                      <a:pt x="149" y="1068"/>
                      <a:pt x="152" y="1076"/>
                    </a:cubicBezTo>
                    <a:cubicBezTo>
                      <a:pt x="155" y="1083"/>
                      <a:pt x="146" y="1124"/>
                      <a:pt x="155" y="1137"/>
                    </a:cubicBezTo>
                    <a:cubicBezTo>
                      <a:pt x="163" y="1150"/>
                      <a:pt x="162" y="1159"/>
                      <a:pt x="161" y="1164"/>
                    </a:cubicBezTo>
                    <a:cubicBezTo>
                      <a:pt x="159" y="1168"/>
                      <a:pt x="177" y="1181"/>
                      <a:pt x="168" y="1192"/>
                    </a:cubicBezTo>
                    <a:cubicBezTo>
                      <a:pt x="159" y="1204"/>
                      <a:pt x="154" y="1197"/>
                      <a:pt x="144" y="1204"/>
                    </a:cubicBezTo>
                    <a:cubicBezTo>
                      <a:pt x="134" y="1212"/>
                      <a:pt x="129" y="1227"/>
                      <a:pt x="133" y="1238"/>
                    </a:cubicBezTo>
                    <a:cubicBezTo>
                      <a:pt x="137" y="1250"/>
                      <a:pt x="134" y="1259"/>
                      <a:pt x="125" y="1264"/>
                    </a:cubicBezTo>
                    <a:cubicBezTo>
                      <a:pt x="115" y="1268"/>
                      <a:pt x="117" y="1276"/>
                      <a:pt x="117" y="1288"/>
                    </a:cubicBezTo>
                    <a:cubicBezTo>
                      <a:pt x="117" y="1299"/>
                      <a:pt x="117" y="1324"/>
                      <a:pt x="111" y="1332"/>
                    </a:cubicBezTo>
                    <a:cubicBezTo>
                      <a:pt x="105" y="1341"/>
                      <a:pt x="105" y="1354"/>
                      <a:pt x="105" y="1359"/>
                    </a:cubicBezTo>
                    <a:cubicBezTo>
                      <a:pt x="105" y="1364"/>
                      <a:pt x="106" y="1374"/>
                      <a:pt x="105" y="1387"/>
                    </a:cubicBezTo>
                    <a:cubicBezTo>
                      <a:pt x="105" y="1400"/>
                      <a:pt x="103" y="1425"/>
                      <a:pt x="107" y="1431"/>
                    </a:cubicBezTo>
                    <a:cubicBezTo>
                      <a:pt x="111" y="1437"/>
                      <a:pt x="113" y="1438"/>
                      <a:pt x="113" y="1445"/>
                    </a:cubicBezTo>
                    <a:cubicBezTo>
                      <a:pt x="113" y="1452"/>
                      <a:pt x="119" y="1455"/>
                      <a:pt x="111" y="1459"/>
                    </a:cubicBezTo>
                    <a:cubicBezTo>
                      <a:pt x="103" y="1463"/>
                      <a:pt x="92" y="1467"/>
                      <a:pt x="92" y="1473"/>
                    </a:cubicBezTo>
                    <a:cubicBezTo>
                      <a:pt x="92" y="1479"/>
                      <a:pt x="88" y="1525"/>
                      <a:pt x="97" y="1530"/>
                    </a:cubicBezTo>
                    <a:cubicBezTo>
                      <a:pt x="107" y="1534"/>
                      <a:pt x="109" y="1540"/>
                      <a:pt x="106" y="1550"/>
                    </a:cubicBezTo>
                    <a:cubicBezTo>
                      <a:pt x="103" y="1561"/>
                      <a:pt x="116" y="1566"/>
                      <a:pt x="113" y="1578"/>
                    </a:cubicBezTo>
                    <a:cubicBezTo>
                      <a:pt x="111" y="1589"/>
                      <a:pt x="123" y="1596"/>
                      <a:pt x="115" y="1607"/>
                    </a:cubicBezTo>
                    <a:cubicBezTo>
                      <a:pt x="108" y="1618"/>
                      <a:pt x="107" y="1632"/>
                      <a:pt x="120" y="1634"/>
                    </a:cubicBezTo>
                    <a:cubicBezTo>
                      <a:pt x="133" y="1635"/>
                      <a:pt x="153" y="1633"/>
                      <a:pt x="153" y="1644"/>
                    </a:cubicBezTo>
                    <a:cubicBezTo>
                      <a:pt x="152" y="1656"/>
                      <a:pt x="139" y="1664"/>
                      <a:pt x="127" y="1664"/>
                    </a:cubicBezTo>
                    <a:cubicBezTo>
                      <a:pt x="116" y="1664"/>
                      <a:pt x="97" y="1654"/>
                      <a:pt x="97" y="1660"/>
                    </a:cubicBezTo>
                    <a:cubicBezTo>
                      <a:pt x="97" y="1666"/>
                      <a:pt x="96" y="1672"/>
                      <a:pt x="105" y="1674"/>
                    </a:cubicBezTo>
                    <a:cubicBezTo>
                      <a:pt x="115" y="1676"/>
                      <a:pt x="125" y="1677"/>
                      <a:pt x="130" y="1688"/>
                    </a:cubicBezTo>
                    <a:cubicBezTo>
                      <a:pt x="135" y="1698"/>
                      <a:pt x="153" y="1702"/>
                      <a:pt x="139" y="1712"/>
                    </a:cubicBezTo>
                    <a:cubicBezTo>
                      <a:pt x="125" y="1722"/>
                      <a:pt x="114" y="1725"/>
                      <a:pt x="113" y="1734"/>
                    </a:cubicBezTo>
                    <a:cubicBezTo>
                      <a:pt x="113" y="1744"/>
                      <a:pt x="131" y="1754"/>
                      <a:pt x="119" y="1760"/>
                    </a:cubicBezTo>
                    <a:cubicBezTo>
                      <a:pt x="108" y="1767"/>
                      <a:pt x="97" y="1774"/>
                      <a:pt x="113" y="1783"/>
                    </a:cubicBezTo>
                    <a:cubicBezTo>
                      <a:pt x="128" y="1792"/>
                      <a:pt x="119" y="1797"/>
                      <a:pt x="118" y="1809"/>
                    </a:cubicBezTo>
                    <a:cubicBezTo>
                      <a:pt x="117" y="1821"/>
                      <a:pt x="103" y="1813"/>
                      <a:pt x="103" y="1829"/>
                    </a:cubicBezTo>
                    <a:cubicBezTo>
                      <a:pt x="103" y="1845"/>
                      <a:pt x="112" y="1860"/>
                      <a:pt x="99" y="1866"/>
                    </a:cubicBezTo>
                    <a:cubicBezTo>
                      <a:pt x="85" y="1873"/>
                      <a:pt x="80" y="1871"/>
                      <a:pt x="79" y="1882"/>
                    </a:cubicBezTo>
                    <a:cubicBezTo>
                      <a:pt x="77" y="1892"/>
                      <a:pt x="69" y="1895"/>
                      <a:pt x="68" y="1906"/>
                    </a:cubicBezTo>
                    <a:cubicBezTo>
                      <a:pt x="67" y="1918"/>
                      <a:pt x="72" y="1913"/>
                      <a:pt x="76" y="1923"/>
                    </a:cubicBezTo>
                    <a:cubicBezTo>
                      <a:pt x="80" y="1933"/>
                      <a:pt x="84" y="1939"/>
                      <a:pt x="80" y="1948"/>
                    </a:cubicBezTo>
                    <a:cubicBezTo>
                      <a:pt x="76" y="1958"/>
                      <a:pt x="61" y="1956"/>
                      <a:pt x="62" y="1968"/>
                    </a:cubicBezTo>
                    <a:cubicBezTo>
                      <a:pt x="63" y="1979"/>
                      <a:pt x="63" y="1990"/>
                      <a:pt x="51" y="1998"/>
                    </a:cubicBezTo>
                    <a:cubicBezTo>
                      <a:pt x="40" y="2007"/>
                      <a:pt x="36" y="2010"/>
                      <a:pt x="29" y="2018"/>
                    </a:cubicBezTo>
                    <a:cubicBezTo>
                      <a:pt x="23" y="2026"/>
                      <a:pt x="7" y="2022"/>
                      <a:pt x="4" y="2033"/>
                    </a:cubicBezTo>
                    <a:cubicBezTo>
                      <a:pt x="1" y="2044"/>
                      <a:pt x="0" y="2092"/>
                      <a:pt x="5" y="2098"/>
                    </a:cubicBezTo>
                    <a:cubicBezTo>
                      <a:pt x="9" y="2105"/>
                      <a:pt x="20" y="2105"/>
                      <a:pt x="18" y="2117"/>
                    </a:cubicBezTo>
                    <a:cubicBezTo>
                      <a:pt x="16" y="2129"/>
                      <a:pt x="20" y="2140"/>
                      <a:pt x="27" y="2144"/>
                    </a:cubicBezTo>
                    <a:cubicBezTo>
                      <a:pt x="35" y="2147"/>
                      <a:pt x="41" y="2149"/>
                      <a:pt x="45" y="2144"/>
                    </a:cubicBezTo>
                    <a:cubicBezTo>
                      <a:pt x="49" y="2138"/>
                      <a:pt x="51" y="2135"/>
                      <a:pt x="63" y="2138"/>
                    </a:cubicBezTo>
                    <a:cubicBezTo>
                      <a:pt x="75" y="2140"/>
                      <a:pt x="81" y="2143"/>
                      <a:pt x="81" y="2147"/>
                    </a:cubicBezTo>
                    <a:cubicBezTo>
                      <a:pt x="81" y="2151"/>
                      <a:pt x="94" y="2156"/>
                      <a:pt x="87" y="2164"/>
                    </a:cubicBezTo>
                    <a:cubicBezTo>
                      <a:pt x="79" y="2172"/>
                      <a:pt x="79" y="2176"/>
                      <a:pt x="79" y="2187"/>
                    </a:cubicBezTo>
                    <a:cubicBezTo>
                      <a:pt x="79" y="2198"/>
                      <a:pt x="70" y="2215"/>
                      <a:pt x="79" y="2224"/>
                    </a:cubicBezTo>
                    <a:cubicBezTo>
                      <a:pt x="89" y="2232"/>
                      <a:pt x="101" y="2233"/>
                      <a:pt x="104" y="2244"/>
                    </a:cubicBezTo>
                    <a:cubicBezTo>
                      <a:pt x="107" y="2256"/>
                      <a:pt x="122" y="2256"/>
                      <a:pt x="132" y="2256"/>
                    </a:cubicBezTo>
                    <a:cubicBezTo>
                      <a:pt x="142" y="2256"/>
                      <a:pt x="172" y="2256"/>
                      <a:pt x="196" y="2256"/>
                    </a:cubicBezTo>
                    <a:cubicBezTo>
                      <a:pt x="220" y="2256"/>
                      <a:pt x="246" y="2255"/>
                      <a:pt x="254" y="2260"/>
                    </a:cubicBezTo>
                    <a:cubicBezTo>
                      <a:pt x="262" y="2266"/>
                      <a:pt x="280" y="2259"/>
                      <a:pt x="290" y="2264"/>
                    </a:cubicBezTo>
                    <a:cubicBezTo>
                      <a:pt x="300" y="2270"/>
                      <a:pt x="309" y="2270"/>
                      <a:pt x="319" y="2277"/>
                    </a:cubicBezTo>
                    <a:cubicBezTo>
                      <a:pt x="325" y="2281"/>
                      <a:pt x="330" y="2286"/>
                      <a:pt x="333" y="2289"/>
                    </a:cubicBezTo>
                    <a:cubicBezTo>
                      <a:pt x="338" y="2284"/>
                      <a:pt x="337" y="2270"/>
                      <a:pt x="328" y="2260"/>
                    </a:cubicBezTo>
                    <a:cubicBezTo>
                      <a:pt x="317" y="2248"/>
                      <a:pt x="289" y="2194"/>
                      <a:pt x="288" y="2179"/>
                    </a:cubicBezTo>
                    <a:cubicBezTo>
                      <a:pt x="287" y="2164"/>
                      <a:pt x="284" y="2132"/>
                      <a:pt x="296" y="2122"/>
                    </a:cubicBezTo>
                    <a:cubicBezTo>
                      <a:pt x="308" y="2112"/>
                      <a:pt x="319" y="2107"/>
                      <a:pt x="327" y="2099"/>
                    </a:cubicBezTo>
                    <a:cubicBezTo>
                      <a:pt x="336" y="2092"/>
                      <a:pt x="374" y="2103"/>
                      <a:pt x="376" y="2072"/>
                    </a:cubicBezTo>
                    <a:cubicBezTo>
                      <a:pt x="378" y="2041"/>
                      <a:pt x="386" y="1996"/>
                      <a:pt x="404" y="1986"/>
                    </a:cubicBezTo>
                    <a:cubicBezTo>
                      <a:pt x="422" y="1977"/>
                      <a:pt x="441" y="1956"/>
                      <a:pt x="460" y="1944"/>
                    </a:cubicBezTo>
                    <a:cubicBezTo>
                      <a:pt x="478" y="1933"/>
                      <a:pt x="499" y="1922"/>
                      <a:pt x="498" y="1913"/>
                    </a:cubicBezTo>
                    <a:cubicBezTo>
                      <a:pt x="497" y="1905"/>
                      <a:pt x="488" y="1910"/>
                      <a:pt x="492" y="1897"/>
                    </a:cubicBezTo>
                    <a:cubicBezTo>
                      <a:pt x="497" y="1884"/>
                      <a:pt x="503" y="1881"/>
                      <a:pt x="501" y="1867"/>
                    </a:cubicBezTo>
                    <a:cubicBezTo>
                      <a:pt x="498" y="1854"/>
                      <a:pt x="505" y="1843"/>
                      <a:pt x="485" y="1842"/>
                    </a:cubicBezTo>
                    <a:cubicBezTo>
                      <a:pt x="465" y="1841"/>
                      <a:pt x="442" y="1843"/>
                      <a:pt x="432" y="1830"/>
                    </a:cubicBezTo>
                    <a:cubicBezTo>
                      <a:pt x="421" y="1816"/>
                      <a:pt x="420" y="1810"/>
                      <a:pt x="408" y="1804"/>
                    </a:cubicBezTo>
                    <a:cubicBezTo>
                      <a:pt x="395" y="1797"/>
                      <a:pt x="388" y="1797"/>
                      <a:pt x="386" y="1778"/>
                    </a:cubicBezTo>
                    <a:cubicBezTo>
                      <a:pt x="384" y="1760"/>
                      <a:pt x="388" y="1741"/>
                      <a:pt x="399" y="1732"/>
                    </a:cubicBezTo>
                    <a:cubicBezTo>
                      <a:pt x="410" y="1723"/>
                      <a:pt x="419" y="1697"/>
                      <a:pt x="439" y="1691"/>
                    </a:cubicBezTo>
                    <a:cubicBezTo>
                      <a:pt x="458" y="1685"/>
                      <a:pt x="466" y="1669"/>
                      <a:pt x="480" y="1671"/>
                    </a:cubicBezTo>
                    <a:cubicBezTo>
                      <a:pt x="493" y="1673"/>
                      <a:pt x="508" y="1680"/>
                      <a:pt x="509" y="1665"/>
                    </a:cubicBezTo>
                    <a:cubicBezTo>
                      <a:pt x="510" y="1650"/>
                      <a:pt x="510" y="1643"/>
                      <a:pt x="520" y="1636"/>
                    </a:cubicBezTo>
                    <a:cubicBezTo>
                      <a:pt x="530" y="1630"/>
                      <a:pt x="534" y="1619"/>
                      <a:pt x="534" y="1604"/>
                    </a:cubicBezTo>
                    <a:cubicBezTo>
                      <a:pt x="534" y="1588"/>
                      <a:pt x="517" y="1571"/>
                      <a:pt x="535" y="1561"/>
                    </a:cubicBezTo>
                    <a:cubicBezTo>
                      <a:pt x="553" y="1551"/>
                      <a:pt x="542" y="1535"/>
                      <a:pt x="556" y="1532"/>
                    </a:cubicBezTo>
                    <a:cubicBezTo>
                      <a:pt x="569" y="1529"/>
                      <a:pt x="584" y="1532"/>
                      <a:pt x="585" y="1523"/>
                    </a:cubicBezTo>
                    <a:cubicBezTo>
                      <a:pt x="586" y="1515"/>
                      <a:pt x="583" y="1515"/>
                      <a:pt x="574" y="1510"/>
                    </a:cubicBezTo>
                    <a:cubicBezTo>
                      <a:pt x="564" y="1505"/>
                      <a:pt x="554" y="1501"/>
                      <a:pt x="555" y="1495"/>
                    </a:cubicBezTo>
                    <a:cubicBezTo>
                      <a:pt x="557" y="1489"/>
                      <a:pt x="564" y="1492"/>
                      <a:pt x="567" y="1484"/>
                    </a:cubicBezTo>
                    <a:cubicBezTo>
                      <a:pt x="570" y="1477"/>
                      <a:pt x="587" y="1483"/>
                      <a:pt x="590" y="1489"/>
                    </a:cubicBezTo>
                    <a:cubicBezTo>
                      <a:pt x="593" y="1495"/>
                      <a:pt x="594" y="1508"/>
                      <a:pt x="612" y="1507"/>
                    </a:cubicBezTo>
                    <a:cubicBezTo>
                      <a:pt x="630" y="1505"/>
                      <a:pt x="637" y="1506"/>
                      <a:pt x="637" y="1493"/>
                    </a:cubicBezTo>
                    <a:cubicBezTo>
                      <a:pt x="638" y="1481"/>
                      <a:pt x="638" y="1472"/>
                      <a:pt x="635" y="1464"/>
                    </a:cubicBezTo>
                    <a:cubicBezTo>
                      <a:pt x="632" y="1457"/>
                      <a:pt x="633" y="1449"/>
                      <a:pt x="620" y="1448"/>
                    </a:cubicBezTo>
                    <a:cubicBezTo>
                      <a:pt x="607" y="1448"/>
                      <a:pt x="601" y="1454"/>
                      <a:pt x="601" y="1461"/>
                    </a:cubicBezTo>
                    <a:cubicBezTo>
                      <a:pt x="601" y="1469"/>
                      <a:pt x="597" y="1479"/>
                      <a:pt x="588" y="1470"/>
                    </a:cubicBezTo>
                    <a:cubicBezTo>
                      <a:pt x="578" y="1460"/>
                      <a:pt x="580" y="1455"/>
                      <a:pt x="571" y="1455"/>
                    </a:cubicBezTo>
                    <a:cubicBezTo>
                      <a:pt x="562" y="1455"/>
                      <a:pt x="545" y="1453"/>
                      <a:pt x="544" y="1438"/>
                    </a:cubicBezTo>
                    <a:cubicBezTo>
                      <a:pt x="543" y="1424"/>
                      <a:pt x="556" y="1409"/>
                      <a:pt x="551" y="1402"/>
                    </a:cubicBezTo>
                    <a:cubicBezTo>
                      <a:pt x="545" y="1395"/>
                      <a:pt x="539" y="1394"/>
                      <a:pt x="540" y="1378"/>
                    </a:cubicBezTo>
                    <a:cubicBezTo>
                      <a:pt x="541" y="1362"/>
                      <a:pt x="537" y="1354"/>
                      <a:pt x="548" y="1352"/>
                    </a:cubicBezTo>
                    <a:cubicBezTo>
                      <a:pt x="560" y="1350"/>
                      <a:pt x="575" y="1350"/>
                      <a:pt x="581" y="1357"/>
                    </a:cubicBezTo>
                    <a:cubicBezTo>
                      <a:pt x="586" y="1364"/>
                      <a:pt x="588" y="1363"/>
                      <a:pt x="596" y="1365"/>
                    </a:cubicBezTo>
                    <a:cubicBezTo>
                      <a:pt x="604" y="1367"/>
                      <a:pt x="611" y="1369"/>
                      <a:pt x="614" y="1374"/>
                    </a:cubicBezTo>
                    <a:cubicBezTo>
                      <a:pt x="617" y="1378"/>
                      <a:pt x="628" y="1378"/>
                      <a:pt x="642" y="1380"/>
                    </a:cubicBezTo>
                    <a:cubicBezTo>
                      <a:pt x="656" y="1382"/>
                      <a:pt x="662" y="1373"/>
                      <a:pt x="675" y="1373"/>
                    </a:cubicBezTo>
                    <a:cubicBezTo>
                      <a:pt x="687" y="1373"/>
                      <a:pt x="727" y="1356"/>
                      <a:pt x="725" y="1341"/>
                    </a:cubicBezTo>
                    <a:cubicBezTo>
                      <a:pt x="723" y="1325"/>
                      <a:pt x="709" y="1320"/>
                      <a:pt x="709" y="1311"/>
                    </a:cubicBezTo>
                    <a:cubicBezTo>
                      <a:pt x="709" y="1301"/>
                      <a:pt x="717" y="1293"/>
                      <a:pt x="723" y="1286"/>
                    </a:cubicBezTo>
                    <a:cubicBezTo>
                      <a:pt x="730" y="1278"/>
                      <a:pt x="732" y="1262"/>
                      <a:pt x="733" y="1255"/>
                    </a:cubicBezTo>
                    <a:cubicBezTo>
                      <a:pt x="733" y="1248"/>
                      <a:pt x="742" y="1245"/>
                      <a:pt x="730" y="1238"/>
                    </a:cubicBezTo>
                    <a:cubicBezTo>
                      <a:pt x="717" y="1231"/>
                      <a:pt x="714" y="1230"/>
                      <a:pt x="718" y="1219"/>
                    </a:cubicBezTo>
                    <a:cubicBezTo>
                      <a:pt x="722" y="1209"/>
                      <a:pt x="733" y="1198"/>
                      <a:pt x="734" y="1212"/>
                    </a:cubicBezTo>
                    <a:cubicBezTo>
                      <a:pt x="736" y="1225"/>
                      <a:pt x="745" y="1227"/>
                      <a:pt x="746" y="1219"/>
                    </a:cubicBezTo>
                    <a:cubicBezTo>
                      <a:pt x="746" y="1212"/>
                      <a:pt x="755" y="1210"/>
                      <a:pt x="761" y="1215"/>
                    </a:cubicBezTo>
                    <a:cubicBezTo>
                      <a:pt x="766" y="1221"/>
                      <a:pt x="782" y="1221"/>
                      <a:pt x="794" y="1218"/>
                    </a:cubicBezTo>
                    <a:cubicBezTo>
                      <a:pt x="806" y="1215"/>
                      <a:pt x="823" y="1205"/>
                      <a:pt x="856" y="1205"/>
                    </a:cubicBezTo>
                    <a:cubicBezTo>
                      <a:pt x="889" y="1205"/>
                      <a:pt x="904" y="1190"/>
                      <a:pt x="927" y="1187"/>
                    </a:cubicBezTo>
                    <a:cubicBezTo>
                      <a:pt x="950" y="1185"/>
                      <a:pt x="1018" y="1156"/>
                      <a:pt x="1025" y="1131"/>
                    </a:cubicBezTo>
                    <a:cubicBezTo>
                      <a:pt x="1032" y="1107"/>
                      <a:pt x="1053" y="1097"/>
                      <a:pt x="1065" y="1077"/>
                    </a:cubicBezTo>
                    <a:cubicBezTo>
                      <a:pt x="1076" y="1057"/>
                      <a:pt x="1084" y="1041"/>
                      <a:pt x="1078" y="1027"/>
                    </a:cubicBezTo>
                    <a:cubicBezTo>
                      <a:pt x="1072" y="1013"/>
                      <a:pt x="1045" y="1020"/>
                      <a:pt x="1039" y="997"/>
                    </a:cubicBezTo>
                    <a:cubicBezTo>
                      <a:pt x="1033" y="974"/>
                      <a:pt x="1029" y="982"/>
                      <a:pt x="1041" y="968"/>
                    </a:cubicBezTo>
                    <a:cubicBezTo>
                      <a:pt x="1052" y="954"/>
                      <a:pt x="1048" y="941"/>
                      <a:pt x="1035" y="931"/>
                    </a:cubicBezTo>
                    <a:cubicBezTo>
                      <a:pt x="1022" y="921"/>
                      <a:pt x="1008" y="904"/>
                      <a:pt x="992" y="902"/>
                    </a:cubicBezTo>
                    <a:cubicBezTo>
                      <a:pt x="976" y="901"/>
                      <a:pt x="960" y="906"/>
                      <a:pt x="963" y="892"/>
                    </a:cubicBezTo>
                    <a:cubicBezTo>
                      <a:pt x="966" y="878"/>
                      <a:pt x="976" y="876"/>
                      <a:pt x="993" y="882"/>
                    </a:cubicBezTo>
                    <a:cubicBezTo>
                      <a:pt x="996" y="883"/>
                      <a:pt x="999" y="884"/>
                      <a:pt x="1001" y="884"/>
                    </a:cubicBezTo>
                    <a:cubicBezTo>
                      <a:pt x="1000" y="865"/>
                      <a:pt x="987" y="848"/>
                      <a:pt x="979" y="84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5" name="Freeform 22"/>
              <p:cNvSpPr>
                <a:spLocks/>
              </p:cNvSpPr>
              <p:nvPr/>
            </p:nvSpPr>
            <p:spPr bwMode="auto">
              <a:xfrm>
                <a:off x="3492" y="1886"/>
                <a:ext cx="211" cy="235"/>
              </a:xfrm>
              <a:custGeom>
                <a:avLst/>
                <a:gdLst>
                  <a:gd name="T0" fmla="*/ 297 w 312"/>
                  <a:gd name="T1" fmla="*/ 203 h 347"/>
                  <a:gd name="T2" fmla="*/ 290 w 312"/>
                  <a:gd name="T3" fmla="*/ 149 h 347"/>
                  <a:gd name="T4" fmla="*/ 260 w 312"/>
                  <a:gd name="T5" fmla="*/ 131 h 347"/>
                  <a:gd name="T6" fmla="*/ 239 w 312"/>
                  <a:gd name="T7" fmla="*/ 108 h 347"/>
                  <a:gd name="T8" fmla="*/ 209 w 312"/>
                  <a:gd name="T9" fmla="*/ 91 h 347"/>
                  <a:gd name="T10" fmla="*/ 176 w 312"/>
                  <a:gd name="T11" fmla="*/ 67 h 347"/>
                  <a:gd name="T12" fmla="*/ 158 w 312"/>
                  <a:gd name="T13" fmla="*/ 71 h 347"/>
                  <a:gd name="T14" fmla="*/ 138 w 312"/>
                  <a:gd name="T15" fmla="*/ 46 h 347"/>
                  <a:gd name="T16" fmla="*/ 117 w 312"/>
                  <a:gd name="T17" fmla="*/ 24 h 347"/>
                  <a:gd name="T18" fmla="*/ 92 w 312"/>
                  <a:gd name="T19" fmla="*/ 6 h 347"/>
                  <a:gd name="T20" fmla="*/ 65 w 312"/>
                  <a:gd name="T21" fmla="*/ 15 h 347"/>
                  <a:gd name="T22" fmla="*/ 40 w 312"/>
                  <a:gd name="T23" fmla="*/ 14 h 347"/>
                  <a:gd name="T24" fmla="*/ 24 w 312"/>
                  <a:gd name="T25" fmla="*/ 42 h 347"/>
                  <a:gd name="T26" fmla="*/ 25 w 312"/>
                  <a:gd name="T27" fmla="*/ 76 h 347"/>
                  <a:gd name="T28" fmla="*/ 14 w 312"/>
                  <a:gd name="T29" fmla="*/ 124 h 347"/>
                  <a:gd name="T30" fmla="*/ 4 w 312"/>
                  <a:gd name="T31" fmla="*/ 159 h 347"/>
                  <a:gd name="T32" fmla="*/ 9 w 312"/>
                  <a:gd name="T33" fmla="*/ 202 h 347"/>
                  <a:gd name="T34" fmla="*/ 3 w 312"/>
                  <a:gd name="T35" fmla="*/ 235 h 347"/>
                  <a:gd name="T36" fmla="*/ 9 w 312"/>
                  <a:gd name="T37" fmla="*/ 268 h 347"/>
                  <a:gd name="T38" fmla="*/ 31 w 312"/>
                  <a:gd name="T39" fmla="*/ 312 h 347"/>
                  <a:gd name="T40" fmla="*/ 65 w 312"/>
                  <a:gd name="T41" fmla="*/ 316 h 347"/>
                  <a:gd name="T42" fmla="*/ 96 w 312"/>
                  <a:gd name="T43" fmla="*/ 324 h 347"/>
                  <a:gd name="T44" fmla="*/ 142 w 312"/>
                  <a:gd name="T45" fmla="*/ 337 h 347"/>
                  <a:gd name="T46" fmla="*/ 187 w 312"/>
                  <a:gd name="T47" fmla="*/ 337 h 347"/>
                  <a:gd name="T48" fmla="*/ 238 w 312"/>
                  <a:gd name="T49" fmla="*/ 334 h 347"/>
                  <a:gd name="T50" fmla="*/ 310 w 312"/>
                  <a:gd name="T51" fmla="*/ 273 h 347"/>
                  <a:gd name="T52" fmla="*/ 312 w 312"/>
                  <a:gd name="T53" fmla="*/ 270 h 347"/>
                  <a:gd name="T54" fmla="*/ 301 w 312"/>
                  <a:gd name="T55" fmla="*/ 240 h 347"/>
                  <a:gd name="T56" fmla="*/ 297 w 312"/>
                  <a:gd name="T57" fmla="*/ 203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12" h="347">
                    <a:moveTo>
                      <a:pt x="297" y="203"/>
                    </a:moveTo>
                    <a:cubicBezTo>
                      <a:pt x="295" y="188"/>
                      <a:pt x="295" y="164"/>
                      <a:pt x="290" y="149"/>
                    </a:cubicBezTo>
                    <a:cubicBezTo>
                      <a:pt x="285" y="134"/>
                      <a:pt x="272" y="136"/>
                      <a:pt x="260" y="131"/>
                    </a:cubicBezTo>
                    <a:cubicBezTo>
                      <a:pt x="248" y="126"/>
                      <a:pt x="245" y="122"/>
                      <a:pt x="239" y="108"/>
                    </a:cubicBezTo>
                    <a:cubicBezTo>
                      <a:pt x="233" y="94"/>
                      <a:pt x="228" y="92"/>
                      <a:pt x="209" y="91"/>
                    </a:cubicBezTo>
                    <a:cubicBezTo>
                      <a:pt x="190" y="90"/>
                      <a:pt x="185" y="82"/>
                      <a:pt x="176" y="67"/>
                    </a:cubicBezTo>
                    <a:cubicBezTo>
                      <a:pt x="167" y="52"/>
                      <a:pt x="168" y="60"/>
                      <a:pt x="158" y="71"/>
                    </a:cubicBezTo>
                    <a:cubicBezTo>
                      <a:pt x="148" y="82"/>
                      <a:pt x="141" y="63"/>
                      <a:pt x="138" y="46"/>
                    </a:cubicBezTo>
                    <a:cubicBezTo>
                      <a:pt x="135" y="29"/>
                      <a:pt x="120" y="36"/>
                      <a:pt x="117" y="24"/>
                    </a:cubicBezTo>
                    <a:cubicBezTo>
                      <a:pt x="114" y="12"/>
                      <a:pt x="109" y="12"/>
                      <a:pt x="92" y="6"/>
                    </a:cubicBezTo>
                    <a:cubicBezTo>
                      <a:pt x="75" y="0"/>
                      <a:pt x="86" y="6"/>
                      <a:pt x="65" y="15"/>
                    </a:cubicBezTo>
                    <a:cubicBezTo>
                      <a:pt x="54" y="20"/>
                      <a:pt x="46" y="17"/>
                      <a:pt x="40" y="14"/>
                    </a:cubicBezTo>
                    <a:cubicBezTo>
                      <a:pt x="30" y="22"/>
                      <a:pt x="22" y="32"/>
                      <a:pt x="24" y="42"/>
                    </a:cubicBezTo>
                    <a:cubicBezTo>
                      <a:pt x="26" y="55"/>
                      <a:pt x="34" y="62"/>
                      <a:pt x="25" y="76"/>
                    </a:cubicBezTo>
                    <a:cubicBezTo>
                      <a:pt x="16" y="90"/>
                      <a:pt x="23" y="114"/>
                      <a:pt x="14" y="124"/>
                    </a:cubicBezTo>
                    <a:cubicBezTo>
                      <a:pt x="5" y="134"/>
                      <a:pt x="0" y="141"/>
                      <a:pt x="4" y="159"/>
                    </a:cubicBezTo>
                    <a:cubicBezTo>
                      <a:pt x="8" y="177"/>
                      <a:pt x="17" y="190"/>
                      <a:pt x="9" y="202"/>
                    </a:cubicBezTo>
                    <a:cubicBezTo>
                      <a:pt x="1" y="214"/>
                      <a:pt x="2" y="223"/>
                      <a:pt x="3" y="235"/>
                    </a:cubicBezTo>
                    <a:cubicBezTo>
                      <a:pt x="4" y="247"/>
                      <a:pt x="1" y="259"/>
                      <a:pt x="9" y="268"/>
                    </a:cubicBezTo>
                    <a:cubicBezTo>
                      <a:pt x="17" y="276"/>
                      <a:pt x="30" y="293"/>
                      <a:pt x="31" y="312"/>
                    </a:cubicBezTo>
                    <a:cubicBezTo>
                      <a:pt x="44" y="316"/>
                      <a:pt x="53" y="316"/>
                      <a:pt x="65" y="316"/>
                    </a:cubicBezTo>
                    <a:cubicBezTo>
                      <a:pt x="79" y="316"/>
                      <a:pt x="83" y="317"/>
                      <a:pt x="96" y="324"/>
                    </a:cubicBezTo>
                    <a:cubicBezTo>
                      <a:pt x="109" y="332"/>
                      <a:pt x="119" y="336"/>
                      <a:pt x="142" y="337"/>
                    </a:cubicBezTo>
                    <a:cubicBezTo>
                      <a:pt x="165" y="339"/>
                      <a:pt x="168" y="334"/>
                      <a:pt x="187" y="337"/>
                    </a:cubicBezTo>
                    <a:cubicBezTo>
                      <a:pt x="205" y="340"/>
                      <a:pt x="212" y="347"/>
                      <a:pt x="238" y="334"/>
                    </a:cubicBezTo>
                    <a:cubicBezTo>
                      <a:pt x="264" y="322"/>
                      <a:pt x="288" y="294"/>
                      <a:pt x="310" y="273"/>
                    </a:cubicBezTo>
                    <a:cubicBezTo>
                      <a:pt x="311" y="272"/>
                      <a:pt x="312" y="271"/>
                      <a:pt x="312" y="270"/>
                    </a:cubicBezTo>
                    <a:cubicBezTo>
                      <a:pt x="308" y="261"/>
                      <a:pt x="305" y="251"/>
                      <a:pt x="301" y="240"/>
                    </a:cubicBezTo>
                    <a:cubicBezTo>
                      <a:pt x="296" y="226"/>
                      <a:pt x="299" y="218"/>
                      <a:pt x="297" y="20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6" name="Freeform 23"/>
              <p:cNvSpPr>
                <a:spLocks/>
              </p:cNvSpPr>
              <p:nvPr/>
            </p:nvSpPr>
            <p:spPr bwMode="auto">
              <a:xfrm>
                <a:off x="2804" y="320"/>
                <a:ext cx="1685" cy="1749"/>
              </a:xfrm>
              <a:custGeom>
                <a:avLst/>
                <a:gdLst>
                  <a:gd name="T0" fmla="*/ 2106 w 2486"/>
                  <a:gd name="T1" fmla="*/ 507 h 2581"/>
                  <a:gd name="T2" fmla="*/ 1898 w 2486"/>
                  <a:gd name="T3" fmla="*/ 508 h 2581"/>
                  <a:gd name="T4" fmla="*/ 1749 w 2486"/>
                  <a:gd name="T5" fmla="*/ 387 h 2581"/>
                  <a:gd name="T6" fmla="*/ 1632 w 2486"/>
                  <a:gd name="T7" fmla="*/ 376 h 2581"/>
                  <a:gd name="T8" fmla="*/ 1517 w 2486"/>
                  <a:gd name="T9" fmla="*/ 318 h 2581"/>
                  <a:gd name="T10" fmla="*/ 1518 w 2486"/>
                  <a:gd name="T11" fmla="*/ 292 h 2581"/>
                  <a:gd name="T12" fmla="*/ 1439 w 2486"/>
                  <a:gd name="T13" fmla="*/ 49 h 2581"/>
                  <a:gd name="T14" fmla="*/ 1228 w 2486"/>
                  <a:gd name="T15" fmla="*/ 173 h 2581"/>
                  <a:gd name="T16" fmla="*/ 1065 w 2486"/>
                  <a:gd name="T17" fmla="*/ 216 h 2581"/>
                  <a:gd name="T18" fmla="*/ 931 w 2486"/>
                  <a:gd name="T19" fmla="*/ 228 h 2581"/>
                  <a:gd name="T20" fmla="*/ 924 w 2486"/>
                  <a:gd name="T21" fmla="*/ 91 h 2581"/>
                  <a:gd name="T22" fmla="*/ 857 w 2486"/>
                  <a:gd name="T23" fmla="*/ 21 h 2581"/>
                  <a:gd name="T24" fmla="*/ 736 w 2486"/>
                  <a:gd name="T25" fmla="*/ 76 h 2581"/>
                  <a:gd name="T26" fmla="*/ 647 w 2486"/>
                  <a:gd name="T27" fmla="*/ 77 h 2581"/>
                  <a:gd name="T28" fmla="*/ 644 w 2486"/>
                  <a:gd name="T29" fmla="*/ 169 h 2581"/>
                  <a:gd name="T30" fmla="*/ 603 w 2486"/>
                  <a:gd name="T31" fmla="*/ 250 h 2581"/>
                  <a:gd name="T32" fmla="*/ 496 w 2486"/>
                  <a:gd name="T33" fmla="*/ 287 h 2581"/>
                  <a:gd name="T34" fmla="*/ 423 w 2486"/>
                  <a:gd name="T35" fmla="*/ 205 h 2581"/>
                  <a:gd name="T36" fmla="*/ 270 w 2486"/>
                  <a:gd name="T37" fmla="*/ 234 h 2581"/>
                  <a:gd name="T38" fmla="*/ 264 w 2486"/>
                  <a:gd name="T39" fmla="*/ 351 h 2581"/>
                  <a:gd name="T40" fmla="*/ 288 w 2486"/>
                  <a:gd name="T41" fmla="*/ 492 h 2581"/>
                  <a:gd name="T42" fmla="*/ 210 w 2486"/>
                  <a:gd name="T43" fmla="*/ 606 h 2581"/>
                  <a:gd name="T44" fmla="*/ 69 w 2486"/>
                  <a:gd name="T45" fmla="*/ 709 h 2581"/>
                  <a:gd name="T46" fmla="*/ 24 w 2486"/>
                  <a:gd name="T47" fmla="*/ 806 h 2581"/>
                  <a:gd name="T48" fmla="*/ 73 w 2486"/>
                  <a:gd name="T49" fmla="*/ 917 h 2581"/>
                  <a:gd name="T50" fmla="*/ 206 w 2486"/>
                  <a:gd name="T51" fmla="*/ 958 h 2581"/>
                  <a:gd name="T52" fmla="*/ 257 w 2486"/>
                  <a:gd name="T53" fmla="*/ 1041 h 2581"/>
                  <a:gd name="T54" fmla="*/ 370 w 2486"/>
                  <a:gd name="T55" fmla="*/ 1042 h 2581"/>
                  <a:gd name="T56" fmla="*/ 495 w 2486"/>
                  <a:gd name="T57" fmla="*/ 968 h 2581"/>
                  <a:gd name="T58" fmla="*/ 557 w 2486"/>
                  <a:gd name="T59" fmla="*/ 1003 h 2581"/>
                  <a:gd name="T60" fmla="*/ 597 w 2486"/>
                  <a:gd name="T61" fmla="*/ 1110 h 2581"/>
                  <a:gd name="T62" fmla="*/ 740 w 2486"/>
                  <a:gd name="T63" fmla="*/ 1175 h 2581"/>
                  <a:gd name="T64" fmla="*/ 878 w 2486"/>
                  <a:gd name="T65" fmla="*/ 1261 h 2581"/>
                  <a:gd name="T66" fmla="*/ 888 w 2486"/>
                  <a:gd name="T67" fmla="*/ 1385 h 2581"/>
                  <a:gd name="T68" fmla="*/ 1025 w 2486"/>
                  <a:gd name="T69" fmla="*/ 1457 h 2581"/>
                  <a:gd name="T70" fmla="*/ 1046 w 2486"/>
                  <a:gd name="T71" fmla="*/ 1565 h 2581"/>
                  <a:gd name="T72" fmla="*/ 1039 w 2486"/>
                  <a:gd name="T73" fmla="*/ 1683 h 2581"/>
                  <a:gd name="T74" fmla="*/ 1121 w 2486"/>
                  <a:gd name="T75" fmla="*/ 1780 h 2581"/>
                  <a:gd name="T76" fmla="*/ 1234 w 2486"/>
                  <a:gd name="T77" fmla="*/ 1894 h 2581"/>
                  <a:gd name="T78" fmla="*/ 1248 w 2486"/>
                  <a:gd name="T79" fmla="*/ 2001 h 2581"/>
                  <a:gd name="T80" fmla="*/ 1301 w 2486"/>
                  <a:gd name="T81" fmla="*/ 2085 h 2581"/>
                  <a:gd name="T82" fmla="*/ 1116 w 2486"/>
                  <a:gd name="T83" fmla="*/ 2258 h 2581"/>
                  <a:gd name="T84" fmla="*/ 1107 w 2486"/>
                  <a:gd name="T85" fmla="*/ 2317 h 2581"/>
                  <a:gd name="T86" fmla="*/ 1224 w 2486"/>
                  <a:gd name="T87" fmla="*/ 2402 h 2581"/>
                  <a:gd name="T88" fmla="*/ 1316 w 2486"/>
                  <a:gd name="T89" fmla="*/ 2551 h 2581"/>
                  <a:gd name="T90" fmla="*/ 1461 w 2486"/>
                  <a:gd name="T91" fmla="*/ 2362 h 2581"/>
                  <a:gd name="T92" fmla="*/ 1411 w 2486"/>
                  <a:gd name="T93" fmla="*/ 2445 h 2581"/>
                  <a:gd name="T94" fmla="*/ 1633 w 2486"/>
                  <a:gd name="T95" fmla="*/ 2171 h 2581"/>
                  <a:gd name="T96" fmla="*/ 1655 w 2486"/>
                  <a:gd name="T97" fmla="*/ 1983 h 2581"/>
                  <a:gd name="T98" fmla="*/ 1834 w 2486"/>
                  <a:gd name="T99" fmla="*/ 1887 h 2581"/>
                  <a:gd name="T100" fmla="*/ 2037 w 2486"/>
                  <a:gd name="T101" fmla="*/ 1811 h 2581"/>
                  <a:gd name="T102" fmla="*/ 2155 w 2486"/>
                  <a:gd name="T103" fmla="*/ 1559 h 2581"/>
                  <a:gd name="T104" fmla="*/ 2204 w 2486"/>
                  <a:gd name="T105" fmla="*/ 1234 h 2581"/>
                  <a:gd name="T106" fmla="*/ 2307 w 2486"/>
                  <a:gd name="T107" fmla="*/ 1054 h 2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486" h="2581">
                    <a:moveTo>
                      <a:pt x="2466" y="778"/>
                    </a:moveTo>
                    <a:cubicBezTo>
                      <a:pt x="2446" y="741"/>
                      <a:pt x="2443" y="706"/>
                      <a:pt x="2439" y="690"/>
                    </a:cubicBezTo>
                    <a:cubicBezTo>
                      <a:pt x="2434" y="675"/>
                      <a:pt x="2416" y="650"/>
                      <a:pt x="2396" y="653"/>
                    </a:cubicBezTo>
                    <a:cubicBezTo>
                      <a:pt x="2376" y="656"/>
                      <a:pt x="2338" y="670"/>
                      <a:pt x="2284" y="620"/>
                    </a:cubicBezTo>
                    <a:cubicBezTo>
                      <a:pt x="2229" y="570"/>
                      <a:pt x="2139" y="508"/>
                      <a:pt x="2106" y="507"/>
                    </a:cubicBezTo>
                    <a:cubicBezTo>
                      <a:pt x="2073" y="505"/>
                      <a:pt x="2052" y="530"/>
                      <a:pt x="2040" y="517"/>
                    </a:cubicBezTo>
                    <a:cubicBezTo>
                      <a:pt x="2029" y="504"/>
                      <a:pt x="2026" y="508"/>
                      <a:pt x="2014" y="504"/>
                    </a:cubicBezTo>
                    <a:cubicBezTo>
                      <a:pt x="2003" y="500"/>
                      <a:pt x="1960" y="480"/>
                      <a:pt x="1948" y="483"/>
                    </a:cubicBezTo>
                    <a:cubicBezTo>
                      <a:pt x="1937" y="485"/>
                      <a:pt x="1914" y="488"/>
                      <a:pt x="1908" y="490"/>
                    </a:cubicBezTo>
                    <a:cubicBezTo>
                      <a:pt x="1903" y="491"/>
                      <a:pt x="1901" y="497"/>
                      <a:pt x="1898" y="508"/>
                    </a:cubicBezTo>
                    <a:cubicBezTo>
                      <a:pt x="1895" y="520"/>
                      <a:pt x="1877" y="518"/>
                      <a:pt x="1878" y="503"/>
                    </a:cubicBezTo>
                    <a:cubicBezTo>
                      <a:pt x="1880" y="487"/>
                      <a:pt x="1911" y="484"/>
                      <a:pt x="1893" y="462"/>
                    </a:cubicBezTo>
                    <a:cubicBezTo>
                      <a:pt x="1874" y="441"/>
                      <a:pt x="1877" y="425"/>
                      <a:pt x="1854" y="425"/>
                    </a:cubicBezTo>
                    <a:cubicBezTo>
                      <a:pt x="1831" y="425"/>
                      <a:pt x="1807" y="405"/>
                      <a:pt x="1788" y="405"/>
                    </a:cubicBezTo>
                    <a:cubicBezTo>
                      <a:pt x="1769" y="405"/>
                      <a:pt x="1768" y="385"/>
                      <a:pt x="1749" y="387"/>
                    </a:cubicBezTo>
                    <a:cubicBezTo>
                      <a:pt x="1731" y="388"/>
                      <a:pt x="1682" y="372"/>
                      <a:pt x="1672" y="374"/>
                    </a:cubicBezTo>
                    <a:cubicBezTo>
                      <a:pt x="1662" y="375"/>
                      <a:pt x="1647" y="392"/>
                      <a:pt x="1640" y="411"/>
                    </a:cubicBezTo>
                    <a:cubicBezTo>
                      <a:pt x="1633" y="430"/>
                      <a:pt x="1602" y="445"/>
                      <a:pt x="1592" y="457"/>
                    </a:cubicBezTo>
                    <a:cubicBezTo>
                      <a:pt x="1581" y="468"/>
                      <a:pt x="1571" y="435"/>
                      <a:pt x="1587" y="427"/>
                    </a:cubicBezTo>
                    <a:cubicBezTo>
                      <a:pt x="1603" y="418"/>
                      <a:pt x="1624" y="392"/>
                      <a:pt x="1632" y="376"/>
                    </a:cubicBezTo>
                    <a:cubicBezTo>
                      <a:pt x="1639" y="361"/>
                      <a:pt x="1637" y="344"/>
                      <a:pt x="1617" y="342"/>
                    </a:cubicBezTo>
                    <a:cubicBezTo>
                      <a:pt x="1597" y="341"/>
                      <a:pt x="1580" y="341"/>
                      <a:pt x="1577" y="349"/>
                    </a:cubicBezTo>
                    <a:cubicBezTo>
                      <a:pt x="1574" y="358"/>
                      <a:pt x="1560" y="338"/>
                      <a:pt x="1559" y="331"/>
                    </a:cubicBezTo>
                    <a:cubicBezTo>
                      <a:pt x="1557" y="323"/>
                      <a:pt x="1551" y="312"/>
                      <a:pt x="1540" y="308"/>
                    </a:cubicBezTo>
                    <a:cubicBezTo>
                      <a:pt x="1528" y="303"/>
                      <a:pt x="1520" y="301"/>
                      <a:pt x="1517" y="318"/>
                    </a:cubicBezTo>
                    <a:cubicBezTo>
                      <a:pt x="1514" y="335"/>
                      <a:pt x="1493" y="335"/>
                      <a:pt x="1493" y="352"/>
                    </a:cubicBezTo>
                    <a:cubicBezTo>
                      <a:pt x="1493" y="369"/>
                      <a:pt x="1494" y="394"/>
                      <a:pt x="1481" y="394"/>
                    </a:cubicBezTo>
                    <a:cubicBezTo>
                      <a:pt x="1468" y="394"/>
                      <a:pt x="1474" y="378"/>
                      <a:pt x="1463" y="374"/>
                    </a:cubicBezTo>
                    <a:cubicBezTo>
                      <a:pt x="1451" y="369"/>
                      <a:pt x="1442" y="344"/>
                      <a:pt x="1465" y="333"/>
                    </a:cubicBezTo>
                    <a:cubicBezTo>
                      <a:pt x="1488" y="323"/>
                      <a:pt x="1506" y="319"/>
                      <a:pt x="1518" y="292"/>
                    </a:cubicBezTo>
                    <a:cubicBezTo>
                      <a:pt x="1531" y="265"/>
                      <a:pt x="1536" y="256"/>
                      <a:pt x="1541" y="242"/>
                    </a:cubicBezTo>
                    <a:cubicBezTo>
                      <a:pt x="1547" y="227"/>
                      <a:pt x="1538" y="213"/>
                      <a:pt x="1524" y="209"/>
                    </a:cubicBezTo>
                    <a:cubicBezTo>
                      <a:pt x="1510" y="204"/>
                      <a:pt x="1490" y="210"/>
                      <a:pt x="1484" y="173"/>
                    </a:cubicBezTo>
                    <a:cubicBezTo>
                      <a:pt x="1478" y="136"/>
                      <a:pt x="1463" y="94"/>
                      <a:pt x="1460" y="80"/>
                    </a:cubicBezTo>
                    <a:cubicBezTo>
                      <a:pt x="1457" y="68"/>
                      <a:pt x="1461" y="57"/>
                      <a:pt x="1439" y="49"/>
                    </a:cubicBezTo>
                    <a:cubicBezTo>
                      <a:pt x="1428" y="62"/>
                      <a:pt x="1425" y="80"/>
                      <a:pt x="1415" y="92"/>
                    </a:cubicBezTo>
                    <a:cubicBezTo>
                      <a:pt x="1402" y="107"/>
                      <a:pt x="1392" y="114"/>
                      <a:pt x="1378" y="157"/>
                    </a:cubicBezTo>
                    <a:cubicBezTo>
                      <a:pt x="1364" y="200"/>
                      <a:pt x="1326" y="188"/>
                      <a:pt x="1311" y="187"/>
                    </a:cubicBezTo>
                    <a:cubicBezTo>
                      <a:pt x="1296" y="186"/>
                      <a:pt x="1290" y="196"/>
                      <a:pt x="1265" y="198"/>
                    </a:cubicBezTo>
                    <a:cubicBezTo>
                      <a:pt x="1240" y="200"/>
                      <a:pt x="1232" y="182"/>
                      <a:pt x="1228" y="173"/>
                    </a:cubicBezTo>
                    <a:cubicBezTo>
                      <a:pt x="1224" y="164"/>
                      <a:pt x="1202" y="169"/>
                      <a:pt x="1197" y="174"/>
                    </a:cubicBezTo>
                    <a:cubicBezTo>
                      <a:pt x="1192" y="179"/>
                      <a:pt x="1182" y="177"/>
                      <a:pt x="1167" y="177"/>
                    </a:cubicBezTo>
                    <a:cubicBezTo>
                      <a:pt x="1152" y="177"/>
                      <a:pt x="1152" y="195"/>
                      <a:pt x="1152" y="208"/>
                    </a:cubicBezTo>
                    <a:cubicBezTo>
                      <a:pt x="1152" y="221"/>
                      <a:pt x="1107" y="213"/>
                      <a:pt x="1096" y="213"/>
                    </a:cubicBezTo>
                    <a:cubicBezTo>
                      <a:pt x="1085" y="213"/>
                      <a:pt x="1079" y="214"/>
                      <a:pt x="1065" y="216"/>
                    </a:cubicBezTo>
                    <a:cubicBezTo>
                      <a:pt x="1051" y="218"/>
                      <a:pt x="1040" y="222"/>
                      <a:pt x="1033" y="231"/>
                    </a:cubicBezTo>
                    <a:cubicBezTo>
                      <a:pt x="1026" y="240"/>
                      <a:pt x="1016" y="241"/>
                      <a:pt x="1013" y="235"/>
                    </a:cubicBezTo>
                    <a:cubicBezTo>
                      <a:pt x="1010" y="229"/>
                      <a:pt x="998" y="239"/>
                      <a:pt x="990" y="253"/>
                    </a:cubicBezTo>
                    <a:cubicBezTo>
                      <a:pt x="982" y="267"/>
                      <a:pt x="965" y="259"/>
                      <a:pt x="961" y="256"/>
                    </a:cubicBezTo>
                    <a:cubicBezTo>
                      <a:pt x="957" y="253"/>
                      <a:pt x="942" y="239"/>
                      <a:pt x="931" y="228"/>
                    </a:cubicBezTo>
                    <a:cubicBezTo>
                      <a:pt x="920" y="217"/>
                      <a:pt x="912" y="210"/>
                      <a:pt x="911" y="199"/>
                    </a:cubicBezTo>
                    <a:cubicBezTo>
                      <a:pt x="910" y="188"/>
                      <a:pt x="905" y="186"/>
                      <a:pt x="903" y="177"/>
                    </a:cubicBezTo>
                    <a:cubicBezTo>
                      <a:pt x="901" y="168"/>
                      <a:pt x="900" y="149"/>
                      <a:pt x="904" y="142"/>
                    </a:cubicBezTo>
                    <a:cubicBezTo>
                      <a:pt x="908" y="135"/>
                      <a:pt x="914" y="125"/>
                      <a:pt x="910" y="114"/>
                    </a:cubicBezTo>
                    <a:cubicBezTo>
                      <a:pt x="906" y="103"/>
                      <a:pt x="911" y="99"/>
                      <a:pt x="924" y="91"/>
                    </a:cubicBezTo>
                    <a:cubicBezTo>
                      <a:pt x="937" y="83"/>
                      <a:pt x="916" y="72"/>
                      <a:pt x="915" y="65"/>
                    </a:cubicBezTo>
                    <a:cubicBezTo>
                      <a:pt x="914" y="58"/>
                      <a:pt x="914" y="53"/>
                      <a:pt x="898" y="49"/>
                    </a:cubicBezTo>
                    <a:cubicBezTo>
                      <a:pt x="882" y="45"/>
                      <a:pt x="897" y="39"/>
                      <a:pt x="899" y="25"/>
                    </a:cubicBezTo>
                    <a:cubicBezTo>
                      <a:pt x="901" y="11"/>
                      <a:pt x="898" y="2"/>
                      <a:pt x="875" y="1"/>
                    </a:cubicBezTo>
                    <a:cubicBezTo>
                      <a:pt x="852" y="0"/>
                      <a:pt x="859" y="9"/>
                      <a:pt x="857" y="21"/>
                    </a:cubicBezTo>
                    <a:cubicBezTo>
                      <a:pt x="855" y="33"/>
                      <a:pt x="843" y="30"/>
                      <a:pt x="839" y="40"/>
                    </a:cubicBezTo>
                    <a:cubicBezTo>
                      <a:pt x="835" y="50"/>
                      <a:pt x="832" y="45"/>
                      <a:pt x="819" y="51"/>
                    </a:cubicBezTo>
                    <a:cubicBezTo>
                      <a:pt x="806" y="57"/>
                      <a:pt x="806" y="60"/>
                      <a:pt x="790" y="60"/>
                    </a:cubicBezTo>
                    <a:cubicBezTo>
                      <a:pt x="774" y="60"/>
                      <a:pt x="773" y="71"/>
                      <a:pt x="757" y="70"/>
                    </a:cubicBezTo>
                    <a:cubicBezTo>
                      <a:pt x="741" y="69"/>
                      <a:pt x="745" y="76"/>
                      <a:pt x="736" y="76"/>
                    </a:cubicBezTo>
                    <a:cubicBezTo>
                      <a:pt x="727" y="76"/>
                      <a:pt x="724" y="85"/>
                      <a:pt x="725" y="98"/>
                    </a:cubicBezTo>
                    <a:cubicBezTo>
                      <a:pt x="726" y="111"/>
                      <a:pt x="715" y="105"/>
                      <a:pt x="708" y="104"/>
                    </a:cubicBezTo>
                    <a:cubicBezTo>
                      <a:pt x="701" y="103"/>
                      <a:pt x="702" y="98"/>
                      <a:pt x="696" y="89"/>
                    </a:cubicBezTo>
                    <a:cubicBezTo>
                      <a:pt x="690" y="80"/>
                      <a:pt x="680" y="90"/>
                      <a:pt x="668" y="85"/>
                    </a:cubicBezTo>
                    <a:cubicBezTo>
                      <a:pt x="656" y="80"/>
                      <a:pt x="650" y="87"/>
                      <a:pt x="647" y="77"/>
                    </a:cubicBezTo>
                    <a:cubicBezTo>
                      <a:pt x="644" y="67"/>
                      <a:pt x="630" y="70"/>
                      <a:pt x="616" y="68"/>
                    </a:cubicBezTo>
                    <a:cubicBezTo>
                      <a:pt x="602" y="66"/>
                      <a:pt x="602" y="68"/>
                      <a:pt x="602" y="77"/>
                    </a:cubicBezTo>
                    <a:cubicBezTo>
                      <a:pt x="602" y="86"/>
                      <a:pt x="613" y="92"/>
                      <a:pt x="625" y="105"/>
                    </a:cubicBezTo>
                    <a:cubicBezTo>
                      <a:pt x="637" y="118"/>
                      <a:pt x="625" y="144"/>
                      <a:pt x="631" y="147"/>
                    </a:cubicBezTo>
                    <a:cubicBezTo>
                      <a:pt x="637" y="150"/>
                      <a:pt x="644" y="157"/>
                      <a:pt x="644" y="169"/>
                    </a:cubicBezTo>
                    <a:cubicBezTo>
                      <a:pt x="644" y="181"/>
                      <a:pt x="650" y="178"/>
                      <a:pt x="668" y="180"/>
                    </a:cubicBezTo>
                    <a:cubicBezTo>
                      <a:pt x="686" y="182"/>
                      <a:pt x="680" y="188"/>
                      <a:pt x="678" y="197"/>
                    </a:cubicBezTo>
                    <a:cubicBezTo>
                      <a:pt x="676" y="206"/>
                      <a:pt x="665" y="205"/>
                      <a:pt x="650" y="210"/>
                    </a:cubicBezTo>
                    <a:cubicBezTo>
                      <a:pt x="635" y="215"/>
                      <a:pt x="635" y="222"/>
                      <a:pt x="633" y="237"/>
                    </a:cubicBezTo>
                    <a:cubicBezTo>
                      <a:pt x="631" y="252"/>
                      <a:pt x="619" y="250"/>
                      <a:pt x="603" y="250"/>
                    </a:cubicBezTo>
                    <a:cubicBezTo>
                      <a:pt x="587" y="250"/>
                      <a:pt x="592" y="263"/>
                      <a:pt x="578" y="264"/>
                    </a:cubicBezTo>
                    <a:cubicBezTo>
                      <a:pt x="564" y="265"/>
                      <a:pt x="570" y="277"/>
                      <a:pt x="559" y="282"/>
                    </a:cubicBezTo>
                    <a:cubicBezTo>
                      <a:pt x="548" y="287"/>
                      <a:pt x="548" y="279"/>
                      <a:pt x="539" y="273"/>
                    </a:cubicBezTo>
                    <a:cubicBezTo>
                      <a:pt x="530" y="267"/>
                      <a:pt x="527" y="274"/>
                      <a:pt x="524" y="283"/>
                    </a:cubicBezTo>
                    <a:cubicBezTo>
                      <a:pt x="521" y="292"/>
                      <a:pt x="510" y="289"/>
                      <a:pt x="496" y="287"/>
                    </a:cubicBezTo>
                    <a:cubicBezTo>
                      <a:pt x="482" y="285"/>
                      <a:pt x="485" y="283"/>
                      <a:pt x="478" y="274"/>
                    </a:cubicBezTo>
                    <a:cubicBezTo>
                      <a:pt x="471" y="265"/>
                      <a:pt x="465" y="263"/>
                      <a:pt x="453" y="261"/>
                    </a:cubicBezTo>
                    <a:cubicBezTo>
                      <a:pt x="441" y="259"/>
                      <a:pt x="449" y="226"/>
                      <a:pt x="447" y="216"/>
                    </a:cubicBezTo>
                    <a:cubicBezTo>
                      <a:pt x="446" y="211"/>
                      <a:pt x="439" y="206"/>
                      <a:pt x="432" y="202"/>
                    </a:cubicBezTo>
                    <a:cubicBezTo>
                      <a:pt x="430" y="203"/>
                      <a:pt x="427" y="204"/>
                      <a:pt x="423" y="205"/>
                    </a:cubicBezTo>
                    <a:cubicBezTo>
                      <a:pt x="406" y="208"/>
                      <a:pt x="404" y="210"/>
                      <a:pt x="402" y="217"/>
                    </a:cubicBezTo>
                    <a:cubicBezTo>
                      <a:pt x="400" y="223"/>
                      <a:pt x="387" y="225"/>
                      <a:pt x="382" y="217"/>
                    </a:cubicBezTo>
                    <a:cubicBezTo>
                      <a:pt x="378" y="210"/>
                      <a:pt x="366" y="207"/>
                      <a:pt x="366" y="216"/>
                    </a:cubicBezTo>
                    <a:cubicBezTo>
                      <a:pt x="366" y="225"/>
                      <a:pt x="364" y="225"/>
                      <a:pt x="340" y="225"/>
                    </a:cubicBezTo>
                    <a:cubicBezTo>
                      <a:pt x="316" y="224"/>
                      <a:pt x="267" y="213"/>
                      <a:pt x="270" y="234"/>
                    </a:cubicBezTo>
                    <a:cubicBezTo>
                      <a:pt x="274" y="255"/>
                      <a:pt x="267" y="267"/>
                      <a:pt x="280" y="269"/>
                    </a:cubicBezTo>
                    <a:cubicBezTo>
                      <a:pt x="292" y="271"/>
                      <a:pt x="316" y="268"/>
                      <a:pt x="314" y="279"/>
                    </a:cubicBezTo>
                    <a:cubicBezTo>
                      <a:pt x="313" y="289"/>
                      <a:pt x="323" y="295"/>
                      <a:pt x="309" y="295"/>
                    </a:cubicBezTo>
                    <a:cubicBezTo>
                      <a:pt x="295" y="296"/>
                      <a:pt x="263" y="291"/>
                      <a:pt x="261" y="305"/>
                    </a:cubicBezTo>
                    <a:cubicBezTo>
                      <a:pt x="259" y="319"/>
                      <a:pt x="256" y="345"/>
                      <a:pt x="264" y="351"/>
                    </a:cubicBezTo>
                    <a:cubicBezTo>
                      <a:pt x="272" y="358"/>
                      <a:pt x="290" y="373"/>
                      <a:pt x="294" y="384"/>
                    </a:cubicBezTo>
                    <a:cubicBezTo>
                      <a:pt x="298" y="395"/>
                      <a:pt x="300" y="397"/>
                      <a:pt x="300" y="408"/>
                    </a:cubicBezTo>
                    <a:cubicBezTo>
                      <a:pt x="301" y="419"/>
                      <a:pt x="301" y="423"/>
                      <a:pt x="296" y="433"/>
                    </a:cubicBezTo>
                    <a:cubicBezTo>
                      <a:pt x="292" y="442"/>
                      <a:pt x="290" y="453"/>
                      <a:pt x="290" y="463"/>
                    </a:cubicBezTo>
                    <a:cubicBezTo>
                      <a:pt x="290" y="473"/>
                      <a:pt x="288" y="485"/>
                      <a:pt x="288" y="492"/>
                    </a:cubicBezTo>
                    <a:cubicBezTo>
                      <a:pt x="288" y="499"/>
                      <a:pt x="278" y="529"/>
                      <a:pt x="278" y="544"/>
                    </a:cubicBezTo>
                    <a:cubicBezTo>
                      <a:pt x="278" y="559"/>
                      <a:pt x="271" y="572"/>
                      <a:pt x="271" y="584"/>
                    </a:cubicBezTo>
                    <a:cubicBezTo>
                      <a:pt x="271" y="596"/>
                      <a:pt x="272" y="611"/>
                      <a:pt x="262" y="611"/>
                    </a:cubicBezTo>
                    <a:cubicBezTo>
                      <a:pt x="251" y="612"/>
                      <a:pt x="240" y="607"/>
                      <a:pt x="232" y="604"/>
                    </a:cubicBezTo>
                    <a:cubicBezTo>
                      <a:pt x="224" y="601"/>
                      <a:pt x="218" y="599"/>
                      <a:pt x="210" y="606"/>
                    </a:cubicBezTo>
                    <a:cubicBezTo>
                      <a:pt x="201" y="613"/>
                      <a:pt x="192" y="620"/>
                      <a:pt x="176" y="621"/>
                    </a:cubicBezTo>
                    <a:cubicBezTo>
                      <a:pt x="159" y="621"/>
                      <a:pt x="144" y="617"/>
                      <a:pt x="131" y="631"/>
                    </a:cubicBezTo>
                    <a:cubicBezTo>
                      <a:pt x="118" y="645"/>
                      <a:pt x="100" y="655"/>
                      <a:pt x="91" y="659"/>
                    </a:cubicBezTo>
                    <a:cubicBezTo>
                      <a:pt x="82" y="663"/>
                      <a:pt x="74" y="669"/>
                      <a:pt x="76" y="676"/>
                    </a:cubicBezTo>
                    <a:cubicBezTo>
                      <a:pt x="79" y="683"/>
                      <a:pt x="76" y="701"/>
                      <a:pt x="69" y="709"/>
                    </a:cubicBezTo>
                    <a:cubicBezTo>
                      <a:pt x="62" y="717"/>
                      <a:pt x="54" y="723"/>
                      <a:pt x="60" y="731"/>
                    </a:cubicBezTo>
                    <a:cubicBezTo>
                      <a:pt x="66" y="740"/>
                      <a:pt x="70" y="749"/>
                      <a:pt x="61" y="753"/>
                    </a:cubicBezTo>
                    <a:cubicBezTo>
                      <a:pt x="52" y="757"/>
                      <a:pt x="45" y="755"/>
                      <a:pt x="38" y="763"/>
                    </a:cubicBezTo>
                    <a:cubicBezTo>
                      <a:pt x="32" y="771"/>
                      <a:pt x="20" y="779"/>
                      <a:pt x="22" y="787"/>
                    </a:cubicBezTo>
                    <a:cubicBezTo>
                      <a:pt x="25" y="795"/>
                      <a:pt x="33" y="801"/>
                      <a:pt x="24" y="806"/>
                    </a:cubicBezTo>
                    <a:cubicBezTo>
                      <a:pt x="14" y="811"/>
                      <a:pt x="0" y="817"/>
                      <a:pt x="12" y="827"/>
                    </a:cubicBezTo>
                    <a:cubicBezTo>
                      <a:pt x="23" y="836"/>
                      <a:pt x="20" y="836"/>
                      <a:pt x="27" y="845"/>
                    </a:cubicBezTo>
                    <a:cubicBezTo>
                      <a:pt x="34" y="855"/>
                      <a:pt x="40" y="871"/>
                      <a:pt x="48" y="880"/>
                    </a:cubicBezTo>
                    <a:cubicBezTo>
                      <a:pt x="57" y="889"/>
                      <a:pt x="57" y="897"/>
                      <a:pt x="64" y="902"/>
                    </a:cubicBezTo>
                    <a:cubicBezTo>
                      <a:pt x="70" y="907"/>
                      <a:pt x="75" y="908"/>
                      <a:pt x="73" y="917"/>
                    </a:cubicBezTo>
                    <a:cubicBezTo>
                      <a:pt x="71" y="927"/>
                      <a:pt x="74" y="935"/>
                      <a:pt x="86" y="936"/>
                    </a:cubicBezTo>
                    <a:cubicBezTo>
                      <a:pt x="98" y="937"/>
                      <a:pt x="118" y="939"/>
                      <a:pt x="121" y="951"/>
                    </a:cubicBezTo>
                    <a:cubicBezTo>
                      <a:pt x="124" y="962"/>
                      <a:pt x="120" y="978"/>
                      <a:pt x="134" y="978"/>
                    </a:cubicBezTo>
                    <a:cubicBezTo>
                      <a:pt x="147" y="978"/>
                      <a:pt x="159" y="983"/>
                      <a:pt x="176" y="975"/>
                    </a:cubicBezTo>
                    <a:cubicBezTo>
                      <a:pt x="194" y="967"/>
                      <a:pt x="200" y="967"/>
                      <a:pt x="206" y="958"/>
                    </a:cubicBezTo>
                    <a:cubicBezTo>
                      <a:pt x="212" y="949"/>
                      <a:pt x="234" y="930"/>
                      <a:pt x="235" y="940"/>
                    </a:cubicBezTo>
                    <a:cubicBezTo>
                      <a:pt x="236" y="950"/>
                      <a:pt x="226" y="957"/>
                      <a:pt x="227" y="967"/>
                    </a:cubicBezTo>
                    <a:cubicBezTo>
                      <a:pt x="228" y="976"/>
                      <a:pt x="222" y="997"/>
                      <a:pt x="222" y="1010"/>
                    </a:cubicBezTo>
                    <a:cubicBezTo>
                      <a:pt x="222" y="1023"/>
                      <a:pt x="225" y="1034"/>
                      <a:pt x="233" y="1039"/>
                    </a:cubicBezTo>
                    <a:cubicBezTo>
                      <a:pt x="241" y="1043"/>
                      <a:pt x="252" y="1050"/>
                      <a:pt x="257" y="1041"/>
                    </a:cubicBezTo>
                    <a:cubicBezTo>
                      <a:pt x="262" y="1033"/>
                      <a:pt x="274" y="1034"/>
                      <a:pt x="282" y="1035"/>
                    </a:cubicBezTo>
                    <a:cubicBezTo>
                      <a:pt x="286" y="1036"/>
                      <a:pt x="292" y="1035"/>
                      <a:pt x="297" y="1038"/>
                    </a:cubicBezTo>
                    <a:cubicBezTo>
                      <a:pt x="302" y="1037"/>
                      <a:pt x="309" y="1037"/>
                      <a:pt x="320" y="1039"/>
                    </a:cubicBezTo>
                    <a:cubicBezTo>
                      <a:pt x="347" y="1044"/>
                      <a:pt x="342" y="1037"/>
                      <a:pt x="346" y="1044"/>
                    </a:cubicBezTo>
                    <a:cubicBezTo>
                      <a:pt x="350" y="1050"/>
                      <a:pt x="367" y="1052"/>
                      <a:pt x="370" y="1042"/>
                    </a:cubicBezTo>
                    <a:cubicBezTo>
                      <a:pt x="373" y="1032"/>
                      <a:pt x="382" y="1024"/>
                      <a:pt x="393" y="1021"/>
                    </a:cubicBezTo>
                    <a:cubicBezTo>
                      <a:pt x="403" y="1018"/>
                      <a:pt x="415" y="1020"/>
                      <a:pt x="421" y="1011"/>
                    </a:cubicBezTo>
                    <a:cubicBezTo>
                      <a:pt x="426" y="1002"/>
                      <a:pt x="434" y="997"/>
                      <a:pt x="446" y="995"/>
                    </a:cubicBezTo>
                    <a:cubicBezTo>
                      <a:pt x="457" y="992"/>
                      <a:pt x="463" y="987"/>
                      <a:pt x="467" y="981"/>
                    </a:cubicBezTo>
                    <a:cubicBezTo>
                      <a:pt x="472" y="974"/>
                      <a:pt x="490" y="974"/>
                      <a:pt x="495" y="968"/>
                    </a:cubicBezTo>
                    <a:cubicBezTo>
                      <a:pt x="500" y="962"/>
                      <a:pt x="512" y="961"/>
                      <a:pt x="521" y="961"/>
                    </a:cubicBezTo>
                    <a:cubicBezTo>
                      <a:pt x="529" y="961"/>
                      <a:pt x="545" y="962"/>
                      <a:pt x="549" y="957"/>
                    </a:cubicBezTo>
                    <a:cubicBezTo>
                      <a:pt x="554" y="952"/>
                      <a:pt x="561" y="956"/>
                      <a:pt x="563" y="963"/>
                    </a:cubicBezTo>
                    <a:cubicBezTo>
                      <a:pt x="566" y="971"/>
                      <a:pt x="570" y="980"/>
                      <a:pt x="564" y="986"/>
                    </a:cubicBezTo>
                    <a:cubicBezTo>
                      <a:pt x="558" y="992"/>
                      <a:pt x="556" y="998"/>
                      <a:pt x="557" y="1003"/>
                    </a:cubicBezTo>
                    <a:cubicBezTo>
                      <a:pt x="557" y="1008"/>
                      <a:pt x="551" y="1008"/>
                      <a:pt x="555" y="1017"/>
                    </a:cubicBezTo>
                    <a:cubicBezTo>
                      <a:pt x="559" y="1026"/>
                      <a:pt x="561" y="1031"/>
                      <a:pt x="560" y="1040"/>
                    </a:cubicBezTo>
                    <a:cubicBezTo>
                      <a:pt x="559" y="1049"/>
                      <a:pt x="556" y="1058"/>
                      <a:pt x="563" y="1065"/>
                    </a:cubicBezTo>
                    <a:cubicBezTo>
                      <a:pt x="569" y="1073"/>
                      <a:pt x="574" y="1078"/>
                      <a:pt x="578" y="1087"/>
                    </a:cubicBezTo>
                    <a:cubicBezTo>
                      <a:pt x="581" y="1096"/>
                      <a:pt x="588" y="1106"/>
                      <a:pt x="597" y="1110"/>
                    </a:cubicBezTo>
                    <a:cubicBezTo>
                      <a:pt x="605" y="1115"/>
                      <a:pt x="613" y="1121"/>
                      <a:pt x="616" y="1128"/>
                    </a:cubicBezTo>
                    <a:cubicBezTo>
                      <a:pt x="619" y="1136"/>
                      <a:pt x="628" y="1137"/>
                      <a:pt x="641" y="1138"/>
                    </a:cubicBezTo>
                    <a:cubicBezTo>
                      <a:pt x="654" y="1139"/>
                      <a:pt x="676" y="1133"/>
                      <a:pt x="684" y="1143"/>
                    </a:cubicBezTo>
                    <a:cubicBezTo>
                      <a:pt x="693" y="1152"/>
                      <a:pt x="710" y="1147"/>
                      <a:pt x="716" y="1159"/>
                    </a:cubicBezTo>
                    <a:cubicBezTo>
                      <a:pt x="722" y="1170"/>
                      <a:pt x="728" y="1174"/>
                      <a:pt x="740" y="1175"/>
                    </a:cubicBezTo>
                    <a:cubicBezTo>
                      <a:pt x="752" y="1176"/>
                      <a:pt x="775" y="1184"/>
                      <a:pt x="779" y="1194"/>
                    </a:cubicBezTo>
                    <a:cubicBezTo>
                      <a:pt x="784" y="1205"/>
                      <a:pt x="804" y="1207"/>
                      <a:pt x="820" y="1207"/>
                    </a:cubicBezTo>
                    <a:cubicBezTo>
                      <a:pt x="835" y="1207"/>
                      <a:pt x="853" y="1204"/>
                      <a:pt x="861" y="1212"/>
                    </a:cubicBezTo>
                    <a:cubicBezTo>
                      <a:pt x="869" y="1221"/>
                      <a:pt x="877" y="1228"/>
                      <a:pt x="876" y="1239"/>
                    </a:cubicBezTo>
                    <a:cubicBezTo>
                      <a:pt x="875" y="1249"/>
                      <a:pt x="871" y="1254"/>
                      <a:pt x="878" y="1261"/>
                    </a:cubicBezTo>
                    <a:cubicBezTo>
                      <a:pt x="885" y="1269"/>
                      <a:pt x="878" y="1272"/>
                      <a:pt x="882" y="1279"/>
                    </a:cubicBezTo>
                    <a:cubicBezTo>
                      <a:pt x="886" y="1286"/>
                      <a:pt x="889" y="1295"/>
                      <a:pt x="880" y="1300"/>
                    </a:cubicBezTo>
                    <a:cubicBezTo>
                      <a:pt x="872" y="1305"/>
                      <a:pt x="868" y="1309"/>
                      <a:pt x="875" y="1317"/>
                    </a:cubicBezTo>
                    <a:cubicBezTo>
                      <a:pt x="882" y="1325"/>
                      <a:pt x="892" y="1322"/>
                      <a:pt x="889" y="1335"/>
                    </a:cubicBezTo>
                    <a:cubicBezTo>
                      <a:pt x="889" y="1351"/>
                      <a:pt x="888" y="1385"/>
                      <a:pt x="888" y="1385"/>
                    </a:cubicBezTo>
                    <a:cubicBezTo>
                      <a:pt x="1005" y="1384"/>
                      <a:pt x="1005" y="1384"/>
                      <a:pt x="1005" y="1384"/>
                    </a:cubicBezTo>
                    <a:cubicBezTo>
                      <a:pt x="1005" y="1384"/>
                      <a:pt x="1010" y="1401"/>
                      <a:pt x="1004" y="1407"/>
                    </a:cubicBezTo>
                    <a:cubicBezTo>
                      <a:pt x="998" y="1413"/>
                      <a:pt x="999" y="1419"/>
                      <a:pt x="1000" y="1426"/>
                    </a:cubicBezTo>
                    <a:cubicBezTo>
                      <a:pt x="1000" y="1433"/>
                      <a:pt x="1006" y="1444"/>
                      <a:pt x="1007" y="1448"/>
                    </a:cubicBezTo>
                    <a:cubicBezTo>
                      <a:pt x="1009" y="1452"/>
                      <a:pt x="1016" y="1454"/>
                      <a:pt x="1025" y="1457"/>
                    </a:cubicBezTo>
                    <a:cubicBezTo>
                      <a:pt x="1034" y="1460"/>
                      <a:pt x="1048" y="1464"/>
                      <a:pt x="1048" y="1475"/>
                    </a:cubicBezTo>
                    <a:cubicBezTo>
                      <a:pt x="1048" y="1485"/>
                      <a:pt x="1046" y="1488"/>
                      <a:pt x="1051" y="1492"/>
                    </a:cubicBezTo>
                    <a:cubicBezTo>
                      <a:pt x="1057" y="1496"/>
                      <a:pt x="1063" y="1504"/>
                      <a:pt x="1061" y="1513"/>
                    </a:cubicBezTo>
                    <a:cubicBezTo>
                      <a:pt x="1060" y="1521"/>
                      <a:pt x="1049" y="1524"/>
                      <a:pt x="1049" y="1534"/>
                    </a:cubicBezTo>
                    <a:cubicBezTo>
                      <a:pt x="1049" y="1544"/>
                      <a:pt x="1045" y="1558"/>
                      <a:pt x="1046" y="1565"/>
                    </a:cubicBezTo>
                    <a:cubicBezTo>
                      <a:pt x="1046" y="1573"/>
                      <a:pt x="1045" y="1576"/>
                      <a:pt x="1038" y="1584"/>
                    </a:cubicBezTo>
                    <a:cubicBezTo>
                      <a:pt x="1031" y="1592"/>
                      <a:pt x="1027" y="1604"/>
                      <a:pt x="1030" y="1612"/>
                    </a:cubicBezTo>
                    <a:cubicBezTo>
                      <a:pt x="1032" y="1621"/>
                      <a:pt x="1040" y="1622"/>
                      <a:pt x="1032" y="1633"/>
                    </a:cubicBezTo>
                    <a:cubicBezTo>
                      <a:pt x="1025" y="1643"/>
                      <a:pt x="1015" y="1645"/>
                      <a:pt x="1026" y="1655"/>
                    </a:cubicBezTo>
                    <a:cubicBezTo>
                      <a:pt x="1036" y="1665"/>
                      <a:pt x="1041" y="1668"/>
                      <a:pt x="1039" y="1683"/>
                    </a:cubicBezTo>
                    <a:cubicBezTo>
                      <a:pt x="1037" y="1698"/>
                      <a:pt x="1040" y="1708"/>
                      <a:pt x="1036" y="1718"/>
                    </a:cubicBezTo>
                    <a:cubicBezTo>
                      <a:pt x="1032" y="1728"/>
                      <a:pt x="1032" y="1746"/>
                      <a:pt x="1035" y="1755"/>
                    </a:cubicBezTo>
                    <a:cubicBezTo>
                      <a:pt x="1038" y="1764"/>
                      <a:pt x="1031" y="1773"/>
                      <a:pt x="1050" y="1775"/>
                    </a:cubicBezTo>
                    <a:cubicBezTo>
                      <a:pt x="1069" y="1777"/>
                      <a:pt x="1075" y="1780"/>
                      <a:pt x="1086" y="1784"/>
                    </a:cubicBezTo>
                    <a:cubicBezTo>
                      <a:pt x="1097" y="1788"/>
                      <a:pt x="1118" y="1787"/>
                      <a:pt x="1121" y="1780"/>
                    </a:cubicBezTo>
                    <a:cubicBezTo>
                      <a:pt x="1124" y="1773"/>
                      <a:pt x="1130" y="1763"/>
                      <a:pt x="1142" y="1774"/>
                    </a:cubicBezTo>
                    <a:cubicBezTo>
                      <a:pt x="1154" y="1785"/>
                      <a:pt x="1165" y="1779"/>
                      <a:pt x="1166" y="1795"/>
                    </a:cubicBezTo>
                    <a:cubicBezTo>
                      <a:pt x="1167" y="1811"/>
                      <a:pt x="1177" y="1825"/>
                      <a:pt x="1181" y="1842"/>
                    </a:cubicBezTo>
                    <a:cubicBezTo>
                      <a:pt x="1185" y="1859"/>
                      <a:pt x="1184" y="1892"/>
                      <a:pt x="1199" y="1895"/>
                    </a:cubicBezTo>
                    <a:cubicBezTo>
                      <a:pt x="1214" y="1898"/>
                      <a:pt x="1228" y="1904"/>
                      <a:pt x="1234" y="1894"/>
                    </a:cubicBezTo>
                    <a:cubicBezTo>
                      <a:pt x="1240" y="1884"/>
                      <a:pt x="1245" y="1879"/>
                      <a:pt x="1255" y="1885"/>
                    </a:cubicBezTo>
                    <a:cubicBezTo>
                      <a:pt x="1265" y="1891"/>
                      <a:pt x="1273" y="1896"/>
                      <a:pt x="1273" y="1911"/>
                    </a:cubicBezTo>
                    <a:cubicBezTo>
                      <a:pt x="1273" y="1926"/>
                      <a:pt x="1275" y="1927"/>
                      <a:pt x="1265" y="1946"/>
                    </a:cubicBezTo>
                    <a:cubicBezTo>
                      <a:pt x="1255" y="1965"/>
                      <a:pt x="1250" y="1976"/>
                      <a:pt x="1249" y="1988"/>
                    </a:cubicBezTo>
                    <a:cubicBezTo>
                      <a:pt x="1249" y="1993"/>
                      <a:pt x="1248" y="1997"/>
                      <a:pt x="1248" y="2001"/>
                    </a:cubicBezTo>
                    <a:cubicBezTo>
                      <a:pt x="1255" y="2001"/>
                      <a:pt x="1264" y="2002"/>
                      <a:pt x="1272" y="2002"/>
                    </a:cubicBezTo>
                    <a:cubicBezTo>
                      <a:pt x="1288" y="2002"/>
                      <a:pt x="1299" y="2005"/>
                      <a:pt x="1299" y="2014"/>
                    </a:cubicBezTo>
                    <a:cubicBezTo>
                      <a:pt x="1299" y="2023"/>
                      <a:pt x="1303" y="2032"/>
                      <a:pt x="1307" y="2037"/>
                    </a:cubicBezTo>
                    <a:cubicBezTo>
                      <a:pt x="1311" y="2042"/>
                      <a:pt x="1316" y="2050"/>
                      <a:pt x="1309" y="2058"/>
                    </a:cubicBezTo>
                    <a:cubicBezTo>
                      <a:pt x="1302" y="2066"/>
                      <a:pt x="1300" y="2071"/>
                      <a:pt x="1301" y="2085"/>
                    </a:cubicBezTo>
                    <a:cubicBezTo>
                      <a:pt x="1302" y="2099"/>
                      <a:pt x="1317" y="2114"/>
                      <a:pt x="1280" y="2122"/>
                    </a:cubicBezTo>
                    <a:cubicBezTo>
                      <a:pt x="1243" y="2130"/>
                      <a:pt x="1231" y="2146"/>
                      <a:pt x="1217" y="2157"/>
                    </a:cubicBezTo>
                    <a:cubicBezTo>
                      <a:pt x="1203" y="2168"/>
                      <a:pt x="1191" y="2169"/>
                      <a:pt x="1178" y="2188"/>
                    </a:cubicBezTo>
                    <a:cubicBezTo>
                      <a:pt x="1165" y="2207"/>
                      <a:pt x="1159" y="2210"/>
                      <a:pt x="1149" y="2225"/>
                    </a:cubicBezTo>
                    <a:cubicBezTo>
                      <a:pt x="1139" y="2240"/>
                      <a:pt x="1127" y="2241"/>
                      <a:pt x="1116" y="2258"/>
                    </a:cubicBezTo>
                    <a:cubicBezTo>
                      <a:pt x="1105" y="2275"/>
                      <a:pt x="1106" y="2285"/>
                      <a:pt x="1090" y="2292"/>
                    </a:cubicBezTo>
                    <a:cubicBezTo>
                      <a:pt x="1074" y="2299"/>
                      <a:pt x="1078" y="2311"/>
                      <a:pt x="1064" y="2319"/>
                    </a:cubicBezTo>
                    <a:cubicBezTo>
                      <a:pt x="1061" y="2321"/>
                      <a:pt x="1058" y="2323"/>
                      <a:pt x="1055" y="2325"/>
                    </a:cubicBezTo>
                    <a:cubicBezTo>
                      <a:pt x="1061" y="2328"/>
                      <a:pt x="1069" y="2331"/>
                      <a:pt x="1080" y="2326"/>
                    </a:cubicBezTo>
                    <a:cubicBezTo>
                      <a:pt x="1101" y="2317"/>
                      <a:pt x="1090" y="2311"/>
                      <a:pt x="1107" y="2317"/>
                    </a:cubicBezTo>
                    <a:cubicBezTo>
                      <a:pt x="1124" y="2323"/>
                      <a:pt x="1129" y="2323"/>
                      <a:pt x="1132" y="2335"/>
                    </a:cubicBezTo>
                    <a:cubicBezTo>
                      <a:pt x="1135" y="2347"/>
                      <a:pt x="1150" y="2340"/>
                      <a:pt x="1153" y="2357"/>
                    </a:cubicBezTo>
                    <a:cubicBezTo>
                      <a:pt x="1156" y="2374"/>
                      <a:pt x="1163" y="2393"/>
                      <a:pt x="1173" y="2382"/>
                    </a:cubicBezTo>
                    <a:cubicBezTo>
                      <a:pt x="1183" y="2371"/>
                      <a:pt x="1182" y="2363"/>
                      <a:pt x="1191" y="2378"/>
                    </a:cubicBezTo>
                    <a:cubicBezTo>
                      <a:pt x="1200" y="2393"/>
                      <a:pt x="1205" y="2401"/>
                      <a:pt x="1224" y="2402"/>
                    </a:cubicBezTo>
                    <a:cubicBezTo>
                      <a:pt x="1243" y="2403"/>
                      <a:pt x="1248" y="2405"/>
                      <a:pt x="1254" y="2419"/>
                    </a:cubicBezTo>
                    <a:cubicBezTo>
                      <a:pt x="1260" y="2433"/>
                      <a:pt x="1263" y="2437"/>
                      <a:pt x="1275" y="2442"/>
                    </a:cubicBezTo>
                    <a:cubicBezTo>
                      <a:pt x="1287" y="2447"/>
                      <a:pt x="1300" y="2445"/>
                      <a:pt x="1305" y="2460"/>
                    </a:cubicBezTo>
                    <a:cubicBezTo>
                      <a:pt x="1310" y="2475"/>
                      <a:pt x="1310" y="2499"/>
                      <a:pt x="1312" y="2514"/>
                    </a:cubicBezTo>
                    <a:cubicBezTo>
                      <a:pt x="1314" y="2529"/>
                      <a:pt x="1311" y="2537"/>
                      <a:pt x="1316" y="2551"/>
                    </a:cubicBezTo>
                    <a:cubicBezTo>
                      <a:pt x="1320" y="2562"/>
                      <a:pt x="1323" y="2572"/>
                      <a:pt x="1327" y="2581"/>
                    </a:cubicBezTo>
                    <a:cubicBezTo>
                      <a:pt x="1349" y="2561"/>
                      <a:pt x="1382" y="2538"/>
                      <a:pt x="1384" y="2512"/>
                    </a:cubicBezTo>
                    <a:cubicBezTo>
                      <a:pt x="1385" y="2485"/>
                      <a:pt x="1401" y="2476"/>
                      <a:pt x="1399" y="2456"/>
                    </a:cubicBezTo>
                    <a:cubicBezTo>
                      <a:pt x="1398" y="2436"/>
                      <a:pt x="1399" y="2422"/>
                      <a:pt x="1411" y="2409"/>
                    </a:cubicBezTo>
                    <a:cubicBezTo>
                      <a:pt x="1422" y="2396"/>
                      <a:pt x="1455" y="2386"/>
                      <a:pt x="1461" y="2362"/>
                    </a:cubicBezTo>
                    <a:cubicBezTo>
                      <a:pt x="1467" y="2337"/>
                      <a:pt x="1464" y="2334"/>
                      <a:pt x="1480" y="2332"/>
                    </a:cubicBezTo>
                    <a:cubicBezTo>
                      <a:pt x="1495" y="2329"/>
                      <a:pt x="1504" y="2329"/>
                      <a:pt x="1503" y="2342"/>
                    </a:cubicBezTo>
                    <a:cubicBezTo>
                      <a:pt x="1501" y="2354"/>
                      <a:pt x="1485" y="2363"/>
                      <a:pt x="1475" y="2376"/>
                    </a:cubicBezTo>
                    <a:cubicBezTo>
                      <a:pt x="1465" y="2389"/>
                      <a:pt x="1467" y="2400"/>
                      <a:pt x="1448" y="2410"/>
                    </a:cubicBezTo>
                    <a:cubicBezTo>
                      <a:pt x="1430" y="2420"/>
                      <a:pt x="1411" y="2438"/>
                      <a:pt x="1411" y="2445"/>
                    </a:cubicBezTo>
                    <a:cubicBezTo>
                      <a:pt x="1411" y="2452"/>
                      <a:pt x="1422" y="2442"/>
                      <a:pt x="1434" y="2436"/>
                    </a:cubicBezTo>
                    <a:cubicBezTo>
                      <a:pt x="1445" y="2430"/>
                      <a:pt x="1503" y="2386"/>
                      <a:pt x="1508" y="2370"/>
                    </a:cubicBezTo>
                    <a:cubicBezTo>
                      <a:pt x="1514" y="2354"/>
                      <a:pt x="1533" y="2327"/>
                      <a:pt x="1538" y="2301"/>
                    </a:cubicBezTo>
                    <a:cubicBezTo>
                      <a:pt x="1544" y="2276"/>
                      <a:pt x="1574" y="2250"/>
                      <a:pt x="1583" y="2236"/>
                    </a:cubicBezTo>
                    <a:cubicBezTo>
                      <a:pt x="1592" y="2221"/>
                      <a:pt x="1633" y="2197"/>
                      <a:pt x="1633" y="2171"/>
                    </a:cubicBezTo>
                    <a:cubicBezTo>
                      <a:pt x="1633" y="2145"/>
                      <a:pt x="1650" y="2142"/>
                      <a:pt x="1640" y="2124"/>
                    </a:cubicBezTo>
                    <a:cubicBezTo>
                      <a:pt x="1630" y="2105"/>
                      <a:pt x="1622" y="2099"/>
                      <a:pt x="1626" y="2071"/>
                    </a:cubicBezTo>
                    <a:cubicBezTo>
                      <a:pt x="1630" y="2042"/>
                      <a:pt x="1620" y="2042"/>
                      <a:pt x="1633" y="2026"/>
                    </a:cubicBezTo>
                    <a:cubicBezTo>
                      <a:pt x="1646" y="2010"/>
                      <a:pt x="1646" y="2015"/>
                      <a:pt x="1642" y="1998"/>
                    </a:cubicBezTo>
                    <a:cubicBezTo>
                      <a:pt x="1637" y="1980"/>
                      <a:pt x="1639" y="1982"/>
                      <a:pt x="1655" y="1983"/>
                    </a:cubicBezTo>
                    <a:cubicBezTo>
                      <a:pt x="1670" y="1985"/>
                      <a:pt x="1672" y="1976"/>
                      <a:pt x="1682" y="1953"/>
                    </a:cubicBezTo>
                    <a:cubicBezTo>
                      <a:pt x="1692" y="1930"/>
                      <a:pt x="1723" y="1935"/>
                      <a:pt x="1732" y="1920"/>
                    </a:cubicBezTo>
                    <a:cubicBezTo>
                      <a:pt x="1741" y="1906"/>
                      <a:pt x="1735" y="1912"/>
                      <a:pt x="1759" y="1903"/>
                    </a:cubicBezTo>
                    <a:cubicBezTo>
                      <a:pt x="1784" y="1894"/>
                      <a:pt x="1794" y="1892"/>
                      <a:pt x="1799" y="1883"/>
                    </a:cubicBezTo>
                    <a:cubicBezTo>
                      <a:pt x="1805" y="1874"/>
                      <a:pt x="1821" y="1886"/>
                      <a:pt x="1834" y="1887"/>
                    </a:cubicBezTo>
                    <a:cubicBezTo>
                      <a:pt x="1847" y="1889"/>
                      <a:pt x="1828" y="1864"/>
                      <a:pt x="1847" y="1859"/>
                    </a:cubicBezTo>
                    <a:cubicBezTo>
                      <a:pt x="1865" y="1853"/>
                      <a:pt x="1878" y="1853"/>
                      <a:pt x="1887" y="1841"/>
                    </a:cubicBezTo>
                    <a:cubicBezTo>
                      <a:pt x="1895" y="1830"/>
                      <a:pt x="1920" y="1811"/>
                      <a:pt x="1918" y="1823"/>
                    </a:cubicBezTo>
                    <a:cubicBezTo>
                      <a:pt x="1917" y="1834"/>
                      <a:pt x="1924" y="1833"/>
                      <a:pt x="1941" y="1830"/>
                    </a:cubicBezTo>
                    <a:cubicBezTo>
                      <a:pt x="1958" y="1827"/>
                      <a:pt x="2034" y="1840"/>
                      <a:pt x="2037" y="1811"/>
                    </a:cubicBezTo>
                    <a:cubicBezTo>
                      <a:pt x="2040" y="1783"/>
                      <a:pt x="2047" y="1777"/>
                      <a:pt x="2063" y="1761"/>
                    </a:cubicBezTo>
                    <a:cubicBezTo>
                      <a:pt x="2079" y="1745"/>
                      <a:pt x="2056" y="1717"/>
                      <a:pt x="2080" y="1698"/>
                    </a:cubicBezTo>
                    <a:cubicBezTo>
                      <a:pt x="2105" y="1679"/>
                      <a:pt x="2115" y="1661"/>
                      <a:pt x="2122" y="1641"/>
                    </a:cubicBezTo>
                    <a:cubicBezTo>
                      <a:pt x="2129" y="1621"/>
                      <a:pt x="2133" y="1608"/>
                      <a:pt x="2143" y="1601"/>
                    </a:cubicBezTo>
                    <a:cubicBezTo>
                      <a:pt x="2153" y="1593"/>
                      <a:pt x="2155" y="1592"/>
                      <a:pt x="2155" y="1559"/>
                    </a:cubicBezTo>
                    <a:cubicBezTo>
                      <a:pt x="2155" y="1526"/>
                      <a:pt x="2158" y="1500"/>
                      <a:pt x="2178" y="1487"/>
                    </a:cubicBezTo>
                    <a:cubicBezTo>
                      <a:pt x="2198" y="1474"/>
                      <a:pt x="2186" y="1429"/>
                      <a:pt x="2189" y="1407"/>
                    </a:cubicBezTo>
                    <a:cubicBezTo>
                      <a:pt x="2192" y="1386"/>
                      <a:pt x="2215" y="1377"/>
                      <a:pt x="2206" y="1345"/>
                    </a:cubicBezTo>
                    <a:cubicBezTo>
                      <a:pt x="2198" y="1314"/>
                      <a:pt x="2194" y="1295"/>
                      <a:pt x="2196" y="1275"/>
                    </a:cubicBezTo>
                    <a:cubicBezTo>
                      <a:pt x="2199" y="1255"/>
                      <a:pt x="2208" y="1249"/>
                      <a:pt x="2204" y="1234"/>
                    </a:cubicBezTo>
                    <a:cubicBezTo>
                      <a:pt x="2199" y="1218"/>
                      <a:pt x="2191" y="1212"/>
                      <a:pt x="2199" y="1199"/>
                    </a:cubicBezTo>
                    <a:cubicBezTo>
                      <a:pt x="2208" y="1186"/>
                      <a:pt x="2212" y="1161"/>
                      <a:pt x="2218" y="1161"/>
                    </a:cubicBezTo>
                    <a:cubicBezTo>
                      <a:pt x="2224" y="1161"/>
                      <a:pt x="2206" y="1143"/>
                      <a:pt x="2222" y="1148"/>
                    </a:cubicBezTo>
                    <a:cubicBezTo>
                      <a:pt x="2238" y="1152"/>
                      <a:pt x="2259" y="1153"/>
                      <a:pt x="2269" y="1128"/>
                    </a:cubicBezTo>
                    <a:cubicBezTo>
                      <a:pt x="2280" y="1102"/>
                      <a:pt x="2294" y="1063"/>
                      <a:pt x="2307" y="1054"/>
                    </a:cubicBezTo>
                    <a:cubicBezTo>
                      <a:pt x="2320" y="1046"/>
                      <a:pt x="2314" y="1021"/>
                      <a:pt x="2340" y="1017"/>
                    </a:cubicBezTo>
                    <a:cubicBezTo>
                      <a:pt x="2366" y="1013"/>
                      <a:pt x="2374" y="983"/>
                      <a:pt x="2400" y="957"/>
                    </a:cubicBezTo>
                    <a:cubicBezTo>
                      <a:pt x="2426" y="931"/>
                      <a:pt x="2453" y="891"/>
                      <a:pt x="2456" y="860"/>
                    </a:cubicBezTo>
                    <a:cubicBezTo>
                      <a:pt x="2459" y="828"/>
                      <a:pt x="2486" y="815"/>
                      <a:pt x="2466" y="77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7" name="Freeform 24"/>
              <p:cNvSpPr>
                <a:spLocks noEditPoints="1"/>
              </p:cNvSpPr>
              <p:nvPr/>
            </p:nvSpPr>
            <p:spPr bwMode="auto">
              <a:xfrm>
                <a:off x="2050" y="485"/>
                <a:ext cx="714" cy="287"/>
              </a:xfrm>
              <a:custGeom>
                <a:avLst/>
                <a:gdLst>
                  <a:gd name="T0" fmla="*/ 739 w 1054"/>
                  <a:gd name="T1" fmla="*/ 295 h 423"/>
                  <a:gd name="T2" fmla="*/ 753 w 1054"/>
                  <a:gd name="T3" fmla="*/ 262 h 423"/>
                  <a:gd name="T4" fmla="*/ 740 w 1054"/>
                  <a:gd name="T5" fmla="*/ 242 h 423"/>
                  <a:gd name="T6" fmla="*/ 706 w 1054"/>
                  <a:gd name="T7" fmla="*/ 253 h 423"/>
                  <a:gd name="T8" fmla="*/ 689 w 1054"/>
                  <a:gd name="T9" fmla="*/ 219 h 423"/>
                  <a:gd name="T10" fmla="*/ 677 w 1054"/>
                  <a:gd name="T11" fmla="*/ 162 h 423"/>
                  <a:gd name="T12" fmla="*/ 713 w 1054"/>
                  <a:gd name="T13" fmla="*/ 109 h 423"/>
                  <a:gd name="T14" fmla="*/ 732 w 1054"/>
                  <a:gd name="T15" fmla="*/ 51 h 423"/>
                  <a:gd name="T16" fmla="*/ 772 w 1054"/>
                  <a:gd name="T17" fmla="*/ 25 h 423"/>
                  <a:gd name="T18" fmla="*/ 807 w 1054"/>
                  <a:gd name="T19" fmla="*/ 0 h 423"/>
                  <a:gd name="T20" fmla="*/ 865 w 1054"/>
                  <a:gd name="T21" fmla="*/ 33 h 423"/>
                  <a:gd name="T22" fmla="*/ 917 w 1054"/>
                  <a:gd name="T23" fmla="*/ 70 h 423"/>
                  <a:gd name="T24" fmla="*/ 966 w 1054"/>
                  <a:gd name="T25" fmla="*/ 73 h 423"/>
                  <a:gd name="T26" fmla="*/ 1009 w 1054"/>
                  <a:gd name="T27" fmla="*/ 87 h 423"/>
                  <a:gd name="T28" fmla="*/ 1038 w 1054"/>
                  <a:gd name="T29" fmla="*/ 122 h 423"/>
                  <a:gd name="T30" fmla="*/ 1035 w 1054"/>
                  <a:gd name="T31" fmla="*/ 155 h 423"/>
                  <a:gd name="T32" fmla="*/ 948 w 1054"/>
                  <a:gd name="T33" fmla="*/ 261 h 423"/>
                  <a:gd name="T34" fmla="*/ 835 w 1054"/>
                  <a:gd name="T35" fmla="*/ 338 h 423"/>
                  <a:gd name="T36" fmla="*/ 816 w 1054"/>
                  <a:gd name="T37" fmla="*/ 390 h 423"/>
                  <a:gd name="T38" fmla="*/ 781 w 1054"/>
                  <a:gd name="T39" fmla="*/ 407 h 423"/>
                  <a:gd name="T40" fmla="*/ 740 w 1054"/>
                  <a:gd name="T41" fmla="*/ 369 h 423"/>
                  <a:gd name="T42" fmla="*/ 709 w 1054"/>
                  <a:gd name="T43" fmla="*/ 359 h 423"/>
                  <a:gd name="T44" fmla="*/ 723 w 1054"/>
                  <a:gd name="T45" fmla="*/ 312 h 423"/>
                  <a:gd name="T46" fmla="*/ 29 w 1054"/>
                  <a:gd name="T47" fmla="*/ 90 h 423"/>
                  <a:gd name="T48" fmla="*/ 10 w 1054"/>
                  <a:gd name="T49" fmla="*/ 95 h 423"/>
                  <a:gd name="T50" fmla="*/ 0 w 1054"/>
                  <a:gd name="T51" fmla="*/ 110 h 423"/>
                  <a:gd name="T52" fmla="*/ 15 w 1054"/>
                  <a:gd name="T53" fmla="*/ 115 h 423"/>
                  <a:gd name="T54" fmla="*/ 19 w 1054"/>
                  <a:gd name="T55" fmla="*/ 129 h 423"/>
                  <a:gd name="T56" fmla="*/ 15 w 1054"/>
                  <a:gd name="T57" fmla="*/ 153 h 423"/>
                  <a:gd name="T58" fmla="*/ 34 w 1054"/>
                  <a:gd name="T59" fmla="*/ 160 h 423"/>
                  <a:gd name="T60" fmla="*/ 53 w 1054"/>
                  <a:gd name="T61" fmla="*/ 142 h 423"/>
                  <a:gd name="T62" fmla="*/ 41 w 1054"/>
                  <a:gd name="T63" fmla="*/ 117 h 423"/>
                  <a:gd name="T64" fmla="*/ 29 w 1054"/>
                  <a:gd name="T65" fmla="*/ 90 h 423"/>
                  <a:gd name="T66" fmla="*/ 73 w 1054"/>
                  <a:gd name="T67" fmla="*/ 127 h 423"/>
                  <a:gd name="T68" fmla="*/ 81 w 1054"/>
                  <a:gd name="T69" fmla="*/ 144 h 423"/>
                  <a:gd name="T70" fmla="*/ 79 w 1054"/>
                  <a:gd name="T71" fmla="*/ 116 h 423"/>
                  <a:gd name="T72" fmla="*/ 129 w 1054"/>
                  <a:gd name="T73" fmla="*/ 144 h 423"/>
                  <a:gd name="T74" fmla="*/ 147 w 1054"/>
                  <a:gd name="T75" fmla="*/ 145 h 423"/>
                  <a:gd name="T76" fmla="*/ 59 w 1054"/>
                  <a:gd name="T77" fmla="*/ 93 h 423"/>
                  <a:gd name="T78" fmla="*/ 66 w 1054"/>
                  <a:gd name="T79" fmla="*/ 105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054" h="423">
                    <a:moveTo>
                      <a:pt x="715" y="303"/>
                    </a:moveTo>
                    <a:cubicBezTo>
                      <a:pt x="723" y="299"/>
                      <a:pt x="732" y="297"/>
                      <a:pt x="739" y="295"/>
                    </a:cubicBezTo>
                    <a:cubicBezTo>
                      <a:pt x="756" y="290"/>
                      <a:pt x="747" y="280"/>
                      <a:pt x="740" y="276"/>
                    </a:cubicBezTo>
                    <a:cubicBezTo>
                      <a:pt x="734" y="272"/>
                      <a:pt x="740" y="268"/>
                      <a:pt x="753" y="262"/>
                    </a:cubicBezTo>
                    <a:cubicBezTo>
                      <a:pt x="767" y="256"/>
                      <a:pt x="750" y="248"/>
                      <a:pt x="749" y="240"/>
                    </a:cubicBezTo>
                    <a:cubicBezTo>
                      <a:pt x="748" y="232"/>
                      <a:pt x="742" y="233"/>
                      <a:pt x="740" y="242"/>
                    </a:cubicBezTo>
                    <a:cubicBezTo>
                      <a:pt x="739" y="251"/>
                      <a:pt x="734" y="255"/>
                      <a:pt x="727" y="262"/>
                    </a:cubicBezTo>
                    <a:cubicBezTo>
                      <a:pt x="719" y="269"/>
                      <a:pt x="711" y="260"/>
                      <a:pt x="706" y="253"/>
                    </a:cubicBezTo>
                    <a:cubicBezTo>
                      <a:pt x="700" y="245"/>
                      <a:pt x="697" y="242"/>
                      <a:pt x="686" y="237"/>
                    </a:cubicBezTo>
                    <a:cubicBezTo>
                      <a:pt x="675" y="232"/>
                      <a:pt x="680" y="223"/>
                      <a:pt x="689" y="219"/>
                    </a:cubicBezTo>
                    <a:cubicBezTo>
                      <a:pt x="697" y="214"/>
                      <a:pt x="693" y="205"/>
                      <a:pt x="685" y="199"/>
                    </a:cubicBezTo>
                    <a:cubicBezTo>
                      <a:pt x="676" y="194"/>
                      <a:pt x="679" y="178"/>
                      <a:pt x="677" y="162"/>
                    </a:cubicBezTo>
                    <a:cubicBezTo>
                      <a:pt x="674" y="146"/>
                      <a:pt x="693" y="144"/>
                      <a:pt x="702" y="139"/>
                    </a:cubicBezTo>
                    <a:cubicBezTo>
                      <a:pt x="712" y="133"/>
                      <a:pt x="713" y="119"/>
                      <a:pt x="713" y="109"/>
                    </a:cubicBezTo>
                    <a:cubicBezTo>
                      <a:pt x="713" y="99"/>
                      <a:pt x="717" y="99"/>
                      <a:pt x="731" y="92"/>
                    </a:cubicBezTo>
                    <a:cubicBezTo>
                      <a:pt x="745" y="85"/>
                      <a:pt x="732" y="65"/>
                      <a:pt x="732" y="51"/>
                    </a:cubicBezTo>
                    <a:cubicBezTo>
                      <a:pt x="732" y="38"/>
                      <a:pt x="740" y="34"/>
                      <a:pt x="753" y="32"/>
                    </a:cubicBezTo>
                    <a:cubicBezTo>
                      <a:pt x="765" y="29"/>
                      <a:pt x="767" y="30"/>
                      <a:pt x="772" y="25"/>
                    </a:cubicBezTo>
                    <a:cubicBezTo>
                      <a:pt x="777" y="19"/>
                      <a:pt x="784" y="19"/>
                      <a:pt x="799" y="17"/>
                    </a:cubicBezTo>
                    <a:cubicBezTo>
                      <a:pt x="807" y="15"/>
                      <a:pt x="808" y="8"/>
                      <a:pt x="807" y="0"/>
                    </a:cubicBezTo>
                    <a:cubicBezTo>
                      <a:pt x="813" y="1"/>
                      <a:pt x="822" y="2"/>
                      <a:pt x="827" y="8"/>
                    </a:cubicBezTo>
                    <a:cubicBezTo>
                      <a:pt x="836" y="18"/>
                      <a:pt x="848" y="31"/>
                      <a:pt x="865" y="33"/>
                    </a:cubicBezTo>
                    <a:cubicBezTo>
                      <a:pt x="882" y="35"/>
                      <a:pt x="891" y="37"/>
                      <a:pt x="894" y="49"/>
                    </a:cubicBezTo>
                    <a:cubicBezTo>
                      <a:pt x="897" y="61"/>
                      <a:pt x="909" y="70"/>
                      <a:pt x="917" y="70"/>
                    </a:cubicBezTo>
                    <a:cubicBezTo>
                      <a:pt x="925" y="70"/>
                      <a:pt x="928" y="80"/>
                      <a:pt x="943" y="80"/>
                    </a:cubicBezTo>
                    <a:cubicBezTo>
                      <a:pt x="958" y="80"/>
                      <a:pt x="965" y="81"/>
                      <a:pt x="966" y="73"/>
                    </a:cubicBezTo>
                    <a:cubicBezTo>
                      <a:pt x="967" y="65"/>
                      <a:pt x="982" y="60"/>
                      <a:pt x="989" y="70"/>
                    </a:cubicBezTo>
                    <a:cubicBezTo>
                      <a:pt x="996" y="80"/>
                      <a:pt x="999" y="84"/>
                      <a:pt x="1009" y="87"/>
                    </a:cubicBezTo>
                    <a:cubicBezTo>
                      <a:pt x="1014" y="88"/>
                      <a:pt x="1016" y="91"/>
                      <a:pt x="1019" y="93"/>
                    </a:cubicBezTo>
                    <a:cubicBezTo>
                      <a:pt x="1021" y="103"/>
                      <a:pt x="1027" y="113"/>
                      <a:pt x="1038" y="122"/>
                    </a:cubicBezTo>
                    <a:cubicBezTo>
                      <a:pt x="1054" y="134"/>
                      <a:pt x="1044" y="129"/>
                      <a:pt x="1044" y="140"/>
                    </a:cubicBezTo>
                    <a:cubicBezTo>
                      <a:pt x="1044" y="151"/>
                      <a:pt x="1040" y="151"/>
                      <a:pt x="1035" y="155"/>
                    </a:cubicBezTo>
                    <a:cubicBezTo>
                      <a:pt x="1030" y="159"/>
                      <a:pt x="1029" y="167"/>
                      <a:pt x="1025" y="189"/>
                    </a:cubicBezTo>
                    <a:cubicBezTo>
                      <a:pt x="1021" y="211"/>
                      <a:pt x="965" y="254"/>
                      <a:pt x="948" y="261"/>
                    </a:cubicBezTo>
                    <a:cubicBezTo>
                      <a:pt x="931" y="268"/>
                      <a:pt x="912" y="272"/>
                      <a:pt x="886" y="278"/>
                    </a:cubicBezTo>
                    <a:cubicBezTo>
                      <a:pt x="860" y="284"/>
                      <a:pt x="844" y="323"/>
                      <a:pt x="835" y="338"/>
                    </a:cubicBezTo>
                    <a:cubicBezTo>
                      <a:pt x="826" y="353"/>
                      <a:pt x="832" y="363"/>
                      <a:pt x="829" y="375"/>
                    </a:cubicBezTo>
                    <a:cubicBezTo>
                      <a:pt x="826" y="387"/>
                      <a:pt x="825" y="388"/>
                      <a:pt x="816" y="390"/>
                    </a:cubicBezTo>
                    <a:cubicBezTo>
                      <a:pt x="807" y="392"/>
                      <a:pt x="809" y="395"/>
                      <a:pt x="805" y="409"/>
                    </a:cubicBezTo>
                    <a:cubicBezTo>
                      <a:pt x="801" y="423"/>
                      <a:pt x="789" y="410"/>
                      <a:pt x="781" y="407"/>
                    </a:cubicBezTo>
                    <a:cubicBezTo>
                      <a:pt x="773" y="404"/>
                      <a:pt x="773" y="392"/>
                      <a:pt x="767" y="382"/>
                    </a:cubicBezTo>
                    <a:cubicBezTo>
                      <a:pt x="761" y="372"/>
                      <a:pt x="750" y="371"/>
                      <a:pt x="740" y="369"/>
                    </a:cubicBezTo>
                    <a:cubicBezTo>
                      <a:pt x="730" y="367"/>
                      <a:pt x="723" y="371"/>
                      <a:pt x="719" y="382"/>
                    </a:cubicBezTo>
                    <a:cubicBezTo>
                      <a:pt x="715" y="393"/>
                      <a:pt x="713" y="368"/>
                      <a:pt x="709" y="359"/>
                    </a:cubicBezTo>
                    <a:cubicBezTo>
                      <a:pt x="705" y="350"/>
                      <a:pt x="711" y="347"/>
                      <a:pt x="723" y="344"/>
                    </a:cubicBezTo>
                    <a:cubicBezTo>
                      <a:pt x="735" y="341"/>
                      <a:pt x="730" y="316"/>
                      <a:pt x="723" y="312"/>
                    </a:cubicBezTo>
                    <a:cubicBezTo>
                      <a:pt x="720" y="310"/>
                      <a:pt x="717" y="306"/>
                      <a:pt x="715" y="303"/>
                    </a:cubicBezTo>
                    <a:close/>
                    <a:moveTo>
                      <a:pt x="29" y="90"/>
                    </a:moveTo>
                    <a:cubicBezTo>
                      <a:pt x="29" y="90"/>
                      <a:pt x="14" y="76"/>
                      <a:pt x="10" y="82"/>
                    </a:cubicBezTo>
                    <a:cubicBezTo>
                      <a:pt x="6" y="87"/>
                      <a:pt x="7" y="93"/>
                      <a:pt x="10" y="95"/>
                    </a:cubicBezTo>
                    <a:cubicBezTo>
                      <a:pt x="13" y="97"/>
                      <a:pt x="16" y="101"/>
                      <a:pt x="10" y="103"/>
                    </a:cubicBezTo>
                    <a:cubicBezTo>
                      <a:pt x="4" y="104"/>
                      <a:pt x="0" y="104"/>
                      <a:pt x="0" y="110"/>
                    </a:cubicBezTo>
                    <a:cubicBezTo>
                      <a:pt x="0" y="117"/>
                      <a:pt x="3" y="120"/>
                      <a:pt x="7" y="120"/>
                    </a:cubicBezTo>
                    <a:cubicBezTo>
                      <a:pt x="11" y="120"/>
                      <a:pt x="14" y="118"/>
                      <a:pt x="15" y="115"/>
                    </a:cubicBezTo>
                    <a:cubicBezTo>
                      <a:pt x="16" y="112"/>
                      <a:pt x="24" y="111"/>
                      <a:pt x="24" y="116"/>
                    </a:cubicBezTo>
                    <a:cubicBezTo>
                      <a:pt x="24" y="121"/>
                      <a:pt x="23" y="127"/>
                      <a:pt x="19" y="129"/>
                    </a:cubicBezTo>
                    <a:cubicBezTo>
                      <a:pt x="16" y="132"/>
                      <a:pt x="11" y="133"/>
                      <a:pt x="10" y="139"/>
                    </a:cubicBezTo>
                    <a:cubicBezTo>
                      <a:pt x="9" y="145"/>
                      <a:pt x="9" y="151"/>
                      <a:pt x="15" y="153"/>
                    </a:cubicBezTo>
                    <a:cubicBezTo>
                      <a:pt x="20" y="154"/>
                      <a:pt x="25" y="155"/>
                      <a:pt x="25" y="160"/>
                    </a:cubicBezTo>
                    <a:cubicBezTo>
                      <a:pt x="25" y="164"/>
                      <a:pt x="32" y="164"/>
                      <a:pt x="34" y="160"/>
                    </a:cubicBezTo>
                    <a:cubicBezTo>
                      <a:pt x="36" y="156"/>
                      <a:pt x="40" y="154"/>
                      <a:pt x="46" y="154"/>
                    </a:cubicBezTo>
                    <a:cubicBezTo>
                      <a:pt x="51" y="153"/>
                      <a:pt x="51" y="148"/>
                      <a:pt x="53" y="142"/>
                    </a:cubicBezTo>
                    <a:cubicBezTo>
                      <a:pt x="55" y="135"/>
                      <a:pt x="55" y="130"/>
                      <a:pt x="49" y="129"/>
                    </a:cubicBezTo>
                    <a:cubicBezTo>
                      <a:pt x="43" y="127"/>
                      <a:pt x="40" y="126"/>
                      <a:pt x="41" y="117"/>
                    </a:cubicBezTo>
                    <a:cubicBezTo>
                      <a:pt x="42" y="109"/>
                      <a:pt x="37" y="107"/>
                      <a:pt x="36" y="105"/>
                    </a:cubicBezTo>
                    <a:cubicBezTo>
                      <a:pt x="35" y="103"/>
                      <a:pt x="33" y="94"/>
                      <a:pt x="29" y="90"/>
                    </a:cubicBezTo>
                    <a:close/>
                    <a:moveTo>
                      <a:pt x="79" y="116"/>
                    </a:moveTo>
                    <a:cubicBezTo>
                      <a:pt x="79" y="116"/>
                      <a:pt x="77" y="125"/>
                      <a:pt x="73" y="127"/>
                    </a:cubicBezTo>
                    <a:cubicBezTo>
                      <a:pt x="68" y="129"/>
                      <a:pt x="64" y="132"/>
                      <a:pt x="68" y="135"/>
                    </a:cubicBezTo>
                    <a:cubicBezTo>
                      <a:pt x="72" y="138"/>
                      <a:pt x="75" y="145"/>
                      <a:pt x="81" y="144"/>
                    </a:cubicBezTo>
                    <a:cubicBezTo>
                      <a:pt x="87" y="143"/>
                      <a:pt x="90" y="142"/>
                      <a:pt x="91" y="136"/>
                    </a:cubicBezTo>
                    <a:cubicBezTo>
                      <a:pt x="91" y="130"/>
                      <a:pt x="82" y="100"/>
                      <a:pt x="79" y="116"/>
                    </a:cubicBezTo>
                    <a:close/>
                    <a:moveTo>
                      <a:pt x="135" y="136"/>
                    </a:moveTo>
                    <a:cubicBezTo>
                      <a:pt x="135" y="136"/>
                      <a:pt x="128" y="142"/>
                      <a:pt x="129" y="144"/>
                    </a:cubicBezTo>
                    <a:cubicBezTo>
                      <a:pt x="129" y="147"/>
                      <a:pt x="133" y="152"/>
                      <a:pt x="137" y="152"/>
                    </a:cubicBezTo>
                    <a:cubicBezTo>
                      <a:pt x="142" y="151"/>
                      <a:pt x="147" y="150"/>
                      <a:pt x="147" y="145"/>
                    </a:cubicBezTo>
                    <a:cubicBezTo>
                      <a:pt x="148" y="140"/>
                      <a:pt x="138" y="132"/>
                      <a:pt x="135" y="136"/>
                    </a:cubicBezTo>
                    <a:close/>
                    <a:moveTo>
                      <a:pt x="59" y="93"/>
                    </a:moveTo>
                    <a:cubicBezTo>
                      <a:pt x="59" y="93"/>
                      <a:pt x="55" y="112"/>
                      <a:pt x="61" y="112"/>
                    </a:cubicBezTo>
                    <a:cubicBezTo>
                      <a:pt x="66" y="112"/>
                      <a:pt x="66" y="112"/>
                      <a:pt x="66" y="105"/>
                    </a:cubicBezTo>
                    <a:cubicBezTo>
                      <a:pt x="66" y="97"/>
                      <a:pt x="61" y="86"/>
                      <a:pt x="59" y="9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4550424" y="524903"/>
              <a:ext cx="71357" cy="123251"/>
              <a:chOff x="4463292" y="1281940"/>
              <a:chExt cx="90989" cy="157161"/>
            </a:xfrm>
          </p:grpSpPr>
          <p:sp>
            <p:nvSpPr>
              <p:cNvPr id="42" name="Freeform 1393"/>
              <p:cNvSpPr>
                <a:spLocks/>
              </p:cNvSpPr>
              <p:nvPr/>
            </p:nvSpPr>
            <p:spPr bwMode="auto">
              <a:xfrm>
                <a:off x="4479836" y="1281940"/>
                <a:ext cx="12410" cy="24815"/>
              </a:xfrm>
              <a:custGeom>
                <a:avLst/>
                <a:gdLst>
                  <a:gd name="T0" fmla="*/ 2 w 15"/>
                  <a:gd name="T1" fmla="*/ 6 h 24"/>
                  <a:gd name="T2" fmla="*/ 7 w 15"/>
                  <a:gd name="T3" fmla="*/ 24 h 24"/>
                  <a:gd name="T4" fmla="*/ 2 w 15"/>
                  <a:gd name="T5" fmla="*/ 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" h="24">
                    <a:moveTo>
                      <a:pt x="2" y="6"/>
                    </a:moveTo>
                    <a:cubicBezTo>
                      <a:pt x="2" y="6"/>
                      <a:pt x="0" y="24"/>
                      <a:pt x="7" y="24"/>
                    </a:cubicBezTo>
                    <a:cubicBezTo>
                      <a:pt x="15" y="23"/>
                      <a:pt x="8" y="0"/>
                      <a:pt x="2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FF66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latin typeface="Helvetica 45 Light" panose="020B0403020202020204" pitchFamily="34" charset="0"/>
                  <a:cs typeface="HelveticaNeueLT Std"/>
                </a:endParaRPr>
              </a:p>
            </p:txBody>
          </p:sp>
          <p:sp>
            <p:nvSpPr>
              <p:cNvPr id="43" name="Freeform 1394"/>
              <p:cNvSpPr>
                <a:spLocks noEditPoints="1"/>
              </p:cNvSpPr>
              <p:nvPr/>
            </p:nvSpPr>
            <p:spPr bwMode="auto">
              <a:xfrm>
                <a:off x="4463292" y="1339841"/>
                <a:ext cx="90989" cy="99260"/>
              </a:xfrm>
              <a:custGeom>
                <a:avLst/>
                <a:gdLst>
                  <a:gd name="T0" fmla="*/ 68 w 90"/>
                  <a:gd name="T1" fmla="*/ 69 h 96"/>
                  <a:gd name="T2" fmla="*/ 59 w 90"/>
                  <a:gd name="T3" fmla="*/ 87 h 96"/>
                  <a:gd name="T4" fmla="*/ 16 w 90"/>
                  <a:gd name="T5" fmla="*/ 89 h 96"/>
                  <a:gd name="T6" fmla="*/ 25 w 90"/>
                  <a:gd name="T7" fmla="*/ 75 h 96"/>
                  <a:gd name="T8" fmla="*/ 35 w 90"/>
                  <a:gd name="T9" fmla="*/ 51 h 96"/>
                  <a:gd name="T10" fmla="*/ 53 w 90"/>
                  <a:gd name="T11" fmla="*/ 37 h 96"/>
                  <a:gd name="T12" fmla="*/ 68 w 90"/>
                  <a:gd name="T13" fmla="*/ 69 h 96"/>
                  <a:gd name="T14" fmla="*/ 84 w 90"/>
                  <a:gd name="T15" fmla="*/ 8 h 96"/>
                  <a:gd name="T16" fmla="*/ 74 w 90"/>
                  <a:gd name="T17" fmla="*/ 22 h 96"/>
                  <a:gd name="T18" fmla="*/ 86 w 90"/>
                  <a:gd name="T19" fmla="*/ 20 h 96"/>
                  <a:gd name="T20" fmla="*/ 84 w 90"/>
                  <a:gd name="T21" fmla="*/ 8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" h="96">
                    <a:moveTo>
                      <a:pt x="68" y="69"/>
                    </a:moveTo>
                    <a:cubicBezTo>
                      <a:pt x="75" y="84"/>
                      <a:pt x="60" y="79"/>
                      <a:pt x="59" y="87"/>
                    </a:cubicBezTo>
                    <a:cubicBezTo>
                      <a:pt x="58" y="96"/>
                      <a:pt x="32" y="91"/>
                      <a:pt x="16" y="89"/>
                    </a:cubicBezTo>
                    <a:cubicBezTo>
                      <a:pt x="0" y="87"/>
                      <a:pt x="17" y="76"/>
                      <a:pt x="25" y="75"/>
                    </a:cubicBezTo>
                    <a:cubicBezTo>
                      <a:pt x="33" y="75"/>
                      <a:pt x="34" y="59"/>
                      <a:pt x="35" y="51"/>
                    </a:cubicBezTo>
                    <a:cubicBezTo>
                      <a:pt x="37" y="43"/>
                      <a:pt x="53" y="37"/>
                      <a:pt x="53" y="37"/>
                    </a:cubicBezTo>
                    <a:cubicBezTo>
                      <a:pt x="59" y="23"/>
                      <a:pt x="61" y="54"/>
                      <a:pt x="68" y="69"/>
                    </a:cubicBezTo>
                    <a:close/>
                    <a:moveTo>
                      <a:pt x="84" y="8"/>
                    </a:moveTo>
                    <a:cubicBezTo>
                      <a:pt x="84" y="8"/>
                      <a:pt x="73" y="17"/>
                      <a:pt x="74" y="22"/>
                    </a:cubicBezTo>
                    <a:cubicBezTo>
                      <a:pt x="75" y="27"/>
                      <a:pt x="83" y="24"/>
                      <a:pt x="86" y="20"/>
                    </a:cubicBezTo>
                    <a:cubicBezTo>
                      <a:pt x="89" y="16"/>
                      <a:pt x="90" y="0"/>
                      <a:pt x="84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FF66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latin typeface="Helvetica 45 Light" panose="020B0403020202020204" pitchFamily="34" charset="0"/>
                  <a:cs typeface="HelveticaNeueLT Std"/>
                </a:endParaRP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South America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with country </a:t>
            </a:r>
            <a:r>
              <a:rPr lang="en-GB" dirty="0"/>
              <a:t>names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2519858" y="440201"/>
            <a:ext cx="3939816" cy="4167442"/>
            <a:chOff x="3957210" y="4064731"/>
            <a:chExt cx="2293892" cy="2426423"/>
          </a:xfrm>
        </p:grpSpPr>
        <p:sp>
          <p:nvSpPr>
            <p:cNvPr id="25" name="TextBox 24"/>
            <p:cNvSpPr txBox="1"/>
            <p:nvPr/>
          </p:nvSpPr>
          <p:spPr>
            <a:xfrm>
              <a:off x="3957210" y="4434746"/>
              <a:ext cx="296050" cy="13439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500" dirty="0" smtClean="0">
                  <a:solidFill>
                    <a:srgbClr val="000000"/>
                  </a:solidFill>
                  <a:cs typeface="HelveticaNeueLT Std"/>
                </a:rPr>
                <a:t>Galapagos</a:t>
              </a:r>
              <a:br>
                <a:rPr lang="en-GB" sz="500" dirty="0" smtClean="0">
                  <a:solidFill>
                    <a:srgbClr val="000000"/>
                  </a:solidFill>
                  <a:cs typeface="HelveticaNeueLT Std"/>
                </a:rPr>
              </a:br>
              <a:r>
                <a:rPr lang="en-GB" sz="500" dirty="0" smtClean="0">
                  <a:solidFill>
                    <a:srgbClr val="000000"/>
                  </a:solidFill>
                  <a:cs typeface="HelveticaNeueLT Std"/>
                </a:rPr>
                <a:t>Islands</a:t>
              </a:r>
              <a:endParaRPr lang="en-GB" sz="5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412632" y="4524904"/>
              <a:ext cx="286717" cy="10751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Ecuador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634166" y="4316185"/>
              <a:ext cx="310984" cy="10751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Colombia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856229" y="4217560"/>
              <a:ext cx="326849" cy="10751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Venezuela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033849" y="4064731"/>
              <a:ext cx="372583" cy="14515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Trinidad and</a:t>
              </a:r>
              <a:br>
                <a:rPr lang="en-GB" sz="600" dirty="0" smtClean="0">
                  <a:solidFill>
                    <a:srgbClr val="000000"/>
                  </a:solidFill>
                  <a:cs typeface="HelveticaNeueLT Std"/>
                </a:rPr>
              </a:br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Tobago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170719" y="4180449"/>
              <a:ext cx="268984" cy="10751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Guyana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577911" y="4711976"/>
              <a:ext cx="207384" cy="10751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Peru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337979" y="4775799"/>
              <a:ext cx="228850" cy="10751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Brazil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388066" y="4279074"/>
              <a:ext cx="417381" cy="10751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French Guiana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936615" y="4986650"/>
              <a:ext cx="249383" cy="10751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Bolivia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72787" y="5225173"/>
              <a:ext cx="310050" cy="10751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Paraguay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295988" y="5703576"/>
              <a:ext cx="287650" cy="10751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Uruguay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896700" y="5592509"/>
              <a:ext cx="314716" cy="10751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Argentina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600282" y="5654263"/>
              <a:ext cx="215784" cy="10751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Chile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028863" y="6267947"/>
              <a:ext cx="394048" cy="9855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500" dirty="0" smtClean="0">
                  <a:solidFill>
                    <a:srgbClr val="000000"/>
                  </a:solidFill>
                  <a:cs typeface="HelveticaNeueLT Std"/>
                </a:rPr>
                <a:t>Falkland Islands</a:t>
              </a:r>
              <a:endParaRPr lang="en-GB" sz="5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717989" y="6347796"/>
              <a:ext cx="533113" cy="14335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500" dirty="0" smtClean="0">
                  <a:solidFill>
                    <a:srgbClr val="000000"/>
                  </a:solidFill>
                  <a:cs typeface="HelveticaNeueLT Std"/>
                </a:rPr>
                <a:t>South Georgia and</a:t>
              </a:r>
              <a:br>
                <a:rPr lang="en-GB" sz="500" dirty="0" smtClean="0">
                  <a:solidFill>
                    <a:srgbClr val="000000"/>
                  </a:solidFill>
                  <a:cs typeface="HelveticaNeueLT Std"/>
                </a:rPr>
              </a:br>
              <a:r>
                <a:rPr lang="en-GB" sz="500" dirty="0" smtClean="0">
                  <a:solidFill>
                    <a:srgbClr val="000000"/>
                  </a:solidFill>
                  <a:cs typeface="HelveticaNeueLT Std"/>
                </a:rPr>
                <a:t>South Sandwich Islands</a:t>
              </a:r>
              <a:endParaRPr lang="en-GB" sz="5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256257" y="4231531"/>
              <a:ext cx="310050" cy="10751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Suriname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934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80496" y="510522"/>
            <a:ext cx="4183256" cy="4218421"/>
            <a:chOff x="1880496" y="510522"/>
            <a:chExt cx="4183256" cy="4218421"/>
          </a:xfrm>
        </p:grpSpPr>
        <p:grpSp>
          <p:nvGrpSpPr>
            <p:cNvPr id="67" name="Group 4"/>
            <p:cNvGrpSpPr>
              <a:grpSpLocks noChangeAspect="1"/>
            </p:cNvGrpSpPr>
            <p:nvPr/>
          </p:nvGrpSpPr>
          <p:grpSpPr bwMode="auto">
            <a:xfrm>
              <a:off x="1880496" y="510522"/>
              <a:ext cx="4183256" cy="4218421"/>
              <a:chOff x="1277" y="2"/>
              <a:chExt cx="3212" cy="3239"/>
            </a:xfrm>
            <a:solidFill>
              <a:schemeClr val="bg1"/>
            </a:solidFill>
          </p:grpSpPr>
          <p:sp>
            <p:nvSpPr>
              <p:cNvPr id="68" name="Freeform 5"/>
              <p:cNvSpPr>
                <a:spLocks/>
              </p:cNvSpPr>
              <p:nvPr/>
            </p:nvSpPr>
            <p:spPr bwMode="auto">
              <a:xfrm>
                <a:off x="3369" y="2965"/>
                <a:ext cx="90" cy="68"/>
              </a:xfrm>
              <a:custGeom>
                <a:avLst/>
                <a:gdLst>
                  <a:gd name="T0" fmla="*/ 62 w 134"/>
                  <a:gd name="T1" fmla="*/ 25 h 101"/>
                  <a:gd name="T2" fmla="*/ 50 w 134"/>
                  <a:gd name="T3" fmla="*/ 28 h 101"/>
                  <a:gd name="T4" fmla="*/ 32 w 134"/>
                  <a:gd name="T5" fmla="*/ 31 h 101"/>
                  <a:gd name="T6" fmla="*/ 49 w 134"/>
                  <a:gd name="T7" fmla="*/ 44 h 101"/>
                  <a:gd name="T8" fmla="*/ 50 w 134"/>
                  <a:gd name="T9" fmla="*/ 57 h 101"/>
                  <a:gd name="T10" fmla="*/ 37 w 134"/>
                  <a:gd name="T11" fmla="*/ 59 h 101"/>
                  <a:gd name="T12" fmla="*/ 41 w 134"/>
                  <a:gd name="T13" fmla="*/ 77 h 101"/>
                  <a:gd name="T14" fmla="*/ 25 w 134"/>
                  <a:gd name="T15" fmla="*/ 74 h 101"/>
                  <a:gd name="T16" fmla="*/ 7 w 134"/>
                  <a:gd name="T17" fmla="*/ 62 h 101"/>
                  <a:gd name="T18" fmla="*/ 7 w 134"/>
                  <a:gd name="T19" fmla="*/ 71 h 101"/>
                  <a:gd name="T20" fmla="*/ 22 w 134"/>
                  <a:gd name="T21" fmla="*/ 96 h 101"/>
                  <a:gd name="T22" fmla="*/ 49 w 134"/>
                  <a:gd name="T23" fmla="*/ 99 h 101"/>
                  <a:gd name="T24" fmla="*/ 77 w 134"/>
                  <a:gd name="T25" fmla="*/ 88 h 101"/>
                  <a:gd name="T26" fmla="*/ 97 w 134"/>
                  <a:gd name="T27" fmla="*/ 73 h 101"/>
                  <a:gd name="T28" fmla="*/ 121 w 134"/>
                  <a:gd name="T29" fmla="*/ 47 h 101"/>
                  <a:gd name="T30" fmla="*/ 134 w 134"/>
                  <a:gd name="T31" fmla="*/ 34 h 101"/>
                  <a:gd name="T32" fmla="*/ 120 w 134"/>
                  <a:gd name="T33" fmla="*/ 30 h 101"/>
                  <a:gd name="T34" fmla="*/ 106 w 134"/>
                  <a:gd name="T35" fmla="*/ 30 h 101"/>
                  <a:gd name="T36" fmla="*/ 99 w 134"/>
                  <a:gd name="T37" fmla="*/ 14 h 101"/>
                  <a:gd name="T38" fmla="*/ 90 w 134"/>
                  <a:gd name="T39" fmla="*/ 23 h 101"/>
                  <a:gd name="T40" fmla="*/ 86 w 134"/>
                  <a:gd name="T41" fmla="*/ 14 h 101"/>
                  <a:gd name="T42" fmla="*/ 80 w 134"/>
                  <a:gd name="T43" fmla="*/ 2 h 101"/>
                  <a:gd name="T44" fmla="*/ 71 w 134"/>
                  <a:gd name="T45" fmla="*/ 17 h 101"/>
                  <a:gd name="T46" fmla="*/ 62 w 134"/>
                  <a:gd name="T47" fmla="*/ 25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34" h="101">
                    <a:moveTo>
                      <a:pt x="62" y="25"/>
                    </a:moveTo>
                    <a:cubicBezTo>
                      <a:pt x="62" y="25"/>
                      <a:pt x="62" y="31"/>
                      <a:pt x="50" y="28"/>
                    </a:cubicBezTo>
                    <a:cubicBezTo>
                      <a:pt x="37" y="24"/>
                      <a:pt x="30" y="26"/>
                      <a:pt x="32" y="31"/>
                    </a:cubicBezTo>
                    <a:cubicBezTo>
                      <a:pt x="34" y="36"/>
                      <a:pt x="46" y="38"/>
                      <a:pt x="49" y="44"/>
                    </a:cubicBezTo>
                    <a:cubicBezTo>
                      <a:pt x="51" y="49"/>
                      <a:pt x="60" y="58"/>
                      <a:pt x="50" y="57"/>
                    </a:cubicBezTo>
                    <a:cubicBezTo>
                      <a:pt x="40" y="57"/>
                      <a:pt x="31" y="55"/>
                      <a:pt x="37" y="59"/>
                    </a:cubicBezTo>
                    <a:cubicBezTo>
                      <a:pt x="42" y="64"/>
                      <a:pt x="48" y="75"/>
                      <a:pt x="41" y="77"/>
                    </a:cubicBezTo>
                    <a:cubicBezTo>
                      <a:pt x="35" y="79"/>
                      <a:pt x="29" y="81"/>
                      <a:pt x="25" y="74"/>
                    </a:cubicBezTo>
                    <a:cubicBezTo>
                      <a:pt x="21" y="66"/>
                      <a:pt x="14" y="61"/>
                      <a:pt x="7" y="62"/>
                    </a:cubicBezTo>
                    <a:cubicBezTo>
                      <a:pt x="0" y="62"/>
                      <a:pt x="5" y="65"/>
                      <a:pt x="7" y="71"/>
                    </a:cubicBezTo>
                    <a:cubicBezTo>
                      <a:pt x="10" y="77"/>
                      <a:pt x="15" y="94"/>
                      <a:pt x="22" y="96"/>
                    </a:cubicBezTo>
                    <a:cubicBezTo>
                      <a:pt x="28" y="98"/>
                      <a:pt x="39" y="101"/>
                      <a:pt x="49" y="99"/>
                    </a:cubicBezTo>
                    <a:cubicBezTo>
                      <a:pt x="58" y="96"/>
                      <a:pt x="70" y="93"/>
                      <a:pt x="77" y="88"/>
                    </a:cubicBezTo>
                    <a:cubicBezTo>
                      <a:pt x="84" y="82"/>
                      <a:pt x="86" y="82"/>
                      <a:pt x="97" y="73"/>
                    </a:cubicBezTo>
                    <a:cubicBezTo>
                      <a:pt x="107" y="63"/>
                      <a:pt x="115" y="50"/>
                      <a:pt x="121" y="47"/>
                    </a:cubicBezTo>
                    <a:cubicBezTo>
                      <a:pt x="127" y="43"/>
                      <a:pt x="133" y="39"/>
                      <a:pt x="134" y="34"/>
                    </a:cubicBezTo>
                    <a:cubicBezTo>
                      <a:pt x="134" y="29"/>
                      <a:pt x="122" y="25"/>
                      <a:pt x="120" y="30"/>
                    </a:cubicBezTo>
                    <a:cubicBezTo>
                      <a:pt x="117" y="34"/>
                      <a:pt x="108" y="38"/>
                      <a:pt x="106" y="30"/>
                    </a:cubicBezTo>
                    <a:cubicBezTo>
                      <a:pt x="105" y="23"/>
                      <a:pt x="106" y="14"/>
                      <a:pt x="99" y="14"/>
                    </a:cubicBezTo>
                    <a:cubicBezTo>
                      <a:pt x="93" y="14"/>
                      <a:pt x="95" y="24"/>
                      <a:pt x="90" y="23"/>
                    </a:cubicBezTo>
                    <a:cubicBezTo>
                      <a:pt x="84" y="22"/>
                      <a:pt x="84" y="19"/>
                      <a:pt x="86" y="14"/>
                    </a:cubicBezTo>
                    <a:cubicBezTo>
                      <a:pt x="88" y="8"/>
                      <a:pt x="84" y="0"/>
                      <a:pt x="80" y="2"/>
                    </a:cubicBezTo>
                    <a:cubicBezTo>
                      <a:pt x="75" y="4"/>
                      <a:pt x="79" y="15"/>
                      <a:pt x="71" y="17"/>
                    </a:cubicBezTo>
                    <a:cubicBezTo>
                      <a:pt x="64" y="19"/>
                      <a:pt x="62" y="21"/>
                      <a:pt x="62" y="2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9" name="Freeform 6"/>
              <p:cNvSpPr>
                <a:spLocks/>
              </p:cNvSpPr>
              <p:nvPr/>
            </p:nvSpPr>
            <p:spPr bwMode="auto">
              <a:xfrm>
                <a:off x="3430" y="2976"/>
                <a:ext cx="91" cy="66"/>
              </a:xfrm>
              <a:custGeom>
                <a:avLst/>
                <a:gdLst>
                  <a:gd name="T0" fmla="*/ 62 w 134"/>
                  <a:gd name="T1" fmla="*/ 5 h 97"/>
                  <a:gd name="T2" fmla="*/ 47 w 134"/>
                  <a:gd name="T3" fmla="*/ 28 h 97"/>
                  <a:gd name="T4" fmla="*/ 33 w 134"/>
                  <a:gd name="T5" fmla="*/ 46 h 97"/>
                  <a:gd name="T6" fmla="*/ 14 w 134"/>
                  <a:gd name="T7" fmla="*/ 67 h 97"/>
                  <a:gd name="T8" fmla="*/ 8 w 134"/>
                  <a:gd name="T9" fmla="*/ 82 h 97"/>
                  <a:gd name="T10" fmla="*/ 30 w 134"/>
                  <a:gd name="T11" fmla="*/ 91 h 97"/>
                  <a:gd name="T12" fmla="*/ 42 w 134"/>
                  <a:gd name="T13" fmla="*/ 79 h 97"/>
                  <a:gd name="T14" fmla="*/ 52 w 134"/>
                  <a:gd name="T15" fmla="*/ 71 h 97"/>
                  <a:gd name="T16" fmla="*/ 63 w 134"/>
                  <a:gd name="T17" fmla="*/ 78 h 97"/>
                  <a:gd name="T18" fmla="*/ 77 w 134"/>
                  <a:gd name="T19" fmla="*/ 83 h 97"/>
                  <a:gd name="T20" fmla="*/ 75 w 134"/>
                  <a:gd name="T21" fmla="*/ 70 h 97"/>
                  <a:gd name="T22" fmla="*/ 73 w 134"/>
                  <a:gd name="T23" fmla="*/ 61 h 97"/>
                  <a:gd name="T24" fmla="*/ 96 w 134"/>
                  <a:gd name="T25" fmla="*/ 58 h 97"/>
                  <a:gd name="T26" fmla="*/ 104 w 134"/>
                  <a:gd name="T27" fmla="*/ 53 h 97"/>
                  <a:gd name="T28" fmla="*/ 116 w 134"/>
                  <a:gd name="T29" fmla="*/ 50 h 97"/>
                  <a:gd name="T30" fmla="*/ 121 w 134"/>
                  <a:gd name="T31" fmla="*/ 45 h 97"/>
                  <a:gd name="T32" fmla="*/ 133 w 134"/>
                  <a:gd name="T33" fmla="*/ 34 h 97"/>
                  <a:gd name="T34" fmla="*/ 126 w 134"/>
                  <a:gd name="T35" fmla="*/ 19 h 97"/>
                  <a:gd name="T36" fmla="*/ 111 w 134"/>
                  <a:gd name="T37" fmla="*/ 8 h 97"/>
                  <a:gd name="T38" fmla="*/ 95 w 134"/>
                  <a:gd name="T39" fmla="*/ 18 h 97"/>
                  <a:gd name="T40" fmla="*/ 87 w 134"/>
                  <a:gd name="T41" fmla="*/ 4 h 97"/>
                  <a:gd name="T42" fmla="*/ 62 w 134"/>
                  <a:gd name="T43" fmla="*/ 5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34" h="97">
                    <a:moveTo>
                      <a:pt x="62" y="5"/>
                    </a:moveTo>
                    <a:cubicBezTo>
                      <a:pt x="62" y="5"/>
                      <a:pt x="50" y="22"/>
                      <a:pt x="47" y="28"/>
                    </a:cubicBezTo>
                    <a:cubicBezTo>
                      <a:pt x="44" y="33"/>
                      <a:pt x="39" y="41"/>
                      <a:pt x="33" y="46"/>
                    </a:cubicBezTo>
                    <a:cubicBezTo>
                      <a:pt x="26" y="51"/>
                      <a:pt x="19" y="64"/>
                      <a:pt x="14" y="67"/>
                    </a:cubicBezTo>
                    <a:cubicBezTo>
                      <a:pt x="9" y="70"/>
                      <a:pt x="0" y="75"/>
                      <a:pt x="8" y="82"/>
                    </a:cubicBezTo>
                    <a:cubicBezTo>
                      <a:pt x="16" y="89"/>
                      <a:pt x="28" y="97"/>
                      <a:pt x="30" y="91"/>
                    </a:cubicBezTo>
                    <a:cubicBezTo>
                      <a:pt x="31" y="85"/>
                      <a:pt x="42" y="86"/>
                      <a:pt x="42" y="79"/>
                    </a:cubicBezTo>
                    <a:cubicBezTo>
                      <a:pt x="41" y="73"/>
                      <a:pt x="47" y="67"/>
                      <a:pt x="52" y="71"/>
                    </a:cubicBezTo>
                    <a:cubicBezTo>
                      <a:pt x="57" y="75"/>
                      <a:pt x="61" y="74"/>
                      <a:pt x="63" y="78"/>
                    </a:cubicBezTo>
                    <a:cubicBezTo>
                      <a:pt x="66" y="82"/>
                      <a:pt x="75" y="85"/>
                      <a:pt x="77" y="83"/>
                    </a:cubicBezTo>
                    <a:cubicBezTo>
                      <a:pt x="79" y="81"/>
                      <a:pt x="80" y="72"/>
                      <a:pt x="75" y="70"/>
                    </a:cubicBezTo>
                    <a:cubicBezTo>
                      <a:pt x="70" y="67"/>
                      <a:pt x="66" y="62"/>
                      <a:pt x="73" y="61"/>
                    </a:cubicBezTo>
                    <a:cubicBezTo>
                      <a:pt x="80" y="61"/>
                      <a:pt x="95" y="65"/>
                      <a:pt x="96" y="58"/>
                    </a:cubicBezTo>
                    <a:cubicBezTo>
                      <a:pt x="96" y="52"/>
                      <a:pt x="95" y="52"/>
                      <a:pt x="104" y="53"/>
                    </a:cubicBezTo>
                    <a:cubicBezTo>
                      <a:pt x="113" y="53"/>
                      <a:pt x="117" y="53"/>
                      <a:pt x="116" y="50"/>
                    </a:cubicBezTo>
                    <a:cubicBezTo>
                      <a:pt x="115" y="47"/>
                      <a:pt x="115" y="46"/>
                      <a:pt x="121" y="45"/>
                    </a:cubicBezTo>
                    <a:cubicBezTo>
                      <a:pt x="127" y="44"/>
                      <a:pt x="134" y="43"/>
                      <a:pt x="133" y="34"/>
                    </a:cubicBezTo>
                    <a:cubicBezTo>
                      <a:pt x="132" y="25"/>
                      <a:pt x="133" y="17"/>
                      <a:pt x="126" y="19"/>
                    </a:cubicBezTo>
                    <a:cubicBezTo>
                      <a:pt x="118" y="21"/>
                      <a:pt x="121" y="9"/>
                      <a:pt x="111" y="8"/>
                    </a:cubicBezTo>
                    <a:cubicBezTo>
                      <a:pt x="101" y="8"/>
                      <a:pt x="104" y="22"/>
                      <a:pt x="95" y="18"/>
                    </a:cubicBezTo>
                    <a:cubicBezTo>
                      <a:pt x="86" y="14"/>
                      <a:pt x="96" y="7"/>
                      <a:pt x="87" y="4"/>
                    </a:cubicBezTo>
                    <a:cubicBezTo>
                      <a:pt x="78" y="1"/>
                      <a:pt x="65" y="0"/>
                      <a:pt x="62" y="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" name="Freeform 7"/>
              <p:cNvSpPr>
                <a:spLocks/>
              </p:cNvSpPr>
              <p:nvPr/>
            </p:nvSpPr>
            <p:spPr bwMode="auto">
              <a:xfrm>
                <a:off x="4331" y="3140"/>
                <a:ext cx="102" cy="57"/>
              </a:xfrm>
              <a:custGeom>
                <a:avLst/>
                <a:gdLst>
                  <a:gd name="T0" fmla="*/ 30 w 151"/>
                  <a:gd name="T1" fmla="*/ 1 h 84"/>
                  <a:gd name="T2" fmla="*/ 1 w 151"/>
                  <a:gd name="T3" fmla="*/ 5 h 84"/>
                  <a:gd name="T4" fmla="*/ 17 w 151"/>
                  <a:gd name="T5" fmla="*/ 13 h 84"/>
                  <a:gd name="T6" fmla="*/ 44 w 151"/>
                  <a:gd name="T7" fmla="*/ 29 h 84"/>
                  <a:gd name="T8" fmla="*/ 60 w 151"/>
                  <a:gd name="T9" fmla="*/ 36 h 84"/>
                  <a:gd name="T10" fmla="*/ 93 w 151"/>
                  <a:gd name="T11" fmla="*/ 56 h 84"/>
                  <a:gd name="T12" fmla="*/ 109 w 151"/>
                  <a:gd name="T13" fmla="*/ 73 h 84"/>
                  <a:gd name="T14" fmla="*/ 127 w 151"/>
                  <a:gd name="T15" fmla="*/ 76 h 84"/>
                  <a:gd name="T16" fmla="*/ 135 w 151"/>
                  <a:gd name="T17" fmla="*/ 65 h 84"/>
                  <a:gd name="T18" fmla="*/ 140 w 151"/>
                  <a:gd name="T19" fmla="*/ 50 h 84"/>
                  <a:gd name="T20" fmla="*/ 115 w 151"/>
                  <a:gd name="T21" fmla="*/ 34 h 84"/>
                  <a:gd name="T22" fmla="*/ 96 w 151"/>
                  <a:gd name="T23" fmla="*/ 22 h 84"/>
                  <a:gd name="T24" fmla="*/ 80 w 151"/>
                  <a:gd name="T25" fmla="*/ 8 h 84"/>
                  <a:gd name="T26" fmla="*/ 48 w 151"/>
                  <a:gd name="T27" fmla="*/ 4 h 84"/>
                  <a:gd name="T28" fmla="*/ 30 w 151"/>
                  <a:gd name="T29" fmla="*/ 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84">
                    <a:moveTo>
                      <a:pt x="30" y="1"/>
                    </a:moveTo>
                    <a:cubicBezTo>
                      <a:pt x="30" y="1"/>
                      <a:pt x="0" y="1"/>
                      <a:pt x="1" y="5"/>
                    </a:cubicBezTo>
                    <a:cubicBezTo>
                      <a:pt x="2" y="8"/>
                      <a:pt x="11" y="7"/>
                      <a:pt x="17" y="13"/>
                    </a:cubicBezTo>
                    <a:cubicBezTo>
                      <a:pt x="23" y="18"/>
                      <a:pt x="34" y="31"/>
                      <a:pt x="44" y="29"/>
                    </a:cubicBezTo>
                    <a:cubicBezTo>
                      <a:pt x="54" y="28"/>
                      <a:pt x="52" y="27"/>
                      <a:pt x="60" y="36"/>
                    </a:cubicBezTo>
                    <a:cubicBezTo>
                      <a:pt x="68" y="44"/>
                      <a:pt x="85" y="53"/>
                      <a:pt x="93" y="56"/>
                    </a:cubicBezTo>
                    <a:cubicBezTo>
                      <a:pt x="102" y="60"/>
                      <a:pt x="108" y="64"/>
                      <a:pt x="109" y="73"/>
                    </a:cubicBezTo>
                    <a:cubicBezTo>
                      <a:pt x="110" y="81"/>
                      <a:pt x="123" y="84"/>
                      <a:pt x="127" y="76"/>
                    </a:cubicBezTo>
                    <a:cubicBezTo>
                      <a:pt x="131" y="68"/>
                      <a:pt x="128" y="67"/>
                      <a:pt x="135" y="65"/>
                    </a:cubicBezTo>
                    <a:cubicBezTo>
                      <a:pt x="141" y="62"/>
                      <a:pt x="151" y="54"/>
                      <a:pt x="140" y="50"/>
                    </a:cubicBezTo>
                    <a:cubicBezTo>
                      <a:pt x="129" y="47"/>
                      <a:pt x="120" y="43"/>
                      <a:pt x="115" y="34"/>
                    </a:cubicBezTo>
                    <a:cubicBezTo>
                      <a:pt x="110" y="24"/>
                      <a:pt x="103" y="23"/>
                      <a:pt x="96" y="22"/>
                    </a:cubicBezTo>
                    <a:cubicBezTo>
                      <a:pt x="90" y="20"/>
                      <a:pt x="89" y="10"/>
                      <a:pt x="80" y="8"/>
                    </a:cubicBezTo>
                    <a:cubicBezTo>
                      <a:pt x="71" y="7"/>
                      <a:pt x="52" y="8"/>
                      <a:pt x="48" y="4"/>
                    </a:cubicBezTo>
                    <a:cubicBezTo>
                      <a:pt x="44" y="0"/>
                      <a:pt x="37" y="1"/>
                      <a:pt x="30" y="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" name="Freeform 8"/>
              <p:cNvSpPr>
                <a:spLocks/>
              </p:cNvSpPr>
              <p:nvPr/>
            </p:nvSpPr>
            <p:spPr bwMode="auto">
              <a:xfrm>
                <a:off x="2592" y="2"/>
                <a:ext cx="511" cy="727"/>
              </a:xfrm>
              <a:custGeom>
                <a:avLst/>
                <a:gdLst>
                  <a:gd name="T0" fmla="*/ 94 w 754"/>
                  <a:gd name="T1" fmla="*/ 762 h 1073"/>
                  <a:gd name="T2" fmla="*/ 143 w 754"/>
                  <a:gd name="T3" fmla="*/ 793 h 1073"/>
                  <a:gd name="T4" fmla="*/ 189 w 754"/>
                  <a:gd name="T5" fmla="*/ 783 h 1073"/>
                  <a:gd name="T6" fmla="*/ 235 w 754"/>
                  <a:gd name="T7" fmla="*/ 810 h 1073"/>
                  <a:gd name="T8" fmla="*/ 303 w 754"/>
                  <a:gd name="T9" fmla="*/ 850 h 1073"/>
                  <a:gd name="T10" fmla="*/ 347 w 754"/>
                  <a:gd name="T11" fmla="*/ 894 h 1073"/>
                  <a:gd name="T12" fmla="*/ 381 w 754"/>
                  <a:gd name="T13" fmla="*/ 947 h 1073"/>
                  <a:gd name="T14" fmla="*/ 458 w 754"/>
                  <a:gd name="T15" fmla="*/ 956 h 1073"/>
                  <a:gd name="T16" fmla="*/ 488 w 754"/>
                  <a:gd name="T17" fmla="*/ 956 h 1073"/>
                  <a:gd name="T18" fmla="*/ 521 w 754"/>
                  <a:gd name="T19" fmla="*/ 950 h 1073"/>
                  <a:gd name="T20" fmla="*/ 569 w 754"/>
                  <a:gd name="T21" fmla="*/ 982 h 1073"/>
                  <a:gd name="T22" fmla="*/ 536 w 754"/>
                  <a:gd name="T23" fmla="*/ 1049 h 1073"/>
                  <a:gd name="T24" fmla="*/ 583 w 754"/>
                  <a:gd name="T25" fmla="*/ 1073 h 1073"/>
                  <a:gd name="T26" fmla="*/ 591 w 754"/>
                  <a:gd name="T27" fmla="*/ 1013 h 1073"/>
                  <a:gd name="T28" fmla="*/ 603 w 754"/>
                  <a:gd name="T29" fmla="*/ 932 h 1073"/>
                  <a:gd name="T30" fmla="*/ 613 w 754"/>
                  <a:gd name="T31" fmla="*/ 877 h 1073"/>
                  <a:gd name="T32" fmla="*/ 577 w 754"/>
                  <a:gd name="T33" fmla="*/ 820 h 1073"/>
                  <a:gd name="T34" fmla="*/ 622 w 754"/>
                  <a:gd name="T35" fmla="*/ 764 h 1073"/>
                  <a:gd name="T36" fmla="*/ 593 w 754"/>
                  <a:gd name="T37" fmla="*/ 738 h 1073"/>
                  <a:gd name="T38" fmla="*/ 653 w 754"/>
                  <a:gd name="T39" fmla="*/ 694 h 1073"/>
                  <a:gd name="T40" fmla="*/ 695 w 754"/>
                  <a:gd name="T41" fmla="*/ 686 h 1073"/>
                  <a:gd name="T42" fmla="*/ 736 w 754"/>
                  <a:gd name="T43" fmla="*/ 674 h 1073"/>
                  <a:gd name="T44" fmla="*/ 725 w 754"/>
                  <a:gd name="T45" fmla="*/ 625 h 1073"/>
                  <a:gd name="T46" fmla="*/ 732 w 754"/>
                  <a:gd name="T47" fmla="*/ 568 h 1073"/>
                  <a:gd name="T48" fmla="*/ 711 w 754"/>
                  <a:gd name="T49" fmla="*/ 504 h 1073"/>
                  <a:gd name="T50" fmla="*/ 721 w 754"/>
                  <a:gd name="T51" fmla="*/ 456 h 1073"/>
                  <a:gd name="T52" fmla="*/ 737 w 754"/>
                  <a:gd name="T53" fmla="*/ 412 h 1073"/>
                  <a:gd name="T54" fmla="*/ 699 w 754"/>
                  <a:gd name="T55" fmla="*/ 404 h 1073"/>
                  <a:gd name="T56" fmla="*/ 627 w 754"/>
                  <a:gd name="T57" fmla="*/ 412 h 1073"/>
                  <a:gd name="T58" fmla="*/ 581 w 754"/>
                  <a:gd name="T59" fmla="*/ 374 h 1073"/>
                  <a:gd name="T60" fmla="*/ 537 w 754"/>
                  <a:gd name="T61" fmla="*/ 351 h 1073"/>
                  <a:gd name="T62" fmla="*/ 471 w 754"/>
                  <a:gd name="T63" fmla="*/ 358 h 1073"/>
                  <a:gd name="T64" fmla="*/ 425 w 754"/>
                  <a:gd name="T65" fmla="*/ 332 h 1073"/>
                  <a:gd name="T66" fmla="*/ 425 w 754"/>
                  <a:gd name="T67" fmla="*/ 279 h 1073"/>
                  <a:gd name="T68" fmla="*/ 398 w 754"/>
                  <a:gd name="T69" fmla="*/ 236 h 1073"/>
                  <a:gd name="T70" fmla="*/ 373 w 754"/>
                  <a:gd name="T71" fmla="*/ 215 h 1073"/>
                  <a:gd name="T72" fmla="*/ 381 w 754"/>
                  <a:gd name="T73" fmla="*/ 180 h 1073"/>
                  <a:gd name="T74" fmla="*/ 393 w 754"/>
                  <a:gd name="T75" fmla="*/ 123 h 1073"/>
                  <a:gd name="T76" fmla="*/ 447 w 754"/>
                  <a:gd name="T77" fmla="*/ 57 h 1073"/>
                  <a:gd name="T78" fmla="*/ 485 w 754"/>
                  <a:gd name="T79" fmla="*/ 43 h 1073"/>
                  <a:gd name="T80" fmla="*/ 474 w 754"/>
                  <a:gd name="T81" fmla="*/ 0 h 1073"/>
                  <a:gd name="T82" fmla="*/ 378 w 754"/>
                  <a:gd name="T83" fmla="*/ 63 h 1073"/>
                  <a:gd name="T84" fmla="*/ 308 w 754"/>
                  <a:gd name="T85" fmla="*/ 82 h 1073"/>
                  <a:gd name="T86" fmla="*/ 243 w 754"/>
                  <a:gd name="T87" fmla="*/ 102 h 1073"/>
                  <a:gd name="T88" fmla="*/ 209 w 754"/>
                  <a:gd name="T89" fmla="*/ 192 h 1073"/>
                  <a:gd name="T90" fmla="*/ 149 w 754"/>
                  <a:gd name="T91" fmla="*/ 254 h 1073"/>
                  <a:gd name="T92" fmla="*/ 106 w 754"/>
                  <a:gd name="T93" fmla="*/ 239 h 1073"/>
                  <a:gd name="T94" fmla="*/ 102 w 754"/>
                  <a:gd name="T95" fmla="*/ 264 h 1073"/>
                  <a:gd name="T96" fmla="*/ 115 w 754"/>
                  <a:gd name="T97" fmla="*/ 289 h 1073"/>
                  <a:gd name="T98" fmla="*/ 92 w 754"/>
                  <a:gd name="T99" fmla="*/ 316 h 1073"/>
                  <a:gd name="T100" fmla="*/ 79 w 754"/>
                  <a:gd name="T101" fmla="*/ 333 h 1073"/>
                  <a:gd name="T102" fmla="*/ 80 w 754"/>
                  <a:gd name="T103" fmla="*/ 343 h 1073"/>
                  <a:gd name="T104" fmla="*/ 106 w 754"/>
                  <a:gd name="T105" fmla="*/ 405 h 1073"/>
                  <a:gd name="T106" fmla="*/ 110 w 754"/>
                  <a:gd name="T107" fmla="*/ 433 h 1073"/>
                  <a:gd name="T108" fmla="*/ 109 w 754"/>
                  <a:gd name="T109" fmla="*/ 485 h 1073"/>
                  <a:gd name="T110" fmla="*/ 105 w 754"/>
                  <a:gd name="T111" fmla="*/ 544 h 1073"/>
                  <a:gd name="T112" fmla="*/ 98 w 754"/>
                  <a:gd name="T113" fmla="*/ 599 h 1073"/>
                  <a:gd name="T114" fmla="*/ 30 w 754"/>
                  <a:gd name="T115" fmla="*/ 651 h 1073"/>
                  <a:gd name="T116" fmla="*/ 3 w 754"/>
                  <a:gd name="T117" fmla="*/ 699 h 1073"/>
                  <a:gd name="T118" fmla="*/ 27 w 754"/>
                  <a:gd name="T119" fmla="*/ 721 h 10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54" h="1073">
                    <a:moveTo>
                      <a:pt x="65" y="746"/>
                    </a:moveTo>
                    <a:cubicBezTo>
                      <a:pt x="82" y="748"/>
                      <a:pt x="91" y="750"/>
                      <a:pt x="94" y="762"/>
                    </a:cubicBezTo>
                    <a:cubicBezTo>
                      <a:pt x="97" y="774"/>
                      <a:pt x="109" y="783"/>
                      <a:pt x="117" y="783"/>
                    </a:cubicBezTo>
                    <a:cubicBezTo>
                      <a:pt x="125" y="783"/>
                      <a:pt x="128" y="793"/>
                      <a:pt x="143" y="793"/>
                    </a:cubicBezTo>
                    <a:cubicBezTo>
                      <a:pt x="158" y="793"/>
                      <a:pt x="165" y="794"/>
                      <a:pt x="166" y="786"/>
                    </a:cubicBezTo>
                    <a:cubicBezTo>
                      <a:pt x="167" y="778"/>
                      <a:pt x="182" y="773"/>
                      <a:pt x="189" y="783"/>
                    </a:cubicBezTo>
                    <a:cubicBezTo>
                      <a:pt x="196" y="793"/>
                      <a:pt x="199" y="797"/>
                      <a:pt x="209" y="800"/>
                    </a:cubicBezTo>
                    <a:cubicBezTo>
                      <a:pt x="219" y="803"/>
                      <a:pt x="219" y="810"/>
                      <a:pt x="235" y="810"/>
                    </a:cubicBezTo>
                    <a:cubicBezTo>
                      <a:pt x="251" y="810"/>
                      <a:pt x="259" y="801"/>
                      <a:pt x="270" y="815"/>
                    </a:cubicBezTo>
                    <a:cubicBezTo>
                      <a:pt x="281" y="829"/>
                      <a:pt x="303" y="836"/>
                      <a:pt x="303" y="850"/>
                    </a:cubicBezTo>
                    <a:cubicBezTo>
                      <a:pt x="303" y="864"/>
                      <a:pt x="303" y="874"/>
                      <a:pt x="316" y="874"/>
                    </a:cubicBezTo>
                    <a:cubicBezTo>
                      <a:pt x="329" y="874"/>
                      <a:pt x="343" y="883"/>
                      <a:pt x="347" y="894"/>
                    </a:cubicBezTo>
                    <a:cubicBezTo>
                      <a:pt x="351" y="905"/>
                      <a:pt x="359" y="924"/>
                      <a:pt x="371" y="925"/>
                    </a:cubicBezTo>
                    <a:cubicBezTo>
                      <a:pt x="383" y="926"/>
                      <a:pt x="378" y="934"/>
                      <a:pt x="381" y="947"/>
                    </a:cubicBezTo>
                    <a:cubicBezTo>
                      <a:pt x="384" y="960"/>
                      <a:pt x="388" y="959"/>
                      <a:pt x="402" y="961"/>
                    </a:cubicBezTo>
                    <a:cubicBezTo>
                      <a:pt x="416" y="963"/>
                      <a:pt x="458" y="965"/>
                      <a:pt x="458" y="956"/>
                    </a:cubicBezTo>
                    <a:cubicBezTo>
                      <a:pt x="458" y="947"/>
                      <a:pt x="462" y="941"/>
                      <a:pt x="473" y="943"/>
                    </a:cubicBezTo>
                    <a:cubicBezTo>
                      <a:pt x="484" y="945"/>
                      <a:pt x="484" y="950"/>
                      <a:pt x="488" y="956"/>
                    </a:cubicBezTo>
                    <a:cubicBezTo>
                      <a:pt x="492" y="962"/>
                      <a:pt x="501" y="958"/>
                      <a:pt x="501" y="954"/>
                    </a:cubicBezTo>
                    <a:cubicBezTo>
                      <a:pt x="501" y="950"/>
                      <a:pt x="510" y="950"/>
                      <a:pt x="521" y="950"/>
                    </a:cubicBezTo>
                    <a:cubicBezTo>
                      <a:pt x="532" y="950"/>
                      <a:pt x="538" y="957"/>
                      <a:pt x="548" y="960"/>
                    </a:cubicBezTo>
                    <a:cubicBezTo>
                      <a:pt x="558" y="963"/>
                      <a:pt x="575" y="970"/>
                      <a:pt x="569" y="982"/>
                    </a:cubicBezTo>
                    <a:cubicBezTo>
                      <a:pt x="563" y="994"/>
                      <a:pt x="564" y="1005"/>
                      <a:pt x="552" y="1013"/>
                    </a:cubicBezTo>
                    <a:cubicBezTo>
                      <a:pt x="540" y="1021"/>
                      <a:pt x="525" y="1040"/>
                      <a:pt x="536" y="1049"/>
                    </a:cubicBezTo>
                    <a:cubicBezTo>
                      <a:pt x="547" y="1058"/>
                      <a:pt x="559" y="1043"/>
                      <a:pt x="563" y="1052"/>
                    </a:cubicBezTo>
                    <a:cubicBezTo>
                      <a:pt x="566" y="1060"/>
                      <a:pt x="571" y="1066"/>
                      <a:pt x="583" y="1073"/>
                    </a:cubicBezTo>
                    <a:cubicBezTo>
                      <a:pt x="584" y="1068"/>
                      <a:pt x="584" y="1060"/>
                      <a:pt x="584" y="1053"/>
                    </a:cubicBezTo>
                    <a:cubicBezTo>
                      <a:pt x="584" y="1041"/>
                      <a:pt x="591" y="1028"/>
                      <a:pt x="591" y="1013"/>
                    </a:cubicBezTo>
                    <a:cubicBezTo>
                      <a:pt x="591" y="998"/>
                      <a:pt x="601" y="968"/>
                      <a:pt x="601" y="961"/>
                    </a:cubicBezTo>
                    <a:cubicBezTo>
                      <a:pt x="601" y="954"/>
                      <a:pt x="603" y="942"/>
                      <a:pt x="603" y="932"/>
                    </a:cubicBezTo>
                    <a:cubicBezTo>
                      <a:pt x="603" y="922"/>
                      <a:pt x="605" y="911"/>
                      <a:pt x="609" y="902"/>
                    </a:cubicBezTo>
                    <a:cubicBezTo>
                      <a:pt x="614" y="892"/>
                      <a:pt x="614" y="888"/>
                      <a:pt x="613" y="877"/>
                    </a:cubicBezTo>
                    <a:cubicBezTo>
                      <a:pt x="613" y="866"/>
                      <a:pt x="611" y="864"/>
                      <a:pt x="607" y="853"/>
                    </a:cubicBezTo>
                    <a:cubicBezTo>
                      <a:pt x="603" y="842"/>
                      <a:pt x="585" y="827"/>
                      <a:pt x="577" y="820"/>
                    </a:cubicBezTo>
                    <a:cubicBezTo>
                      <a:pt x="569" y="814"/>
                      <a:pt x="572" y="788"/>
                      <a:pt x="574" y="774"/>
                    </a:cubicBezTo>
                    <a:cubicBezTo>
                      <a:pt x="576" y="760"/>
                      <a:pt x="608" y="765"/>
                      <a:pt x="622" y="764"/>
                    </a:cubicBezTo>
                    <a:cubicBezTo>
                      <a:pt x="636" y="764"/>
                      <a:pt x="626" y="758"/>
                      <a:pt x="627" y="748"/>
                    </a:cubicBezTo>
                    <a:cubicBezTo>
                      <a:pt x="629" y="737"/>
                      <a:pt x="605" y="740"/>
                      <a:pt x="593" y="738"/>
                    </a:cubicBezTo>
                    <a:cubicBezTo>
                      <a:pt x="580" y="736"/>
                      <a:pt x="587" y="724"/>
                      <a:pt x="583" y="703"/>
                    </a:cubicBezTo>
                    <a:cubicBezTo>
                      <a:pt x="580" y="682"/>
                      <a:pt x="629" y="693"/>
                      <a:pt x="653" y="694"/>
                    </a:cubicBezTo>
                    <a:cubicBezTo>
                      <a:pt x="677" y="694"/>
                      <a:pt x="679" y="694"/>
                      <a:pt x="679" y="685"/>
                    </a:cubicBezTo>
                    <a:cubicBezTo>
                      <a:pt x="679" y="676"/>
                      <a:pt x="691" y="679"/>
                      <a:pt x="695" y="686"/>
                    </a:cubicBezTo>
                    <a:cubicBezTo>
                      <a:pt x="700" y="694"/>
                      <a:pt x="713" y="692"/>
                      <a:pt x="715" y="686"/>
                    </a:cubicBezTo>
                    <a:cubicBezTo>
                      <a:pt x="717" y="679"/>
                      <a:pt x="719" y="677"/>
                      <a:pt x="736" y="674"/>
                    </a:cubicBezTo>
                    <a:cubicBezTo>
                      <a:pt x="753" y="670"/>
                      <a:pt x="751" y="666"/>
                      <a:pt x="748" y="650"/>
                    </a:cubicBezTo>
                    <a:cubicBezTo>
                      <a:pt x="745" y="634"/>
                      <a:pt x="741" y="635"/>
                      <a:pt x="725" y="625"/>
                    </a:cubicBezTo>
                    <a:cubicBezTo>
                      <a:pt x="708" y="615"/>
                      <a:pt x="727" y="606"/>
                      <a:pt x="741" y="593"/>
                    </a:cubicBezTo>
                    <a:cubicBezTo>
                      <a:pt x="754" y="580"/>
                      <a:pt x="743" y="572"/>
                      <a:pt x="732" y="568"/>
                    </a:cubicBezTo>
                    <a:cubicBezTo>
                      <a:pt x="721" y="564"/>
                      <a:pt x="729" y="557"/>
                      <a:pt x="719" y="546"/>
                    </a:cubicBezTo>
                    <a:cubicBezTo>
                      <a:pt x="708" y="534"/>
                      <a:pt x="711" y="516"/>
                      <a:pt x="711" y="504"/>
                    </a:cubicBezTo>
                    <a:cubicBezTo>
                      <a:pt x="712" y="493"/>
                      <a:pt x="715" y="487"/>
                      <a:pt x="713" y="476"/>
                    </a:cubicBezTo>
                    <a:cubicBezTo>
                      <a:pt x="711" y="464"/>
                      <a:pt x="711" y="462"/>
                      <a:pt x="721" y="456"/>
                    </a:cubicBezTo>
                    <a:cubicBezTo>
                      <a:pt x="731" y="451"/>
                      <a:pt x="727" y="440"/>
                      <a:pt x="729" y="434"/>
                    </a:cubicBezTo>
                    <a:cubicBezTo>
                      <a:pt x="731" y="427"/>
                      <a:pt x="737" y="420"/>
                      <a:pt x="737" y="412"/>
                    </a:cubicBezTo>
                    <a:cubicBezTo>
                      <a:pt x="737" y="404"/>
                      <a:pt x="728" y="399"/>
                      <a:pt x="719" y="398"/>
                    </a:cubicBezTo>
                    <a:cubicBezTo>
                      <a:pt x="709" y="398"/>
                      <a:pt x="707" y="398"/>
                      <a:pt x="699" y="404"/>
                    </a:cubicBezTo>
                    <a:cubicBezTo>
                      <a:pt x="691" y="410"/>
                      <a:pt x="660" y="413"/>
                      <a:pt x="651" y="409"/>
                    </a:cubicBezTo>
                    <a:cubicBezTo>
                      <a:pt x="643" y="405"/>
                      <a:pt x="631" y="406"/>
                      <a:pt x="627" y="412"/>
                    </a:cubicBezTo>
                    <a:cubicBezTo>
                      <a:pt x="624" y="418"/>
                      <a:pt x="618" y="417"/>
                      <a:pt x="611" y="410"/>
                    </a:cubicBezTo>
                    <a:cubicBezTo>
                      <a:pt x="603" y="404"/>
                      <a:pt x="590" y="387"/>
                      <a:pt x="581" y="374"/>
                    </a:cubicBezTo>
                    <a:cubicBezTo>
                      <a:pt x="573" y="360"/>
                      <a:pt x="566" y="360"/>
                      <a:pt x="557" y="359"/>
                    </a:cubicBezTo>
                    <a:cubicBezTo>
                      <a:pt x="547" y="358"/>
                      <a:pt x="546" y="358"/>
                      <a:pt x="537" y="351"/>
                    </a:cubicBezTo>
                    <a:cubicBezTo>
                      <a:pt x="529" y="344"/>
                      <a:pt x="517" y="350"/>
                      <a:pt x="513" y="357"/>
                    </a:cubicBezTo>
                    <a:cubicBezTo>
                      <a:pt x="510" y="364"/>
                      <a:pt x="486" y="358"/>
                      <a:pt x="471" y="358"/>
                    </a:cubicBezTo>
                    <a:cubicBezTo>
                      <a:pt x="455" y="358"/>
                      <a:pt x="447" y="358"/>
                      <a:pt x="444" y="353"/>
                    </a:cubicBezTo>
                    <a:cubicBezTo>
                      <a:pt x="441" y="348"/>
                      <a:pt x="436" y="338"/>
                      <a:pt x="425" y="332"/>
                    </a:cubicBezTo>
                    <a:cubicBezTo>
                      <a:pt x="415" y="326"/>
                      <a:pt x="416" y="318"/>
                      <a:pt x="415" y="302"/>
                    </a:cubicBezTo>
                    <a:cubicBezTo>
                      <a:pt x="415" y="287"/>
                      <a:pt x="422" y="290"/>
                      <a:pt x="425" y="279"/>
                    </a:cubicBezTo>
                    <a:cubicBezTo>
                      <a:pt x="427" y="268"/>
                      <a:pt x="417" y="257"/>
                      <a:pt x="409" y="252"/>
                    </a:cubicBezTo>
                    <a:cubicBezTo>
                      <a:pt x="401" y="248"/>
                      <a:pt x="399" y="244"/>
                      <a:pt x="398" y="236"/>
                    </a:cubicBezTo>
                    <a:cubicBezTo>
                      <a:pt x="397" y="227"/>
                      <a:pt x="407" y="227"/>
                      <a:pt x="406" y="218"/>
                    </a:cubicBezTo>
                    <a:cubicBezTo>
                      <a:pt x="405" y="210"/>
                      <a:pt x="382" y="215"/>
                      <a:pt x="373" y="215"/>
                    </a:cubicBezTo>
                    <a:cubicBezTo>
                      <a:pt x="363" y="215"/>
                      <a:pt x="357" y="216"/>
                      <a:pt x="361" y="208"/>
                    </a:cubicBezTo>
                    <a:cubicBezTo>
                      <a:pt x="366" y="199"/>
                      <a:pt x="371" y="191"/>
                      <a:pt x="381" y="180"/>
                    </a:cubicBezTo>
                    <a:cubicBezTo>
                      <a:pt x="390" y="168"/>
                      <a:pt x="386" y="158"/>
                      <a:pt x="386" y="145"/>
                    </a:cubicBezTo>
                    <a:cubicBezTo>
                      <a:pt x="386" y="132"/>
                      <a:pt x="390" y="131"/>
                      <a:pt x="393" y="123"/>
                    </a:cubicBezTo>
                    <a:cubicBezTo>
                      <a:pt x="395" y="115"/>
                      <a:pt x="412" y="99"/>
                      <a:pt x="420" y="91"/>
                    </a:cubicBezTo>
                    <a:cubicBezTo>
                      <a:pt x="427" y="84"/>
                      <a:pt x="443" y="65"/>
                      <a:pt x="447" y="57"/>
                    </a:cubicBezTo>
                    <a:cubicBezTo>
                      <a:pt x="451" y="49"/>
                      <a:pt x="457" y="44"/>
                      <a:pt x="467" y="42"/>
                    </a:cubicBezTo>
                    <a:cubicBezTo>
                      <a:pt x="472" y="41"/>
                      <a:pt x="480" y="42"/>
                      <a:pt x="485" y="43"/>
                    </a:cubicBezTo>
                    <a:cubicBezTo>
                      <a:pt x="496" y="40"/>
                      <a:pt x="503" y="37"/>
                      <a:pt x="503" y="27"/>
                    </a:cubicBezTo>
                    <a:cubicBezTo>
                      <a:pt x="503" y="13"/>
                      <a:pt x="486" y="0"/>
                      <a:pt x="474" y="0"/>
                    </a:cubicBezTo>
                    <a:cubicBezTo>
                      <a:pt x="463" y="0"/>
                      <a:pt x="440" y="20"/>
                      <a:pt x="432" y="31"/>
                    </a:cubicBezTo>
                    <a:cubicBezTo>
                      <a:pt x="425" y="43"/>
                      <a:pt x="387" y="57"/>
                      <a:pt x="378" y="63"/>
                    </a:cubicBezTo>
                    <a:cubicBezTo>
                      <a:pt x="369" y="69"/>
                      <a:pt x="375" y="79"/>
                      <a:pt x="349" y="76"/>
                    </a:cubicBezTo>
                    <a:cubicBezTo>
                      <a:pt x="324" y="73"/>
                      <a:pt x="314" y="70"/>
                      <a:pt x="308" y="82"/>
                    </a:cubicBezTo>
                    <a:cubicBezTo>
                      <a:pt x="302" y="93"/>
                      <a:pt x="302" y="110"/>
                      <a:pt x="282" y="97"/>
                    </a:cubicBezTo>
                    <a:cubicBezTo>
                      <a:pt x="262" y="84"/>
                      <a:pt x="260" y="89"/>
                      <a:pt x="243" y="102"/>
                    </a:cubicBezTo>
                    <a:cubicBezTo>
                      <a:pt x="226" y="114"/>
                      <a:pt x="212" y="133"/>
                      <a:pt x="217" y="150"/>
                    </a:cubicBezTo>
                    <a:cubicBezTo>
                      <a:pt x="223" y="168"/>
                      <a:pt x="228" y="188"/>
                      <a:pt x="209" y="192"/>
                    </a:cubicBezTo>
                    <a:cubicBezTo>
                      <a:pt x="190" y="196"/>
                      <a:pt x="183" y="209"/>
                      <a:pt x="173" y="221"/>
                    </a:cubicBezTo>
                    <a:cubicBezTo>
                      <a:pt x="163" y="232"/>
                      <a:pt x="149" y="242"/>
                      <a:pt x="149" y="254"/>
                    </a:cubicBezTo>
                    <a:cubicBezTo>
                      <a:pt x="149" y="265"/>
                      <a:pt x="134" y="289"/>
                      <a:pt x="123" y="266"/>
                    </a:cubicBezTo>
                    <a:cubicBezTo>
                      <a:pt x="118" y="256"/>
                      <a:pt x="112" y="247"/>
                      <a:pt x="106" y="239"/>
                    </a:cubicBezTo>
                    <a:cubicBezTo>
                      <a:pt x="104" y="242"/>
                      <a:pt x="103" y="246"/>
                      <a:pt x="103" y="250"/>
                    </a:cubicBezTo>
                    <a:cubicBezTo>
                      <a:pt x="104" y="257"/>
                      <a:pt x="99" y="257"/>
                      <a:pt x="102" y="264"/>
                    </a:cubicBezTo>
                    <a:cubicBezTo>
                      <a:pt x="105" y="271"/>
                      <a:pt x="101" y="275"/>
                      <a:pt x="108" y="277"/>
                    </a:cubicBezTo>
                    <a:cubicBezTo>
                      <a:pt x="114" y="278"/>
                      <a:pt x="115" y="286"/>
                      <a:pt x="115" y="289"/>
                    </a:cubicBezTo>
                    <a:cubicBezTo>
                      <a:pt x="115" y="293"/>
                      <a:pt x="116" y="301"/>
                      <a:pt x="110" y="306"/>
                    </a:cubicBezTo>
                    <a:cubicBezTo>
                      <a:pt x="105" y="311"/>
                      <a:pt x="95" y="322"/>
                      <a:pt x="92" y="316"/>
                    </a:cubicBezTo>
                    <a:cubicBezTo>
                      <a:pt x="89" y="309"/>
                      <a:pt x="81" y="303"/>
                      <a:pt x="81" y="308"/>
                    </a:cubicBezTo>
                    <a:cubicBezTo>
                      <a:pt x="80" y="314"/>
                      <a:pt x="81" y="330"/>
                      <a:pt x="79" y="333"/>
                    </a:cubicBezTo>
                    <a:cubicBezTo>
                      <a:pt x="79" y="335"/>
                      <a:pt x="78" y="336"/>
                      <a:pt x="76" y="337"/>
                    </a:cubicBezTo>
                    <a:cubicBezTo>
                      <a:pt x="77" y="339"/>
                      <a:pt x="79" y="341"/>
                      <a:pt x="80" y="343"/>
                    </a:cubicBezTo>
                    <a:cubicBezTo>
                      <a:pt x="90" y="358"/>
                      <a:pt x="96" y="362"/>
                      <a:pt x="101" y="374"/>
                    </a:cubicBezTo>
                    <a:cubicBezTo>
                      <a:pt x="105" y="385"/>
                      <a:pt x="106" y="400"/>
                      <a:pt x="106" y="405"/>
                    </a:cubicBezTo>
                    <a:cubicBezTo>
                      <a:pt x="106" y="411"/>
                      <a:pt x="104" y="416"/>
                      <a:pt x="109" y="419"/>
                    </a:cubicBezTo>
                    <a:cubicBezTo>
                      <a:pt x="113" y="422"/>
                      <a:pt x="115" y="428"/>
                      <a:pt x="110" y="433"/>
                    </a:cubicBezTo>
                    <a:cubicBezTo>
                      <a:pt x="105" y="439"/>
                      <a:pt x="97" y="441"/>
                      <a:pt x="100" y="453"/>
                    </a:cubicBezTo>
                    <a:cubicBezTo>
                      <a:pt x="102" y="464"/>
                      <a:pt x="103" y="474"/>
                      <a:pt x="109" y="485"/>
                    </a:cubicBezTo>
                    <a:cubicBezTo>
                      <a:pt x="114" y="496"/>
                      <a:pt x="113" y="497"/>
                      <a:pt x="112" y="515"/>
                    </a:cubicBezTo>
                    <a:cubicBezTo>
                      <a:pt x="111" y="532"/>
                      <a:pt x="97" y="533"/>
                      <a:pt x="105" y="544"/>
                    </a:cubicBezTo>
                    <a:cubicBezTo>
                      <a:pt x="112" y="554"/>
                      <a:pt x="123" y="556"/>
                      <a:pt x="116" y="568"/>
                    </a:cubicBezTo>
                    <a:cubicBezTo>
                      <a:pt x="109" y="580"/>
                      <a:pt x="104" y="585"/>
                      <a:pt x="98" y="599"/>
                    </a:cubicBezTo>
                    <a:cubicBezTo>
                      <a:pt x="92" y="612"/>
                      <a:pt x="83" y="628"/>
                      <a:pt x="71" y="634"/>
                    </a:cubicBezTo>
                    <a:cubicBezTo>
                      <a:pt x="58" y="640"/>
                      <a:pt x="35" y="643"/>
                      <a:pt x="30" y="651"/>
                    </a:cubicBezTo>
                    <a:cubicBezTo>
                      <a:pt x="25" y="659"/>
                      <a:pt x="36" y="671"/>
                      <a:pt x="21" y="679"/>
                    </a:cubicBezTo>
                    <a:cubicBezTo>
                      <a:pt x="5" y="687"/>
                      <a:pt x="0" y="690"/>
                      <a:pt x="3" y="699"/>
                    </a:cubicBezTo>
                    <a:cubicBezTo>
                      <a:pt x="4" y="702"/>
                      <a:pt x="6" y="708"/>
                      <a:pt x="7" y="713"/>
                    </a:cubicBezTo>
                    <a:cubicBezTo>
                      <a:pt x="13" y="714"/>
                      <a:pt x="22" y="715"/>
                      <a:pt x="27" y="721"/>
                    </a:cubicBezTo>
                    <a:cubicBezTo>
                      <a:pt x="36" y="731"/>
                      <a:pt x="48" y="744"/>
                      <a:pt x="65" y="74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2" name="Freeform 9"/>
              <p:cNvSpPr>
                <a:spLocks/>
              </p:cNvSpPr>
              <p:nvPr/>
            </p:nvSpPr>
            <p:spPr bwMode="auto">
              <a:xfrm>
                <a:off x="2492" y="545"/>
                <a:ext cx="555" cy="807"/>
              </a:xfrm>
              <a:custGeom>
                <a:avLst/>
                <a:gdLst>
                  <a:gd name="T0" fmla="*/ 740 w 818"/>
                  <a:gd name="T1" fmla="*/ 1159 h 1191"/>
                  <a:gd name="T2" fmla="*/ 755 w 818"/>
                  <a:gd name="T3" fmla="*/ 1136 h 1191"/>
                  <a:gd name="T4" fmla="*/ 780 w 818"/>
                  <a:gd name="T5" fmla="*/ 1086 h 1191"/>
                  <a:gd name="T6" fmla="*/ 767 w 818"/>
                  <a:gd name="T7" fmla="*/ 1027 h 1191"/>
                  <a:gd name="T8" fmla="*/ 766 w 818"/>
                  <a:gd name="T9" fmla="*/ 970 h 1191"/>
                  <a:gd name="T10" fmla="*/ 796 w 818"/>
                  <a:gd name="T11" fmla="*/ 921 h 1191"/>
                  <a:gd name="T12" fmla="*/ 788 w 818"/>
                  <a:gd name="T13" fmla="*/ 867 h 1191"/>
                  <a:gd name="T14" fmla="*/ 808 w 818"/>
                  <a:gd name="T15" fmla="*/ 811 h 1191"/>
                  <a:gd name="T16" fmla="*/ 780 w 818"/>
                  <a:gd name="T17" fmla="*/ 751 h 1191"/>
                  <a:gd name="T18" fmla="*/ 742 w 818"/>
                  <a:gd name="T19" fmla="*/ 703 h 1191"/>
                  <a:gd name="T20" fmla="*/ 693 w 818"/>
                  <a:gd name="T21" fmla="*/ 707 h 1191"/>
                  <a:gd name="T22" fmla="*/ 687 w 818"/>
                  <a:gd name="T23" fmla="*/ 635 h 1191"/>
                  <a:gd name="T24" fmla="*/ 666 w 818"/>
                  <a:gd name="T25" fmla="*/ 626 h 1191"/>
                  <a:gd name="T26" fmla="*/ 594 w 818"/>
                  <a:gd name="T27" fmla="*/ 646 h 1191"/>
                  <a:gd name="T28" fmla="*/ 546 w 818"/>
                  <a:gd name="T29" fmla="*/ 604 h 1191"/>
                  <a:gd name="T30" fmla="*/ 524 w 818"/>
                  <a:gd name="T31" fmla="*/ 570 h 1191"/>
                  <a:gd name="T32" fmla="*/ 487 w 818"/>
                  <a:gd name="T33" fmla="*/ 513 h 1191"/>
                  <a:gd name="T34" fmla="*/ 484 w 818"/>
                  <a:gd name="T35" fmla="*/ 474 h 1191"/>
                  <a:gd name="T36" fmla="*/ 498 w 818"/>
                  <a:gd name="T37" fmla="*/ 431 h 1191"/>
                  <a:gd name="T38" fmla="*/ 520 w 818"/>
                  <a:gd name="T39" fmla="*/ 399 h 1191"/>
                  <a:gd name="T40" fmla="*/ 536 w 818"/>
                  <a:gd name="T41" fmla="*/ 344 h 1191"/>
                  <a:gd name="T42" fmla="*/ 591 w 818"/>
                  <a:gd name="T43" fmla="*/ 299 h 1191"/>
                  <a:gd name="T44" fmla="*/ 670 w 818"/>
                  <a:gd name="T45" fmla="*/ 274 h 1191"/>
                  <a:gd name="T46" fmla="*/ 722 w 818"/>
                  <a:gd name="T47" fmla="*/ 279 h 1191"/>
                  <a:gd name="T48" fmla="*/ 710 w 818"/>
                  <a:gd name="T49" fmla="*/ 251 h 1191"/>
                  <a:gd name="T50" fmla="*/ 699 w 818"/>
                  <a:gd name="T51" fmla="*/ 212 h 1191"/>
                  <a:gd name="T52" fmla="*/ 695 w 818"/>
                  <a:gd name="T53" fmla="*/ 159 h 1191"/>
                  <a:gd name="T54" fmla="*/ 648 w 818"/>
                  <a:gd name="T55" fmla="*/ 153 h 1191"/>
                  <a:gd name="T56" fmla="*/ 620 w 818"/>
                  <a:gd name="T57" fmla="*/ 142 h 1191"/>
                  <a:gd name="T58" fmla="*/ 549 w 818"/>
                  <a:gd name="T59" fmla="*/ 160 h 1191"/>
                  <a:gd name="T60" fmla="*/ 518 w 818"/>
                  <a:gd name="T61" fmla="*/ 124 h 1191"/>
                  <a:gd name="T62" fmla="*/ 463 w 818"/>
                  <a:gd name="T63" fmla="*/ 73 h 1191"/>
                  <a:gd name="T64" fmla="*/ 417 w 818"/>
                  <a:gd name="T65" fmla="*/ 14 h 1191"/>
                  <a:gd name="T66" fmla="*/ 366 w 818"/>
                  <a:gd name="T67" fmla="*/ 5 h 1191"/>
                  <a:gd name="T68" fmla="*/ 391 w 818"/>
                  <a:gd name="T69" fmla="*/ 52 h 1191"/>
                  <a:gd name="T70" fmla="*/ 372 w 818"/>
                  <a:gd name="T71" fmla="*/ 101 h 1191"/>
                  <a:gd name="T72" fmla="*/ 233 w 818"/>
                  <a:gd name="T73" fmla="*/ 190 h 1191"/>
                  <a:gd name="T74" fmla="*/ 176 w 818"/>
                  <a:gd name="T75" fmla="*/ 287 h 1191"/>
                  <a:gd name="T76" fmla="*/ 152 w 818"/>
                  <a:gd name="T77" fmla="*/ 321 h 1191"/>
                  <a:gd name="T78" fmla="*/ 114 w 818"/>
                  <a:gd name="T79" fmla="*/ 294 h 1191"/>
                  <a:gd name="T80" fmla="*/ 66 w 818"/>
                  <a:gd name="T81" fmla="*/ 294 h 1191"/>
                  <a:gd name="T82" fmla="*/ 70 w 818"/>
                  <a:gd name="T83" fmla="*/ 256 h 1191"/>
                  <a:gd name="T84" fmla="*/ 62 w 818"/>
                  <a:gd name="T85" fmla="*/ 215 h 1191"/>
                  <a:gd name="T86" fmla="*/ 14 w 818"/>
                  <a:gd name="T87" fmla="*/ 264 h 1191"/>
                  <a:gd name="T88" fmla="*/ 13 w 818"/>
                  <a:gd name="T89" fmla="*/ 330 h 1191"/>
                  <a:gd name="T90" fmla="*/ 19 w 818"/>
                  <a:gd name="T91" fmla="*/ 375 h 1191"/>
                  <a:gd name="T92" fmla="*/ 63 w 818"/>
                  <a:gd name="T93" fmla="*/ 415 h 1191"/>
                  <a:gd name="T94" fmla="*/ 146 w 818"/>
                  <a:gd name="T95" fmla="*/ 518 h 1191"/>
                  <a:gd name="T96" fmla="*/ 201 w 818"/>
                  <a:gd name="T97" fmla="*/ 631 h 1191"/>
                  <a:gd name="T98" fmla="*/ 249 w 818"/>
                  <a:gd name="T99" fmla="*/ 726 h 1191"/>
                  <a:gd name="T100" fmla="*/ 296 w 818"/>
                  <a:gd name="T101" fmla="*/ 799 h 1191"/>
                  <a:gd name="T102" fmla="*/ 335 w 818"/>
                  <a:gd name="T103" fmla="*/ 869 h 1191"/>
                  <a:gd name="T104" fmla="*/ 348 w 818"/>
                  <a:gd name="T105" fmla="*/ 930 h 1191"/>
                  <a:gd name="T106" fmla="*/ 410 w 818"/>
                  <a:gd name="T107" fmla="*/ 998 h 1191"/>
                  <a:gd name="T108" fmla="*/ 502 w 818"/>
                  <a:gd name="T109" fmla="*/ 1050 h 1191"/>
                  <a:gd name="T110" fmla="*/ 601 w 818"/>
                  <a:gd name="T111" fmla="*/ 1099 h 1191"/>
                  <a:gd name="T112" fmla="*/ 660 w 818"/>
                  <a:gd name="T113" fmla="*/ 1152 h 1191"/>
                  <a:gd name="T114" fmla="*/ 709 w 818"/>
                  <a:gd name="T115" fmla="*/ 1187 h 1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18" h="1191">
                    <a:moveTo>
                      <a:pt x="734" y="1182"/>
                    </a:moveTo>
                    <a:cubicBezTo>
                      <a:pt x="739" y="1174"/>
                      <a:pt x="742" y="1169"/>
                      <a:pt x="740" y="1159"/>
                    </a:cubicBezTo>
                    <a:cubicBezTo>
                      <a:pt x="739" y="1149"/>
                      <a:pt x="742" y="1143"/>
                      <a:pt x="746" y="1140"/>
                    </a:cubicBezTo>
                    <a:cubicBezTo>
                      <a:pt x="749" y="1138"/>
                      <a:pt x="752" y="1137"/>
                      <a:pt x="755" y="1136"/>
                    </a:cubicBezTo>
                    <a:cubicBezTo>
                      <a:pt x="752" y="1131"/>
                      <a:pt x="754" y="1124"/>
                      <a:pt x="752" y="1118"/>
                    </a:cubicBezTo>
                    <a:cubicBezTo>
                      <a:pt x="750" y="1110"/>
                      <a:pt x="770" y="1093"/>
                      <a:pt x="780" y="1086"/>
                    </a:cubicBezTo>
                    <a:cubicBezTo>
                      <a:pt x="791" y="1079"/>
                      <a:pt x="793" y="1057"/>
                      <a:pt x="783" y="1050"/>
                    </a:cubicBezTo>
                    <a:cubicBezTo>
                      <a:pt x="773" y="1043"/>
                      <a:pt x="772" y="1037"/>
                      <a:pt x="767" y="1027"/>
                    </a:cubicBezTo>
                    <a:cubicBezTo>
                      <a:pt x="762" y="1018"/>
                      <a:pt x="762" y="1005"/>
                      <a:pt x="770" y="997"/>
                    </a:cubicBezTo>
                    <a:cubicBezTo>
                      <a:pt x="777" y="988"/>
                      <a:pt x="774" y="975"/>
                      <a:pt x="766" y="970"/>
                    </a:cubicBezTo>
                    <a:cubicBezTo>
                      <a:pt x="759" y="965"/>
                      <a:pt x="766" y="957"/>
                      <a:pt x="773" y="947"/>
                    </a:cubicBezTo>
                    <a:cubicBezTo>
                      <a:pt x="780" y="938"/>
                      <a:pt x="788" y="933"/>
                      <a:pt x="796" y="921"/>
                    </a:cubicBezTo>
                    <a:cubicBezTo>
                      <a:pt x="803" y="909"/>
                      <a:pt x="796" y="905"/>
                      <a:pt x="790" y="899"/>
                    </a:cubicBezTo>
                    <a:cubicBezTo>
                      <a:pt x="785" y="892"/>
                      <a:pt x="783" y="874"/>
                      <a:pt x="788" y="867"/>
                    </a:cubicBezTo>
                    <a:cubicBezTo>
                      <a:pt x="792" y="861"/>
                      <a:pt x="793" y="853"/>
                      <a:pt x="794" y="839"/>
                    </a:cubicBezTo>
                    <a:cubicBezTo>
                      <a:pt x="794" y="824"/>
                      <a:pt x="798" y="825"/>
                      <a:pt x="808" y="811"/>
                    </a:cubicBezTo>
                    <a:cubicBezTo>
                      <a:pt x="818" y="797"/>
                      <a:pt x="802" y="782"/>
                      <a:pt x="796" y="775"/>
                    </a:cubicBezTo>
                    <a:cubicBezTo>
                      <a:pt x="790" y="767"/>
                      <a:pt x="789" y="761"/>
                      <a:pt x="780" y="751"/>
                    </a:cubicBezTo>
                    <a:cubicBezTo>
                      <a:pt x="772" y="742"/>
                      <a:pt x="767" y="742"/>
                      <a:pt x="764" y="721"/>
                    </a:cubicBezTo>
                    <a:cubicBezTo>
                      <a:pt x="762" y="699"/>
                      <a:pt x="749" y="705"/>
                      <a:pt x="742" y="703"/>
                    </a:cubicBezTo>
                    <a:cubicBezTo>
                      <a:pt x="734" y="702"/>
                      <a:pt x="722" y="701"/>
                      <a:pt x="717" y="709"/>
                    </a:cubicBezTo>
                    <a:cubicBezTo>
                      <a:pt x="712" y="718"/>
                      <a:pt x="701" y="711"/>
                      <a:pt x="693" y="707"/>
                    </a:cubicBezTo>
                    <a:cubicBezTo>
                      <a:pt x="685" y="702"/>
                      <a:pt x="682" y="691"/>
                      <a:pt x="682" y="678"/>
                    </a:cubicBezTo>
                    <a:cubicBezTo>
                      <a:pt x="682" y="665"/>
                      <a:pt x="688" y="644"/>
                      <a:pt x="687" y="635"/>
                    </a:cubicBezTo>
                    <a:cubicBezTo>
                      <a:pt x="686" y="625"/>
                      <a:pt x="696" y="618"/>
                      <a:pt x="695" y="608"/>
                    </a:cubicBezTo>
                    <a:cubicBezTo>
                      <a:pt x="694" y="598"/>
                      <a:pt x="672" y="617"/>
                      <a:pt x="666" y="626"/>
                    </a:cubicBezTo>
                    <a:cubicBezTo>
                      <a:pt x="660" y="635"/>
                      <a:pt x="654" y="635"/>
                      <a:pt x="636" y="643"/>
                    </a:cubicBezTo>
                    <a:cubicBezTo>
                      <a:pt x="619" y="651"/>
                      <a:pt x="607" y="646"/>
                      <a:pt x="594" y="646"/>
                    </a:cubicBezTo>
                    <a:cubicBezTo>
                      <a:pt x="580" y="646"/>
                      <a:pt x="584" y="630"/>
                      <a:pt x="581" y="619"/>
                    </a:cubicBezTo>
                    <a:cubicBezTo>
                      <a:pt x="578" y="607"/>
                      <a:pt x="558" y="605"/>
                      <a:pt x="546" y="604"/>
                    </a:cubicBezTo>
                    <a:cubicBezTo>
                      <a:pt x="534" y="603"/>
                      <a:pt x="531" y="595"/>
                      <a:pt x="533" y="585"/>
                    </a:cubicBezTo>
                    <a:cubicBezTo>
                      <a:pt x="535" y="576"/>
                      <a:pt x="530" y="575"/>
                      <a:pt x="524" y="570"/>
                    </a:cubicBezTo>
                    <a:cubicBezTo>
                      <a:pt x="517" y="565"/>
                      <a:pt x="517" y="557"/>
                      <a:pt x="508" y="548"/>
                    </a:cubicBezTo>
                    <a:cubicBezTo>
                      <a:pt x="500" y="539"/>
                      <a:pt x="494" y="523"/>
                      <a:pt x="487" y="513"/>
                    </a:cubicBezTo>
                    <a:cubicBezTo>
                      <a:pt x="480" y="504"/>
                      <a:pt x="483" y="504"/>
                      <a:pt x="472" y="495"/>
                    </a:cubicBezTo>
                    <a:cubicBezTo>
                      <a:pt x="460" y="485"/>
                      <a:pt x="474" y="479"/>
                      <a:pt x="484" y="474"/>
                    </a:cubicBezTo>
                    <a:cubicBezTo>
                      <a:pt x="493" y="469"/>
                      <a:pt x="485" y="463"/>
                      <a:pt x="482" y="455"/>
                    </a:cubicBezTo>
                    <a:cubicBezTo>
                      <a:pt x="480" y="447"/>
                      <a:pt x="492" y="439"/>
                      <a:pt x="498" y="431"/>
                    </a:cubicBezTo>
                    <a:cubicBezTo>
                      <a:pt x="505" y="423"/>
                      <a:pt x="512" y="425"/>
                      <a:pt x="521" y="421"/>
                    </a:cubicBezTo>
                    <a:cubicBezTo>
                      <a:pt x="530" y="417"/>
                      <a:pt x="526" y="408"/>
                      <a:pt x="520" y="399"/>
                    </a:cubicBezTo>
                    <a:cubicBezTo>
                      <a:pt x="514" y="391"/>
                      <a:pt x="522" y="385"/>
                      <a:pt x="529" y="377"/>
                    </a:cubicBezTo>
                    <a:cubicBezTo>
                      <a:pt x="536" y="369"/>
                      <a:pt x="539" y="351"/>
                      <a:pt x="536" y="344"/>
                    </a:cubicBezTo>
                    <a:cubicBezTo>
                      <a:pt x="534" y="337"/>
                      <a:pt x="542" y="331"/>
                      <a:pt x="551" y="327"/>
                    </a:cubicBezTo>
                    <a:cubicBezTo>
                      <a:pt x="560" y="323"/>
                      <a:pt x="578" y="313"/>
                      <a:pt x="591" y="299"/>
                    </a:cubicBezTo>
                    <a:cubicBezTo>
                      <a:pt x="604" y="285"/>
                      <a:pt x="619" y="289"/>
                      <a:pt x="636" y="289"/>
                    </a:cubicBezTo>
                    <a:cubicBezTo>
                      <a:pt x="652" y="288"/>
                      <a:pt x="661" y="281"/>
                      <a:pt x="670" y="274"/>
                    </a:cubicBezTo>
                    <a:cubicBezTo>
                      <a:pt x="678" y="267"/>
                      <a:pt x="684" y="269"/>
                      <a:pt x="692" y="272"/>
                    </a:cubicBezTo>
                    <a:cubicBezTo>
                      <a:pt x="700" y="275"/>
                      <a:pt x="711" y="280"/>
                      <a:pt x="722" y="279"/>
                    </a:cubicBezTo>
                    <a:cubicBezTo>
                      <a:pt x="726" y="279"/>
                      <a:pt x="728" y="276"/>
                      <a:pt x="730" y="272"/>
                    </a:cubicBezTo>
                    <a:cubicBezTo>
                      <a:pt x="718" y="265"/>
                      <a:pt x="713" y="259"/>
                      <a:pt x="710" y="251"/>
                    </a:cubicBezTo>
                    <a:cubicBezTo>
                      <a:pt x="706" y="242"/>
                      <a:pt x="694" y="257"/>
                      <a:pt x="683" y="248"/>
                    </a:cubicBezTo>
                    <a:cubicBezTo>
                      <a:pt x="672" y="239"/>
                      <a:pt x="687" y="220"/>
                      <a:pt x="699" y="212"/>
                    </a:cubicBezTo>
                    <a:cubicBezTo>
                      <a:pt x="711" y="204"/>
                      <a:pt x="710" y="193"/>
                      <a:pt x="716" y="181"/>
                    </a:cubicBezTo>
                    <a:cubicBezTo>
                      <a:pt x="722" y="169"/>
                      <a:pt x="705" y="162"/>
                      <a:pt x="695" y="159"/>
                    </a:cubicBezTo>
                    <a:cubicBezTo>
                      <a:pt x="685" y="156"/>
                      <a:pt x="679" y="149"/>
                      <a:pt x="668" y="149"/>
                    </a:cubicBezTo>
                    <a:cubicBezTo>
                      <a:pt x="657" y="149"/>
                      <a:pt x="648" y="149"/>
                      <a:pt x="648" y="153"/>
                    </a:cubicBezTo>
                    <a:cubicBezTo>
                      <a:pt x="648" y="157"/>
                      <a:pt x="639" y="161"/>
                      <a:pt x="635" y="155"/>
                    </a:cubicBezTo>
                    <a:cubicBezTo>
                      <a:pt x="631" y="149"/>
                      <a:pt x="631" y="144"/>
                      <a:pt x="620" y="142"/>
                    </a:cubicBezTo>
                    <a:cubicBezTo>
                      <a:pt x="609" y="140"/>
                      <a:pt x="605" y="146"/>
                      <a:pt x="605" y="155"/>
                    </a:cubicBezTo>
                    <a:cubicBezTo>
                      <a:pt x="605" y="164"/>
                      <a:pt x="563" y="162"/>
                      <a:pt x="549" y="160"/>
                    </a:cubicBezTo>
                    <a:cubicBezTo>
                      <a:pt x="535" y="158"/>
                      <a:pt x="531" y="159"/>
                      <a:pt x="528" y="146"/>
                    </a:cubicBezTo>
                    <a:cubicBezTo>
                      <a:pt x="525" y="133"/>
                      <a:pt x="530" y="125"/>
                      <a:pt x="518" y="124"/>
                    </a:cubicBezTo>
                    <a:cubicBezTo>
                      <a:pt x="506" y="123"/>
                      <a:pt x="498" y="104"/>
                      <a:pt x="494" y="93"/>
                    </a:cubicBezTo>
                    <a:cubicBezTo>
                      <a:pt x="490" y="82"/>
                      <a:pt x="476" y="73"/>
                      <a:pt x="463" y="73"/>
                    </a:cubicBezTo>
                    <a:cubicBezTo>
                      <a:pt x="450" y="73"/>
                      <a:pt x="450" y="63"/>
                      <a:pt x="450" y="49"/>
                    </a:cubicBezTo>
                    <a:cubicBezTo>
                      <a:pt x="450" y="35"/>
                      <a:pt x="428" y="28"/>
                      <a:pt x="417" y="14"/>
                    </a:cubicBezTo>
                    <a:cubicBezTo>
                      <a:pt x="406" y="0"/>
                      <a:pt x="398" y="9"/>
                      <a:pt x="382" y="9"/>
                    </a:cubicBezTo>
                    <a:cubicBezTo>
                      <a:pt x="374" y="9"/>
                      <a:pt x="370" y="7"/>
                      <a:pt x="366" y="5"/>
                    </a:cubicBezTo>
                    <a:cubicBezTo>
                      <a:pt x="368" y="15"/>
                      <a:pt x="374" y="25"/>
                      <a:pt x="385" y="34"/>
                    </a:cubicBezTo>
                    <a:cubicBezTo>
                      <a:pt x="401" y="46"/>
                      <a:pt x="391" y="41"/>
                      <a:pt x="391" y="52"/>
                    </a:cubicBezTo>
                    <a:cubicBezTo>
                      <a:pt x="391" y="63"/>
                      <a:pt x="387" y="63"/>
                      <a:pt x="382" y="67"/>
                    </a:cubicBezTo>
                    <a:cubicBezTo>
                      <a:pt x="377" y="71"/>
                      <a:pt x="376" y="79"/>
                      <a:pt x="372" y="101"/>
                    </a:cubicBezTo>
                    <a:cubicBezTo>
                      <a:pt x="368" y="123"/>
                      <a:pt x="312" y="166"/>
                      <a:pt x="295" y="173"/>
                    </a:cubicBezTo>
                    <a:cubicBezTo>
                      <a:pt x="278" y="180"/>
                      <a:pt x="259" y="184"/>
                      <a:pt x="233" y="190"/>
                    </a:cubicBezTo>
                    <a:cubicBezTo>
                      <a:pt x="207" y="196"/>
                      <a:pt x="191" y="235"/>
                      <a:pt x="182" y="250"/>
                    </a:cubicBezTo>
                    <a:cubicBezTo>
                      <a:pt x="173" y="265"/>
                      <a:pt x="179" y="275"/>
                      <a:pt x="176" y="287"/>
                    </a:cubicBezTo>
                    <a:cubicBezTo>
                      <a:pt x="173" y="299"/>
                      <a:pt x="172" y="300"/>
                      <a:pt x="163" y="302"/>
                    </a:cubicBezTo>
                    <a:cubicBezTo>
                      <a:pt x="154" y="304"/>
                      <a:pt x="156" y="307"/>
                      <a:pt x="152" y="321"/>
                    </a:cubicBezTo>
                    <a:cubicBezTo>
                      <a:pt x="148" y="335"/>
                      <a:pt x="136" y="322"/>
                      <a:pt x="128" y="319"/>
                    </a:cubicBezTo>
                    <a:cubicBezTo>
                      <a:pt x="120" y="316"/>
                      <a:pt x="120" y="304"/>
                      <a:pt x="114" y="294"/>
                    </a:cubicBezTo>
                    <a:cubicBezTo>
                      <a:pt x="108" y="284"/>
                      <a:pt x="97" y="283"/>
                      <a:pt x="87" y="281"/>
                    </a:cubicBezTo>
                    <a:cubicBezTo>
                      <a:pt x="77" y="279"/>
                      <a:pt x="70" y="283"/>
                      <a:pt x="66" y="294"/>
                    </a:cubicBezTo>
                    <a:cubicBezTo>
                      <a:pt x="62" y="305"/>
                      <a:pt x="60" y="280"/>
                      <a:pt x="56" y="271"/>
                    </a:cubicBezTo>
                    <a:cubicBezTo>
                      <a:pt x="52" y="262"/>
                      <a:pt x="58" y="259"/>
                      <a:pt x="70" y="256"/>
                    </a:cubicBezTo>
                    <a:cubicBezTo>
                      <a:pt x="82" y="253"/>
                      <a:pt x="77" y="228"/>
                      <a:pt x="70" y="224"/>
                    </a:cubicBezTo>
                    <a:cubicBezTo>
                      <a:pt x="67" y="222"/>
                      <a:pt x="64" y="218"/>
                      <a:pt x="62" y="215"/>
                    </a:cubicBezTo>
                    <a:cubicBezTo>
                      <a:pt x="53" y="218"/>
                      <a:pt x="44" y="223"/>
                      <a:pt x="38" y="232"/>
                    </a:cubicBezTo>
                    <a:cubicBezTo>
                      <a:pt x="27" y="247"/>
                      <a:pt x="27" y="255"/>
                      <a:pt x="14" y="264"/>
                    </a:cubicBezTo>
                    <a:cubicBezTo>
                      <a:pt x="1" y="274"/>
                      <a:pt x="0" y="286"/>
                      <a:pt x="3" y="299"/>
                    </a:cubicBezTo>
                    <a:cubicBezTo>
                      <a:pt x="6" y="313"/>
                      <a:pt x="7" y="314"/>
                      <a:pt x="13" y="330"/>
                    </a:cubicBezTo>
                    <a:cubicBezTo>
                      <a:pt x="20" y="345"/>
                      <a:pt x="27" y="344"/>
                      <a:pt x="27" y="354"/>
                    </a:cubicBezTo>
                    <a:cubicBezTo>
                      <a:pt x="28" y="364"/>
                      <a:pt x="28" y="370"/>
                      <a:pt x="19" y="375"/>
                    </a:cubicBezTo>
                    <a:cubicBezTo>
                      <a:pt x="10" y="380"/>
                      <a:pt x="4" y="389"/>
                      <a:pt x="24" y="396"/>
                    </a:cubicBezTo>
                    <a:cubicBezTo>
                      <a:pt x="44" y="402"/>
                      <a:pt x="49" y="404"/>
                      <a:pt x="63" y="415"/>
                    </a:cubicBezTo>
                    <a:cubicBezTo>
                      <a:pt x="77" y="426"/>
                      <a:pt x="102" y="452"/>
                      <a:pt x="112" y="471"/>
                    </a:cubicBezTo>
                    <a:cubicBezTo>
                      <a:pt x="122" y="491"/>
                      <a:pt x="135" y="503"/>
                      <a:pt x="146" y="518"/>
                    </a:cubicBezTo>
                    <a:cubicBezTo>
                      <a:pt x="157" y="532"/>
                      <a:pt x="157" y="533"/>
                      <a:pt x="168" y="564"/>
                    </a:cubicBezTo>
                    <a:cubicBezTo>
                      <a:pt x="178" y="596"/>
                      <a:pt x="196" y="607"/>
                      <a:pt x="201" y="631"/>
                    </a:cubicBezTo>
                    <a:cubicBezTo>
                      <a:pt x="207" y="654"/>
                      <a:pt x="217" y="672"/>
                      <a:pt x="230" y="687"/>
                    </a:cubicBezTo>
                    <a:cubicBezTo>
                      <a:pt x="243" y="703"/>
                      <a:pt x="248" y="711"/>
                      <a:pt x="249" y="726"/>
                    </a:cubicBezTo>
                    <a:cubicBezTo>
                      <a:pt x="249" y="741"/>
                      <a:pt x="240" y="755"/>
                      <a:pt x="258" y="768"/>
                    </a:cubicBezTo>
                    <a:cubicBezTo>
                      <a:pt x="277" y="780"/>
                      <a:pt x="279" y="778"/>
                      <a:pt x="296" y="799"/>
                    </a:cubicBezTo>
                    <a:cubicBezTo>
                      <a:pt x="313" y="821"/>
                      <a:pt x="311" y="829"/>
                      <a:pt x="320" y="839"/>
                    </a:cubicBezTo>
                    <a:cubicBezTo>
                      <a:pt x="329" y="848"/>
                      <a:pt x="342" y="860"/>
                      <a:pt x="335" y="869"/>
                    </a:cubicBezTo>
                    <a:cubicBezTo>
                      <a:pt x="327" y="878"/>
                      <a:pt x="319" y="880"/>
                      <a:pt x="322" y="893"/>
                    </a:cubicBezTo>
                    <a:cubicBezTo>
                      <a:pt x="325" y="907"/>
                      <a:pt x="333" y="920"/>
                      <a:pt x="348" y="930"/>
                    </a:cubicBezTo>
                    <a:cubicBezTo>
                      <a:pt x="363" y="941"/>
                      <a:pt x="380" y="956"/>
                      <a:pt x="385" y="969"/>
                    </a:cubicBezTo>
                    <a:cubicBezTo>
                      <a:pt x="390" y="983"/>
                      <a:pt x="400" y="993"/>
                      <a:pt x="410" y="998"/>
                    </a:cubicBezTo>
                    <a:cubicBezTo>
                      <a:pt x="420" y="1002"/>
                      <a:pt x="433" y="1006"/>
                      <a:pt x="448" y="1018"/>
                    </a:cubicBezTo>
                    <a:cubicBezTo>
                      <a:pt x="463" y="1030"/>
                      <a:pt x="480" y="1042"/>
                      <a:pt x="502" y="1050"/>
                    </a:cubicBezTo>
                    <a:cubicBezTo>
                      <a:pt x="525" y="1057"/>
                      <a:pt x="542" y="1066"/>
                      <a:pt x="559" y="1075"/>
                    </a:cubicBezTo>
                    <a:cubicBezTo>
                      <a:pt x="576" y="1084"/>
                      <a:pt x="587" y="1090"/>
                      <a:pt x="601" y="1099"/>
                    </a:cubicBezTo>
                    <a:cubicBezTo>
                      <a:pt x="616" y="1108"/>
                      <a:pt x="633" y="1111"/>
                      <a:pt x="637" y="1127"/>
                    </a:cubicBezTo>
                    <a:cubicBezTo>
                      <a:pt x="641" y="1143"/>
                      <a:pt x="646" y="1145"/>
                      <a:pt x="660" y="1152"/>
                    </a:cubicBezTo>
                    <a:cubicBezTo>
                      <a:pt x="673" y="1159"/>
                      <a:pt x="687" y="1161"/>
                      <a:pt x="696" y="1184"/>
                    </a:cubicBezTo>
                    <a:cubicBezTo>
                      <a:pt x="700" y="1184"/>
                      <a:pt x="705" y="1185"/>
                      <a:pt x="709" y="1187"/>
                    </a:cubicBezTo>
                    <a:cubicBezTo>
                      <a:pt x="718" y="1191"/>
                      <a:pt x="728" y="1189"/>
                      <a:pt x="734" y="118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3" name="Freeform 10"/>
              <p:cNvSpPr>
                <a:spLocks noEditPoints="1"/>
              </p:cNvSpPr>
              <p:nvPr/>
            </p:nvSpPr>
            <p:spPr bwMode="auto">
              <a:xfrm>
                <a:off x="1277" y="1314"/>
                <a:ext cx="1870" cy="1927"/>
              </a:xfrm>
              <a:custGeom>
                <a:avLst/>
                <a:gdLst>
                  <a:gd name="T0" fmla="*/ 2282 w 2759"/>
                  <a:gd name="T1" fmla="*/ 1968 h 2843"/>
                  <a:gd name="T2" fmla="*/ 2236 w 2759"/>
                  <a:gd name="T3" fmla="*/ 1924 h 2843"/>
                  <a:gd name="T4" fmla="*/ 2271 w 2759"/>
                  <a:gd name="T5" fmla="*/ 1850 h 2843"/>
                  <a:gd name="T6" fmla="*/ 2272 w 2759"/>
                  <a:gd name="T7" fmla="*/ 1887 h 2843"/>
                  <a:gd name="T8" fmla="*/ 2206 w 2759"/>
                  <a:gd name="T9" fmla="*/ 2382 h 2843"/>
                  <a:gd name="T10" fmla="*/ 2190 w 2759"/>
                  <a:gd name="T11" fmla="*/ 2487 h 2843"/>
                  <a:gd name="T12" fmla="*/ 2204 w 2759"/>
                  <a:gd name="T13" fmla="*/ 2516 h 2843"/>
                  <a:gd name="T14" fmla="*/ 2272 w 2759"/>
                  <a:gd name="T15" fmla="*/ 2553 h 2843"/>
                  <a:gd name="T16" fmla="*/ 2231 w 2759"/>
                  <a:gd name="T17" fmla="*/ 2591 h 2843"/>
                  <a:gd name="T18" fmla="*/ 2266 w 2759"/>
                  <a:gd name="T19" fmla="*/ 2599 h 2843"/>
                  <a:gd name="T20" fmla="*/ 2614 w 2759"/>
                  <a:gd name="T21" fmla="*/ 2572 h 2843"/>
                  <a:gd name="T22" fmla="*/ 2500 w 2759"/>
                  <a:gd name="T23" fmla="*/ 2610 h 2843"/>
                  <a:gd name="T24" fmla="*/ 2531 w 2759"/>
                  <a:gd name="T25" fmla="*/ 2700 h 2843"/>
                  <a:gd name="T26" fmla="*/ 2466 w 2759"/>
                  <a:gd name="T27" fmla="*/ 2694 h 2843"/>
                  <a:gd name="T28" fmla="*/ 2398 w 2759"/>
                  <a:gd name="T29" fmla="*/ 2706 h 2843"/>
                  <a:gd name="T30" fmla="*/ 2457 w 2759"/>
                  <a:gd name="T31" fmla="*/ 2752 h 2843"/>
                  <a:gd name="T32" fmla="*/ 2572 w 2759"/>
                  <a:gd name="T33" fmla="*/ 2821 h 2843"/>
                  <a:gd name="T34" fmla="*/ 2645 w 2759"/>
                  <a:gd name="T35" fmla="*/ 2781 h 2843"/>
                  <a:gd name="T36" fmla="*/ 2759 w 2759"/>
                  <a:gd name="T37" fmla="*/ 2800 h 2843"/>
                  <a:gd name="T38" fmla="*/ 2605 w 2759"/>
                  <a:gd name="T39" fmla="*/ 171 h 2843"/>
                  <a:gd name="T40" fmla="*/ 2548 w 2759"/>
                  <a:gd name="T41" fmla="*/ 0 h 2843"/>
                  <a:gd name="T42" fmla="*/ 2507 w 2759"/>
                  <a:gd name="T43" fmla="*/ 115 h 2843"/>
                  <a:gd name="T44" fmla="*/ 2484 w 2759"/>
                  <a:gd name="T45" fmla="*/ 383 h 2843"/>
                  <a:gd name="T46" fmla="*/ 2476 w 2759"/>
                  <a:gd name="T47" fmla="*/ 600 h 2843"/>
                  <a:gd name="T48" fmla="*/ 2439 w 2759"/>
                  <a:gd name="T49" fmla="*/ 823 h 2843"/>
                  <a:gd name="T50" fmla="*/ 2419 w 2759"/>
                  <a:gd name="T51" fmla="*/ 1036 h 2843"/>
                  <a:gd name="T52" fmla="*/ 2334 w 2759"/>
                  <a:gd name="T53" fmla="*/ 1303 h 2843"/>
                  <a:gd name="T54" fmla="*/ 2307 w 2759"/>
                  <a:gd name="T55" fmla="*/ 1534 h 2843"/>
                  <a:gd name="T56" fmla="*/ 2264 w 2759"/>
                  <a:gd name="T57" fmla="*/ 1734 h 2843"/>
                  <a:gd name="T58" fmla="*/ 2290 w 2759"/>
                  <a:gd name="T59" fmla="*/ 1756 h 2843"/>
                  <a:gd name="T60" fmla="*/ 2351 w 2759"/>
                  <a:gd name="T61" fmla="*/ 1710 h 2843"/>
                  <a:gd name="T62" fmla="*/ 2325 w 2759"/>
                  <a:gd name="T63" fmla="*/ 1903 h 2843"/>
                  <a:gd name="T64" fmla="*/ 2276 w 2759"/>
                  <a:gd name="T65" fmla="*/ 2016 h 2843"/>
                  <a:gd name="T66" fmla="*/ 2175 w 2759"/>
                  <a:gd name="T67" fmla="*/ 2063 h 2843"/>
                  <a:gd name="T68" fmla="*/ 2238 w 2759"/>
                  <a:gd name="T69" fmla="*/ 2152 h 2843"/>
                  <a:gd name="T70" fmla="*/ 2237 w 2759"/>
                  <a:gd name="T71" fmla="*/ 2198 h 2843"/>
                  <a:gd name="T72" fmla="*/ 2175 w 2759"/>
                  <a:gd name="T73" fmla="*/ 2197 h 2843"/>
                  <a:gd name="T74" fmla="*/ 2217 w 2759"/>
                  <a:gd name="T75" fmla="*/ 2279 h 2843"/>
                  <a:gd name="T76" fmla="*/ 2262 w 2759"/>
                  <a:gd name="T77" fmla="*/ 2328 h 2843"/>
                  <a:gd name="T78" fmla="*/ 2261 w 2759"/>
                  <a:gd name="T79" fmla="*/ 2438 h 2843"/>
                  <a:gd name="T80" fmla="*/ 2280 w 2759"/>
                  <a:gd name="T81" fmla="*/ 2501 h 2843"/>
                  <a:gd name="T82" fmla="*/ 2338 w 2759"/>
                  <a:gd name="T83" fmla="*/ 2536 h 2843"/>
                  <a:gd name="T84" fmla="*/ 2335 w 2759"/>
                  <a:gd name="T85" fmla="*/ 2613 h 2843"/>
                  <a:gd name="T86" fmla="*/ 2397 w 2759"/>
                  <a:gd name="T87" fmla="*/ 2580 h 2843"/>
                  <a:gd name="T88" fmla="*/ 2403 w 2759"/>
                  <a:gd name="T89" fmla="*/ 2629 h 2843"/>
                  <a:gd name="T90" fmla="*/ 2334 w 2759"/>
                  <a:gd name="T91" fmla="*/ 2702 h 2843"/>
                  <a:gd name="T92" fmla="*/ 2482 w 2759"/>
                  <a:gd name="T93" fmla="*/ 2597 h 2843"/>
                  <a:gd name="T94" fmla="*/ 2631 w 2759"/>
                  <a:gd name="T95" fmla="*/ 2560 h 2843"/>
                  <a:gd name="T96" fmla="*/ 2377 w 2759"/>
                  <a:gd name="T97" fmla="*/ 2495 h 2843"/>
                  <a:gd name="T98" fmla="*/ 2316 w 2759"/>
                  <a:gd name="T99" fmla="*/ 2388 h 2843"/>
                  <a:gd name="T100" fmla="*/ 2374 w 2759"/>
                  <a:gd name="T101" fmla="*/ 2194 h 2843"/>
                  <a:gd name="T102" fmla="*/ 2417 w 2759"/>
                  <a:gd name="T103" fmla="*/ 2031 h 2843"/>
                  <a:gd name="T104" fmla="*/ 2451 w 2759"/>
                  <a:gd name="T105" fmla="*/ 1915 h 2843"/>
                  <a:gd name="T106" fmla="*/ 2409 w 2759"/>
                  <a:gd name="T107" fmla="*/ 1730 h 2843"/>
                  <a:gd name="T108" fmla="*/ 2423 w 2759"/>
                  <a:gd name="T109" fmla="*/ 1535 h 2843"/>
                  <a:gd name="T110" fmla="*/ 2450 w 2759"/>
                  <a:gd name="T111" fmla="*/ 1325 h 2843"/>
                  <a:gd name="T112" fmla="*/ 2516 w 2759"/>
                  <a:gd name="T113" fmla="*/ 1152 h 2843"/>
                  <a:gd name="T114" fmla="*/ 2499 w 2759"/>
                  <a:gd name="T115" fmla="*/ 983 h 2843"/>
                  <a:gd name="T116" fmla="*/ 2529 w 2759"/>
                  <a:gd name="T117" fmla="*/ 823 h 2843"/>
                  <a:gd name="T118" fmla="*/ 2609 w 2759"/>
                  <a:gd name="T119" fmla="*/ 643 h 2843"/>
                  <a:gd name="T120" fmla="*/ 2615 w 2759"/>
                  <a:gd name="T121" fmla="*/ 492 h 2843"/>
                  <a:gd name="T122" fmla="*/ 2667 w 2759"/>
                  <a:gd name="T123" fmla="*/ 355 h 2843"/>
                  <a:gd name="T124" fmla="*/ 16 w 2759"/>
                  <a:gd name="T125" fmla="*/ 648 h 28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59" h="2843">
                    <a:moveTo>
                      <a:pt x="2276" y="1921"/>
                    </a:moveTo>
                    <a:cubicBezTo>
                      <a:pt x="2283" y="1925"/>
                      <a:pt x="2281" y="1913"/>
                      <a:pt x="2284" y="1909"/>
                    </a:cubicBezTo>
                    <a:cubicBezTo>
                      <a:pt x="2288" y="1905"/>
                      <a:pt x="2298" y="1911"/>
                      <a:pt x="2297" y="1918"/>
                    </a:cubicBezTo>
                    <a:cubicBezTo>
                      <a:pt x="2296" y="1925"/>
                      <a:pt x="2296" y="1926"/>
                      <a:pt x="2287" y="1926"/>
                    </a:cubicBezTo>
                    <a:cubicBezTo>
                      <a:pt x="2279" y="1926"/>
                      <a:pt x="2280" y="1934"/>
                      <a:pt x="2284" y="1937"/>
                    </a:cubicBezTo>
                    <a:cubicBezTo>
                      <a:pt x="2287" y="1941"/>
                      <a:pt x="2290" y="1949"/>
                      <a:pt x="2290" y="1956"/>
                    </a:cubicBezTo>
                    <a:cubicBezTo>
                      <a:pt x="2290" y="1964"/>
                      <a:pt x="2288" y="1965"/>
                      <a:pt x="2282" y="1968"/>
                    </a:cubicBezTo>
                    <a:cubicBezTo>
                      <a:pt x="2275" y="1971"/>
                      <a:pt x="2273" y="1978"/>
                      <a:pt x="2271" y="1988"/>
                    </a:cubicBezTo>
                    <a:cubicBezTo>
                      <a:pt x="2269" y="1997"/>
                      <a:pt x="2266" y="1991"/>
                      <a:pt x="2265" y="1984"/>
                    </a:cubicBezTo>
                    <a:cubicBezTo>
                      <a:pt x="2264" y="1977"/>
                      <a:pt x="2264" y="1973"/>
                      <a:pt x="2271" y="1968"/>
                    </a:cubicBezTo>
                    <a:cubicBezTo>
                      <a:pt x="2277" y="1962"/>
                      <a:pt x="2271" y="1959"/>
                      <a:pt x="2265" y="1957"/>
                    </a:cubicBezTo>
                    <a:cubicBezTo>
                      <a:pt x="2259" y="1956"/>
                      <a:pt x="2264" y="1945"/>
                      <a:pt x="2260" y="1944"/>
                    </a:cubicBezTo>
                    <a:cubicBezTo>
                      <a:pt x="2256" y="1943"/>
                      <a:pt x="2250" y="1940"/>
                      <a:pt x="2249" y="1933"/>
                    </a:cubicBezTo>
                    <a:cubicBezTo>
                      <a:pt x="2249" y="1927"/>
                      <a:pt x="2246" y="1925"/>
                      <a:pt x="2236" y="1924"/>
                    </a:cubicBezTo>
                    <a:cubicBezTo>
                      <a:pt x="2225" y="1923"/>
                      <a:pt x="2236" y="1916"/>
                      <a:pt x="2240" y="1912"/>
                    </a:cubicBezTo>
                    <a:cubicBezTo>
                      <a:pt x="2244" y="1908"/>
                      <a:pt x="2262" y="1910"/>
                      <a:pt x="2262" y="1910"/>
                    </a:cubicBezTo>
                    <a:cubicBezTo>
                      <a:pt x="2272" y="1910"/>
                      <a:pt x="2270" y="1917"/>
                      <a:pt x="2276" y="1921"/>
                    </a:cubicBezTo>
                    <a:close/>
                    <a:moveTo>
                      <a:pt x="2271" y="1850"/>
                    </a:moveTo>
                    <a:cubicBezTo>
                      <a:pt x="2271" y="1850"/>
                      <a:pt x="2270" y="1866"/>
                      <a:pt x="2275" y="1867"/>
                    </a:cubicBezTo>
                    <a:cubicBezTo>
                      <a:pt x="2280" y="1868"/>
                      <a:pt x="2279" y="1864"/>
                      <a:pt x="2279" y="1859"/>
                    </a:cubicBezTo>
                    <a:cubicBezTo>
                      <a:pt x="2279" y="1854"/>
                      <a:pt x="2276" y="1838"/>
                      <a:pt x="2271" y="1850"/>
                    </a:cubicBezTo>
                    <a:close/>
                    <a:moveTo>
                      <a:pt x="2290" y="1860"/>
                    </a:moveTo>
                    <a:cubicBezTo>
                      <a:pt x="2290" y="1860"/>
                      <a:pt x="2289" y="1863"/>
                      <a:pt x="2289" y="1871"/>
                    </a:cubicBezTo>
                    <a:cubicBezTo>
                      <a:pt x="2289" y="1879"/>
                      <a:pt x="2295" y="1883"/>
                      <a:pt x="2295" y="1875"/>
                    </a:cubicBezTo>
                    <a:cubicBezTo>
                      <a:pt x="2296" y="1867"/>
                      <a:pt x="2294" y="1848"/>
                      <a:pt x="2290" y="1860"/>
                    </a:cubicBezTo>
                    <a:close/>
                    <a:moveTo>
                      <a:pt x="2265" y="1877"/>
                    </a:moveTo>
                    <a:cubicBezTo>
                      <a:pt x="2265" y="1877"/>
                      <a:pt x="2261" y="1890"/>
                      <a:pt x="2265" y="1892"/>
                    </a:cubicBezTo>
                    <a:cubicBezTo>
                      <a:pt x="2270" y="1894"/>
                      <a:pt x="2271" y="1891"/>
                      <a:pt x="2272" y="1887"/>
                    </a:cubicBezTo>
                    <a:cubicBezTo>
                      <a:pt x="2272" y="1883"/>
                      <a:pt x="2268" y="1867"/>
                      <a:pt x="2265" y="1877"/>
                    </a:cubicBezTo>
                    <a:close/>
                    <a:moveTo>
                      <a:pt x="2189" y="2359"/>
                    </a:moveTo>
                    <a:cubicBezTo>
                      <a:pt x="2189" y="2359"/>
                      <a:pt x="2181" y="2370"/>
                      <a:pt x="2179" y="2376"/>
                    </a:cubicBezTo>
                    <a:cubicBezTo>
                      <a:pt x="2177" y="2382"/>
                      <a:pt x="2174" y="2391"/>
                      <a:pt x="2177" y="2400"/>
                    </a:cubicBezTo>
                    <a:cubicBezTo>
                      <a:pt x="2181" y="2409"/>
                      <a:pt x="2189" y="2425"/>
                      <a:pt x="2191" y="2414"/>
                    </a:cubicBezTo>
                    <a:cubicBezTo>
                      <a:pt x="2193" y="2403"/>
                      <a:pt x="2191" y="2399"/>
                      <a:pt x="2195" y="2395"/>
                    </a:cubicBezTo>
                    <a:cubicBezTo>
                      <a:pt x="2199" y="2390"/>
                      <a:pt x="2197" y="2382"/>
                      <a:pt x="2206" y="2382"/>
                    </a:cubicBezTo>
                    <a:cubicBezTo>
                      <a:pt x="2215" y="2382"/>
                      <a:pt x="2220" y="2375"/>
                      <a:pt x="2221" y="2369"/>
                    </a:cubicBezTo>
                    <a:cubicBezTo>
                      <a:pt x="2222" y="2362"/>
                      <a:pt x="2217" y="2360"/>
                      <a:pt x="2208" y="2358"/>
                    </a:cubicBezTo>
                    <a:cubicBezTo>
                      <a:pt x="2200" y="2357"/>
                      <a:pt x="2193" y="2353"/>
                      <a:pt x="2189" y="2359"/>
                    </a:cubicBezTo>
                    <a:close/>
                    <a:moveTo>
                      <a:pt x="2229" y="2455"/>
                    </a:moveTo>
                    <a:cubicBezTo>
                      <a:pt x="2229" y="2455"/>
                      <a:pt x="2226" y="2463"/>
                      <a:pt x="2216" y="2463"/>
                    </a:cubicBezTo>
                    <a:cubicBezTo>
                      <a:pt x="2206" y="2463"/>
                      <a:pt x="2194" y="2460"/>
                      <a:pt x="2192" y="2465"/>
                    </a:cubicBezTo>
                    <a:cubicBezTo>
                      <a:pt x="2190" y="2471"/>
                      <a:pt x="2182" y="2485"/>
                      <a:pt x="2190" y="2487"/>
                    </a:cubicBezTo>
                    <a:cubicBezTo>
                      <a:pt x="2197" y="2488"/>
                      <a:pt x="2194" y="2482"/>
                      <a:pt x="2202" y="2481"/>
                    </a:cubicBezTo>
                    <a:cubicBezTo>
                      <a:pt x="2210" y="2479"/>
                      <a:pt x="2223" y="2476"/>
                      <a:pt x="2224" y="2472"/>
                    </a:cubicBezTo>
                    <a:cubicBezTo>
                      <a:pt x="2225" y="2468"/>
                      <a:pt x="2236" y="2466"/>
                      <a:pt x="2237" y="2459"/>
                    </a:cubicBezTo>
                    <a:cubicBezTo>
                      <a:pt x="2238" y="2452"/>
                      <a:pt x="2232" y="2447"/>
                      <a:pt x="2229" y="2455"/>
                    </a:cubicBezTo>
                    <a:close/>
                    <a:moveTo>
                      <a:pt x="2220" y="2495"/>
                    </a:moveTo>
                    <a:cubicBezTo>
                      <a:pt x="2220" y="2495"/>
                      <a:pt x="2206" y="2493"/>
                      <a:pt x="2202" y="2498"/>
                    </a:cubicBezTo>
                    <a:cubicBezTo>
                      <a:pt x="2198" y="2503"/>
                      <a:pt x="2199" y="2508"/>
                      <a:pt x="2204" y="2516"/>
                    </a:cubicBezTo>
                    <a:cubicBezTo>
                      <a:pt x="2209" y="2524"/>
                      <a:pt x="2208" y="2530"/>
                      <a:pt x="2222" y="2530"/>
                    </a:cubicBezTo>
                    <a:cubicBezTo>
                      <a:pt x="2236" y="2530"/>
                      <a:pt x="2248" y="2521"/>
                      <a:pt x="2235" y="2515"/>
                    </a:cubicBezTo>
                    <a:cubicBezTo>
                      <a:pt x="2222" y="2509"/>
                      <a:pt x="2229" y="2495"/>
                      <a:pt x="2220" y="2495"/>
                    </a:cubicBezTo>
                    <a:close/>
                    <a:moveTo>
                      <a:pt x="2265" y="2531"/>
                    </a:moveTo>
                    <a:cubicBezTo>
                      <a:pt x="2265" y="2531"/>
                      <a:pt x="2247" y="2525"/>
                      <a:pt x="2248" y="2533"/>
                    </a:cubicBezTo>
                    <a:cubicBezTo>
                      <a:pt x="2249" y="2541"/>
                      <a:pt x="2259" y="2539"/>
                      <a:pt x="2262" y="2548"/>
                    </a:cubicBezTo>
                    <a:cubicBezTo>
                      <a:pt x="2265" y="2556"/>
                      <a:pt x="2270" y="2558"/>
                      <a:pt x="2272" y="2553"/>
                    </a:cubicBezTo>
                    <a:cubicBezTo>
                      <a:pt x="2274" y="2548"/>
                      <a:pt x="2282" y="2548"/>
                      <a:pt x="2282" y="2543"/>
                    </a:cubicBezTo>
                    <a:cubicBezTo>
                      <a:pt x="2282" y="2539"/>
                      <a:pt x="2290" y="2534"/>
                      <a:pt x="2288" y="2529"/>
                    </a:cubicBezTo>
                    <a:cubicBezTo>
                      <a:pt x="2287" y="2524"/>
                      <a:pt x="2279" y="2515"/>
                      <a:pt x="2278" y="2523"/>
                    </a:cubicBezTo>
                    <a:cubicBezTo>
                      <a:pt x="2276" y="2530"/>
                      <a:pt x="2282" y="2539"/>
                      <a:pt x="2275" y="2539"/>
                    </a:cubicBezTo>
                    <a:cubicBezTo>
                      <a:pt x="2268" y="2539"/>
                      <a:pt x="2271" y="2533"/>
                      <a:pt x="2265" y="2531"/>
                    </a:cubicBezTo>
                    <a:close/>
                    <a:moveTo>
                      <a:pt x="2266" y="2599"/>
                    </a:moveTo>
                    <a:cubicBezTo>
                      <a:pt x="2266" y="2599"/>
                      <a:pt x="2231" y="2581"/>
                      <a:pt x="2231" y="2591"/>
                    </a:cubicBezTo>
                    <a:cubicBezTo>
                      <a:pt x="2231" y="2601"/>
                      <a:pt x="2235" y="2605"/>
                      <a:pt x="2245" y="2607"/>
                    </a:cubicBezTo>
                    <a:cubicBezTo>
                      <a:pt x="2254" y="2610"/>
                      <a:pt x="2267" y="2610"/>
                      <a:pt x="2275" y="2615"/>
                    </a:cubicBezTo>
                    <a:cubicBezTo>
                      <a:pt x="2283" y="2619"/>
                      <a:pt x="2289" y="2623"/>
                      <a:pt x="2298" y="2627"/>
                    </a:cubicBezTo>
                    <a:cubicBezTo>
                      <a:pt x="2306" y="2630"/>
                      <a:pt x="2327" y="2640"/>
                      <a:pt x="2328" y="2636"/>
                    </a:cubicBezTo>
                    <a:cubicBezTo>
                      <a:pt x="2329" y="2631"/>
                      <a:pt x="2325" y="2624"/>
                      <a:pt x="2313" y="2620"/>
                    </a:cubicBezTo>
                    <a:cubicBezTo>
                      <a:pt x="2301" y="2617"/>
                      <a:pt x="2288" y="2612"/>
                      <a:pt x="2284" y="2608"/>
                    </a:cubicBezTo>
                    <a:cubicBezTo>
                      <a:pt x="2280" y="2603"/>
                      <a:pt x="2279" y="2604"/>
                      <a:pt x="2266" y="2599"/>
                    </a:cubicBezTo>
                    <a:close/>
                    <a:moveTo>
                      <a:pt x="2751" y="2791"/>
                    </a:moveTo>
                    <a:cubicBezTo>
                      <a:pt x="2747" y="2788"/>
                      <a:pt x="2733" y="2785"/>
                      <a:pt x="2723" y="2773"/>
                    </a:cubicBezTo>
                    <a:cubicBezTo>
                      <a:pt x="2714" y="2762"/>
                      <a:pt x="2703" y="2767"/>
                      <a:pt x="2697" y="2773"/>
                    </a:cubicBezTo>
                    <a:cubicBezTo>
                      <a:pt x="2691" y="2778"/>
                      <a:pt x="2675" y="2776"/>
                      <a:pt x="2665" y="2772"/>
                    </a:cubicBezTo>
                    <a:cubicBezTo>
                      <a:pt x="2656" y="2768"/>
                      <a:pt x="2647" y="2764"/>
                      <a:pt x="2638" y="2769"/>
                    </a:cubicBezTo>
                    <a:cubicBezTo>
                      <a:pt x="2629" y="2775"/>
                      <a:pt x="2614" y="2761"/>
                      <a:pt x="2614" y="2761"/>
                    </a:cubicBezTo>
                    <a:cubicBezTo>
                      <a:pt x="2614" y="2572"/>
                      <a:pt x="2614" y="2572"/>
                      <a:pt x="2614" y="2572"/>
                    </a:cubicBezTo>
                    <a:cubicBezTo>
                      <a:pt x="2612" y="2570"/>
                      <a:pt x="2610" y="2569"/>
                      <a:pt x="2604" y="2570"/>
                    </a:cubicBezTo>
                    <a:cubicBezTo>
                      <a:pt x="2591" y="2571"/>
                      <a:pt x="2596" y="2577"/>
                      <a:pt x="2585" y="2575"/>
                    </a:cubicBezTo>
                    <a:cubicBezTo>
                      <a:pt x="2574" y="2574"/>
                      <a:pt x="2572" y="2570"/>
                      <a:pt x="2567" y="2570"/>
                    </a:cubicBezTo>
                    <a:cubicBezTo>
                      <a:pt x="2563" y="2570"/>
                      <a:pt x="2557" y="2571"/>
                      <a:pt x="2555" y="2573"/>
                    </a:cubicBezTo>
                    <a:cubicBezTo>
                      <a:pt x="2554" y="2576"/>
                      <a:pt x="2554" y="2589"/>
                      <a:pt x="2545" y="2590"/>
                    </a:cubicBezTo>
                    <a:cubicBezTo>
                      <a:pt x="2545" y="2590"/>
                      <a:pt x="2515" y="2587"/>
                      <a:pt x="2514" y="2598"/>
                    </a:cubicBezTo>
                    <a:cubicBezTo>
                      <a:pt x="2513" y="2608"/>
                      <a:pt x="2499" y="2601"/>
                      <a:pt x="2500" y="2610"/>
                    </a:cubicBezTo>
                    <a:cubicBezTo>
                      <a:pt x="2501" y="2620"/>
                      <a:pt x="2502" y="2645"/>
                      <a:pt x="2513" y="2645"/>
                    </a:cubicBezTo>
                    <a:cubicBezTo>
                      <a:pt x="2523" y="2645"/>
                      <a:pt x="2531" y="2645"/>
                      <a:pt x="2534" y="2637"/>
                    </a:cubicBezTo>
                    <a:cubicBezTo>
                      <a:pt x="2537" y="2630"/>
                      <a:pt x="2549" y="2635"/>
                      <a:pt x="2556" y="2635"/>
                    </a:cubicBezTo>
                    <a:cubicBezTo>
                      <a:pt x="2562" y="2635"/>
                      <a:pt x="2571" y="2635"/>
                      <a:pt x="2565" y="2644"/>
                    </a:cubicBezTo>
                    <a:cubicBezTo>
                      <a:pt x="2560" y="2652"/>
                      <a:pt x="2558" y="2659"/>
                      <a:pt x="2546" y="2660"/>
                    </a:cubicBezTo>
                    <a:cubicBezTo>
                      <a:pt x="2534" y="2661"/>
                      <a:pt x="2519" y="2665"/>
                      <a:pt x="2520" y="2675"/>
                    </a:cubicBezTo>
                    <a:cubicBezTo>
                      <a:pt x="2521" y="2685"/>
                      <a:pt x="2515" y="2695"/>
                      <a:pt x="2531" y="2700"/>
                    </a:cubicBezTo>
                    <a:cubicBezTo>
                      <a:pt x="2547" y="2704"/>
                      <a:pt x="2558" y="2715"/>
                      <a:pt x="2552" y="2718"/>
                    </a:cubicBezTo>
                    <a:cubicBezTo>
                      <a:pt x="2547" y="2721"/>
                      <a:pt x="2522" y="2724"/>
                      <a:pt x="2514" y="2719"/>
                    </a:cubicBezTo>
                    <a:cubicBezTo>
                      <a:pt x="2505" y="2714"/>
                      <a:pt x="2503" y="2708"/>
                      <a:pt x="2506" y="2700"/>
                    </a:cubicBezTo>
                    <a:cubicBezTo>
                      <a:pt x="2509" y="2691"/>
                      <a:pt x="2504" y="2686"/>
                      <a:pt x="2502" y="2679"/>
                    </a:cubicBezTo>
                    <a:cubicBezTo>
                      <a:pt x="2500" y="2673"/>
                      <a:pt x="2489" y="2657"/>
                      <a:pt x="2489" y="2657"/>
                    </a:cubicBezTo>
                    <a:cubicBezTo>
                      <a:pt x="2489" y="2657"/>
                      <a:pt x="2486" y="2670"/>
                      <a:pt x="2479" y="2675"/>
                    </a:cubicBezTo>
                    <a:cubicBezTo>
                      <a:pt x="2473" y="2680"/>
                      <a:pt x="2455" y="2685"/>
                      <a:pt x="2466" y="2694"/>
                    </a:cubicBezTo>
                    <a:cubicBezTo>
                      <a:pt x="2478" y="2704"/>
                      <a:pt x="2487" y="2702"/>
                      <a:pt x="2485" y="2709"/>
                    </a:cubicBezTo>
                    <a:cubicBezTo>
                      <a:pt x="2482" y="2717"/>
                      <a:pt x="2470" y="2715"/>
                      <a:pt x="2464" y="2707"/>
                    </a:cubicBezTo>
                    <a:cubicBezTo>
                      <a:pt x="2459" y="2700"/>
                      <a:pt x="2453" y="2693"/>
                      <a:pt x="2443" y="2689"/>
                    </a:cubicBezTo>
                    <a:cubicBezTo>
                      <a:pt x="2432" y="2685"/>
                      <a:pt x="2421" y="2687"/>
                      <a:pt x="2412" y="2686"/>
                    </a:cubicBezTo>
                    <a:cubicBezTo>
                      <a:pt x="2402" y="2685"/>
                      <a:pt x="2399" y="2678"/>
                      <a:pt x="2394" y="2687"/>
                    </a:cubicBezTo>
                    <a:cubicBezTo>
                      <a:pt x="2390" y="2695"/>
                      <a:pt x="2373" y="2710"/>
                      <a:pt x="2383" y="2713"/>
                    </a:cubicBezTo>
                    <a:cubicBezTo>
                      <a:pt x="2392" y="2715"/>
                      <a:pt x="2391" y="2701"/>
                      <a:pt x="2398" y="2706"/>
                    </a:cubicBezTo>
                    <a:cubicBezTo>
                      <a:pt x="2404" y="2711"/>
                      <a:pt x="2409" y="2711"/>
                      <a:pt x="2412" y="2706"/>
                    </a:cubicBezTo>
                    <a:cubicBezTo>
                      <a:pt x="2414" y="2701"/>
                      <a:pt x="2420" y="2699"/>
                      <a:pt x="2428" y="2706"/>
                    </a:cubicBezTo>
                    <a:cubicBezTo>
                      <a:pt x="2435" y="2714"/>
                      <a:pt x="2450" y="2723"/>
                      <a:pt x="2443" y="2725"/>
                    </a:cubicBezTo>
                    <a:cubicBezTo>
                      <a:pt x="2435" y="2728"/>
                      <a:pt x="2433" y="2742"/>
                      <a:pt x="2424" y="2735"/>
                    </a:cubicBezTo>
                    <a:cubicBezTo>
                      <a:pt x="2416" y="2729"/>
                      <a:pt x="2389" y="2731"/>
                      <a:pt x="2398" y="2742"/>
                    </a:cubicBezTo>
                    <a:cubicBezTo>
                      <a:pt x="2406" y="2752"/>
                      <a:pt x="2405" y="2753"/>
                      <a:pt x="2420" y="2752"/>
                    </a:cubicBezTo>
                    <a:cubicBezTo>
                      <a:pt x="2435" y="2751"/>
                      <a:pt x="2457" y="2744"/>
                      <a:pt x="2457" y="2752"/>
                    </a:cubicBezTo>
                    <a:cubicBezTo>
                      <a:pt x="2457" y="2761"/>
                      <a:pt x="2433" y="2771"/>
                      <a:pt x="2445" y="2773"/>
                    </a:cubicBezTo>
                    <a:cubicBezTo>
                      <a:pt x="2457" y="2775"/>
                      <a:pt x="2461" y="2774"/>
                      <a:pt x="2471" y="2781"/>
                    </a:cubicBezTo>
                    <a:cubicBezTo>
                      <a:pt x="2480" y="2789"/>
                      <a:pt x="2503" y="2802"/>
                      <a:pt x="2504" y="2791"/>
                    </a:cubicBezTo>
                    <a:cubicBezTo>
                      <a:pt x="2505" y="2780"/>
                      <a:pt x="2499" y="2767"/>
                      <a:pt x="2515" y="2767"/>
                    </a:cubicBezTo>
                    <a:cubicBezTo>
                      <a:pt x="2531" y="2767"/>
                      <a:pt x="2538" y="2765"/>
                      <a:pt x="2536" y="2775"/>
                    </a:cubicBezTo>
                    <a:cubicBezTo>
                      <a:pt x="2534" y="2785"/>
                      <a:pt x="2521" y="2792"/>
                      <a:pt x="2535" y="2799"/>
                    </a:cubicBezTo>
                    <a:cubicBezTo>
                      <a:pt x="2549" y="2805"/>
                      <a:pt x="2561" y="2817"/>
                      <a:pt x="2572" y="2821"/>
                    </a:cubicBezTo>
                    <a:cubicBezTo>
                      <a:pt x="2582" y="2825"/>
                      <a:pt x="2594" y="2818"/>
                      <a:pt x="2581" y="2810"/>
                    </a:cubicBezTo>
                    <a:cubicBezTo>
                      <a:pt x="2568" y="2803"/>
                      <a:pt x="2571" y="2791"/>
                      <a:pt x="2586" y="2799"/>
                    </a:cubicBezTo>
                    <a:cubicBezTo>
                      <a:pt x="2601" y="2806"/>
                      <a:pt x="2607" y="2817"/>
                      <a:pt x="2617" y="2817"/>
                    </a:cubicBezTo>
                    <a:cubicBezTo>
                      <a:pt x="2627" y="2817"/>
                      <a:pt x="2633" y="2830"/>
                      <a:pt x="2649" y="2836"/>
                    </a:cubicBezTo>
                    <a:cubicBezTo>
                      <a:pt x="2665" y="2843"/>
                      <a:pt x="2666" y="2836"/>
                      <a:pt x="2653" y="2825"/>
                    </a:cubicBezTo>
                    <a:cubicBezTo>
                      <a:pt x="2641" y="2815"/>
                      <a:pt x="2635" y="2807"/>
                      <a:pt x="2633" y="2796"/>
                    </a:cubicBezTo>
                    <a:cubicBezTo>
                      <a:pt x="2631" y="2786"/>
                      <a:pt x="2639" y="2768"/>
                      <a:pt x="2645" y="2781"/>
                    </a:cubicBezTo>
                    <a:cubicBezTo>
                      <a:pt x="2650" y="2794"/>
                      <a:pt x="2650" y="2805"/>
                      <a:pt x="2664" y="2801"/>
                    </a:cubicBezTo>
                    <a:cubicBezTo>
                      <a:pt x="2678" y="2796"/>
                      <a:pt x="2686" y="2791"/>
                      <a:pt x="2690" y="2799"/>
                    </a:cubicBezTo>
                    <a:cubicBezTo>
                      <a:pt x="2694" y="2806"/>
                      <a:pt x="2707" y="2814"/>
                      <a:pt x="2711" y="2805"/>
                    </a:cubicBezTo>
                    <a:cubicBezTo>
                      <a:pt x="2716" y="2796"/>
                      <a:pt x="2711" y="2797"/>
                      <a:pt x="2704" y="2787"/>
                    </a:cubicBezTo>
                    <a:cubicBezTo>
                      <a:pt x="2696" y="2776"/>
                      <a:pt x="2705" y="2764"/>
                      <a:pt x="2716" y="2777"/>
                    </a:cubicBezTo>
                    <a:cubicBezTo>
                      <a:pt x="2727" y="2790"/>
                      <a:pt x="2731" y="2790"/>
                      <a:pt x="2740" y="2796"/>
                    </a:cubicBezTo>
                    <a:cubicBezTo>
                      <a:pt x="2749" y="2802"/>
                      <a:pt x="2757" y="2806"/>
                      <a:pt x="2759" y="2800"/>
                    </a:cubicBezTo>
                    <a:cubicBezTo>
                      <a:pt x="2757" y="2796"/>
                      <a:pt x="2754" y="2793"/>
                      <a:pt x="2751" y="2791"/>
                    </a:cubicBezTo>
                    <a:close/>
                    <a:moveTo>
                      <a:pt x="2667" y="355"/>
                    </a:moveTo>
                    <a:cubicBezTo>
                      <a:pt x="2651" y="352"/>
                      <a:pt x="2657" y="336"/>
                      <a:pt x="2653" y="315"/>
                    </a:cubicBezTo>
                    <a:cubicBezTo>
                      <a:pt x="2649" y="295"/>
                      <a:pt x="2639" y="283"/>
                      <a:pt x="2636" y="267"/>
                    </a:cubicBezTo>
                    <a:cubicBezTo>
                      <a:pt x="2633" y="251"/>
                      <a:pt x="2630" y="239"/>
                      <a:pt x="2620" y="233"/>
                    </a:cubicBezTo>
                    <a:cubicBezTo>
                      <a:pt x="2610" y="228"/>
                      <a:pt x="2612" y="206"/>
                      <a:pt x="2604" y="196"/>
                    </a:cubicBezTo>
                    <a:cubicBezTo>
                      <a:pt x="2596" y="186"/>
                      <a:pt x="2599" y="174"/>
                      <a:pt x="2605" y="171"/>
                    </a:cubicBezTo>
                    <a:cubicBezTo>
                      <a:pt x="2610" y="167"/>
                      <a:pt x="2613" y="159"/>
                      <a:pt x="2608" y="151"/>
                    </a:cubicBezTo>
                    <a:cubicBezTo>
                      <a:pt x="2603" y="144"/>
                      <a:pt x="2611" y="137"/>
                      <a:pt x="2615" y="127"/>
                    </a:cubicBezTo>
                    <a:cubicBezTo>
                      <a:pt x="2618" y="116"/>
                      <a:pt x="2609" y="111"/>
                      <a:pt x="2595" y="103"/>
                    </a:cubicBezTo>
                    <a:cubicBezTo>
                      <a:pt x="2582" y="95"/>
                      <a:pt x="2579" y="76"/>
                      <a:pt x="2581" y="62"/>
                    </a:cubicBezTo>
                    <a:cubicBezTo>
                      <a:pt x="2583" y="48"/>
                      <a:pt x="2580" y="35"/>
                      <a:pt x="2571" y="33"/>
                    </a:cubicBezTo>
                    <a:cubicBezTo>
                      <a:pt x="2563" y="30"/>
                      <a:pt x="2562" y="12"/>
                      <a:pt x="2553" y="6"/>
                    </a:cubicBezTo>
                    <a:cubicBezTo>
                      <a:pt x="2550" y="4"/>
                      <a:pt x="2549" y="2"/>
                      <a:pt x="2548" y="0"/>
                    </a:cubicBezTo>
                    <a:cubicBezTo>
                      <a:pt x="2545" y="1"/>
                      <a:pt x="2542" y="2"/>
                      <a:pt x="2539" y="4"/>
                    </a:cubicBezTo>
                    <a:cubicBezTo>
                      <a:pt x="2535" y="7"/>
                      <a:pt x="2532" y="13"/>
                      <a:pt x="2533" y="23"/>
                    </a:cubicBezTo>
                    <a:cubicBezTo>
                      <a:pt x="2535" y="33"/>
                      <a:pt x="2532" y="38"/>
                      <a:pt x="2527" y="46"/>
                    </a:cubicBezTo>
                    <a:cubicBezTo>
                      <a:pt x="2521" y="53"/>
                      <a:pt x="2511" y="55"/>
                      <a:pt x="2502" y="51"/>
                    </a:cubicBezTo>
                    <a:cubicBezTo>
                      <a:pt x="2498" y="49"/>
                      <a:pt x="2493" y="48"/>
                      <a:pt x="2489" y="48"/>
                    </a:cubicBezTo>
                    <a:cubicBezTo>
                      <a:pt x="2490" y="50"/>
                      <a:pt x="2491" y="51"/>
                      <a:pt x="2491" y="52"/>
                    </a:cubicBezTo>
                    <a:cubicBezTo>
                      <a:pt x="2501" y="79"/>
                      <a:pt x="2496" y="100"/>
                      <a:pt x="2507" y="115"/>
                    </a:cubicBezTo>
                    <a:cubicBezTo>
                      <a:pt x="2517" y="130"/>
                      <a:pt x="2524" y="162"/>
                      <a:pt x="2520" y="172"/>
                    </a:cubicBezTo>
                    <a:cubicBezTo>
                      <a:pt x="2515" y="182"/>
                      <a:pt x="2506" y="179"/>
                      <a:pt x="2506" y="195"/>
                    </a:cubicBezTo>
                    <a:cubicBezTo>
                      <a:pt x="2506" y="210"/>
                      <a:pt x="2511" y="212"/>
                      <a:pt x="2514" y="231"/>
                    </a:cubicBezTo>
                    <a:cubicBezTo>
                      <a:pt x="2516" y="251"/>
                      <a:pt x="2514" y="271"/>
                      <a:pt x="2509" y="285"/>
                    </a:cubicBezTo>
                    <a:cubicBezTo>
                      <a:pt x="2504" y="299"/>
                      <a:pt x="2505" y="312"/>
                      <a:pt x="2505" y="324"/>
                    </a:cubicBezTo>
                    <a:cubicBezTo>
                      <a:pt x="2505" y="337"/>
                      <a:pt x="2505" y="349"/>
                      <a:pt x="2495" y="356"/>
                    </a:cubicBezTo>
                    <a:cubicBezTo>
                      <a:pt x="2486" y="362"/>
                      <a:pt x="2474" y="373"/>
                      <a:pt x="2484" y="383"/>
                    </a:cubicBezTo>
                    <a:cubicBezTo>
                      <a:pt x="2493" y="393"/>
                      <a:pt x="2502" y="398"/>
                      <a:pt x="2495" y="407"/>
                    </a:cubicBezTo>
                    <a:cubicBezTo>
                      <a:pt x="2489" y="415"/>
                      <a:pt x="2485" y="424"/>
                      <a:pt x="2486" y="437"/>
                    </a:cubicBezTo>
                    <a:cubicBezTo>
                      <a:pt x="2488" y="450"/>
                      <a:pt x="2486" y="448"/>
                      <a:pt x="2487" y="464"/>
                    </a:cubicBezTo>
                    <a:cubicBezTo>
                      <a:pt x="2487" y="479"/>
                      <a:pt x="2486" y="498"/>
                      <a:pt x="2491" y="502"/>
                    </a:cubicBezTo>
                    <a:cubicBezTo>
                      <a:pt x="2496" y="507"/>
                      <a:pt x="2487" y="512"/>
                      <a:pt x="2478" y="521"/>
                    </a:cubicBezTo>
                    <a:cubicBezTo>
                      <a:pt x="2469" y="529"/>
                      <a:pt x="2480" y="538"/>
                      <a:pt x="2482" y="555"/>
                    </a:cubicBezTo>
                    <a:cubicBezTo>
                      <a:pt x="2484" y="572"/>
                      <a:pt x="2484" y="581"/>
                      <a:pt x="2476" y="600"/>
                    </a:cubicBezTo>
                    <a:cubicBezTo>
                      <a:pt x="2467" y="619"/>
                      <a:pt x="2463" y="623"/>
                      <a:pt x="2462" y="642"/>
                    </a:cubicBezTo>
                    <a:cubicBezTo>
                      <a:pt x="2461" y="660"/>
                      <a:pt x="2464" y="663"/>
                      <a:pt x="2456" y="674"/>
                    </a:cubicBezTo>
                    <a:cubicBezTo>
                      <a:pt x="2448" y="686"/>
                      <a:pt x="2446" y="686"/>
                      <a:pt x="2446" y="702"/>
                    </a:cubicBezTo>
                    <a:cubicBezTo>
                      <a:pt x="2445" y="718"/>
                      <a:pt x="2455" y="724"/>
                      <a:pt x="2445" y="735"/>
                    </a:cubicBezTo>
                    <a:cubicBezTo>
                      <a:pt x="2435" y="746"/>
                      <a:pt x="2426" y="753"/>
                      <a:pt x="2427" y="764"/>
                    </a:cubicBezTo>
                    <a:cubicBezTo>
                      <a:pt x="2427" y="775"/>
                      <a:pt x="2425" y="784"/>
                      <a:pt x="2434" y="793"/>
                    </a:cubicBezTo>
                    <a:cubicBezTo>
                      <a:pt x="2443" y="802"/>
                      <a:pt x="2443" y="812"/>
                      <a:pt x="2439" y="823"/>
                    </a:cubicBezTo>
                    <a:cubicBezTo>
                      <a:pt x="2435" y="835"/>
                      <a:pt x="2422" y="845"/>
                      <a:pt x="2416" y="855"/>
                    </a:cubicBezTo>
                    <a:cubicBezTo>
                      <a:pt x="2409" y="866"/>
                      <a:pt x="2406" y="875"/>
                      <a:pt x="2410" y="896"/>
                    </a:cubicBezTo>
                    <a:cubicBezTo>
                      <a:pt x="2414" y="917"/>
                      <a:pt x="2413" y="925"/>
                      <a:pt x="2419" y="932"/>
                    </a:cubicBezTo>
                    <a:cubicBezTo>
                      <a:pt x="2425" y="938"/>
                      <a:pt x="2424" y="937"/>
                      <a:pt x="2424" y="952"/>
                    </a:cubicBezTo>
                    <a:cubicBezTo>
                      <a:pt x="2423" y="967"/>
                      <a:pt x="2422" y="973"/>
                      <a:pt x="2428" y="983"/>
                    </a:cubicBezTo>
                    <a:cubicBezTo>
                      <a:pt x="2434" y="994"/>
                      <a:pt x="2434" y="997"/>
                      <a:pt x="2431" y="1011"/>
                    </a:cubicBezTo>
                    <a:cubicBezTo>
                      <a:pt x="2429" y="1026"/>
                      <a:pt x="2426" y="1031"/>
                      <a:pt x="2419" y="1036"/>
                    </a:cubicBezTo>
                    <a:cubicBezTo>
                      <a:pt x="2412" y="1041"/>
                      <a:pt x="2412" y="1050"/>
                      <a:pt x="2413" y="1068"/>
                    </a:cubicBezTo>
                    <a:cubicBezTo>
                      <a:pt x="2414" y="1087"/>
                      <a:pt x="2413" y="1101"/>
                      <a:pt x="2405" y="1110"/>
                    </a:cubicBezTo>
                    <a:cubicBezTo>
                      <a:pt x="2398" y="1118"/>
                      <a:pt x="2403" y="1118"/>
                      <a:pt x="2396" y="1138"/>
                    </a:cubicBezTo>
                    <a:cubicBezTo>
                      <a:pt x="2390" y="1157"/>
                      <a:pt x="2387" y="1163"/>
                      <a:pt x="2384" y="1179"/>
                    </a:cubicBezTo>
                    <a:cubicBezTo>
                      <a:pt x="2381" y="1195"/>
                      <a:pt x="2373" y="1187"/>
                      <a:pt x="2368" y="1209"/>
                    </a:cubicBezTo>
                    <a:cubicBezTo>
                      <a:pt x="2363" y="1232"/>
                      <a:pt x="2354" y="1232"/>
                      <a:pt x="2350" y="1251"/>
                    </a:cubicBezTo>
                    <a:cubicBezTo>
                      <a:pt x="2347" y="1270"/>
                      <a:pt x="2345" y="1289"/>
                      <a:pt x="2334" y="1303"/>
                    </a:cubicBezTo>
                    <a:cubicBezTo>
                      <a:pt x="2322" y="1316"/>
                      <a:pt x="2323" y="1328"/>
                      <a:pt x="2323" y="1335"/>
                    </a:cubicBezTo>
                    <a:cubicBezTo>
                      <a:pt x="2323" y="1341"/>
                      <a:pt x="2315" y="1349"/>
                      <a:pt x="2309" y="1349"/>
                    </a:cubicBezTo>
                    <a:cubicBezTo>
                      <a:pt x="2302" y="1348"/>
                      <a:pt x="2288" y="1349"/>
                      <a:pt x="2287" y="1360"/>
                    </a:cubicBezTo>
                    <a:cubicBezTo>
                      <a:pt x="2286" y="1371"/>
                      <a:pt x="2294" y="1402"/>
                      <a:pt x="2301" y="1412"/>
                    </a:cubicBezTo>
                    <a:cubicBezTo>
                      <a:pt x="2309" y="1423"/>
                      <a:pt x="2309" y="1422"/>
                      <a:pt x="2309" y="1439"/>
                    </a:cubicBezTo>
                    <a:cubicBezTo>
                      <a:pt x="2308" y="1456"/>
                      <a:pt x="2309" y="1478"/>
                      <a:pt x="2313" y="1490"/>
                    </a:cubicBezTo>
                    <a:cubicBezTo>
                      <a:pt x="2316" y="1502"/>
                      <a:pt x="2314" y="1527"/>
                      <a:pt x="2307" y="1534"/>
                    </a:cubicBezTo>
                    <a:cubicBezTo>
                      <a:pt x="2299" y="1540"/>
                      <a:pt x="2286" y="1553"/>
                      <a:pt x="2286" y="1566"/>
                    </a:cubicBezTo>
                    <a:cubicBezTo>
                      <a:pt x="2286" y="1579"/>
                      <a:pt x="2287" y="1599"/>
                      <a:pt x="2279" y="1610"/>
                    </a:cubicBezTo>
                    <a:cubicBezTo>
                      <a:pt x="2272" y="1620"/>
                      <a:pt x="2266" y="1634"/>
                      <a:pt x="2272" y="1645"/>
                    </a:cubicBezTo>
                    <a:cubicBezTo>
                      <a:pt x="2277" y="1656"/>
                      <a:pt x="2280" y="1663"/>
                      <a:pt x="2285" y="1673"/>
                    </a:cubicBezTo>
                    <a:cubicBezTo>
                      <a:pt x="2291" y="1683"/>
                      <a:pt x="2304" y="1697"/>
                      <a:pt x="2289" y="1698"/>
                    </a:cubicBezTo>
                    <a:cubicBezTo>
                      <a:pt x="2274" y="1698"/>
                      <a:pt x="2262" y="1691"/>
                      <a:pt x="2261" y="1706"/>
                    </a:cubicBezTo>
                    <a:cubicBezTo>
                      <a:pt x="2260" y="1722"/>
                      <a:pt x="2274" y="1728"/>
                      <a:pt x="2264" y="1734"/>
                    </a:cubicBezTo>
                    <a:cubicBezTo>
                      <a:pt x="2254" y="1739"/>
                      <a:pt x="2252" y="1748"/>
                      <a:pt x="2255" y="1757"/>
                    </a:cubicBezTo>
                    <a:cubicBezTo>
                      <a:pt x="2258" y="1766"/>
                      <a:pt x="2258" y="1777"/>
                      <a:pt x="2255" y="1784"/>
                    </a:cubicBezTo>
                    <a:cubicBezTo>
                      <a:pt x="2251" y="1792"/>
                      <a:pt x="2245" y="1804"/>
                      <a:pt x="2255" y="1812"/>
                    </a:cubicBezTo>
                    <a:cubicBezTo>
                      <a:pt x="2264" y="1820"/>
                      <a:pt x="2290" y="1825"/>
                      <a:pt x="2290" y="1816"/>
                    </a:cubicBezTo>
                    <a:cubicBezTo>
                      <a:pt x="2291" y="1807"/>
                      <a:pt x="2293" y="1798"/>
                      <a:pt x="2299" y="1794"/>
                    </a:cubicBezTo>
                    <a:cubicBezTo>
                      <a:pt x="2306" y="1791"/>
                      <a:pt x="2311" y="1782"/>
                      <a:pt x="2304" y="1775"/>
                    </a:cubicBezTo>
                    <a:cubicBezTo>
                      <a:pt x="2297" y="1768"/>
                      <a:pt x="2284" y="1762"/>
                      <a:pt x="2290" y="1756"/>
                    </a:cubicBezTo>
                    <a:cubicBezTo>
                      <a:pt x="2296" y="1749"/>
                      <a:pt x="2305" y="1747"/>
                      <a:pt x="2303" y="1736"/>
                    </a:cubicBezTo>
                    <a:cubicBezTo>
                      <a:pt x="2301" y="1726"/>
                      <a:pt x="2313" y="1729"/>
                      <a:pt x="2312" y="1719"/>
                    </a:cubicBezTo>
                    <a:cubicBezTo>
                      <a:pt x="2310" y="1709"/>
                      <a:pt x="2300" y="1706"/>
                      <a:pt x="2314" y="1700"/>
                    </a:cubicBezTo>
                    <a:cubicBezTo>
                      <a:pt x="2328" y="1694"/>
                      <a:pt x="2330" y="1686"/>
                      <a:pt x="2331" y="1679"/>
                    </a:cubicBezTo>
                    <a:cubicBezTo>
                      <a:pt x="2333" y="1673"/>
                      <a:pt x="2344" y="1679"/>
                      <a:pt x="2349" y="1679"/>
                    </a:cubicBezTo>
                    <a:cubicBezTo>
                      <a:pt x="2355" y="1679"/>
                      <a:pt x="2360" y="1687"/>
                      <a:pt x="2356" y="1692"/>
                    </a:cubicBezTo>
                    <a:cubicBezTo>
                      <a:pt x="2352" y="1697"/>
                      <a:pt x="2343" y="1704"/>
                      <a:pt x="2351" y="1710"/>
                    </a:cubicBezTo>
                    <a:cubicBezTo>
                      <a:pt x="2359" y="1717"/>
                      <a:pt x="2377" y="1722"/>
                      <a:pt x="2362" y="1727"/>
                    </a:cubicBezTo>
                    <a:cubicBezTo>
                      <a:pt x="2347" y="1732"/>
                      <a:pt x="2341" y="1725"/>
                      <a:pt x="2345" y="1744"/>
                    </a:cubicBezTo>
                    <a:cubicBezTo>
                      <a:pt x="2349" y="1764"/>
                      <a:pt x="2353" y="1774"/>
                      <a:pt x="2343" y="1788"/>
                    </a:cubicBezTo>
                    <a:cubicBezTo>
                      <a:pt x="2333" y="1803"/>
                      <a:pt x="2320" y="1820"/>
                      <a:pt x="2326" y="1827"/>
                    </a:cubicBezTo>
                    <a:cubicBezTo>
                      <a:pt x="2332" y="1834"/>
                      <a:pt x="2337" y="1844"/>
                      <a:pt x="2331" y="1855"/>
                    </a:cubicBezTo>
                    <a:cubicBezTo>
                      <a:pt x="2326" y="1867"/>
                      <a:pt x="2314" y="1886"/>
                      <a:pt x="2329" y="1888"/>
                    </a:cubicBezTo>
                    <a:cubicBezTo>
                      <a:pt x="2344" y="1890"/>
                      <a:pt x="2333" y="1901"/>
                      <a:pt x="2325" y="1903"/>
                    </a:cubicBezTo>
                    <a:cubicBezTo>
                      <a:pt x="2317" y="1905"/>
                      <a:pt x="2313" y="1912"/>
                      <a:pt x="2315" y="1925"/>
                    </a:cubicBezTo>
                    <a:cubicBezTo>
                      <a:pt x="2318" y="1937"/>
                      <a:pt x="2317" y="1951"/>
                      <a:pt x="2317" y="1959"/>
                    </a:cubicBezTo>
                    <a:cubicBezTo>
                      <a:pt x="2317" y="1968"/>
                      <a:pt x="2323" y="1978"/>
                      <a:pt x="2310" y="1982"/>
                    </a:cubicBezTo>
                    <a:cubicBezTo>
                      <a:pt x="2297" y="1986"/>
                      <a:pt x="2290" y="1983"/>
                      <a:pt x="2293" y="1993"/>
                    </a:cubicBezTo>
                    <a:cubicBezTo>
                      <a:pt x="2297" y="2004"/>
                      <a:pt x="2307" y="2002"/>
                      <a:pt x="2301" y="2016"/>
                    </a:cubicBezTo>
                    <a:cubicBezTo>
                      <a:pt x="2294" y="2029"/>
                      <a:pt x="2293" y="2047"/>
                      <a:pt x="2288" y="2038"/>
                    </a:cubicBezTo>
                    <a:cubicBezTo>
                      <a:pt x="2284" y="2029"/>
                      <a:pt x="2281" y="2018"/>
                      <a:pt x="2276" y="2016"/>
                    </a:cubicBezTo>
                    <a:cubicBezTo>
                      <a:pt x="2270" y="2015"/>
                      <a:pt x="2256" y="2018"/>
                      <a:pt x="2256" y="2004"/>
                    </a:cubicBezTo>
                    <a:cubicBezTo>
                      <a:pt x="2256" y="1990"/>
                      <a:pt x="2257" y="1984"/>
                      <a:pt x="2248" y="1980"/>
                    </a:cubicBezTo>
                    <a:cubicBezTo>
                      <a:pt x="2239" y="1977"/>
                      <a:pt x="2243" y="1970"/>
                      <a:pt x="2236" y="1988"/>
                    </a:cubicBezTo>
                    <a:cubicBezTo>
                      <a:pt x="2229" y="2006"/>
                      <a:pt x="2228" y="2011"/>
                      <a:pt x="2216" y="2014"/>
                    </a:cubicBezTo>
                    <a:cubicBezTo>
                      <a:pt x="2205" y="2018"/>
                      <a:pt x="2195" y="2025"/>
                      <a:pt x="2203" y="2030"/>
                    </a:cubicBezTo>
                    <a:cubicBezTo>
                      <a:pt x="2211" y="2035"/>
                      <a:pt x="2209" y="2040"/>
                      <a:pt x="2197" y="2044"/>
                    </a:cubicBezTo>
                    <a:cubicBezTo>
                      <a:pt x="2185" y="2048"/>
                      <a:pt x="2183" y="2053"/>
                      <a:pt x="2175" y="2063"/>
                    </a:cubicBezTo>
                    <a:cubicBezTo>
                      <a:pt x="2166" y="2072"/>
                      <a:pt x="2152" y="2080"/>
                      <a:pt x="2162" y="2091"/>
                    </a:cubicBezTo>
                    <a:cubicBezTo>
                      <a:pt x="2171" y="2101"/>
                      <a:pt x="2180" y="2103"/>
                      <a:pt x="2182" y="2091"/>
                    </a:cubicBezTo>
                    <a:cubicBezTo>
                      <a:pt x="2184" y="2079"/>
                      <a:pt x="2197" y="2079"/>
                      <a:pt x="2205" y="2087"/>
                    </a:cubicBezTo>
                    <a:cubicBezTo>
                      <a:pt x="2212" y="2095"/>
                      <a:pt x="2214" y="2099"/>
                      <a:pt x="2226" y="2095"/>
                    </a:cubicBezTo>
                    <a:cubicBezTo>
                      <a:pt x="2238" y="2092"/>
                      <a:pt x="2250" y="2085"/>
                      <a:pt x="2253" y="2092"/>
                    </a:cubicBezTo>
                    <a:cubicBezTo>
                      <a:pt x="2256" y="2099"/>
                      <a:pt x="2259" y="2117"/>
                      <a:pt x="2249" y="2122"/>
                    </a:cubicBezTo>
                    <a:cubicBezTo>
                      <a:pt x="2240" y="2128"/>
                      <a:pt x="2242" y="2145"/>
                      <a:pt x="2238" y="2152"/>
                    </a:cubicBezTo>
                    <a:cubicBezTo>
                      <a:pt x="2235" y="2160"/>
                      <a:pt x="2239" y="2169"/>
                      <a:pt x="2250" y="2171"/>
                    </a:cubicBezTo>
                    <a:cubicBezTo>
                      <a:pt x="2262" y="2173"/>
                      <a:pt x="2273" y="2177"/>
                      <a:pt x="2279" y="2170"/>
                    </a:cubicBezTo>
                    <a:cubicBezTo>
                      <a:pt x="2286" y="2163"/>
                      <a:pt x="2299" y="2167"/>
                      <a:pt x="2301" y="2174"/>
                    </a:cubicBezTo>
                    <a:cubicBezTo>
                      <a:pt x="2303" y="2182"/>
                      <a:pt x="2315" y="2198"/>
                      <a:pt x="2304" y="2199"/>
                    </a:cubicBezTo>
                    <a:cubicBezTo>
                      <a:pt x="2293" y="2200"/>
                      <a:pt x="2276" y="2193"/>
                      <a:pt x="2272" y="2188"/>
                    </a:cubicBezTo>
                    <a:cubicBezTo>
                      <a:pt x="2269" y="2183"/>
                      <a:pt x="2257" y="2177"/>
                      <a:pt x="2249" y="2183"/>
                    </a:cubicBezTo>
                    <a:cubicBezTo>
                      <a:pt x="2240" y="2189"/>
                      <a:pt x="2233" y="2188"/>
                      <a:pt x="2237" y="2198"/>
                    </a:cubicBezTo>
                    <a:cubicBezTo>
                      <a:pt x="2242" y="2207"/>
                      <a:pt x="2254" y="2211"/>
                      <a:pt x="2258" y="2214"/>
                    </a:cubicBezTo>
                    <a:cubicBezTo>
                      <a:pt x="2262" y="2217"/>
                      <a:pt x="2270" y="2222"/>
                      <a:pt x="2256" y="2228"/>
                    </a:cubicBezTo>
                    <a:cubicBezTo>
                      <a:pt x="2242" y="2233"/>
                      <a:pt x="2223" y="2230"/>
                      <a:pt x="2223" y="2221"/>
                    </a:cubicBezTo>
                    <a:cubicBezTo>
                      <a:pt x="2223" y="2213"/>
                      <a:pt x="2217" y="2215"/>
                      <a:pt x="2217" y="2204"/>
                    </a:cubicBezTo>
                    <a:cubicBezTo>
                      <a:pt x="2217" y="2193"/>
                      <a:pt x="2234" y="2181"/>
                      <a:pt x="2219" y="2184"/>
                    </a:cubicBezTo>
                    <a:cubicBezTo>
                      <a:pt x="2204" y="2186"/>
                      <a:pt x="2202" y="2198"/>
                      <a:pt x="2194" y="2190"/>
                    </a:cubicBezTo>
                    <a:cubicBezTo>
                      <a:pt x="2187" y="2183"/>
                      <a:pt x="2178" y="2187"/>
                      <a:pt x="2175" y="2197"/>
                    </a:cubicBezTo>
                    <a:cubicBezTo>
                      <a:pt x="2172" y="2206"/>
                      <a:pt x="2164" y="2228"/>
                      <a:pt x="2169" y="2237"/>
                    </a:cubicBezTo>
                    <a:cubicBezTo>
                      <a:pt x="2173" y="2247"/>
                      <a:pt x="2180" y="2245"/>
                      <a:pt x="2188" y="2238"/>
                    </a:cubicBezTo>
                    <a:cubicBezTo>
                      <a:pt x="2195" y="2232"/>
                      <a:pt x="2206" y="2226"/>
                      <a:pt x="2206" y="2237"/>
                    </a:cubicBezTo>
                    <a:cubicBezTo>
                      <a:pt x="2206" y="2249"/>
                      <a:pt x="2213" y="2254"/>
                      <a:pt x="2197" y="2261"/>
                    </a:cubicBezTo>
                    <a:cubicBezTo>
                      <a:pt x="2180" y="2269"/>
                      <a:pt x="2173" y="2278"/>
                      <a:pt x="2175" y="2286"/>
                    </a:cubicBezTo>
                    <a:cubicBezTo>
                      <a:pt x="2177" y="2293"/>
                      <a:pt x="2192" y="2317"/>
                      <a:pt x="2202" y="2303"/>
                    </a:cubicBezTo>
                    <a:cubicBezTo>
                      <a:pt x="2212" y="2289"/>
                      <a:pt x="2204" y="2264"/>
                      <a:pt x="2217" y="2279"/>
                    </a:cubicBezTo>
                    <a:cubicBezTo>
                      <a:pt x="2230" y="2294"/>
                      <a:pt x="2222" y="2302"/>
                      <a:pt x="2217" y="2309"/>
                    </a:cubicBezTo>
                    <a:cubicBezTo>
                      <a:pt x="2212" y="2317"/>
                      <a:pt x="2220" y="2327"/>
                      <a:pt x="2198" y="2326"/>
                    </a:cubicBezTo>
                    <a:cubicBezTo>
                      <a:pt x="2175" y="2324"/>
                      <a:pt x="2163" y="2329"/>
                      <a:pt x="2181" y="2335"/>
                    </a:cubicBezTo>
                    <a:cubicBezTo>
                      <a:pt x="2200" y="2342"/>
                      <a:pt x="2213" y="2348"/>
                      <a:pt x="2216" y="2342"/>
                    </a:cubicBezTo>
                    <a:cubicBezTo>
                      <a:pt x="2219" y="2335"/>
                      <a:pt x="2237" y="2355"/>
                      <a:pt x="2238" y="2338"/>
                    </a:cubicBezTo>
                    <a:cubicBezTo>
                      <a:pt x="2240" y="2322"/>
                      <a:pt x="2241" y="2308"/>
                      <a:pt x="2255" y="2307"/>
                    </a:cubicBezTo>
                    <a:cubicBezTo>
                      <a:pt x="2269" y="2306"/>
                      <a:pt x="2263" y="2316"/>
                      <a:pt x="2262" y="2328"/>
                    </a:cubicBezTo>
                    <a:cubicBezTo>
                      <a:pt x="2261" y="2340"/>
                      <a:pt x="2272" y="2346"/>
                      <a:pt x="2258" y="2350"/>
                    </a:cubicBezTo>
                    <a:cubicBezTo>
                      <a:pt x="2244" y="2355"/>
                      <a:pt x="2226" y="2362"/>
                      <a:pt x="2240" y="2372"/>
                    </a:cubicBezTo>
                    <a:cubicBezTo>
                      <a:pt x="2254" y="2381"/>
                      <a:pt x="2270" y="2388"/>
                      <a:pt x="2255" y="2391"/>
                    </a:cubicBezTo>
                    <a:cubicBezTo>
                      <a:pt x="2240" y="2394"/>
                      <a:pt x="2229" y="2400"/>
                      <a:pt x="2232" y="2405"/>
                    </a:cubicBezTo>
                    <a:cubicBezTo>
                      <a:pt x="2235" y="2410"/>
                      <a:pt x="2218" y="2412"/>
                      <a:pt x="2218" y="2420"/>
                    </a:cubicBezTo>
                    <a:cubicBezTo>
                      <a:pt x="2218" y="2429"/>
                      <a:pt x="2227" y="2450"/>
                      <a:pt x="2234" y="2444"/>
                    </a:cubicBezTo>
                    <a:cubicBezTo>
                      <a:pt x="2242" y="2437"/>
                      <a:pt x="2252" y="2429"/>
                      <a:pt x="2261" y="2438"/>
                    </a:cubicBezTo>
                    <a:cubicBezTo>
                      <a:pt x="2270" y="2448"/>
                      <a:pt x="2258" y="2470"/>
                      <a:pt x="2269" y="2464"/>
                    </a:cubicBezTo>
                    <a:cubicBezTo>
                      <a:pt x="2279" y="2459"/>
                      <a:pt x="2293" y="2456"/>
                      <a:pt x="2294" y="2465"/>
                    </a:cubicBezTo>
                    <a:cubicBezTo>
                      <a:pt x="2295" y="2475"/>
                      <a:pt x="2284" y="2473"/>
                      <a:pt x="2283" y="2479"/>
                    </a:cubicBezTo>
                    <a:cubicBezTo>
                      <a:pt x="2283" y="2484"/>
                      <a:pt x="2270" y="2487"/>
                      <a:pt x="2262" y="2492"/>
                    </a:cubicBezTo>
                    <a:cubicBezTo>
                      <a:pt x="2254" y="2498"/>
                      <a:pt x="2236" y="2501"/>
                      <a:pt x="2248" y="2508"/>
                    </a:cubicBezTo>
                    <a:cubicBezTo>
                      <a:pt x="2260" y="2516"/>
                      <a:pt x="2272" y="2524"/>
                      <a:pt x="2272" y="2517"/>
                    </a:cubicBezTo>
                    <a:cubicBezTo>
                      <a:pt x="2272" y="2510"/>
                      <a:pt x="2271" y="2501"/>
                      <a:pt x="2280" y="2501"/>
                    </a:cubicBezTo>
                    <a:cubicBezTo>
                      <a:pt x="2290" y="2501"/>
                      <a:pt x="2299" y="2494"/>
                      <a:pt x="2299" y="2505"/>
                    </a:cubicBezTo>
                    <a:cubicBezTo>
                      <a:pt x="2299" y="2515"/>
                      <a:pt x="2302" y="2521"/>
                      <a:pt x="2311" y="2520"/>
                    </a:cubicBezTo>
                    <a:cubicBezTo>
                      <a:pt x="2320" y="2518"/>
                      <a:pt x="2329" y="2523"/>
                      <a:pt x="2330" y="2512"/>
                    </a:cubicBezTo>
                    <a:cubicBezTo>
                      <a:pt x="2331" y="2501"/>
                      <a:pt x="2335" y="2498"/>
                      <a:pt x="2344" y="2499"/>
                    </a:cubicBezTo>
                    <a:cubicBezTo>
                      <a:pt x="2353" y="2501"/>
                      <a:pt x="2358" y="2501"/>
                      <a:pt x="2358" y="2509"/>
                    </a:cubicBezTo>
                    <a:cubicBezTo>
                      <a:pt x="2358" y="2517"/>
                      <a:pt x="2353" y="2521"/>
                      <a:pt x="2347" y="2523"/>
                    </a:cubicBezTo>
                    <a:cubicBezTo>
                      <a:pt x="2340" y="2525"/>
                      <a:pt x="2346" y="2534"/>
                      <a:pt x="2338" y="2536"/>
                    </a:cubicBezTo>
                    <a:cubicBezTo>
                      <a:pt x="2331" y="2538"/>
                      <a:pt x="2330" y="2532"/>
                      <a:pt x="2319" y="2532"/>
                    </a:cubicBezTo>
                    <a:cubicBezTo>
                      <a:pt x="2308" y="2532"/>
                      <a:pt x="2302" y="2532"/>
                      <a:pt x="2298" y="2541"/>
                    </a:cubicBezTo>
                    <a:cubicBezTo>
                      <a:pt x="2293" y="2549"/>
                      <a:pt x="2281" y="2559"/>
                      <a:pt x="2292" y="2564"/>
                    </a:cubicBezTo>
                    <a:cubicBezTo>
                      <a:pt x="2302" y="2568"/>
                      <a:pt x="2298" y="2578"/>
                      <a:pt x="2310" y="2577"/>
                    </a:cubicBezTo>
                    <a:cubicBezTo>
                      <a:pt x="2323" y="2576"/>
                      <a:pt x="2318" y="2571"/>
                      <a:pt x="2321" y="2580"/>
                    </a:cubicBezTo>
                    <a:cubicBezTo>
                      <a:pt x="2323" y="2589"/>
                      <a:pt x="2304" y="2596"/>
                      <a:pt x="2312" y="2602"/>
                    </a:cubicBezTo>
                    <a:cubicBezTo>
                      <a:pt x="2320" y="2609"/>
                      <a:pt x="2327" y="2615"/>
                      <a:pt x="2335" y="2613"/>
                    </a:cubicBezTo>
                    <a:cubicBezTo>
                      <a:pt x="2342" y="2611"/>
                      <a:pt x="2345" y="2609"/>
                      <a:pt x="2346" y="2616"/>
                    </a:cubicBezTo>
                    <a:cubicBezTo>
                      <a:pt x="2347" y="2624"/>
                      <a:pt x="2342" y="2631"/>
                      <a:pt x="2351" y="2636"/>
                    </a:cubicBezTo>
                    <a:cubicBezTo>
                      <a:pt x="2361" y="2640"/>
                      <a:pt x="2366" y="2645"/>
                      <a:pt x="2371" y="2639"/>
                    </a:cubicBezTo>
                    <a:cubicBezTo>
                      <a:pt x="2375" y="2634"/>
                      <a:pt x="2382" y="2630"/>
                      <a:pt x="2390" y="2625"/>
                    </a:cubicBezTo>
                    <a:cubicBezTo>
                      <a:pt x="2397" y="2620"/>
                      <a:pt x="2407" y="2608"/>
                      <a:pt x="2421" y="2601"/>
                    </a:cubicBezTo>
                    <a:cubicBezTo>
                      <a:pt x="2435" y="2593"/>
                      <a:pt x="2442" y="2589"/>
                      <a:pt x="2431" y="2586"/>
                    </a:cubicBezTo>
                    <a:cubicBezTo>
                      <a:pt x="2420" y="2583"/>
                      <a:pt x="2406" y="2573"/>
                      <a:pt x="2397" y="2580"/>
                    </a:cubicBezTo>
                    <a:cubicBezTo>
                      <a:pt x="2388" y="2586"/>
                      <a:pt x="2370" y="2594"/>
                      <a:pt x="2362" y="2591"/>
                    </a:cubicBezTo>
                    <a:cubicBezTo>
                      <a:pt x="2355" y="2587"/>
                      <a:pt x="2338" y="2571"/>
                      <a:pt x="2361" y="2570"/>
                    </a:cubicBezTo>
                    <a:cubicBezTo>
                      <a:pt x="2384" y="2568"/>
                      <a:pt x="2390" y="2567"/>
                      <a:pt x="2396" y="2566"/>
                    </a:cubicBezTo>
                    <a:cubicBezTo>
                      <a:pt x="2402" y="2565"/>
                      <a:pt x="2419" y="2565"/>
                      <a:pt x="2427" y="2571"/>
                    </a:cubicBezTo>
                    <a:cubicBezTo>
                      <a:pt x="2436" y="2578"/>
                      <a:pt x="2446" y="2582"/>
                      <a:pt x="2447" y="2594"/>
                    </a:cubicBezTo>
                    <a:cubicBezTo>
                      <a:pt x="2448" y="2605"/>
                      <a:pt x="2454" y="2612"/>
                      <a:pt x="2436" y="2616"/>
                    </a:cubicBezTo>
                    <a:cubicBezTo>
                      <a:pt x="2417" y="2621"/>
                      <a:pt x="2410" y="2627"/>
                      <a:pt x="2403" y="2629"/>
                    </a:cubicBezTo>
                    <a:cubicBezTo>
                      <a:pt x="2396" y="2632"/>
                      <a:pt x="2391" y="2646"/>
                      <a:pt x="2385" y="2651"/>
                    </a:cubicBezTo>
                    <a:cubicBezTo>
                      <a:pt x="2380" y="2657"/>
                      <a:pt x="2373" y="2661"/>
                      <a:pt x="2359" y="2657"/>
                    </a:cubicBezTo>
                    <a:cubicBezTo>
                      <a:pt x="2345" y="2652"/>
                      <a:pt x="2324" y="2646"/>
                      <a:pt x="2317" y="2646"/>
                    </a:cubicBezTo>
                    <a:cubicBezTo>
                      <a:pt x="2311" y="2646"/>
                      <a:pt x="2300" y="2649"/>
                      <a:pt x="2300" y="2657"/>
                    </a:cubicBezTo>
                    <a:cubicBezTo>
                      <a:pt x="2300" y="2666"/>
                      <a:pt x="2299" y="2670"/>
                      <a:pt x="2308" y="2675"/>
                    </a:cubicBezTo>
                    <a:cubicBezTo>
                      <a:pt x="2317" y="2681"/>
                      <a:pt x="2328" y="2685"/>
                      <a:pt x="2321" y="2692"/>
                    </a:cubicBezTo>
                    <a:cubicBezTo>
                      <a:pt x="2314" y="2699"/>
                      <a:pt x="2322" y="2701"/>
                      <a:pt x="2334" y="2702"/>
                    </a:cubicBezTo>
                    <a:cubicBezTo>
                      <a:pt x="2346" y="2702"/>
                      <a:pt x="2363" y="2704"/>
                      <a:pt x="2366" y="2696"/>
                    </a:cubicBezTo>
                    <a:cubicBezTo>
                      <a:pt x="2369" y="2689"/>
                      <a:pt x="2390" y="2694"/>
                      <a:pt x="2386" y="2683"/>
                    </a:cubicBezTo>
                    <a:cubicBezTo>
                      <a:pt x="2383" y="2672"/>
                      <a:pt x="2390" y="2670"/>
                      <a:pt x="2400" y="2670"/>
                    </a:cubicBezTo>
                    <a:cubicBezTo>
                      <a:pt x="2410" y="2670"/>
                      <a:pt x="2417" y="2672"/>
                      <a:pt x="2428" y="2675"/>
                    </a:cubicBezTo>
                    <a:cubicBezTo>
                      <a:pt x="2439" y="2679"/>
                      <a:pt x="2462" y="2686"/>
                      <a:pt x="2463" y="2671"/>
                    </a:cubicBezTo>
                    <a:cubicBezTo>
                      <a:pt x="2465" y="2655"/>
                      <a:pt x="2468" y="2627"/>
                      <a:pt x="2472" y="2622"/>
                    </a:cubicBezTo>
                    <a:cubicBezTo>
                      <a:pt x="2477" y="2616"/>
                      <a:pt x="2481" y="2607"/>
                      <a:pt x="2482" y="2597"/>
                    </a:cubicBezTo>
                    <a:cubicBezTo>
                      <a:pt x="2484" y="2587"/>
                      <a:pt x="2487" y="2580"/>
                      <a:pt x="2494" y="2580"/>
                    </a:cubicBezTo>
                    <a:cubicBezTo>
                      <a:pt x="2501" y="2580"/>
                      <a:pt x="2510" y="2588"/>
                      <a:pt x="2514" y="2581"/>
                    </a:cubicBezTo>
                    <a:cubicBezTo>
                      <a:pt x="2517" y="2574"/>
                      <a:pt x="2527" y="2567"/>
                      <a:pt x="2537" y="2567"/>
                    </a:cubicBezTo>
                    <a:cubicBezTo>
                      <a:pt x="2546" y="2566"/>
                      <a:pt x="2564" y="2565"/>
                      <a:pt x="2567" y="2557"/>
                    </a:cubicBezTo>
                    <a:cubicBezTo>
                      <a:pt x="2571" y="2549"/>
                      <a:pt x="2579" y="2536"/>
                      <a:pt x="2591" y="2546"/>
                    </a:cubicBezTo>
                    <a:cubicBezTo>
                      <a:pt x="2602" y="2556"/>
                      <a:pt x="2618" y="2561"/>
                      <a:pt x="2627" y="2561"/>
                    </a:cubicBezTo>
                    <a:cubicBezTo>
                      <a:pt x="2629" y="2561"/>
                      <a:pt x="2630" y="2561"/>
                      <a:pt x="2631" y="2560"/>
                    </a:cubicBezTo>
                    <a:cubicBezTo>
                      <a:pt x="2628" y="2557"/>
                      <a:pt x="2623" y="2552"/>
                      <a:pt x="2617" y="2548"/>
                    </a:cubicBezTo>
                    <a:cubicBezTo>
                      <a:pt x="2607" y="2541"/>
                      <a:pt x="2598" y="2541"/>
                      <a:pt x="2588" y="2535"/>
                    </a:cubicBezTo>
                    <a:cubicBezTo>
                      <a:pt x="2578" y="2530"/>
                      <a:pt x="2560" y="2537"/>
                      <a:pt x="2552" y="2531"/>
                    </a:cubicBezTo>
                    <a:cubicBezTo>
                      <a:pt x="2544" y="2526"/>
                      <a:pt x="2518" y="2527"/>
                      <a:pt x="2494" y="2527"/>
                    </a:cubicBezTo>
                    <a:cubicBezTo>
                      <a:pt x="2470" y="2527"/>
                      <a:pt x="2440" y="2527"/>
                      <a:pt x="2430" y="2527"/>
                    </a:cubicBezTo>
                    <a:cubicBezTo>
                      <a:pt x="2420" y="2527"/>
                      <a:pt x="2405" y="2527"/>
                      <a:pt x="2402" y="2515"/>
                    </a:cubicBezTo>
                    <a:cubicBezTo>
                      <a:pt x="2399" y="2504"/>
                      <a:pt x="2387" y="2503"/>
                      <a:pt x="2377" y="2495"/>
                    </a:cubicBezTo>
                    <a:cubicBezTo>
                      <a:pt x="2368" y="2486"/>
                      <a:pt x="2377" y="2469"/>
                      <a:pt x="2377" y="2458"/>
                    </a:cubicBezTo>
                    <a:cubicBezTo>
                      <a:pt x="2377" y="2447"/>
                      <a:pt x="2377" y="2443"/>
                      <a:pt x="2385" y="2435"/>
                    </a:cubicBezTo>
                    <a:cubicBezTo>
                      <a:pt x="2392" y="2427"/>
                      <a:pt x="2379" y="2422"/>
                      <a:pt x="2379" y="2418"/>
                    </a:cubicBezTo>
                    <a:cubicBezTo>
                      <a:pt x="2379" y="2414"/>
                      <a:pt x="2373" y="2411"/>
                      <a:pt x="2361" y="2409"/>
                    </a:cubicBezTo>
                    <a:cubicBezTo>
                      <a:pt x="2349" y="2406"/>
                      <a:pt x="2347" y="2409"/>
                      <a:pt x="2343" y="2415"/>
                    </a:cubicBezTo>
                    <a:cubicBezTo>
                      <a:pt x="2339" y="2420"/>
                      <a:pt x="2333" y="2418"/>
                      <a:pt x="2325" y="2415"/>
                    </a:cubicBezTo>
                    <a:cubicBezTo>
                      <a:pt x="2318" y="2411"/>
                      <a:pt x="2314" y="2400"/>
                      <a:pt x="2316" y="2388"/>
                    </a:cubicBezTo>
                    <a:cubicBezTo>
                      <a:pt x="2318" y="2376"/>
                      <a:pt x="2307" y="2376"/>
                      <a:pt x="2303" y="2369"/>
                    </a:cubicBezTo>
                    <a:cubicBezTo>
                      <a:pt x="2298" y="2363"/>
                      <a:pt x="2299" y="2315"/>
                      <a:pt x="2302" y="2304"/>
                    </a:cubicBezTo>
                    <a:cubicBezTo>
                      <a:pt x="2305" y="2293"/>
                      <a:pt x="2321" y="2297"/>
                      <a:pt x="2327" y="2289"/>
                    </a:cubicBezTo>
                    <a:cubicBezTo>
                      <a:pt x="2334" y="2281"/>
                      <a:pt x="2338" y="2278"/>
                      <a:pt x="2349" y="2269"/>
                    </a:cubicBezTo>
                    <a:cubicBezTo>
                      <a:pt x="2361" y="2261"/>
                      <a:pt x="2361" y="2250"/>
                      <a:pt x="2360" y="2239"/>
                    </a:cubicBezTo>
                    <a:cubicBezTo>
                      <a:pt x="2359" y="2227"/>
                      <a:pt x="2374" y="2229"/>
                      <a:pt x="2378" y="2219"/>
                    </a:cubicBezTo>
                    <a:cubicBezTo>
                      <a:pt x="2382" y="2210"/>
                      <a:pt x="2378" y="2204"/>
                      <a:pt x="2374" y="2194"/>
                    </a:cubicBezTo>
                    <a:cubicBezTo>
                      <a:pt x="2370" y="2184"/>
                      <a:pt x="2365" y="2189"/>
                      <a:pt x="2366" y="2177"/>
                    </a:cubicBezTo>
                    <a:cubicBezTo>
                      <a:pt x="2367" y="2166"/>
                      <a:pt x="2375" y="2163"/>
                      <a:pt x="2377" y="2153"/>
                    </a:cubicBezTo>
                    <a:cubicBezTo>
                      <a:pt x="2378" y="2142"/>
                      <a:pt x="2383" y="2144"/>
                      <a:pt x="2397" y="2137"/>
                    </a:cubicBezTo>
                    <a:cubicBezTo>
                      <a:pt x="2410" y="2131"/>
                      <a:pt x="2401" y="2116"/>
                      <a:pt x="2401" y="2100"/>
                    </a:cubicBezTo>
                    <a:cubicBezTo>
                      <a:pt x="2401" y="2084"/>
                      <a:pt x="2415" y="2092"/>
                      <a:pt x="2416" y="2080"/>
                    </a:cubicBezTo>
                    <a:cubicBezTo>
                      <a:pt x="2417" y="2068"/>
                      <a:pt x="2426" y="2063"/>
                      <a:pt x="2411" y="2054"/>
                    </a:cubicBezTo>
                    <a:cubicBezTo>
                      <a:pt x="2395" y="2045"/>
                      <a:pt x="2406" y="2038"/>
                      <a:pt x="2417" y="2031"/>
                    </a:cubicBezTo>
                    <a:cubicBezTo>
                      <a:pt x="2429" y="2025"/>
                      <a:pt x="2411" y="2015"/>
                      <a:pt x="2411" y="2005"/>
                    </a:cubicBezTo>
                    <a:cubicBezTo>
                      <a:pt x="2412" y="1996"/>
                      <a:pt x="2423" y="1993"/>
                      <a:pt x="2437" y="1983"/>
                    </a:cubicBezTo>
                    <a:cubicBezTo>
                      <a:pt x="2451" y="1973"/>
                      <a:pt x="2433" y="1969"/>
                      <a:pt x="2428" y="1959"/>
                    </a:cubicBezTo>
                    <a:cubicBezTo>
                      <a:pt x="2423" y="1948"/>
                      <a:pt x="2413" y="1947"/>
                      <a:pt x="2403" y="1945"/>
                    </a:cubicBezTo>
                    <a:cubicBezTo>
                      <a:pt x="2394" y="1943"/>
                      <a:pt x="2395" y="1937"/>
                      <a:pt x="2395" y="1931"/>
                    </a:cubicBezTo>
                    <a:cubicBezTo>
                      <a:pt x="2395" y="1925"/>
                      <a:pt x="2414" y="1935"/>
                      <a:pt x="2425" y="1935"/>
                    </a:cubicBezTo>
                    <a:cubicBezTo>
                      <a:pt x="2437" y="1935"/>
                      <a:pt x="2450" y="1927"/>
                      <a:pt x="2451" y="1915"/>
                    </a:cubicBezTo>
                    <a:cubicBezTo>
                      <a:pt x="2451" y="1904"/>
                      <a:pt x="2431" y="1906"/>
                      <a:pt x="2418" y="1905"/>
                    </a:cubicBezTo>
                    <a:cubicBezTo>
                      <a:pt x="2405" y="1903"/>
                      <a:pt x="2406" y="1889"/>
                      <a:pt x="2413" y="1878"/>
                    </a:cubicBezTo>
                    <a:cubicBezTo>
                      <a:pt x="2421" y="1867"/>
                      <a:pt x="2409" y="1860"/>
                      <a:pt x="2411" y="1849"/>
                    </a:cubicBezTo>
                    <a:cubicBezTo>
                      <a:pt x="2414" y="1837"/>
                      <a:pt x="2401" y="1832"/>
                      <a:pt x="2404" y="1821"/>
                    </a:cubicBezTo>
                    <a:cubicBezTo>
                      <a:pt x="2407" y="1811"/>
                      <a:pt x="2405" y="1805"/>
                      <a:pt x="2395" y="1801"/>
                    </a:cubicBezTo>
                    <a:cubicBezTo>
                      <a:pt x="2386" y="1796"/>
                      <a:pt x="2390" y="1750"/>
                      <a:pt x="2390" y="1744"/>
                    </a:cubicBezTo>
                    <a:cubicBezTo>
                      <a:pt x="2390" y="1738"/>
                      <a:pt x="2401" y="1734"/>
                      <a:pt x="2409" y="1730"/>
                    </a:cubicBezTo>
                    <a:cubicBezTo>
                      <a:pt x="2417" y="1726"/>
                      <a:pt x="2411" y="1723"/>
                      <a:pt x="2411" y="1716"/>
                    </a:cubicBezTo>
                    <a:cubicBezTo>
                      <a:pt x="2411" y="1709"/>
                      <a:pt x="2409" y="1708"/>
                      <a:pt x="2405" y="1702"/>
                    </a:cubicBezTo>
                    <a:cubicBezTo>
                      <a:pt x="2401" y="1696"/>
                      <a:pt x="2403" y="1671"/>
                      <a:pt x="2403" y="1658"/>
                    </a:cubicBezTo>
                    <a:cubicBezTo>
                      <a:pt x="2404" y="1645"/>
                      <a:pt x="2403" y="1635"/>
                      <a:pt x="2403" y="1630"/>
                    </a:cubicBezTo>
                    <a:cubicBezTo>
                      <a:pt x="2403" y="1625"/>
                      <a:pt x="2403" y="1612"/>
                      <a:pt x="2409" y="1603"/>
                    </a:cubicBezTo>
                    <a:cubicBezTo>
                      <a:pt x="2415" y="1595"/>
                      <a:pt x="2415" y="1570"/>
                      <a:pt x="2415" y="1559"/>
                    </a:cubicBezTo>
                    <a:cubicBezTo>
                      <a:pt x="2415" y="1547"/>
                      <a:pt x="2413" y="1539"/>
                      <a:pt x="2423" y="1535"/>
                    </a:cubicBezTo>
                    <a:cubicBezTo>
                      <a:pt x="2432" y="1530"/>
                      <a:pt x="2435" y="1521"/>
                      <a:pt x="2431" y="1509"/>
                    </a:cubicBezTo>
                    <a:cubicBezTo>
                      <a:pt x="2427" y="1498"/>
                      <a:pt x="2432" y="1483"/>
                      <a:pt x="2442" y="1475"/>
                    </a:cubicBezTo>
                    <a:cubicBezTo>
                      <a:pt x="2452" y="1468"/>
                      <a:pt x="2457" y="1475"/>
                      <a:pt x="2466" y="1463"/>
                    </a:cubicBezTo>
                    <a:cubicBezTo>
                      <a:pt x="2475" y="1452"/>
                      <a:pt x="2457" y="1439"/>
                      <a:pt x="2459" y="1435"/>
                    </a:cubicBezTo>
                    <a:cubicBezTo>
                      <a:pt x="2460" y="1430"/>
                      <a:pt x="2461" y="1421"/>
                      <a:pt x="2453" y="1408"/>
                    </a:cubicBezTo>
                    <a:cubicBezTo>
                      <a:pt x="2444" y="1395"/>
                      <a:pt x="2453" y="1354"/>
                      <a:pt x="2450" y="1347"/>
                    </a:cubicBezTo>
                    <a:cubicBezTo>
                      <a:pt x="2447" y="1339"/>
                      <a:pt x="2449" y="1333"/>
                      <a:pt x="2450" y="1325"/>
                    </a:cubicBezTo>
                    <a:cubicBezTo>
                      <a:pt x="2451" y="1318"/>
                      <a:pt x="2455" y="1305"/>
                      <a:pt x="2467" y="1301"/>
                    </a:cubicBezTo>
                    <a:cubicBezTo>
                      <a:pt x="2479" y="1297"/>
                      <a:pt x="2480" y="1287"/>
                      <a:pt x="2488" y="1283"/>
                    </a:cubicBezTo>
                    <a:cubicBezTo>
                      <a:pt x="2496" y="1278"/>
                      <a:pt x="2500" y="1269"/>
                      <a:pt x="2500" y="1261"/>
                    </a:cubicBezTo>
                    <a:cubicBezTo>
                      <a:pt x="2500" y="1253"/>
                      <a:pt x="2501" y="1241"/>
                      <a:pt x="2494" y="1239"/>
                    </a:cubicBezTo>
                    <a:cubicBezTo>
                      <a:pt x="2487" y="1236"/>
                      <a:pt x="2490" y="1223"/>
                      <a:pt x="2490" y="1213"/>
                    </a:cubicBezTo>
                    <a:cubicBezTo>
                      <a:pt x="2490" y="1203"/>
                      <a:pt x="2498" y="1194"/>
                      <a:pt x="2501" y="1185"/>
                    </a:cubicBezTo>
                    <a:cubicBezTo>
                      <a:pt x="2505" y="1177"/>
                      <a:pt x="2510" y="1163"/>
                      <a:pt x="2516" y="1152"/>
                    </a:cubicBezTo>
                    <a:cubicBezTo>
                      <a:pt x="2522" y="1141"/>
                      <a:pt x="2527" y="1138"/>
                      <a:pt x="2531" y="1123"/>
                    </a:cubicBezTo>
                    <a:cubicBezTo>
                      <a:pt x="2535" y="1109"/>
                      <a:pt x="2529" y="1105"/>
                      <a:pt x="2535" y="1091"/>
                    </a:cubicBezTo>
                    <a:cubicBezTo>
                      <a:pt x="2541" y="1078"/>
                      <a:pt x="2533" y="1081"/>
                      <a:pt x="2521" y="1075"/>
                    </a:cubicBezTo>
                    <a:cubicBezTo>
                      <a:pt x="2510" y="1070"/>
                      <a:pt x="2511" y="1060"/>
                      <a:pt x="2517" y="1051"/>
                    </a:cubicBezTo>
                    <a:cubicBezTo>
                      <a:pt x="2522" y="1043"/>
                      <a:pt x="2522" y="1040"/>
                      <a:pt x="2513" y="1033"/>
                    </a:cubicBezTo>
                    <a:cubicBezTo>
                      <a:pt x="2503" y="1025"/>
                      <a:pt x="2505" y="1013"/>
                      <a:pt x="2504" y="1006"/>
                    </a:cubicBezTo>
                    <a:cubicBezTo>
                      <a:pt x="2503" y="999"/>
                      <a:pt x="2499" y="990"/>
                      <a:pt x="2499" y="983"/>
                    </a:cubicBezTo>
                    <a:cubicBezTo>
                      <a:pt x="2498" y="975"/>
                      <a:pt x="2495" y="980"/>
                      <a:pt x="2487" y="967"/>
                    </a:cubicBezTo>
                    <a:cubicBezTo>
                      <a:pt x="2479" y="953"/>
                      <a:pt x="2483" y="949"/>
                      <a:pt x="2484" y="940"/>
                    </a:cubicBezTo>
                    <a:cubicBezTo>
                      <a:pt x="2485" y="931"/>
                      <a:pt x="2492" y="921"/>
                      <a:pt x="2498" y="915"/>
                    </a:cubicBezTo>
                    <a:cubicBezTo>
                      <a:pt x="2504" y="909"/>
                      <a:pt x="2503" y="899"/>
                      <a:pt x="2506" y="885"/>
                    </a:cubicBezTo>
                    <a:cubicBezTo>
                      <a:pt x="2509" y="871"/>
                      <a:pt x="2514" y="871"/>
                      <a:pt x="2523" y="868"/>
                    </a:cubicBezTo>
                    <a:cubicBezTo>
                      <a:pt x="2533" y="865"/>
                      <a:pt x="2533" y="851"/>
                      <a:pt x="2529" y="847"/>
                    </a:cubicBezTo>
                    <a:cubicBezTo>
                      <a:pt x="2526" y="842"/>
                      <a:pt x="2525" y="835"/>
                      <a:pt x="2529" y="823"/>
                    </a:cubicBezTo>
                    <a:cubicBezTo>
                      <a:pt x="2532" y="811"/>
                      <a:pt x="2522" y="811"/>
                      <a:pt x="2520" y="799"/>
                    </a:cubicBezTo>
                    <a:cubicBezTo>
                      <a:pt x="2518" y="788"/>
                      <a:pt x="2524" y="783"/>
                      <a:pt x="2534" y="774"/>
                    </a:cubicBezTo>
                    <a:cubicBezTo>
                      <a:pt x="2544" y="765"/>
                      <a:pt x="2541" y="754"/>
                      <a:pt x="2540" y="741"/>
                    </a:cubicBezTo>
                    <a:cubicBezTo>
                      <a:pt x="2539" y="729"/>
                      <a:pt x="2547" y="722"/>
                      <a:pt x="2556" y="715"/>
                    </a:cubicBezTo>
                    <a:cubicBezTo>
                      <a:pt x="2565" y="709"/>
                      <a:pt x="2571" y="701"/>
                      <a:pt x="2579" y="690"/>
                    </a:cubicBezTo>
                    <a:cubicBezTo>
                      <a:pt x="2586" y="679"/>
                      <a:pt x="2587" y="670"/>
                      <a:pt x="2588" y="661"/>
                    </a:cubicBezTo>
                    <a:cubicBezTo>
                      <a:pt x="2589" y="653"/>
                      <a:pt x="2599" y="642"/>
                      <a:pt x="2609" y="643"/>
                    </a:cubicBezTo>
                    <a:cubicBezTo>
                      <a:pt x="2618" y="643"/>
                      <a:pt x="2623" y="639"/>
                      <a:pt x="2629" y="631"/>
                    </a:cubicBezTo>
                    <a:cubicBezTo>
                      <a:pt x="2634" y="622"/>
                      <a:pt x="2627" y="615"/>
                      <a:pt x="2621" y="611"/>
                    </a:cubicBezTo>
                    <a:cubicBezTo>
                      <a:pt x="2614" y="606"/>
                      <a:pt x="2610" y="603"/>
                      <a:pt x="2610" y="591"/>
                    </a:cubicBezTo>
                    <a:cubicBezTo>
                      <a:pt x="2610" y="579"/>
                      <a:pt x="2622" y="576"/>
                      <a:pt x="2622" y="571"/>
                    </a:cubicBezTo>
                    <a:cubicBezTo>
                      <a:pt x="2622" y="565"/>
                      <a:pt x="2619" y="555"/>
                      <a:pt x="2614" y="546"/>
                    </a:cubicBezTo>
                    <a:cubicBezTo>
                      <a:pt x="2609" y="537"/>
                      <a:pt x="2609" y="523"/>
                      <a:pt x="2615" y="517"/>
                    </a:cubicBezTo>
                    <a:cubicBezTo>
                      <a:pt x="2621" y="511"/>
                      <a:pt x="2625" y="503"/>
                      <a:pt x="2615" y="492"/>
                    </a:cubicBezTo>
                    <a:cubicBezTo>
                      <a:pt x="2606" y="481"/>
                      <a:pt x="2614" y="475"/>
                      <a:pt x="2617" y="471"/>
                    </a:cubicBezTo>
                    <a:cubicBezTo>
                      <a:pt x="2619" y="467"/>
                      <a:pt x="2634" y="461"/>
                      <a:pt x="2643" y="453"/>
                    </a:cubicBezTo>
                    <a:cubicBezTo>
                      <a:pt x="2653" y="444"/>
                      <a:pt x="2671" y="437"/>
                      <a:pt x="2683" y="433"/>
                    </a:cubicBezTo>
                    <a:cubicBezTo>
                      <a:pt x="2694" y="430"/>
                      <a:pt x="2696" y="423"/>
                      <a:pt x="2696" y="415"/>
                    </a:cubicBezTo>
                    <a:cubicBezTo>
                      <a:pt x="2696" y="407"/>
                      <a:pt x="2697" y="400"/>
                      <a:pt x="2701" y="394"/>
                    </a:cubicBezTo>
                    <a:cubicBezTo>
                      <a:pt x="2705" y="388"/>
                      <a:pt x="2704" y="381"/>
                      <a:pt x="2706" y="362"/>
                    </a:cubicBezTo>
                    <a:cubicBezTo>
                      <a:pt x="2708" y="343"/>
                      <a:pt x="2683" y="359"/>
                      <a:pt x="2667" y="355"/>
                    </a:cubicBezTo>
                    <a:close/>
                    <a:moveTo>
                      <a:pt x="1959" y="1084"/>
                    </a:moveTo>
                    <a:cubicBezTo>
                      <a:pt x="1959" y="1084"/>
                      <a:pt x="1951" y="1087"/>
                      <a:pt x="1951" y="1093"/>
                    </a:cubicBezTo>
                    <a:cubicBezTo>
                      <a:pt x="1951" y="1099"/>
                      <a:pt x="1955" y="1101"/>
                      <a:pt x="1959" y="1099"/>
                    </a:cubicBezTo>
                    <a:cubicBezTo>
                      <a:pt x="1964" y="1098"/>
                      <a:pt x="1970" y="1080"/>
                      <a:pt x="1959" y="1084"/>
                    </a:cubicBezTo>
                    <a:close/>
                    <a:moveTo>
                      <a:pt x="16" y="634"/>
                    </a:moveTo>
                    <a:cubicBezTo>
                      <a:pt x="16" y="634"/>
                      <a:pt x="0" y="646"/>
                      <a:pt x="5" y="652"/>
                    </a:cubicBezTo>
                    <a:cubicBezTo>
                      <a:pt x="11" y="659"/>
                      <a:pt x="9" y="655"/>
                      <a:pt x="16" y="648"/>
                    </a:cubicBezTo>
                    <a:cubicBezTo>
                      <a:pt x="23" y="642"/>
                      <a:pt x="28" y="630"/>
                      <a:pt x="16" y="63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" name="Freeform 11"/>
              <p:cNvSpPr>
                <a:spLocks/>
              </p:cNvSpPr>
              <p:nvPr/>
            </p:nvSpPr>
            <p:spPr bwMode="auto">
              <a:xfrm>
                <a:off x="3049" y="11"/>
                <a:ext cx="14" cy="12"/>
              </a:xfrm>
              <a:custGeom>
                <a:avLst/>
                <a:gdLst>
                  <a:gd name="T0" fmla="*/ 5 w 20"/>
                  <a:gd name="T1" fmla="*/ 4 h 18"/>
                  <a:gd name="T2" fmla="*/ 3 w 20"/>
                  <a:gd name="T3" fmla="*/ 11 h 18"/>
                  <a:gd name="T4" fmla="*/ 13 w 20"/>
                  <a:gd name="T5" fmla="*/ 18 h 18"/>
                  <a:gd name="T6" fmla="*/ 17 w 20"/>
                  <a:gd name="T7" fmla="*/ 12 h 18"/>
                  <a:gd name="T8" fmla="*/ 5 w 20"/>
                  <a:gd name="T9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18">
                    <a:moveTo>
                      <a:pt x="5" y="4"/>
                    </a:moveTo>
                    <a:cubicBezTo>
                      <a:pt x="5" y="4"/>
                      <a:pt x="0" y="9"/>
                      <a:pt x="3" y="11"/>
                    </a:cubicBezTo>
                    <a:cubicBezTo>
                      <a:pt x="7" y="13"/>
                      <a:pt x="9" y="18"/>
                      <a:pt x="13" y="18"/>
                    </a:cubicBezTo>
                    <a:cubicBezTo>
                      <a:pt x="16" y="18"/>
                      <a:pt x="20" y="17"/>
                      <a:pt x="17" y="12"/>
                    </a:cubicBezTo>
                    <a:cubicBezTo>
                      <a:pt x="15" y="8"/>
                      <a:pt x="7" y="0"/>
                      <a:pt x="5" y="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" name="Freeform 12"/>
              <p:cNvSpPr>
                <a:spLocks/>
              </p:cNvSpPr>
              <p:nvPr/>
            </p:nvSpPr>
            <p:spPr bwMode="auto">
              <a:xfrm>
                <a:off x="3227" y="49"/>
                <a:ext cx="26" cy="23"/>
              </a:xfrm>
              <a:custGeom>
                <a:avLst/>
                <a:gdLst>
                  <a:gd name="T0" fmla="*/ 25 w 39"/>
                  <a:gd name="T1" fmla="*/ 13 h 35"/>
                  <a:gd name="T2" fmla="*/ 15 w 39"/>
                  <a:gd name="T3" fmla="*/ 20 h 35"/>
                  <a:gd name="T4" fmla="*/ 1 w 39"/>
                  <a:gd name="T5" fmla="*/ 28 h 35"/>
                  <a:gd name="T6" fmla="*/ 15 w 39"/>
                  <a:gd name="T7" fmla="*/ 35 h 35"/>
                  <a:gd name="T8" fmla="*/ 36 w 39"/>
                  <a:gd name="T9" fmla="*/ 24 h 35"/>
                  <a:gd name="T10" fmla="*/ 25 w 39"/>
                  <a:gd name="T11" fmla="*/ 1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35">
                    <a:moveTo>
                      <a:pt x="25" y="13"/>
                    </a:moveTo>
                    <a:cubicBezTo>
                      <a:pt x="25" y="13"/>
                      <a:pt x="25" y="20"/>
                      <a:pt x="15" y="20"/>
                    </a:cubicBezTo>
                    <a:cubicBezTo>
                      <a:pt x="5" y="20"/>
                      <a:pt x="0" y="25"/>
                      <a:pt x="1" y="28"/>
                    </a:cubicBezTo>
                    <a:cubicBezTo>
                      <a:pt x="1" y="32"/>
                      <a:pt x="9" y="35"/>
                      <a:pt x="15" y="35"/>
                    </a:cubicBezTo>
                    <a:cubicBezTo>
                      <a:pt x="22" y="35"/>
                      <a:pt x="33" y="31"/>
                      <a:pt x="36" y="24"/>
                    </a:cubicBezTo>
                    <a:cubicBezTo>
                      <a:pt x="39" y="17"/>
                      <a:pt x="27" y="0"/>
                      <a:pt x="25" y="1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" name="Freeform 13"/>
              <p:cNvSpPr>
                <a:spLocks/>
              </p:cNvSpPr>
              <p:nvPr/>
            </p:nvSpPr>
            <p:spPr bwMode="auto">
              <a:xfrm>
                <a:off x="3009" y="5"/>
                <a:ext cx="30" cy="19"/>
              </a:xfrm>
              <a:custGeom>
                <a:avLst/>
                <a:gdLst>
                  <a:gd name="T0" fmla="*/ 25 w 43"/>
                  <a:gd name="T1" fmla="*/ 6 h 28"/>
                  <a:gd name="T2" fmla="*/ 11 w 43"/>
                  <a:gd name="T3" fmla="*/ 2 h 28"/>
                  <a:gd name="T4" fmla="*/ 7 w 43"/>
                  <a:gd name="T5" fmla="*/ 11 h 28"/>
                  <a:gd name="T6" fmla="*/ 21 w 43"/>
                  <a:gd name="T7" fmla="*/ 22 h 28"/>
                  <a:gd name="T8" fmla="*/ 40 w 43"/>
                  <a:gd name="T9" fmla="*/ 25 h 28"/>
                  <a:gd name="T10" fmla="*/ 33 w 43"/>
                  <a:gd name="T11" fmla="*/ 13 h 28"/>
                  <a:gd name="T12" fmla="*/ 25 w 43"/>
                  <a:gd name="T13" fmla="*/ 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28">
                    <a:moveTo>
                      <a:pt x="25" y="6"/>
                    </a:moveTo>
                    <a:cubicBezTo>
                      <a:pt x="25" y="6"/>
                      <a:pt x="13" y="4"/>
                      <a:pt x="11" y="2"/>
                    </a:cubicBezTo>
                    <a:cubicBezTo>
                      <a:pt x="8" y="0"/>
                      <a:pt x="0" y="6"/>
                      <a:pt x="7" y="11"/>
                    </a:cubicBezTo>
                    <a:cubicBezTo>
                      <a:pt x="15" y="16"/>
                      <a:pt x="19" y="20"/>
                      <a:pt x="21" y="22"/>
                    </a:cubicBezTo>
                    <a:cubicBezTo>
                      <a:pt x="23" y="24"/>
                      <a:pt x="37" y="28"/>
                      <a:pt x="40" y="25"/>
                    </a:cubicBezTo>
                    <a:cubicBezTo>
                      <a:pt x="43" y="21"/>
                      <a:pt x="38" y="14"/>
                      <a:pt x="33" y="13"/>
                    </a:cubicBezTo>
                    <a:cubicBezTo>
                      <a:pt x="28" y="11"/>
                      <a:pt x="32" y="8"/>
                      <a:pt x="25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" name="Freeform 14"/>
              <p:cNvSpPr>
                <a:spLocks/>
              </p:cNvSpPr>
              <p:nvPr/>
            </p:nvSpPr>
            <p:spPr bwMode="auto">
              <a:xfrm>
                <a:off x="2834" y="16"/>
                <a:ext cx="587" cy="502"/>
              </a:xfrm>
              <a:custGeom>
                <a:avLst/>
                <a:gdLst>
                  <a:gd name="T0" fmla="*/ 774 w 867"/>
                  <a:gd name="T1" fmla="*/ 415 h 741"/>
                  <a:gd name="T2" fmla="*/ 781 w 867"/>
                  <a:gd name="T3" fmla="*/ 363 h 741"/>
                  <a:gd name="T4" fmla="*/ 819 w 867"/>
                  <a:gd name="T5" fmla="*/ 346 h 741"/>
                  <a:gd name="T6" fmla="*/ 812 w 867"/>
                  <a:gd name="T7" fmla="*/ 310 h 741"/>
                  <a:gd name="T8" fmla="*/ 853 w 867"/>
                  <a:gd name="T9" fmla="*/ 269 h 741"/>
                  <a:gd name="T10" fmla="*/ 855 w 867"/>
                  <a:gd name="T11" fmla="*/ 231 h 741"/>
                  <a:gd name="T12" fmla="*/ 799 w 867"/>
                  <a:gd name="T13" fmla="*/ 231 h 741"/>
                  <a:gd name="T14" fmla="*/ 781 w 867"/>
                  <a:gd name="T15" fmla="*/ 218 h 741"/>
                  <a:gd name="T16" fmla="*/ 802 w 867"/>
                  <a:gd name="T17" fmla="*/ 175 h 741"/>
                  <a:gd name="T18" fmla="*/ 738 w 867"/>
                  <a:gd name="T19" fmla="*/ 148 h 741"/>
                  <a:gd name="T20" fmla="*/ 692 w 867"/>
                  <a:gd name="T21" fmla="*/ 127 h 741"/>
                  <a:gd name="T22" fmla="*/ 693 w 867"/>
                  <a:gd name="T23" fmla="*/ 103 h 741"/>
                  <a:gd name="T24" fmla="*/ 677 w 867"/>
                  <a:gd name="T25" fmla="*/ 89 h 741"/>
                  <a:gd name="T26" fmla="*/ 579 w 867"/>
                  <a:gd name="T27" fmla="*/ 109 h 741"/>
                  <a:gd name="T28" fmla="*/ 465 w 867"/>
                  <a:gd name="T29" fmla="*/ 105 h 741"/>
                  <a:gd name="T30" fmla="*/ 368 w 867"/>
                  <a:gd name="T31" fmla="*/ 107 h 741"/>
                  <a:gd name="T32" fmla="*/ 276 w 867"/>
                  <a:gd name="T33" fmla="*/ 44 h 741"/>
                  <a:gd name="T34" fmla="*/ 213 w 867"/>
                  <a:gd name="T35" fmla="*/ 0 h 741"/>
                  <a:gd name="T36" fmla="*/ 194 w 867"/>
                  <a:gd name="T37" fmla="*/ 54 h 741"/>
                  <a:gd name="T38" fmla="*/ 126 w 867"/>
                  <a:gd name="T39" fmla="*/ 112 h 741"/>
                  <a:gd name="T40" fmla="*/ 136 w 867"/>
                  <a:gd name="T41" fmla="*/ 195 h 741"/>
                  <a:gd name="T42" fmla="*/ 88 w 867"/>
                  <a:gd name="T43" fmla="*/ 158 h 741"/>
                  <a:gd name="T44" fmla="*/ 111 w 867"/>
                  <a:gd name="T45" fmla="*/ 73 h 741"/>
                  <a:gd name="T46" fmla="*/ 128 w 867"/>
                  <a:gd name="T47" fmla="*/ 23 h 741"/>
                  <a:gd name="T48" fmla="*/ 90 w 867"/>
                  <a:gd name="T49" fmla="*/ 37 h 741"/>
                  <a:gd name="T50" fmla="*/ 36 w 867"/>
                  <a:gd name="T51" fmla="*/ 103 h 741"/>
                  <a:gd name="T52" fmla="*/ 24 w 867"/>
                  <a:gd name="T53" fmla="*/ 160 h 741"/>
                  <a:gd name="T54" fmla="*/ 16 w 867"/>
                  <a:gd name="T55" fmla="*/ 195 h 741"/>
                  <a:gd name="T56" fmla="*/ 41 w 867"/>
                  <a:gd name="T57" fmla="*/ 216 h 741"/>
                  <a:gd name="T58" fmla="*/ 68 w 867"/>
                  <a:gd name="T59" fmla="*/ 259 h 741"/>
                  <a:gd name="T60" fmla="*/ 68 w 867"/>
                  <a:gd name="T61" fmla="*/ 312 h 741"/>
                  <a:gd name="T62" fmla="*/ 114 w 867"/>
                  <a:gd name="T63" fmla="*/ 338 h 741"/>
                  <a:gd name="T64" fmla="*/ 180 w 867"/>
                  <a:gd name="T65" fmla="*/ 331 h 741"/>
                  <a:gd name="T66" fmla="*/ 224 w 867"/>
                  <a:gd name="T67" fmla="*/ 354 h 741"/>
                  <a:gd name="T68" fmla="*/ 270 w 867"/>
                  <a:gd name="T69" fmla="*/ 392 h 741"/>
                  <a:gd name="T70" fmla="*/ 342 w 867"/>
                  <a:gd name="T71" fmla="*/ 384 h 741"/>
                  <a:gd name="T72" fmla="*/ 380 w 867"/>
                  <a:gd name="T73" fmla="*/ 392 h 741"/>
                  <a:gd name="T74" fmla="*/ 364 w 867"/>
                  <a:gd name="T75" fmla="*/ 436 h 741"/>
                  <a:gd name="T76" fmla="*/ 354 w 867"/>
                  <a:gd name="T77" fmla="*/ 484 h 741"/>
                  <a:gd name="T78" fmla="*/ 375 w 867"/>
                  <a:gd name="T79" fmla="*/ 548 h 741"/>
                  <a:gd name="T80" fmla="*/ 368 w 867"/>
                  <a:gd name="T81" fmla="*/ 605 h 741"/>
                  <a:gd name="T82" fmla="*/ 388 w 867"/>
                  <a:gd name="T83" fmla="*/ 651 h 741"/>
                  <a:gd name="T84" fmla="*/ 409 w 867"/>
                  <a:gd name="T85" fmla="*/ 710 h 741"/>
                  <a:gd name="T86" fmla="*/ 452 w 867"/>
                  <a:gd name="T87" fmla="*/ 736 h 741"/>
                  <a:gd name="T88" fmla="*/ 495 w 867"/>
                  <a:gd name="T89" fmla="*/ 722 h 741"/>
                  <a:gd name="T90" fmla="*/ 534 w 867"/>
                  <a:gd name="T91" fmla="*/ 713 h 741"/>
                  <a:gd name="T92" fmla="*/ 589 w 867"/>
                  <a:gd name="T93" fmla="*/ 686 h 741"/>
                  <a:gd name="T94" fmla="*/ 634 w 867"/>
                  <a:gd name="T95" fmla="*/ 646 h 741"/>
                  <a:gd name="T96" fmla="*/ 600 w 867"/>
                  <a:gd name="T97" fmla="*/ 618 h 741"/>
                  <a:gd name="T98" fmla="*/ 581 w 867"/>
                  <a:gd name="T99" fmla="*/ 554 h 741"/>
                  <a:gd name="T100" fmla="*/ 572 w 867"/>
                  <a:gd name="T101" fmla="*/ 517 h 741"/>
                  <a:gd name="T102" fmla="*/ 624 w 867"/>
                  <a:gd name="T103" fmla="*/ 534 h 741"/>
                  <a:gd name="T104" fmla="*/ 664 w 867"/>
                  <a:gd name="T105" fmla="*/ 553 h 741"/>
                  <a:gd name="T106" fmla="*/ 692 w 867"/>
                  <a:gd name="T107" fmla="*/ 525 h 741"/>
                  <a:gd name="T108" fmla="*/ 746 w 867"/>
                  <a:gd name="T109" fmla="*/ 509 h 741"/>
                  <a:gd name="T110" fmla="*/ 795 w 867"/>
                  <a:gd name="T111" fmla="*/ 489 h 741"/>
                  <a:gd name="T112" fmla="*/ 813 w 867"/>
                  <a:gd name="T113" fmla="*/ 459 h 7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67" h="741">
                    <a:moveTo>
                      <a:pt x="799" y="438"/>
                    </a:moveTo>
                    <a:cubicBezTo>
                      <a:pt x="795" y="428"/>
                      <a:pt x="788" y="430"/>
                      <a:pt x="774" y="415"/>
                    </a:cubicBezTo>
                    <a:cubicBezTo>
                      <a:pt x="760" y="400"/>
                      <a:pt x="771" y="395"/>
                      <a:pt x="779" y="385"/>
                    </a:cubicBezTo>
                    <a:cubicBezTo>
                      <a:pt x="787" y="375"/>
                      <a:pt x="781" y="370"/>
                      <a:pt x="781" y="363"/>
                    </a:cubicBezTo>
                    <a:cubicBezTo>
                      <a:pt x="781" y="356"/>
                      <a:pt x="789" y="355"/>
                      <a:pt x="801" y="353"/>
                    </a:cubicBezTo>
                    <a:cubicBezTo>
                      <a:pt x="813" y="351"/>
                      <a:pt x="806" y="345"/>
                      <a:pt x="819" y="346"/>
                    </a:cubicBezTo>
                    <a:cubicBezTo>
                      <a:pt x="832" y="347"/>
                      <a:pt x="829" y="341"/>
                      <a:pt x="832" y="331"/>
                    </a:cubicBezTo>
                    <a:cubicBezTo>
                      <a:pt x="835" y="321"/>
                      <a:pt x="825" y="320"/>
                      <a:pt x="812" y="310"/>
                    </a:cubicBezTo>
                    <a:cubicBezTo>
                      <a:pt x="799" y="300"/>
                      <a:pt x="822" y="289"/>
                      <a:pt x="829" y="283"/>
                    </a:cubicBezTo>
                    <a:cubicBezTo>
                      <a:pt x="836" y="277"/>
                      <a:pt x="839" y="272"/>
                      <a:pt x="853" y="269"/>
                    </a:cubicBezTo>
                    <a:cubicBezTo>
                      <a:pt x="867" y="266"/>
                      <a:pt x="858" y="257"/>
                      <a:pt x="857" y="250"/>
                    </a:cubicBezTo>
                    <a:cubicBezTo>
                      <a:pt x="857" y="247"/>
                      <a:pt x="856" y="238"/>
                      <a:pt x="855" y="231"/>
                    </a:cubicBezTo>
                    <a:cubicBezTo>
                      <a:pt x="854" y="231"/>
                      <a:pt x="853" y="231"/>
                      <a:pt x="852" y="231"/>
                    </a:cubicBezTo>
                    <a:cubicBezTo>
                      <a:pt x="832" y="228"/>
                      <a:pt x="814" y="221"/>
                      <a:pt x="799" y="231"/>
                    </a:cubicBezTo>
                    <a:cubicBezTo>
                      <a:pt x="785" y="241"/>
                      <a:pt x="776" y="248"/>
                      <a:pt x="768" y="238"/>
                    </a:cubicBezTo>
                    <a:cubicBezTo>
                      <a:pt x="759" y="228"/>
                      <a:pt x="781" y="229"/>
                      <a:pt x="781" y="218"/>
                    </a:cubicBezTo>
                    <a:cubicBezTo>
                      <a:pt x="781" y="206"/>
                      <a:pt x="791" y="208"/>
                      <a:pt x="792" y="196"/>
                    </a:cubicBezTo>
                    <a:cubicBezTo>
                      <a:pt x="794" y="185"/>
                      <a:pt x="808" y="186"/>
                      <a:pt x="802" y="175"/>
                    </a:cubicBezTo>
                    <a:cubicBezTo>
                      <a:pt x="796" y="163"/>
                      <a:pt x="785" y="158"/>
                      <a:pt x="774" y="158"/>
                    </a:cubicBezTo>
                    <a:cubicBezTo>
                      <a:pt x="762" y="158"/>
                      <a:pt x="761" y="153"/>
                      <a:pt x="738" y="148"/>
                    </a:cubicBezTo>
                    <a:cubicBezTo>
                      <a:pt x="715" y="142"/>
                      <a:pt x="702" y="159"/>
                      <a:pt x="698" y="146"/>
                    </a:cubicBezTo>
                    <a:cubicBezTo>
                      <a:pt x="693" y="133"/>
                      <a:pt x="702" y="130"/>
                      <a:pt x="692" y="127"/>
                    </a:cubicBezTo>
                    <a:cubicBezTo>
                      <a:pt x="682" y="125"/>
                      <a:pt x="670" y="129"/>
                      <a:pt x="672" y="115"/>
                    </a:cubicBezTo>
                    <a:cubicBezTo>
                      <a:pt x="673" y="100"/>
                      <a:pt x="676" y="103"/>
                      <a:pt x="693" y="103"/>
                    </a:cubicBezTo>
                    <a:cubicBezTo>
                      <a:pt x="710" y="103"/>
                      <a:pt x="723" y="99"/>
                      <a:pt x="723" y="90"/>
                    </a:cubicBezTo>
                    <a:cubicBezTo>
                      <a:pt x="723" y="82"/>
                      <a:pt x="702" y="86"/>
                      <a:pt x="677" y="89"/>
                    </a:cubicBezTo>
                    <a:cubicBezTo>
                      <a:pt x="653" y="92"/>
                      <a:pt x="645" y="96"/>
                      <a:pt x="627" y="96"/>
                    </a:cubicBezTo>
                    <a:cubicBezTo>
                      <a:pt x="610" y="96"/>
                      <a:pt x="593" y="93"/>
                      <a:pt x="579" y="109"/>
                    </a:cubicBezTo>
                    <a:cubicBezTo>
                      <a:pt x="564" y="125"/>
                      <a:pt x="527" y="133"/>
                      <a:pt x="505" y="126"/>
                    </a:cubicBezTo>
                    <a:cubicBezTo>
                      <a:pt x="484" y="119"/>
                      <a:pt x="477" y="117"/>
                      <a:pt x="465" y="105"/>
                    </a:cubicBezTo>
                    <a:cubicBezTo>
                      <a:pt x="454" y="92"/>
                      <a:pt x="422" y="93"/>
                      <a:pt x="408" y="94"/>
                    </a:cubicBezTo>
                    <a:cubicBezTo>
                      <a:pt x="394" y="96"/>
                      <a:pt x="401" y="115"/>
                      <a:pt x="368" y="107"/>
                    </a:cubicBezTo>
                    <a:cubicBezTo>
                      <a:pt x="335" y="100"/>
                      <a:pt x="342" y="105"/>
                      <a:pt x="326" y="80"/>
                    </a:cubicBezTo>
                    <a:cubicBezTo>
                      <a:pt x="311" y="56"/>
                      <a:pt x="301" y="47"/>
                      <a:pt x="276" y="44"/>
                    </a:cubicBezTo>
                    <a:cubicBezTo>
                      <a:pt x="252" y="41"/>
                      <a:pt x="237" y="50"/>
                      <a:pt x="232" y="29"/>
                    </a:cubicBezTo>
                    <a:cubicBezTo>
                      <a:pt x="226" y="7"/>
                      <a:pt x="223" y="0"/>
                      <a:pt x="213" y="0"/>
                    </a:cubicBezTo>
                    <a:cubicBezTo>
                      <a:pt x="203" y="0"/>
                      <a:pt x="194" y="10"/>
                      <a:pt x="200" y="21"/>
                    </a:cubicBezTo>
                    <a:cubicBezTo>
                      <a:pt x="206" y="33"/>
                      <a:pt x="219" y="53"/>
                      <a:pt x="194" y="54"/>
                    </a:cubicBezTo>
                    <a:cubicBezTo>
                      <a:pt x="170" y="56"/>
                      <a:pt x="146" y="72"/>
                      <a:pt x="139" y="74"/>
                    </a:cubicBezTo>
                    <a:cubicBezTo>
                      <a:pt x="131" y="77"/>
                      <a:pt x="118" y="99"/>
                      <a:pt x="126" y="112"/>
                    </a:cubicBezTo>
                    <a:cubicBezTo>
                      <a:pt x="133" y="125"/>
                      <a:pt x="153" y="143"/>
                      <a:pt x="153" y="160"/>
                    </a:cubicBezTo>
                    <a:cubicBezTo>
                      <a:pt x="153" y="178"/>
                      <a:pt x="150" y="192"/>
                      <a:pt x="136" y="195"/>
                    </a:cubicBezTo>
                    <a:cubicBezTo>
                      <a:pt x="121" y="198"/>
                      <a:pt x="111" y="196"/>
                      <a:pt x="108" y="188"/>
                    </a:cubicBezTo>
                    <a:cubicBezTo>
                      <a:pt x="106" y="179"/>
                      <a:pt x="88" y="178"/>
                      <a:pt x="88" y="158"/>
                    </a:cubicBezTo>
                    <a:cubicBezTo>
                      <a:pt x="88" y="137"/>
                      <a:pt x="110" y="129"/>
                      <a:pt x="110" y="112"/>
                    </a:cubicBezTo>
                    <a:cubicBezTo>
                      <a:pt x="110" y="94"/>
                      <a:pt x="123" y="89"/>
                      <a:pt x="111" y="73"/>
                    </a:cubicBezTo>
                    <a:cubicBezTo>
                      <a:pt x="100" y="57"/>
                      <a:pt x="90" y="36"/>
                      <a:pt x="111" y="29"/>
                    </a:cubicBezTo>
                    <a:cubicBezTo>
                      <a:pt x="118" y="26"/>
                      <a:pt x="123" y="25"/>
                      <a:pt x="128" y="23"/>
                    </a:cubicBezTo>
                    <a:cubicBezTo>
                      <a:pt x="123" y="22"/>
                      <a:pt x="115" y="21"/>
                      <a:pt x="110" y="22"/>
                    </a:cubicBezTo>
                    <a:cubicBezTo>
                      <a:pt x="100" y="24"/>
                      <a:pt x="94" y="29"/>
                      <a:pt x="90" y="37"/>
                    </a:cubicBezTo>
                    <a:cubicBezTo>
                      <a:pt x="86" y="45"/>
                      <a:pt x="70" y="64"/>
                      <a:pt x="63" y="71"/>
                    </a:cubicBezTo>
                    <a:cubicBezTo>
                      <a:pt x="55" y="79"/>
                      <a:pt x="38" y="95"/>
                      <a:pt x="36" y="103"/>
                    </a:cubicBezTo>
                    <a:cubicBezTo>
                      <a:pt x="33" y="111"/>
                      <a:pt x="29" y="112"/>
                      <a:pt x="29" y="125"/>
                    </a:cubicBezTo>
                    <a:cubicBezTo>
                      <a:pt x="29" y="138"/>
                      <a:pt x="33" y="148"/>
                      <a:pt x="24" y="160"/>
                    </a:cubicBezTo>
                    <a:cubicBezTo>
                      <a:pt x="14" y="171"/>
                      <a:pt x="9" y="179"/>
                      <a:pt x="4" y="188"/>
                    </a:cubicBezTo>
                    <a:cubicBezTo>
                      <a:pt x="0" y="196"/>
                      <a:pt x="6" y="195"/>
                      <a:pt x="16" y="195"/>
                    </a:cubicBezTo>
                    <a:cubicBezTo>
                      <a:pt x="25" y="195"/>
                      <a:pt x="48" y="190"/>
                      <a:pt x="49" y="198"/>
                    </a:cubicBezTo>
                    <a:cubicBezTo>
                      <a:pt x="50" y="207"/>
                      <a:pt x="40" y="207"/>
                      <a:pt x="41" y="216"/>
                    </a:cubicBezTo>
                    <a:cubicBezTo>
                      <a:pt x="42" y="224"/>
                      <a:pt x="44" y="228"/>
                      <a:pt x="52" y="232"/>
                    </a:cubicBezTo>
                    <a:cubicBezTo>
                      <a:pt x="60" y="237"/>
                      <a:pt x="70" y="248"/>
                      <a:pt x="68" y="259"/>
                    </a:cubicBezTo>
                    <a:cubicBezTo>
                      <a:pt x="65" y="270"/>
                      <a:pt x="58" y="267"/>
                      <a:pt x="58" y="282"/>
                    </a:cubicBezTo>
                    <a:cubicBezTo>
                      <a:pt x="59" y="298"/>
                      <a:pt x="58" y="306"/>
                      <a:pt x="68" y="312"/>
                    </a:cubicBezTo>
                    <a:cubicBezTo>
                      <a:pt x="79" y="318"/>
                      <a:pt x="84" y="328"/>
                      <a:pt x="87" y="333"/>
                    </a:cubicBezTo>
                    <a:cubicBezTo>
                      <a:pt x="90" y="338"/>
                      <a:pt x="98" y="338"/>
                      <a:pt x="114" y="338"/>
                    </a:cubicBezTo>
                    <a:cubicBezTo>
                      <a:pt x="129" y="338"/>
                      <a:pt x="153" y="344"/>
                      <a:pt x="156" y="337"/>
                    </a:cubicBezTo>
                    <a:cubicBezTo>
                      <a:pt x="160" y="330"/>
                      <a:pt x="172" y="324"/>
                      <a:pt x="180" y="331"/>
                    </a:cubicBezTo>
                    <a:cubicBezTo>
                      <a:pt x="189" y="338"/>
                      <a:pt x="190" y="338"/>
                      <a:pt x="200" y="339"/>
                    </a:cubicBezTo>
                    <a:cubicBezTo>
                      <a:pt x="209" y="340"/>
                      <a:pt x="216" y="340"/>
                      <a:pt x="224" y="354"/>
                    </a:cubicBezTo>
                    <a:cubicBezTo>
                      <a:pt x="233" y="367"/>
                      <a:pt x="246" y="384"/>
                      <a:pt x="254" y="390"/>
                    </a:cubicBezTo>
                    <a:cubicBezTo>
                      <a:pt x="261" y="397"/>
                      <a:pt x="267" y="398"/>
                      <a:pt x="270" y="392"/>
                    </a:cubicBezTo>
                    <a:cubicBezTo>
                      <a:pt x="274" y="386"/>
                      <a:pt x="286" y="385"/>
                      <a:pt x="294" y="389"/>
                    </a:cubicBezTo>
                    <a:cubicBezTo>
                      <a:pt x="303" y="393"/>
                      <a:pt x="334" y="390"/>
                      <a:pt x="342" y="384"/>
                    </a:cubicBezTo>
                    <a:cubicBezTo>
                      <a:pt x="350" y="378"/>
                      <a:pt x="352" y="378"/>
                      <a:pt x="362" y="378"/>
                    </a:cubicBezTo>
                    <a:cubicBezTo>
                      <a:pt x="371" y="379"/>
                      <a:pt x="380" y="384"/>
                      <a:pt x="380" y="392"/>
                    </a:cubicBezTo>
                    <a:cubicBezTo>
                      <a:pt x="380" y="400"/>
                      <a:pt x="374" y="407"/>
                      <a:pt x="372" y="414"/>
                    </a:cubicBezTo>
                    <a:cubicBezTo>
                      <a:pt x="370" y="420"/>
                      <a:pt x="374" y="431"/>
                      <a:pt x="364" y="436"/>
                    </a:cubicBezTo>
                    <a:cubicBezTo>
                      <a:pt x="354" y="442"/>
                      <a:pt x="354" y="444"/>
                      <a:pt x="356" y="456"/>
                    </a:cubicBezTo>
                    <a:cubicBezTo>
                      <a:pt x="358" y="467"/>
                      <a:pt x="355" y="473"/>
                      <a:pt x="354" y="484"/>
                    </a:cubicBezTo>
                    <a:cubicBezTo>
                      <a:pt x="354" y="496"/>
                      <a:pt x="351" y="514"/>
                      <a:pt x="362" y="526"/>
                    </a:cubicBezTo>
                    <a:cubicBezTo>
                      <a:pt x="372" y="537"/>
                      <a:pt x="364" y="544"/>
                      <a:pt x="375" y="548"/>
                    </a:cubicBezTo>
                    <a:cubicBezTo>
                      <a:pt x="386" y="552"/>
                      <a:pt x="397" y="560"/>
                      <a:pt x="384" y="573"/>
                    </a:cubicBezTo>
                    <a:cubicBezTo>
                      <a:pt x="370" y="586"/>
                      <a:pt x="351" y="595"/>
                      <a:pt x="368" y="605"/>
                    </a:cubicBezTo>
                    <a:cubicBezTo>
                      <a:pt x="384" y="615"/>
                      <a:pt x="388" y="614"/>
                      <a:pt x="391" y="630"/>
                    </a:cubicBezTo>
                    <a:cubicBezTo>
                      <a:pt x="393" y="642"/>
                      <a:pt x="395" y="647"/>
                      <a:pt x="388" y="651"/>
                    </a:cubicBezTo>
                    <a:cubicBezTo>
                      <a:pt x="395" y="655"/>
                      <a:pt x="402" y="660"/>
                      <a:pt x="403" y="665"/>
                    </a:cubicBezTo>
                    <a:cubicBezTo>
                      <a:pt x="405" y="675"/>
                      <a:pt x="397" y="708"/>
                      <a:pt x="409" y="710"/>
                    </a:cubicBezTo>
                    <a:cubicBezTo>
                      <a:pt x="421" y="712"/>
                      <a:pt x="427" y="714"/>
                      <a:pt x="434" y="723"/>
                    </a:cubicBezTo>
                    <a:cubicBezTo>
                      <a:pt x="441" y="732"/>
                      <a:pt x="438" y="734"/>
                      <a:pt x="452" y="736"/>
                    </a:cubicBezTo>
                    <a:cubicBezTo>
                      <a:pt x="466" y="738"/>
                      <a:pt x="477" y="741"/>
                      <a:pt x="480" y="732"/>
                    </a:cubicBezTo>
                    <a:cubicBezTo>
                      <a:pt x="483" y="723"/>
                      <a:pt x="486" y="716"/>
                      <a:pt x="495" y="722"/>
                    </a:cubicBezTo>
                    <a:cubicBezTo>
                      <a:pt x="504" y="728"/>
                      <a:pt x="504" y="736"/>
                      <a:pt x="515" y="731"/>
                    </a:cubicBezTo>
                    <a:cubicBezTo>
                      <a:pt x="526" y="726"/>
                      <a:pt x="520" y="714"/>
                      <a:pt x="534" y="713"/>
                    </a:cubicBezTo>
                    <a:cubicBezTo>
                      <a:pt x="548" y="712"/>
                      <a:pt x="543" y="699"/>
                      <a:pt x="559" y="699"/>
                    </a:cubicBezTo>
                    <a:cubicBezTo>
                      <a:pt x="575" y="699"/>
                      <a:pt x="587" y="701"/>
                      <a:pt x="589" y="686"/>
                    </a:cubicBezTo>
                    <a:cubicBezTo>
                      <a:pt x="591" y="671"/>
                      <a:pt x="591" y="664"/>
                      <a:pt x="606" y="659"/>
                    </a:cubicBezTo>
                    <a:cubicBezTo>
                      <a:pt x="621" y="654"/>
                      <a:pt x="632" y="655"/>
                      <a:pt x="634" y="646"/>
                    </a:cubicBezTo>
                    <a:cubicBezTo>
                      <a:pt x="636" y="637"/>
                      <a:pt x="642" y="631"/>
                      <a:pt x="624" y="629"/>
                    </a:cubicBezTo>
                    <a:cubicBezTo>
                      <a:pt x="606" y="627"/>
                      <a:pt x="600" y="630"/>
                      <a:pt x="600" y="618"/>
                    </a:cubicBezTo>
                    <a:cubicBezTo>
                      <a:pt x="600" y="606"/>
                      <a:pt x="593" y="599"/>
                      <a:pt x="587" y="596"/>
                    </a:cubicBezTo>
                    <a:cubicBezTo>
                      <a:pt x="581" y="593"/>
                      <a:pt x="593" y="567"/>
                      <a:pt x="581" y="554"/>
                    </a:cubicBezTo>
                    <a:cubicBezTo>
                      <a:pt x="569" y="541"/>
                      <a:pt x="558" y="535"/>
                      <a:pt x="558" y="526"/>
                    </a:cubicBezTo>
                    <a:cubicBezTo>
                      <a:pt x="558" y="517"/>
                      <a:pt x="558" y="515"/>
                      <a:pt x="572" y="517"/>
                    </a:cubicBezTo>
                    <a:cubicBezTo>
                      <a:pt x="586" y="519"/>
                      <a:pt x="600" y="516"/>
                      <a:pt x="603" y="526"/>
                    </a:cubicBezTo>
                    <a:cubicBezTo>
                      <a:pt x="606" y="536"/>
                      <a:pt x="612" y="529"/>
                      <a:pt x="624" y="534"/>
                    </a:cubicBezTo>
                    <a:cubicBezTo>
                      <a:pt x="636" y="539"/>
                      <a:pt x="646" y="529"/>
                      <a:pt x="652" y="538"/>
                    </a:cubicBezTo>
                    <a:cubicBezTo>
                      <a:pt x="658" y="547"/>
                      <a:pt x="657" y="552"/>
                      <a:pt x="664" y="553"/>
                    </a:cubicBezTo>
                    <a:cubicBezTo>
                      <a:pt x="671" y="554"/>
                      <a:pt x="682" y="560"/>
                      <a:pt x="681" y="547"/>
                    </a:cubicBezTo>
                    <a:cubicBezTo>
                      <a:pt x="680" y="534"/>
                      <a:pt x="683" y="525"/>
                      <a:pt x="692" y="525"/>
                    </a:cubicBezTo>
                    <a:cubicBezTo>
                      <a:pt x="701" y="525"/>
                      <a:pt x="697" y="518"/>
                      <a:pt x="713" y="519"/>
                    </a:cubicBezTo>
                    <a:cubicBezTo>
                      <a:pt x="729" y="520"/>
                      <a:pt x="730" y="509"/>
                      <a:pt x="746" y="509"/>
                    </a:cubicBezTo>
                    <a:cubicBezTo>
                      <a:pt x="762" y="509"/>
                      <a:pt x="762" y="506"/>
                      <a:pt x="775" y="500"/>
                    </a:cubicBezTo>
                    <a:cubicBezTo>
                      <a:pt x="788" y="494"/>
                      <a:pt x="791" y="499"/>
                      <a:pt x="795" y="489"/>
                    </a:cubicBezTo>
                    <a:cubicBezTo>
                      <a:pt x="799" y="479"/>
                      <a:pt x="811" y="482"/>
                      <a:pt x="813" y="470"/>
                    </a:cubicBezTo>
                    <a:cubicBezTo>
                      <a:pt x="814" y="466"/>
                      <a:pt x="813" y="462"/>
                      <a:pt x="813" y="459"/>
                    </a:cubicBezTo>
                    <a:cubicBezTo>
                      <a:pt x="804" y="455"/>
                      <a:pt x="802" y="447"/>
                      <a:pt x="799" y="43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8" name="Freeform 15"/>
              <p:cNvSpPr>
                <a:spLocks/>
              </p:cNvSpPr>
              <p:nvPr/>
            </p:nvSpPr>
            <p:spPr bwMode="auto">
              <a:xfrm>
                <a:off x="3349" y="172"/>
                <a:ext cx="222" cy="329"/>
              </a:xfrm>
              <a:custGeom>
                <a:avLst/>
                <a:gdLst>
                  <a:gd name="T0" fmla="*/ 296 w 327"/>
                  <a:gd name="T1" fmla="*/ 406 h 485"/>
                  <a:gd name="T2" fmla="*/ 282 w 327"/>
                  <a:gd name="T3" fmla="*/ 383 h 485"/>
                  <a:gd name="T4" fmla="*/ 272 w 327"/>
                  <a:gd name="T5" fmla="*/ 353 h 485"/>
                  <a:gd name="T6" fmla="*/ 255 w 327"/>
                  <a:gd name="T7" fmla="*/ 322 h 485"/>
                  <a:gd name="T8" fmla="*/ 230 w 327"/>
                  <a:gd name="T9" fmla="*/ 302 h 485"/>
                  <a:gd name="T10" fmla="*/ 230 w 327"/>
                  <a:gd name="T11" fmla="*/ 248 h 485"/>
                  <a:gd name="T12" fmla="*/ 268 w 327"/>
                  <a:gd name="T13" fmla="*/ 232 h 485"/>
                  <a:gd name="T14" fmla="*/ 272 w 327"/>
                  <a:gd name="T15" fmla="*/ 200 h 485"/>
                  <a:gd name="T16" fmla="*/ 284 w 327"/>
                  <a:gd name="T17" fmla="*/ 176 h 485"/>
                  <a:gd name="T18" fmla="*/ 288 w 327"/>
                  <a:gd name="T19" fmla="*/ 164 h 485"/>
                  <a:gd name="T20" fmla="*/ 241 w 327"/>
                  <a:gd name="T21" fmla="*/ 132 h 485"/>
                  <a:gd name="T22" fmla="*/ 208 w 327"/>
                  <a:gd name="T23" fmla="*/ 106 h 485"/>
                  <a:gd name="T24" fmla="*/ 196 w 327"/>
                  <a:gd name="T25" fmla="*/ 73 h 485"/>
                  <a:gd name="T26" fmla="*/ 138 w 327"/>
                  <a:gd name="T27" fmla="*/ 24 h 485"/>
                  <a:gd name="T28" fmla="*/ 95 w 327"/>
                  <a:gd name="T29" fmla="*/ 0 h 485"/>
                  <a:gd name="T30" fmla="*/ 97 w 327"/>
                  <a:gd name="T31" fmla="*/ 19 h 485"/>
                  <a:gd name="T32" fmla="*/ 93 w 327"/>
                  <a:gd name="T33" fmla="*/ 38 h 485"/>
                  <a:gd name="T34" fmla="*/ 69 w 327"/>
                  <a:gd name="T35" fmla="*/ 52 h 485"/>
                  <a:gd name="T36" fmla="*/ 52 w 327"/>
                  <a:gd name="T37" fmla="*/ 79 h 485"/>
                  <a:gd name="T38" fmla="*/ 72 w 327"/>
                  <a:gd name="T39" fmla="*/ 100 h 485"/>
                  <a:gd name="T40" fmla="*/ 59 w 327"/>
                  <a:gd name="T41" fmla="*/ 115 h 485"/>
                  <a:gd name="T42" fmla="*/ 41 w 327"/>
                  <a:gd name="T43" fmla="*/ 122 h 485"/>
                  <a:gd name="T44" fmla="*/ 21 w 327"/>
                  <a:gd name="T45" fmla="*/ 132 h 485"/>
                  <a:gd name="T46" fmla="*/ 19 w 327"/>
                  <a:gd name="T47" fmla="*/ 154 h 485"/>
                  <a:gd name="T48" fmla="*/ 14 w 327"/>
                  <a:gd name="T49" fmla="*/ 184 h 485"/>
                  <a:gd name="T50" fmla="*/ 39 w 327"/>
                  <a:gd name="T51" fmla="*/ 207 h 485"/>
                  <a:gd name="T52" fmla="*/ 53 w 327"/>
                  <a:gd name="T53" fmla="*/ 228 h 485"/>
                  <a:gd name="T54" fmla="*/ 71 w 327"/>
                  <a:gd name="T55" fmla="*/ 219 h 485"/>
                  <a:gd name="T56" fmla="*/ 95 w 327"/>
                  <a:gd name="T57" fmla="*/ 243 h 485"/>
                  <a:gd name="T58" fmla="*/ 94 w 327"/>
                  <a:gd name="T59" fmla="*/ 267 h 485"/>
                  <a:gd name="T60" fmla="*/ 111 w 327"/>
                  <a:gd name="T61" fmla="*/ 283 h 485"/>
                  <a:gd name="T62" fmla="*/ 120 w 327"/>
                  <a:gd name="T63" fmla="*/ 309 h 485"/>
                  <a:gd name="T64" fmla="*/ 106 w 327"/>
                  <a:gd name="T65" fmla="*/ 332 h 485"/>
                  <a:gd name="T66" fmla="*/ 100 w 327"/>
                  <a:gd name="T67" fmla="*/ 360 h 485"/>
                  <a:gd name="T68" fmla="*/ 99 w 327"/>
                  <a:gd name="T69" fmla="*/ 395 h 485"/>
                  <a:gd name="T70" fmla="*/ 107 w 327"/>
                  <a:gd name="T71" fmla="*/ 417 h 485"/>
                  <a:gd name="T72" fmla="*/ 127 w 327"/>
                  <a:gd name="T73" fmla="*/ 446 h 485"/>
                  <a:gd name="T74" fmla="*/ 157 w 327"/>
                  <a:gd name="T75" fmla="*/ 474 h 485"/>
                  <a:gd name="T76" fmla="*/ 186 w 327"/>
                  <a:gd name="T77" fmla="*/ 471 h 485"/>
                  <a:gd name="T78" fmla="*/ 209 w 327"/>
                  <a:gd name="T79" fmla="*/ 453 h 485"/>
                  <a:gd name="T80" fmla="*/ 229 w 327"/>
                  <a:gd name="T81" fmla="*/ 449 h 485"/>
                  <a:gd name="T82" fmla="*/ 261 w 327"/>
                  <a:gd name="T83" fmla="*/ 434 h 485"/>
                  <a:gd name="T84" fmla="*/ 292 w 327"/>
                  <a:gd name="T85" fmla="*/ 431 h 485"/>
                  <a:gd name="T86" fmla="*/ 327 w 327"/>
                  <a:gd name="T87" fmla="*/ 433 h 485"/>
                  <a:gd name="T88" fmla="*/ 319 w 327"/>
                  <a:gd name="T89" fmla="*/ 420 h 485"/>
                  <a:gd name="T90" fmla="*/ 296 w 327"/>
                  <a:gd name="T91" fmla="*/ 406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27" h="485">
                    <a:moveTo>
                      <a:pt x="296" y="406"/>
                    </a:moveTo>
                    <a:cubicBezTo>
                      <a:pt x="293" y="394"/>
                      <a:pt x="289" y="392"/>
                      <a:pt x="282" y="383"/>
                    </a:cubicBezTo>
                    <a:cubicBezTo>
                      <a:pt x="275" y="374"/>
                      <a:pt x="272" y="368"/>
                      <a:pt x="272" y="353"/>
                    </a:cubicBezTo>
                    <a:cubicBezTo>
                      <a:pt x="272" y="338"/>
                      <a:pt x="260" y="334"/>
                      <a:pt x="255" y="322"/>
                    </a:cubicBezTo>
                    <a:cubicBezTo>
                      <a:pt x="250" y="310"/>
                      <a:pt x="236" y="308"/>
                      <a:pt x="230" y="302"/>
                    </a:cubicBezTo>
                    <a:cubicBezTo>
                      <a:pt x="224" y="296"/>
                      <a:pt x="223" y="262"/>
                      <a:pt x="230" y="248"/>
                    </a:cubicBezTo>
                    <a:cubicBezTo>
                      <a:pt x="237" y="234"/>
                      <a:pt x="253" y="234"/>
                      <a:pt x="268" y="232"/>
                    </a:cubicBezTo>
                    <a:cubicBezTo>
                      <a:pt x="283" y="230"/>
                      <a:pt x="272" y="208"/>
                      <a:pt x="272" y="200"/>
                    </a:cubicBezTo>
                    <a:cubicBezTo>
                      <a:pt x="272" y="192"/>
                      <a:pt x="274" y="186"/>
                      <a:pt x="284" y="176"/>
                    </a:cubicBezTo>
                    <a:cubicBezTo>
                      <a:pt x="287" y="173"/>
                      <a:pt x="288" y="169"/>
                      <a:pt x="288" y="164"/>
                    </a:cubicBezTo>
                    <a:cubicBezTo>
                      <a:pt x="262" y="156"/>
                      <a:pt x="250" y="142"/>
                      <a:pt x="241" y="132"/>
                    </a:cubicBezTo>
                    <a:cubicBezTo>
                      <a:pt x="231" y="119"/>
                      <a:pt x="220" y="106"/>
                      <a:pt x="208" y="106"/>
                    </a:cubicBezTo>
                    <a:cubicBezTo>
                      <a:pt x="197" y="106"/>
                      <a:pt x="196" y="89"/>
                      <a:pt x="196" y="73"/>
                    </a:cubicBezTo>
                    <a:cubicBezTo>
                      <a:pt x="196" y="57"/>
                      <a:pt x="158" y="37"/>
                      <a:pt x="138" y="24"/>
                    </a:cubicBezTo>
                    <a:cubicBezTo>
                      <a:pt x="119" y="12"/>
                      <a:pt x="113" y="3"/>
                      <a:pt x="95" y="0"/>
                    </a:cubicBezTo>
                    <a:cubicBezTo>
                      <a:pt x="96" y="7"/>
                      <a:pt x="97" y="16"/>
                      <a:pt x="97" y="19"/>
                    </a:cubicBezTo>
                    <a:cubicBezTo>
                      <a:pt x="98" y="26"/>
                      <a:pt x="107" y="35"/>
                      <a:pt x="93" y="38"/>
                    </a:cubicBezTo>
                    <a:cubicBezTo>
                      <a:pt x="79" y="41"/>
                      <a:pt x="76" y="46"/>
                      <a:pt x="69" y="52"/>
                    </a:cubicBezTo>
                    <a:cubicBezTo>
                      <a:pt x="62" y="58"/>
                      <a:pt x="39" y="69"/>
                      <a:pt x="52" y="79"/>
                    </a:cubicBezTo>
                    <a:cubicBezTo>
                      <a:pt x="65" y="89"/>
                      <a:pt x="75" y="90"/>
                      <a:pt x="72" y="100"/>
                    </a:cubicBezTo>
                    <a:cubicBezTo>
                      <a:pt x="69" y="110"/>
                      <a:pt x="72" y="116"/>
                      <a:pt x="59" y="115"/>
                    </a:cubicBezTo>
                    <a:cubicBezTo>
                      <a:pt x="46" y="114"/>
                      <a:pt x="53" y="120"/>
                      <a:pt x="41" y="122"/>
                    </a:cubicBezTo>
                    <a:cubicBezTo>
                      <a:pt x="29" y="124"/>
                      <a:pt x="21" y="125"/>
                      <a:pt x="21" y="132"/>
                    </a:cubicBezTo>
                    <a:cubicBezTo>
                      <a:pt x="21" y="139"/>
                      <a:pt x="27" y="144"/>
                      <a:pt x="19" y="154"/>
                    </a:cubicBezTo>
                    <a:cubicBezTo>
                      <a:pt x="11" y="164"/>
                      <a:pt x="0" y="169"/>
                      <a:pt x="14" y="184"/>
                    </a:cubicBezTo>
                    <a:cubicBezTo>
                      <a:pt x="28" y="199"/>
                      <a:pt x="35" y="197"/>
                      <a:pt x="39" y="207"/>
                    </a:cubicBezTo>
                    <a:cubicBezTo>
                      <a:pt x="42" y="216"/>
                      <a:pt x="44" y="224"/>
                      <a:pt x="53" y="228"/>
                    </a:cubicBezTo>
                    <a:cubicBezTo>
                      <a:pt x="54" y="222"/>
                      <a:pt x="56" y="218"/>
                      <a:pt x="71" y="219"/>
                    </a:cubicBezTo>
                    <a:cubicBezTo>
                      <a:pt x="94" y="220"/>
                      <a:pt x="97" y="229"/>
                      <a:pt x="95" y="243"/>
                    </a:cubicBezTo>
                    <a:cubicBezTo>
                      <a:pt x="93" y="257"/>
                      <a:pt x="78" y="263"/>
                      <a:pt x="94" y="267"/>
                    </a:cubicBezTo>
                    <a:cubicBezTo>
                      <a:pt x="110" y="271"/>
                      <a:pt x="110" y="276"/>
                      <a:pt x="111" y="283"/>
                    </a:cubicBezTo>
                    <a:cubicBezTo>
                      <a:pt x="112" y="290"/>
                      <a:pt x="133" y="301"/>
                      <a:pt x="120" y="309"/>
                    </a:cubicBezTo>
                    <a:cubicBezTo>
                      <a:pt x="107" y="317"/>
                      <a:pt x="102" y="321"/>
                      <a:pt x="106" y="332"/>
                    </a:cubicBezTo>
                    <a:cubicBezTo>
                      <a:pt x="110" y="343"/>
                      <a:pt x="104" y="353"/>
                      <a:pt x="100" y="360"/>
                    </a:cubicBezTo>
                    <a:cubicBezTo>
                      <a:pt x="96" y="367"/>
                      <a:pt x="97" y="386"/>
                      <a:pt x="99" y="395"/>
                    </a:cubicBezTo>
                    <a:cubicBezTo>
                      <a:pt x="101" y="404"/>
                      <a:pt x="106" y="406"/>
                      <a:pt x="107" y="417"/>
                    </a:cubicBezTo>
                    <a:cubicBezTo>
                      <a:pt x="108" y="428"/>
                      <a:pt x="116" y="435"/>
                      <a:pt x="127" y="446"/>
                    </a:cubicBezTo>
                    <a:cubicBezTo>
                      <a:pt x="138" y="457"/>
                      <a:pt x="153" y="471"/>
                      <a:pt x="157" y="474"/>
                    </a:cubicBezTo>
                    <a:cubicBezTo>
                      <a:pt x="161" y="477"/>
                      <a:pt x="178" y="485"/>
                      <a:pt x="186" y="471"/>
                    </a:cubicBezTo>
                    <a:cubicBezTo>
                      <a:pt x="194" y="457"/>
                      <a:pt x="206" y="447"/>
                      <a:pt x="209" y="453"/>
                    </a:cubicBezTo>
                    <a:cubicBezTo>
                      <a:pt x="212" y="459"/>
                      <a:pt x="222" y="458"/>
                      <a:pt x="229" y="449"/>
                    </a:cubicBezTo>
                    <a:cubicBezTo>
                      <a:pt x="236" y="440"/>
                      <a:pt x="247" y="436"/>
                      <a:pt x="261" y="434"/>
                    </a:cubicBezTo>
                    <a:cubicBezTo>
                      <a:pt x="275" y="432"/>
                      <a:pt x="281" y="431"/>
                      <a:pt x="292" y="431"/>
                    </a:cubicBezTo>
                    <a:cubicBezTo>
                      <a:pt x="298" y="431"/>
                      <a:pt x="314" y="433"/>
                      <a:pt x="327" y="433"/>
                    </a:cubicBezTo>
                    <a:cubicBezTo>
                      <a:pt x="325" y="429"/>
                      <a:pt x="323" y="424"/>
                      <a:pt x="319" y="420"/>
                    </a:cubicBezTo>
                    <a:cubicBezTo>
                      <a:pt x="312" y="414"/>
                      <a:pt x="299" y="418"/>
                      <a:pt x="296" y="40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" name="Freeform 16"/>
              <p:cNvSpPr>
                <a:spLocks/>
              </p:cNvSpPr>
              <p:nvPr/>
            </p:nvSpPr>
            <p:spPr bwMode="auto">
              <a:xfrm>
                <a:off x="3646" y="292"/>
                <a:ext cx="133" cy="163"/>
              </a:xfrm>
              <a:custGeom>
                <a:avLst/>
                <a:gdLst>
                  <a:gd name="T0" fmla="*/ 182 w 196"/>
                  <a:gd name="T1" fmla="*/ 86 h 241"/>
                  <a:gd name="T2" fmla="*/ 131 w 196"/>
                  <a:gd name="T3" fmla="*/ 42 h 241"/>
                  <a:gd name="T4" fmla="*/ 89 w 196"/>
                  <a:gd name="T5" fmla="*/ 19 h 241"/>
                  <a:gd name="T6" fmla="*/ 40 w 196"/>
                  <a:gd name="T7" fmla="*/ 0 h 241"/>
                  <a:gd name="T8" fmla="*/ 35 w 196"/>
                  <a:gd name="T9" fmla="*/ 30 h 241"/>
                  <a:gd name="T10" fmla="*/ 7 w 196"/>
                  <a:gd name="T11" fmla="*/ 58 h 241"/>
                  <a:gd name="T12" fmla="*/ 6 w 196"/>
                  <a:gd name="T13" fmla="*/ 89 h 241"/>
                  <a:gd name="T14" fmla="*/ 18 w 196"/>
                  <a:gd name="T15" fmla="*/ 117 h 241"/>
                  <a:gd name="T16" fmla="*/ 25 w 196"/>
                  <a:gd name="T17" fmla="*/ 164 h 241"/>
                  <a:gd name="T18" fmla="*/ 26 w 196"/>
                  <a:gd name="T19" fmla="*/ 201 h 241"/>
                  <a:gd name="T20" fmla="*/ 11 w 196"/>
                  <a:gd name="T21" fmla="*/ 229 h 241"/>
                  <a:gd name="T22" fmla="*/ 9 w 196"/>
                  <a:gd name="T23" fmla="*/ 238 h 241"/>
                  <a:gd name="T24" fmla="*/ 22 w 196"/>
                  <a:gd name="T25" fmla="*/ 239 h 241"/>
                  <a:gd name="T26" fmla="*/ 68 w 196"/>
                  <a:gd name="T27" fmla="*/ 228 h 241"/>
                  <a:gd name="T28" fmla="*/ 135 w 196"/>
                  <a:gd name="T29" fmla="*/ 198 h 241"/>
                  <a:gd name="T30" fmla="*/ 172 w 196"/>
                  <a:gd name="T31" fmla="*/ 133 h 241"/>
                  <a:gd name="T32" fmla="*/ 196 w 196"/>
                  <a:gd name="T33" fmla="*/ 90 h 241"/>
                  <a:gd name="T34" fmla="*/ 182 w 196"/>
                  <a:gd name="T35" fmla="*/ 86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6" h="241">
                    <a:moveTo>
                      <a:pt x="182" y="86"/>
                    </a:moveTo>
                    <a:cubicBezTo>
                      <a:pt x="145" y="78"/>
                      <a:pt x="152" y="53"/>
                      <a:pt x="131" y="42"/>
                    </a:cubicBezTo>
                    <a:cubicBezTo>
                      <a:pt x="109" y="30"/>
                      <a:pt x="108" y="19"/>
                      <a:pt x="89" y="19"/>
                    </a:cubicBezTo>
                    <a:cubicBezTo>
                      <a:pt x="77" y="19"/>
                      <a:pt x="57" y="8"/>
                      <a:pt x="40" y="0"/>
                    </a:cubicBezTo>
                    <a:cubicBezTo>
                      <a:pt x="40" y="11"/>
                      <a:pt x="40" y="25"/>
                      <a:pt x="35" y="30"/>
                    </a:cubicBezTo>
                    <a:cubicBezTo>
                      <a:pt x="26" y="39"/>
                      <a:pt x="7" y="46"/>
                      <a:pt x="7" y="58"/>
                    </a:cubicBezTo>
                    <a:cubicBezTo>
                      <a:pt x="7" y="70"/>
                      <a:pt x="0" y="81"/>
                      <a:pt x="6" y="89"/>
                    </a:cubicBezTo>
                    <a:cubicBezTo>
                      <a:pt x="12" y="97"/>
                      <a:pt x="14" y="103"/>
                      <a:pt x="18" y="117"/>
                    </a:cubicBezTo>
                    <a:cubicBezTo>
                      <a:pt x="22" y="131"/>
                      <a:pt x="25" y="150"/>
                      <a:pt x="25" y="164"/>
                    </a:cubicBezTo>
                    <a:cubicBezTo>
                      <a:pt x="25" y="178"/>
                      <a:pt x="37" y="192"/>
                      <a:pt x="26" y="201"/>
                    </a:cubicBezTo>
                    <a:cubicBezTo>
                      <a:pt x="15" y="210"/>
                      <a:pt x="13" y="220"/>
                      <a:pt x="11" y="229"/>
                    </a:cubicBezTo>
                    <a:cubicBezTo>
                      <a:pt x="10" y="232"/>
                      <a:pt x="9" y="235"/>
                      <a:pt x="9" y="238"/>
                    </a:cubicBezTo>
                    <a:cubicBezTo>
                      <a:pt x="12" y="239"/>
                      <a:pt x="17" y="239"/>
                      <a:pt x="22" y="239"/>
                    </a:cubicBezTo>
                    <a:cubicBezTo>
                      <a:pt x="47" y="237"/>
                      <a:pt x="53" y="227"/>
                      <a:pt x="68" y="228"/>
                    </a:cubicBezTo>
                    <a:cubicBezTo>
                      <a:pt x="83" y="229"/>
                      <a:pt x="121" y="241"/>
                      <a:pt x="135" y="198"/>
                    </a:cubicBezTo>
                    <a:cubicBezTo>
                      <a:pt x="149" y="155"/>
                      <a:pt x="159" y="148"/>
                      <a:pt x="172" y="133"/>
                    </a:cubicBezTo>
                    <a:cubicBezTo>
                      <a:pt x="182" y="121"/>
                      <a:pt x="185" y="103"/>
                      <a:pt x="196" y="90"/>
                    </a:cubicBezTo>
                    <a:cubicBezTo>
                      <a:pt x="192" y="89"/>
                      <a:pt x="188" y="88"/>
                      <a:pt x="182" y="8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0" name="Freeform 17"/>
              <p:cNvSpPr>
                <a:spLocks/>
              </p:cNvSpPr>
              <p:nvPr/>
            </p:nvSpPr>
            <p:spPr bwMode="auto">
              <a:xfrm>
                <a:off x="3500" y="282"/>
                <a:ext cx="174" cy="184"/>
              </a:xfrm>
              <a:custGeom>
                <a:avLst/>
                <a:gdLst>
                  <a:gd name="T0" fmla="*/ 242 w 256"/>
                  <a:gd name="T1" fmla="*/ 216 h 272"/>
                  <a:gd name="T2" fmla="*/ 241 w 256"/>
                  <a:gd name="T3" fmla="*/ 179 h 272"/>
                  <a:gd name="T4" fmla="*/ 234 w 256"/>
                  <a:gd name="T5" fmla="*/ 132 h 272"/>
                  <a:gd name="T6" fmla="*/ 222 w 256"/>
                  <a:gd name="T7" fmla="*/ 104 h 272"/>
                  <a:gd name="T8" fmla="*/ 223 w 256"/>
                  <a:gd name="T9" fmla="*/ 73 h 272"/>
                  <a:gd name="T10" fmla="*/ 251 w 256"/>
                  <a:gd name="T11" fmla="*/ 45 h 272"/>
                  <a:gd name="T12" fmla="*/ 256 w 256"/>
                  <a:gd name="T13" fmla="*/ 15 h 272"/>
                  <a:gd name="T14" fmla="*/ 231 w 256"/>
                  <a:gd name="T15" fmla="*/ 7 h 272"/>
                  <a:gd name="T16" fmla="*/ 188 w 256"/>
                  <a:gd name="T17" fmla="*/ 5 h 272"/>
                  <a:gd name="T18" fmla="*/ 162 w 256"/>
                  <a:gd name="T19" fmla="*/ 7 h 272"/>
                  <a:gd name="T20" fmla="*/ 127 w 256"/>
                  <a:gd name="T21" fmla="*/ 13 h 272"/>
                  <a:gd name="T22" fmla="*/ 84 w 256"/>
                  <a:gd name="T23" fmla="*/ 7 h 272"/>
                  <a:gd name="T24" fmla="*/ 65 w 256"/>
                  <a:gd name="T25" fmla="*/ 2 h 272"/>
                  <a:gd name="T26" fmla="*/ 61 w 256"/>
                  <a:gd name="T27" fmla="*/ 14 h 272"/>
                  <a:gd name="T28" fmla="*/ 49 w 256"/>
                  <a:gd name="T29" fmla="*/ 38 h 272"/>
                  <a:gd name="T30" fmla="*/ 45 w 256"/>
                  <a:gd name="T31" fmla="*/ 70 h 272"/>
                  <a:gd name="T32" fmla="*/ 7 w 256"/>
                  <a:gd name="T33" fmla="*/ 86 h 272"/>
                  <a:gd name="T34" fmla="*/ 7 w 256"/>
                  <a:gd name="T35" fmla="*/ 140 h 272"/>
                  <a:gd name="T36" fmla="*/ 32 w 256"/>
                  <a:gd name="T37" fmla="*/ 160 h 272"/>
                  <a:gd name="T38" fmla="*/ 49 w 256"/>
                  <a:gd name="T39" fmla="*/ 191 h 272"/>
                  <a:gd name="T40" fmla="*/ 59 w 256"/>
                  <a:gd name="T41" fmla="*/ 221 h 272"/>
                  <a:gd name="T42" fmla="*/ 73 w 256"/>
                  <a:gd name="T43" fmla="*/ 244 h 272"/>
                  <a:gd name="T44" fmla="*/ 96 w 256"/>
                  <a:gd name="T45" fmla="*/ 258 h 272"/>
                  <a:gd name="T46" fmla="*/ 104 w 256"/>
                  <a:gd name="T47" fmla="*/ 271 h 272"/>
                  <a:gd name="T48" fmla="*/ 125 w 256"/>
                  <a:gd name="T49" fmla="*/ 264 h 272"/>
                  <a:gd name="T50" fmla="*/ 140 w 256"/>
                  <a:gd name="T51" fmla="*/ 233 h 272"/>
                  <a:gd name="T52" fmla="*/ 170 w 256"/>
                  <a:gd name="T53" fmla="*/ 230 h 272"/>
                  <a:gd name="T54" fmla="*/ 201 w 256"/>
                  <a:gd name="T55" fmla="*/ 229 h 272"/>
                  <a:gd name="T56" fmla="*/ 225 w 256"/>
                  <a:gd name="T57" fmla="*/ 253 h 272"/>
                  <a:gd name="T58" fmla="*/ 227 w 256"/>
                  <a:gd name="T59" fmla="*/ 244 h 272"/>
                  <a:gd name="T60" fmla="*/ 242 w 256"/>
                  <a:gd name="T61" fmla="*/ 21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56" h="272">
                    <a:moveTo>
                      <a:pt x="242" y="216"/>
                    </a:moveTo>
                    <a:cubicBezTo>
                      <a:pt x="253" y="207"/>
                      <a:pt x="241" y="193"/>
                      <a:pt x="241" y="179"/>
                    </a:cubicBezTo>
                    <a:cubicBezTo>
                      <a:pt x="241" y="165"/>
                      <a:pt x="238" y="146"/>
                      <a:pt x="234" y="132"/>
                    </a:cubicBezTo>
                    <a:cubicBezTo>
                      <a:pt x="230" y="118"/>
                      <a:pt x="228" y="112"/>
                      <a:pt x="222" y="104"/>
                    </a:cubicBezTo>
                    <a:cubicBezTo>
                      <a:pt x="216" y="96"/>
                      <a:pt x="223" y="85"/>
                      <a:pt x="223" y="73"/>
                    </a:cubicBezTo>
                    <a:cubicBezTo>
                      <a:pt x="223" y="61"/>
                      <a:pt x="242" y="54"/>
                      <a:pt x="251" y="45"/>
                    </a:cubicBezTo>
                    <a:cubicBezTo>
                      <a:pt x="256" y="40"/>
                      <a:pt x="256" y="26"/>
                      <a:pt x="256" y="15"/>
                    </a:cubicBezTo>
                    <a:cubicBezTo>
                      <a:pt x="247" y="11"/>
                      <a:pt x="238" y="8"/>
                      <a:pt x="231" y="7"/>
                    </a:cubicBezTo>
                    <a:cubicBezTo>
                      <a:pt x="209" y="4"/>
                      <a:pt x="196" y="0"/>
                      <a:pt x="188" y="5"/>
                    </a:cubicBezTo>
                    <a:cubicBezTo>
                      <a:pt x="179" y="11"/>
                      <a:pt x="179" y="11"/>
                      <a:pt x="162" y="7"/>
                    </a:cubicBezTo>
                    <a:cubicBezTo>
                      <a:pt x="145" y="2"/>
                      <a:pt x="135" y="8"/>
                      <a:pt x="127" y="13"/>
                    </a:cubicBezTo>
                    <a:cubicBezTo>
                      <a:pt x="120" y="17"/>
                      <a:pt x="123" y="13"/>
                      <a:pt x="84" y="7"/>
                    </a:cubicBezTo>
                    <a:cubicBezTo>
                      <a:pt x="77" y="6"/>
                      <a:pt x="71" y="4"/>
                      <a:pt x="65" y="2"/>
                    </a:cubicBezTo>
                    <a:cubicBezTo>
                      <a:pt x="65" y="7"/>
                      <a:pt x="64" y="11"/>
                      <a:pt x="61" y="14"/>
                    </a:cubicBezTo>
                    <a:cubicBezTo>
                      <a:pt x="51" y="24"/>
                      <a:pt x="49" y="30"/>
                      <a:pt x="49" y="38"/>
                    </a:cubicBezTo>
                    <a:cubicBezTo>
                      <a:pt x="49" y="46"/>
                      <a:pt x="60" y="68"/>
                      <a:pt x="45" y="70"/>
                    </a:cubicBezTo>
                    <a:cubicBezTo>
                      <a:pt x="30" y="72"/>
                      <a:pt x="14" y="72"/>
                      <a:pt x="7" y="86"/>
                    </a:cubicBezTo>
                    <a:cubicBezTo>
                      <a:pt x="0" y="100"/>
                      <a:pt x="1" y="134"/>
                      <a:pt x="7" y="140"/>
                    </a:cubicBezTo>
                    <a:cubicBezTo>
                      <a:pt x="13" y="146"/>
                      <a:pt x="27" y="148"/>
                      <a:pt x="32" y="160"/>
                    </a:cubicBezTo>
                    <a:cubicBezTo>
                      <a:pt x="37" y="172"/>
                      <a:pt x="49" y="176"/>
                      <a:pt x="49" y="191"/>
                    </a:cubicBezTo>
                    <a:cubicBezTo>
                      <a:pt x="49" y="206"/>
                      <a:pt x="52" y="212"/>
                      <a:pt x="59" y="221"/>
                    </a:cubicBezTo>
                    <a:cubicBezTo>
                      <a:pt x="66" y="230"/>
                      <a:pt x="70" y="232"/>
                      <a:pt x="73" y="244"/>
                    </a:cubicBezTo>
                    <a:cubicBezTo>
                      <a:pt x="76" y="256"/>
                      <a:pt x="89" y="252"/>
                      <a:pt x="96" y="258"/>
                    </a:cubicBezTo>
                    <a:cubicBezTo>
                      <a:pt x="100" y="262"/>
                      <a:pt x="102" y="267"/>
                      <a:pt x="104" y="271"/>
                    </a:cubicBezTo>
                    <a:cubicBezTo>
                      <a:pt x="115" y="272"/>
                      <a:pt x="125" y="270"/>
                      <a:pt x="125" y="264"/>
                    </a:cubicBezTo>
                    <a:cubicBezTo>
                      <a:pt x="125" y="251"/>
                      <a:pt x="125" y="233"/>
                      <a:pt x="140" y="233"/>
                    </a:cubicBezTo>
                    <a:cubicBezTo>
                      <a:pt x="155" y="233"/>
                      <a:pt x="165" y="235"/>
                      <a:pt x="170" y="230"/>
                    </a:cubicBezTo>
                    <a:cubicBezTo>
                      <a:pt x="175" y="225"/>
                      <a:pt x="197" y="220"/>
                      <a:pt x="201" y="229"/>
                    </a:cubicBezTo>
                    <a:cubicBezTo>
                      <a:pt x="204" y="236"/>
                      <a:pt x="210" y="249"/>
                      <a:pt x="225" y="253"/>
                    </a:cubicBezTo>
                    <a:cubicBezTo>
                      <a:pt x="225" y="250"/>
                      <a:pt x="226" y="247"/>
                      <a:pt x="227" y="244"/>
                    </a:cubicBezTo>
                    <a:cubicBezTo>
                      <a:pt x="229" y="235"/>
                      <a:pt x="231" y="225"/>
                      <a:pt x="242" y="21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1" name="Freeform 18"/>
              <p:cNvSpPr>
                <a:spLocks/>
              </p:cNvSpPr>
              <p:nvPr/>
            </p:nvSpPr>
            <p:spPr bwMode="auto">
              <a:xfrm>
                <a:off x="3303" y="1389"/>
                <a:ext cx="365" cy="380"/>
              </a:xfrm>
              <a:custGeom>
                <a:avLst/>
                <a:gdLst>
                  <a:gd name="T0" fmla="*/ 537 w 539"/>
                  <a:gd name="T1" fmla="*/ 333 h 561"/>
                  <a:gd name="T2" fmla="*/ 519 w 539"/>
                  <a:gd name="T3" fmla="*/ 307 h 561"/>
                  <a:gd name="T4" fmla="*/ 498 w 539"/>
                  <a:gd name="T5" fmla="*/ 316 h 561"/>
                  <a:gd name="T6" fmla="*/ 463 w 539"/>
                  <a:gd name="T7" fmla="*/ 317 h 561"/>
                  <a:gd name="T8" fmla="*/ 445 w 539"/>
                  <a:gd name="T9" fmla="*/ 264 h 561"/>
                  <a:gd name="T10" fmla="*/ 430 w 539"/>
                  <a:gd name="T11" fmla="*/ 217 h 561"/>
                  <a:gd name="T12" fmla="*/ 406 w 539"/>
                  <a:gd name="T13" fmla="*/ 196 h 561"/>
                  <a:gd name="T14" fmla="*/ 385 w 539"/>
                  <a:gd name="T15" fmla="*/ 202 h 561"/>
                  <a:gd name="T16" fmla="*/ 350 w 539"/>
                  <a:gd name="T17" fmla="*/ 206 h 561"/>
                  <a:gd name="T18" fmla="*/ 314 w 539"/>
                  <a:gd name="T19" fmla="*/ 197 h 561"/>
                  <a:gd name="T20" fmla="*/ 299 w 539"/>
                  <a:gd name="T21" fmla="*/ 177 h 561"/>
                  <a:gd name="T22" fmla="*/ 300 w 539"/>
                  <a:gd name="T23" fmla="*/ 140 h 561"/>
                  <a:gd name="T24" fmla="*/ 303 w 539"/>
                  <a:gd name="T25" fmla="*/ 105 h 561"/>
                  <a:gd name="T26" fmla="*/ 290 w 539"/>
                  <a:gd name="T27" fmla="*/ 77 h 561"/>
                  <a:gd name="T28" fmla="*/ 296 w 539"/>
                  <a:gd name="T29" fmla="*/ 55 h 561"/>
                  <a:gd name="T30" fmla="*/ 299 w 539"/>
                  <a:gd name="T31" fmla="*/ 45 h 561"/>
                  <a:gd name="T32" fmla="*/ 276 w 539"/>
                  <a:gd name="T33" fmla="*/ 36 h 561"/>
                  <a:gd name="T34" fmla="*/ 238 w 539"/>
                  <a:gd name="T35" fmla="*/ 9 h 561"/>
                  <a:gd name="T36" fmla="*/ 176 w 539"/>
                  <a:gd name="T37" fmla="*/ 2 h 561"/>
                  <a:gd name="T38" fmla="*/ 141 w 539"/>
                  <a:gd name="T39" fmla="*/ 11 h 561"/>
                  <a:gd name="T40" fmla="*/ 92 w 539"/>
                  <a:gd name="T41" fmla="*/ 20 h 561"/>
                  <a:gd name="T42" fmla="*/ 61 w 539"/>
                  <a:gd name="T43" fmla="*/ 31 h 561"/>
                  <a:gd name="T44" fmla="*/ 34 w 539"/>
                  <a:gd name="T45" fmla="*/ 75 h 561"/>
                  <a:gd name="T46" fmla="*/ 23 w 539"/>
                  <a:gd name="T47" fmla="*/ 127 h 561"/>
                  <a:gd name="T48" fmla="*/ 17 w 539"/>
                  <a:gd name="T49" fmla="*/ 153 h 561"/>
                  <a:gd name="T50" fmla="*/ 5 w 539"/>
                  <a:gd name="T51" fmla="*/ 175 h 561"/>
                  <a:gd name="T52" fmla="*/ 0 w 539"/>
                  <a:gd name="T53" fmla="*/ 193 h 561"/>
                  <a:gd name="T54" fmla="*/ 18 w 539"/>
                  <a:gd name="T55" fmla="*/ 218 h 561"/>
                  <a:gd name="T56" fmla="*/ 44 w 539"/>
                  <a:gd name="T57" fmla="*/ 252 h 561"/>
                  <a:gd name="T58" fmla="*/ 75 w 539"/>
                  <a:gd name="T59" fmla="*/ 279 h 561"/>
                  <a:gd name="T60" fmla="*/ 104 w 539"/>
                  <a:gd name="T61" fmla="*/ 305 h 561"/>
                  <a:gd name="T62" fmla="*/ 159 w 539"/>
                  <a:gd name="T63" fmla="*/ 321 h 561"/>
                  <a:gd name="T64" fmla="*/ 235 w 539"/>
                  <a:gd name="T65" fmla="*/ 371 h 561"/>
                  <a:gd name="T66" fmla="*/ 306 w 539"/>
                  <a:gd name="T67" fmla="*/ 400 h 561"/>
                  <a:gd name="T68" fmla="*/ 315 w 539"/>
                  <a:gd name="T69" fmla="*/ 432 h 561"/>
                  <a:gd name="T70" fmla="*/ 300 w 539"/>
                  <a:gd name="T71" fmla="*/ 454 h 561"/>
                  <a:gd name="T72" fmla="*/ 286 w 539"/>
                  <a:gd name="T73" fmla="*/ 480 h 561"/>
                  <a:gd name="T74" fmla="*/ 264 w 539"/>
                  <a:gd name="T75" fmla="*/ 527 h 561"/>
                  <a:gd name="T76" fmla="*/ 284 w 539"/>
                  <a:gd name="T77" fmla="*/ 547 h 561"/>
                  <a:gd name="T78" fmla="*/ 328 w 539"/>
                  <a:gd name="T79" fmla="*/ 554 h 561"/>
                  <a:gd name="T80" fmla="*/ 374 w 539"/>
                  <a:gd name="T81" fmla="*/ 559 h 561"/>
                  <a:gd name="T82" fmla="*/ 405 w 539"/>
                  <a:gd name="T83" fmla="*/ 550 h 561"/>
                  <a:gd name="T84" fmla="*/ 433 w 539"/>
                  <a:gd name="T85" fmla="*/ 551 h 561"/>
                  <a:gd name="T86" fmla="*/ 451 w 539"/>
                  <a:gd name="T87" fmla="*/ 534 h 561"/>
                  <a:gd name="T88" fmla="*/ 496 w 539"/>
                  <a:gd name="T89" fmla="*/ 504 h 561"/>
                  <a:gd name="T90" fmla="*/ 511 w 539"/>
                  <a:gd name="T91" fmla="*/ 446 h 561"/>
                  <a:gd name="T92" fmla="*/ 513 w 539"/>
                  <a:gd name="T93" fmla="*/ 410 h 561"/>
                  <a:gd name="T94" fmla="*/ 529 w 539"/>
                  <a:gd name="T95" fmla="*/ 368 h 561"/>
                  <a:gd name="T96" fmla="*/ 537 w 539"/>
                  <a:gd name="T97" fmla="*/ 333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39" h="561">
                    <a:moveTo>
                      <a:pt x="537" y="333"/>
                    </a:moveTo>
                    <a:cubicBezTo>
                      <a:pt x="537" y="318"/>
                      <a:pt x="529" y="313"/>
                      <a:pt x="519" y="307"/>
                    </a:cubicBezTo>
                    <a:cubicBezTo>
                      <a:pt x="509" y="301"/>
                      <a:pt x="504" y="306"/>
                      <a:pt x="498" y="316"/>
                    </a:cubicBezTo>
                    <a:cubicBezTo>
                      <a:pt x="492" y="326"/>
                      <a:pt x="478" y="320"/>
                      <a:pt x="463" y="317"/>
                    </a:cubicBezTo>
                    <a:cubicBezTo>
                      <a:pt x="448" y="314"/>
                      <a:pt x="449" y="281"/>
                      <a:pt x="445" y="264"/>
                    </a:cubicBezTo>
                    <a:cubicBezTo>
                      <a:pt x="441" y="247"/>
                      <a:pt x="431" y="233"/>
                      <a:pt x="430" y="217"/>
                    </a:cubicBezTo>
                    <a:cubicBezTo>
                      <a:pt x="429" y="201"/>
                      <a:pt x="418" y="207"/>
                      <a:pt x="406" y="196"/>
                    </a:cubicBezTo>
                    <a:cubicBezTo>
                      <a:pt x="394" y="185"/>
                      <a:pt x="388" y="195"/>
                      <a:pt x="385" y="202"/>
                    </a:cubicBezTo>
                    <a:cubicBezTo>
                      <a:pt x="382" y="209"/>
                      <a:pt x="361" y="210"/>
                      <a:pt x="350" y="206"/>
                    </a:cubicBezTo>
                    <a:cubicBezTo>
                      <a:pt x="339" y="202"/>
                      <a:pt x="333" y="199"/>
                      <a:pt x="314" y="197"/>
                    </a:cubicBezTo>
                    <a:cubicBezTo>
                      <a:pt x="295" y="195"/>
                      <a:pt x="302" y="186"/>
                      <a:pt x="299" y="177"/>
                    </a:cubicBezTo>
                    <a:cubicBezTo>
                      <a:pt x="296" y="168"/>
                      <a:pt x="296" y="150"/>
                      <a:pt x="300" y="140"/>
                    </a:cubicBezTo>
                    <a:cubicBezTo>
                      <a:pt x="304" y="130"/>
                      <a:pt x="301" y="120"/>
                      <a:pt x="303" y="105"/>
                    </a:cubicBezTo>
                    <a:cubicBezTo>
                      <a:pt x="305" y="90"/>
                      <a:pt x="300" y="87"/>
                      <a:pt x="290" y="77"/>
                    </a:cubicBezTo>
                    <a:cubicBezTo>
                      <a:pt x="279" y="67"/>
                      <a:pt x="289" y="65"/>
                      <a:pt x="296" y="55"/>
                    </a:cubicBezTo>
                    <a:cubicBezTo>
                      <a:pt x="299" y="50"/>
                      <a:pt x="300" y="48"/>
                      <a:pt x="299" y="45"/>
                    </a:cubicBezTo>
                    <a:cubicBezTo>
                      <a:pt x="291" y="45"/>
                      <a:pt x="283" y="45"/>
                      <a:pt x="276" y="36"/>
                    </a:cubicBezTo>
                    <a:cubicBezTo>
                      <a:pt x="266" y="24"/>
                      <a:pt x="245" y="17"/>
                      <a:pt x="238" y="9"/>
                    </a:cubicBezTo>
                    <a:cubicBezTo>
                      <a:pt x="230" y="2"/>
                      <a:pt x="197" y="4"/>
                      <a:pt x="176" y="2"/>
                    </a:cubicBezTo>
                    <a:cubicBezTo>
                      <a:pt x="156" y="0"/>
                      <a:pt x="149" y="5"/>
                      <a:pt x="141" y="11"/>
                    </a:cubicBezTo>
                    <a:cubicBezTo>
                      <a:pt x="133" y="17"/>
                      <a:pt x="110" y="19"/>
                      <a:pt x="92" y="20"/>
                    </a:cubicBezTo>
                    <a:cubicBezTo>
                      <a:pt x="74" y="21"/>
                      <a:pt x="76" y="25"/>
                      <a:pt x="61" y="31"/>
                    </a:cubicBezTo>
                    <a:cubicBezTo>
                      <a:pt x="46" y="38"/>
                      <a:pt x="47" y="65"/>
                      <a:pt x="34" y="75"/>
                    </a:cubicBezTo>
                    <a:cubicBezTo>
                      <a:pt x="22" y="86"/>
                      <a:pt x="24" y="110"/>
                      <a:pt x="23" y="127"/>
                    </a:cubicBezTo>
                    <a:cubicBezTo>
                      <a:pt x="22" y="145"/>
                      <a:pt x="22" y="147"/>
                      <a:pt x="17" y="153"/>
                    </a:cubicBezTo>
                    <a:cubicBezTo>
                      <a:pt x="12" y="159"/>
                      <a:pt x="7" y="165"/>
                      <a:pt x="5" y="175"/>
                    </a:cubicBezTo>
                    <a:cubicBezTo>
                      <a:pt x="4" y="180"/>
                      <a:pt x="2" y="187"/>
                      <a:pt x="0" y="193"/>
                    </a:cubicBezTo>
                    <a:cubicBezTo>
                      <a:pt x="8" y="200"/>
                      <a:pt x="11" y="211"/>
                      <a:pt x="18" y="218"/>
                    </a:cubicBezTo>
                    <a:cubicBezTo>
                      <a:pt x="29" y="228"/>
                      <a:pt x="34" y="237"/>
                      <a:pt x="44" y="252"/>
                    </a:cubicBezTo>
                    <a:cubicBezTo>
                      <a:pt x="54" y="267"/>
                      <a:pt x="62" y="274"/>
                      <a:pt x="75" y="279"/>
                    </a:cubicBezTo>
                    <a:cubicBezTo>
                      <a:pt x="88" y="284"/>
                      <a:pt x="97" y="291"/>
                      <a:pt x="104" y="305"/>
                    </a:cubicBezTo>
                    <a:cubicBezTo>
                      <a:pt x="111" y="319"/>
                      <a:pt x="135" y="322"/>
                      <a:pt x="159" y="321"/>
                    </a:cubicBezTo>
                    <a:cubicBezTo>
                      <a:pt x="183" y="320"/>
                      <a:pt x="214" y="357"/>
                      <a:pt x="235" y="371"/>
                    </a:cubicBezTo>
                    <a:cubicBezTo>
                      <a:pt x="256" y="385"/>
                      <a:pt x="291" y="386"/>
                      <a:pt x="306" y="400"/>
                    </a:cubicBezTo>
                    <a:cubicBezTo>
                      <a:pt x="321" y="414"/>
                      <a:pt x="320" y="418"/>
                      <a:pt x="315" y="432"/>
                    </a:cubicBezTo>
                    <a:cubicBezTo>
                      <a:pt x="310" y="446"/>
                      <a:pt x="311" y="446"/>
                      <a:pt x="300" y="454"/>
                    </a:cubicBezTo>
                    <a:cubicBezTo>
                      <a:pt x="289" y="462"/>
                      <a:pt x="287" y="458"/>
                      <a:pt x="286" y="480"/>
                    </a:cubicBezTo>
                    <a:cubicBezTo>
                      <a:pt x="285" y="502"/>
                      <a:pt x="286" y="507"/>
                      <a:pt x="264" y="527"/>
                    </a:cubicBezTo>
                    <a:cubicBezTo>
                      <a:pt x="242" y="547"/>
                      <a:pt x="261" y="547"/>
                      <a:pt x="284" y="547"/>
                    </a:cubicBezTo>
                    <a:cubicBezTo>
                      <a:pt x="307" y="547"/>
                      <a:pt x="314" y="550"/>
                      <a:pt x="328" y="554"/>
                    </a:cubicBezTo>
                    <a:cubicBezTo>
                      <a:pt x="342" y="558"/>
                      <a:pt x="356" y="557"/>
                      <a:pt x="374" y="559"/>
                    </a:cubicBezTo>
                    <a:cubicBezTo>
                      <a:pt x="392" y="561"/>
                      <a:pt x="394" y="560"/>
                      <a:pt x="405" y="550"/>
                    </a:cubicBezTo>
                    <a:cubicBezTo>
                      <a:pt x="416" y="540"/>
                      <a:pt x="425" y="548"/>
                      <a:pt x="433" y="551"/>
                    </a:cubicBezTo>
                    <a:cubicBezTo>
                      <a:pt x="441" y="554"/>
                      <a:pt x="450" y="549"/>
                      <a:pt x="451" y="534"/>
                    </a:cubicBezTo>
                    <a:cubicBezTo>
                      <a:pt x="452" y="519"/>
                      <a:pt x="475" y="519"/>
                      <a:pt x="496" y="504"/>
                    </a:cubicBezTo>
                    <a:cubicBezTo>
                      <a:pt x="517" y="489"/>
                      <a:pt x="511" y="463"/>
                      <a:pt x="511" y="446"/>
                    </a:cubicBezTo>
                    <a:cubicBezTo>
                      <a:pt x="511" y="429"/>
                      <a:pt x="512" y="422"/>
                      <a:pt x="513" y="410"/>
                    </a:cubicBezTo>
                    <a:cubicBezTo>
                      <a:pt x="514" y="398"/>
                      <a:pt x="519" y="387"/>
                      <a:pt x="529" y="368"/>
                    </a:cubicBezTo>
                    <a:cubicBezTo>
                      <a:pt x="539" y="349"/>
                      <a:pt x="537" y="348"/>
                      <a:pt x="537" y="33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2" name="Freeform 19"/>
              <p:cNvSpPr>
                <a:spLocks/>
              </p:cNvSpPr>
              <p:nvPr/>
            </p:nvSpPr>
            <p:spPr bwMode="auto">
              <a:xfrm>
                <a:off x="3001" y="965"/>
                <a:ext cx="523" cy="606"/>
              </a:xfrm>
              <a:custGeom>
                <a:avLst/>
                <a:gdLst>
                  <a:gd name="T0" fmla="*/ 469 w 773"/>
                  <a:gd name="T1" fmla="*/ 753 h 894"/>
                  <a:gd name="T2" fmla="*/ 507 w 773"/>
                  <a:gd name="T3" fmla="*/ 657 h 894"/>
                  <a:gd name="T4" fmla="*/ 587 w 773"/>
                  <a:gd name="T5" fmla="*/ 637 h 894"/>
                  <a:gd name="T6" fmla="*/ 684 w 773"/>
                  <a:gd name="T7" fmla="*/ 635 h 894"/>
                  <a:gd name="T8" fmla="*/ 745 w 773"/>
                  <a:gd name="T9" fmla="*/ 671 h 894"/>
                  <a:gd name="T10" fmla="*/ 748 w 773"/>
                  <a:gd name="T11" fmla="*/ 632 h 894"/>
                  <a:gd name="T12" fmla="*/ 759 w 773"/>
                  <a:gd name="T13" fmla="*/ 582 h 894"/>
                  <a:gd name="T14" fmla="*/ 761 w 773"/>
                  <a:gd name="T15" fmla="*/ 540 h 894"/>
                  <a:gd name="T16" fmla="*/ 735 w 773"/>
                  <a:gd name="T17" fmla="*/ 505 h 894"/>
                  <a:gd name="T18" fmla="*/ 710 w 773"/>
                  <a:gd name="T19" fmla="*/ 474 h 894"/>
                  <a:gd name="T20" fmla="*/ 715 w 773"/>
                  <a:gd name="T21" fmla="*/ 432 h 894"/>
                  <a:gd name="T22" fmla="*/ 599 w 773"/>
                  <a:gd name="T23" fmla="*/ 383 h 894"/>
                  <a:gd name="T24" fmla="*/ 590 w 773"/>
                  <a:gd name="T25" fmla="*/ 348 h 894"/>
                  <a:gd name="T26" fmla="*/ 588 w 773"/>
                  <a:gd name="T27" fmla="*/ 309 h 894"/>
                  <a:gd name="T28" fmla="*/ 571 w 773"/>
                  <a:gd name="T29" fmla="*/ 260 h 894"/>
                  <a:gd name="T30" fmla="*/ 489 w 773"/>
                  <a:gd name="T31" fmla="*/ 242 h 894"/>
                  <a:gd name="T32" fmla="*/ 426 w 773"/>
                  <a:gd name="T33" fmla="*/ 207 h 894"/>
                  <a:gd name="T34" fmla="*/ 351 w 773"/>
                  <a:gd name="T35" fmla="*/ 186 h 894"/>
                  <a:gd name="T36" fmla="*/ 307 w 773"/>
                  <a:gd name="T37" fmla="*/ 158 h 894"/>
                  <a:gd name="T38" fmla="*/ 273 w 773"/>
                  <a:gd name="T39" fmla="*/ 113 h 894"/>
                  <a:gd name="T40" fmla="*/ 265 w 773"/>
                  <a:gd name="T41" fmla="*/ 65 h 894"/>
                  <a:gd name="T42" fmla="*/ 274 w 773"/>
                  <a:gd name="T43" fmla="*/ 34 h 894"/>
                  <a:gd name="T44" fmla="*/ 259 w 773"/>
                  <a:gd name="T45" fmla="*/ 5 h 894"/>
                  <a:gd name="T46" fmla="*/ 205 w 773"/>
                  <a:gd name="T47" fmla="*/ 16 h 894"/>
                  <a:gd name="T48" fmla="*/ 156 w 773"/>
                  <a:gd name="T49" fmla="*/ 43 h 894"/>
                  <a:gd name="T50" fmla="*/ 103 w 773"/>
                  <a:gd name="T51" fmla="*/ 69 h 894"/>
                  <a:gd name="T52" fmla="*/ 56 w 773"/>
                  <a:gd name="T53" fmla="*/ 92 h 894"/>
                  <a:gd name="T54" fmla="*/ 7 w 773"/>
                  <a:gd name="T55" fmla="*/ 86 h 894"/>
                  <a:gd name="T56" fmla="*/ 30 w 773"/>
                  <a:gd name="T57" fmla="*/ 131 h 894"/>
                  <a:gd name="T58" fmla="*/ 58 w 773"/>
                  <a:gd name="T59" fmla="*/ 191 h 894"/>
                  <a:gd name="T60" fmla="*/ 38 w 773"/>
                  <a:gd name="T61" fmla="*/ 247 h 894"/>
                  <a:gd name="T62" fmla="*/ 46 w 773"/>
                  <a:gd name="T63" fmla="*/ 301 h 894"/>
                  <a:gd name="T64" fmla="*/ 16 w 773"/>
                  <a:gd name="T65" fmla="*/ 350 h 894"/>
                  <a:gd name="T66" fmla="*/ 17 w 773"/>
                  <a:gd name="T67" fmla="*/ 407 h 894"/>
                  <a:gd name="T68" fmla="*/ 30 w 773"/>
                  <a:gd name="T69" fmla="*/ 466 h 894"/>
                  <a:gd name="T70" fmla="*/ 10 w 773"/>
                  <a:gd name="T71" fmla="*/ 522 h 894"/>
                  <a:gd name="T72" fmla="*/ 38 w 773"/>
                  <a:gd name="T73" fmla="*/ 578 h 894"/>
                  <a:gd name="T74" fmla="*/ 72 w 773"/>
                  <a:gd name="T75" fmla="*/ 643 h 894"/>
                  <a:gd name="T76" fmla="*/ 62 w 773"/>
                  <a:gd name="T77" fmla="*/ 687 h 894"/>
                  <a:gd name="T78" fmla="*/ 77 w 773"/>
                  <a:gd name="T79" fmla="*/ 749 h 894"/>
                  <a:gd name="T80" fmla="*/ 110 w 773"/>
                  <a:gd name="T81" fmla="*/ 831 h 894"/>
                  <a:gd name="T82" fmla="*/ 158 w 773"/>
                  <a:gd name="T83" fmla="*/ 869 h 894"/>
                  <a:gd name="T84" fmla="*/ 210 w 773"/>
                  <a:gd name="T85" fmla="*/ 808 h 894"/>
                  <a:gd name="T86" fmla="*/ 291 w 773"/>
                  <a:gd name="T87" fmla="*/ 817 h 894"/>
                  <a:gd name="T88" fmla="*/ 337 w 773"/>
                  <a:gd name="T89" fmla="*/ 871 h 894"/>
                  <a:gd name="T90" fmla="*/ 369 w 773"/>
                  <a:gd name="T91" fmla="*/ 814 h 894"/>
                  <a:gd name="T92" fmla="*/ 446 w 773"/>
                  <a:gd name="T93" fmla="*/ 819 h 894"/>
                  <a:gd name="T94" fmla="*/ 463 w 773"/>
                  <a:gd name="T95" fmla="*/ 779 h 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73" h="894">
                    <a:moveTo>
                      <a:pt x="463" y="779"/>
                    </a:moveTo>
                    <a:cubicBezTo>
                      <a:pt x="468" y="773"/>
                      <a:pt x="468" y="771"/>
                      <a:pt x="469" y="753"/>
                    </a:cubicBezTo>
                    <a:cubicBezTo>
                      <a:pt x="470" y="736"/>
                      <a:pt x="468" y="712"/>
                      <a:pt x="480" y="701"/>
                    </a:cubicBezTo>
                    <a:cubicBezTo>
                      <a:pt x="493" y="691"/>
                      <a:pt x="492" y="664"/>
                      <a:pt x="507" y="657"/>
                    </a:cubicBezTo>
                    <a:cubicBezTo>
                      <a:pt x="522" y="651"/>
                      <a:pt x="520" y="647"/>
                      <a:pt x="538" y="646"/>
                    </a:cubicBezTo>
                    <a:cubicBezTo>
                      <a:pt x="556" y="645"/>
                      <a:pt x="579" y="643"/>
                      <a:pt x="587" y="637"/>
                    </a:cubicBezTo>
                    <a:cubicBezTo>
                      <a:pt x="595" y="631"/>
                      <a:pt x="602" y="626"/>
                      <a:pt x="622" y="628"/>
                    </a:cubicBezTo>
                    <a:cubicBezTo>
                      <a:pt x="643" y="630"/>
                      <a:pt x="676" y="628"/>
                      <a:pt x="684" y="635"/>
                    </a:cubicBezTo>
                    <a:cubicBezTo>
                      <a:pt x="691" y="643"/>
                      <a:pt x="712" y="650"/>
                      <a:pt x="722" y="662"/>
                    </a:cubicBezTo>
                    <a:cubicBezTo>
                      <a:pt x="729" y="671"/>
                      <a:pt x="737" y="671"/>
                      <a:pt x="745" y="671"/>
                    </a:cubicBezTo>
                    <a:cubicBezTo>
                      <a:pt x="744" y="668"/>
                      <a:pt x="741" y="665"/>
                      <a:pt x="740" y="660"/>
                    </a:cubicBezTo>
                    <a:cubicBezTo>
                      <a:pt x="737" y="652"/>
                      <a:pt x="741" y="640"/>
                      <a:pt x="748" y="632"/>
                    </a:cubicBezTo>
                    <a:cubicBezTo>
                      <a:pt x="755" y="624"/>
                      <a:pt x="756" y="621"/>
                      <a:pt x="756" y="613"/>
                    </a:cubicBezTo>
                    <a:cubicBezTo>
                      <a:pt x="755" y="606"/>
                      <a:pt x="759" y="592"/>
                      <a:pt x="759" y="582"/>
                    </a:cubicBezTo>
                    <a:cubicBezTo>
                      <a:pt x="759" y="572"/>
                      <a:pt x="770" y="569"/>
                      <a:pt x="771" y="561"/>
                    </a:cubicBezTo>
                    <a:cubicBezTo>
                      <a:pt x="773" y="552"/>
                      <a:pt x="767" y="544"/>
                      <a:pt x="761" y="540"/>
                    </a:cubicBezTo>
                    <a:cubicBezTo>
                      <a:pt x="756" y="536"/>
                      <a:pt x="758" y="533"/>
                      <a:pt x="758" y="523"/>
                    </a:cubicBezTo>
                    <a:cubicBezTo>
                      <a:pt x="758" y="512"/>
                      <a:pt x="744" y="508"/>
                      <a:pt x="735" y="505"/>
                    </a:cubicBezTo>
                    <a:cubicBezTo>
                      <a:pt x="726" y="502"/>
                      <a:pt x="719" y="500"/>
                      <a:pt x="717" y="496"/>
                    </a:cubicBezTo>
                    <a:cubicBezTo>
                      <a:pt x="716" y="492"/>
                      <a:pt x="710" y="481"/>
                      <a:pt x="710" y="474"/>
                    </a:cubicBezTo>
                    <a:cubicBezTo>
                      <a:pt x="709" y="467"/>
                      <a:pt x="708" y="461"/>
                      <a:pt x="714" y="455"/>
                    </a:cubicBezTo>
                    <a:cubicBezTo>
                      <a:pt x="720" y="449"/>
                      <a:pt x="715" y="432"/>
                      <a:pt x="715" y="432"/>
                    </a:cubicBezTo>
                    <a:cubicBezTo>
                      <a:pt x="598" y="433"/>
                      <a:pt x="598" y="433"/>
                      <a:pt x="598" y="433"/>
                    </a:cubicBezTo>
                    <a:cubicBezTo>
                      <a:pt x="598" y="433"/>
                      <a:pt x="599" y="399"/>
                      <a:pt x="599" y="383"/>
                    </a:cubicBezTo>
                    <a:cubicBezTo>
                      <a:pt x="602" y="370"/>
                      <a:pt x="592" y="373"/>
                      <a:pt x="585" y="365"/>
                    </a:cubicBezTo>
                    <a:cubicBezTo>
                      <a:pt x="578" y="357"/>
                      <a:pt x="582" y="353"/>
                      <a:pt x="590" y="348"/>
                    </a:cubicBezTo>
                    <a:cubicBezTo>
                      <a:pt x="599" y="343"/>
                      <a:pt x="596" y="334"/>
                      <a:pt x="592" y="327"/>
                    </a:cubicBezTo>
                    <a:cubicBezTo>
                      <a:pt x="588" y="320"/>
                      <a:pt x="595" y="317"/>
                      <a:pt x="588" y="309"/>
                    </a:cubicBezTo>
                    <a:cubicBezTo>
                      <a:pt x="581" y="302"/>
                      <a:pt x="585" y="297"/>
                      <a:pt x="586" y="287"/>
                    </a:cubicBezTo>
                    <a:cubicBezTo>
                      <a:pt x="587" y="276"/>
                      <a:pt x="579" y="269"/>
                      <a:pt x="571" y="260"/>
                    </a:cubicBezTo>
                    <a:cubicBezTo>
                      <a:pt x="563" y="252"/>
                      <a:pt x="545" y="255"/>
                      <a:pt x="530" y="255"/>
                    </a:cubicBezTo>
                    <a:cubicBezTo>
                      <a:pt x="514" y="255"/>
                      <a:pt x="494" y="253"/>
                      <a:pt x="489" y="242"/>
                    </a:cubicBezTo>
                    <a:cubicBezTo>
                      <a:pt x="485" y="232"/>
                      <a:pt x="462" y="224"/>
                      <a:pt x="450" y="223"/>
                    </a:cubicBezTo>
                    <a:cubicBezTo>
                      <a:pt x="438" y="222"/>
                      <a:pt x="432" y="218"/>
                      <a:pt x="426" y="207"/>
                    </a:cubicBezTo>
                    <a:cubicBezTo>
                      <a:pt x="420" y="195"/>
                      <a:pt x="403" y="200"/>
                      <a:pt x="394" y="191"/>
                    </a:cubicBezTo>
                    <a:cubicBezTo>
                      <a:pt x="386" y="181"/>
                      <a:pt x="364" y="187"/>
                      <a:pt x="351" y="186"/>
                    </a:cubicBezTo>
                    <a:cubicBezTo>
                      <a:pt x="338" y="185"/>
                      <a:pt x="329" y="184"/>
                      <a:pt x="326" y="176"/>
                    </a:cubicBezTo>
                    <a:cubicBezTo>
                      <a:pt x="323" y="169"/>
                      <a:pt x="315" y="163"/>
                      <a:pt x="307" y="158"/>
                    </a:cubicBezTo>
                    <a:cubicBezTo>
                      <a:pt x="298" y="154"/>
                      <a:pt x="291" y="144"/>
                      <a:pt x="288" y="135"/>
                    </a:cubicBezTo>
                    <a:cubicBezTo>
                      <a:pt x="284" y="126"/>
                      <a:pt x="279" y="121"/>
                      <a:pt x="273" y="113"/>
                    </a:cubicBezTo>
                    <a:cubicBezTo>
                      <a:pt x="266" y="106"/>
                      <a:pt x="269" y="97"/>
                      <a:pt x="270" y="88"/>
                    </a:cubicBezTo>
                    <a:cubicBezTo>
                      <a:pt x="271" y="79"/>
                      <a:pt x="269" y="74"/>
                      <a:pt x="265" y="65"/>
                    </a:cubicBezTo>
                    <a:cubicBezTo>
                      <a:pt x="261" y="56"/>
                      <a:pt x="267" y="56"/>
                      <a:pt x="267" y="51"/>
                    </a:cubicBezTo>
                    <a:cubicBezTo>
                      <a:pt x="266" y="46"/>
                      <a:pt x="268" y="40"/>
                      <a:pt x="274" y="34"/>
                    </a:cubicBezTo>
                    <a:cubicBezTo>
                      <a:pt x="280" y="28"/>
                      <a:pt x="276" y="19"/>
                      <a:pt x="273" y="11"/>
                    </a:cubicBezTo>
                    <a:cubicBezTo>
                      <a:pt x="271" y="4"/>
                      <a:pt x="264" y="0"/>
                      <a:pt x="259" y="5"/>
                    </a:cubicBezTo>
                    <a:cubicBezTo>
                      <a:pt x="255" y="10"/>
                      <a:pt x="239" y="9"/>
                      <a:pt x="231" y="9"/>
                    </a:cubicBezTo>
                    <a:cubicBezTo>
                      <a:pt x="222" y="9"/>
                      <a:pt x="210" y="10"/>
                      <a:pt x="205" y="16"/>
                    </a:cubicBezTo>
                    <a:cubicBezTo>
                      <a:pt x="200" y="22"/>
                      <a:pt x="182" y="22"/>
                      <a:pt x="177" y="29"/>
                    </a:cubicBezTo>
                    <a:cubicBezTo>
                      <a:pt x="173" y="35"/>
                      <a:pt x="167" y="40"/>
                      <a:pt x="156" y="43"/>
                    </a:cubicBezTo>
                    <a:cubicBezTo>
                      <a:pt x="144" y="45"/>
                      <a:pt x="136" y="50"/>
                      <a:pt x="131" y="59"/>
                    </a:cubicBezTo>
                    <a:cubicBezTo>
                      <a:pt x="125" y="68"/>
                      <a:pt x="113" y="66"/>
                      <a:pt x="103" y="69"/>
                    </a:cubicBezTo>
                    <a:cubicBezTo>
                      <a:pt x="92" y="72"/>
                      <a:pt x="83" y="80"/>
                      <a:pt x="80" y="90"/>
                    </a:cubicBezTo>
                    <a:cubicBezTo>
                      <a:pt x="77" y="100"/>
                      <a:pt x="60" y="98"/>
                      <a:pt x="56" y="92"/>
                    </a:cubicBezTo>
                    <a:cubicBezTo>
                      <a:pt x="52" y="85"/>
                      <a:pt x="57" y="92"/>
                      <a:pt x="30" y="87"/>
                    </a:cubicBezTo>
                    <a:cubicBezTo>
                      <a:pt x="19" y="85"/>
                      <a:pt x="12" y="85"/>
                      <a:pt x="7" y="86"/>
                    </a:cubicBezTo>
                    <a:cubicBezTo>
                      <a:pt x="11" y="88"/>
                      <a:pt x="13" y="92"/>
                      <a:pt x="14" y="101"/>
                    </a:cubicBezTo>
                    <a:cubicBezTo>
                      <a:pt x="17" y="122"/>
                      <a:pt x="22" y="122"/>
                      <a:pt x="30" y="131"/>
                    </a:cubicBezTo>
                    <a:cubicBezTo>
                      <a:pt x="39" y="141"/>
                      <a:pt x="40" y="147"/>
                      <a:pt x="46" y="155"/>
                    </a:cubicBezTo>
                    <a:cubicBezTo>
                      <a:pt x="52" y="162"/>
                      <a:pt x="68" y="177"/>
                      <a:pt x="58" y="191"/>
                    </a:cubicBezTo>
                    <a:cubicBezTo>
                      <a:pt x="48" y="205"/>
                      <a:pt x="44" y="204"/>
                      <a:pt x="44" y="219"/>
                    </a:cubicBezTo>
                    <a:cubicBezTo>
                      <a:pt x="43" y="233"/>
                      <a:pt x="42" y="241"/>
                      <a:pt x="38" y="247"/>
                    </a:cubicBezTo>
                    <a:cubicBezTo>
                      <a:pt x="33" y="254"/>
                      <a:pt x="35" y="272"/>
                      <a:pt x="40" y="279"/>
                    </a:cubicBezTo>
                    <a:cubicBezTo>
                      <a:pt x="46" y="285"/>
                      <a:pt x="53" y="289"/>
                      <a:pt x="46" y="301"/>
                    </a:cubicBezTo>
                    <a:cubicBezTo>
                      <a:pt x="38" y="313"/>
                      <a:pt x="30" y="318"/>
                      <a:pt x="23" y="327"/>
                    </a:cubicBezTo>
                    <a:cubicBezTo>
                      <a:pt x="16" y="337"/>
                      <a:pt x="9" y="345"/>
                      <a:pt x="16" y="350"/>
                    </a:cubicBezTo>
                    <a:cubicBezTo>
                      <a:pt x="24" y="355"/>
                      <a:pt x="27" y="368"/>
                      <a:pt x="20" y="377"/>
                    </a:cubicBezTo>
                    <a:cubicBezTo>
                      <a:pt x="12" y="385"/>
                      <a:pt x="12" y="398"/>
                      <a:pt x="17" y="407"/>
                    </a:cubicBezTo>
                    <a:cubicBezTo>
                      <a:pt x="22" y="417"/>
                      <a:pt x="23" y="423"/>
                      <a:pt x="33" y="430"/>
                    </a:cubicBezTo>
                    <a:cubicBezTo>
                      <a:pt x="43" y="437"/>
                      <a:pt x="41" y="459"/>
                      <a:pt x="30" y="466"/>
                    </a:cubicBezTo>
                    <a:cubicBezTo>
                      <a:pt x="20" y="473"/>
                      <a:pt x="0" y="490"/>
                      <a:pt x="2" y="498"/>
                    </a:cubicBezTo>
                    <a:cubicBezTo>
                      <a:pt x="4" y="506"/>
                      <a:pt x="0" y="516"/>
                      <a:pt x="10" y="522"/>
                    </a:cubicBezTo>
                    <a:cubicBezTo>
                      <a:pt x="19" y="528"/>
                      <a:pt x="20" y="546"/>
                      <a:pt x="28" y="549"/>
                    </a:cubicBezTo>
                    <a:cubicBezTo>
                      <a:pt x="37" y="551"/>
                      <a:pt x="40" y="564"/>
                      <a:pt x="38" y="578"/>
                    </a:cubicBezTo>
                    <a:cubicBezTo>
                      <a:pt x="36" y="592"/>
                      <a:pt x="39" y="611"/>
                      <a:pt x="52" y="619"/>
                    </a:cubicBezTo>
                    <a:cubicBezTo>
                      <a:pt x="66" y="627"/>
                      <a:pt x="75" y="632"/>
                      <a:pt x="72" y="643"/>
                    </a:cubicBezTo>
                    <a:cubicBezTo>
                      <a:pt x="68" y="653"/>
                      <a:pt x="60" y="660"/>
                      <a:pt x="65" y="667"/>
                    </a:cubicBezTo>
                    <a:cubicBezTo>
                      <a:pt x="70" y="675"/>
                      <a:pt x="67" y="683"/>
                      <a:pt x="62" y="687"/>
                    </a:cubicBezTo>
                    <a:cubicBezTo>
                      <a:pt x="56" y="690"/>
                      <a:pt x="53" y="702"/>
                      <a:pt x="61" y="712"/>
                    </a:cubicBezTo>
                    <a:cubicBezTo>
                      <a:pt x="69" y="722"/>
                      <a:pt x="67" y="744"/>
                      <a:pt x="77" y="749"/>
                    </a:cubicBezTo>
                    <a:cubicBezTo>
                      <a:pt x="87" y="755"/>
                      <a:pt x="90" y="767"/>
                      <a:pt x="93" y="783"/>
                    </a:cubicBezTo>
                    <a:cubicBezTo>
                      <a:pt x="96" y="799"/>
                      <a:pt x="106" y="811"/>
                      <a:pt x="110" y="831"/>
                    </a:cubicBezTo>
                    <a:cubicBezTo>
                      <a:pt x="114" y="852"/>
                      <a:pt x="108" y="868"/>
                      <a:pt x="124" y="871"/>
                    </a:cubicBezTo>
                    <a:cubicBezTo>
                      <a:pt x="135" y="874"/>
                      <a:pt x="150" y="867"/>
                      <a:pt x="158" y="869"/>
                    </a:cubicBezTo>
                    <a:cubicBezTo>
                      <a:pt x="164" y="858"/>
                      <a:pt x="167" y="856"/>
                      <a:pt x="175" y="844"/>
                    </a:cubicBezTo>
                    <a:cubicBezTo>
                      <a:pt x="185" y="829"/>
                      <a:pt x="199" y="829"/>
                      <a:pt x="210" y="808"/>
                    </a:cubicBezTo>
                    <a:cubicBezTo>
                      <a:pt x="221" y="787"/>
                      <a:pt x="229" y="804"/>
                      <a:pt x="242" y="812"/>
                    </a:cubicBezTo>
                    <a:cubicBezTo>
                      <a:pt x="255" y="820"/>
                      <a:pt x="275" y="819"/>
                      <a:pt x="291" y="817"/>
                    </a:cubicBezTo>
                    <a:cubicBezTo>
                      <a:pt x="307" y="815"/>
                      <a:pt x="316" y="822"/>
                      <a:pt x="320" y="829"/>
                    </a:cubicBezTo>
                    <a:cubicBezTo>
                      <a:pt x="324" y="836"/>
                      <a:pt x="333" y="848"/>
                      <a:pt x="337" y="871"/>
                    </a:cubicBezTo>
                    <a:cubicBezTo>
                      <a:pt x="341" y="894"/>
                      <a:pt x="349" y="856"/>
                      <a:pt x="349" y="847"/>
                    </a:cubicBezTo>
                    <a:cubicBezTo>
                      <a:pt x="349" y="838"/>
                      <a:pt x="360" y="821"/>
                      <a:pt x="369" y="814"/>
                    </a:cubicBezTo>
                    <a:cubicBezTo>
                      <a:pt x="378" y="807"/>
                      <a:pt x="407" y="810"/>
                      <a:pt x="430" y="812"/>
                    </a:cubicBezTo>
                    <a:cubicBezTo>
                      <a:pt x="438" y="813"/>
                      <a:pt x="443" y="815"/>
                      <a:pt x="446" y="819"/>
                    </a:cubicBezTo>
                    <a:cubicBezTo>
                      <a:pt x="448" y="813"/>
                      <a:pt x="450" y="806"/>
                      <a:pt x="451" y="801"/>
                    </a:cubicBezTo>
                    <a:cubicBezTo>
                      <a:pt x="453" y="791"/>
                      <a:pt x="458" y="785"/>
                      <a:pt x="463" y="77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3" name="Freeform 20"/>
              <p:cNvSpPr>
                <a:spLocks/>
              </p:cNvSpPr>
              <p:nvPr/>
            </p:nvSpPr>
            <p:spPr bwMode="auto">
              <a:xfrm>
                <a:off x="3049" y="3057"/>
                <a:ext cx="160" cy="155"/>
              </a:xfrm>
              <a:custGeom>
                <a:avLst/>
                <a:gdLst>
                  <a:gd name="T0" fmla="*/ 224 w 237"/>
                  <a:gd name="T1" fmla="*/ 175 h 228"/>
                  <a:gd name="T2" fmla="*/ 174 w 237"/>
                  <a:gd name="T3" fmla="*/ 171 h 228"/>
                  <a:gd name="T4" fmla="*/ 121 w 237"/>
                  <a:gd name="T5" fmla="*/ 143 h 228"/>
                  <a:gd name="T6" fmla="*/ 38 w 237"/>
                  <a:gd name="T7" fmla="*/ 75 h 228"/>
                  <a:gd name="T8" fmla="*/ 20 w 237"/>
                  <a:gd name="T9" fmla="*/ 57 h 228"/>
                  <a:gd name="T10" fmla="*/ 14 w 237"/>
                  <a:gd name="T11" fmla="*/ 39 h 228"/>
                  <a:gd name="T12" fmla="*/ 9 w 237"/>
                  <a:gd name="T13" fmla="*/ 8 h 228"/>
                  <a:gd name="T14" fmla="*/ 0 w 237"/>
                  <a:gd name="T15" fmla="*/ 0 h 228"/>
                  <a:gd name="T16" fmla="*/ 0 w 237"/>
                  <a:gd name="T17" fmla="*/ 189 h 228"/>
                  <a:gd name="T18" fmla="*/ 24 w 237"/>
                  <a:gd name="T19" fmla="*/ 197 h 228"/>
                  <a:gd name="T20" fmla="*/ 51 w 237"/>
                  <a:gd name="T21" fmla="*/ 200 h 228"/>
                  <a:gd name="T22" fmla="*/ 83 w 237"/>
                  <a:gd name="T23" fmla="*/ 201 h 228"/>
                  <a:gd name="T24" fmla="*/ 109 w 237"/>
                  <a:gd name="T25" fmla="*/ 201 h 228"/>
                  <a:gd name="T26" fmla="*/ 137 w 237"/>
                  <a:gd name="T27" fmla="*/ 219 h 228"/>
                  <a:gd name="T28" fmla="*/ 145 w 237"/>
                  <a:gd name="T29" fmla="*/ 228 h 228"/>
                  <a:gd name="T30" fmla="*/ 146 w 237"/>
                  <a:gd name="T31" fmla="*/ 224 h 228"/>
                  <a:gd name="T32" fmla="*/ 159 w 237"/>
                  <a:gd name="T33" fmla="*/ 206 h 228"/>
                  <a:gd name="T34" fmla="*/ 217 w 237"/>
                  <a:gd name="T35" fmla="*/ 199 h 228"/>
                  <a:gd name="T36" fmla="*/ 224 w 237"/>
                  <a:gd name="T37" fmla="*/ 175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7" h="228">
                    <a:moveTo>
                      <a:pt x="224" y="175"/>
                    </a:moveTo>
                    <a:cubicBezTo>
                      <a:pt x="211" y="170"/>
                      <a:pt x="192" y="170"/>
                      <a:pt x="174" y="171"/>
                    </a:cubicBezTo>
                    <a:cubicBezTo>
                      <a:pt x="156" y="172"/>
                      <a:pt x="146" y="159"/>
                      <a:pt x="121" y="143"/>
                    </a:cubicBezTo>
                    <a:cubicBezTo>
                      <a:pt x="96" y="127"/>
                      <a:pt x="46" y="87"/>
                      <a:pt x="38" y="75"/>
                    </a:cubicBezTo>
                    <a:cubicBezTo>
                      <a:pt x="31" y="63"/>
                      <a:pt x="30" y="57"/>
                      <a:pt x="20" y="57"/>
                    </a:cubicBezTo>
                    <a:cubicBezTo>
                      <a:pt x="10" y="57"/>
                      <a:pt x="3" y="39"/>
                      <a:pt x="14" y="39"/>
                    </a:cubicBezTo>
                    <a:cubicBezTo>
                      <a:pt x="24" y="39"/>
                      <a:pt x="19" y="13"/>
                      <a:pt x="9" y="8"/>
                    </a:cubicBezTo>
                    <a:cubicBezTo>
                      <a:pt x="4" y="6"/>
                      <a:pt x="2" y="2"/>
                      <a:pt x="0" y="0"/>
                    </a:cubicBezTo>
                    <a:cubicBezTo>
                      <a:pt x="0" y="189"/>
                      <a:pt x="0" y="189"/>
                      <a:pt x="0" y="189"/>
                    </a:cubicBezTo>
                    <a:cubicBezTo>
                      <a:pt x="0" y="189"/>
                      <a:pt x="15" y="203"/>
                      <a:pt x="24" y="197"/>
                    </a:cubicBezTo>
                    <a:cubicBezTo>
                      <a:pt x="33" y="192"/>
                      <a:pt x="42" y="196"/>
                      <a:pt x="51" y="200"/>
                    </a:cubicBezTo>
                    <a:cubicBezTo>
                      <a:pt x="61" y="204"/>
                      <a:pt x="77" y="206"/>
                      <a:pt x="83" y="201"/>
                    </a:cubicBezTo>
                    <a:cubicBezTo>
                      <a:pt x="89" y="195"/>
                      <a:pt x="100" y="190"/>
                      <a:pt x="109" y="201"/>
                    </a:cubicBezTo>
                    <a:cubicBezTo>
                      <a:pt x="119" y="213"/>
                      <a:pt x="133" y="216"/>
                      <a:pt x="137" y="219"/>
                    </a:cubicBezTo>
                    <a:cubicBezTo>
                      <a:pt x="140" y="221"/>
                      <a:pt x="143" y="224"/>
                      <a:pt x="145" y="228"/>
                    </a:cubicBezTo>
                    <a:cubicBezTo>
                      <a:pt x="146" y="227"/>
                      <a:pt x="146" y="226"/>
                      <a:pt x="146" y="224"/>
                    </a:cubicBezTo>
                    <a:cubicBezTo>
                      <a:pt x="146" y="214"/>
                      <a:pt x="142" y="206"/>
                      <a:pt x="159" y="206"/>
                    </a:cubicBezTo>
                    <a:cubicBezTo>
                      <a:pt x="176" y="206"/>
                      <a:pt x="215" y="208"/>
                      <a:pt x="217" y="199"/>
                    </a:cubicBezTo>
                    <a:cubicBezTo>
                      <a:pt x="219" y="189"/>
                      <a:pt x="237" y="180"/>
                      <a:pt x="224" y="17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4" name="Freeform 21"/>
              <p:cNvSpPr>
                <a:spLocks/>
              </p:cNvSpPr>
              <p:nvPr/>
            </p:nvSpPr>
            <p:spPr bwMode="auto">
              <a:xfrm>
                <a:off x="2835" y="1498"/>
                <a:ext cx="862" cy="1551"/>
              </a:xfrm>
              <a:custGeom>
                <a:avLst/>
                <a:gdLst>
                  <a:gd name="T0" fmla="*/ 974 w 1272"/>
                  <a:gd name="T1" fmla="*/ 731 h 2289"/>
                  <a:gd name="T2" fmla="*/ 1019 w 1272"/>
                  <a:gd name="T3" fmla="*/ 580 h 2289"/>
                  <a:gd name="T4" fmla="*/ 1133 w 1272"/>
                  <a:gd name="T5" fmla="*/ 449 h 2289"/>
                  <a:gd name="T6" fmla="*/ 1264 w 1272"/>
                  <a:gd name="T7" fmla="*/ 319 h 2289"/>
                  <a:gd name="T8" fmla="*/ 1203 w 1272"/>
                  <a:gd name="T9" fmla="*/ 262 h 2289"/>
                  <a:gd name="T10" fmla="*/ 1124 w 1272"/>
                  <a:gd name="T11" fmla="*/ 390 h 2289"/>
                  <a:gd name="T12" fmla="*/ 975 w 1272"/>
                  <a:gd name="T13" fmla="*/ 386 h 2289"/>
                  <a:gd name="T14" fmla="*/ 1006 w 1272"/>
                  <a:gd name="T15" fmla="*/ 271 h 2289"/>
                  <a:gd name="T16" fmla="*/ 795 w 1272"/>
                  <a:gd name="T17" fmla="*/ 144 h 2289"/>
                  <a:gd name="T18" fmla="*/ 675 w 1272"/>
                  <a:gd name="T19" fmla="*/ 25 h 2289"/>
                  <a:gd name="T20" fmla="*/ 565 w 1272"/>
                  <a:gd name="T21" fmla="*/ 42 h 2289"/>
                  <a:gd name="T22" fmla="*/ 420 w 1272"/>
                  <a:gd name="T23" fmla="*/ 57 h 2289"/>
                  <a:gd name="T24" fmla="*/ 398 w 1272"/>
                  <a:gd name="T25" fmla="*/ 144 h 2289"/>
                  <a:gd name="T26" fmla="*/ 317 w 1272"/>
                  <a:gd name="T27" fmla="*/ 221 h 2289"/>
                  <a:gd name="T28" fmla="*/ 312 w 1272"/>
                  <a:gd name="T29" fmla="*/ 320 h 2289"/>
                  <a:gd name="T30" fmla="*/ 290 w 1272"/>
                  <a:gd name="T31" fmla="*/ 390 h 2289"/>
                  <a:gd name="T32" fmla="*/ 236 w 1272"/>
                  <a:gd name="T33" fmla="*/ 503 h 2289"/>
                  <a:gd name="T34" fmla="*/ 225 w 1272"/>
                  <a:gd name="T35" fmla="*/ 597 h 2289"/>
                  <a:gd name="T36" fmla="*/ 189 w 1272"/>
                  <a:gd name="T37" fmla="*/ 696 h 2289"/>
                  <a:gd name="T38" fmla="*/ 219 w 1272"/>
                  <a:gd name="T39" fmla="*/ 780 h 2289"/>
                  <a:gd name="T40" fmla="*/ 218 w 1272"/>
                  <a:gd name="T41" fmla="*/ 881 h 2289"/>
                  <a:gd name="T42" fmla="*/ 202 w 1272"/>
                  <a:gd name="T43" fmla="*/ 990 h 2289"/>
                  <a:gd name="T44" fmla="*/ 152 w 1272"/>
                  <a:gd name="T45" fmla="*/ 1076 h 2289"/>
                  <a:gd name="T46" fmla="*/ 144 w 1272"/>
                  <a:gd name="T47" fmla="*/ 1204 h 2289"/>
                  <a:gd name="T48" fmla="*/ 111 w 1272"/>
                  <a:gd name="T49" fmla="*/ 1332 h 2289"/>
                  <a:gd name="T50" fmla="*/ 113 w 1272"/>
                  <a:gd name="T51" fmla="*/ 1445 h 2289"/>
                  <a:gd name="T52" fmla="*/ 106 w 1272"/>
                  <a:gd name="T53" fmla="*/ 1550 h 2289"/>
                  <a:gd name="T54" fmla="*/ 153 w 1272"/>
                  <a:gd name="T55" fmla="*/ 1644 h 2289"/>
                  <a:gd name="T56" fmla="*/ 130 w 1272"/>
                  <a:gd name="T57" fmla="*/ 1688 h 2289"/>
                  <a:gd name="T58" fmla="*/ 113 w 1272"/>
                  <a:gd name="T59" fmla="*/ 1783 h 2289"/>
                  <a:gd name="T60" fmla="*/ 79 w 1272"/>
                  <a:gd name="T61" fmla="*/ 1882 h 2289"/>
                  <a:gd name="T62" fmla="*/ 62 w 1272"/>
                  <a:gd name="T63" fmla="*/ 1968 h 2289"/>
                  <a:gd name="T64" fmla="*/ 5 w 1272"/>
                  <a:gd name="T65" fmla="*/ 2098 h 2289"/>
                  <a:gd name="T66" fmla="*/ 63 w 1272"/>
                  <a:gd name="T67" fmla="*/ 2138 h 2289"/>
                  <a:gd name="T68" fmla="*/ 79 w 1272"/>
                  <a:gd name="T69" fmla="*/ 2224 h 2289"/>
                  <a:gd name="T70" fmla="*/ 254 w 1272"/>
                  <a:gd name="T71" fmla="*/ 2260 h 2289"/>
                  <a:gd name="T72" fmla="*/ 328 w 1272"/>
                  <a:gd name="T73" fmla="*/ 2260 h 2289"/>
                  <a:gd name="T74" fmla="*/ 376 w 1272"/>
                  <a:gd name="T75" fmla="*/ 2072 h 2289"/>
                  <a:gd name="T76" fmla="*/ 492 w 1272"/>
                  <a:gd name="T77" fmla="*/ 1897 h 2289"/>
                  <a:gd name="T78" fmla="*/ 408 w 1272"/>
                  <a:gd name="T79" fmla="*/ 1804 h 2289"/>
                  <a:gd name="T80" fmla="*/ 480 w 1272"/>
                  <a:gd name="T81" fmla="*/ 1671 h 2289"/>
                  <a:gd name="T82" fmla="*/ 535 w 1272"/>
                  <a:gd name="T83" fmla="*/ 1561 h 2289"/>
                  <a:gd name="T84" fmla="*/ 555 w 1272"/>
                  <a:gd name="T85" fmla="*/ 1495 h 2289"/>
                  <a:gd name="T86" fmla="*/ 637 w 1272"/>
                  <a:gd name="T87" fmla="*/ 1493 h 2289"/>
                  <a:gd name="T88" fmla="*/ 588 w 1272"/>
                  <a:gd name="T89" fmla="*/ 1470 h 2289"/>
                  <a:gd name="T90" fmla="*/ 540 w 1272"/>
                  <a:gd name="T91" fmla="*/ 1378 h 2289"/>
                  <a:gd name="T92" fmla="*/ 614 w 1272"/>
                  <a:gd name="T93" fmla="*/ 1374 h 2289"/>
                  <a:gd name="T94" fmla="*/ 709 w 1272"/>
                  <a:gd name="T95" fmla="*/ 1311 h 2289"/>
                  <a:gd name="T96" fmla="*/ 718 w 1272"/>
                  <a:gd name="T97" fmla="*/ 1219 h 2289"/>
                  <a:gd name="T98" fmla="*/ 794 w 1272"/>
                  <a:gd name="T99" fmla="*/ 1218 h 2289"/>
                  <a:gd name="T100" fmla="*/ 1065 w 1272"/>
                  <a:gd name="T101" fmla="*/ 1077 h 2289"/>
                  <a:gd name="T102" fmla="*/ 1035 w 1272"/>
                  <a:gd name="T103" fmla="*/ 931 h 2289"/>
                  <a:gd name="T104" fmla="*/ 1001 w 1272"/>
                  <a:gd name="T105" fmla="*/ 884 h 2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72" h="2289">
                    <a:moveTo>
                      <a:pt x="979" y="840"/>
                    </a:moveTo>
                    <a:cubicBezTo>
                      <a:pt x="971" y="831"/>
                      <a:pt x="974" y="819"/>
                      <a:pt x="973" y="807"/>
                    </a:cubicBezTo>
                    <a:cubicBezTo>
                      <a:pt x="972" y="795"/>
                      <a:pt x="971" y="786"/>
                      <a:pt x="979" y="774"/>
                    </a:cubicBezTo>
                    <a:cubicBezTo>
                      <a:pt x="987" y="762"/>
                      <a:pt x="978" y="749"/>
                      <a:pt x="974" y="731"/>
                    </a:cubicBezTo>
                    <a:cubicBezTo>
                      <a:pt x="970" y="713"/>
                      <a:pt x="975" y="706"/>
                      <a:pt x="984" y="696"/>
                    </a:cubicBezTo>
                    <a:cubicBezTo>
                      <a:pt x="993" y="686"/>
                      <a:pt x="986" y="662"/>
                      <a:pt x="995" y="648"/>
                    </a:cubicBezTo>
                    <a:cubicBezTo>
                      <a:pt x="1004" y="634"/>
                      <a:pt x="996" y="627"/>
                      <a:pt x="994" y="614"/>
                    </a:cubicBezTo>
                    <a:cubicBezTo>
                      <a:pt x="992" y="601"/>
                      <a:pt x="1005" y="588"/>
                      <a:pt x="1019" y="580"/>
                    </a:cubicBezTo>
                    <a:cubicBezTo>
                      <a:pt x="1033" y="572"/>
                      <a:pt x="1029" y="560"/>
                      <a:pt x="1045" y="553"/>
                    </a:cubicBezTo>
                    <a:cubicBezTo>
                      <a:pt x="1061" y="546"/>
                      <a:pt x="1060" y="536"/>
                      <a:pt x="1071" y="519"/>
                    </a:cubicBezTo>
                    <a:cubicBezTo>
                      <a:pt x="1082" y="502"/>
                      <a:pt x="1094" y="501"/>
                      <a:pt x="1104" y="486"/>
                    </a:cubicBezTo>
                    <a:cubicBezTo>
                      <a:pt x="1114" y="471"/>
                      <a:pt x="1120" y="468"/>
                      <a:pt x="1133" y="449"/>
                    </a:cubicBezTo>
                    <a:cubicBezTo>
                      <a:pt x="1146" y="430"/>
                      <a:pt x="1158" y="429"/>
                      <a:pt x="1172" y="418"/>
                    </a:cubicBezTo>
                    <a:cubicBezTo>
                      <a:pt x="1186" y="407"/>
                      <a:pt x="1198" y="391"/>
                      <a:pt x="1235" y="383"/>
                    </a:cubicBezTo>
                    <a:cubicBezTo>
                      <a:pt x="1272" y="375"/>
                      <a:pt x="1257" y="360"/>
                      <a:pt x="1256" y="346"/>
                    </a:cubicBezTo>
                    <a:cubicBezTo>
                      <a:pt x="1255" y="332"/>
                      <a:pt x="1257" y="327"/>
                      <a:pt x="1264" y="319"/>
                    </a:cubicBezTo>
                    <a:cubicBezTo>
                      <a:pt x="1271" y="311"/>
                      <a:pt x="1266" y="303"/>
                      <a:pt x="1262" y="298"/>
                    </a:cubicBezTo>
                    <a:cubicBezTo>
                      <a:pt x="1258" y="293"/>
                      <a:pt x="1254" y="284"/>
                      <a:pt x="1254" y="275"/>
                    </a:cubicBezTo>
                    <a:cubicBezTo>
                      <a:pt x="1254" y="266"/>
                      <a:pt x="1243" y="263"/>
                      <a:pt x="1227" y="263"/>
                    </a:cubicBezTo>
                    <a:cubicBezTo>
                      <a:pt x="1219" y="263"/>
                      <a:pt x="1210" y="262"/>
                      <a:pt x="1203" y="262"/>
                    </a:cubicBezTo>
                    <a:cubicBezTo>
                      <a:pt x="1202" y="268"/>
                      <a:pt x="1202" y="275"/>
                      <a:pt x="1202" y="285"/>
                    </a:cubicBezTo>
                    <a:cubicBezTo>
                      <a:pt x="1202" y="302"/>
                      <a:pt x="1208" y="328"/>
                      <a:pt x="1187" y="343"/>
                    </a:cubicBezTo>
                    <a:cubicBezTo>
                      <a:pt x="1166" y="358"/>
                      <a:pt x="1143" y="358"/>
                      <a:pt x="1142" y="373"/>
                    </a:cubicBezTo>
                    <a:cubicBezTo>
                      <a:pt x="1141" y="388"/>
                      <a:pt x="1132" y="393"/>
                      <a:pt x="1124" y="390"/>
                    </a:cubicBezTo>
                    <a:cubicBezTo>
                      <a:pt x="1116" y="387"/>
                      <a:pt x="1107" y="379"/>
                      <a:pt x="1096" y="389"/>
                    </a:cubicBezTo>
                    <a:cubicBezTo>
                      <a:pt x="1085" y="399"/>
                      <a:pt x="1083" y="400"/>
                      <a:pt x="1065" y="398"/>
                    </a:cubicBezTo>
                    <a:cubicBezTo>
                      <a:pt x="1047" y="396"/>
                      <a:pt x="1033" y="397"/>
                      <a:pt x="1019" y="393"/>
                    </a:cubicBezTo>
                    <a:cubicBezTo>
                      <a:pt x="1005" y="389"/>
                      <a:pt x="998" y="386"/>
                      <a:pt x="975" y="386"/>
                    </a:cubicBezTo>
                    <a:cubicBezTo>
                      <a:pt x="952" y="386"/>
                      <a:pt x="933" y="386"/>
                      <a:pt x="955" y="366"/>
                    </a:cubicBezTo>
                    <a:cubicBezTo>
                      <a:pt x="977" y="346"/>
                      <a:pt x="976" y="341"/>
                      <a:pt x="977" y="319"/>
                    </a:cubicBezTo>
                    <a:cubicBezTo>
                      <a:pt x="978" y="297"/>
                      <a:pt x="980" y="301"/>
                      <a:pt x="991" y="293"/>
                    </a:cubicBezTo>
                    <a:cubicBezTo>
                      <a:pt x="1002" y="285"/>
                      <a:pt x="1001" y="285"/>
                      <a:pt x="1006" y="271"/>
                    </a:cubicBezTo>
                    <a:cubicBezTo>
                      <a:pt x="1011" y="257"/>
                      <a:pt x="1012" y="253"/>
                      <a:pt x="997" y="239"/>
                    </a:cubicBezTo>
                    <a:cubicBezTo>
                      <a:pt x="982" y="225"/>
                      <a:pt x="947" y="224"/>
                      <a:pt x="926" y="210"/>
                    </a:cubicBezTo>
                    <a:cubicBezTo>
                      <a:pt x="905" y="196"/>
                      <a:pt x="874" y="159"/>
                      <a:pt x="850" y="160"/>
                    </a:cubicBezTo>
                    <a:cubicBezTo>
                      <a:pt x="826" y="161"/>
                      <a:pt x="802" y="158"/>
                      <a:pt x="795" y="144"/>
                    </a:cubicBezTo>
                    <a:cubicBezTo>
                      <a:pt x="788" y="130"/>
                      <a:pt x="779" y="123"/>
                      <a:pt x="766" y="118"/>
                    </a:cubicBezTo>
                    <a:cubicBezTo>
                      <a:pt x="753" y="113"/>
                      <a:pt x="745" y="106"/>
                      <a:pt x="735" y="91"/>
                    </a:cubicBezTo>
                    <a:cubicBezTo>
                      <a:pt x="725" y="76"/>
                      <a:pt x="720" y="67"/>
                      <a:pt x="709" y="57"/>
                    </a:cubicBezTo>
                    <a:cubicBezTo>
                      <a:pt x="698" y="47"/>
                      <a:pt x="698" y="27"/>
                      <a:pt x="675" y="25"/>
                    </a:cubicBezTo>
                    <a:cubicBezTo>
                      <a:pt x="652" y="23"/>
                      <a:pt x="623" y="20"/>
                      <a:pt x="614" y="27"/>
                    </a:cubicBezTo>
                    <a:cubicBezTo>
                      <a:pt x="605" y="34"/>
                      <a:pt x="594" y="51"/>
                      <a:pt x="594" y="60"/>
                    </a:cubicBezTo>
                    <a:cubicBezTo>
                      <a:pt x="594" y="69"/>
                      <a:pt x="586" y="107"/>
                      <a:pt x="582" y="84"/>
                    </a:cubicBezTo>
                    <a:cubicBezTo>
                      <a:pt x="578" y="61"/>
                      <a:pt x="569" y="49"/>
                      <a:pt x="565" y="42"/>
                    </a:cubicBezTo>
                    <a:cubicBezTo>
                      <a:pt x="561" y="35"/>
                      <a:pt x="552" y="28"/>
                      <a:pt x="536" y="30"/>
                    </a:cubicBezTo>
                    <a:cubicBezTo>
                      <a:pt x="520" y="32"/>
                      <a:pt x="500" y="33"/>
                      <a:pt x="487" y="25"/>
                    </a:cubicBezTo>
                    <a:cubicBezTo>
                      <a:pt x="474" y="17"/>
                      <a:pt x="466" y="0"/>
                      <a:pt x="455" y="21"/>
                    </a:cubicBezTo>
                    <a:cubicBezTo>
                      <a:pt x="444" y="42"/>
                      <a:pt x="430" y="42"/>
                      <a:pt x="420" y="57"/>
                    </a:cubicBezTo>
                    <a:cubicBezTo>
                      <a:pt x="412" y="69"/>
                      <a:pt x="409" y="71"/>
                      <a:pt x="403" y="82"/>
                    </a:cubicBezTo>
                    <a:cubicBezTo>
                      <a:pt x="407" y="83"/>
                      <a:pt x="409" y="85"/>
                      <a:pt x="408" y="91"/>
                    </a:cubicBezTo>
                    <a:cubicBezTo>
                      <a:pt x="406" y="110"/>
                      <a:pt x="407" y="117"/>
                      <a:pt x="403" y="123"/>
                    </a:cubicBezTo>
                    <a:cubicBezTo>
                      <a:pt x="399" y="129"/>
                      <a:pt x="398" y="136"/>
                      <a:pt x="398" y="144"/>
                    </a:cubicBezTo>
                    <a:cubicBezTo>
                      <a:pt x="398" y="152"/>
                      <a:pt x="396" y="159"/>
                      <a:pt x="385" y="162"/>
                    </a:cubicBezTo>
                    <a:cubicBezTo>
                      <a:pt x="373" y="166"/>
                      <a:pt x="355" y="173"/>
                      <a:pt x="345" y="182"/>
                    </a:cubicBezTo>
                    <a:cubicBezTo>
                      <a:pt x="336" y="190"/>
                      <a:pt x="321" y="196"/>
                      <a:pt x="319" y="200"/>
                    </a:cubicBezTo>
                    <a:cubicBezTo>
                      <a:pt x="316" y="204"/>
                      <a:pt x="308" y="210"/>
                      <a:pt x="317" y="221"/>
                    </a:cubicBezTo>
                    <a:cubicBezTo>
                      <a:pt x="327" y="232"/>
                      <a:pt x="323" y="240"/>
                      <a:pt x="317" y="246"/>
                    </a:cubicBezTo>
                    <a:cubicBezTo>
                      <a:pt x="311" y="252"/>
                      <a:pt x="311" y="266"/>
                      <a:pt x="316" y="275"/>
                    </a:cubicBezTo>
                    <a:cubicBezTo>
                      <a:pt x="321" y="284"/>
                      <a:pt x="324" y="294"/>
                      <a:pt x="324" y="300"/>
                    </a:cubicBezTo>
                    <a:cubicBezTo>
                      <a:pt x="324" y="305"/>
                      <a:pt x="312" y="308"/>
                      <a:pt x="312" y="320"/>
                    </a:cubicBezTo>
                    <a:cubicBezTo>
                      <a:pt x="312" y="332"/>
                      <a:pt x="316" y="335"/>
                      <a:pt x="323" y="340"/>
                    </a:cubicBezTo>
                    <a:cubicBezTo>
                      <a:pt x="329" y="344"/>
                      <a:pt x="336" y="351"/>
                      <a:pt x="331" y="360"/>
                    </a:cubicBezTo>
                    <a:cubicBezTo>
                      <a:pt x="325" y="368"/>
                      <a:pt x="320" y="372"/>
                      <a:pt x="311" y="372"/>
                    </a:cubicBezTo>
                    <a:cubicBezTo>
                      <a:pt x="301" y="371"/>
                      <a:pt x="291" y="382"/>
                      <a:pt x="290" y="390"/>
                    </a:cubicBezTo>
                    <a:cubicBezTo>
                      <a:pt x="289" y="399"/>
                      <a:pt x="288" y="408"/>
                      <a:pt x="281" y="419"/>
                    </a:cubicBezTo>
                    <a:cubicBezTo>
                      <a:pt x="273" y="430"/>
                      <a:pt x="267" y="438"/>
                      <a:pt x="258" y="444"/>
                    </a:cubicBezTo>
                    <a:cubicBezTo>
                      <a:pt x="249" y="451"/>
                      <a:pt x="241" y="458"/>
                      <a:pt x="242" y="470"/>
                    </a:cubicBezTo>
                    <a:cubicBezTo>
                      <a:pt x="243" y="483"/>
                      <a:pt x="246" y="494"/>
                      <a:pt x="236" y="503"/>
                    </a:cubicBezTo>
                    <a:cubicBezTo>
                      <a:pt x="226" y="512"/>
                      <a:pt x="220" y="517"/>
                      <a:pt x="222" y="528"/>
                    </a:cubicBezTo>
                    <a:cubicBezTo>
                      <a:pt x="224" y="540"/>
                      <a:pt x="234" y="540"/>
                      <a:pt x="231" y="552"/>
                    </a:cubicBezTo>
                    <a:cubicBezTo>
                      <a:pt x="227" y="564"/>
                      <a:pt x="228" y="571"/>
                      <a:pt x="231" y="576"/>
                    </a:cubicBezTo>
                    <a:cubicBezTo>
                      <a:pt x="235" y="580"/>
                      <a:pt x="235" y="594"/>
                      <a:pt x="225" y="597"/>
                    </a:cubicBezTo>
                    <a:cubicBezTo>
                      <a:pt x="216" y="600"/>
                      <a:pt x="211" y="600"/>
                      <a:pt x="208" y="614"/>
                    </a:cubicBezTo>
                    <a:cubicBezTo>
                      <a:pt x="205" y="628"/>
                      <a:pt x="206" y="638"/>
                      <a:pt x="200" y="644"/>
                    </a:cubicBezTo>
                    <a:cubicBezTo>
                      <a:pt x="194" y="650"/>
                      <a:pt x="187" y="660"/>
                      <a:pt x="186" y="669"/>
                    </a:cubicBezTo>
                    <a:cubicBezTo>
                      <a:pt x="185" y="678"/>
                      <a:pt x="181" y="682"/>
                      <a:pt x="189" y="696"/>
                    </a:cubicBezTo>
                    <a:cubicBezTo>
                      <a:pt x="197" y="709"/>
                      <a:pt x="200" y="704"/>
                      <a:pt x="201" y="712"/>
                    </a:cubicBezTo>
                    <a:cubicBezTo>
                      <a:pt x="201" y="719"/>
                      <a:pt x="205" y="728"/>
                      <a:pt x="206" y="735"/>
                    </a:cubicBezTo>
                    <a:cubicBezTo>
                      <a:pt x="207" y="742"/>
                      <a:pt x="205" y="754"/>
                      <a:pt x="215" y="762"/>
                    </a:cubicBezTo>
                    <a:cubicBezTo>
                      <a:pt x="224" y="769"/>
                      <a:pt x="224" y="772"/>
                      <a:pt x="219" y="780"/>
                    </a:cubicBezTo>
                    <a:cubicBezTo>
                      <a:pt x="213" y="789"/>
                      <a:pt x="212" y="799"/>
                      <a:pt x="223" y="804"/>
                    </a:cubicBezTo>
                    <a:cubicBezTo>
                      <a:pt x="235" y="810"/>
                      <a:pt x="243" y="807"/>
                      <a:pt x="237" y="820"/>
                    </a:cubicBezTo>
                    <a:cubicBezTo>
                      <a:pt x="231" y="834"/>
                      <a:pt x="237" y="838"/>
                      <a:pt x="233" y="852"/>
                    </a:cubicBezTo>
                    <a:cubicBezTo>
                      <a:pt x="229" y="867"/>
                      <a:pt x="224" y="870"/>
                      <a:pt x="218" y="881"/>
                    </a:cubicBezTo>
                    <a:cubicBezTo>
                      <a:pt x="212" y="892"/>
                      <a:pt x="207" y="906"/>
                      <a:pt x="203" y="914"/>
                    </a:cubicBezTo>
                    <a:cubicBezTo>
                      <a:pt x="200" y="923"/>
                      <a:pt x="192" y="932"/>
                      <a:pt x="192" y="942"/>
                    </a:cubicBezTo>
                    <a:cubicBezTo>
                      <a:pt x="192" y="952"/>
                      <a:pt x="189" y="965"/>
                      <a:pt x="196" y="968"/>
                    </a:cubicBezTo>
                    <a:cubicBezTo>
                      <a:pt x="203" y="970"/>
                      <a:pt x="202" y="982"/>
                      <a:pt x="202" y="990"/>
                    </a:cubicBezTo>
                    <a:cubicBezTo>
                      <a:pt x="202" y="998"/>
                      <a:pt x="198" y="1007"/>
                      <a:pt x="190" y="1012"/>
                    </a:cubicBezTo>
                    <a:cubicBezTo>
                      <a:pt x="182" y="1016"/>
                      <a:pt x="181" y="1026"/>
                      <a:pt x="169" y="1030"/>
                    </a:cubicBezTo>
                    <a:cubicBezTo>
                      <a:pt x="157" y="1034"/>
                      <a:pt x="153" y="1047"/>
                      <a:pt x="152" y="1054"/>
                    </a:cubicBezTo>
                    <a:cubicBezTo>
                      <a:pt x="151" y="1062"/>
                      <a:pt x="149" y="1068"/>
                      <a:pt x="152" y="1076"/>
                    </a:cubicBezTo>
                    <a:cubicBezTo>
                      <a:pt x="155" y="1083"/>
                      <a:pt x="146" y="1124"/>
                      <a:pt x="155" y="1137"/>
                    </a:cubicBezTo>
                    <a:cubicBezTo>
                      <a:pt x="163" y="1150"/>
                      <a:pt x="162" y="1159"/>
                      <a:pt x="161" y="1164"/>
                    </a:cubicBezTo>
                    <a:cubicBezTo>
                      <a:pt x="159" y="1168"/>
                      <a:pt x="177" y="1181"/>
                      <a:pt x="168" y="1192"/>
                    </a:cubicBezTo>
                    <a:cubicBezTo>
                      <a:pt x="159" y="1204"/>
                      <a:pt x="154" y="1197"/>
                      <a:pt x="144" y="1204"/>
                    </a:cubicBezTo>
                    <a:cubicBezTo>
                      <a:pt x="134" y="1212"/>
                      <a:pt x="129" y="1227"/>
                      <a:pt x="133" y="1238"/>
                    </a:cubicBezTo>
                    <a:cubicBezTo>
                      <a:pt x="137" y="1250"/>
                      <a:pt x="134" y="1259"/>
                      <a:pt x="125" y="1264"/>
                    </a:cubicBezTo>
                    <a:cubicBezTo>
                      <a:pt x="115" y="1268"/>
                      <a:pt x="117" y="1276"/>
                      <a:pt x="117" y="1288"/>
                    </a:cubicBezTo>
                    <a:cubicBezTo>
                      <a:pt x="117" y="1299"/>
                      <a:pt x="117" y="1324"/>
                      <a:pt x="111" y="1332"/>
                    </a:cubicBezTo>
                    <a:cubicBezTo>
                      <a:pt x="105" y="1341"/>
                      <a:pt x="105" y="1354"/>
                      <a:pt x="105" y="1359"/>
                    </a:cubicBezTo>
                    <a:cubicBezTo>
                      <a:pt x="105" y="1364"/>
                      <a:pt x="106" y="1374"/>
                      <a:pt x="105" y="1387"/>
                    </a:cubicBezTo>
                    <a:cubicBezTo>
                      <a:pt x="105" y="1400"/>
                      <a:pt x="103" y="1425"/>
                      <a:pt x="107" y="1431"/>
                    </a:cubicBezTo>
                    <a:cubicBezTo>
                      <a:pt x="111" y="1437"/>
                      <a:pt x="113" y="1438"/>
                      <a:pt x="113" y="1445"/>
                    </a:cubicBezTo>
                    <a:cubicBezTo>
                      <a:pt x="113" y="1452"/>
                      <a:pt x="119" y="1455"/>
                      <a:pt x="111" y="1459"/>
                    </a:cubicBezTo>
                    <a:cubicBezTo>
                      <a:pt x="103" y="1463"/>
                      <a:pt x="92" y="1467"/>
                      <a:pt x="92" y="1473"/>
                    </a:cubicBezTo>
                    <a:cubicBezTo>
                      <a:pt x="92" y="1479"/>
                      <a:pt x="88" y="1525"/>
                      <a:pt x="97" y="1530"/>
                    </a:cubicBezTo>
                    <a:cubicBezTo>
                      <a:pt x="107" y="1534"/>
                      <a:pt x="109" y="1540"/>
                      <a:pt x="106" y="1550"/>
                    </a:cubicBezTo>
                    <a:cubicBezTo>
                      <a:pt x="103" y="1561"/>
                      <a:pt x="116" y="1566"/>
                      <a:pt x="113" y="1578"/>
                    </a:cubicBezTo>
                    <a:cubicBezTo>
                      <a:pt x="111" y="1589"/>
                      <a:pt x="123" y="1596"/>
                      <a:pt x="115" y="1607"/>
                    </a:cubicBezTo>
                    <a:cubicBezTo>
                      <a:pt x="108" y="1618"/>
                      <a:pt x="107" y="1632"/>
                      <a:pt x="120" y="1634"/>
                    </a:cubicBezTo>
                    <a:cubicBezTo>
                      <a:pt x="133" y="1635"/>
                      <a:pt x="153" y="1633"/>
                      <a:pt x="153" y="1644"/>
                    </a:cubicBezTo>
                    <a:cubicBezTo>
                      <a:pt x="152" y="1656"/>
                      <a:pt x="139" y="1664"/>
                      <a:pt x="127" y="1664"/>
                    </a:cubicBezTo>
                    <a:cubicBezTo>
                      <a:pt x="116" y="1664"/>
                      <a:pt x="97" y="1654"/>
                      <a:pt x="97" y="1660"/>
                    </a:cubicBezTo>
                    <a:cubicBezTo>
                      <a:pt x="97" y="1666"/>
                      <a:pt x="96" y="1672"/>
                      <a:pt x="105" y="1674"/>
                    </a:cubicBezTo>
                    <a:cubicBezTo>
                      <a:pt x="115" y="1676"/>
                      <a:pt x="125" y="1677"/>
                      <a:pt x="130" y="1688"/>
                    </a:cubicBezTo>
                    <a:cubicBezTo>
                      <a:pt x="135" y="1698"/>
                      <a:pt x="153" y="1702"/>
                      <a:pt x="139" y="1712"/>
                    </a:cubicBezTo>
                    <a:cubicBezTo>
                      <a:pt x="125" y="1722"/>
                      <a:pt x="114" y="1725"/>
                      <a:pt x="113" y="1734"/>
                    </a:cubicBezTo>
                    <a:cubicBezTo>
                      <a:pt x="113" y="1744"/>
                      <a:pt x="131" y="1754"/>
                      <a:pt x="119" y="1760"/>
                    </a:cubicBezTo>
                    <a:cubicBezTo>
                      <a:pt x="108" y="1767"/>
                      <a:pt x="97" y="1774"/>
                      <a:pt x="113" y="1783"/>
                    </a:cubicBezTo>
                    <a:cubicBezTo>
                      <a:pt x="128" y="1792"/>
                      <a:pt x="119" y="1797"/>
                      <a:pt x="118" y="1809"/>
                    </a:cubicBezTo>
                    <a:cubicBezTo>
                      <a:pt x="117" y="1821"/>
                      <a:pt x="103" y="1813"/>
                      <a:pt x="103" y="1829"/>
                    </a:cubicBezTo>
                    <a:cubicBezTo>
                      <a:pt x="103" y="1845"/>
                      <a:pt x="112" y="1860"/>
                      <a:pt x="99" y="1866"/>
                    </a:cubicBezTo>
                    <a:cubicBezTo>
                      <a:pt x="85" y="1873"/>
                      <a:pt x="80" y="1871"/>
                      <a:pt x="79" y="1882"/>
                    </a:cubicBezTo>
                    <a:cubicBezTo>
                      <a:pt x="77" y="1892"/>
                      <a:pt x="69" y="1895"/>
                      <a:pt x="68" y="1906"/>
                    </a:cubicBezTo>
                    <a:cubicBezTo>
                      <a:pt x="67" y="1918"/>
                      <a:pt x="72" y="1913"/>
                      <a:pt x="76" y="1923"/>
                    </a:cubicBezTo>
                    <a:cubicBezTo>
                      <a:pt x="80" y="1933"/>
                      <a:pt x="84" y="1939"/>
                      <a:pt x="80" y="1948"/>
                    </a:cubicBezTo>
                    <a:cubicBezTo>
                      <a:pt x="76" y="1958"/>
                      <a:pt x="61" y="1956"/>
                      <a:pt x="62" y="1968"/>
                    </a:cubicBezTo>
                    <a:cubicBezTo>
                      <a:pt x="63" y="1979"/>
                      <a:pt x="63" y="1990"/>
                      <a:pt x="51" y="1998"/>
                    </a:cubicBezTo>
                    <a:cubicBezTo>
                      <a:pt x="40" y="2007"/>
                      <a:pt x="36" y="2010"/>
                      <a:pt x="29" y="2018"/>
                    </a:cubicBezTo>
                    <a:cubicBezTo>
                      <a:pt x="23" y="2026"/>
                      <a:pt x="7" y="2022"/>
                      <a:pt x="4" y="2033"/>
                    </a:cubicBezTo>
                    <a:cubicBezTo>
                      <a:pt x="1" y="2044"/>
                      <a:pt x="0" y="2092"/>
                      <a:pt x="5" y="2098"/>
                    </a:cubicBezTo>
                    <a:cubicBezTo>
                      <a:pt x="9" y="2105"/>
                      <a:pt x="20" y="2105"/>
                      <a:pt x="18" y="2117"/>
                    </a:cubicBezTo>
                    <a:cubicBezTo>
                      <a:pt x="16" y="2129"/>
                      <a:pt x="20" y="2140"/>
                      <a:pt x="27" y="2144"/>
                    </a:cubicBezTo>
                    <a:cubicBezTo>
                      <a:pt x="35" y="2147"/>
                      <a:pt x="41" y="2149"/>
                      <a:pt x="45" y="2144"/>
                    </a:cubicBezTo>
                    <a:cubicBezTo>
                      <a:pt x="49" y="2138"/>
                      <a:pt x="51" y="2135"/>
                      <a:pt x="63" y="2138"/>
                    </a:cubicBezTo>
                    <a:cubicBezTo>
                      <a:pt x="75" y="2140"/>
                      <a:pt x="81" y="2143"/>
                      <a:pt x="81" y="2147"/>
                    </a:cubicBezTo>
                    <a:cubicBezTo>
                      <a:pt x="81" y="2151"/>
                      <a:pt x="94" y="2156"/>
                      <a:pt x="87" y="2164"/>
                    </a:cubicBezTo>
                    <a:cubicBezTo>
                      <a:pt x="79" y="2172"/>
                      <a:pt x="79" y="2176"/>
                      <a:pt x="79" y="2187"/>
                    </a:cubicBezTo>
                    <a:cubicBezTo>
                      <a:pt x="79" y="2198"/>
                      <a:pt x="70" y="2215"/>
                      <a:pt x="79" y="2224"/>
                    </a:cubicBezTo>
                    <a:cubicBezTo>
                      <a:pt x="89" y="2232"/>
                      <a:pt x="101" y="2233"/>
                      <a:pt x="104" y="2244"/>
                    </a:cubicBezTo>
                    <a:cubicBezTo>
                      <a:pt x="107" y="2256"/>
                      <a:pt x="122" y="2256"/>
                      <a:pt x="132" y="2256"/>
                    </a:cubicBezTo>
                    <a:cubicBezTo>
                      <a:pt x="142" y="2256"/>
                      <a:pt x="172" y="2256"/>
                      <a:pt x="196" y="2256"/>
                    </a:cubicBezTo>
                    <a:cubicBezTo>
                      <a:pt x="220" y="2256"/>
                      <a:pt x="246" y="2255"/>
                      <a:pt x="254" y="2260"/>
                    </a:cubicBezTo>
                    <a:cubicBezTo>
                      <a:pt x="262" y="2266"/>
                      <a:pt x="280" y="2259"/>
                      <a:pt x="290" y="2264"/>
                    </a:cubicBezTo>
                    <a:cubicBezTo>
                      <a:pt x="300" y="2270"/>
                      <a:pt x="309" y="2270"/>
                      <a:pt x="319" y="2277"/>
                    </a:cubicBezTo>
                    <a:cubicBezTo>
                      <a:pt x="325" y="2281"/>
                      <a:pt x="330" y="2286"/>
                      <a:pt x="333" y="2289"/>
                    </a:cubicBezTo>
                    <a:cubicBezTo>
                      <a:pt x="338" y="2284"/>
                      <a:pt x="337" y="2270"/>
                      <a:pt x="328" y="2260"/>
                    </a:cubicBezTo>
                    <a:cubicBezTo>
                      <a:pt x="317" y="2248"/>
                      <a:pt x="289" y="2194"/>
                      <a:pt x="288" y="2179"/>
                    </a:cubicBezTo>
                    <a:cubicBezTo>
                      <a:pt x="287" y="2164"/>
                      <a:pt x="284" y="2132"/>
                      <a:pt x="296" y="2122"/>
                    </a:cubicBezTo>
                    <a:cubicBezTo>
                      <a:pt x="308" y="2112"/>
                      <a:pt x="319" y="2107"/>
                      <a:pt x="327" y="2099"/>
                    </a:cubicBezTo>
                    <a:cubicBezTo>
                      <a:pt x="336" y="2092"/>
                      <a:pt x="374" y="2103"/>
                      <a:pt x="376" y="2072"/>
                    </a:cubicBezTo>
                    <a:cubicBezTo>
                      <a:pt x="378" y="2041"/>
                      <a:pt x="386" y="1996"/>
                      <a:pt x="404" y="1986"/>
                    </a:cubicBezTo>
                    <a:cubicBezTo>
                      <a:pt x="422" y="1977"/>
                      <a:pt x="441" y="1956"/>
                      <a:pt x="460" y="1944"/>
                    </a:cubicBezTo>
                    <a:cubicBezTo>
                      <a:pt x="478" y="1933"/>
                      <a:pt x="499" y="1922"/>
                      <a:pt x="498" y="1913"/>
                    </a:cubicBezTo>
                    <a:cubicBezTo>
                      <a:pt x="497" y="1905"/>
                      <a:pt x="488" y="1910"/>
                      <a:pt x="492" y="1897"/>
                    </a:cubicBezTo>
                    <a:cubicBezTo>
                      <a:pt x="497" y="1884"/>
                      <a:pt x="503" y="1881"/>
                      <a:pt x="501" y="1867"/>
                    </a:cubicBezTo>
                    <a:cubicBezTo>
                      <a:pt x="498" y="1854"/>
                      <a:pt x="505" y="1843"/>
                      <a:pt x="485" y="1842"/>
                    </a:cubicBezTo>
                    <a:cubicBezTo>
                      <a:pt x="465" y="1841"/>
                      <a:pt x="442" y="1843"/>
                      <a:pt x="432" y="1830"/>
                    </a:cubicBezTo>
                    <a:cubicBezTo>
                      <a:pt x="421" y="1816"/>
                      <a:pt x="420" y="1810"/>
                      <a:pt x="408" y="1804"/>
                    </a:cubicBezTo>
                    <a:cubicBezTo>
                      <a:pt x="395" y="1797"/>
                      <a:pt x="388" y="1797"/>
                      <a:pt x="386" y="1778"/>
                    </a:cubicBezTo>
                    <a:cubicBezTo>
                      <a:pt x="384" y="1760"/>
                      <a:pt x="388" y="1741"/>
                      <a:pt x="399" y="1732"/>
                    </a:cubicBezTo>
                    <a:cubicBezTo>
                      <a:pt x="410" y="1723"/>
                      <a:pt x="419" y="1697"/>
                      <a:pt x="439" y="1691"/>
                    </a:cubicBezTo>
                    <a:cubicBezTo>
                      <a:pt x="458" y="1685"/>
                      <a:pt x="466" y="1669"/>
                      <a:pt x="480" y="1671"/>
                    </a:cubicBezTo>
                    <a:cubicBezTo>
                      <a:pt x="493" y="1673"/>
                      <a:pt x="508" y="1680"/>
                      <a:pt x="509" y="1665"/>
                    </a:cubicBezTo>
                    <a:cubicBezTo>
                      <a:pt x="510" y="1650"/>
                      <a:pt x="510" y="1643"/>
                      <a:pt x="520" y="1636"/>
                    </a:cubicBezTo>
                    <a:cubicBezTo>
                      <a:pt x="530" y="1630"/>
                      <a:pt x="534" y="1619"/>
                      <a:pt x="534" y="1604"/>
                    </a:cubicBezTo>
                    <a:cubicBezTo>
                      <a:pt x="534" y="1588"/>
                      <a:pt x="517" y="1571"/>
                      <a:pt x="535" y="1561"/>
                    </a:cubicBezTo>
                    <a:cubicBezTo>
                      <a:pt x="553" y="1551"/>
                      <a:pt x="542" y="1535"/>
                      <a:pt x="556" y="1532"/>
                    </a:cubicBezTo>
                    <a:cubicBezTo>
                      <a:pt x="569" y="1529"/>
                      <a:pt x="584" y="1532"/>
                      <a:pt x="585" y="1523"/>
                    </a:cubicBezTo>
                    <a:cubicBezTo>
                      <a:pt x="586" y="1515"/>
                      <a:pt x="583" y="1515"/>
                      <a:pt x="574" y="1510"/>
                    </a:cubicBezTo>
                    <a:cubicBezTo>
                      <a:pt x="564" y="1505"/>
                      <a:pt x="554" y="1501"/>
                      <a:pt x="555" y="1495"/>
                    </a:cubicBezTo>
                    <a:cubicBezTo>
                      <a:pt x="557" y="1489"/>
                      <a:pt x="564" y="1492"/>
                      <a:pt x="567" y="1484"/>
                    </a:cubicBezTo>
                    <a:cubicBezTo>
                      <a:pt x="570" y="1477"/>
                      <a:pt x="587" y="1483"/>
                      <a:pt x="590" y="1489"/>
                    </a:cubicBezTo>
                    <a:cubicBezTo>
                      <a:pt x="593" y="1495"/>
                      <a:pt x="594" y="1508"/>
                      <a:pt x="612" y="1507"/>
                    </a:cubicBezTo>
                    <a:cubicBezTo>
                      <a:pt x="630" y="1505"/>
                      <a:pt x="637" y="1506"/>
                      <a:pt x="637" y="1493"/>
                    </a:cubicBezTo>
                    <a:cubicBezTo>
                      <a:pt x="638" y="1481"/>
                      <a:pt x="638" y="1472"/>
                      <a:pt x="635" y="1464"/>
                    </a:cubicBezTo>
                    <a:cubicBezTo>
                      <a:pt x="632" y="1457"/>
                      <a:pt x="633" y="1449"/>
                      <a:pt x="620" y="1448"/>
                    </a:cubicBezTo>
                    <a:cubicBezTo>
                      <a:pt x="607" y="1448"/>
                      <a:pt x="601" y="1454"/>
                      <a:pt x="601" y="1461"/>
                    </a:cubicBezTo>
                    <a:cubicBezTo>
                      <a:pt x="601" y="1469"/>
                      <a:pt x="597" y="1479"/>
                      <a:pt x="588" y="1470"/>
                    </a:cubicBezTo>
                    <a:cubicBezTo>
                      <a:pt x="578" y="1460"/>
                      <a:pt x="580" y="1455"/>
                      <a:pt x="571" y="1455"/>
                    </a:cubicBezTo>
                    <a:cubicBezTo>
                      <a:pt x="562" y="1455"/>
                      <a:pt x="545" y="1453"/>
                      <a:pt x="544" y="1438"/>
                    </a:cubicBezTo>
                    <a:cubicBezTo>
                      <a:pt x="543" y="1424"/>
                      <a:pt x="556" y="1409"/>
                      <a:pt x="551" y="1402"/>
                    </a:cubicBezTo>
                    <a:cubicBezTo>
                      <a:pt x="545" y="1395"/>
                      <a:pt x="539" y="1394"/>
                      <a:pt x="540" y="1378"/>
                    </a:cubicBezTo>
                    <a:cubicBezTo>
                      <a:pt x="541" y="1362"/>
                      <a:pt x="537" y="1354"/>
                      <a:pt x="548" y="1352"/>
                    </a:cubicBezTo>
                    <a:cubicBezTo>
                      <a:pt x="560" y="1350"/>
                      <a:pt x="575" y="1350"/>
                      <a:pt x="581" y="1357"/>
                    </a:cubicBezTo>
                    <a:cubicBezTo>
                      <a:pt x="586" y="1364"/>
                      <a:pt x="588" y="1363"/>
                      <a:pt x="596" y="1365"/>
                    </a:cubicBezTo>
                    <a:cubicBezTo>
                      <a:pt x="604" y="1367"/>
                      <a:pt x="611" y="1369"/>
                      <a:pt x="614" y="1374"/>
                    </a:cubicBezTo>
                    <a:cubicBezTo>
                      <a:pt x="617" y="1378"/>
                      <a:pt x="628" y="1378"/>
                      <a:pt x="642" y="1380"/>
                    </a:cubicBezTo>
                    <a:cubicBezTo>
                      <a:pt x="656" y="1382"/>
                      <a:pt x="662" y="1373"/>
                      <a:pt x="675" y="1373"/>
                    </a:cubicBezTo>
                    <a:cubicBezTo>
                      <a:pt x="687" y="1373"/>
                      <a:pt x="727" y="1356"/>
                      <a:pt x="725" y="1341"/>
                    </a:cubicBezTo>
                    <a:cubicBezTo>
                      <a:pt x="723" y="1325"/>
                      <a:pt x="709" y="1320"/>
                      <a:pt x="709" y="1311"/>
                    </a:cubicBezTo>
                    <a:cubicBezTo>
                      <a:pt x="709" y="1301"/>
                      <a:pt x="717" y="1293"/>
                      <a:pt x="723" y="1286"/>
                    </a:cubicBezTo>
                    <a:cubicBezTo>
                      <a:pt x="730" y="1278"/>
                      <a:pt x="732" y="1262"/>
                      <a:pt x="733" y="1255"/>
                    </a:cubicBezTo>
                    <a:cubicBezTo>
                      <a:pt x="733" y="1248"/>
                      <a:pt x="742" y="1245"/>
                      <a:pt x="730" y="1238"/>
                    </a:cubicBezTo>
                    <a:cubicBezTo>
                      <a:pt x="717" y="1231"/>
                      <a:pt x="714" y="1230"/>
                      <a:pt x="718" y="1219"/>
                    </a:cubicBezTo>
                    <a:cubicBezTo>
                      <a:pt x="722" y="1209"/>
                      <a:pt x="733" y="1198"/>
                      <a:pt x="734" y="1212"/>
                    </a:cubicBezTo>
                    <a:cubicBezTo>
                      <a:pt x="736" y="1225"/>
                      <a:pt x="745" y="1227"/>
                      <a:pt x="746" y="1219"/>
                    </a:cubicBezTo>
                    <a:cubicBezTo>
                      <a:pt x="746" y="1212"/>
                      <a:pt x="755" y="1210"/>
                      <a:pt x="761" y="1215"/>
                    </a:cubicBezTo>
                    <a:cubicBezTo>
                      <a:pt x="766" y="1221"/>
                      <a:pt x="782" y="1221"/>
                      <a:pt x="794" y="1218"/>
                    </a:cubicBezTo>
                    <a:cubicBezTo>
                      <a:pt x="806" y="1215"/>
                      <a:pt x="823" y="1205"/>
                      <a:pt x="856" y="1205"/>
                    </a:cubicBezTo>
                    <a:cubicBezTo>
                      <a:pt x="889" y="1205"/>
                      <a:pt x="904" y="1190"/>
                      <a:pt x="927" y="1187"/>
                    </a:cubicBezTo>
                    <a:cubicBezTo>
                      <a:pt x="950" y="1185"/>
                      <a:pt x="1018" y="1156"/>
                      <a:pt x="1025" y="1131"/>
                    </a:cubicBezTo>
                    <a:cubicBezTo>
                      <a:pt x="1032" y="1107"/>
                      <a:pt x="1053" y="1097"/>
                      <a:pt x="1065" y="1077"/>
                    </a:cubicBezTo>
                    <a:cubicBezTo>
                      <a:pt x="1076" y="1057"/>
                      <a:pt x="1084" y="1041"/>
                      <a:pt x="1078" y="1027"/>
                    </a:cubicBezTo>
                    <a:cubicBezTo>
                      <a:pt x="1072" y="1013"/>
                      <a:pt x="1045" y="1020"/>
                      <a:pt x="1039" y="997"/>
                    </a:cubicBezTo>
                    <a:cubicBezTo>
                      <a:pt x="1033" y="974"/>
                      <a:pt x="1029" y="982"/>
                      <a:pt x="1041" y="968"/>
                    </a:cubicBezTo>
                    <a:cubicBezTo>
                      <a:pt x="1052" y="954"/>
                      <a:pt x="1048" y="941"/>
                      <a:pt x="1035" y="931"/>
                    </a:cubicBezTo>
                    <a:cubicBezTo>
                      <a:pt x="1022" y="921"/>
                      <a:pt x="1008" y="904"/>
                      <a:pt x="992" y="902"/>
                    </a:cubicBezTo>
                    <a:cubicBezTo>
                      <a:pt x="976" y="901"/>
                      <a:pt x="960" y="906"/>
                      <a:pt x="963" y="892"/>
                    </a:cubicBezTo>
                    <a:cubicBezTo>
                      <a:pt x="966" y="878"/>
                      <a:pt x="976" y="876"/>
                      <a:pt x="993" y="882"/>
                    </a:cubicBezTo>
                    <a:cubicBezTo>
                      <a:pt x="996" y="883"/>
                      <a:pt x="999" y="884"/>
                      <a:pt x="1001" y="884"/>
                    </a:cubicBezTo>
                    <a:cubicBezTo>
                      <a:pt x="1000" y="865"/>
                      <a:pt x="987" y="848"/>
                      <a:pt x="979" y="84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5" name="Freeform 22"/>
              <p:cNvSpPr>
                <a:spLocks/>
              </p:cNvSpPr>
              <p:nvPr/>
            </p:nvSpPr>
            <p:spPr bwMode="auto">
              <a:xfrm>
                <a:off x="3492" y="1886"/>
                <a:ext cx="211" cy="235"/>
              </a:xfrm>
              <a:custGeom>
                <a:avLst/>
                <a:gdLst>
                  <a:gd name="T0" fmla="*/ 297 w 312"/>
                  <a:gd name="T1" fmla="*/ 203 h 347"/>
                  <a:gd name="T2" fmla="*/ 290 w 312"/>
                  <a:gd name="T3" fmla="*/ 149 h 347"/>
                  <a:gd name="T4" fmla="*/ 260 w 312"/>
                  <a:gd name="T5" fmla="*/ 131 h 347"/>
                  <a:gd name="T6" fmla="*/ 239 w 312"/>
                  <a:gd name="T7" fmla="*/ 108 h 347"/>
                  <a:gd name="T8" fmla="*/ 209 w 312"/>
                  <a:gd name="T9" fmla="*/ 91 h 347"/>
                  <a:gd name="T10" fmla="*/ 176 w 312"/>
                  <a:gd name="T11" fmla="*/ 67 h 347"/>
                  <a:gd name="T12" fmla="*/ 158 w 312"/>
                  <a:gd name="T13" fmla="*/ 71 h 347"/>
                  <a:gd name="T14" fmla="*/ 138 w 312"/>
                  <a:gd name="T15" fmla="*/ 46 h 347"/>
                  <a:gd name="T16" fmla="*/ 117 w 312"/>
                  <a:gd name="T17" fmla="*/ 24 h 347"/>
                  <a:gd name="T18" fmla="*/ 92 w 312"/>
                  <a:gd name="T19" fmla="*/ 6 h 347"/>
                  <a:gd name="T20" fmla="*/ 65 w 312"/>
                  <a:gd name="T21" fmla="*/ 15 h 347"/>
                  <a:gd name="T22" fmla="*/ 40 w 312"/>
                  <a:gd name="T23" fmla="*/ 14 h 347"/>
                  <a:gd name="T24" fmla="*/ 24 w 312"/>
                  <a:gd name="T25" fmla="*/ 42 h 347"/>
                  <a:gd name="T26" fmla="*/ 25 w 312"/>
                  <a:gd name="T27" fmla="*/ 76 h 347"/>
                  <a:gd name="T28" fmla="*/ 14 w 312"/>
                  <a:gd name="T29" fmla="*/ 124 h 347"/>
                  <a:gd name="T30" fmla="*/ 4 w 312"/>
                  <a:gd name="T31" fmla="*/ 159 h 347"/>
                  <a:gd name="T32" fmla="*/ 9 w 312"/>
                  <a:gd name="T33" fmla="*/ 202 h 347"/>
                  <a:gd name="T34" fmla="*/ 3 w 312"/>
                  <a:gd name="T35" fmla="*/ 235 h 347"/>
                  <a:gd name="T36" fmla="*/ 9 w 312"/>
                  <a:gd name="T37" fmla="*/ 268 h 347"/>
                  <a:gd name="T38" fmla="*/ 31 w 312"/>
                  <a:gd name="T39" fmla="*/ 312 h 347"/>
                  <a:gd name="T40" fmla="*/ 65 w 312"/>
                  <a:gd name="T41" fmla="*/ 316 h 347"/>
                  <a:gd name="T42" fmla="*/ 96 w 312"/>
                  <a:gd name="T43" fmla="*/ 324 h 347"/>
                  <a:gd name="T44" fmla="*/ 142 w 312"/>
                  <a:gd name="T45" fmla="*/ 337 h 347"/>
                  <a:gd name="T46" fmla="*/ 187 w 312"/>
                  <a:gd name="T47" fmla="*/ 337 h 347"/>
                  <a:gd name="T48" fmla="*/ 238 w 312"/>
                  <a:gd name="T49" fmla="*/ 334 h 347"/>
                  <a:gd name="T50" fmla="*/ 310 w 312"/>
                  <a:gd name="T51" fmla="*/ 273 h 347"/>
                  <a:gd name="T52" fmla="*/ 312 w 312"/>
                  <a:gd name="T53" fmla="*/ 270 h 347"/>
                  <a:gd name="T54" fmla="*/ 301 w 312"/>
                  <a:gd name="T55" fmla="*/ 240 h 347"/>
                  <a:gd name="T56" fmla="*/ 297 w 312"/>
                  <a:gd name="T57" fmla="*/ 203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12" h="347">
                    <a:moveTo>
                      <a:pt x="297" y="203"/>
                    </a:moveTo>
                    <a:cubicBezTo>
                      <a:pt x="295" y="188"/>
                      <a:pt x="295" y="164"/>
                      <a:pt x="290" y="149"/>
                    </a:cubicBezTo>
                    <a:cubicBezTo>
                      <a:pt x="285" y="134"/>
                      <a:pt x="272" y="136"/>
                      <a:pt x="260" y="131"/>
                    </a:cubicBezTo>
                    <a:cubicBezTo>
                      <a:pt x="248" y="126"/>
                      <a:pt x="245" y="122"/>
                      <a:pt x="239" y="108"/>
                    </a:cubicBezTo>
                    <a:cubicBezTo>
                      <a:pt x="233" y="94"/>
                      <a:pt x="228" y="92"/>
                      <a:pt x="209" y="91"/>
                    </a:cubicBezTo>
                    <a:cubicBezTo>
                      <a:pt x="190" y="90"/>
                      <a:pt x="185" y="82"/>
                      <a:pt x="176" y="67"/>
                    </a:cubicBezTo>
                    <a:cubicBezTo>
                      <a:pt x="167" y="52"/>
                      <a:pt x="168" y="60"/>
                      <a:pt x="158" y="71"/>
                    </a:cubicBezTo>
                    <a:cubicBezTo>
                      <a:pt x="148" y="82"/>
                      <a:pt x="141" y="63"/>
                      <a:pt x="138" y="46"/>
                    </a:cubicBezTo>
                    <a:cubicBezTo>
                      <a:pt x="135" y="29"/>
                      <a:pt x="120" y="36"/>
                      <a:pt x="117" y="24"/>
                    </a:cubicBezTo>
                    <a:cubicBezTo>
                      <a:pt x="114" y="12"/>
                      <a:pt x="109" y="12"/>
                      <a:pt x="92" y="6"/>
                    </a:cubicBezTo>
                    <a:cubicBezTo>
                      <a:pt x="75" y="0"/>
                      <a:pt x="86" y="6"/>
                      <a:pt x="65" y="15"/>
                    </a:cubicBezTo>
                    <a:cubicBezTo>
                      <a:pt x="54" y="20"/>
                      <a:pt x="46" y="17"/>
                      <a:pt x="40" y="14"/>
                    </a:cubicBezTo>
                    <a:cubicBezTo>
                      <a:pt x="30" y="22"/>
                      <a:pt x="22" y="32"/>
                      <a:pt x="24" y="42"/>
                    </a:cubicBezTo>
                    <a:cubicBezTo>
                      <a:pt x="26" y="55"/>
                      <a:pt x="34" y="62"/>
                      <a:pt x="25" y="76"/>
                    </a:cubicBezTo>
                    <a:cubicBezTo>
                      <a:pt x="16" y="90"/>
                      <a:pt x="23" y="114"/>
                      <a:pt x="14" y="124"/>
                    </a:cubicBezTo>
                    <a:cubicBezTo>
                      <a:pt x="5" y="134"/>
                      <a:pt x="0" y="141"/>
                      <a:pt x="4" y="159"/>
                    </a:cubicBezTo>
                    <a:cubicBezTo>
                      <a:pt x="8" y="177"/>
                      <a:pt x="17" y="190"/>
                      <a:pt x="9" y="202"/>
                    </a:cubicBezTo>
                    <a:cubicBezTo>
                      <a:pt x="1" y="214"/>
                      <a:pt x="2" y="223"/>
                      <a:pt x="3" y="235"/>
                    </a:cubicBezTo>
                    <a:cubicBezTo>
                      <a:pt x="4" y="247"/>
                      <a:pt x="1" y="259"/>
                      <a:pt x="9" y="268"/>
                    </a:cubicBezTo>
                    <a:cubicBezTo>
                      <a:pt x="17" y="276"/>
                      <a:pt x="30" y="293"/>
                      <a:pt x="31" y="312"/>
                    </a:cubicBezTo>
                    <a:cubicBezTo>
                      <a:pt x="44" y="316"/>
                      <a:pt x="53" y="316"/>
                      <a:pt x="65" y="316"/>
                    </a:cubicBezTo>
                    <a:cubicBezTo>
                      <a:pt x="79" y="316"/>
                      <a:pt x="83" y="317"/>
                      <a:pt x="96" y="324"/>
                    </a:cubicBezTo>
                    <a:cubicBezTo>
                      <a:pt x="109" y="332"/>
                      <a:pt x="119" y="336"/>
                      <a:pt x="142" y="337"/>
                    </a:cubicBezTo>
                    <a:cubicBezTo>
                      <a:pt x="165" y="339"/>
                      <a:pt x="168" y="334"/>
                      <a:pt x="187" y="337"/>
                    </a:cubicBezTo>
                    <a:cubicBezTo>
                      <a:pt x="205" y="340"/>
                      <a:pt x="212" y="347"/>
                      <a:pt x="238" y="334"/>
                    </a:cubicBezTo>
                    <a:cubicBezTo>
                      <a:pt x="264" y="322"/>
                      <a:pt x="288" y="294"/>
                      <a:pt x="310" y="273"/>
                    </a:cubicBezTo>
                    <a:cubicBezTo>
                      <a:pt x="311" y="272"/>
                      <a:pt x="312" y="271"/>
                      <a:pt x="312" y="270"/>
                    </a:cubicBezTo>
                    <a:cubicBezTo>
                      <a:pt x="308" y="261"/>
                      <a:pt x="305" y="251"/>
                      <a:pt x="301" y="240"/>
                    </a:cubicBezTo>
                    <a:cubicBezTo>
                      <a:pt x="296" y="226"/>
                      <a:pt x="299" y="218"/>
                      <a:pt x="297" y="20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6" name="Freeform 23"/>
              <p:cNvSpPr>
                <a:spLocks/>
              </p:cNvSpPr>
              <p:nvPr/>
            </p:nvSpPr>
            <p:spPr bwMode="auto">
              <a:xfrm>
                <a:off x="2804" y="320"/>
                <a:ext cx="1685" cy="1749"/>
              </a:xfrm>
              <a:custGeom>
                <a:avLst/>
                <a:gdLst>
                  <a:gd name="T0" fmla="*/ 2106 w 2486"/>
                  <a:gd name="T1" fmla="*/ 507 h 2581"/>
                  <a:gd name="T2" fmla="*/ 1898 w 2486"/>
                  <a:gd name="T3" fmla="*/ 508 h 2581"/>
                  <a:gd name="T4" fmla="*/ 1749 w 2486"/>
                  <a:gd name="T5" fmla="*/ 387 h 2581"/>
                  <a:gd name="T6" fmla="*/ 1632 w 2486"/>
                  <a:gd name="T7" fmla="*/ 376 h 2581"/>
                  <a:gd name="T8" fmla="*/ 1517 w 2486"/>
                  <a:gd name="T9" fmla="*/ 318 h 2581"/>
                  <a:gd name="T10" fmla="*/ 1518 w 2486"/>
                  <a:gd name="T11" fmla="*/ 292 h 2581"/>
                  <a:gd name="T12" fmla="*/ 1439 w 2486"/>
                  <a:gd name="T13" fmla="*/ 49 h 2581"/>
                  <a:gd name="T14" fmla="*/ 1228 w 2486"/>
                  <a:gd name="T15" fmla="*/ 173 h 2581"/>
                  <a:gd name="T16" fmla="*/ 1065 w 2486"/>
                  <a:gd name="T17" fmla="*/ 216 h 2581"/>
                  <a:gd name="T18" fmla="*/ 931 w 2486"/>
                  <a:gd name="T19" fmla="*/ 228 h 2581"/>
                  <a:gd name="T20" fmla="*/ 924 w 2486"/>
                  <a:gd name="T21" fmla="*/ 91 h 2581"/>
                  <a:gd name="T22" fmla="*/ 857 w 2486"/>
                  <a:gd name="T23" fmla="*/ 21 h 2581"/>
                  <a:gd name="T24" fmla="*/ 736 w 2486"/>
                  <a:gd name="T25" fmla="*/ 76 h 2581"/>
                  <a:gd name="T26" fmla="*/ 647 w 2486"/>
                  <a:gd name="T27" fmla="*/ 77 h 2581"/>
                  <a:gd name="T28" fmla="*/ 644 w 2486"/>
                  <a:gd name="T29" fmla="*/ 169 h 2581"/>
                  <a:gd name="T30" fmla="*/ 603 w 2486"/>
                  <a:gd name="T31" fmla="*/ 250 h 2581"/>
                  <a:gd name="T32" fmla="*/ 496 w 2486"/>
                  <a:gd name="T33" fmla="*/ 287 h 2581"/>
                  <a:gd name="T34" fmla="*/ 423 w 2486"/>
                  <a:gd name="T35" fmla="*/ 205 h 2581"/>
                  <a:gd name="T36" fmla="*/ 270 w 2486"/>
                  <a:gd name="T37" fmla="*/ 234 h 2581"/>
                  <a:gd name="T38" fmla="*/ 264 w 2486"/>
                  <a:gd name="T39" fmla="*/ 351 h 2581"/>
                  <a:gd name="T40" fmla="*/ 288 w 2486"/>
                  <a:gd name="T41" fmla="*/ 492 h 2581"/>
                  <a:gd name="T42" fmla="*/ 210 w 2486"/>
                  <a:gd name="T43" fmla="*/ 606 h 2581"/>
                  <a:gd name="T44" fmla="*/ 69 w 2486"/>
                  <a:gd name="T45" fmla="*/ 709 h 2581"/>
                  <a:gd name="T46" fmla="*/ 24 w 2486"/>
                  <a:gd name="T47" fmla="*/ 806 h 2581"/>
                  <a:gd name="T48" fmla="*/ 73 w 2486"/>
                  <a:gd name="T49" fmla="*/ 917 h 2581"/>
                  <a:gd name="T50" fmla="*/ 206 w 2486"/>
                  <a:gd name="T51" fmla="*/ 958 h 2581"/>
                  <a:gd name="T52" fmla="*/ 257 w 2486"/>
                  <a:gd name="T53" fmla="*/ 1041 h 2581"/>
                  <a:gd name="T54" fmla="*/ 370 w 2486"/>
                  <a:gd name="T55" fmla="*/ 1042 h 2581"/>
                  <a:gd name="T56" fmla="*/ 495 w 2486"/>
                  <a:gd name="T57" fmla="*/ 968 h 2581"/>
                  <a:gd name="T58" fmla="*/ 557 w 2486"/>
                  <a:gd name="T59" fmla="*/ 1003 h 2581"/>
                  <a:gd name="T60" fmla="*/ 597 w 2486"/>
                  <a:gd name="T61" fmla="*/ 1110 h 2581"/>
                  <a:gd name="T62" fmla="*/ 740 w 2486"/>
                  <a:gd name="T63" fmla="*/ 1175 h 2581"/>
                  <a:gd name="T64" fmla="*/ 878 w 2486"/>
                  <a:gd name="T65" fmla="*/ 1261 h 2581"/>
                  <a:gd name="T66" fmla="*/ 888 w 2486"/>
                  <a:gd name="T67" fmla="*/ 1385 h 2581"/>
                  <a:gd name="T68" fmla="*/ 1025 w 2486"/>
                  <a:gd name="T69" fmla="*/ 1457 h 2581"/>
                  <a:gd name="T70" fmla="*/ 1046 w 2486"/>
                  <a:gd name="T71" fmla="*/ 1565 h 2581"/>
                  <a:gd name="T72" fmla="*/ 1039 w 2486"/>
                  <a:gd name="T73" fmla="*/ 1683 h 2581"/>
                  <a:gd name="T74" fmla="*/ 1121 w 2486"/>
                  <a:gd name="T75" fmla="*/ 1780 h 2581"/>
                  <a:gd name="T76" fmla="*/ 1234 w 2486"/>
                  <a:gd name="T77" fmla="*/ 1894 h 2581"/>
                  <a:gd name="T78" fmla="*/ 1248 w 2486"/>
                  <a:gd name="T79" fmla="*/ 2001 h 2581"/>
                  <a:gd name="T80" fmla="*/ 1301 w 2486"/>
                  <a:gd name="T81" fmla="*/ 2085 h 2581"/>
                  <a:gd name="T82" fmla="*/ 1116 w 2486"/>
                  <a:gd name="T83" fmla="*/ 2258 h 2581"/>
                  <a:gd name="T84" fmla="*/ 1107 w 2486"/>
                  <a:gd name="T85" fmla="*/ 2317 h 2581"/>
                  <a:gd name="T86" fmla="*/ 1224 w 2486"/>
                  <a:gd name="T87" fmla="*/ 2402 h 2581"/>
                  <a:gd name="T88" fmla="*/ 1316 w 2486"/>
                  <a:gd name="T89" fmla="*/ 2551 h 2581"/>
                  <a:gd name="T90" fmla="*/ 1461 w 2486"/>
                  <a:gd name="T91" fmla="*/ 2362 h 2581"/>
                  <a:gd name="T92" fmla="*/ 1411 w 2486"/>
                  <a:gd name="T93" fmla="*/ 2445 h 2581"/>
                  <a:gd name="T94" fmla="*/ 1633 w 2486"/>
                  <a:gd name="T95" fmla="*/ 2171 h 2581"/>
                  <a:gd name="T96" fmla="*/ 1655 w 2486"/>
                  <a:gd name="T97" fmla="*/ 1983 h 2581"/>
                  <a:gd name="T98" fmla="*/ 1834 w 2486"/>
                  <a:gd name="T99" fmla="*/ 1887 h 2581"/>
                  <a:gd name="T100" fmla="*/ 2037 w 2486"/>
                  <a:gd name="T101" fmla="*/ 1811 h 2581"/>
                  <a:gd name="T102" fmla="*/ 2155 w 2486"/>
                  <a:gd name="T103" fmla="*/ 1559 h 2581"/>
                  <a:gd name="T104" fmla="*/ 2204 w 2486"/>
                  <a:gd name="T105" fmla="*/ 1234 h 2581"/>
                  <a:gd name="T106" fmla="*/ 2307 w 2486"/>
                  <a:gd name="T107" fmla="*/ 1054 h 2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486" h="2581">
                    <a:moveTo>
                      <a:pt x="2466" y="778"/>
                    </a:moveTo>
                    <a:cubicBezTo>
                      <a:pt x="2446" y="741"/>
                      <a:pt x="2443" y="706"/>
                      <a:pt x="2439" y="690"/>
                    </a:cubicBezTo>
                    <a:cubicBezTo>
                      <a:pt x="2434" y="675"/>
                      <a:pt x="2416" y="650"/>
                      <a:pt x="2396" y="653"/>
                    </a:cubicBezTo>
                    <a:cubicBezTo>
                      <a:pt x="2376" y="656"/>
                      <a:pt x="2338" y="670"/>
                      <a:pt x="2284" y="620"/>
                    </a:cubicBezTo>
                    <a:cubicBezTo>
                      <a:pt x="2229" y="570"/>
                      <a:pt x="2139" y="508"/>
                      <a:pt x="2106" y="507"/>
                    </a:cubicBezTo>
                    <a:cubicBezTo>
                      <a:pt x="2073" y="505"/>
                      <a:pt x="2052" y="530"/>
                      <a:pt x="2040" y="517"/>
                    </a:cubicBezTo>
                    <a:cubicBezTo>
                      <a:pt x="2029" y="504"/>
                      <a:pt x="2026" y="508"/>
                      <a:pt x="2014" y="504"/>
                    </a:cubicBezTo>
                    <a:cubicBezTo>
                      <a:pt x="2003" y="500"/>
                      <a:pt x="1960" y="480"/>
                      <a:pt x="1948" y="483"/>
                    </a:cubicBezTo>
                    <a:cubicBezTo>
                      <a:pt x="1937" y="485"/>
                      <a:pt x="1914" y="488"/>
                      <a:pt x="1908" y="490"/>
                    </a:cubicBezTo>
                    <a:cubicBezTo>
                      <a:pt x="1903" y="491"/>
                      <a:pt x="1901" y="497"/>
                      <a:pt x="1898" y="508"/>
                    </a:cubicBezTo>
                    <a:cubicBezTo>
                      <a:pt x="1895" y="520"/>
                      <a:pt x="1877" y="518"/>
                      <a:pt x="1878" y="503"/>
                    </a:cubicBezTo>
                    <a:cubicBezTo>
                      <a:pt x="1880" y="487"/>
                      <a:pt x="1911" y="484"/>
                      <a:pt x="1893" y="462"/>
                    </a:cubicBezTo>
                    <a:cubicBezTo>
                      <a:pt x="1874" y="441"/>
                      <a:pt x="1877" y="425"/>
                      <a:pt x="1854" y="425"/>
                    </a:cubicBezTo>
                    <a:cubicBezTo>
                      <a:pt x="1831" y="425"/>
                      <a:pt x="1807" y="405"/>
                      <a:pt x="1788" y="405"/>
                    </a:cubicBezTo>
                    <a:cubicBezTo>
                      <a:pt x="1769" y="405"/>
                      <a:pt x="1768" y="385"/>
                      <a:pt x="1749" y="387"/>
                    </a:cubicBezTo>
                    <a:cubicBezTo>
                      <a:pt x="1731" y="388"/>
                      <a:pt x="1682" y="372"/>
                      <a:pt x="1672" y="374"/>
                    </a:cubicBezTo>
                    <a:cubicBezTo>
                      <a:pt x="1662" y="375"/>
                      <a:pt x="1647" y="392"/>
                      <a:pt x="1640" y="411"/>
                    </a:cubicBezTo>
                    <a:cubicBezTo>
                      <a:pt x="1633" y="430"/>
                      <a:pt x="1602" y="445"/>
                      <a:pt x="1592" y="457"/>
                    </a:cubicBezTo>
                    <a:cubicBezTo>
                      <a:pt x="1581" y="468"/>
                      <a:pt x="1571" y="435"/>
                      <a:pt x="1587" y="427"/>
                    </a:cubicBezTo>
                    <a:cubicBezTo>
                      <a:pt x="1603" y="418"/>
                      <a:pt x="1624" y="392"/>
                      <a:pt x="1632" y="376"/>
                    </a:cubicBezTo>
                    <a:cubicBezTo>
                      <a:pt x="1639" y="361"/>
                      <a:pt x="1637" y="344"/>
                      <a:pt x="1617" y="342"/>
                    </a:cubicBezTo>
                    <a:cubicBezTo>
                      <a:pt x="1597" y="341"/>
                      <a:pt x="1580" y="341"/>
                      <a:pt x="1577" y="349"/>
                    </a:cubicBezTo>
                    <a:cubicBezTo>
                      <a:pt x="1574" y="358"/>
                      <a:pt x="1560" y="338"/>
                      <a:pt x="1559" y="331"/>
                    </a:cubicBezTo>
                    <a:cubicBezTo>
                      <a:pt x="1557" y="323"/>
                      <a:pt x="1551" y="312"/>
                      <a:pt x="1540" y="308"/>
                    </a:cubicBezTo>
                    <a:cubicBezTo>
                      <a:pt x="1528" y="303"/>
                      <a:pt x="1520" y="301"/>
                      <a:pt x="1517" y="318"/>
                    </a:cubicBezTo>
                    <a:cubicBezTo>
                      <a:pt x="1514" y="335"/>
                      <a:pt x="1493" y="335"/>
                      <a:pt x="1493" y="352"/>
                    </a:cubicBezTo>
                    <a:cubicBezTo>
                      <a:pt x="1493" y="369"/>
                      <a:pt x="1494" y="394"/>
                      <a:pt x="1481" y="394"/>
                    </a:cubicBezTo>
                    <a:cubicBezTo>
                      <a:pt x="1468" y="394"/>
                      <a:pt x="1474" y="378"/>
                      <a:pt x="1463" y="374"/>
                    </a:cubicBezTo>
                    <a:cubicBezTo>
                      <a:pt x="1451" y="369"/>
                      <a:pt x="1442" y="344"/>
                      <a:pt x="1465" y="333"/>
                    </a:cubicBezTo>
                    <a:cubicBezTo>
                      <a:pt x="1488" y="323"/>
                      <a:pt x="1506" y="319"/>
                      <a:pt x="1518" y="292"/>
                    </a:cubicBezTo>
                    <a:cubicBezTo>
                      <a:pt x="1531" y="265"/>
                      <a:pt x="1536" y="256"/>
                      <a:pt x="1541" y="242"/>
                    </a:cubicBezTo>
                    <a:cubicBezTo>
                      <a:pt x="1547" y="227"/>
                      <a:pt x="1538" y="213"/>
                      <a:pt x="1524" y="209"/>
                    </a:cubicBezTo>
                    <a:cubicBezTo>
                      <a:pt x="1510" y="204"/>
                      <a:pt x="1490" y="210"/>
                      <a:pt x="1484" y="173"/>
                    </a:cubicBezTo>
                    <a:cubicBezTo>
                      <a:pt x="1478" y="136"/>
                      <a:pt x="1463" y="94"/>
                      <a:pt x="1460" y="80"/>
                    </a:cubicBezTo>
                    <a:cubicBezTo>
                      <a:pt x="1457" y="68"/>
                      <a:pt x="1461" y="57"/>
                      <a:pt x="1439" y="49"/>
                    </a:cubicBezTo>
                    <a:cubicBezTo>
                      <a:pt x="1428" y="62"/>
                      <a:pt x="1425" y="80"/>
                      <a:pt x="1415" y="92"/>
                    </a:cubicBezTo>
                    <a:cubicBezTo>
                      <a:pt x="1402" y="107"/>
                      <a:pt x="1392" y="114"/>
                      <a:pt x="1378" y="157"/>
                    </a:cubicBezTo>
                    <a:cubicBezTo>
                      <a:pt x="1364" y="200"/>
                      <a:pt x="1326" y="188"/>
                      <a:pt x="1311" y="187"/>
                    </a:cubicBezTo>
                    <a:cubicBezTo>
                      <a:pt x="1296" y="186"/>
                      <a:pt x="1290" y="196"/>
                      <a:pt x="1265" y="198"/>
                    </a:cubicBezTo>
                    <a:cubicBezTo>
                      <a:pt x="1240" y="200"/>
                      <a:pt x="1232" y="182"/>
                      <a:pt x="1228" y="173"/>
                    </a:cubicBezTo>
                    <a:cubicBezTo>
                      <a:pt x="1224" y="164"/>
                      <a:pt x="1202" y="169"/>
                      <a:pt x="1197" y="174"/>
                    </a:cubicBezTo>
                    <a:cubicBezTo>
                      <a:pt x="1192" y="179"/>
                      <a:pt x="1182" y="177"/>
                      <a:pt x="1167" y="177"/>
                    </a:cubicBezTo>
                    <a:cubicBezTo>
                      <a:pt x="1152" y="177"/>
                      <a:pt x="1152" y="195"/>
                      <a:pt x="1152" y="208"/>
                    </a:cubicBezTo>
                    <a:cubicBezTo>
                      <a:pt x="1152" y="221"/>
                      <a:pt x="1107" y="213"/>
                      <a:pt x="1096" y="213"/>
                    </a:cubicBezTo>
                    <a:cubicBezTo>
                      <a:pt x="1085" y="213"/>
                      <a:pt x="1079" y="214"/>
                      <a:pt x="1065" y="216"/>
                    </a:cubicBezTo>
                    <a:cubicBezTo>
                      <a:pt x="1051" y="218"/>
                      <a:pt x="1040" y="222"/>
                      <a:pt x="1033" y="231"/>
                    </a:cubicBezTo>
                    <a:cubicBezTo>
                      <a:pt x="1026" y="240"/>
                      <a:pt x="1016" y="241"/>
                      <a:pt x="1013" y="235"/>
                    </a:cubicBezTo>
                    <a:cubicBezTo>
                      <a:pt x="1010" y="229"/>
                      <a:pt x="998" y="239"/>
                      <a:pt x="990" y="253"/>
                    </a:cubicBezTo>
                    <a:cubicBezTo>
                      <a:pt x="982" y="267"/>
                      <a:pt x="965" y="259"/>
                      <a:pt x="961" y="256"/>
                    </a:cubicBezTo>
                    <a:cubicBezTo>
                      <a:pt x="957" y="253"/>
                      <a:pt x="942" y="239"/>
                      <a:pt x="931" y="228"/>
                    </a:cubicBezTo>
                    <a:cubicBezTo>
                      <a:pt x="920" y="217"/>
                      <a:pt x="912" y="210"/>
                      <a:pt x="911" y="199"/>
                    </a:cubicBezTo>
                    <a:cubicBezTo>
                      <a:pt x="910" y="188"/>
                      <a:pt x="905" y="186"/>
                      <a:pt x="903" y="177"/>
                    </a:cubicBezTo>
                    <a:cubicBezTo>
                      <a:pt x="901" y="168"/>
                      <a:pt x="900" y="149"/>
                      <a:pt x="904" y="142"/>
                    </a:cubicBezTo>
                    <a:cubicBezTo>
                      <a:pt x="908" y="135"/>
                      <a:pt x="914" y="125"/>
                      <a:pt x="910" y="114"/>
                    </a:cubicBezTo>
                    <a:cubicBezTo>
                      <a:pt x="906" y="103"/>
                      <a:pt x="911" y="99"/>
                      <a:pt x="924" y="91"/>
                    </a:cubicBezTo>
                    <a:cubicBezTo>
                      <a:pt x="937" y="83"/>
                      <a:pt x="916" y="72"/>
                      <a:pt x="915" y="65"/>
                    </a:cubicBezTo>
                    <a:cubicBezTo>
                      <a:pt x="914" y="58"/>
                      <a:pt x="914" y="53"/>
                      <a:pt x="898" y="49"/>
                    </a:cubicBezTo>
                    <a:cubicBezTo>
                      <a:pt x="882" y="45"/>
                      <a:pt x="897" y="39"/>
                      <a:pt x="899" y="25"/>
                    </a:cubicBezTo>
                    <a:cubicBezTo>
                      <a:pt x="901" y="11"/>
                      <a:pt x="898" y="2"/>
                      <a:pt x="875" y="1"/>
                    </a:cubicBezTo>
                    <a:cubicBezTo>
                      <a:pt x="852" y="0"/>
                      <a:pt x="859" y="9"/>
                      <a:pt x="857" y="21"/>
                    </a:cubicBezTo>
                    <a:cubicBezTo>
                      <a:pt x="855" y="33"/>
                      <a:pt x="843" y="30"/>
                      <a:pt x="839" y="40"/>
                    </a:cubicBezTo>
                    <a:cubicBezTo>
                      <a:pt x="835" y="50"/>
                      <a:pt x="832" y="45"/>
                      <a:pt x="819" y="51"/>
                    </a:cubicBezTo>
                    <a:cubicBezTo>
                      <a:pt x="806" y="57"/>
                      <a:pt x="806" y="60"/>
                      <a:pt x="790" y="60"/>
                    </a:cubicBezTo>
                    <a:cubicBezTo>
                      <a:pt x="774" y="60"/>
                      <a:pt x="773" y="71"/>
                      <a:pt x="757" y="70"/>
                    </a:cubicBezTo>
                    <a:cubicBezTo>
                      <a:pt x="741" y="69"/>
                      <a:pt x="745" y="76"/>
                      <a:pt x="736" y="76"/>
                    </a:cubicBezTo>
                    <a:cubicBezTo>
                      <a:pt x="727" y="76"/>
                      <a:pt x="724" y="85"/>
                      <a:pt x="725" y="98"/>
                    </a:cubicBezTo>
                    <a:cubicBezTo>
                      <a:pt x="726" y="111"/>
                      <a:pt x="715" y="105"/>
                      <a:pt x="708" y="104"/>
                    </a:cubicBezTo>
                    <a:cubicBezTo>
                      <a:pt x="701" y="103"/>
                      <a:pt x="702" y="98"/>
                      <a:pt x="696" y="89"/>
                    </a:cubicBezTo>
                    <a:cubicBezTo>
                      <a:pt x="690" y="80"/>
                      <a:pt x="680" y="90"/>
                      <a:pt x="668" y="85"/>
                    </a:cubicBezTo>
                    <a:cubicBezTo>
                      <a:pt x="656" y="80"/>
                      <a:pt x="650" y="87"/>
                      <a:pt x="647" y="77"/>
                    </a:cubicBezTo>
                    <a:cubicBezTo>
                      <a:pt x="644" y="67"/>
                      <a:pt x="630" y="70"/>
                      <a:pt x="616" y="68"/>
                    </a:cubicBezTo>
                    <a:cubicBezTo>
                      <a:pt x="602" y="66"/>
                      <a:pt x="602" y="68"/>
                      <a:pt x="602" y="77"/>
                    </a:cubicBezTo>
                    <a:cubicBezTo>
                      <a:pt x="602" y="86"/>
                      <a:pt x="613" y="92"/>
                      <a:pt x="625" y="105"/>
                    </a:cubicBezTo>
                    <a:cubicBezTo>
                      <a:pt x="637" y="118"/>
                      <a:pt x="625" y="144"/>
                      <a:pt x="631" y="147"/>
                    </a:cubicBezTo>
                    <a:cubicBezTo>
                      <a:pt x="637" y="150"/>
                      <a:pt x="644" y="157"/>
                      <a:pt x="644" y="169"/>
                    </a:cubicBezTo>
                    <a:cubicBezTo>
                      <a:pt x="644" y="181"/>
                      <a:pt x="650" y="178"/>
                      <a:pt x="668" y="180"/>
                    </a:cubicBezTo>
                    <a:cubicBezTo>
                      <a:pt x="686" y="182"/>
                      <a:pt x="680" y="188"/>
                      <a:pt x="678" y="197"/>
                    </a:cubicBezTo>
                    <a:cubicBezTo>
                      <a:pt x="676" y="206"/>
                      <a:pt x="665" y="205"/>
                      <a:pt x="650" y="210"/>
                    </a:cubicBezTo>
                    <a:cubicBezTo>
                      <a:pt x="635" y="215"/>
                      <a:pt x="635" y="222"/>
                      <a:pt x="633" y="237"/>
                    </a:cubicBezTo>
                    <a:cubicBezTo>
                      <a:pt x="631" y="252"/>
                      <a:pt x="619" y="250"/>
                      <a:pt x="603" y="250"/>
                    </a:cubicBezTo>
                    <a:cubicBezTo>
                      <a:pt x="587" y="250"/>
                      <a:pt x="592" y="263"/>
                      <a:pt x="578" y="264"/>
                    </a:cubicBezTo>
                    <a:cubicBezTo>
                      <a:pt x="564" y="265"/>
                      <a:pt x="570" y="277"/>
                      <a:pt x="559" y="282"/>
                    </a:cubicBezTo>
                    <a:cubicBezTo>
                      <a:pt x="548" y="287"/>
                      <a:pt x="548" y="279"/>
                      <a:pt x="539" y="273"/>
                    </a:cubicBezTo>
                    <a:cubicBezTo>
                      <a:pt x="530" y="267"/>
                      <a:pt x="527" y="274"/>
                      <a:pt x="524" y="283"/>
                    </a:cubicBezTo>
                    <a:cubicBezTo>
                      <a:pt x="521" y="292"/>
                      <a:pt x="510" y="289"/>
                      <a:pt x="496" y="287"/>
                    </a:cubicBezTo>
                    <a:cubicBezTo>
                      <a:pt x="482" y="285"/>
                      <a:pt x="485" y="283"/>
                      <a:pt x="478" y="274"/>
                    </a:cubicBezTo>
                    <a:cubicBezTo>
                      <a:pt x="471" y="265"/>
                      <a:pt x="465" y="263"/>
                      <a:pt x="453" y="261"/>
                    </a:cubicBezTo>
                    <a:cubicBezTo>
                      <a:pt x="441" y="259"/>
                      <a:pt x="449" y="226"/>
                      <a:pt x="447" y="216"/>
                    </a:cubicBezTo>
                    <a:cubicBezTo>
                      <a:pt x="446" y="211"/>
                      <a:pt x="439" y="206"/>
                      <a:pt x="432" y="202"/>
                    </a:cubicBezTo>
                    <a:cubicBezTo>
                      <a:pt x="430" y="203"/>
                      <a:pt x="427" y="204"/>
                      <a:pt x="423" y="205"/>
                    </a:cubicBezTo>
                    <a:cubicBezTo>
                      <a:pt x="406" y="208"/>
                      <a:pt x="404" y="210"/>
                      <a:pt x="402" y="217"/>
                    </a:cubicBezTo>
                    <a:cubicBezTo>
                      <a:pt x="400" y="223"/>
                      <a:pt x="387" y="225"/>
                      <a:pt x="382" y="217"/>
                    </a:cubicBezTo>
                    <a:cubicBezTo>
                      <a:pt x="378" y="210"/>
                      <a:pt x="366" y="207"/>
                      <a:pt x="366" y="216"/>
                    </a:cubicBezTo>
                    <a:cubicBezTo>
                      <a:pt x="366" y="225"/>
                      <a:pt x="364" y="225"/>
                      <a:pt x="340" y="225"/>
                    </a:cubicBezTo>
                    <a:cubicBezTo>
                      <a:pt x="316" y="224"/>
                      <a:pt x="267" y="213"/>
                      <a:pt x="270" y="234"/>
                    </a:cubicBezTo>
                    <a:cubicBezTo>
                      <a:pt x="274" y="255"/>
                      <a:pt x="267" y="267"/>
                      <a:pt x="280" y="269"/>
                    </a:cubicBezTo>
                    <a:cubicBezTo>
                      <a:pt x="292" y="271"/>
                      <a:pt x="316" y="268"/>
                      <a:pt x="314" y="279"/>
                    </a:cubicBezTo>
                    <a:cubicBezTo>
                      <a:pt x="313" y="289"/>
                      <a:pt x="323" y="295"/>
                      <a:pt x="309" y="295"/>
                    </a:cubicBezTo>
                    <a:cubicBezTo>
                      <a:pt x="295" y="296"/>
                      <a:pt x="263" y="291"/>
                      <a:pt x="261" y="305"/>
                    </a:cubicBezTo>
                    <a:cubicBezTo>
                      <a:pt x="259" y="319"/>
                      <a:pt x="256" y="345"/>
                      <a:pt x="264" y="351"/>
                    </a:cubicBezTo>
                    <a:cubicBezTo>
                      <a:pt x="272" y="358"/>
                      <a:pt x="290" y="373"/>
                      <a:pt x="294" y="384"/>
                    </a:cubicBezTo>
                    <a:cubicBezTo>
                      <a:pt x="298" y="395"/>
                      <a:pt x="300" y="397"/>
                      <a:pt x="300" y="408"/>
                    </a:cubicBezTo>
                    <a:cubicBezTo>
                      <a:pt x="301" y="419"/>
                      <a:pt x="301" y="423"/>
                      <a:pt x="296" y="433"/>
                    </a:cubicBezTo>
                    <a:cubicBezTo>
                      <a:pt x="292" y="442"/>
                      <a:pt x="290" y="453"/>
                      <a:pt x="290" y="463"/>
                    </a:cubicBezTo>
                    <a:cubicBezTo>
                      <a:pt x="290" y="473"/>
                      <a:pt x="288" y="485"/>
                      <a:pt x="288" y="492"/>
                    </a:cubicBezTo>
                    <a:cubicBezTo>
                      <a:pt x="288" y="499"/>
                      <a:pt x="278" y="529"/>
                      <a:pt x="278" y="544"/>
                    </a:cubicBezTo>
                    <a:cubicBezTo>
                      <a:pt x="278" y="559"/>
                      <a:pt x="271" y="572"/>
                      <a:pt x="271" y="584"/>
                    </a:cubicBezTo>
                    <a:cubicBezTo>
                      <a:pt x="271" y="596"/>
                      <a:pt x="272" y="611"/>
                      <a:pt x="262" y="611"/>
                    </a:cubicBezTo>
                    <a:cubicBezTo>
                      <a:pt x="251" y="612"/>
                      <a:pt x="240" y="607"/>
                      <a:pt x="232" y="604"/>
                    </a:cubicBezTo>
                    <a:cubicBezTo>
                      <a:pt x="224" y="601"/>
                      <a:pt x="218" y="599"/>
                      <a:pt x="210" y="606"/>
                    </a:cubicBezTo>
                    <a:cubicBezTo>
                      <a:pt x="201" y="613"/>
                      <a:pt x="192" y="620"/>
                      <a:pt x="176" y="621"/>
                    </a:cubicBezTo>
                    <a:cubicBezTo>
                      <a:pt x="159" y="621"/>
                      <a:pt x="144" y="617"/>
                      <a:pt x="131" y="631"/>
                    </a:cubicBezTo>
                    <a:cubicBezTo>
                      <a:pt x="118" y="645"/>
                      <a:pt x="100" y="655"/>
                      <a:pt x="91" y="659"/>
                    </a:cubicBezTo>
                    <a:cubicBezTo>
                      <a:pt x="82" y="663"/>
                      <a:pt x="74" y="669"/>
                      <a:pt x="76" y="676"/>
                    </a:cubicBezTo>
                    <a:cubicBezTo>
                      <a:pt x="79" y="683"/>
                      <a:pt x="76" y="701"/>
                      <a:pt x="69" y="709"/>
                    </a:cubicBezTo>
                    <a:cubicBezTo>
                      <a:pt x="62" y="717"/>
                      <a:pt x="54" y="723"/>
                      <a:pt x="60" y="731"/>
                    </a:cubicBezTo>
                    <a:cubicBezTo>
                      <a:pt x="66" y="740"/>
                      <a:pt x="70" y="749"/>
                      <a:pt x="61" y="753"/>
                    </a:cubicBezTo>
                    <a:cubicBezTo>
                      <a:pt x="52" y="757"/>
                      <a:pt x="45" y="755"/>
                      <a:pt x="38" y="763"/>
                    </a:cubicBezTo>
                    <a:cubicBezTo>
                      <a:pt x="32" y="771"/>
                      <a:pt x="20" y="779"/>
                      <a:pt x="22" y="787"/>
                    </a:cubicBezTo>
                    <a:cubicBezTo>
                      <a:pt x="25" y="795"/>
                      <a:pt x="33" y="801"/>
                      <a:pt x="24" y="806"/>
                    </a:cubicBezTo>
                    <a:cubicBezTo>
                      <a:pt x="14" y="811"/>
                      <a:pt x="0" y="817"/>
                      <a:pt x="12" y="827"/>
                    </a:cubicBezTo>
                    <a:cubicBezTo>
                      <a:pt x="23" y="836"/>
                      <a:pt x="20" y="836"/>
                      <a:pt x="27" y="845"/>
                    </a:cubicBezTo>
                    <a:cubicBezTo>
                      <a:pt x="34" y="855"/>
                      <a:pt x="40" y="871"/>
                      <a:pt x="48" y="880"/>
                    </a:cubicBezTo>
                    <a:cubicBezTo>
                      <a:pt x="57" y="889"/>
                      <a:pt x="57" y="897"/>
                      <a:pt x="64" y="902"/>
                    </a:cubicBezTo>
                    <a:cubicBezTo>
                      <a:pt x="70" y="907"/>
                      <a:pt x="75" y="908"/>
                      <a:pt x="73" y="917"/>
                    </a:cubicBezTo>
                    <a:cubicBezTo>
                      <a:pt x="71" y="927"/>
                      <a:pt x="74" y="935"/>
                      <a:pt x="86" y="936"/>
                    </a:cubicBezTo>
                    <a:cubicBezTo>
                      <a:pt x="98" y="937"/>
                      <a:pt x="118" y="939"/>
                      <a:pt x="121" y="951"/>
                    </a:cubicBezTo>
                    <a:cubicBezTo>
                      <a:pt x="124" y="962"/>
                      <a:pt x="120" y="978"/>
                      <a:pt x="134" y="978"/>
                    </a:cubicBezTo>
                    <a:cubicBezTo>
                      <a:pt x="147" y="978"/>
                      <a:pt x="159" y="983"/>
                      <a:pt x="176" y="975"/>
                    </a:cubicBezTo>
                    <a:cubicBezTo>
                      <a:pt x="194" y="967"/>
                      <a:pt x="200" y="967"/>
                      <a:pt x="206" y="958"/>
                    </a:cubicBezTo>
                    <a:cubicBezTo>
                      <a:pt x="212" y="949"/>
                      <a:pt x="234" y="930"/>
                      <a:pt x="235" y="940"/>
                    </a:cubicBezTo>
                    <a:cubicBezTo>
                      <a:pt x="236" y="950"/>
                      <a:pt x="226" y="957"/>
                      <a:pt x="227" y="967"/>
                    </a:cubicBezTo>
                    <a:cubicBezTo>
                      <a:pt x="228" y="976"/>
                      <a:pt x="222" y="997"/>
                      <a:pt x="222" y="1010"/>
                    </a:cubicBezTo>
                    <a:cubicBezTo>
                      <a:pt x="222" y="1023"/>
                      <a:pt x="225" y="1034"/>
                      <a:pt x="233" y="1039"/>
                    </a:cubicBezTo>
                    <a:cubicBezTo>
                      <a:pt x="241" y="1043"/>
                      <a:pt x="252" y="1050"/>
                      <a:pt x="257" y="1041"/>
                    </a:cubicBezTo>
                    <a:cubicBezTo>
                      <a:pt x="262" y="1033"/>
                      <a:pt x="274" y="1034"/>
                      <a:pt x="282" y="1035"/>
                    </a:cubicBezTo>
                    <a:cubicBezTo>
                      <a:pt x="286" y="1036"/>
                      <a:pt x="292" y="1035"/>
                      <a:pt x="297" y="1038"/>
                    </a:cubicBezTo>
                    <a:cubicBezTo>
                      <a:pt x="302" y="1037"/>
                      <a:pt x="309" y="1037"/>
                      <a:pt x="320" y="1039"/>
                    </a:cubicBezTo>
                    <a:cubicBezTo>
                      <a:pt x="347" y="1044"/>
                      <a:pt x="342" y="1037"/>
                      <a:pt x="346" y="1044"/>
                    </a:cubicBezTo>
                    <a:cubicBezTo>
                      <a:pt x="350" y="1050"/>
                      <a:pt x="367" y="1052"/>
                      <a:pt x="370" y="1042"/>
                    </a:cubicBezTo>
                    <a:cubicBezTo>
                      <a:pt x="373" y="1032"/>
                      <a:pt x="382" y="1024"/>
                      <a:pt x="393" y="1021"/>
                    </a:cubicBezTo>
                    <a:cubicBezTo>
                      <a:pt x="403" y="1018"/>
                      <a:pt x="415" y="1020"/>
                      <a:pt x="421" y="1011"/>
                    </a:cubicBezTo>
                    <a:cubicBezTo>
                      <a:pt x="426" y="1002"/>
                      <a:pt x="434" y="997"/>
                      <a:pt x="446" y="995"/>
                    </a:cubicBezTo>
                    <a:cubicBezTo>
                      <a:pt x="457" y="992"/>
                      <a:pt x="463" y="987"/>
                      <a:pt x="467" y="981"/>
                    </a:cubicBezTo>
                    <a:cubicBezTo>
                      <a:pt x="472" y="974"/>
                      <a:pt x="490" y="974"/>
                      <a:pt x="495" y="968"/>
                    </a:cubicBezTo>
                    <a:cubicBezTo>
                      <a:pt x="500" y="962"/>
                      <a:pt x="512" y="961"/>
                      <a:pt x="521" y="961"/>
                    </a:cubicBezTo>
                    <a:cubicBezTo>
                      <a:pt x="529" y="961"/>
                      <a:pt x="545" y="962"/>
                      <a:pt x="549" y="957"/>
                    </a:cubicBezTo>
                    <a:cubicBezTo>
                      <a:pt x="554" y="952"/>
                      <a:pt x="561" y="956"/>
                      <a:pt x="563" y="963"/>
                    </a:cubicBezTo>
                    <a:cubicBezTo>
                      <a:pt x="566" y="971"/>
                      <a:pt x="570" y="980"/>
                      <a:pt x="564" y="986"/>
                    </a:cubicBezTo>
                    <a:cubicBezTo>
                      <a:pt x="558" y="992"/>
                      <a:pt x="556" y="998"/>
                      <a:pt x="557" y="1003"/>
                    </a:cubicBezTo>
                    <a:cubicBezTo>
                      <a:pt x="557" y="1008"/>
                      <a:pt x="551" y="1008"/>
                      <a:pt x="555" y="1017"/>
                    </a:cubicBezTo>
                    <a:cubicBezTo>
                      <a:pt x="559" y="1026"/>
                      <a:pt x="561" y="1031"/>
                      <a:pt x="560" y="1040"/>
                    </a:cubicBezTo>
                    <a:cubicBezTo>
                      <a:pt x="559" y="1049"/>
                      <a:pt x="556" y="1058"/>
                      <a:pt x="563" y="1065"/>
                    </a:cubicBezTo>
                    <a:cubicBezTo>
                      <a:pt x="569" y="1073"/>
                      <a:pt x="574" y="1078"/>
                      <a:pt x="578" y="1087"/>
                    </a:cubicBezTo>
                    <a:cubicBezTo>
                      <a:pt x="581" y="1096"/>
                      <a:pt x="588" y="1106"/>
                      <a:pt x="597" y="1110"/>
                    </a:cubicBezTo>
                    <a:cubicBezTo>
                      <a:pt x="605" y="1115"/>
                      <a:pt x="613" y="1121"/>
                      <a:pt x="616" y="1128"/>
                    </a:cubicBezTo>
                    <a:cubicBezTo>
                      <a:pt x="619" y="1136"/>
                      <a:pt x="628" y="1137"/>
                      <a:pt x="641" y="1138"/>
                    </a:cubicBezTo>
                    <a:cubicBezTo>
                      <a:pt x="654" y="1139"/>
                      <a:pt x="676" y="1133"/>
                      <a:pt x="684" y="1143"/>
                    </a:cubicBezTo>
                    <a:cubicBezTo>
                      <a:pt x="693" y="1152"/>
                      <a:pt x="710" y="1147"/>
                      <a:pt x="716" y="1159"/>
                    </a:cubicBezTo>
                    <a:cubicBezTo>
                      <a:pt x="722" y="1170"/>
                      <a:pt x="728" y="1174"/>
                      <a:pt x="740" y="1175"/>
                    </a:cubicBezTo>
                    <a:cubicBezTo>
                      <a:pt x="752" y="1176"/>
                      <a:pt x="775" y="1184"/>
                      <a:pt x="779" y="1194"/>
                    </a:cubicBezTo>
                    <a:cubicBezTo>
                      <a:pt x="784" y="1205"/>
                      <a:pt x="804" y="1207"/>
                      <a:pt x="820" y="1207"/>
                    </a:cubicBezTo>
                    <a:cubicBezTo>
                      <a:pt x="835" y="1207"/>
                      <a:pt x="853" y="1204"/>
                      <a:pt x="861" y="1212"/>
                    </a:cubicBezTo>
                    <a:cubicBezTo>
                      <a:pt x="869" y="1221"/>
                      <a:pt x="877" y="1228"/>
                      <a:pt x="876" y="1239"/>
                    </a:cubicBezTo>
                    <a:cubicBezTo>
                      <a:pt x="875" y="1249"/>
                      <a:pt x="871" y="1254"/>
                      <a:pt x="878" y="1261"/>
                    </a:cubicBezTo>
                    <a:cubicBezTo>
                      <a:pt x="885" y="1269"/>
                      <a:pt x="878" y="1272"/>
                      <a:pt x="882" y="1279"/>
                    </a:cubicBezTo>
                    <a:cubicBezTo>
                      <a:pt x="886" y="1286"/>
                      <a:pt x="889" y="1295"/>
                      <a:pt x="880" y="1300"/>
                    </a:cubicBezTo>
                    <a:cubicBezTo>
                      <a:pt x="872" y="1305"/>
                      <a:pt x="868" y="1309"/>
                      <a:pt x="875" y="1317"/>
                    </a:cubicBezTo>
                    <a:cubicBezTo>
                      <a:pt x="882" y="1325"/>
                      <a:pt x="892" y="1322"/>
                      <a:pt x="889" y="1335"/>
                    </a:cubicBezTo>
                    <a:cubicBezTo>
                      <a:pt x="889" y="1351"/>
                      <a:pt x="888" y="1385"/>
                      <a:pt x="888" y="1385"/>
                    </a:cubicBezTo>
                    <a:cubicBezTo>
                      <a:pt x="1005" y="1384"/>
                      <a:pt x="1005" y="1384"/>
                      <a:pt x="1005" y="1384"/>
                    </a:cubicBezTo>
                    <a:cubicBezTo>
                      <a:pt x="1005" y="1384"/>
                      <a:pt x="1010" y="1401"/>
                      <a:pt x="1004" y="1407"/>
                    </a:cubicBezTo>
                    <a:cubicBezTo>
                      <a:pt x="998" y="1413"/>
                      <a:pt x="999" y="1419"/>
                      <a:pt x="1000" y="1426"/>
                    </a:cubicBezTo>
                    <a:cubicBezTo>
                      <a:pt x="1000" y="1433"/>
                      <a:pt x="1006" y="1444"/>
                      <a:pt x="1007" y="1448"/>
                    </a:cubicBezTo>
                    <a:cubicBezTo>
                      <a:pt x="1009" y="1452"/>
                      <a:pt x="1016" y="1454"/>
                      <a:pt x="1025" y="1457"/>
                    </a:cubicBezTo>
                    <a:cubicBezTo>
                      <a:pt x="1034" y="1460"/>
                      <a:pt x="1048" y="1464"/>
                      <a:pt x="1048" y="1475"/>
                    </a:cubicBezTo>
                    <a:cubicBezTo>
                      <a:pt x="1048" y="1485"/>
                      <a:pt x="1046" y="1488"/>
                      <a:pt x="1051" y="1492"/>
                    </a:cubicBezTo>
                    <a:cubicBezTo>
                      <a:pt x="1057" y="1496"/>
                      <a:pt x="1063" y="1504"/>
                      <a:pt x="1061" y="1513"/>
                    </a:cubicBezTo>
                    <a:cubicBezTo>
                      <a:pt x="1060" y="1521"/>
                      <a:pt x="1049" y="1524"/>
                      <a:pt x="1049" y="1534"/>
                    </a:cubicBezTo>
                    <a:cubicBezTo>
                      <a:pt x="1049" y="1544"/>
                      <a:pt x="1045" y="1558"/>
                      <a:pt x="1046" y="1565"/>
                    </a:cubicBezTo>
                    <a:cubicBezTo>
                      <a:pt x="1046" y="1573"/>
                      <a:pt x="1045" y="1576"/>
                      <a:pt x="1038" y="1584"/>
                    </a:cubicBezTo>
                    <a:cubicBezTo>
                      <a:pt x="1031" y="1592"/>
                      <a:pt x="1027" y="1604"/>
                      <a:pt x="1030" y="1612"/>
                    </a:cubicBezTo>
                    <a:cubicBezTo>
                      <a:pt x="1032" y="1621"/>
                      <a:pt x="1040" y="1622"/>
                      <a:pt x="1032" y="1633"/>
                    </a:cubicBezTo>
                    <a:cubicBezTo>
                      <a:pt x="1025" y="1643"/>
                      <a:pt x="1015" y="1645"/>
                      <a:pt x="1026" y="1655"/>
                    </a:cubicBezTo>
                    <a:cubicBezTo>
                      <a:pt x="1036" y="1665"/>
                      <a:pt x="1041" y="1668"/>
                      <a:pt x="1039" y="1683"/>
                    </a:cubicBezTo>
                    <a:cubicBezTo>
                      <a:pt x="1037" y="1698"/>
                      <a:pt x="1040" y="1708"/>
                      <a:pt x="1036" y="1718"/>
                    </a:cubicBezTo>
                    <a:cubicBezTo>
                      <a:pt x="1032" y="1728"/>
                      <a:pt x="1032" y="1746"/>
                      <a:pt x="1035" y="1755"/>
                    </a:cubicBezTo>
                    <a:cubicBezTo>
                      <a:pt x="1038" y="1764"/>
                      <a:pt x="1031" y="1773"/>
                      <a:pt x="1050" y="1775"/>
                    </a:cubicBezTo>
                    <a:cubicBezTo>
                      <a:pt x="1069" y="1777"/>
                      <a:pt x="1075" y="1780"/>
                      <a:pt x="1086" y="1784"/>
                    </a:cubicBezTo>
                    <a:cubicBezTo>
                      <a:pt x="1097" y="1788"/>
                      <a:pt x="1118" y="1787"/>
                      <a:pt x="1121" y="1780"/>
                    </a:cubicBezTo>
                    <a:cubicBezTo>
                      <a:pt x="1124" y="1773"/>
                      <a:pt x="1130" y="1763"/>
                      <a:pt x="1142" y="1774"/>
                    </a:cubicBezTo>
                    <a:cubicBezTo>
                      <a:pt x="1154" y="1785"/>
                      <a:pt x="1165" y="1779"/>
                      <a:pt x="1166" y="1795"/>
                    </a:cubicBezTo>
                    <a:cubicBezTo>
                      <a:pt x="1167" y="1811"/>
                      <a:pt x="1177" y="1825"/>
                      <a:pt x="1181" y="1842"/>
                    </a:cubicBezTo>
                    <a:cubicBezTo>
                      <a:pt x="1185" y="1859"/>
                      <a:pt x="1184" y="1892"/>
                      <a:pt x="1199" y="1895"/>
                    </a:cubicBezTo>
                    <a:cubicBezTo>
                      <a:pt x="1214" y="1898"/>
                      <a:pt x="1228" y="1904"/>
                      <a:pt x="1234" y="1894"/>
                    </a:cubicBezTo>
                    <a:cubicBezTo>
                      <a:pt x="1240" y="1884"/>
                      <a:pt x="1245" y="1879"/>
                      <a:pt x="1255" y="1885"/>
                    </a:cubicBezTo>
                    <a:cubicBezTo>
                      <a:pt x="1265" y="1891"/>
                      <a:pt x="1273" y="1896"/>
                      <a:pt x="1273" y="1911"/>
                    </a:cubicBezTo>
                    <a:cubicBezTo>
                      <a:pt x="1273" y="1926"/>
                      <a:pt x="1275" y="1927"/>
                      <a:pt x="1265" y="1946"/>
                    </a:cubicBezTo>
                    <a:cubicBezTo>
                      <a:pt x="1255" y="1965"/>
                      <a:pt x="1250" y="1976"/>
                      <a:pt x="1249" y="1988"/>
                    </a:cubicBezTo>
                    <a:cubicBezTo>
                      <a:pt x="1249" y="1993"/>
                      <a:pt x="1248" y="1997"/>
                      <a:pt x="1248" y="2001"/>
                    </a:cubicBezTo>
                    <a:cubicBezTo>
                      <a:pt x="1255" y="2001"/>
                      <a:pt x="1264" y="2002"/>
                      <a:pt x="1272" y="2002"/>
                    </a:cubicBezTo>
                    <a:cubicBezTo>
                      <a:pt x="1288" y="2002"/>
                      <a:pt x="1299" y="2005"/>
                      <a:pt x="1299" y="2014"/>
                    </a:cubicBezTo>
                    <a:cubicBezTo>
                      <a:pt x="1299" y="2023"/>
                      <a:pt x="1303" y="2032"/>
                      <a:pt x="1307" y="2037"/>
                    </a:cubicBezTo>
                    <a:cubicBezTo>
                      <a:pt x="1311" y="2042"/>
                      <a:pt x="1316" y="2050"/>
                      <a:pt x="1309" y="2058"/>
                    </a:cubicBezTo>
                    <a:cubicBezTo>
                      <a:pt x="1302" y="2066"/>
                      <a:pt x="1300" y="2071"/>
                      <a:pt x="1301" y="2085"/>
                    </a:cubicBezTo>
                    <a:cubicBezTo>
                      <a:pt x="1302" y="2099"/>
                      <a:pt x="1317" y="2114"/>
                      <a:pt x="1280" y="2122"/>
                    </a:cubicBezTo>
                    <a:cubicBezTo>
                      <a:pt x="1243" y="2130"/>
                      <a:pt x="1231" y="2146"/>
                      <a:pt x="1217" y="2157"/>
                    </a:cubicBezTo>
                    <a:cubicBezTo>
                      <a:pt x="1203" y="2168"/>
                      <a:pt x="1191" y="2169"/>
                      <a:pt x="1178" y="2188"/>
                    </a:cubicBezTo>
                    <a:cubicBezTo>
                      <a:pt x="1165" y="2207"/>
                      <a:pt x="1159" y="2210"/>
                      <a:pt x="1149" y="2225"/>
                    </a:cubicBezTo>
                    <a:cubicBezTo>
                      <a:pt x="1139" y="2240"/>
                      <a:pt x="1127" y="2241"/>
                      <a:pt x="1116" y="2258"/>
                    </a:cubicBezTo>
                    <a:cubicBezTo>
                      <a:pt x="1105" y="2275"/>
                      <a:pt x="1106" y="2285"/>
                      <a:pt x="1090" y="2292"/>
                    </a:cubicBezTo>
                    <a:cubicBezTo>
                      <a:pt x="1074" y="2299"/>
                      <a:pt x="1078" y="2311"/>
                      <a:pt x="1064" y="2319"/>
                    </a:cubicBezTo>
                    <a:cubicBezTo>
                      <a:pt x="1061" y="2321"/>
                      <a:pt x="1058" y="2323"/>
                      <a:pt x="1055" y="2325"/>
                    </a:cubicBezTo>
                    <a:cubicBezTo>
                      <a:pt x="1061" y="2328"/>
                      <a:pt x="1069" y="2331"/>
                      <a:pt x="1080" y="2326"/>
                    </a:cubicBezTo>
                    <a:cubicBezTo>
                      <a:pt x="1101" y="2317"/>
                      <a:pt x="1090" y="2311"/>
                      <a:pt x="1107" y="2317"/>
                    </a:cubicBezTo>
                    <a:cubicBezTo>
                      <a:pt x="1124" y="2323"/>
                      <a:pt x="1129" y="2323"/>
                      <a:pt x="1132" y="2335"/>
                    </a:cubicBezTo>
                    <a:cubicBezTo>
                      <a:pt x="1135" y="2347"/>
                      <a:pt x="1150" y="2340"/>
                      <a:pt x="1153" y="2357"/>
                    </a:cubicBezTo>
                    <a:cubicBezTo>
                      <a:pt x="1156" y="2374"/>
                      <a:pt x="1163" y="2393"/>
                      <a:pt x="1173" y="2382"/>
                    </a:cubicBezTo>
                    <a:cubicBezTo>
                      <a:pt x="1183" y="2371"/>
                      <a:pt x="1182" y="2363"/>
                      <a:pt x="1191" y="2378"/>
                    </a:cubicBezTo>
                    <a:cubicBezTo>
                      <a:pt x="1200" y="2393"/>
                      <a:pt x="1205" y="2401"/>
                      <a:pt x="1224" y="2402"/>
                    </a:cubicBezTo>
                    <a:cubicBezTo>
                      <a:pt x="1243" y="2403"/>
                      <a:pt x="1248" y="2405"/>
                      <a:pt x="1254" y="2419"/>
                    </a:cubicBezTo>
                    <a:cubicBezTo>
                      <a:pt x="1260" y="2433"/>
                      <a:pt x="1263" y="2437"/>
                      <a:pt x="1275" y="2442"/>
                    </a:cubicBezTo>
                    <a:cubicBezTo>
                      <a:pt x="1287" y="2447"/>
                      <a:pt x="1300" y="2445"/>
                      <a:pt x="1305" y="2460"/>
                    </a:cubicBezTo>
                    <a:cubicBezTo>
                      <a:pt x="1310" y="2475"/>
                      <a:pt x="1310" y="2499"/>
                      <a:pt x="1312" y="2514"/>
                    </a:cubicBezTo>
                    <a:cubicBezTo>
                      <a:pt x="1314" y="2529"/>
                      <a:pt x="1311" y="2537"/>
                      <a:pt x="1316" y="2551"/>
                    </a:cubicBezTo>
                    <a:cubicBezTo>
                      <a:pt x="1320" y="2562"/>
                      <a:pt x="1323" y="2572"/>
                      <a:pt x="1327" y="2581"/>
                    </a:cubicBezTo>
                    <a:cubicBezTo>
                      <a:pt x="1349" y="2561"/>
                      <a:pt x="1382" y="2538"/>
                      <a:pt x="1384" y="2512"/>
                    </a:cubicBezTo>
                    <a:cubicBezTo>
                      <a:pt x="1385" y="2485"/>
                      <a:pt x="1401" y="2476"/>
                      <a:pt x="1399" y="2456"/>
                    </a:cubicBezTo>
                    <a:cubicBezTo>
                      <a:pt x="1398" y="2436"/>
                      <a:pt x="1399" y="2422"/>
                      <a:pt x="1411" y="2409"/>
                    </a:cubicBezTo>
                    <a:cubicBezTo>
                      <a:pt x="1422" y="2396"/>
                      <a:pt x="1455" y="2386"/>
                      <a:pt x="1461" y="2362"/>
                    </a:cubicBezTo>
                    <a:cubicBezTo>
                      <a:pt x="1467" y="2337"/>
                      <a:pt x="1464" y="2334"/>
                      <a:pt x="1480" y="2332"/>
                    </a:cubicBezTo>
                    <a:cubicBezTo>
                      <a:pt x="1495" y="2329"/>
                      <a:pt x="1504" y="2329"/>
                      <a:pt x="1503" y="2342"/>
                    </a:cubicBezTo>
                    <a:cubicBezTo>
                      <a:pt x="1501" y="2354"/>
                      <a:pt x="1485" y="2363"/>
                      <a:pt x="1475" y="2376"/>
                    </a:cubicBezTo>
                    <a:cubicBezTo>
                      <a:pt x="1465" y="2389"/>
                      <a:pt x="1467" y="2400"/>
                      <a:pt x="1448" y="2410"/>
                    </a:cubicBezTo>
                    <a:cubicBezTo>
                      <a:pt x="1430" y="2420"/>
                      <a:pt x="1411" y="2438"/>
                      <a:pt x="1411" y="2445"/>
                    </a:cubicBezTo>
                    <a:cubicBezTo>
                      <a:pt x="1411" y="2452"/>
                      <a:pt x="1422" y="2442"/>
                      <a:pt x="1434" y="2436"/>
                    </a:cubicBezTo>
                    <a:cubicBezTo>
                      <a:pt x="1445" y="2430"/>
                      <a:pt x="1503" y="2386"/>
                      <a:pt x="1508" y="2370"/>
                    </a:cubicBezTo>
                    <a:cubicBezTo>
                      <a:pt x="1514" y="2354"/>
                      <a:pt x="1533" y="2327"/>
                      <a:pt x="1538" y="2301"/>
                    </a:cubicBezTo>
                    <a:cubicBezTo>
                      <a:pt x="1544" y="2276"/>
                      <a:pt x="1574" y="2250"/>
                      <a:pt x="1583" y="2236"/>
                    </a:cubicBezTo>
                    <a:cubicBezTo>
                      <a:pt x="1592" y="2221"/>
                      <a:pt x="1633" y="2197"/>
                      <a:pt x="1633" y="2171"/>
                    </a:cubicBezTo>
                    <a:cubicBezTo>
                      <a:pt x="1633" y="2145"/>
                      <a:pt x="1650" y="2142"/>
                      <a:pt x="1640" y="2124"/>
                    </a:cubicBezTo>
                    <a:cubicBezTo>
                      <a:pt x="1630" y="2105"/>
                      <a:pt x="1622" y="2099"/>
                      <a:pt x="1626" y="2071"/>
                    </a:cubicBezTo>
                    <a:cubicBezTo>
                      <a:pt x="1630" y="2042"/>
                      <a:pt x="1620" y="2042"/>
                      <a:pt x="1633" y="2026"/>
                    </a:cubicBezTo>
                    <a:cubicBezTo>
                      <a:pt x="1646" y="2010"/>
                      <a:pt x="1646" y="2015"/>
                      <a:pt x="1642" y="1998"/>
                    </a:cubicBezTo>
                    <a:cubicBezTo>
                      <a:pt x="1637" y="1980"/>
                      <a:pt x="1639" y="1982"/>
                      <a:pt x="1655" y="1983"/>
                    </a:cubicBezTo>
                    <a:cubicBezTo>
                      <a:pt x="1670" y="1985"/>
                      <a:pt x="1672" y="1976"/>
                      <a:pt x="1682" y="1953"/>
                    </a:cubicBezTo>
                    <a:cubicBezTo>
                      <a:pt x="1692" y="1930"/>
                      <a:pt x="1723" y="1935"/>
                      <a:pt x="1732" y="1920"/>
                    </a:cubicBezTo>
                    <a:cubicBezTo>
                      <a:pt x="1741" y="1906"/>
                      <a:pt x="1735" y="1912"/>
                      <a:pt x="1759" y="1903"/>
                    </a:cubicBezTo>
                    <a:cubicBezTo>
                      <a:pt x="1784" y="1894"/>
                      <a:pt x="1794" y="1892"/>
                      <a:pt x="1799" y="1883"/>
                    </a:cubicBezTo>
                    <a:cubicBezTo>
                      <a:pt x="1805" y="1874"/>
                      <a:pt x="1821" y="1886"/>
                      <a:pt x="1834" y="1887"/>
                    </a:cubicBezTo>
                    <a:cubicBezTo>
                      <a:pt x="1847" y="1889"/>
                      <a:pt x="1828" y="1864"/>
                      <a:pt x="1847" y="1859"/>
                    </a:cubicBezTo>
                    <a:cubicBezTo>
                      <a:pt x="1865" y="1853"/>
                      <a:pt x="1878" y="1853"/>
                      <a:pt x="1887" y="1841"/>
                    </a:cubicBezTo>
                    <a:cubicBezTo>
                      <a:pt x="1895" y="1830"/>
                      <a:pt x="1920" y="1811"/>
                      <a:pt x="1918" y="1823"/>
                    </a:cubicBezTo>
                    <a:cubicBezTo>
                      <a:pt x="1917" y="1834"/>
                      <a:pt x="1924" y="1833"/>
                      <a:pt x="1941" y="1830"/>
                    </a:cubicBezTo>
                    <a:cubicBezTo>
                      <a:pt x="1958" y="1827"/>
                      <a:pt x="2034" y="1840"/>
                      <a:pt x="2037" y="1811"/>
                    </a:cubicBezTo>
                    <a:cubicBezTo>
                      <a:pt x="2040" y="1783"/>
                      <a:pt x="2047" y="1777"/>
                      <a:pt x="2063" y="1761"/>
                    </a:cubicBezTo>
                    <a:cubicBezTo>
                      <a:pt x="2079" y="1745"/>
                      <a:pt x="2056" y="1717"/>
                      <a:pt x="2080" y="1698"/>
                    </a:cubicBezTo>
                    <a:cubicBezTo>
                      <a:pt x="2105" y="1679"/>
                      <a:pt x="2115" y="1661"/>
                      <a:pt x="2122" y="1641"/>
                    </a:cubicBezTo>
                    <a:cubicBezTo>
                      <a:pt x="2129" y="1621"/>
                      <a:pt x="2133" y="1608"/>
                      <a:pt x="2143" y="1601"/>
                    </a:cubicBezTo>
                    <a:cubicBezTo>
                      <a:pt x="2153" y="1593"/>
                      <a:pt x="2155" y="1592"/>
                      <a:pt x="2155" y="1559"/>
                    </a:cubicBezTo>
                    <a:cubicBezTo>
                      <a:pt x="2155" y="1526"/>
                      <a:pt x="2158" y="1500"/>
                      <a:pt x="2178" y="1487"/>
                    </a:cubicBezTo>
                    <a:cubicBezTo>
                      <a:pt x="2198" y="1474"/>
                      <a:pt x="2186" y="1429"/>
                      <a:pt x="2189" y="1407"/>
                    </a:cubicBezTo>
                    <a:cubicBezTo>
                      <a:pt x="2192" y="1386"/>
                      <a:pt x="2215" y="1377"/>
                      <a:pt x="2206" y="1345"/>
                    </a:cubicBezTo>
                    <a:cubicBezTo>
                      <a:pt x="2198" y="1314"/>
                      <a:pt x="2194" y="1295"/>
                      <a:pt x="2196" y="1275"/>
                    </a:cubicBezTo>
                    <a:cubicBezTo>
                      <a:pt x="2199" y="1255"/>
                      <a:pt x="2208" y="1249"/>
                      <a:pt x="2204" y="1234"/>
                    </a:cubicBezTo>
                    <a:cubicBezTo>
                      <a:pt x="2199" y="1218"/>
                      <a:pt x="2191" y="1212"/>
                      <a:pt x="2199" y="1199"/>
                    </a:cubicBezTo>
                    <a:cubicBezTo>
                      <a:pt x="2208" y="1186"/>
                      <a:pt x="2212" y="1161"/>
                      <a:pt x="2218" y="1161"/>
                    </a:cubicBezTo>
                    <a:cubicBezTo>
                      <a:pt x="2224" y="1161"/>
                      <a:pt x="2206" y="1143"/>
                      <a:pt x="2222" y="1148"/>
                    </a:cubicBezTo>
                    <a:cubicBezTo>
                      <a:pt x="2238" y="1152"/>
                      <a:pt x="2259" y="1153"/>
                      <a:pt x="2269" y="1128"/>
                    </a:cubicBezTo>
                    <a:cubicBezTo>
                      <a:pt x="2280" y="1102"/>
                      <a:pt x="2294" y="1063"/>
                      <a:pt x="2307" y="1054"/>
                    </a:cubicBezTo>
                    <a:cubicBezTo>
                      <a:pt x="2320" y="1046"/>
                      <a:pt x="2314" y="1021"/>
                      <a:pt x="2340" y="1017"/>
                    </a:cubicBezTo>
                    <a:cubicBezTo>
                      <a:pt x="2366" y="1013"/>
                      <a:pt x="2374" y="983"/>
                      <a:pt x="2400" y="957"/>
                    </a:cubicBezTo>
                    <a:cubicBezTo>
                      <a:pt x="2426" y="931"/>
                      <a:pt x="2453" y="891"/>
                      <a:pt x="2456" y="860"/>
                    </a:cubicBezTo>
                    <a:cubicBezTo>
                      <a:pt x="2459" y="828"/>
                      <a:pt x="2486" y="815"/>
                      <a:pt x="2466" y="77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7" name="Freeform 24"/>
              <p:cNvSpPr>
                <a:spLocks noEditPoints="1"/>
              </p:cNvSpPr>
              <p:nvPr/>
            </p:nvSpPr>
            <p:spPr bwMode="auto">
              <a:xfrm>
                <a:off x="2050" y="485"/>
                <a:ext cx="714" cy="287"/>
              </a:xfrm>
              <a:custGeom>
                <a:avLst/>
                <a:gdLst>
                  <a:gd name="T0" fmla="*/ 739 w 1054"/>
                  <a:gd name="T1" fmla="*/ 295 h 423"/>
                  <a:gd name="T2" fmla="*/ 753 w 1054"/>
                  <a:gd name="T3" fmla="*/ 262 h 423"/>
                  <a:gd name="T4" fmla="*/ 740 w 1054"/>
                  <a:gd name="T5" fmla="*/ 242 h 423"/>
                  <a:gd name="T6" fmla="*/ 706 w 1054"/>
                  <a:gd name="T7" fmla="*/ 253 h 423"/>
                  <a:gd name="T8" fmla="*/ 689 w 1054"/>
                  <a:gd name="T9" fmla="*/ 219 h 423"/>
                  <a:gd name="T10" fmla="*/ 677 w 1054"/>
                  <a:gd name="T11" fmla="*/ 162 h 423"/>
                  <a:gd name="T12" fmla="*/ 713 w 1054"/>
                  <a:gd name="T13" fmla="*/ 109 h 423"/>
                  <a:gd name="T14" fmla="*/ 732 w 1054"/>
                  <a:gd name="T15" fmla="*/ 51 h 423"/>
                  <a:gd name="T16" fmla="*/ 772 w 1054"/>
                  <a:gd name="T17" fmla="*/ 25 h 423"/>
                  <a:gd name="T18" fmla="*/ 807 w 1054"/>
                  <a:gd name="T19" fmla="*/ 0 h 423"/>
                  <a:gd name="T20" fmla="*/ 865 w 1054"/>
                  <a:gd name="T21" fmla="*/ 33 h 423"/>
                  <a:gd name="T22" fmla="*/ 917 w 1054"/>
                  <a:gd name="T23" fmla="*/ 70 h 423"/>
                  <a:gd name="T24" fmla="*/ 966 w 1054"/>
                  <a:gd name="T25" fmla="*/ 73 h 423"/>
                  <a:gd name="T26" fmla="*/ 1009 w 1054"/>
                  <a:gd name="T27" fmla="*/ 87 h 423"/>
                  <a:gd name="T28" fmla="*/ 1038 w 1054"/>
                  <a:gd name="T29" fmla="*/ 122 h 423"/>
                  <a:gd name="T30" fmla="*/ 1035 w 1054"/>
                  <a:gd name="T31" fmla="*/ 155 h 423"/>
                  <a:gd name="T32" fmla="*/ 948 w 1054"/>
                  <a:gd name="T33" fmla="*/ 261 h 423"/>
                  <a:gd name="T34" fmla="*/ 835 w 1054"/>
                  <a:gd name="T35" fmla="*/ 338 h 423"/>
                  <a:gd name="T36" fmla="*/ 816 w 1054"/>
                  <a:gd name="T37" fmla="*/ 390 h 423"/>
                  <a:gd name="T38" fmla="*/ 781 w 1054"/>
                  <a:gd name="T39" fmla="*/ 407 h 423"/>
                  <a:gd name="T40" fmla="*/ 740 w 1054"/>
                  <a:gd name="T41" fmla="*/ 369 h 423"/>
                  <a:gd name="T42" fmla="*/ 709 w 1054"/>
                  <a:gd name="T43" fmla="*/ 359 h 423"/>
                  <a:gd name="T44" fmla="*/ 723 w 1054"/>
                  <a:gd name="T45" fmla="*/ 312 h 423"/>
                  <a:gd name="T46" fmla="*/ 29 w 1054"/>
                  <a:gd name="T47" fmla="*/ 90 h 423"/>
                  <a:gd name="T48" fmla="*/ 10 w 1054"/>
                  <a:gd name="T49" fmla="*/ 95 h 423"/>
                  <a:gd name="T50" fmla="*/ 0 w 1054"/>
                  <a:gd name="T51" fmla="*/ 110 h 423"/>
                  <a:gd name="T52" fmla="*/ 15 w 1054"/>
                  <a:gd name="T53" fmla="*/ 115 h 423"/>
                  <a:gd name="T54" fmla="*/ 19 w 1054"/>
                  <a:gd name="T55" fmla="*/ 129 h 423"/>
                  <a:gd name="T56" fmla="*/ 15 w 1054"/>
                  <a:gd name="T57" fmla="*/ 153 h 423"/>
                  <a:gd name="T58" fmla="*/ 34 w 1054"/>
                  <a:gd name="T59" fmla="*/ 160 h 423"/>
                  <a:gd name="T60" fmla="*/ 53 w 1054"/>
                  <a:gd name="T61" fmla="*/ 142 h 423"/>
                  <a:gd name="T62" fmla="*/ 41 w 1054"/>
                  <a:gd name="T63" fmla="*/ 117 h 423"/>
                  <a:gd name="T64" fmla="*/ 29 w 1054"/>
                  <a:gd name="T65" fmla="*/ 90 h 423"/>
                  <a:gd name="T66" fmla="*/ 73 w 1054"/>
                  <a:gd name="T67" fmla="*/ 127 h 423"/>
                  <a:gd name="T68" fmla="*/ 81 w 1054"/>
                  <a:gd name="T69" fmla="*/ 144 h 423"/>
                  <a:gd name="T70" fmla="*/ 79 w 1054"/>
                  <a:gd name="T71" fmla="*/ 116 h 423"/>
                  <a:gd name="T72" fmla="*/ 129 w 1054"/>
                  <a:gd name="T73" fmla="*/ 144 h 423"/>
                  <a:gd name="T74" fmla="*/ 147 w 1054"/>
                  <a:gd name="T75" fmla="*/ 145 h 423"/>
                  <a:gd name="T76" fmla="*/ 59 w 1054"/>
                  <a:gd name="T77" fmla="*/ 93 h 423"/>
                  <a:gd name="T78" fmla="*/ 66 w 1054"/>
                  <a:gd name="T79" fmla="*/ 105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054" h="423">
                    <a:moveTo>
                      <a:pt x="715" y="303"/>
                    </a:moveTo>
                    <a:cubicBezTo>
                      <a:pt x="723" y="299"/>
                      <a:pt x="732" y="297"/>
                      <a:pt x="739" y="295"/>
                    </a:cubicBezTo>
                    <a:cubicBezTo>
                      <a:pt x="756" y="290"/>
                      <a:pt x="747" y="280"/>
                      <a:pt x="740" y="276"/>
                    </a:cubicBezTo>
                    <a:cubicBezTo>
                      <a:pt x="734" y="272"/>
                      <a:pt x="740" y="268"/>
                      <a:pt x="753" y="262"/>
                    </a:cubicBezTo>
                    <a:cubicBezTo>
                      <a:pt x="767" y="256"/>
                      <a:pt x="750" y="248"/>
                      <a:pt x="749" y="240"/>
                    </a:cubicBezTo>
                    <a:cubicBezTo>
                      <a:pt x="748" y="232"/>
                      <a:pt x="742" y="233"/>
                      <a:pt x="740" y="242"/>
                    </a:cubicBezTo>
                    <a:cubicBezTo>
                      <a:pt x="739" y="251"/>
                      <a:pt x="734" y="255"/>
                      <a:pt x="727" y="262"/>
                    </a:cubicBezTo>
                    <a:cubicBezTo>
                      <a:pt x="719" y="269"/>
                      <a:pt x="711" y="260"/>
                      <a:pt x="706" y="253"/>
                    </a:cubicBezTo>
                    <a:cubicBezTo>
                      <a:pt x="700" y="245"/>
                      <a:pt x="697" y="242"/>
                      <a:pt x="686" y="237"/>
                    </a:cubicBezTo>
                    <a:cubicBezTo>
                      <a:pt x="675" y="232"/>
                      <a:pt x="680" y="223"/>
                      <a:pt x="689" y="219"/>
                    </a:cubicBezTo>
                    <a:cubicBezTo>
                      <a:pt x="697" y="214"/>
                      <a:pt x="693" y="205"/>
                      <a:pt x="685" y="199"/>
                    </a:cubicBezTo>
                    <a:cubicBezTo>
                      <a:pt x="676" y="194"/>
                      <a:pt x="679" y="178"/>
                      <a:pt x="677" y="162"/>
                    </a:cubicBezTo>
                    <a:cubicBezTo>
                      <a:pt x="674" y="146"/>
                      <a:pt x="693" y="144"/>
                      <a:pt x="702" y="139"/>
                    </a:cubicBezTo>
                    <a:cubicBezTo>
                      <a:pt x="712" y="133"/>
                      <a:pt x="713" y="119"/>
                      <a:pt x="713" y="109"/>
                    </a:cubicBezTo>
                    <a:cubicBezTo>
                      <a:pt x="713" y="99"/>
                      <a:pt x="717" y="99"/>
                      <a:pt x="731" y="92"/>
                    </a:cubicBezTo>
                    <a:cubicBezTo>
                      <a:pt x="745" y="85"/>
                      <a:pt x="732" y="65"/>
                      <a:pt x="732" y="51"/>
                    </a:cubicBezTo>
                    <a:cubicBezTo>
                      <a:pt x="732" y="38"/>
                      <a:pt x="740" y="34"/>
                      <a:pt x="753" y="32"/>
                    </a:cubicBezTo>
                    <a:cubicBezTo>
                      <a:pt x="765" y="29"/>
                      <a:pt x="767" y="30"/>
                      <a:pt x="772" y="25"/>
                    </a:cubicBezTo>
                    <a:cubicBezTo>
                      <a:pt x="777" y="19"/>
                      <a:pt x="784" y="19"/>
                      <a:pt x="799" y="17"/>
                    </a:cubicBezTo>
                    <a:cubicBezTo>
                      <a:pt x="807" y="15"/>
                      <a:pt x="808" y="8"/>
                      <a:pt x="807" y="0"/>
                    </a:cubicBezTo>
                    <a:cubicBezTo>
                      <a:pt x="813" y="1"/>
                      <a:pt x="822" y="2"/>
                      <a:pt x="827" y="8"/>
                    </a:cubicBezTo>
                    <a:cubicBezTo>
                      <a:pt x="836" y="18"/>
                      <a:pt x="848" y="31"/>
                      <a:pt x="865" y="33"/>
                    </a:cubicBezTo>
                    <a:cubicBezTo>
                      <a:pt x="882" y="35"/>
                      <a:pt x="891" y="37"/>
                      <a:pt x="894" y="49"/>
                    </a:cubicBezTo>
                    <a:cubicBezTo>
                      <a:pt x="897" y="61"/>
                      <a:pt x="909" y="70"/>
                      <a:pt x="917" y="70"/>
                    </a:cubicBezTo>
                    <a:cubicBezTo>
                      <a:pt x="925" y="70"/>
                      <a:pt x="928" y="80"/>
                      <a:pt x="943" y="80"/>
                    </a:cubicBezTo>
                    <a:cubicBezTo>
                      <a:pt x="958" y="80"/>
                      <a:pt x="965" y="81"/>
                      <a:pt x="966" y="73"/>
                    </a:cubicBezTo>
                    <a:cubicBezTo>
                      <a:pt x="967" y="65"/>
                      <a:pt x="982" y="60"/>
                      <a:pt x="989" y="70"/>
                    </a:cubicBezTo>
                    <a:cubicBezTo>
                      <a:pt x="996" y="80"/>
                      <a:pt x="999" y="84"/>
                      <a:pt x="1009" y="87"/>
                    </a:cubicBezTo>
                    <a:cubicBezTo>
                      <a:pt x="1014" y="88"/>
                      <a:pt x="1016" y="91"/>
                      <a:pt x="1019" y="93"/>
                    </a:cubicBezTo>
                    <a:cubicBezTo>
                      <a:pt x="1021" y="103"/>
                      <a:pt x="1027" y="113"/>
                      <a:pt x="1038" y="122"/>
                    </a:cubicBezTo>
                    <a:cubicBezTo>
                      <a:pt x="1054" y="134"/>
                      <a:pt x="1044" y="129"/>
                      <a:pt x="1044" y="140"/>
                    </a:cubicBezTo>
                    <a:cubicBezTo>
                      <a:pt x="1044" y="151"/>
                      <a:pt x="1040" y="151"/>
                      <a:pt x="1035" y="155"/>
                    </a:cubicBezTo>
                    <a:cubicBezTo>
                      <a:pt x="1030" y="159"/>
                      <a:pt x="1029" y="167"/>
                      <a:pt x="1025" y="189"/>
                    </a:cubicBezTo>
                    <a:cubicBezTo>
                      <a:pt x="1021" y="211"/>
                      <a:pt x="965" y="254"/>
                      <a:pt x="948" y="261"/>
                    </a:cubicBezTo>
                    <a:cubicBezTo>
                      <a:pt x="931" y="268"/>
                      <a:pt x="912" y="272"/>
                      <a:pt x="886" y="278"/>
                    </a:cubicBezTo>
                    <a:cubicBezTo>
                      <a:pt x="860" y="284"/>
                      <a:pt x="844" y="323"/>
                      <a:pt x="835" y="338"/>
                    </a:cubicBezTo>
                    <a:cubicBezTo>
                      <a:pt x="826" y="353"/>
                      <a:pt x="832" y="363"/>
                      <a:pt x="829" y="375"/>
                    </a:cubicBezTo>
                    <a:cubicBezTo>
                      <a:pt x="826" y="387"/>
                      <a:pt x="825" y="388"/>
                      <a:pt x="816" y="390"/>
                    </a:cubicBezTo>
                    <a:cubicBezTo>
                      <a:pt x="807" y="392"/>
                      <a:pt x="809" y="395"/>
                      <a:pt x="805" y="409"/>
                    </a:cubicBezTo>
                    <a:cubicBezTo>
                      <a:pt x="801" y="423"/>
                      <a:pt x="789" y="410"/>
                      <a:pt x="781" y="407"/>
                    </a:cubicBezTo>
                    <a:cubicBezTo>
                      <a:pt x="773" y="404"/>
                      <a:pt x="773" y="392"/>
                      <a:pt x="767" y="382"/>
                    </a:cubicBezTo>
                    <a:cubicBezTo>
                      <a:pt x="761" y="372"/>
                      <a:pt x="750" y="371"/>
                      <a:pt x="740" y="369"/>
                    </a:cubicBezTo>
                    <a:cubicBezTo>
                      <a:pt x="730" y="367"/>
                      <a:pt x="723" y="371"/>
                      <a:pt x="719" y="382"/>
                    </a:cubicBezTo>
                    <a:cubicBezTo>
                      <a:pt x="715" y="393"/>
                      <a:pt x="713" y="368"/>
                      <a:pt x="709" y="359"/>
                    </a:cubicBezTo>
                    <a:cubicBezTo>
                      <a:pt x="705" y="350"/>
                      <a:pt x="711" y="347"/>
                      <a:pt x="723" y="344"/>
                    </a:cubicBezTo>
                    <a:cubicBezTo>
                      <a:pt x="735" y="341"/>
                      <a:pt x="730" y="316"/>
                      <a:pt x="723" y="312"/>
                    </a:cubicBezTo>
                    <a:cubicBezTo>
                      <a:pt x="720" y="310"/>
                      <a:pt x="717" y="306"/>
                      <a:pt x="715" y="303"/>
                    </a:cubicBezTo>
                    <a:close/>
                    <a:moveTo>
                      <a:pt x="29" y="90"/>
                    </a:moveTo>
                    <a:cubicBezTo>
                      <a:pt x="29" y="90"/>
                      <a:pt x="14" y="76"/>
                      <a:pt x="10" y="82"/>
                    </a:cubicBezTo>
                    <a:cubicBezTo>
                      <a:pt x="6" y="87"/>
                      <a:pt x="7" y="93"/>
                      <a:pt x="10" y="95"/>
                    </a:cubicBezTo>
                    <a:cubicBezTo>
                      <a:pt x="13" y="97"/>
                      <a:pt x="16" y="101"/>
                      <a:pt x="10" y="103"/>
                    </a:cubicBezTo>
                    <a:cubicBezTo>
                      <a:pt x="4" y="104"/>
                      <a:pt x="0" y="104"/>
                      <a:pt x="0" y="110"/>
                    </a:cubicBezTo>
                    <a:cubicBezTo>
                      <a:pt x="0" y="117"/>
                      <a:pt x="3" y="120"/>
                      <a:pt x="7" y="120"/>
                    </a:cubicBezTo>
                    <a:cubicBezTo>
                      <a:pt x="11" y="120"/>
                      <a:pt x="14" y="118"/>
                      <a:pt x="15" y="115"/>
                    </a:cubicBezTo>
                    <a:cubicBezTo>
                      <a:pt x="16" y="112"/>
                      <a:pt x="24" y="111"/>
                      <a:pt x="24" y="116"/>
                    </a:cubicBezTo>
                    <a:cubicBezTo>
                      <a:pt x="24" y="121"/>
                      <a:pt x="23" y="127"/>
                      <a:pt x="19" y="129"/>
                    </a:cubicBezTo>
                    <a:cubicBezTo>
                      <a:pt x="16" y="132"/>
                      <a:pt x="11" y="133"/>
                      <a:pt x="10" y="139"/>
                    </a:cubicBezTo>
                    <a:cubicBezTo>
                      <a:pt x="9" y="145"/>
                      <a:pt x="9" y="151"/>
                      <a:pt x="15" y="153"/>
                    </a:cubicBezTo>
                    <a:cubicBezTo>
                      <a:pt x="20" y="154"/>
                      <a:pt x="25" y="155"/>
                      <a:pt x="25" y="160"/>
                    </a:cubicBezTo>
                    <a:cubicBezTo>
                      <a:pt x="25" y="164"/>
                      <a:pt x="32" y="164"/>
                      <a:pt x="34" y="160"/>
                    </a:cubicBezTo>
                    <a:cubicBezTo>
                      <a:pt x="36" y="156"/>
                      <a:pt x="40" y="154"/>
                      <a:pt x="46" y="154"/>
                    </a:cubicBezTo>
                    <a:cubicBezTo>
                      <a:pt x="51" y="153"/>
                      <a:pt x="51" y="148"/>
                      <a:pt x="53" y="142"/>
                    </a:cubicBezTo>
                    <a:cubicBezTo>
                      <a:pt x="55" y="135"/>
                      <a:pt x="55" y="130"/>
                      <a:pt x="49" y="129"/>
                    </a:cubicBezTo>
                    <a:cubicBezTo>
                      <a:pt x="43" y="127"/>
                      <a:pt x="40" y="126"/>
                      <a:pt x="41" y="117"/>
                    </a:cubicBezTo>
                    <a:cubicBezTo>
                      <a:pt x="42" y="109"/>
                      <a:pt x="37" y="107"/>
                      <a:pt x="36" y="105"/>
                    </a:cubicBezTo>
                    <a:cubicBezTo>
                      <a:pt x="35" y="103"/>
                      <a:pt x="33" y="94"/>
                      <a:pt x="29" y="90"/>
                    </a:cubicBezTo>
                    <a:close/>
                    <a:moveTo>
                      <a:pt x="79" y="116"/>
                    </a:moveTo>
                    <a:cubicBezTo>
                      <a:pt x="79" y="116"/>
                      <a:pt x="77" y="125"/>
                      <a:pt x="73" y="127"/>
                    </a:cubicBezTo>
                    <a:cubicBezTo>
                      <a:pt x="68" y="129"/>
                      <a:pt x="64" y="132"/>
                      <a:pt x="68" y="135"/>
                    </a:cubicBezTo>
                    <a:cubicBezTo>
                      <a:pt x="72" y="138"/>
                      <a:pt x="75" y="145"/>
                      <a:pt x="81" y="144"/>
                    </a:cubicBezTo>
                    <a:cubicBezTo>
                      <a:pt x="87" y="143"/>
                      <a:pt x="90" y="142"/>
                      <a:pt x="91" y="136"/>
                    </a:cubicBezTo>
                    <a:cubicBezTo>
                      <a:pt x="91" y="130"/>
                      <a:pt x="82" y="100"/>
                      <a:pt x="79" y="116"/>
                    </a:cubicBezTo>
                    <a:close/>
                    <a:moveTo>
                      <a:pt x="135" y="136"/>
                    </a:moveTo>
                    <a:cubicBezTo>
                      <a:pt x="135" y="136"/>
                      <a:pt x="128" y="142"/>
                      <a:pt x="129" y="144"/>
                    </a:cubicBezTo>
                    <a:cubicBezTo>
                      <a:pt x="129" y="147"/>
                      <a:pt x="133" y="152"/>
                      <a:pt x="137" y="152"/>
                    </a:cubicBezTo>
                    <a:cubicBezTo>
                      <a:pt x="142" y="151"/>
                      <a:pt x="147" y="150"/>
                      <a:pt x="147" y="145"/>
                    </a:cubicBezTo>
                    <a:cubicBezTo>
                      <a:pt x="148" y="140"/>
                      <a:pt x="138" y="132"/>
                      <a:pt x="135" y="136"/>
                    </a:cubicBezTo>
                    <a:close/>
                    <a:moveTo>
                      <a:pt x="59" y="93"/>
                    </a:moveTo>
                    <a:cubicBezTo>
                      <a:pt x="59" y="93"/>
                      <a:pt x="55" y="112"/>
                      <a:pt x="61" y="112"/>
                    </a:cubicBezTo>
                    <a:cubicBezTo>
                      <a:pt x="66" y="112"/>
                      <a:pt x="66" y="112"/>
                      <a:pt x="66" y="105"/>
                    </a:cubicBezTo>
                    <a:cubicBezTo>
                      <a:pt x="66" y="97"/>
                      <a:pt x="61" y="86"/>
                      <a:pt x="59" y="9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4550424" y="524903"/>
              <a:ext cx="71357" cy="123251"/>
              <a:chOff x="4463292" y="1281940"/>
              <a:chExt cx="90989" cy="157161"/>
            </a:xfrm>
          </p:grpSpPr>
          <p:sp>
            <p:nvSpPr>
              <p:cNvPr id="42" name="Freeform 1393"/>
              <p:cNvSpPr>
                <a:spLocks/>
              </p:cNvSpPr>
              <p:nvPr/>
            </p:nvSpPr>
            <p:spPr bwMode="auto">
              <a:xfrm>
                <a:off x="4479836" y="1281940"/>
                <a:ext cx="12410" cy="24815"/>
              </a:xfrm>
              <a:custGeom>
                <a:avLst/>
                <a:gdLst>
                  <a:gd name="T0" fmla="*/ 2 w 15"/>
                  <a:gd name="T1" fmla="*/ 6 h 24"/>
                  <a:gd name="T2" fmla="*/ 7 w 15"/>
                  <a:gd name="T3" fmla="*/ 24 h 24"/>
                  <a:gd name="T4" fmla="*/ 2 w 15"/>
                  <a:gd name="T5" fmla="*/ 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" h="24">
                    <a:moveTo>
                      <a:pt x="2" y="6"/>
                    </a:moveTo>
                    <a:cubicBezTo>
                      <a:pt x="2" y="6"/>
                      <a:pt x="0" y="24"/>
                      <a:pt x="7" y="24"/>
                    </a:cubicBezTo>
                    <a:cubicBezTo>
                      <a:pt x="15" y="23"/>
                      <a:pt x="8" y="0"/>
                      <a:pt x="2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FF66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latin typeface="Helvetica 45 Light" panose="020B0403020202020204" pitchFamily="34" charset="0"/>
                  <a:cs typeface="HelveticaNeueLT Std"/>
                </a:endParaRPr>
              </a:p>
            </p:txBody>
          </p:sp>
          <p:sp>
            <p:nvSpPr>
              <p:cNvPr id="43" name="Freeform 1394"/>
              <p:cNvSpPr>
                <a:spLocks noEditPoints="1"/>
              </p:cNvSpPr>
              <p:nvPr/>
            </p:nvSpPr>
            <p:spPr bwMode="auto">
              <a:xfrm>
                <a:off x="4463292" y="1339841"/>
                <a:ext cx="90989" cy="99260"/>
              </a:xfrm>
              <a:custGeom>
                <a:avLst/>
                <a:gdLst>
                  <a:gd name="T0" fmla="*/ 68 w 90"/>
                  <a:gd name="T1" fmla="*/ 69 h 96"/>
                  <a:gd name="T2" fmla="*/ 59 w 90"/>
                  <a:gd name="T3" fmla="*/ 87 h 96"/>
                  <a:gd name="T4" fmla="*/ 16 w 90"/>
                  <a:gd name="T5" fmla="*/ 89 h 96"/>
                  <a:gd name="T6" fmla="*/ 25 w 90"/>
                  <a:gd name="T7" fmla="*/ 75 h 96"/>
                  <a:gd name="T8" fmla="*/ 35 w 90"/>
                  <a:gd name="T9" fmla="*/ 51 h 96"/>
                  <a:gd name="T10" fmla="*/ 53 w 90"/>
                  <a:gd name="T11" fmla="*/ 37 h 96"/>
                  <a:gd name="T12" fmla="*/ 68 w 90"/>
                  <a:gd name="T13" fmla="*/ 69 h 96"/>
                  <a:gd name="T14" fmla="*/ 84 w 90"/>
                  <a:gd name="T15" fmla="*/ 8 h 96"/>
                  <a:gd name="T16" fmla="*/ 74 w 90"/>
                  <a:gd name="T17" fmla="*/ 22 h 96"/>
                  <a:gd name="T18" fmla="*/ 86 w 90"/>
                  <a:gd name="T19" fmla="*/ 20 h 96"/>
                  <a:gd name="T20" fmla="*/ 84 w 90"/>
                  <a:gd name="T21" fmla="*/ 8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" h="96">
                    <a:moveTo>
                      <a:pt x="68" y="69"/>
                    </a:moveTo>
                    <a:cubicBezTo>
                      <a:pt x="75" y="84"/>
                      <a:pt x="60" y="79"/>
                      <a:pt x="59" y="87"/>
                    </a:cubicBezTo>
                    <a:cubicBezTo>
                      <a:pt x="58" y="96"/>
                      <a:pt x="32" y="91"/>
                      <a:pt x="16" y="89"/>
                    </a:cubicBezTo>
                    <a:cubicBezTo>
                      <a:pt x="0" y="87"/>
                      <a:pt x="17" y="76"/>
                      <a:pt x="25" y="75"/>
                    </a:cubicBezTo>
                    <a:cubicBezTo>
                      <a:pt x="33" y="75"/>
                      <a:pt x="34" y="59"/>
                      <a:pt x="35" y="51"/>
                    </a:cubicBezTo>
                    <a:cubicBezTo>
                      <a:pt x="37" y="43"/>
                      <a:pt x="53" y="37"/>
                      <a:pt x="53" y="37"/>
                    </a:cubicBezTo>
                    <a:cubicBezTo>
                      <a:pt x="59" y="23"/>
                      <a:pt x="61" y="54"/>
                      <a:pt x="68" y="69"/>
                    </a:cubicBezTo>
                    <a:close/>
                    <a:moveTo>
                      <a:pt x="84" y="8"/>
                    </a:moveTo>
                    <a:cubicBezTo>
                      <a:pt x="84" y="8"/>
                      <a:pt x="73" y="17"/>
                      <a:pt x="74" y="22"/>
                    </a:cubicBezTo>
                    <a:cubicBezTo>
                      <a:pt x="75" y="27"/>
                      <a:pt x="83" y="24"/>
                      <a:pt x="86" y="20"/>
                    </a:cubicBezTo>
                    <a:cubicBezTo>
                      <a:pt x="89" y="16"/>
                      <a:pt x="90" y="0"/>
                      <a:pt x="84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FF66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latin typeface="Helvetica 45 Light" panose="020B0403020202020204" pitchFamily="34" charset="0"/>
                  <a:cs typeface="HelveticaNeueLT Std"/>
                </a:endParaRP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South America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without country </a:t>
            </a:r>
            <a:r>
              <a:rPr lang="en-GB" dirty="0"/>
              <a:t>names</a:t>
            </a:r>
          </a:p>
        </p:txBody>
      </p:sp>
    </p:spTree>
    <p:extLst>
      <p:ext uri="{BB962C8B-B14F-4D97-AF65-F5344CB8AC3E}">
        <p14:creationId xmlns:p14="http://schemas.microsoft.com/office/powerpoint/2010/main" val="119238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UK-Template_Beta_220616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RA_Template_Beta_external_110816.potx" id="{096397F8-02DF-40E4-AEB9-88A0052F30F0}" vid="{AA36791E-F7D8-46B6-BCF9-C51758B3B4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26</Words>
  <Application>Microsoft Office PowerPoint</Application>
  <PresentationFormat>On-screen Show (16:9)</PresentationFormat>
  <Paragraphs>19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OUK-Template_Beta_220616</vt:lpstr>
      <vt:lpstr>South America  with country names</vt:lpstr>
      <vt:lpstr>South America  without country names</vt:lpstr>
    </vt:vector>
  </TitlesOfParts>
  <Company>Article10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Smith</dc:creator>
  <cp:lastModifiedBy>Orange</cp:lastModifiedBy>
  <cp:revision>19</cp:revision>
  <dcterms:created xsi:type="dcterms:W3CDTF">2016-08-11T14:02:28Z</dcterms:created>
  <dcterms:modified xsi:type="dcterms:W3CDTF">2016-09-20T08:56:39Z</dcterms:modified>
</cp:coreProperties>
</file>