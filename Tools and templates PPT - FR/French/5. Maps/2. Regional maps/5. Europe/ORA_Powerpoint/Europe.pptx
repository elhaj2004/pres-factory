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68" r:id="rId2"/>
    <p:sldId id="269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1" d="100"/>
          <a:sy n="101" d="100"/>
        </p:scale>
        <p:origin x="-204" y="-84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Europe with 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794214" y="429492"/>
            <a:ext cx="5560336" cy="4284518"/>
            <a:chOff x="783" y="3"/>
            <a:chExt cx="4197" cy="3234"/>
          </a:xfrm>
          <a:solidFill>
            <a:schemeClr val="bg1"/>
          </a:solidFill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2573" y="1443"/>
              <a:ext cx="422" cy="300"/>
            </a:xfrm>
            <a:custGeom>
              <a:avLst/>
              <a:gdLst>
                <a:gd name="T0" fmla="*/ 334 w 429"/>
                <a:gd name="T1" fmla="*/ 294 h 305"/>
                <a:gd name="T2" fmla="*/ 340 w 429"/>
                <a:gd name="T3" fmla="*/ 271 h 305"/>
                <a:gd name="T4" fmla="*/ 310 w 429"/>
                <a:gd name="T5" fmla="*/ 272 h 305"/>
                <a:gd name="T6" fmla="*/ 310 w 429"/>
                <a:gd name="T7" fmla="*/ 288 h 305"/>
                <a:gd name="T8" fmla="*/ 405 w 429"/>
                <a:gd name="T9" fmla="*/ 239 h 305"/>
                <a:gd name="T10" fmla="*/ 405 w 429"/>
                <a:gd name="T11" fmla="*/ 211 h 305"/>
                <a:gd name="T12" fmla="*/ 272 w 429"/>
                <a:gd name="T13" fmla="*/ 183 h 305"/>
                <a:gd name="T14" fmla="*/ 229 w 429"/>
                <a:gd name="T15" fmla="*/ 232 h 305"/>
                <a:gd name="T16" fmla="*/ 194 w 429"/>
                <a:gd name="T17" fmla="*/ 214 h 305"/>
                <a:gd name="T18" fmla="*/ 196 w 429"/>
                <a:gd name="T19" fmla="*/ 182 h 305"/>
                <a:gd name="T20" fmla="*/ 215 w 429"/>
                <a:gd name="T21" fmla="*/ 182 h 305"/>
                <a:gd name="T22" fmla="*/ 238 w 429"/>
                <a:gd name="T23" fmla="*/ 181 h 305"/>
                <a:gd name="T24" fmla="*/ 247 w 429"/>
                <a:gd name="T25" fmla="*/ 155 h 305"/>
                <a:gd name="T26" fmla="*/ 264 w 429"/>
                <a:gd name="T27" fmla="*/ 192 h 305"/>
                <a:gd name="T28" fmla="*/ 264 w 429"/>
                <a:gd name="T29" fmla="*/ 218 h 305"/>
                <a:gd name="T30" fmla="*/ 238 w 429"/>
                <a:gd name="T31" fmla="*/ 244 h 305"/>
                <a:gd name="T32" fmla="*/ 264 w 429"/>
                <a:gd name="T33" fmla="*/ 243 h 305"/>
                <a:gd name="T34" fmla="*/ 196 w 429"/>
                <a:gd name="T35" fmla="*/ 246 h 305"/>
                <a:gd name="T36" fmla="*/ 228 w 429"/>
                <a:gd name="T37" fmla="*/ 250 h 305"/>
                <a:gd name="T38" fmla="*/ 237 w 429"/>
                <a:gd name="T39" fmla="*/ 268 h 305"/>
                <a:gd name="T40" fmla="*/ 224 w 429"/>
                <a:gd name="T41" fmla="*/ 275 h 305"/>
                <a:gd name="T42" fmla="*/ 188 w 429"/>
                <a:gd name="T43" fmla="*/ 261 h 305"/>
                <a:gd name="T44" fmla="*/ 147 w 429"/>
                <a:gd name="T45" fmla="*/ 184 h 305"/>
                <a:gd name="T46" fmla="*/ 158 w 429"/>
                <a:gd name="T47" fmla="*/ 182 h 305"/>
                <a:gd name="T48" fmla="*/ 155 w 429"/>
                <a:gd name="T49" fmla="*/ 255 h 305"/>
                <a:gd name="T50" fmla="*/ 162 w 429"/>
                <a:gd name="T51" fmla="*/ 257 h 305"/>
                <a:gd name="T52" fmla="*/ 171 w 429"/>
                <a:gd name="T53" fmla="*/ 230 h 305"/>
                <a:gd name="T54" fmla="*/ 154 w 429"/>
                <a:gd name="T55" fmla="*/ 201 h 305"/>
                <a:gd name="T56" fmla="*/ 144 w 429"/>
                <a:gd name="T57" fmla="*/ 245 h 305"/>
                <a:gd name="T58" fmla="*/ 106 w 429"/>
                <a:gd name="T59" fmla="*/ 214 h 305"/>
                <a:gd name="T60" fmla="*/ 185 w 429"/>
                <a:gd name="T61" fmla="*/ 36 h 305"/>
                <a:gd name="T62" fmla="*/ 41 w 429"/>
                <a:gd name="T63" fmla="*/ 90 h 305"/>
                <a:gd name="T64" fmla="*/ 49 w 429"/>
                <a:gd name="T65" fmla="*/ 99 h 305"/>
                <a:gd name="T66" fmla="*/ 38 w 429"/>
                <a:gd name="T67" fmla="*/ 84 h 305"/>
                <a:gd name="T68" fmla="*/ 90 w 429"/>
                <a:gd name="T69" fmla="*/ 74 h 305"/>
                <a:gd name="T70" fmla="*/ 131 w 429"/>
                <a:gd name="T71" fmla="*/ 72 h 305"/>
                <a:gd name="T72" fmla="*/ 141 w 429"/>
                <a:gd name="T73" fmla="*/ 21 h 305"/>
                <a:gd name="T74" fmla="*/ 114 w 429"/>
                <a:gd name="T75" fmla="*/ 24 h 305"/>
                <a:gd name="T76" fmla="*/ 73 w 429"/>
                <a:gd name="T77" fmla="*/ 59 h 305"/>
                <a:gd name="T78" fmla="*/ 27 w 429"/>
                <a:gd name="T79" fmla="*/ 69 h 305"/>
                <a:gd name="T80" fmla="*/ 24 w 429"/>
                <a:gd name="T81" fmla="*/ 94 h 305"/>
                <a:gd name="T82" fmla="*/ 100 w 429"/>
                <a:gd name="T83" fmla="*/ 246 h 305"/>
                <a:gd name="T84" fmla="*/ 94 w 429"/>
                <a:gd name="T85" fmla="*/ 224 h 305"/>
                <a:gd name="T86" fmla="*/ 115 w 429"/>
                <a:gd name="T87" fmla="*/ 191 h 305"/>
                <a:gd name="T88" fmla="*/ 138 w 429"/>
                <a:gd name="T89" fmla="*/ 175 h 305"/>
                <a:gd name="T90" fmla="*/ 152 w 429"/>
                <a:gd name="T91" fmla="*/ 138 h 305"/>
                <a:gd name="T92" fmla="*/ 174 w 429"/>
                <a:gd name="T93" fmla="*/ 139 h 305"/>
                <a:gd name="T94" fmla="*/ 144 w 429"/>
                <a:gd name="T95" fmla="*/ 122 h 305"/>
                <a:gd name="T96" fmla="*/ 128 w 429"/>
                <a:gd name="T97" fmla="*/ 96 h 305"/>
                <a:gd name="T98" fmla="*/ 85 w 429"/>
                <a:gd name="T99" fmla="*/ 81 h 305"/>
                <a:gd name="T100" fmla="*/ 78 w 429"/>
                <a:gd name="T101" fmla="*/ 103 h 305"/>
                <a:gd name="T102" fmla="*/ 66 w 429"/>
                <a:gd name="T103" fmla="*/ 117 h 305"/>
                <a:gd name="T104" fmla="*/ 60 w 429"/>
                <a:gd name="T105" fmla="*/ 93 h 305"/>
                <a:gd name="T106" fmla="*/ 35 w 429"/>
                <a:gd name="T107" fmla="*/ 115 h 305"/>
                <a:gd name="T108" fmla="*/ 21 w 429"/>
                <a:gd name="T109" fmla="*/ 130 h 305"/>
                <a:gd name="T110" fmla="*/ 9 w 429"/>
                <a:gd name="T111" fmla="*/ 152 h 305"/>
                <a:gd name="T112" fmla="*/ 8 w 429"/>
                <a:gd name="T113" fmla="*/ 186 h 305"/>
                <a:gd name="T114" fmla="*/ 35 w 429"/>
                <a:gd name="T115" fmla="*/ 216 h 305"/>
                <a:gd name="T116" fmla="*/ 53 w 429"/>
                <a:gd name="T117" fmla="*/ 247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9" h="305">
                  <a:moveTo>
                    <a:pt x="307" y="297"/>
                  </a:moveTo>
                  <a:cubicBezTo>
                    <a:pt x="311" y="301"/>
                    <a:pt x="311" y="301"/>
                    <a:pt x="311" y="301"/>
                  </a:cubicBezTo>
                  <a:cubicBezTo>
                    <a:pt x="325" y="305"/>
                    <a:pt x="325" y="305"/>
                    <a:pt x="325" y="305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42" y="297"/>
                    <a:pt x="342" y="297"/>
                    <a:pt x="342" y="297"/>
                  </a:cubicBezTo>
                  <a:cubicBezTo>
                    <a:pt x="343" y="291"/>
                    <a:pt x="343" y="291"/>
                    <a:pt x="343" y="291"/>
                  </a:cubicBezTo>
                  <a:cubicBezTo>
                    <a:pt x="337" y="282"/>
                    <a:pt x="337" y="282"/>
                    <a:pt x="337" y="282"/>
                  </a:cubicBezTo>
                  <a:cubicBezTo>
                    <a:pt x="340" y="271"/>
                    <a:pt x="340" y="271"/>
                    <a:pt x="340" y="271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25" y="272"/>
                    <a:pt x="325" y="272"/>
                    <a:pt x="325" y="272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0" y="272"/>
                    <a:pt x="310" y="272"/>
                    <a:pt x="310" y="272"/>
                  </a:cubicBezTo>
                  <a:cubicBezTo>
                    <a:pt x="311" y="280"/>
                    <a:pt x="311" y="280"/>
                    <a:pt x="311" y="280"/>
                  </a:cubicBezTo>
                  <a:cubicBezTo>
                    <a:pt x="322" y="280"/>
                    <a:pt x="322" y="280"/>
                    <a:pt x="322" y="280"/>
                  </a:cubicBezTo>
                  <a:cubicBezTo>
                    <a:pt x="319" y="284"/>
                    <a:pt x="319" y="284"/>
                    <a:pt x="319" y="284"/>
                  </a:cubicBezTo>
                  <a:cubicBezTo>
                    <a:pt x="310" y="288"/>
                    <a:pt x="310" y="288"/>
                    <a:pt x="310" y="288"/>
                  </a:cubicBezTo>
                  <a:cubicBezTo>
                    <a:pt x="307" y="297"/>
                    <a:pt x="307" y="297"/>
                    <a:pt x="307" y="297"/>
                  </a:cubicBezTo>
                  <a:close/>
                  <a:moveTo>
                    <a:pt x="405" y="211"/>
                  </a:moveTo>
                  <a:cubicBezTo>
                    <a:pt x="401" y="227"/>
                    <a:pt x="401" y="227"/>
                    <a:pt x="401" y="227"/>
                  </a:cubicBezTo>
                  <a:cubicBezTo>
                    <a:pt x="405" y="239"/>
                    <a:pt x="405" y="239"/>
                    <a:pt x="405" y="239"/>
                  </a:cubicBezTo>
                  <a:cubicBezTo>
                    <a:pt x="426" y="246"/>
                    <a:pt x="426" y="246"/>
                    <a:pt x="426" y="246"/>
                  </a:cubicBezTo>
                  <a:cubicBezTo>
                    <a:pt x="429" y="235"/>
                    <a:pt x="429" y="235"/>
                    <a:pt x="429" y="235"/>
                  </a:cubicBezTo>
                  <a:cubicBezTo>
                    <a:pt x="417" y="218"/>
                    <a:pt x="417" y="218"/>
                    <a:pt x="417" y="218"/>
                  </a:cubicBezTo>
                  <a:cubicBezTo>
                    <a:pt x="405" y="211"/>
                    <a:pt x="405" y="211"/>
                    <a:pt x="405" y="211"/>
                  </a:cubicBezTo>
                  <a:close/>
                  <a:moveTo>
                    <a:pt x="272" y="183"/>
                  </a:moveTo>
                  <a:cubicBezTo>
                    <a:pt x="267" y="196"/>
                    <a:pt x="267" y="196"/>
                    <a:pt x="267" y="196"/>
                  </a:cubicBezTo>
                  <a:cubicBezTo>
                    <a:pt x="276" y="199"/>
                    <a:pt x="276" y="199"/>
                    <a:pt x="276" y="199"/>
                  </a:cubicBezTo>
                  <a:cubicBezTo>
                    <a:pt x="272" y="183"/>
                    <a:pt x="272" y="183"/>
                    <a:pt x="272" y="183"/>
                  </a:cubicBezTo>
                  <a:close/>
                  <a:moveTo>
                    <a:pt x="238" y="244"/>
                  </a:moveTo>
                  <a:cubicBezTo>
                    <a:pt x="228" y="245"/>
                    <a:pt x="228" y="245"/>
                    <a:pt x="228" y="245"/>
                  </a:cubicBezTo>
                  <a:cubicBezTo>
                    <a:pt x="223" y="238"/>
                    <a:pt x="223" y="238"/>
                    <a:pt x="223" y="238"/>
                  </a:cubicBezTo>
                  <a:cubicBezTo>
                    <a:pt x="229" y="232"/>
                    <a:pt x="229" y="232"/>
                    <a:pt x="229" y="232"/>
                  </a:cubicBezTo>
                  <a:cubicBezTo>
                    <a:pt x="226" y="226"/>
                    <a:pt x="226" y="226"/>
                    <a:pt x="226" y="226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02" y="222"/>
                    <a:pt x="202" y="222"/>
                    <a:pt x="202" y="222"/>
                  </a:cubicBezTo>
                  <a:cubicBezTo>
                    <a:pt x="194" y="214"/>
                    <a:pt x="194" y="214"/>
                    <a:pt x="194" y="214"/>
                  </a:cubicBezTo>
                  <a:cubicBezTo>
                    <a:pt x="195" y="201"/>
                    <a:pt x="195" y="201"/>
                    <a:pt x="195" y="201"/>
                  </a:cubicBezTo>
                  <a:cubicBezTo>
                    <a:pt x="190" y="193"/>
                    <a:pt x="190" y="193"/>
                    <a:pt x="190" y="193"/>
                  </a:cubicBezTo>
                  <a:cubicBezTo>
                    <a:pt x="188" y="184"/>
                    <a:pt x="188" y="184"/>
                    <a:pt x="188" y="184"/>
                  </a:cubicBezTo>
                  <a:cubicBezTo>
                    <a:pt x="196" y="182"/>
                    <a:pt x="196" y="182"/>
                    <a:pt x="196" y="182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8" y="169"/>
                    <a:pt x="208" y="169"/>
                    <a:pt x="208" y="169"/>
                  </a:cubicBezTo>
                  <a:cubicBezTo>
                    <a:pt x="214" y="176"/>
                    <a:pt x="214" y="176"/>
                    <a:pt x="214" y="176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30" y="186"/>
                    <a:pt x="230" y="186"/>
                    <a:pt x="230" y="186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27" y="175"/>
                    <a:pt x="227" y="175"/>
                    <a:pt x="227" y="175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9" y="159"/>
                    <a:pt x="229" y="159"/>
                    <a:pt x="229" y="159"/>
                  </a:cubicBezTo>
                  <a:cubicBezTo>
                    <a:pt x="247" y="155"/>
                    <a:pt x="247" y="155"/>
                    <a:pt x="247" y="155"/>
                  </a:cubicBezTo>
                  <a:cubicBezTo>
                    <a:pt x="263" y="154"/>
                    <a:pt x="263" y="154"/>
                    <a:pt x="263" y="15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4" y="192"/>
                    <a:pt x="264" y="192"/>
                    <a:pt x="264" y="192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9" y="203"/>
                    <a:pt x="249" y="203"/>
                    <a:pt x="249" y="203"/>
                  </a:cubicBezTo>
                  <a:cubicBezTo>
                    <a:pt x="262" y="210"/>
                    <a:pt x="262" y="210"/>
                    <a:pt x="262" y="210"/>
                  </a:cubicBezTo>
                  <a:cubicBezTo>
                    <a:pt x="264" y="218"/>
                    <a:pt x="264" y="218"/>
                    <a:pt x="264" y="218"/>
                  </a:cubicBezTo>
                  <a:cubicBezTo>
                    <a:pt x="257" y="224"/>
                    <a:pt x="257" y="224"/>
                    <a:pt x="257" y="224"/>
                  </a:cubicBezTo>
                  <a:cubicBezTo>
                    <a:pt x="243" y="229"/>
                    <a:pt x="243" y="229"/>
                    <a:pt x="243" y="229"/>
                  </a:cubicBezTo>
                  <a:cubicBezTo>
                    <a:pt x="244" y="238"/>
                    <a:pt x="244" y="238"/>
                    <a:pt x="244" y="238"/>
                  </a:cubicBezTo>
                  <a:cubicBezTo>
                    <a:pt x="238" y="244"/>
                    <a:pt x="238" y="244"/>
                    <a:pt x="238" y="244"/>
                  </a:cubicBezTo>
                  <a:close/>
                  <a:moveTo>
                    <a:pt x="246" y="248"/>
                  </a:moveTo>
                  <a:cubicBezTo>
                    <a:pt x="248" y="252"/>
                    <a:pt x="248" y="252"/>
                    <a:pt x="248" y="252"/>
                  </a:cubicBezTo>
                  <a:cubicBezTo>
                    <a:pt x="255" y="244"/>
                    <a:pt x="255" y="244"/>
                    <a:pt x="255" y="244"/>
                  </a:cubicBezTo>
                  <a:cubicBezTo>
                    <a:pt x="264" y="243"/>
                    <a:pt x="264" y="243"/>
                    <a:pt x="264" y="243"/>
                  </a:cubicBezTo>
                  <a:cubicBezTo>
                    <a:pt x="262" y="236"/>
                    <a:pt x="262" y="236"/>
                    <a:pt x="262" y="236"/>
                  </a:cubicBezTo>
                  <a:cubicBezTo>
                    <a:pt x="252" y="240"/>
                    <a:pt x="252" y="240"/>
                    <a:pt x="252" y="240"/>
                  </a:cubicBezTo>
                  <a:cubicBezTo>
                    <a:pt x="246" y="248"/>
                    <a:pt x="246" y="248"/>
                    <a:pt x="246" y="248"/>
                  </a:cubicBezTo>
                  <a:close/>
                  <a:moveTo>
                    <a:pt x="196" y="246"/>
                  </a:moveTo>
                  <a:cubicBezTo>
                    <a:pt x="208" y="262"/>
                    <a:pt x="208" y="262"/>
                    <a:pt x="208" y="262"/>
                  </a:cubicBezTo>
                  <a:cubicBezTo>
                    <a:pt x="217" y="260"/>
                    <a:pt x="217" y="260"/>
                    <a:pt x="217" y="260"/>
                  </a:cubicBezTo>
                  <a:cubicBezTo>
                    <a:pt x="223" y="260"/>
                    <a:pt x="223" y="260"/>
                    <a:pt x="223" y="260"/>
                  </a:cubicBezTo>
                  <a:cubicBezTo>
                    <a:pt x="228" y="250"/>
                    <a:pt x="228" y="250"/>
                    <a:pt x="228" y="250"/>
                  </a:cubicBezTo>
                  <a:cubicBezTo>
                    <a:pt x="239" y="251"/>
                    <a:pt x="239" y="251"/>
                    <a:pt x="239" y="251"/>
                  </a:cubicBezTo>
                  <a:cubicBezTo>
                    <a:pt x="241" y="249"/>
                    <a:pt x="241" y="249"/>
                    <a:pt x="241" y="24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37" y="268"/>
                    <a:pt x="237" y="268"/>
                    <a:pt x="237" y="26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5" y="277"/>
                    <a:pt x="235" y="277"/>
                    <a:pt x="235" y="277"/>
                  </a:cubicBezTo>
                  <a:cubicBezTo>
                    <a:pt x="231" y="267"/>
                    <a:pt x="231" y="267"/>
                    <a:pt x="231" y="267"/>
                  </a:cubicBezTo>
                  <a:cubicBezTo>
                    <a:pt x="224" y="275"/>
                    <a:pt x="224" y="275"/>
                    <a:pt x="224" y="275"/>
                  </a:cubicBezTo>
                  <a:cubicBezTo>
                    <a:pt x="205" y="276"/>
                    <a:pt x="205" y="276"/>
                    <a:pt x="205" y="276"/>
                  </a:cubicBezTo>
                  <a:cubicBezTo>
                    <a:pt x="186" y="270"/>
                    <a:pt x="186" y="270"/>
                    <a:pt x="186" y="270"/>
                  </a:cubicBezTo>
                  <a:cubicBezTo>
                    <a:pt x="181" y="263"/>
                    <a:pt x="181" y="263"/>
                    <a:pt x="181" y="263"/>
                  </a:cubicBezTo>
                  <a:cubicBezTo>
                    <a:pt x="188" y="261"/>
                    <a:pt x="188" y="261"/>
                    <a:pt x="188" y="261"/>
                  </a:cubicBezTo>
                  <a:cubicBezTo>
                    <a:pt x="184" y="255"/>
                    <a:pt x="184" y="255"/>
                    <a:pt x="184" y="255"/>
                  </a:cubicBezTo>
                  <a:cubicBezTo>
                    <a:pt x="189" y="248"/>
                    <a:pt x="189" y="248"/>
                    <a:pt x="189" y="248"/>
                  </a:cubicBezTo>
                  <a:cubicBezTo>
                    <a:pt x="196" y="246"/>
                    <a:pt x="196" y="246"/>
                    <a:pt x="196" y="246"/>
                  </a:cubicBezTo>
                  <a:close/>
                  <a:moveTo>
                    <a:pt x="147" y="184"/>
                  </a:moveTo>
                  <a:cubicBezTo>
                    <a:pt x="154" y="175"/>
                    <a:pt x="154" y="175"/>
                    <a:pt x="154" y="175"/>
                  </a:cubicBezTo>
                  <a:cubicBezTo>
                    <a:pt x="154" y="158"/>
                    <a:pt x="154" y="158"/>
                    <a:pt x="154" y="158"/>
                  </a:cubicBezTo>
                  <a:cubicBezTo>
                    <a:pt x="159" y="174"/>
                    <a:pt x="159" y="174"/>
                    <a:pt x="159" y="174"/>
                  </a:cubicBezTo>
                  <a:cubicBezTo>
                    <a:pt x="158" y="182"/>
                    <a:pt x="158" y="182"/>
                    <a:pt x="158" y="182"/>
                  </a:cubicBezTo>
                  <a:cubicBezTo>
                    <a:pt x="147" y="184"/>
                    <a:pt x="147" y="184"/>
                    <a:pt x="147" y="184"/>
                  </a:cubicBezTo>
                  <a:close/>
                  <a:moveTo>
                    <a:pt x="140" y="250"/>
                  </a:moveTo>
                  <a:cubicBezTo>
                    <a:pt x="151" y="259"/>
                    <a:pt x="151" y="259"/>
                    <a:pt x="151" y="259"/>
                  </a:cubicBezTo>
                  <a:cubicBezTo>
                    <a:pt x="155" y="255"/>
                    <a:pt x="155" y="255"/>
                    <a:pt x="155" y="255"/>
                  </a:cubicBezTo>
                  <a:cubicBezTo>
                    <a:pt x="140" y="250"/>
                    <a:pt x="140" y="250"/>
                    <a:pt x="140" y="250"/>
                  </a:cubicBezTo>
                  <a:close/>
                  <a:moveTo>
                    <a:pt x="171" y="230"/>
                  </a:moveTo>
                  <a:cubicBezTo>
                    <a:pt x="168" y="247"/>
                    <a:pt x="168" y="247"/>
                    <a:pt x="168" y="24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5" y="263"/>
                    <a:pt x="165" y="263"/>
                    <a:pt x="165" y="263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80" y="239"/>
                    <a:pt x="180" y="239"/>
                    <a:pt x="180" y="239"/>
                  </a:cubicBezTo>
                  <a:cubicBezTo>
                    <a:pt x="180" y="239"/>
                    <a:pt x="170" y="230"/>
                    <a:pt x="171" y="230"/>
                  </a:cubicBezTo>
                  <a:close/>
                  <a:moveTo>
                    <a:pt x="109" y="199"/>
                  </a:moveTo>
                  <a:cubicBezTo>
                    <a:pt x="130" y="195"/>
                    <a:pt x="130" y="195"/>
                    <a:pt x="130" y="195"/>
                  </a:cubicBezTo>
                  <a:cubicBezTo>
                    <a:pt x="144" y="202"/>
                    <a:pt x="144" y="202"/>
                    <a:pt x="144" y="202"/>
                  </a:cubicBezTo>
                  <a:cubicBezTo>
                    <a:pt x="154" y="201"/>
                    <a:pt x="154" y="201"/>
                    <a:pt x="154" y="201"/>
                  </a:cubicBezTo>
                  <a:cubicBezTo>
                    <a:pt x="162" y="218"/>
                    <a:pt x="162" y="218"/>
                    <a:pt x="162" y="218"/>
                  </a:cubicBezTo>
                  <a:cubicBezTo>
                    <a:pt x="166" y="228"/>
                    <a:pt x="166" y="228"/>
                    <a:pt x="166" y="228"/>
                  </a:cubicBezTo>
                  <a:cubicBezTo>
                    <a:pt x="158" y="243"/>
                    <a:pt x="158" y="243"/>
                    <a:pt x="158" y="243"/>
                  </a:cubicBezTo>
                  <a:cubicBezTo>
                    <a:pt x="144" y="245"/>
                    <a:pt x="144" y="245"/>
                    <a:pt x="144" y="245"/>
                  </a:cubicBezTo>
                  <a:cubicBezTo>
                    <a:pt x="137" y="241"/>
                    <a:pt x="137" y="241"/>
                    <a:pt x="137" y="241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13" y="227"/>
                    <a:pt x="113" y="227"/>
                    <a:pt x="113" y="227"/>
                  </a:cubicBezTo>
                  <a:cubicBezTo>
                    <a:pt x="106" y="214"/>
                    <a:pt x="106" y="214"/>
                    <a:pt x="106" y="214"/>
                  </a:cubicBezTo>
                  <a:cubicBezTo>
                    <a:pt x="109" y="199"/>
                    <a:pt x="109" y="199"/>
                    <a:pt x="109" y="199"/>
                  </a:cubicBezTo>
                  <a:close/>
                  <a:moveTo>
                    <a:pt x="164" y="44"/>
                  </a:moveTo>
                  <a:cubicBezTo>
                    <a:pt x="170" y="36"/>
                    <a:pt x="170" y="36"/>
                    <a:pt x="170" y="36"/>
                  </a:cubicBezTo>
                  <a:cubicBezTo>
                    <a:pt x="185" y="36"/>
                    <a:pt x="185" y="36"/>
                    <a:pt x="185" y="36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64" y="44"/>
                    <a:pt x="164" y="44"/>
                    <a:pt x="164" y="44"/>
                  </a:cubicBezTo>
                  <a:close/>
                  <a:moveTo>
                    <a:pt x="43" y="102"/>
                  </a:moveTo>
                  <a:cubicBezTo>
                    <a:pt x="41" y="90"/>
                    <a:pt x="41" y="90"/>
                    <a:pt x="41" y="90"/>
                  </a:cubicBezTo>
                  <a:cubicBezTo>
                    <a:pt x="51" y="81"/>
                    <a:pt x="51" y="81"/>
                    <a:pt x="51" y="8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49" y="99"/>
                    <a:pt x="49" y="99"/>
                    <a:pt x="49" y="99"/>
                  </a:cubicBezTo>
                  <a:cubicBezTo>
                    <a:pt x="43" y="102"/>
                    <a:pt x="43" y="102"/>
                    <a:pt x="43" y="102"/>
                  </a:cubicBezTo>
                  <a:close/>
                  <a:moveTo>
                    <a:pt x="38" y="108"/>
                  </a:moveTo>
                  <a:cubicBezTo>
                    <a:pt x="35" y="92"/>
                    <a:pt x="35" y="92"/>
                    <a:pt x="35" y="92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31" y="72"/>
                    <a:pt x="131" y="72"/>
                    <a:pt x="131" y="72"/>
                  </a:cubicBezTo>
                  <a:cubicBezTo>
                    <a:pt x="144" y="51"/>
                    <a:pt x="144" y="51"/>
                    <a:pt x="144" y="51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51" y="5"/>
                    <a:pt x="151" y="5"/>
                    <a:pt x="151" y="5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31" y="17"/>
                    <a:pt x="131" y="17"/>
                    <a:pt x="131" y="17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58" y="59"/>
                    <a:pt x="58" y="59"/>
                    <a:pt x="58" y="59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38" y="108"/>
                    <a:pt x="38" y="108"/>
                    <a:pt x="38" y="108"/>
                  </a:cubicBezTo>
                  <a:close/>
                  <a:moveTo>
                    <a:pt x="97" y="255"/>
                  </a:moveTo>
                  <a:cubicBezTo>
                    <a:pt x="96" y="254"/>
                    <a:pt x="96" y="254"/>
                    <a:pt x="96" y="254"/>
                  </a:cubicBezTo>
                  <a:cubicBezTo>
                    <a:pt x="100" y="246"/>
                    <a:pt x="100" y="246"/>
                    <a:pt x="100" y="246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5" y="238"/>
                    <a:pt x="85" y="238"/>
                    <a:pt x="85" y="238"/>
                  </a:cubicBezTo>
                  <a:cubicBezTo>
                    <a:pt x="86" y="230"/>
                    <a:pt x="86" y="230"/>
                    <a:pt x="86" y="230"/>
                  </a:cubicBezTo>
                  <a:cubicBezTo>
                    <a:pt x="94" y="224"/>
                    <a:pt x="94" y="224"/>
                    <a:pt x="94" y="224"/>
                  </a:cubicBezTo>
                  <a:cubicBezTo>
                    <a:pt x="95" y="214"/>
                    <a:pt x="95" y="214"/>
                    <a:pt x="95" y="214"/>
                  </a:cubicBezTo>
                  <a:cubicBezTo>
                    <a:pt x="88" y="211"/>
                    <a:pt x="88" y="211"/>
                    <a:pt x="88" y="211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09" y="187"/>
                    <a:pt x="109" y="187"/>
                    <a:pt x="109" y="187"/>
                  </a:cubicBezTo>
                  <a:cubicBezTo>
                    <a:pt x="119" y="177"/>
                    <a:pt x="119" y="177"/>
                    <a:pt x="119" y="177"/>
                  </a:cubicBezTo>
                  <a:cubicBezTo>
                    <a:pt x="124" y="180"/>
                    <a:pt x="124" y="180"/>
                    <a:pt x="124" y="180"/>
                  </a:cubicBezTo>
                  <a:cubicBezTo>
                    <a:pt x="138" y="175"/>
                    <a:pt x="138" y="175"/>
                    <a:pt x="138" y="175"/>
                  </a:cubicBezTo>
                  <a:cubicBezTo>
                    <a:pt x="138" y="159"/>
                    <a:pt x="138" y="159"/>
                    <a:pt x="138" y="159"/>
                  </a:cubicBezTo>
                  <a:cubicBezTo>
                    <a:pt x="132" y="147"/>
                    <a:pt x="132" y="147"/>
                    <a:pt x="132" y="147"/>
                  </a:cubicBezTo>
                  <a:cubicBezTo>
                    <a:pt x="140" y="140"/>
                    <a:pt x="140" y="140"/>
                    <a:pt x="140" y="140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160" y="147"/>
                    <a:pt x="160" y="147"/>
                    <a:pt x="160" y="147"/>
                  </a:cubicBezTo>
                  <a:cubicBezTo>
                    <a:pt x="164" y="144"/>
                    <a:pt x="164" y="144"/>
                    <a:pt x="164" y="144"/>
                  </a:cubicBezTo>
                  <a:cubicBezTo>
                    <a:pt x="169" y="145"/>
                    <a:pt x="169" y="145"/>
                    <a:pt x="169" y="145"/>
                  </a:cubicBezTo>
                  <a:cubicBezTo>
                    <a:pt x="174" y="139"/>
                    <a:pt x="174" y="139"/>
                    <a:pt x="174" y="139"/>
                  </a:cubicBezTo>
                  <a:cubicBezTo>
                    <a:pt x="178" y="129"/>
                    <a:pt x="178" y="129"/>
                    <a:pt x="178" y="129"/>
                  </a:cubicBezTo>
                  <a:cubicBezTo>
                    <a:pt x="166" y="117"/>
                    <a:pt x="166" y="117"/>
                    <a:pt x="166" y="117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36" y="114"/>
                    <a:pt x="136" y="114"/>
                    <a:pt x="136" y="114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28" y="96"/>
                    <a:pt x="128" y="96"/>
                    <a:pt x="128" y="96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15" y="76"/>
                    <a:pt x="115" y="76"/>
                    <a:pt x="115" y="76"/>
                  </a:cubicBezTo>
                  <a:cubicBezTo>
                    <a:pt x="95" y="77"/>
                    <a:pt x="95" y="77"/>
                    <a:pt x="95" y="77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69" y="84"/>
                    <a:pt x="69" y="84"/>
                    <a:pt x="69" y="84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88" y="115"/>
                    <a:pt x="88" y="115"/>
                    <a:pt x="88" y="115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56" y="115"/>
                    <a:pt x="56" y="115"/>
                    <a:pt x="56" y="115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24" y="115"/>
                    <a:pt x="24" y="115"/>
                    <a:pt x="24" y="115"/>
                  </a:cubicBezTo>
                  <a:cubicBezTo>
                    <a:pt x="16" y="111"/>
                    <a:pt x="16" y="111"/>
                    <a:pt x="16" y="111"/>
                  </a:cubicBezTo>
                  <a:cubicBezTo>
                    <a:pt x="7" y="120"/>
                    <a:pt x="7" y="120"/>
                    <a:pt x="7" y="120"/>
                  </a:cubicBezTo>
                  <a:cubicBezTo>
                    <a:pt x="21" y="130"/>
                    <a:pt x="21" y="130"/>
                    <a:pt x="21" y="130"/>
                  </a:cubicBezTo>
                  <a:cubicBezTo>
                    <a:pt x="21" y="142"/>
                    <a:pt x="21" y="142"/>
                    <a:pt x="21" y="142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7" y="137"/>
                    <a:pt x="7" y="137"/>
                    <a:pt x="7" y="137"/>
                  </a:cubicBezTo>
                  <a:cubicBezTo>
                    <a:pt x="9" y="152"/>
                    <a:pt x="9" y="152"/>
                    <a:pt x="9" y="152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8" y="209"/>
                    <a:pt x="8" y="209"/>
                    <a:pt x="8" y="209"/>
                  </a:cubicBezTo>
                  <a:cubicBezTo>
                    <a:pt x="19" y="204"/>
                    <a:pt x="19" y="204"/>
                    <a:pt x="19" y="204"/>
                  </a:cubicBezTo>
                  <a:cubicBezTo>
                    <a:pt x="35" y="216"/>
                    <a:pt x="35" y="216"/>
                    <a:pt x="35" y="216"/>
                  </a:cubicBezTo>
                  <a:cubicBezTo>
                    <a:pt x="38" y="235"/>
                    <a:pt x="38" y="235"/>
                    <a:pt x="38" y="235"/>
                  </a:cubicBezTo>
                  <a:cubicBezTo>
                    <a:pt x="32" y="238"/>
                    <a:pt x="32" y="238"/>
                    <a:pt x="32" y="238"/>
                  </a:cubicBezTo>
                  <a:cubicBezTo>
                    <a:pt x="35" y="248"/>
                    <a:pt x="35" y="248"/>
                    <a:pt x="35" y="248"/>
                  </a:cubicBezTo>
                  <a:cubicBezTo>
                    <a:pt x="53" y="247"/>
                    <a:pt x="53" y="247"/>
                    <a:pt x="53" y="247"/>
                  </a:cubicBezTo>
                  <a:cubicBezTo>
                    <a:pt x="78" y="253"/>
                    <a:pt x="78" y="253"/>
                    <a:pt x="78" y="253"/>
                  </a:cubicBezTo>
                  <a:cubicBezTo>
                    <a:pt x="85" y="257"/>
                    <a:pt x="85" y="257"/>
                    <a:pt x="85" y="257"/>
                  </a:cubicBezTo>
                  <a:lnTo>
                    <a:pt x="97" y="25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2361" y="3"/>
              <a:ext cx="1360" cy="1428"/>
            </a:xfrm>
            <a:custGeom>
              <a:avLst/>
              <a:gdLst>
                <a:gd name="T0" fmla="*/ 1325 w 1381"/>
                <a:gd name="T1" fmla="*/ 181 h 1449"/>
                <a:gd name="T2" fmla="*/ 1370 w 1381"/>
                <a:gd name="T3" fmla="*/ 101 h 1449"/>
                <a:gd name="T4" fmla="*/ 1267 w 1381"/>
                <a:gd name="T5" fmla="*/ 65 h 1449"/>
                <a:gd name="T6" fmla="*/ 1208 w 1381"/>
                <a:gd name="T7" fmla="*/ 67 h 1449"/>
                <a:gd name="T8" fmla="*/ 1167 w 1381"/>
                <a:gd name="T9" fmla="*/ 1 h 1449"/>
                <a:gd name="T10" fmla="*/ 1122 w 1381"/>
                <a:gd name="T11" fmla="*/ 91 h 1449"/>
                <a:gd name="T12" fmla="*/ 1035 w 1381"/>
                <a:gd name="T13" fmla="*/ 131 h 1449"/>
                <a:gd name="T14" fmla="*/ 991 w 1381"/>
                <a:gd name="T15" fmla="*/ 49 h 1449"/>
                <a:gd name="T16" fmla="*/ 955 w 1381"/>
                <a:gd name="T17" fmla="*/ 154 h 1449"/>
                <a:gd name="T18" fmla="*/ 874 w 1381"/>
                <a:gd name="T19" fmla="*/ 166 h 1449"/>
                <a:gd name="T20" fmla="*/ 786 w 1381"/>
                <a:gd name="T21" fmla="*/ 246 h 1449"/>
                <a:gd name="T22" fmla="*/ 754 w 1381"/>
                <a:gd name="T23" fmla="*/ 270 h 1449"/>
                <a:gd name="T24" fmla="*/ 676 w 1381"/>
                <a:gd name="T25" fmla="*/ 270 h 1449"/>
                <a:gd name="T26" fmla="*/ 609 w 1381"/>
                <a:gd name="T27" fmla="*/ 355 h 1449"/>
                <a:gd name="T28" fmla="*/ 602 w 1381"/>
                <a:gd name="T29" fmla="*/ 395 h 1449"/>
                <a:gd name="T30" fmla="*/ 533 w 1381"/>
                <a:gd name="T31" fmla="*/ 441 h 1449"/>
                <a:gd name="T32" fmla="*/ 545 w 1381"/>
                <a:gd name="T33" fmla="*/ 494 h 1449"/>
                <a:gd name="T34" fmla="*/ 474 w 1381"/>
                <a:gd name="T35" fmla="*/ 560 h 1449"/>
                <a:gd name="T36" fmla="*/ 464 w 1381"/>
                <a:gd name="T37" fmla="*/ 613 h 1449"/>
                <a:gd name="T38" fmla="*/ 437 w 1381"/>
                <a:gd name="T39" fmla="*/ 697 h 1449"/>
                <a:gd name="T40" fmla="*/ 362 w 1381"/>
                <a:gd name="T41" fmla="*/ 781 h 1449"/>
                <a:gd name="T42" fmla="*/ 275 w 1381"/>
                <a:gd name="T43" fmla="*/ 879 h 1449"/>
                <a:gd name="T44" fmla="*/ 376 w 1381"/>
                <a:gd name="T45" fmla="*/ 870 h 1449"/>
                <a:gd name="T46" fmla="*/ 250 w 1381"/>
                <a:gd name="T47" fmla="*/ 904 h 1449"/>
                <a:gd name="T48" fmla="*/ 214 w 1381"/>
                <a:gd name="T49" fmla="*/ 962 h 1449"/>
                <a:gd name="T50" fmla="*/ 158 w 1381"/>
                <a:gd name="T51" fmla="*/ 978 h 1449"/>
                <a:gd name="T52" fmla="*/ 129 w 1381"/>
                <a:gd name="T53" fmla="*/ 1029 h 1449"/>
                <a:gd name="T54" fmla="*/ 22 w 1381"/>
                <a:gd name="T55" fmla="*/ 1041 h 1449"/>
                <a:gd name="T56" fmla="*/ 39 w 1381"/>
                <a:gd name="T57" fmla="*/ 1104 h 1449"/>
                <a:gd name="T58" fmla="*/ 106 w 1381"/>
                <a:gd name="T59" fmla="*/ 1125 h 1449"/>
                <a:gd name="T60" fmla="*/ 130 w 1381"/>
                <a:gd name="T61" fmla="*/ 1152 h 1449"/>
                <a:gd name="T62" fmla="*/ 35 w 1381"/>
                <a:gd name="T63" fmla="*/ 1185 h 1449"/>
                <a:gd name="T64" fmla="*/ 125 w 1381"/>
                <a:gd name="T65" fmla="*/ 1205 h 1449"/>
                <a:gd name="T66" fmla="*/ 58 w 1381"/>
                <a:gd name="T67" fmla="*/ 1289 h 1449"/>
                <a:gd name="T68" fmla="*/ 98 w 1381"/>
                <a:gd name="T69" fmla="*/ 1356 h 1449"/>
                <a:gd name="T70" fmla="*/ 162 w 1381"/>
                <a:gd name="T71" fmla="*/ 1449 h 1449"/>
                <a:gd name="T72" fmla="*/ 286 w 1381"/>
                <a:gd name="T73" fmla="*/ 1341 h 1449"/>
                <a:gd name="T74" fmla="*/ 339 w 1381"/>
                <a:gd name="T75" fmla="*/ 1303 h 1449"/>
                <a:gd name="T76" fmla="*/ 425 w 1381"/>
                <a:gd name="T77" fmla="*/ 1346 h 1449"/>
                <a:gd name="T78" fmla="*/ 431 w 1381"/>
                <a:gd name="T79" fmla="*/ 1018 h 1449"/>
                <a:gd name="T80" fmla="*/ 524 w 1381"/>
                <a:gd name="T81" fmla="*/ 612 h 1449"/>
                <a:gd name="T82" fmla="*/ 696 w 1381"/>
                <a:gd name="T83" fmla="*/ 378 h 1449"/>
                <a:gd name="T84" fmla="*/ 817 w 1381"/>
                <a:gd name="T85" fmla="*/ 279 h 1449"/>
                <a:gd name="T86" fmla="*/ 1054 w 1381"/>
                <a:gd name="T87" fmla="*/ 308 h 1449"/>
                <a:gd name="T88" fmla="*/ 1212 w 1381"/>
                <a:gd name="T89" fmla="*/ 147 h 1449"/>
                <a:gd name="T90" fmla="*/ 48 w 1381"/>
                <a:gd name="T91" fmla="*/ 1251 h 1449"/>
                <a:gd name="T92" fmla="*/ 20 w 1381"/>
                <a:gd name="T93" fmla="*/ 1224 h 1449"/>
                <a:gd name="T94" fmla="*/ 61 w 1381"/>
                <a:gd name="T95" fmla="*/ 1029 h 1449"/>
                <a:gd name="T96" fmla="*/ 238 w 1381"/>
                <a:gd name="T97" fmla="*/ 891 h 1449"/>
                <a:gd name="T98" fmla="*/ 402 w 1381"/>
                <a:gd name="T99" fmla="*/ 673 h 1449"/>
                <a:gd name="T100" fmla="*/ 418 w 1381"/>
                <a:gd name="T101" fmla="*/ 455 h 1449"/>
                <a:gd name="T102" fmla="*/ 509 w 1381"/>
                <a:gd name="T103" fmla="*/ 347 h 1449"/>
                <a:gd name="T104" fmla="*/ 550 w 1381"/>
                <a:gd name="T105" fmla="*/ 299 h 1449"/>
                <a:gd name="T106" fmla="*/ 544 w 1381"/>
                <a:gd name="T107" fmla="*/ 336 h 1449"/>
                <a:gd name="T108" fmla="*/ 676 w 1381"/>
                <a:gd name="T109" fmla="*/ 244 h 1449"/>
                <a:gd name="T110" fmla="*/ 676 w 1381"/>
                <a:gd name="T111" fmla="*/ 244 h 1449"/>
                <a:gd name="T112" fmla="*/ 752 w 1381"/>
                <a:gd name="T113" fmla="*/ 186 h 1449"/>
                <a:gd name="T114" fmla="*/ 777 w 1381"/>
                <a:gd name="T115" fmla="*/ 145 h 1449"/>
                <a:gd name="T116" fmla="*/ 950 w 1381"/>
                <a:gd name="T117" fmla="*/ 92 h 1449"/>
                <a:gd name="T118" fmla="*/ 951 w 1381"/>
                <a:gd name="T119" fmla="*/ 66 h 1449"/>
                <a:gd name="T120" fmla="*/ 1084 w 1381"/>
                <a:gd name="T121" fmla="*/ 19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81" h="1449">
                  <a:moveTo>
                    <a:pt x="1281" y="261"/>
                  </a:moveTo>
                  <a:cubicBezTo>
                    <a:pt x="1289" y="259"/>
                    <a:pt x="1289" y="259"/>
                    <a:pt x="1289" y="259"/>
                  </a:cubicBezTo>
                  <a:cubicBezTo>
                    <a:pt x="1289" y="238"/>
                    <a:pt x="1289" y="238"/>
                    <a:pt x="1289" y="238"/>
                  </a:cubicBezTo>
                  <a:cubicBezTo>
                    <a:pt x="1307" y="222"/>
                    <a:pt x="1307" y="222"/>
                    <a:pt x="1307" y="222"/>
                  </a:cubicBezTo>
                  <a:cubicBezTo>
                    <a:pt x="1324" y="220"/>
                    <a:pt x="1324" y="220"/>
                    <a:pt x="1324" y="220"/>
                  </a:cubicBezTo>
                  <a:cubicBezTo>
                    <a:pt x="1334" y="207"/>
                    <a:pt x="1334" y="207"/>
                    <a:pt x="1334" y="207"/>
                  </a:cubicBezTo>
                  <a:cubicBezTo>
                    <a:pt x="1333" y="189"/>
                    <a:pt x="1333" y="189"/>
                    <a:pt x="1333" y="189"/>
                  </a:cubicBezTo>
                  <a:cubicBezTo>
                    <a:pt x="1344" y="188"/>
                    <a:pt x="1344" y="188"/>
                    <a:pt x="1344" y="188"/>
                  </a:cubicBezTo>
                  <a:cubicBezTo>
                    <a:pt x="1358" y="193"/>
                    <a:pt x="1358" y="193"/>
                    <a:pt x="1358" y="193"/>
                  </a:cubicBezTo>
                  <a:cubicBezTo>
                    <a:pt x="1366" y="184"/>
                    <a:pt x="1366" y="184"/>
                    <a:pt x="1366" y="184"/>
                  </a:cubicBezTo>
                  <a:cubicBezTo>
                    <a:pt x="1365" y="171"/>
                    <a:pt x="1365" y="171"/>
                    <a:pt x="1365" y="171"/>
                  </a:cubicBezTo>
                  <a:cubicBezTo>
                    <a:pt x="1362" y="171"/>
                    <a:pt x="1362" y="171"/>
                    <a:pt x="1362" y="171"/>
                  </a:cubicBezTo>
                  <a:cubicBezTo>
                    <a:pt x="1352" y="164"/>
                    <a:pt x="1352" y="164"/>
                    <a:pt x="1352" y="164"/>
                  </a:cubicBezTo>
                  <a:cubicBezTo>
                    <a:pt x="1347" y="164"/>
                    <a:pt x="1347" y="164"/>
                    <a:pt x="1347" y="164"/>
                  </a:cubicBezTo>
                  <a:cubicBezTo>
                    <a:pt x="1342" y="166"/>
                    <a:pt x="1342" y="166"/>
                    <a:pt x="1342" y="166"/>
                  </a:cubicBezTo>
                  <a:cubicBezTo>
                    <a:pt x="1341" y="173"/>
                    <a:pt x="1341" y="173"/>
                    <a:pt x="1341" y="173"/>
                  </a:cubicBezTo>
                  <a:cubicBezTo>
                    <a:pt x="1336" y="169"/>
                    <a:pt x="1336" y="169"/>
                    <a:pt x="1336" y="169"/>
                  </a:cubicBezTo>
                  <a:cubicBezTo>
                    <a:pt x="1333" y="162"/>
                    <a:pt x="1333" y="162"/>
                    <a:pt x="1333" y="162"/>
                  </a:cubicBezTo>
                  <a:cubicBezTo>
                    <a:pt x="1325" y="161"/>
                    <a:pt x="1325" y="161"/>
                    <a:pt x="1325" y="161"/>
                  </a:cubicBezTo>
                  <a:cubicBezTo>
                    <a:pt x="1327" y="168"/>
                    <a:pt x="1327" y="168"/>
                    <a:pt x="1327" y="168"/>
                  </a:cubicBezTo>
                  <a:cubicBezTo>
                    <a:pt x="1325" y="181"/>
                    <a:pt x="1325" y="181"/>
                    <a:pt x="1325" y="181"/>
                  </a:cubicBezTo>
                  <a:cubicBezTo>
                    <a:pt x="1320" y="178"/>
                    <a:pt x="1320" y="178"/>
                    <a:pt x="1320" y="178"/>
                  </a:cubicBezTo>
                  <a:cubicBezTo>
                    <a:pt x="1314" y="170"/>
                    <a:pt x="1314" y="170"/>
                    <a:pt x="1314" y="170"/>
                  </a:cubicBezTo>
                  <a:cubicBezTo>
                    <a:pt x="1304" y="176"/>
                    <a:pt x="1304" y="176"/>
                    <a:pt x="1304" y="176"/>
                  </a:cubicBezTo>
                  <a:cubicBezTo>
                    <a:pt x="1301" y="182"/>
                    <a:pt x="1301" y="182"/>
                    <a:pt x="1301" y="182"/>
                  </a:cubicBezTo>
                  <a:cubicBezTo>
                    <a:pt x="1298" y="172"/>
                    <a:pt x="1298" y="172"/>
                    <a:pt x="1298" y="172"/>
                  </a:cubicBezTo>
                  <a:cubicBezTo>
                    <a:pt x="1294" y="159"/>
                    <a:pt x="1294" y="159"/>
                    <a:pt x="1294" y="159"/>
                  </a:cubicBezTo>
                  <a:cubicBezTo>
                    <a:pt x="1289" y="158"/>
                    <a:pt x="1289" y="158"/>
                    <a:pt x="1289" y="158"/>
                  </a:cubicBezTo>
                  <a:cubicBezTo>
                    <a:pt x="1284" y="145"/>
                    <a:pt x="1284" y="145"/>
                    <a:pt x="1284" y="145"/>
                  </a:cubicBezTo>
                  <a:cubicBezTo>
                    <a:pt x="1278" y="142"/>
                    <a:pt x="1278" y="142"/>
                    <a:pt x="1278" y="142"/>
                  </a:cubicBezTo>
                  <a:cubicBezTo>
                    <a:pt x="1267" y="144"/>
                    <a:pt x="1267" y="144"/>
                    <a:pt x="1267" y="144"/>
                  </a:cubicBezTo>
                  <a:cubicBezTo>
                    <a:pt x="1257" y="140"/>
                    <a:pt x="1257" y="140"/>
                    <a:pt x="1257" y="140"/>
                  </a:cubicBezTo>
                  <a:cubicBezTo>
                    <a:pt x="1242" y="138"/>
                    <a:pt x="1242" y="138"/>
                    <a:pt x="1242" y="138"/>
                  </a:cubicBezTo>
                  <a:cubicBezTo>
                    <a:pt x="1234" y="129"/>
                    <a:pt x="1234" y="129"/>
                    <a:pt x="1234" y="129"/>
                  </a:cubicBezTo>
                  <a:cubicBezTo>
                    <a:pt x="1237" y="126"/>
                    <a:pt x="1237" y="126"/>
                    <a:pt x="1237" y="126"/>
                  </a:cubicBezTo>
                  <a:cubicBezTo>
                    <a:pt x="1256" y="131"/>
                    <a:pt x="1256" y="131"/>
                    <a:pt x="1256" y="131"/>
                  </a:cubicBezTo>
                  <a:cubicBezTo>
                    <a:pt x="1273" y="129"/>
                    <a:pt x="1273" y="129"/>
                    <a:pt x="1273" y="129"/>
                  </a:cubicBezTo>
                  <a:cubicBezTo>
                    <a:pt x="1287" y="132"/>
                    <a:pt x="1287" y="132"/>
                    <a:pt x="1287" y="132"/>
                  </a:cubicBezTo>
                  <a:cubicBezTo>
                    <a:pt x="1314" y="135"/>
                    <a:pt x="1314" y="135"/>
                    <a:pt x="1314" y="135"/>
                  </a:cubicBezTo>
                  <a:cubicBezTo>
                    <a:pt x="1332" y="129"/>
                    <a:pt x="1332" y="129"/>
                    <a:pt x="1332" y="129"/>
                  </a:cubicBezTo>
                  <a:cubicBezTo>
                    <a:pt x="1344" y="107"/>
                    <a:pt x="1344" y="107"/>
                    <a:pt x="1344" y="107"/>
                  </a:cubicBezTo>
                  <a:cubicBezTo>
                    <a:pt x="1370" y="101"/>
                    <a:pt x="1370" y="101"/>
                    <a:pt x="1370" y="101"/>
                  </a:cubicBezTo>
                  <a:cubicBezTo>
                    <a:pt x="1381" y="93"/>
                    <a:pt x="1381" y="93"/>
                    <a:pt x="1381" y="93"/>
                  </a:cubicBezTo>
                  <a:cubicBezTo>
                    <a:pt x="1381" y="89"/>
                    <a:pt x="1381" y="89"/>
                    <a:pt x="1381" y="89"/>
                  </a:cubicBezTo>
                  <a:cubicBezTo>
                    <a:pt x="1372" y="87"/>
                    <a:pt x="1372" y="87"/>
                    <a:pt x="1372" y="87"/>
                  </a:cubicBezTo>
                  <a:cubicBezTo>
                    <a:pt x="1370" y="82"/>
                    <a:pt x="1370" y="82"/>
                    <a:pt x="1370" y="82"/>
                  </a:cubicBezTo>
                  <a:cubicBezTo>
                    <a:pt x="1360" y="79"/>
                    <a:pt x="1360" y="79"/>
                    <a:pt x="1360" y="79"/>
                  </a:cubicBezTo>
                  <a:cubicBezTo>
                    <a:pt x="1349" y="81"/>
                    <a:pt x="1349" y="81"/>
                    <a:pt x="1349" y="81"/>
                  </a:cubicBezTo>
                  <a:cubicBezTo>
                    <a:pt x="1332" y="68"/>
                    <a:pt x="1332" y="68"/>
                    <a:pt x="1332" y="68"/>
                  </a:cubicBezTo>
                  <a:cubicBezTo>
                    <a:pt x="1323" y="68"/>
                    <a:pt x="1323" y="68"/>
                    <a:pt x="1323" y="68"/>
                  </a:cubicBezTo>
                  <a:cubicBezTo>
                    <a:pt x="1312" y="79"/>
                    <a:pt x="1312" y="79"/>
                    <a:pt x="1312" y="79"/>
                  </a:cubicBezTo>
                  <a:cubicBezTo>
                    <a:pt x="1305" y="79"/>
                    <a:pt x="1305" y="79"/>
                    <a:pt x="1305" y="79"/>
                  </a:cubicBezTo>
                  <a:cubicBezTo>
                    <a:pt x="1303" y="75"/>
                    <a:pt x="1303" y="75"/>
                    <a:pt x="1303" y="75"/>
                  </a:cubicBezTo>
                  <a:cubicBezTo>
                    <a:pt x="1314" y="69"/>
                    <a:pt x="1314" y="69"/>
                    <a:pt x="1314" y="69"/>
                  </a:cubicBezTo>
                  <a:cubicBezTo>
                    <a:pt x="1316" y="60"/>
                    <a:pt x="1316" y="60"/>
                    <a:pt x="1316" y="60"/>
                  </a:cubicBezTo>
                  <a:cubicBezTo>
                    <a:pt x="1303" y="56"/>
                    <a:pt x="1303" y="56"/>
                    <a:pt x="1303" y="56"/>
                  </a:cubicBezTo>
                  <a:cubicBezTo>
                    <a:pt x="1300" y="52"/>
                    <a:pt x="1300" y="52"/>
                    <a:pt x="1300" y="52"/>
                  </a:cubicBezTo>
                  <a:cubicBezTo>
                    <a:pt x="1291" y="53"/>
                    <a:pt x="1291" y="53"/>
                    <a:pt x="1291" y="53"/>
                  </a:cubicBezTo>
                  <a:cubicBezTo>
                    <a:pt x="1282" y="67"/>
                    <a:pt x="1282" y="67"/>
                    <a:pt x="1282" y="67"/>
                  </a:cubicBezTo>
                  <a:cubicBezTo>
                    <a:pt x="1277" y="67"/>
                    <a:pt x="1277" y="67"/>
                    <a:pt x="1277" y="67"/>
                  </a:cubicBezTo>
                  <a:cubicBezTo>
                    <a:pt x="1278" y="57"/>
                    <a:pt x="1278" y="57"/>
                    <a:pt x="1278" y="57"/>
                  </a:cubicBezTo>
                  <a:cubicBezTo>
                    <a:pt x="1272" y="58"/>
                    <a:pt x="1272" y="58"/>
                    <a:pt x="1272" y="58"/>
                  </a:cubicBezTo>
                  <a:cubicBezTo>
                    <a:pt x="1267" y="65"/>
                    <a:pt x="1267" y="65"/>
                    <a:pt x="1267" y="65"/>
                  </a:cubicBezTo>
                  <a:cubicBezTo>
                    <a:pt x="1261" y="65"/>
                    <a:pt x="1261" y="65"/>
                    <a:pt x="1261" y="65"/>
                  </a:cubicBezTo>
                  <a:cubicBezTo>
                    <a:pt x="1259" y="58"/>
                    <a:pt x="1259" y="58"/>
                    <a:pt x="1259" y="58"/>
                  </a:cubicBezTo>
                  <a:cubicBezTo>
                    <a:pt x="1267" y="53"/>
                    <a:pt x="1267" y="53"/>
                    <a:pt x="1267" y="53"/>
                  </a:cubicBezTo>
                  <a:cubicBezTo>
                    <a:pt x="1267" y="45"/>
                    <a:pt x="1267" y="45"/>
                    <a:pt x="1267" y="45"/>
                  </a:cubicBezTo>
                  <a:cubicBezTo>
                    <a:pt x="1255" y="38"/>
                    <a:pt x="1255" y="38"/>
                    <a:pt x="1255" y="38"/>
                  </a:cubicBezTo>
                  <a:cubicBezTo>
                    <a:pt x="1242" y="38"/>
                    <a:pt x="1242" y="38"/>
                    <a:pt x="1242" y="38"/>
                  </a:cubicBezTo>
                  <a:cubicBezTo>
                    <a:pt x="1234" y="42"/>
                    <a:pt x="1234" y="42"/>
                    <a:pt x="1234" y="42"/>
                  </a:cubicBezTo>
                  <a:cubicBezTo>
                    <a:pt x="1232" y="59"/>
                    <a:pt x="1232" y="59"/>
                    <a:pt x="1232" y="59"/>
                  </a:cubicBezTo>
                  <a:cubicBezTo>
                    <a:pt x="1223" y="63"/>
                    <a:pt x="1223" y="63"/>
                    <a:pt x="1223" y="63"/>
                  </a:cubicBezTo>
                  <a:cubicBezTo>
                    <a:pt x="1222" y="69"/>
                    <a:pt x="1222" y="69"/>
                    <a:pt x="1222" y="69"/>
                  </a:cubicBezTo>
                  <a:cubicBezTo>
                    <a:pt x="1230" y="86"/>
                    <a:pt x="1230" y="86"/>
                    <a:pt x="1230" y="86"/>
                  </a:cubicBezTo>
                  <a:cubicBezTo>
                    <a:pt x="1229" y="94"/>
                    <a:pt x="1229" y="94"/>
                    <a:pt x="1229" y="94"/>
                  </a:cubicBezTo>
                  <a:cubicBezTo>
                    <a:pt x="1222" y="100"/>
                    <a:pt x="1222" y="100"/>
                    <a:pt x="1222" y="100"/>
                  </a:cubicBezTo>
                  <a:cubicBezTo>
                    <a:pt x="1216" y="89"/>
                    <a:pt x="1216" y="89"/>
                    <a:pt x="1216" y="89"/>
                  </a:cubicBezTo>
                  <a:cubicBezTo>
                    <a:pt x="1208" y="88"/>
                    <a:pt x="1208" y="88"/>
                    <a:pt x="1208" y="88"/>
                  </a:cubicBezTo>
                  <a:cubicBezTo>
                    <a:pt x="1206" y="92"/>
                    <a:pt x="1206" y="92"/>
                    <a:pt x="1206" y="92"/>
                  </a:cubicBezTo>
                  <a:cubicBezTo>
                    <a:pt x="1195" y="90"/>
                    <a:pt x="1195" y="90"/>
                    <a:pt x="1195" y="90"/>
                  </a:cubicBezTo>
                  <a:cubicBezTo>
                    <a:pt x="1178" y="97"/>
                    <a:pt x="1178" y="97"/>
                    <a:pt x="1178" y="97"/>
                  </a:cubicBezTo>
                  <a:cubicBezTo>
                    <a:pt x="1191" y="81"/>
                    <a:pt x="1191" y="81"/>
                    <a:pt x="1191" y="81"/>
                  </a:cubicBezTo>
                  <a:cubicBezTo>
                    <a:pt x="1201" y="79"/>
                    <a:pt x="1201" y="79"/>
                    <a:pt x="1201" y="79"/>
                  </a:cubicBezTo>
                  <a:cubicBezTo>
                    <a:pt x="1208" y="67"/>
                    <a:pt x="1208" y="67"/>
                    <a:pt x="1208" y="67"/>
                  </a:cubicBezTo>
                  <a:cubicBezTo>
                    <a:pt x="1206" y="61"/>
                    <a:pt x="1206" y="61"/>
                    <a:pt x="1206" y="61"/>
                  </a:cubicBezTo>
                  <a:cubicBezTo>
                    <a:pt x="1201" y="62"/>
                    <a:pt x="1201" y="62"/>
                    <a:pt x="1201" y="62"/>
                  </a:cubicBezTo>
                  <a:cubicBezTo>
                    <a:pt x="1188" y="71"/>
                    <a:pt x="1188" y="71"/>
                    <a:pt x="1188" y="71"/>
                  </a:cubicBezTo>
                  <a:cubicBezTo>
                    <a:pt x="1180" y="69"/>
                    <a:pt x="1180" y="69"/>
                    <a:pt x="1180" y="69"/>
                  </a:cubicBezTo>
                  <a:cubicBezTo>
                    <a:pt x="1182" y="63"/>
                    <a:pt x="1182" y="63"/>
                    <a:pt x="1182" y="63"/>
                  </a:cubicBezTo>
                  <a:cubicBezTo>
                    <a:pt x="1190" y="57"/>
                    <a:pt x="1190" y="57"/>
                    <a:pt x="1190" y="57"/>
                  </a:cubicBezTo>
                  <a:cubicBezTo>
                    <a:pt x="1191" y="52"/>
                    <a:pt x="1191" y="52"/>
                    <a:pt x="1191" y="52"/>
                  </a:cubicBezTo>
                  <a:cubicBezTo>
                    <a:pt x="1179" y="49"/>
                    <a:pt x="1179" y="49"/>
                    <a:pt x="1179" y="49"/>
                  </a:cubicBezTo>
                  <a:cubicBezTo>
                    <a:pt x="1177" y="44"/>
                    <a:pt x="1177" y="44"/>
                    <a:pt x="1177" y="44"/>
                  </a:cubicBezTo>
                  <a:cubicBezTo>
                    <a:pt x="1187" y="42"/>
                    <a:pt x="1187" y="42"/>
                    <a:pt x="1187" y="42"/>
                  </a:cubicBezTo>
                  <a:cubicBezTo>
                    <a:pt x="1191" y="45"/>
                    <a:pt x="1191" y="45"/>
                    <a:pt x="1191" y="45"/>
                  </a:cubicBezTo>
                  <a:cubicBezTo>
                    <a:pt x="1205" y="45"/>
                    <a:pt x="1205" y="45"/>
                    <a:pt x="1205" y="45"/>
                  </a:cubicBezTo>
                  <a:cubicBezTo>
                    <a:pt x="1214" y="26"/>
                    <a:pt x="1214" y="26"/>
                    <a:pt x="1214" y="26"/>
                  </a:cubicBezTo>
                  <a:cubicBezTo>
                    <a:pt x="1211" y="18"/>
                    <a:pt x="1211" y="18"/>
                    <a:pt x="1211" y="18"/>
                  </a:cubicBezTo>
                  <a:cubicBezTo>
                    <a:pt x="1198" y="21"/>
                    <a:pt x="1198" y="21"/>
                    <a:pt x="1198" y="21"/>
                  </a:cubicBezTo>
                  <a:cubicBezTo>
                    <a:pt x="1192" y="17"/>
                    <a:pt x="1192" y="17"/>
                    <a:pt x="1192" y="17"/>
                  </a:cubicBezTo>
                  <a:cubicBezTo>
                    <a:pt x="1194" y="9"/>
                    <a:pt x="1194" y="9"/>
                    <a:pt x="1194" y="9"/>
                  </a:cubicBezTo>
                  <a:cubicBezTo>
                    <a:pt x="1191" y="0"/>
                    <a:pt x="1191" y="0"/>
                    <a:pt x="1191" y="0"/>
                  </a:cubicBezTo>
                  <a:cubicBezTo>
                    <a:pt x="1182" y="7"/>
                    <a:pt x="1182" y="7"/>
                    <a:pt x="1182" y="7"/>
                  </a:cubicBezTo>
                  <a:cubicBezTo>
                    <a:pt x="1175" y="7"/>
                    <a:pt x="1175" y="7"/>
                    <a:pt x="1175" y="7"/>
                  </a:cubicBezTo>
                  <a:cubicBezTo>
                    <a:pt x="1167" y="1"/>
                    <a:pt x="1167" y="1"/>
                    <a:pt x="1167" y="1"/>
                  </a:cubicBezTo>
                  <a:cubicBezTo>
                    <a:pt x="1157" y="9"/>
                    <a:pt x="1157" y="9"/>
                    <a:pt x="1157" y="9"/>
                  </a:cubicBezTo>
                  <a:cubicBezTo>
                    <a:pt x="1158" y="15"/>
                    <a:pt x="1158" y="15"/>
                    <a:pt x="1158" y="15"/>
                  </a:cubicBezTo>
                  <a:cubicBezTo>
                    <a:pt x="1166" y="24"/>
                    <a:pt x="1166" y="24"/>
                    <a:pt x="1166" y="24"/>
                  </a:cubicBezTo>
                  <a:cubicBezTo>
                    <a:pt x="1161" y="31"/>
                    <a:pt x="1161" y="31"/>
                    <a:pt x="1161" y="31"/>
                  </a:cubicBezTo>
                  <a:cubicBezTo>
                    <a:pt x="1155" y="31"/>
                    <a:pt x="1155" y="31"/>
                    <a:pt x="1155" y="31"/>
                  </a:cubicBezTo>
                  <a:cubicBezTo>
                    <a:pt x="1145" y="18"/>
                    <a:pt x="1145" y="18"/>
                    <a:pt x="1145" y="18"/>
                  </a:cubicBezTo>
                  <a:cubicBezTo>
                    <a:pt x="1138" y="24"/>
                    <a:pt x="1138" y="24"/>
                    <a:pt x="1138" y="24"/>
                  </a:cubicBezTo>
                  <a:cubicBezTo>
                    <a:pt x="1135" y="35"/>
                    <a:pt x="1135" y="35"/>
                    <a:pt x="1135" y="35"/>
                  </a:cubicBezTo>
                  <a:cubicBezTo>
                    <a:pt x="1138" y="39"/>
                    <a:pt x="1138" y="39"/>
                    <a:pt x="1138" y="39"/>
                  </a:cubicBezTo>
                  <a:cubicBezTo>
                    <a:pt x="1148" y="39"/>
                    <a:pt x="1148" y="39"/>
                    <a:pt x="1148" y="39"/>
                  </a:cubicBezTo>
                  <a:cubicBezTo>
                    <a:pt x="1153" y="44"/>
                    <a:pt x="1153" y="44"/>
                    <a:pt x="1153" y="44"/>
                  </a:cubicBezTo>
                  <a:cubicBezTo>
                    <a:pt x="1152" y="49"/>
                    <a:pt x="1152" y="49"/>
                    <a:pt x="1152" y="49"/>
                  </a:cubicBezTo>
                  <a:cubicBezTo>
                    <a:pt x="1144" y="52"/>
                    <a:pt x="1144" y="52"/>
                    <a:pt x="1144" y="52"/>
                  </a:cubicBezTo>
                  <a:cubicBezTo>
                    <a:pt x="1144" y="61"/>
                    <a:pt x="1144" y="61"/>
                    <a:pt x="1144" y="61"/>
                  </a:cubicBezTo>
                  <a:cubicBezTo>
                    <a:pt x="1136" y="64"/>
                    <a:pt x="1136" y="64"/>
                    <a:pt x="1136" y="64"/>
                  </a:cubicBezTo>
                  <a:cubicBezTo>
                    <a:pt x="1136" y="72"/>
                    <a:pt x="1136" y="72"/>
                    <a:pt x="1136" y="72"/>
                  </a:cubicBezTo>
                  <a:cubicBezTo>
                    <a:pt x="1138" y="76"/>
                    <a:pt x="1138" y="76"/>
                    <a:pt x="1138" y="76"/>
                  </a:cubicBezTo>
                  <a:cubicBezTo>
                    <a:pt x="1131" y="81"/>
                    <a:pt x="1131" y="81"/>
                    <a:pt x="1131" y="81"/>
                  </a:cubicBezTo>
                  <a:cubicBezTo>
                    <a:pt x="1135" y="93"/>
                    <a:pt x="1135" y="93"/>
                    <a:pt x="1135" y="93"/>
                  </a:cubicBezTo>
                  <a:cubicBezTo>
                    <a:pt x="1131" y="97"/>
                    <a:pt x="1131" y="97"/>
                    <a:pt x="1131" y="97"/>
                  </a:cubicBezTo>
                  <a:cubicBezTo>
                    <a:pt x="1122" y="91"/>
                    <a:pt x="1122" y="91"/>
                    <a:pt x="1122" y="91"/>
                  </a:cubicBezTo>
                  <a:cubicBezTo>
                    <a:pt x="1115" y="97"/>
                    <a:pt x="1115" y="97"/>
                    <a:pt x="1115" y="97"/>
                  </a:cubicBezTo>
                  <a:cubicBezTo>
                    <a:pt x="1113" y="101"/>
                    <a:pt x="1113" y="101"/>
                    <a:pt x="1113" y="101"/>
                  </a:cubicBezTo>
                  <a:cubicBezTo>
                    <a:pt x="1104" y="107"/>
                    <a:pt x="1104" y="107"/>
                    <a:pt x="1104" y="107"/>
                  </a:cubicBezTo>
                  <a:cubicBezTo>
                    <a:pt x="1103" y="95"/>
                    <a:pt x="1103" y="95"/>
                    <a:pt x="1103" y="95"/>
                  </a:cubicBezTo>
                  <a:cubicBezTo>
                    <a:pt x="1114" y="74"/>
                    <a:pt x="1114" y="74"/>
                    <a:pt x="1114" y="74"/>
                  </a:cubicBezTo>
                  <a:cubicBezTo>
                    <a:pt x="1104" y="70"/>
                    <a:pt x="1104" y="70"/>
                    <a:pt x="1104" y="70"/>
                  </a:cubicBezTo>
                  <a:cubicBezTo>
                    <a:pt x="1105" y="65"/>
                    <a:pt x="1105" y="65"/>
                    <a:pt x="1105" y="65"/>
                  </a:cubicBezTo>
                  <a:cubicBezTo>
                    <a:pt x="1112" y="58"/>
                    <a:pt x="1112" y="58"/>
                    <a:pt x="1112" y="58"/>
                  </a:cubicBezTo>
                  <a:cubicBezTo>
                    <a:pt x="1112" y="39"/>
                    <a:pt x="1112" y="39"/>
                    <a:pt x="1112" y="39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2" y="33"/>
                    <a:pt x="1102" y="33"/>
                    <a:pt x="1102" y="33"/>
                  </a:cubicBezTo>
                  <a:cubicBezTo>
                    <a:pt x="1085" y="58"/>
                    <a:pt x="1085" y="58"/>
                    <a:pt x="1085" y="58"/>
                  </a:cubicBezTo>
                  <a:cubicBezTo>
                    <a:pt x="1085" y="73"/>
                    <a:pt x="1085" y="73"/>
                    <a:pt x="1085" y="73"/>
                  </a:cubicBezTo>
                  <a:cubicBezTo>
                    <a:pt x="1067" y="94"/>
                    <a:pt x="1067" y="94"/>
                    <a:pt x="1067" y="94"/>
                  </a:cubicBezTo>
                  <a:cubicBezTo>
                    <a:pt x="1063" y="109"/>
                    <a:pt x="1063" y="109"/>
                    <a:pt x="1063" y="109"/>
                  </a:cubicBezTo>
                  <a:cubicBezTo>
                    <a:pt x="1067" y="116"/>
                    <a:pt x="1067" y="116"/>
                    <a:pt x="1067" y="116"/>
                  </a:cubicBezTo>
                  <a:cubicBezTo>
                    <a:pt x="1065" y="128"/>
                    <a:pt x="1065" y="128"/>
                    <a:pt x="1065" y="128"/>
                  </a:cubicBezTo>
                  <a:cubicBezTo>
                    <a:pt x="1048" y="146"/>
                    <a:pt x="1048" y="146"/>
                    <a:pt x="1048" y="146"/>
                  </a:cubicBezTo>
                  <a:cubicBezTo>
                    <a:pt x="1039" y="149"/>
                    <a:pt x="1039" y="149"/>
                    <a:pt x="1039" y="149"/>
                  </a:cubicBezTo>
                  <a:cubicBezTo>
                    <a:pt x="1039" y="139"/>
                    <a:pt x="1039" y="139"/>
                    <a:pt x="1039" y="139"/>
                  </a:cubicBezTo>
                  <a:cubicBezTo>
                    <a:pt x="1035" y="131"/>
                    <a:pt x="1035" y="131"/>
                    <a:pt x="1035" y="131"/>
                  </a:cubicBezTo>
                  <a:cubicBezTo>
                    <a:pt x="1046" y="115"/>
                    <a:pt x="1046" y="115"/>
                    <a:pt x="1046" y="115"/>
                  </a:cubicBezTo>
                  <a:cubicBezTo>
                    <a:pt x="1044" y="104"/>
                    <a:pt x="1044" y="104"/>
                    <a:pt x="1044" y="104"/>
                  </a:cubicBezTo>
                  <a:cubicBezTo>
                    <a:pt x="1048" y="96"/>
                    <a:pt x="1048" y="96"/>
                    <a:pt x="1048" y="96"/>
                  </a:cubicBezTo>
                  <a:cubicBezTo>
                    <a:pt x="1043" y="85"/>
                    <a:pt x="1043" y="85"/>
                    <a:pt x="1043" y="85"/>
                  </a:cubicBezTo>
                  <a:cubicBezTo>
                    <a:pt x="1063" y="65"/>
                    <a:pt x="1063" y="65"/>
                    <a:pt x="1063" y="65"/>
                  </a:cubicBezTo>
                  <a:cubicBezTo>
                    <a:pt x="1066" y="53"/>
                    <a:pt x="1066" y="53"/>
                    <a:pt x="1066" y="53"/>
                  </a:cubicBezTo>
                  <a:cubicBezTo>
                    <a:pt x="1069" y="51"/>
                    <a:pt x="1069" y="51"/>
                    <a:pt x="1069" y="51"/>
                  </a:cubicBezTo>
                  <a:cubicBezTo>
                    <a:pt x="1068" y="44"/>
                    <a:pt x="1068" y="44"/>
                    <a:pt x="1068" y="44"/>
                  </a:cubicBezTo>
                  <a:cubicBezTo>
                    <a:pt x="1057" y="44"/>
                    <a:pt x="1057" y="44"/>
                    <a:pt x="1057" y="44"/>
                  </a:cubicBezTo>
                  <a:cubicBezTo>
                    <a:pt x="1046" y="34"/>
                    <a:pt x="1046" y="34"/>
                    <a:pt x="1046" y="34"/>
                  </a:cubicBezTo>
                  <a:cubicBezTo>
                    <a:pt x="1041" y="35"/>
                    <a:pt x="1041" y="35"/>
                    <a:pt x="1041" y="35"/>
                  </a:cubicBezTo>
                  <a:cubicBezTo>
                    <a:pt x="1043" y="46"/>
                    <a:pt x="1043" y="46"/>
                    <a:pt x="1043" y="46"/>
                  </a:cubicBezTo>
                  <a:cubicBezTo>
                    <a:pt x="1035" y="54"/>
                    <a:pt x="1035" y="54"/>
                    <a:pt x="1035" y="54"/>
                  </a:cubicBezTo>
                  <a:cubicBezTo>
                    <a:pt x="1035" y="43"/>
                    <a:pt x="1035" y="43"/>
                    <a:pt x="1035" y="43"/>
                  </a:cubicBezTo>
                  <a:cubicBezTo>
                    <a:pt x="1026" y="35"/>
                    <a:pt x="1026" y="35"/>
                    <a:pt x="1026" y="35"/>
                  </a:cubicBezTo>
                  <a:cubicBezTo>
                    <a:pt x="1015" y="33"/>
                    <a:pt x="1015" y="33"/>
                    <a:pt x="1015" y="33"/>
                  </a:cubicBezTo>
                  <a:cubicBezTo>
                    <a:pt x="1007" y="37"/>
                    <a:pt x="1007" y="37"/>
                    <a:pt x="1007" y="37"/>
                  </a:cubicBezTo>
                  <a:cubicBezTo>
                    <a:pt x="1008" y="52"/>
                    <a:pt x="1008" y="52"/>
                    <a:pt x="1008" y="52"/>
                  </a:cubicBezTo>
                  <a:cubicBezTo>
                    <a:pt x="1004" y="59"/>
                    <a:pt x="1004" y="59"/>
                    <a:pt x="1004" y="59"/>
                  </a:cubicBezTo>
                  <a:cubicBezTo>
                    <a:pt x="999" y="53"/>
                    <a:pt x="999" y="53"/>
                    <a:pt x="999" y="53"/>
                  </a:cubicBezTo>
                  <a:cubicBezTo>
                    <a:pt x="991" y="49"/>
                    <a:pt x="991" y="49"/>
                    <a:pt x="991" y="49"/>
                  </a:cubicBezTo>
                  <a:cubicBezTo>
                    <a:pt x="986" y="54"/>
                    <a:pt x="986" y="54"/>
                    <a:pt x="986" y="54"/>
                  </a:cubicBezTo>
                  <a:cubicBezTo>
                    <a:pt x="987" y="59"/>
                    <a:pt x="987" y="59"/>
                    <a:pt x="987" y="59"/>
                  </a:cubicBezTo>
                  <a:cubicBezTo>
                    <a:pt x="1003" y="68"/>
                    <a:pt x="1003" y="68"/>
                    <a:pt x="1003" y="68"/>
                  </a:cubicBezTo>
                  <a:cubicBezTo>
                    <a:pt x="1006" y="79"/>
                    <a:pt x="1006" y="79"/>
                    <a:pt x="1006" y="79"/>
                  </a:cubicBezTo>
                  <a:cubicBezTo>
                    <a:pt x="1003" y="82"/>
                    <a:pt x="1003" y="82"/>
                    <a:pt x="1003" y="82"/>
                  </a:cubicBezTo>
                  <a:cubicBezTo>
                    <a:pt x="996" y="76"/>
                    <a:pt x="996" y="76"/>
                    <a:pt x="996" y="76"/>
                  </a:cubicBezTo>
                  <a:cubicBezTo>
                    <a:pt x="988" y="83"/>
                    <a:pt x="988" y="83"/>
                    <a:pt x="988" y="83"/>
                  </a:cubicBezTo>
                  <a:cubicBezTo>
                    <a:pt x="987" y="89"/>
                    <a:pt x="987" y="89"/>
                    <a:pt x="987" y="89"/>
                  </a:cubicBezTo>
                  <a:cubicBezTo>
                    <a:pt x="991" y="94"/>
                    <a:pt x="991" y="94"/>
                    <a:pt x="991" y="94"/>
                  </a:cubicBezTo>
                  <a:cubicBezTo>
                    <a:pt x="987" y="98"/>
                    <a:pt x="987" y="98"/>
                    <a:pt x="987" y="98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68" y="91"/>
                    <a:pt x="968" y="91"/>
                    <a:pt x="968" y="91"/>
                  </a:cubicBezTo>
                  <a:cubicBezTo>
                    <a:pt x="962" y="104"/>
                    <a:pt x="962" y="104"/>
                    <a:pt x="962" y="104"/>
                  </a:cubicBezTo>
                  <a:cubicBezTo>
                    <a:pt x="953" y="108"/>
                    <a:pt x="953" y="108"/>
                    <a:pt x="953" y="108"/>
                  </a:cubicBezTo>
                  <a:cubicBezTo>
                    <a:pt x="953" y="112"/>
                    <a:pt x="953" y="112"/>
                    <a:pt x="953" y="112"/>
                  </a:cubicBezTo>
                  <a:cubicBezTo>
                    <a:pt x="958" y="116"/>
                    <a:pt x="958" y="116"/>
                    <a:pt x="958" y="116"/>
                  </a:cubicBezTo>
                  <a:cubicBezTo>
                    <a:pt x="945" y="123"/>
                    <a:pt x="945" y="123"/>
                    <a:pt x="945" y="123"/>
                  </a:cubicBezTo>
                  <a:cubicBezTo>
                    <a:pt x="943" y="132"/>
                    <a:pt x="943" y="132"/>
                    <a:pt x="943" y="132"/>
                  </a:cubicBezTo>
                  <a:cubicBezTo>
                    <a:pt x="953" y="142"/>
                    <a:pt x="953" y="142"/>
                    <a:pt x="953" y="142"/>
                  </a:cubicBezTo>
                  <a:cubicBezTo>
                    <a:pt x="945" y="149"/>
                    <a:pt x="945" y="149"/>
                    <a:pt x="945" y="149"/>
                  </a:cubicBezTo>
                  <a:cubicBezTo>
                    <a:pt x="955" y="154"/>
                    <a:pt x="955" y="154"/>
                    <a:pt x="955" y="154"/>
                  </a:cubicBezTo>
                  <a:cubicBezTo>
                    <a:pt x="960" y="158"/>
                    <a:pt x="960" y="158"/>
                    <a:pt x="960" y="158"/>
                  </a:cubicBezTo>
                  <a:cubicBezTo>
                    <a:pt x="954" y="163"/>
                    <a:pt x="954" y="163"/>
                    <a:pt x="954" y="163"/>
                  </a:cubicBezTo>
                  <a:cubicBezTo>
                    <a:pt x="938" y="162"/>
                    <a:pt x="938" y="162"/>
                    <a:pt x="938" y="162"/>
                  </a:cubicBezTo>
                  <a:cubicBezTo>
                    <a:pt x="933" y="146"/>
                    <a:pt x="933" y="146"/>
                    <a:pt x="933" y="146"/>
                  </a:cubicBezTo>
                  <a:cubicBezTo>
                    <a:pt x="926" y="144"/>
                    <a:pt x="926" y="144"/>
                    <a:pt x="926" y="144"/>
                  </a:cubicBezTo>
                  <a:cubicBezTo>
                    <a:pt x="933" y="136"/>
                    <a:pt x="933" y="136"/>
                    <a:pt x="933" y="136"/>
                  </a:cubicBezTo>
                  <a:cubicBezTo>
                    <a:pt x="922" y="131"/>
                    <a:pt x="922" y="131"/>
                    <a:pt x="922" y="131"/>
                  </a:cubicBezTo>
                  <a:cubicBezTo>
                    <a:pt x="911" y="132"/>
                    <a:pt x="911" y="132"/>
                    <a:pt x="911" y="132"/>
                  </a:cubicBezTo>
                  <a:cubicBezTo>
                    <a:pt x="896" y="131"/>
                    <a:pt x="896" y="131"/>
                    <a:pt x="896" y="131"/>
                  </a:cubicBezTo>
                  <a:cubicBezTo>
                    <a:pt x="875" y="117"/>
                    <a:pt x="875" y="117"/>
                    <a:pt x="875" y="117"/>
                  </a:cubicBezTo>
                  <a:cubicBezTo>
                    <a:pt x="869" y="116"/>
                    <a:pt x="869" y="116"/>
                    <a:pt x="869" y="116"/>
                  </a:cubicBezTo>
                  <a:cubicBezTo>
                    <a:pt x="862" y="124"/>
                    <a:pt x="862" y="124"/>
                    <a:pt x="862" y="124"/>
                  </a:cubicBezTo>
                  <a:cubicBezTo>
                    <a:pt x="858" y="116"/>
                    <a:pt x="858" y="116"/>
                    <a:pt x="858" y="116"/>
                  </a:cubicBezTo>
                  <a:cubicBezTo>
                    <a:pt x="847" y="124"/>
                    <a:pt x="847" y="124"/>
                    <a:pt x="847" y="124"/>
                  </a:cubicBezTo>
                  <a:cubicBezTo>
                    <a:pt x="835" y="127"/>
                    <a:pt x="835" y="127"/>
                    <a:pt x="835" y="127"/>
                  </a:cubicBezTo>
                  <a:cubicBezTo>
                    <a:pt x="834" y="132"/>
                    <a:pt x="834" y="132"/>
                    <a:pt x="834" y="132"/>
                  </a:cubicBezTo>
                  <a:cubicBezTo>
                    <a:pt x="849" y="148"/>
                    <a:pt x="849" y="148"/>
                    <a:pt x="849" y="148"/>
                  </a:cubicBezTo>
                  <a:cubicBezTo>
                    <a:pt x="860" y="148"/>
                    <a:pt x="860" y="148"/>
                    <a:pt x="860" y="148"/>
                  </a:cubicBezTo>
                  <a:cubicBezTo>
                    <a:pt x="865" y="154"/>
                    <a:pt x="865" y="154"/>
                    <a:pt x="865" y="154"/>
                  </a:cubicBezTo>
                  <a:cubicBezTo>
                    <a:pt x="881" y="155"/>
                    <a:pt x="881" y="155"/>
                    <a:pt x="881" y="155"/>
                  </a:cubicBezTo>
                  <a:cubicBezTo>
                    <a:pt x="874" y="166"/>
                    <a:pt x="874" y="166"/>
                    <a:pt x="874" y="166"/>
                  </a:cubicBezTo>
                  <a:cubicBezTo>
                    <a:pt x="875" y="177"/>
                    <a:pt x="875" y="177"/>
                    <a:pt x="875" y="177"/>
                  </a:cubicBezTo>
                  <a:cubicBezTo>
                    <a:pt x="885" y="190"/>
                    <a:pt x="885" y="190"/>
                    <a:pt x="885" y="190"/>
                  </a:cubicBezTo>
                  <a:cubicBezTo>
                    <a:pt x="884" y="198"/>
                    <a:pt x="884" y="198"/>
                    <a:pt x="884" y="198"/>
                  </a:cubicBezTo>
                  <a:cubicBezTo>
                    <a:pt x="875" y="192"/>
                    <a:pt x="875" y="192"/>
                    <a:pt x="875" y="192"/>
                  </a:cubicBezTo>
                  <a:cubicBezTo>
                    <a:pt x="866" y="179"/>
                    <a:pt x="866" y="179"/>
                    <a:pt x="866" y="179"/>
                  </a:cubicBezTo>
                  <a:cubicBezTo>
                    <a:pt x="854" y="174"/>
                    <a:pt x="854" y="174"/>
                    <a:pt x="854" y="174"/>
                  </a:cubicBezTo>
                  <a:cubicBezTo>
                    <a:pt x="847" y="166"/>
                    <a:pt x="847" y="166"/>
                    <a:pt x="847" y="166"/>
                  </a:cubicBezTo>
                  <a:cubicBezTo>
                    <a:pt x="843" y="177"/>
                    <a:pt x="843" y="177"/>
                    <a:pt x="843" y="177"/>
                  </a:cubicBezTo>
                  <a:cubicBezTo>
                    <a:pt x="833" y="185"/>
                    <a:pt x="833" y="185"/>
                    <a:pt x="833" y="185"/>
                  </a:cubicBezTo>
                  <a:cubicBezTo>
                    <a:pt x="831" y="170"/>
                    <a:pt x="831" y="170"/>
                    <a:pt x="831" y="170"/>
                  </a:cubicBezTo>
                  <a:cubicBezTo>
                    <a:pt x="821" y="178"/>
                    <a:pt x="821" y="178"/>
                    <a:pt x="821" y="178"/>
                  </a:cubicBezTo>
                  <a:cubicBezTo>
                    <a:pt x="821" y="184"/>
                    <a:pt x="821" y="184"/>
                    <a:pt x="821" y="184"/>
                  </a:cubicBezTo>
                  <a:cubicBezTo>
                    <a:pt x="809" y="193"/>
                    <a:pt x="809" y="193"/>
                    <a:pt x="809" y="193"/>
                  </a:cubicBezTo>
                  <a:cubicBezTo>
                    <a:pt x="810" y="203"/>
                    <a:pt x="810" y="203"/>
                    <a:pt x="810" y="203"/>
                  </a:cubicBezTo>
                  <a:cubicBezTo>
                    <a:pt x="824" y="209"/>
                    <a:pt x="824" y="209"/>
                    <a:pt x="824" y="209"/>
                  </a:cubicBezTo>
                  <a:cubicBezTo>
                    <a:pt x="830" y="220"/>
                    <a:pt x="830" y="220"/>
                    <a:pt x="830" y="220"/>
                  </a:cubicBezTo>
                  <a:cubicBezTo>
                    <a:pt x="819" y="219"/>
                    <a:pt x="819" y="219"/>
                    <a:pt x="819" y="219"/>
                  </a:cubicBezTo>
                  <a:cubicBezTo>
                    <a:pt x="813" y="213"/>
                    <a:pt x="813" y="213"/>
                    <a:pt x="813" y="213"/>
                  </a:cubicBezTo>
                  <a:cubicBezTo>
                    <a:pt x="804" y="226"/>
                    <a:pt x="804" y="226"/>
                    <a:pt x="804" y="226"/>
                  </a:cubicBezTo>
                  <a:cubicBezTo>
                    <a:pt x="801" y="235"/>
                    <a:pt x="801" y="235"/>
                    <a:pt x="801" y="235"/>
                  </a:cubicBezTo>
                  <a:cubicBezTo>
                    <a:pt x="786" y="246"/>
                    <a:pt x="786" y="246"/>
                    <a:pt x="786" y="246"/>
                  </a:cubicBezTo>
                  <a:cubicBezTo>
                    <a:pt x="786" y="239"/>
                    <a:pt x="786" y="239"/>
                    <a:pt x="786" y="239"/>
                  </a:cubicBezTo>
                  <a:cubicBezTo>
                    <a:pt x="796" y="233"/>
                    <a:pt x="796" y="233"/>
                    <a:pt x="796" y="233"/>
                  </a:cubicBezTo>
                  <a:cubicBezTo>
                    <a:pt x="793" y="224"/>
                    <a:pt x="793" y="224"/>
                    <a:pt x="793" y="224"/>
                  </a:cubicBezTo>
                  <a:cubicBezTo>
                    <a:pt x="802" y="207"/>
                    <a:pt x="802" y="207"/>
                    <a:pt x="802" y="207"/>
                  </a:cubicBezTo>
                  <a:cubicBezTo>
                    <a:pt x="795" y="172"/>
                    <a:pt x="795" y="172"/>
                    <a:pt x="795" y="172"/>
                  </a:cubicBezTo>
                  <a:cubicBezTo>
                    <a:pt x="785" y="178"/>
                    <a:pt x="785" y="178"/>
                    <a:pt x="785" y="178"/>
                  </a:cubicBezTo>
                  <a:cubicBezTo>
                    <a:pt x="770" y="200"/>
                    <a:pt x="770" y="200"/>
                    <a:pt x="770" y="200"/>
                  </a:cubicBezTo>
                  <a:cubicBezTo>
                    <a:pt x="769" y="215"/>
                    <a:pt x="769" y="215"/>
                    <a:pt x="769" y="215"/>
                  </a:cubicBezTo>
                  <a:cubicBezTo>
                    <a:pt x="772" y="221"/>
                    <a:pt x="772" y="221"/>
                    <a:pt x="772" y="221"/>
                  </a:cubicBezTo>
                  <a:cubicBezTo>
                    <a:pt x="761" y="233"/>
                    <a:pt x="761" y="233"/>
                    <a:pt x="761" y="233"/>
                  </a:cubicBezTo>
                  <a:cubicBezTo>
                    <a:pt x="760" y="222"/>
                    <a:pt x="760" y="222"/>
                    <a:pt x="760" y="222"/>
                  </a:cubicBezTo>
                  <a:cubicBezTo>
                    <a:pt x="766" y="209"/>
                    <a:pt x="766" y="209"/>
                    <a:pt x="766" y="209"/>
                  </a:cubicBezTo>
                  <a:cubicBezTo>
                    <a:pt x="761" y="192"/>
                    <a:pt x="761" y="192"/>
                    <a:pt x="761" y="192"/>
                  </a:cubicBezTo>
                  <a:cubicBezTo>
                    <a:pt x="754" y="191"/>
                    <a:pt x="754" y="191"/>
                    <a:pt x="754" y="191"/>
                  </a:cubicBezTo>
                  <a:cubicBezTo>
                    <a:pt x="741" y="198"/>
                    <a:pt x="741" y="198"/>
                    <a:pt x="741" y="198"/>
                  </a:cubicBezTo>
                  <a:cubicBezTo>
                    <a:pt x="732" y="214"/>
                    <a:pt x="732" y="214"/>
                    <a:pt x="732" y="214"/>
                  </a:cubicBezTo>
                  <a:cubicBezTo>
                    <a:pt x="738" y="226"/>
                    <a:pt x="738" y="226"/>
                    <a:pt x="738" y="226"/>
                  </a:cubicBezTo>
                  <a:cubicBezTo>
                    <a:pt x="738" y="236"/>
                    <a:pt x="738" y="236"/>
                    <a:pt x="738" y="236"/>
                  </a:cubicBezTo>
                  <a:cubicBezTo>
                    <a:pt x="756" y="248"/>
                    <a:pt x="756" y="248"/>
                    <a:pt x="756" y="248"/>
                  </a:cubicBezTo>
                  <a:cubicBezTo>
                    <a:pt x="761" y="257"/>
                    <a:pt x="761" y="257"/>
                    <a:pt x="761" y="257"/>
                  </a:cubicBezTo>
                  <a:cubicBezTo>
                    <a:pt x="754" y="270"/>
                    <a:pt x="754" y="270"/>
                    <a:pt x="754" y="270"/>
                  </a:cubicBezTo>
                  <a:cubicBezTo>
                    <a:pt x="748" y="253"/>
                    <a:pt x="748" y="253"/>
                    <a:pt x="748" y="253"/>
                  </a:cubicBezTo>
                  <a:cubicBezTo>
                    <a:pt x="734" y="248"/>
                    <a:pt x="734" y="248"/>
                    <a:pt x="734" y="248"/>
                  </a:cubicBezTo>
                  <a:cubicBezTo>
                    <a:pt x="725" y="226"/>
                    <a:pt x="725" y="226"/>
                    <a:pt x="725" y="226"/>
                  </a:cubicBezTo>
                  <a:cubicBezTo>
                    <a:pt x="721" y="224"/>
                    <a:pt x="721" y="224"/>
                    <a:pt x="721" y="224"/>
                  </a:cubicBezTo>
                  <a:cubicBezTo>
                    <a:pt x="704" y="229"/>
                    <a:pt x="704" y="229"/>
                    <a:pt x="704" y="229"/>
                  </a:cubicBezTo>
                  <a:cubicBezTo>
                    <a:pt x="701" y="237"/>
                    <a:pt x="701" y="237"/>
                    <a:pt x="701" y="237"/>
                  </a:cubicBezTo>
                  <a:cubicBezTo>
                    <a:pt x="719" y="249"/>
                    <a:pt x="719" y="249"/>
                    <a:pt x="719" y="249"/>
                  </a:cubicBezTo>
                  <a:cubicBezTo>
                    <a:pt x="727" y="250"/>
                    <a:pt x="727" y="250"/>
                    <a:pt x="727" y="250"/>
                  </a:cubicBezTo>
                  <a:cubicBezTo>
                    <a:pt x="731" y="255"/>
                    <a:pt x="731" y="255"/>
                    <a:pt x="731" y="255"/>
                  </a:cubicBezTo>
                  <a:cubicBezTo>
                    <a:pt x="720" y="253"/>
                    <a:pt x="720" y="253"/>
                    <a:pt x="720" y="253"/>
                  </a:cubicBezTo>
                  <a:cubicBezTo>
                    <a:pt x="708" y="257"/>
                    <a:pt x="708" y="257"/>
                    <a:pt x="708" y="257"/>
                  </a:cubicBezTo>
                  <a:cubicBezTo>
                    <a:pt x="716" y="268"/>
                    <a:pt x="716" y="268"/>
                    <a:pt x="716" y="268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1" y="246"/>
                    <a:pt x="701" y="246"/>
                    <a:pt x="701" y="246"/>
                  </a:cubicBezTo>
                  <a:cubicBezTo>
                    <a:pt x="696" y="243"/>
                    <a:pt x="696" y="243"/>
                    <a:pt x="696" y="243"/>
                  </a:cubicBezTo>
                  <a:cubicBezTo>
                    <a:pt x="694" y="233"/>
                    <a:pt x="694" y="233"/>
                    <a:pt x="694" y="233"/>
                  </a:cubicBezTo>
                  <a:cubicBezTo>
                    <a:pt x="686" y="239"/>
                    <a:pt x="686" y="239"/>
                    <a:pt x="686" y="239"/>
                  </a:cubicBezTo>
                  <a:cubicBezTo>
                    <a:pt x="683" y="254"/>
                    <a:pt x="683" y="254"/>
                    <a:pt x="683" y="254"/>
                  </a:cubicBezTo>
                  <a:cubicBezTo>
                    <a:pt x="689" y="261"/>
                    <a:pt x="689" y="261"/>
                    <a:pt x="689" y="261"/>
                  </a:cubicBezTo>
                  <a:cubicBezTo>
                    <a:pt x="687" y="275"/>
                    <a:pt x="687" y="275"/>
                    <a:pt x="687" y="275"/>
                  </a:cubicBezTo>
                  <a:cubicBezTo>
                    <a:pt x="676" y="270"/>
                    <a:pt x="676" y="270"/>
                    <a:pt x="676" y="270"/>
                  </a:cubicBezTo>
                  <a:cubicBezTo>
                    <a:pt x="666" y="272"/>
                    <a:pt x="666" y="272"/>
                    <a:pt x="666" y="272"/>
                  </a:cubicBezTo>
                  <a:cubicBezTo>
                    <a:pt x="654" y="286"/>
                    <a:pt x="654" y="286"/>
                    <a:pt x="654" y="286"/>
                  </a:cubicBezTo>
                  <a:cubicBezTo>
                    <a:pt x="657" y="288"/>
                    <a:pt x="657" y="288"/>
                    <a:pt x="657" y="288"/>
                  </a:cubicBezTo>
                  <a:cubicBezTo>
                    <a:pt x="665" y="287"/>
                    <a:pt x="665" y="287"/>
                    <a:pt x="665" y="287"/>
                  </a:cubicBezTo>
                  <a:cubicBezTo>
                    <a:pt x="674" y="296"/>
                    <a:pt x="674" y="296"/>
                    <a:pt x="674" y="296"/>
                  </a:cubicBezTo>
                  <a:cubicBezTo>
                    <a:pt x="663" y="297"/>
                    <a:pt x="663" y="297"/>
                    <a:pt x="663" y="297"/>
                  </a:cubicBezTo>
                  <a:cubicBezTo>
                    <a:pt x="655" y="302"/>
                    <a:pt x="655" y="302"/>
                    <a:pt x="655" y="302"/>
                  </a:cubicBezTo>
                  <a:cubicBezTo>
                    <a:pt x="662" y="307"/>
                    <a:pt x="662" y="307"/>
                    <a:pt x="662" y="307"/>
                  </a:cubicBezTo>
                  <a:cubicBezTo>
                    <a:pt x="657" y="312"/>
                    <a:pt x="657" y="312"/>
                    <a:pt x="657" y="312"/>
                  </a:cubicBezTo>
                  <a:cubicBezTo>
                    <a:pt x="648" y="313"/>
                    <a:pt x="648" y="313"/>
                    <a:pt x="648" y="313"/>
                  </a:cubicBezTo>
                  <a:cubicBezTo>
                    <a:pt x="647" y="319"/>
                    <a:pt x="647" y="319"/>
                    <a:pt x="647" y="319"/>
                  </a:cubicBezTo>
                  <a:cubicBezTo>
                    <a:pt x="651" y="322"/>
                    <a:pt x="651" y="322"/>
                    <a:pt x="651" y="322"/>
                  </a:cubicBezTo>
                  <a:cubicBezTo>
                    <a:pt x="643" y="323"/>
                    <a:pt x="643" y="323"/>
                    <a:pt x="643" y="323"/>
                  </a:cubicBezTo>
                  <a:cubicBezTo>
                    <a:pt x="637" y="317"/>
                    <a:pt x="637" y="317"/>
                    <a:pt x="637" y="317"/>
                  </a:cubicBezTo>
                  <a:cubicBezTo>
                    <a:pt x="628" y="319"/>
                    <a:pt x="628" y="319"/>
                    <a:pt x="628" y="319"/>
                  </a:cubicBezTo>
                  <a:cubicBezTo>
                    <a:pt x="619" y="330"/>
                    <a:pt x="619" y="330"/>
                    <a:pt x="619" y="330"/>
                  </a:cubicBezTo>
                  <a:cubicBezTo>
                    <a:pt x="622" y="335"/>
                    <a:pt x="622" y="335"/>
                    <a:pt x="622" y="335"/>
                  </a:cubicBezTo>
                  <a:cubicBezTo>
                    <a:pt x="618" y="339"/>
                    <a:pt x="618" y="339"/>
                    <a:pt x="618" y="339"/>
                  </a:cubicBezTo>
                  <a:cubicBezTo>
                    <a:pt x="605" y="340"/>
                    <a:pt x="605" y="340"/>
                    <a:pt x="605" y="340"/>
                  </a:cubicBezTo>
                  <a:cubicBezTo>
                    <a:pt x="598" y="352"/>
                    <a:pt x="598" y="352"/>
                    <a:pt x="598" y="352"/>
                  </a:cubicBezTo>
                  <a:cubicBezTo>
                    <a:pt x="609" y="355"/>
                    <a:pt x="609" y="355"/>
                    <a:pt x="609" y="355"/>
                  </a:cubicBezTo>
                  <a:cubicBezTo>
                    <a:pt x="639" y="347"/>
                    <a:pt x="639" y="347"/>
                    <a:pt x="639" y="347"/>
                  </a:cubicBezTo>
                  <a:cubicBezTo>
                    <a:pt x="646" y="351"/>
                    <a:pt x="646" y="351"/>
                    <a:pt x="646" y="351"/>
                  </a:cubicBezTo>
                  <a:cubicBezTo>
                    <a:pt x="658" y="346"/>
                    <a:pt x="658" y="346"/>
                    <a:pt x="658" y="346"/>
                  </a:cubicBezTo>
                  <a:cubicBezTo>
                    <a:pt x="665" y="345"/>
                    <a:pt x="665" y="345"/>
                    <a:pt x="665" y="345"/>
                  </a:cubicBezTo>
                  <a:cubicBezTo>
                    <a:pt x="666" y="353"/>
                    <a:pt x="666" y="353"/>
                    <a:pt x="666" y="353"/>
                  </a:cubicBezTo>
                  <a:cubicBezTo>
                    <a:pt x="657" y="362"/>
                    <a:pt x="657" y="362"/>
                    <a:pt x="657" y="362"/>
                  </a:cubicBezTo>
                  <a:cubicBezTo>
                    <a:pt x="655" y="379"/>
                    <a:pt x="655" y="379"/>
                    <a:pt x="655" y="379"/>
                  </a:cubicBezTo>
                  <a:cubicBezTo>
                    <a:pt x="652" y="382"/>
                    <a:pt x="652" y="382"/>
                    <a:pt x="652" y="382"/>
                  </a:cubicBezTo>
                  <a:cubicBezTo>
                    <a:pt x="646" y="376"/>
                    <a:pt x="646" y="376"/>
                    <a:pt x="646" y="376"/>
                  </a:cubicBezTo>
                  <a:cubicBezTo>
                    <a:pt x="645" y="368"/>
                    <a:pt x="645" y="368"/>
                    <a:pt x="645" y="368"/>
                  </a:cubicBezTo>
                  <a:cubicBezTo>
                    <a:pt x="634" y="371"/>
                    <a:pt x="634" y="371"/>
                    <a:pt x="634" y="371"/>
                  </a:cubicBezTo>
                  <a:cubicBezTo>
                    <a:pt x="629" y="365"/>
                    <a:pt x="629" y="365"/>
                    <a:pt x="629" y="365"/>
                  </a:cubicBezTo>
                  <a:cubicBezTo>
                    <a:pt x="615" y="365"/>
                    <a:pt x="615" y="365"/>
                    <a:pt x="615" y="365"/>
                  </a:cubicBezTo>
                  <a:cubicBezTo>
                    <a:pt x="620" y="369"/>
                    <a:pt x="620" y="369"/>
                    <a:pt x="620" y="369"/>
                  </a:cubicBezTo>
                  <a:cubicBezTo>
                    <a:pt x="616" y="376"/>
                    <a:pt x="616" y="376"/>
                    <a:pt x="616" y="376"/>
                  </a:cubicBezTo>
                  <a:cubicBezTo>
                    <a:pt x="606" y="371"/>
                    <a:pt x="606" y="371"/>
                    <a:pt x="606" y="371"/>
                  </a:cubicBezTo>
                  <a:cubicBezTo>
                    <a:pt x="598" y="372"/>
                    <a:pt x="598" y="372"/>
                    <a:pt x="598" y="372"/>
                  </a:cubicBezTo>
                  <a:cubicBezTo>
                    <a:pt x="608" y="379"/>
                    <a:pt x="608" y="379"/>
                    <a:pt x="608" y="379"/>
                  </a:cubicBezTo>
                  <a:cubicBezTo>
                    <a:pt x="612" y="388"/>
                    <a:pt x="612" y="388"/>
                    <a:pt x="612" y="388"/>
                  </a:cubicBezTo>
                  <a:cubicBezTo>
                    <a:pt x="606" y="388"/>
                    <a:pt x="606" y="388"/>
                    <a:pt x="606" y="388"/>
                  </a:cubicBezTo>
                  <a:cubicBezTo>
                    <a:pt x="602" y="395"/>
                    <a:pt x="602" y="395"/>
                    <a:pt x="602" y="395"/>
                  </a:cubicBezTo>
                  <a:cubicBezTo>
                    <a:pt x="604" y="404"/>
                    <a:pt x="604" y="404"/>
                    <a:pt x="604" y="404"/>
                  </a:cubicBezTo>
                  <a:cubicBezTo>
                    <a:pt x="601" y="411"/>
                    <a:pt x="601" y="411"/>
                    <a:pt x="601" y="411"/>
                  </a:cubicBezTo>
                  <a:cubicBezTo>
                    <a:pt x="596" y="402"/>
                    <a:pt x="596" y="402"/>
                    <a:pt x="596" y="402"/>
                  </a:cubicBezTo>
                  <a:cubicBezTo>
                    <a:pt x="596" y="391"/>
                    <a:pt x="596" y="391"/>
                    <a:pt x="596" y="391"/>
                  </a:cubicBezTo>
                  <a:cubicBezTo>
                    <a:pt x="587" y="380"/>
                    <a:pt x="587" y="380"/>
                    <a:pt x="587" y="380"/>
                  </a:cubicBezTo>
                  <a:cubicBezTo>
                    <a:pt x="578" y="389"/>
                    <a:pt x="578" y="389"/>
                    <a:pt x="578" y="389"/>
                  </a:cubicBezTo>
                  <a:cubicBezTo>
                    <a:pt x="568" y="391"/>
                    <a:pt x="568" y="391"/>
                    <a:pt x="568" y="391"/>
                  </a:cubicBezTo>
                  <a:cubicBezTo>
                    <a:pt x="563" y="384"/>
                    <a:pt x="563" y="384"/>
                    <a:pt x="563" y="384"/>
                  </a:cubicBezTo>
                  <a:cubicBezTo>
                    <a:pt x="567" y="379"/>
                    <a:pt x="567" y="379"/>
                    <a:pt x="567" y="379"/>
                  </a:cubicBezTo>
                  <a:cubicBezTo>
                    <a:pt x="559" y="378"/>
                    <a:pt x="559" y="378"/>
                    <a:pt x="559" y="378"/>
                  </a:cubicBezTo>
                  <a:cubicBezTo>
                    <a:pt x="549" y="389"/>
                    <a:pt x="549" y="389"/>
                    <a:pt x="549" y="389"/>
                  </a:cubicBezTo>
                  <a:cubicBezTo>
                    <a:pt x="558" y="398"/>
                    <a:pt x="558" y="398"/>
                    <a:pt x="558" y="398"/>
                  </a:cubicBezTo>
                  <a:cubicBezTo>
                    <a:pt x="572" y="397"/>
                    <a:pt x="572" y="397"/>
                    <a:pt x="572" y="397"/>
                  </a:cubicBezTo>
                  <a:cubicBezTo>
                    <a:pt x="584" y="404"/>
                    <a:pt x="584" y="404"/>
                    <a:pt x="584" y="404"/>
                  </a:cubicBezTo>
                  <a:cubicBezTo>
                    <a:pt x="577" y="413"/>
                    <a:pt x="577" y="413"/>
                    <a:pt x="577" y="413"/>
                  </a:cubicBezTo>
                  <a:cubicBezTo>
                    <a:pt x="553" y="416"/>
                    <a:pt x="553" y="416"/>
                    <a:pt x="553" y="416"/>
                  </a:cubicBezTo>
                  <a:cubicBezTo>
                    <a:pt x="548" y="412"/>
                    <a:pt x="548" y="412"/>
                    <a:pt x="548" y="412"/>
                  </a:cubicBezTo>
                  <a:cubicBezTo>
                    <a:pt x="538" y="413"/>
                    <a:pt x="538" y="413"/>
                    <a:pt x="538" y="413"/>
                  </a:cubicBezTo>
                  <a:cubicBezTo>
                    <a:pt x="533" y="424"/>
                    <a:pt x="533" y="424"/>
                    <a:pt x="533" y="424"/>
                  </a:cubicBezTo>
                  <a:cubicBezTo>
                    <a:pt x="541" y="431"/>
                    <a:pt x="541" y="431"/>
                    <a:pt x="541" y="431"/>
                  </a:cubicBezTo>
                  <a:cubicBezTo>
                    <a:pt x="533" y="441"/>
                    <a:pt x="533" y="441"/>
                    <a:pt x="533" y="441"/>
                  </a:cubicBezTo>
                  <a:cubicBezTo>
                    <a:pt x="542" y="439"/>
                    <a:pt x="542" y="439"/>
                    <a:pt x="542" y="439"/>
                  </a:cubicBezTo>
                  <a:cubicBezTo>
                    <a:pt x="555" y="426"/>
                    <a:pt x="555" y="426"/>
                    <a:pt x="555" y="426"/>
                  </a:cubicBezTo>
                  <a:cubicBezTo>
                    <a:pt x="566" y="427"/>
                    <a:pt x="566" y="427"/>
                    <a:pt x="566" y="427"/>
                  </a:cubicBezTo>
                  <a:cubicBezTo>
                    <a:pt x="572" y="435"/>
                    <a:pt x="572" y="435"/>
                    <a:pt x="572" y="435"/>
                  </a:cubicBezTo>
                  <a:cubicBezTo>
                    <a:pt x="554" y="437"/>
                    <a:pt x="554" y="437"/>
                    <a:pt x="554" y="437"/>
                  </a:cubicBezTo>
                  <a:cubicBezTo>
                    <a:pt x="551" y="449"/>
                    <a:pt x="551" y="449"/>
                    <a:pt x="551" y="449"/>
                  </a:cubicBezTo>
                  <a:cubicBezTo>
                    <a:pt x="558" y="458"/>
                    <a:pt x="558" y="458"/>
                    <a:pt x="558" y="458"/>
                  </a:cubicBezTo>
                  <a:cubicBezTo>
                    <a:pt x="572" y="466"/>
                    <a:pt x="572" y="466"/>
                    <a:pt x="572" y="466"/>
                  </a:cubicBezTo>
                  <a:cubicBezTo>
                    <a:pt x="572" y="475"/>
                    <a:pt x="572" y="475"/>
                    <a:pt x="572" y="475"/>
                  </a:cubicBezTo>
                  <a:cubicBezTo>
                    <a:pt x="562" y="468"/>
                    <a:pt x="562" y="468"/>
                    <a:pt x="562" y="468"/>
                  </a:cubicBezTo>
                  <a:cubicBezTo>
                    <a:pt x="554" y="469"/>
                    <a:pt x="554" y="469"/>
                    <a:pt x="554" y="469"/>
                  </a:cubicBezTo>
                  <a:cubicBezTo>
                    <a:pt x="543" y="457"/>
                    <a:pt x="543" y="457"/>
                    <a:pt x="543" y="457"/>
                  </a:cubicBezTo>
                  <a:cubicBezTo>
                    <a:pt x="537" y="458"/>
                    <a:pt x="537" y="458"/>
                    <a:pt x="537" y="458"/>
                  </a:cubicBezTo>
                  <a:cubicBezTo>
                    <a:pt x="529" y="466"/>
                    <a:pt x="529" y="466"/>
                    <a:pt x="529" y="466"/>
                  </a:cubicBezTo>
                  <a:cubicBezTo>
                    <a:pt x="538" y="472"/>
                    <a:pt x="538" y="472"/>
                    <a:pt x="538" y="472"/>
                  </a:cubicBezTo>
                  <a:cubicBezTo>
                    <a:pt x="526" y="473"/>
                    <a:pt x="526" y="473"/>
                    <a:pt x="526" y="473"/>
                  </a:cubicBezTo>
                  <a:cubicBezTo>
                    <a:pt x="514" y="481"/>
                    <a:pt x="514" y="481"/>
                    <a:pt x="514" y="481"/>
                  </a:cubicBezTo>
                  <a:cubicBezTo>
                    <a:pt x="514" y="488"/>
                    <a:pt x="514" y="488"/>
                    <a:pt x="514" y="488"/>
                  </a:cubicBezTo>
                  <a:cubicBezTo>
                    <a:pt x="527" y="494"/>
                    <a:pt x="527" y="494"/>
                    <a:pt x="527" y="494"/>
                  </a:cubicBezTo>
                  <a:cubicBezTo>
                    <a:pt x="538" y="487"/>
                    <a:pt x="538" y="487"/>
                    <a:pt x="538" y="487"/>
                  </a:cubicBezTo>
                  <a:cubicBezTo>
                    <a:pt x="545" y="494"/>
                    <a:pt x="545" y="494"/>
                    <a:pt x="545" y="494"/>
                  </a:cubicBezTo>
                  <a:cubicBezTo>
                    <a:pt x="556" y="490"/>
                    <a:pt x="556" y="490"/>
                    <a:pt x="556" y="490"/>
                  </a:cubicBezTo>
                  <a:cubicBezTo>
                    <a:pt x="560" y="500"/>
                    <a:pt x="560" y="500"/>
                    <a:pt x="560" y="500"/>
                  </a:cubicBezTo>
                  <a:cubicBezTo>
                    <a:pt x="568" y="504"/>
                    <a:pt x="568" y="504"/>
                    <a:pt x="568" y="504"/>
                  </a:cubicBezTo>
                  <a:cubicBezTo>
                    <a:pt x="568" y="511"/>
                    <a:pt x="568" y="511"/>
                    <a:pt x="568" y="511"/>
                  </a:cubicBezTo>
                  <a:cubicBezTo>
                    <a:pt x="551" y="501"/>
                    <a:pt x="551" y="501"/>
                    <a:pt x="551" y="501"/>
                  </a:cubicBezTo>
                  <a:cubicBezTo>
                    <a:pt x="537" y="501"/>
                    <a:pt x="537" y="501"/>
                    <a:pt x="537" y="501"/>
                  </a:cubicBezTo>
                  <a:cubicBezTo>
                    <a:pt x="530" y="505"/>
                    <a:pt x="530" y="505"/>
                    <a:pt x="530" y="505"/>
                  </a:cubicBezTo>
                  <a:cubicBezTo>
                    <a:pt x="511" y="508"/>
                    <a:pt x="511" y="508"/>
                    <a:pt x="511" y="508"/>
                  </a:cubicBezTo>
                  <a:cubicBezTo>
                    <a:pt x="511" y="517"/>
                    <a:pt x="511" y="517"/>
                    <a:pt x="511" y="517"/>
                  </a:cubicBezTo>
                  <a:cubicBezTo>
                    <a:pt x="500" y="522"/>
                    <a:pt x="500" y="522"/>
                    <a:pt x="500" y="522"/>
                  </a:cubicBezTo>
                  <a:cubicBezTo>
                    <a:pt x="496" y="518"/>
                    <a:pt x="496" y="518"/>
                    <a:pt x="496" y="518"/>
                  </a:cubicBezTo>
                  <a:cubicBezTo>
                    <a:pt x="479" y="526"/>
                    <a:pt x="479" y="526"/>
                    <a:pt x="479" y="526"/>
                  </a:cubicBezTo>
                  <a:cubicBezTo>
                    <a:pt x="470" y="527"/>
                    <a:pt x="470" y="527"/>
                    <a:pt x="470" y="527"/>
                  </a:cubicBezTo>
                  <a:cubicBezTo>
                    <a:pt x="468" y="533"/>
                    <a:pt x="468" y="533"/>
                    <a:pt x="468" y="533"/>
                  </a:cubicBezTo>
                  <a:cubicBezTo>
                    <a:pt x="479" y="537"/>
                    <a:pt x="479" y="537"/>
                    <a:pt x="479" y="537"/>
                  </a:cubicBezTo>
                  <a:cubicBezTo>
                    <a:pt x="486" y="545"/>
                    <a:pt x="486" y="545"/>
                    <a:pt x="486" y="545"/>
                  </a:cubicBezTo>
                  <a:cubicBezTo>
                    <a:pt x="477" y="548"/>
                    <a:pt x="477" y="548"/>
                    <a:pt x="477" y="548"/>
                  </a:cubicBezTo>
                  <a:cubicBezTo>
                    <a:pt x="472" y="546"/>
                    <a:pt x="472" y="546"/>
                    <a:pt x="472" y="546"/>
                  </a:cubicBezTo>
                  <a:cubicBezTo>
                    <a:pt x="469" y="549"/>
                    <a:pt x="469" y="549"/>
                    <a:pt x="469" y="549"/>
                  </a:cubicBezTo>
                  <a:cubicBezTo>
                    <a:pt x="477" y="556"/>
                    <a:pt x="477" y="556"/>
                    <a:pt x="477" y="556"/>
                  </a:cubicBezTo>
                  <a:cubicBezTo>
                    <a:pt x="474" y="560"/>
                    <a:pt x="474" y="560"/>
                    <a:pt x="474" y="560"/>
                  </a:cubicBezTo>
                  <a:cubicBezTo>
                    <a:pt x="461" y="559"/>
                    <a:pt x="461" y="559"/>
                    <a:pt x="461" y="559"/>
                  </a:cubicBezTo>
                  <a:cubicBezTo>
                    <a:pt x="460" y="555"/>
                    <a:pt x="460" y="555"/>
                    <a:pt x="460" y="555"/>
                  </a:cubicBezTo>
                  <a:cubicBezTo>
                    <a:pt x="456" y="559"/>
                    <a:pt x="456" y="559"/>
                    <a:pt x="456" y="559"/>
                  </a:cubicBezTo>
                  <a:cubicBezTo>
                    <a:pt x="464" y="566"/>
                    <a:pt x="464" y="566"/>
                    <a:pt x="464" y="566"/>
                  </a:cubicBezTo>
                  <a:cubicBezTo>
                    <a:pt x="459" y="570"/>
                    <a:pt x="459" y="570"/>
                    <a:pt x="459" y="570"/>
                  </a:cubicBezTo>
                  <a:cubicBezTo>
                    <a:pt x="460" y="577"/>
                    <a:pt x="460" y="577"/>
                    <a:pt x="460" y="577"/>
                  </a:cubicBezTo>
                  <a:cubicBezTo>
                    <a:pt x="468" y="577"/>
                    <a:pt x="468" y="577"/>
                    <a:pt x="468" y="577"/>
                  </a:cubicBezTo>
                  <a:cubicBezTo>
                    <a:pt x="460" y="581"/>
                    <a:pt x="460" y="581"/>
                    <a:pt x="460" y="581"/>
                  </a:cubicBezTo>
                  <a:cubicBezTo>
                    <a:pt x="452" y="582"/>
                    <a:pt x="452" y="582"/>
                    <a:pt x="452" y="582"/>
                  </a:cubicBezTo>
                  <a:cubicBezTo>
                    <a:pt x="448" y="578"/>
                    <a:pt x="448" y="578"/>
                    <a:pt x="448" y="578"/>
                  </a:cubicBezTo>
                  <a:cubicBezTo>
                    <a:pt x="448" y="585"/>
                    <a:pt x="448" y="585"/>
                    <a:pt x="448" y="585"/>
                  </a:cubicBezTo>
                  <a:cubicBezTo>
                    <a:pt x="443" y="592"/>
                    <a:pt x="443" y="592"/>
                    <a:pt x="443" y="592"/>
                  </a:cubicBezTo>
                  <a:cubicBezTo>
                    <a:pt x="451" y="595"/>
                    <a:pt x="451" y="595"/>
                    <a:pt x="451" y="595"/>
                  </a:cubicBezTo>
                  <a:cubicBezTo>
                    <a:pt x="469" y="600"/>
                    <a:pt x="469" y="600"/>
                    <a:pt x="469" y="600"/>
                  </a:cubicBezTo>
                  <a:cubicBezTo>
                    <a:pt x="471" y="608"/>
                    <a:pt x="471" y="608"/>
                    <a:pt x="471" y="608"/>
                  </a:cubicBezTo>
                  <a:cubicBezTo>
                    <a:pt x="478" y="610"/>
                    <a:pt x="478" y="610"/>
                    <a:pt x="478" y="610"/>
                  </a:cubicBezTo>
                  <a:cubicBezTo>
                    <a:pt x="489" y="605"/>
                    <a:pt x="489" y="605"/>
                    <a:pt x="489" y="605"/>
                  </a:cubicBezTo>
                  <a:cubicBezTo>
                    <a:pt x="480" y="612"/>
                    <a:pt x="480" y="612"/>
                    <a:pt x="480" y="612"/>
                  </a:cubicBezTo>
                  <a:cubicBezTo>
                    <a:pt x="480" y="618"/>
                    <a:pt x="480" y="618"/>
                    <a:pt x="480" y="618"/>
                  </a:cubicBezTo>
                  <a:cubicBezTo>
                    <a:pt x="469" y="618"/>
                    <a:pt x="469" y="618"/>
                    <a:pt x="469" y="618"/>
                  </a:cubicBezTo>
                  <a:cubicBezTo>
                    <a:pt x="464" y="613"/>
                    <a:pt x="464" y="613"/>
                    <a:pt x="464" y="613"/>
                  </a:cubicBezTo>
                  <a:cubicBezTo>
                    <a:pt x="446" y="614"/>
                    <a:pt x="446" y="614"/>
                    <a:pt x="446" y="614"/>
                  </a:cubicBezTo>
                  <a:cubicBezTo>
                    <a:pt x="433" y="625"/>
                    <a:pt x="433" y="625"/>
                    <a:pt x="433" y="625"/>
                  </a:cubicBezTo>
                  <a:cubicBezTo>
                    <a:pt x="437" y="628"/>
                    <a:pt x="437" y="628"/>
                    <a:pt x="437" y="628"/>
                  </a:cubicBezTo>
                  <a:cubicBezTo>
                    <a:pt x="450" y="629"/>
                    <a:pt x="450" y="629"/>
                    <a:pt x="450" y="629"/>
                  </a:cubicBezTo>
                  <a:cubicBezTo>
                    <a:pt x="451" y="637"/>
                    <a:pt x="451" y="637"/>
                    <a:pt x="451" y="637"/>
                  </a:cubicBezTo>
                  <a:cubicBezTo>
                    <a:pt x="458" y="642"/>
                    <a:pt x="458" y="642"/>
                    <a:pt x="458" y="642"/>
                  </a:cubicBezTo>
                  <a:cubicBezTo>
                    <a:pt x="457" y="652"/>
                    <a:pt x="457" y="652"/>
                    <a:pt x="457" y="65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43" y="644"/>
                    <a:pt x="443" y="644"/>
                    <a:pt x="443" y="644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9"/>
                    <a:pt x="438" y="659"/>
                    <a:pt x="438" y="659"/>
                  </a:cubicBezTo>
                  <a:cubicBezTo>
                    <a:pt x="434" y="661"/>
                    <a:pt x="434" y="661"/>
                    <a:pt x="434" y="661"/>
                  </a:cubicBezTo>
                  <a:cubicBezTo>
                    <a:pt x="440" y="668"/>
                    <a:pt x="440" y="668"/>
                    <a:pt x="440" y="668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36" y="676"/>
                    <a:pt x="436" y="676"/>
                    <a:pt x="436" y="676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4" y="673"/>
                    <a:pt x="424" y="673"/>
                    <a:pt x="424" y="673"/>
                  </a:cubicBezTo>
                  <a:cubicBezTo>
                    <a:pt x="425" y="683"/>
                    <a:pt x="425" y="683"/>
                    <a:pt x="425" y="683"/>
                  </a:cubicBezTo>
                  <a:cubicBezTo>
                    <a:pt x="436" y="685"/>
                    <a:pt x="436" y="685"/>
                    <a:pt x="436" y="685"/>
                  </a:cubicBezTo>
                  <a:cubicBezTo>
                    <a:pt x="438" y="690"/>
                    <a:pt x="438" y="690"/>
                    <a:pt x="438" y="690"/>
                  </a:cubicBezTo>
                  <a:cubicBezTo>
                    <a:pt x="437" y="697"/>
                    <a:pt x="437" y="697"/>
                    <a:pt x="437" y="697"/>
                  </a:cubicBezTo>
                  <a:cubicBezTo>
                    <a:pt x="422" y="688"/>
                    <a:pt x="422" y="688"/>
                    <a:pt x="422" y="688"/>
                  </a:cubicBezTo>
                  <a:cubicBezTo>
                    <a:pt x="416" y="691"/>
                    <a:pt x="416" y="691"/>
                    <a:pt x="416" y="691"/>
                  </a:cubicBezTo>
                  <a:cubicBezTo>
                    <a:pt x="416" y="701"/>
                    <a:pt x="416" y="701"/>
                    <a:pt x="416" y="701"/>
                  </a:cubicBezTo>
                  <a:cubicBezTo>
                    <a:pt x="420" y="702"/>
                    <a:pt x="420" y="702"/>
                    <a:pt x="420" y="702"/>
                  </a:cubicBezTo>
                  <a:cubicBezTo>
                    <a:pt x="419" y="713"/>
                    <a:pt x="419" y="713"/>
                    <a:pt x="419" y="713"/>
                  </a:cubicBezTo>
                  <a:cubicBezTo>
                    <a:pt x="424" y="723"/>
                    <a:pt x="424" y="723"/>
                    <a:pt x="424" y="723"/>
                  </a:cubicBezTo>
                  <a:cubicBezTo>
                    <a:pt x="432" y="723"/>
                    <a:pt x="432" y="723"/>
                    <a:pt x="432" y="723"/>
                  </a:cubicBezTo>
                  <a:cubicBezTo>
                    <a:pt x="438" y="713"/>
                    <a:pt x="438" y="713"/>
                    <a:pt x="438" y="713"/>
                  </a:cubicBezTo>
                  <a:cubicBezTo>
                    <a:pt x="444" y="713"/>
                    <a:pt x="444" y="713"/>
                    <a:pt x="444" y="713"/>
                  </a:cubicBezTo>
                  <a:cubicBezTo>
                    <a:pt x="438" y="727"/>
                    <a:pt x="438" y="727"/>
                    <a:pt x="438" y="727"/>
                  </a:cubicBezTo>
                  <a:cubicBezTo>
                    <a:pt x="430" y="729"/>
                    <a:pt x="430" y="729"/>
                    <a:pt x="430" y="729"/>
                  </a:cubicBezTo>
                  <a:cubicBezTo>
                    <a:pt x="419" y="740"/>
                    <a:pt x="419" y="740"/>
                    <a:pt x="419" y="740"/>
                  </a:cubicBezTo>
                  <a:cubicBezTo>
                    <a:pt x="409" y="740"/>
                    <a:pt x="409" y="740"/>
                    <a:pt x="409" y="740"/>
                  </a:cubicBezTo>
                  <a:cubicBezTo>
                    <a:pt x="401" y="743"/>
                    <a:pt x="401" y="743"/>
                    <a:pt x="401" y="743"/>
                  </a:cubicBezTo>
                  <a:cubicBezTo>
                    <a:pt x="400" y="749"/>
                    <a:pt x="400" y="749"/>
                    <a:pt x="400" y="749"/>
                  </a:cubicBezTo>
                  <a:cubicBezTo>
                    <a:pt x="390" y="753"/>
                    <a:pt x="390" y="753"/>
                    <a:pt x="390" y="753"/>
                  </a:cubicBezTo>
                  <a:cubicBezTo>
                    <a:pt x="381" y="760"/>
                    <a:pt x="381" y="760"/>
                    <a:pt x="381" y="760"/>
                  </a:cubicBezTo>
                  <a:cubicBezTo>
                    <a:pt x="390" y="764"/>
                    <a:pt x="390" y="764"/>
                    <a:pt x="390" y="764"/>
                  </a:cubicBezTo>
                  <a:cubicBezTo>
                    <a:pt x="387" y="769"/>
                    <a:pt x="387" y="769"/>
                    <a:pt x="387" y="769"/>
                  </a:cubicBezTo>
                  <a:cubicBezTo>
                    <a:pt x="370" y="771"/>
                    <a:pt x="370" y="771"/>
                    <a:pt x="370" y="771"/>
                  </a:cubicBezTo>
                  <a:cubicBezTo>
                    <a:pt x="362" y="781"/>
                    <a:pt x="362" y="781"/>
                    <a:pt x="362" y="781"/>
                  </a:cubicBezTo>
                  <a:cubicBezTo>
                    <a:pt x="363" y="785"/>
                    <a:pt x="363" y="785"/>
                    <a:pt x="363" y="785"/>
                  </a:cubicBezTo>
                  <a:cubicBezTo>
                    <a:pt x="377" y="789"/>
                    <a:pt x="377" y="789"/>
                    <a:pt x="377" y="789"/>
                  </a:cubicBezTo>
                  <a:cubicBezTo>
                    <a:pt x="367" y="794"/>
                    <a:pt x="367" y="794"/>
                    <a:pt x="367" y="794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51" y="805"/>
                    <a:pt x="351" y="805"/>
                    <a:pt x="351" y="805"/>
                  </a:cubicBezTo>
                  <a:cubicBezTo>
                    <a:pt x="349" y="795"/>
                    <a:pt x="349" y="795"/>
                    <a:pt x="349" y="795"/>
                  </a:cubicBezTo>
                  <a:cubicBezTo>
                    <a:pt x="342" y="791"/>
                    <a:pt x="342" y="791"/>
                    <a:pt x="342" y="791"/>
                  </a:cubicBezTo>
                  <a:cubicBezTo>
                    <a:pt x="338" y="797"/>
                    <a:pt x="338" y="797"/>
                    <a:pt x="338" y="797"/>
                  </a:cubicBezTo>
                  <a:cubicBezTo>
                    <a:pt x="330" y="797"/>
                    <a:pt x="330" y="797"/>
                    <a:pt x="330" y="797"/>
                  </a:cubicBezTo>
                  <a:cubicBezTo>
                    <a:pt x="333" y="804"/>
                    <a:pt x="333" y="804"/>
                    <a:pt x="333" y="804"/>
                  </a:cubicBezTo>
                  <a:cubicBezTo>
                    <a:pt x="326" y="809"/>
                    <a:pt x="326" y="809"/>
                    <a:pt x="326" y="809"/>
                  </a:cubicBezTo>
                  <a:cubicBezTo>
                    <a:pt x="325" y="816"/>
                    <a:pt x="325" y="816"/>
                    <a:pt x="325" y="816"/>
                  </a:cubicBezTo>
                  <a:cubicBezTo>
                    <a:pt x="329" y="822"/>
                    <a:pt x="329" y="822"/>
                    <a:pt x="329" y="822"/>
                  </a:cubicBezTo>
                  <a:cubicBezTo>
                    <a:pt x="313" y="822"/>
                    <a:pt x="313" y="822"/>
                    <a:pt x="313" y="822"/>
                  </a:cubicBezTo>
                  <a:cubicBezTo>
                    <a:pt x="306" y="826"/>
                    <a:pt x="306" y="826"/>
                    <a:pt x="306" y="826"/>
                  </a:cubicBezTo>
                  <a:cubicBezTo>
                    <a:pt x="308" y="838"/>
                    <a:pt x="308" y="838"/>
                    <a:pt x="308" y="838"/>
                  </a:cubicBezTo>
                  <a:cubicBezTo>
                    <a:pt x="296" y="845"/>
                    <a:pt x="296" y="845"/>
                    <a:pt x="296" y="845"/>
                  </a:cubicBezTo>
                  <a:cubicBezTo>
                    <a:pt x="297" y="849"/>
                    <a:pt x="297" y="849"/>
                    <a:pt x="297" y="849"/>
                  </a:cubicBezTo>
                  <a:cubicBezTo>
                    <a:pt x="295" y="862"/>
                    <a:pt x="295" y="862"/>
                    <a:pt x="295" y="862"/>
                  </a:cubicBezTo>
                  <a:cubicBezTo>
                    <a:pt x="286" y="869"/>
                    <a:pt x="286" y="869"/>
                    <a:pt x="286" y="869"/>
                  </a:cubicBezTo>
                  <a:cubicBezTo>
                    <a:pt x="275" y="879"/>
                    <a:pt x="275" y="879"/>
                    <a:pt x="275" y="879"/>
                  </a:cubicBezTo>
                  <a:cubicBezTo>
                    <a:pt x="278" y="884"/>
                    <a:pt x="278" y="884"/>
                    <a:pt x="278" y="884"/>
                  </a:cubicBezTo>
                  <a:cubicBezTo>
                    <a:pt x="292" y="876"/>
                    <a:pt x="292" y="876"/>
                    <a:pt x="292" y="876"/>
                  </a:cubicBezTo>
                  <a:cubicBezTo>
                    <a:pt x="299" y="876"/>
                    <a:pt x="299" y="876"/>
                    <a:pt x="299" y="876"/>
                  </a:cubicBezTo>
                  <a:cubicBezTo>
                    <a:pt x="298" y="883"/>
                    <a:pt x="298" y="883"/>
                    <a:pt x="298" y="883"/>
                  </a:cubicBezTo>
                  <a:cubicBezTo>
                    <a:pt x="289" y="886"/>
                    <a:pt x="289" y="886"/>
                    <a:pt x="289" y="886"/>
                  </a:cubicBezTo>
                  <a:cubicBezTo>
                    <a:pt x="288" y="899"/>
                    <a:pt x="288" y="899"/>
                    <a:pt x="288" y="899"/>
                  </a:cubicBezTo>
                  <a:cubicBezTo>
                    <a:pt x="296" y="908"/>
                    <a:pt x="296" y="908"/>
                    <a:pt x="296" y="908"/>
                  </a:cubicBezTo>
                  <a:cubicBezTo>
                    <a:pt x="310" y="900"/>
                    <a:pt x="310" y="900"/>
                    <a:pt x="310" y="900"/>
                  </a:cubicBezTo>
                  <a:cubicBezTo>
                    <a:pt x="325" y="899"/>
                    <a:pt x="325" y="899"/>
                    <a:pt x="325" y="899"/>
                  </a:cubicBezTo>
                  <a:cubicBezTo>
                    <a:pt x="346" y="880"/>
                    <a:pt x="346" y="880"/>
                    <a:pt x="346" y="880"/>
                  </a:cubicBezTo>
                  <a:cubicBezTo>
                    <a:pt x="346" y="872"/>
                    <a:pt x="346" y="872"/>
                    <a:pt x="346" y="872"/>
                  </a:cubicBezTo>
                  <a:cubicBezTo>
                    <a:pt x="335" y="875"/>
                    <a:pt x="335" y="875"/>
                    <a:pt x="335" y="875"/>
                  </a:cubicBezTo>
                  <a:cubicBezTo>
                    <a:pt x="344" y="863"/>
                    <a:pt x="344" y="863"/>
                    <a:pt x="344" y="863"/>
                  </a:cubicBezTo>
                  <a:cubicBezTo>
                    <a:pt x="347" y="850"/>
                    <a:pt x="347" y="850"/>
                    <a:pt x="347" y="850"/>
                  </a:cubicBezTo>
                  <a:cubicBezTo>
                    <a:pt x="352" y="849"/>
                    <a:pt x="352" y="849"/>
                    <a:pt x="352" y="849"/>
                  </a:cubicBezTo>
                  <a:cubicBezTo>
                    <a:pt x="358" y="844"/>
                    <a:pt x="358" y="844"/>
                    <a:pt x="358" y="844"/>
                  </a:cubicBezTo>
                  <a:cubicBezTo>
                    <a:pt x="370" y="846"/>
                    <a:pt x="370" y="846"/>
                    <a:pt x="370" y="846"/>
                  </a:cubicBezTo>
                  <a:cubicBezTo>
                    <a:pt x="377" y="846"/>
                    <a:pt x="377" y="846"/>
                    <a:pt x="377" y="846"/>
                  </a:cubicBezTo>
                  <a:cubicBezTo>
                    <a:pt x="358" y="857"/>
                    <a:pt x="358" y="857"/>
                    <a:pt x="358" y="857"/>
                  </a:cubicBezTo>
                  <a:cubicBezTo>
                    <a:pt x="357" y="865"/>
                    <a:pt x="357" y="865"/>
                    <a:pt x="357" y="865"/>
                  </a:cubicBezTo>
                  <a:cubicBezTo>
                    <a:pt x="376" y="870"/>
                    <a:pt x="376" y="870"/>
                    <a:pt x="376" y="870"/>
                  </a:cubicBezTo>
                  <a:cubicBezTo>
                    <a:pt x="370" y="877"/>
                    <a:pt x="370" y="877"/>
                    <a:pt x="370" y="877"/>
                  </a:cubicBezTo>
                  <a:cubicBezTo>
                    <a:pt x="360" y="878"/>
                    <a:pt x="360" y="878"/>
                    <a:pt x="360" y="878"/>
                  </a:cubicBezTo>
                  <a:cubicBezTo>
                    <a:pt x="341" y="897"/>
                    <a:pt x="341" y="897"/>
                    <a:pt x="341" y="897"/>
                  </a:cubicBezTo>
                  <a:cubicBezTo>
                    <a:pt x="353" y="902"/>
                    <a:pt x="353" y="902"/>
                    <a:pt x="353" y="902"/>
                  </a:cubicBezTo>
                  <a:cubicBezTo>
                    <a:pt x="346" y="910"/>
                    <a:pt x="346" y="910"/>
                    <a:pt x="346" y="910"/>
                  </a:cubicBezTo>
                  <a:cubicBezTo>
                    <a:pt x="347" y="921"/>
                    <a:pt x="347" y="921"/>
                    <a:pt x="347" y="921"/>
                  </a:cubicBezTo>
                  <a:cubicBezTo>
                    <a:pt x="335" y="921"/>
                    <a:pt x="335" y="921"/>
                    <a:pt x="335" y="921"/>
                  </a:cubicBezTo>
                  <a:cubicBezTo>
                    <a:pt x="325" y="912"/>
                    <a:pt x="325" y="912"/>
                    <a:pt x="325" y="912"/>
                  </a:cubicBezTo>
                  <a:cubicBezTo>
                    <a:pt x="311" y="912"/>
                    <a:pt x="311" y="912"/>
                    <a:pt x="311" y="912"/>
                  </a:cubicBezTo>
                  <a:cubicBezTo>
                    <a:pt x="303" y="918"/>
                    <a:pt x="303" y="918"/>
                    <a:pt x="303" y="918"/>
                  </a:cubicBezTo>
                  <a:cubicBezTo>
                    <a:pt x="302" y="928"/>
                    <a:pt x="302" y="928"/>
                    <a:pt x="302" y="928"/>
                  </a:cubicBezTo>
                  <a:cubicBezTo>
                    <a:pt x="292" y="934"/>
                    <a:pt x="292" y="934"/>
                    <a:pt x="292" y="934"/>
                  </a:cubicBezTo>
                  <a:cubicBezTo>
                    <a:pt x="281" y="939"/>
                    <a:pt x="281" y="939"/>
                    <a:pt x="281" y="939"/>
                  </a:cubicBezTo>
                  <a:cubicBezTo>
                    <a:pt x="289" y="931"/>
                    <a:pt x="289" y="931"/>
                    <a:pt x="289" y="931"/>
                  </a:cubicBezTo>
                  <a:cubicBezTo>
                    <a:pt x="295" y="928"/>
                    <a:pt x="295" y="928"/>
                    <a:pt x="295" y="928"/>
                  </a:cubicBezTo>
                  <a:cubicBezTo>
                    <a:pt x="286" y="918"/>
                    <a:pt x="286" y="918"/>
                    <a:pt x="286" y="918"/>
                  </a:cubicBezTo>
                  <a:cubicBezTo>
                    <a:pt x="286" y="906"/>
                    <a:pt x="286" y="906"/>
                    <a:pt x="286" y="906"/>
                  </a:cubicBezTo>
                  <a:cubicBezTo>
                    <a:pt x="277" y="894"/>
                    <a:pt x="277" y="894"/>
                    <a:pt x="277" y="894"/>
                  </a:cubicBezTo>
                  <a:cubicBezTo>
                    <a:pt x="268" y="894"/>
                    <a:pt x="268" y="894"/>
                    <a:pt x="268" y="894"/>
                  </a:cubicBezTo>
                  <a:cubicBezTo>
                    <a:pt x="263" y="903"/>
                    <a:pt x="263" y="903"/>
                    <a:pt x="263" y="903"/>
                  </a:cubicBezTo>
                  <a:cubicBezTo>
                    <a:pt x="250" y="904"/>
                    <a:pt x="250" y="904"/>
                    <a:pt x="250" y="904"/>
                  </a:cubicBezTo>
                  <a:cubicBezTo>
                    <a:pt x="250" y="910"/>
                    <a:pt x="250" y="910"/>
                    <a:pt x="250" y="910"/>
                  </a:cubicBezTo>
                  <a:cubicBezTo>
                    <a:pt x="266" y="910"/>
                    <a:pt x="266" y="910"/>
                    <a:pt x="266" y="910"/>
                  </a:cubicBezTo>
                  <a:cubicBezTo>
                    <a:pt x="250" y="924"/>
                    <a:pt x="250" y="924"/>
                    <a:pt x="250" y="924"/>
                  </a:cubicBezTo>
                  <a:cubicBezTo>
                    <a:pt x="238" y="919"/>
                    <a:pt x="238" y="919"/>
                    <a:pt x="238" y="919"/>
                  </a:cubicBezTo>
                  <a:cubicBezTo>
                    <a:pt x="229" y="921"/>
                    <a:pt x="229" y="921"/>
                    <a:pt x="229" y="921"/>
                  </a:cubicBezTo>
                  <a:cubicBezTo>
                    <a:pt x="216" y="931"/>
                    <a:pt x="216" y="931"/>
                    <a:pt x="216" y="931"/>
                  </a:cubicBezTo>
                  <a:cubicBezTo>
                    <a:pt x="223" y="933"/>
                    <a:pt x="223" y="933"/>
                    <a:pt x="223" y="933"/>
                  </a:cubicBezTo>
                  <a:cubicBezTo>
                    <a:pt x="230" y="930"/>
                    <a:pt x="230" y="930"/>
                    <a:pt x="230" y="930"/>
                  </a:cubicBezTo>
                  <a:cubicBezTo>
                    <a:pt x="233" y="933"/>
                    <a:pt x="233" y="933"/>
                    <a:pt x="233" y="933"/>
                  </a:cubicBezTo>
                  <a:cubicBezTo>
                    <a:pt x="219" y="941"/>
                    <a:pt x="219" y="941"/>
                    <a:pt x="219" y="941"/>
                  </a:cubicBezTo>
                  <a:cubicBezTo>
                    <a:pt x="213" y="948"/>
                    <a:pt x="213" y="948"/>
                    <a:pt x="213" y="948"/>
                  </a:cubicBezTo>
                  <a:cubicBezTo>
                    <a:pt x="207" y="942"/>
                    <a:pt x="207" y="942"/>
                    <a:pt x="207" y="942"/>
                  </a:cubicBezTo>
                  <a:cubicBezTo>
                    <a:pt x="198" y="942"/>
                    <a:pt x="198" y="942"/>
                    <a:pt x="198" y="942"/>
                  </a:cubicBezTo>
                  <a:cubicBezTo>
                    <a:pt x="196" y="948"/>
                    <a:pt x="196" y="948"/>
                    <a:pt x="196" y="948"/>
                  </a:cubicBezTo>
                  <a:cubicBezTo>
                    <a:pt x="211" y="956"/>
                    <a:pt x="211" y="956"/>
                    <a:pt x="211" y="956"/>
                  </a:cubicBezTo>
                  <a:cubicBezTo>
                    <a:pt x="229" y="956"/>
                    <a:pt x="229" y="956"/>
                    <a:pt x="229" y="956"/>
                  </a:cubicBezTo>
                  <a:cubicBezTo>
                    <a:pt x="225" y="964"/>
                    <a:pt x="225" y="964"/>
                    <a:pt x="225" y="964"/>
                  </a:cubicBezTo>
                  <a:cubicBezTo>
                    <a:pt x="233" y="967"/>
                    <a:pt x="233" y="967"/>
                    <a:pt x="233" y="967"/>
                  </a:cubicBezTo>
                  <a:cubicBezTo>
                    <a:pt x="232" y="975"/>
                    <a:pt x="232" y="975"/>
                    <a:pt x="232" y="975"/>
                  </a:cubicBezTo>
                  <a:cubicBezTo>
                    <a:pt x="217" y="971"/>
                    <a:pt x="217" y="971"/>
                    <a:pt x="217" y="971"/>
                  </a:cubicBezTo>
                  <a:cubicBezTo>
                    <a:pt x="214" y="962"/>
                    <a:pt x="214" y="962"/>
                    <a:pt x="214" y="962"/>
                  </a:cubicBezTo>
                  <a:cubicBezTo>
                    <a:pt x="202" y="962"/>
                    <a:pt x="202" y="962"/>
                    <a:pt x="202" y="962"/>
                  </a:cubicBezTo>
                  <a:cubicBezTo>
                    <a:pt x="191" y="953"/>
                    <a:pt x="191" y="953"/>
                    <a:pt x="191" y="953"/>
                  </a:cubicBezTo>
                  <a:cubicBezTo>
                    <a:pt x="188" y="945"/>
                    <a:pt x="188" y="945"/>
                    <a:pt x="188" y="945"/>
                  </a:cubicBezTo>
                  <a:cubicBezTo>
                    <a:pt x="183" y="946"/>
                    <a:pt x="183" y="946"/>
                    <a:pt x="183" y="946"/>
                  </a:cubicBezTo>
                  <a:cubicBezTo>
                    <a:pt x="181" y="955"/>
                    <a:pt x="181" y="955"/>
                    <a:pt x="181" y="955"/>
                  </a:cubicBezTo>
                  <a:cubicBezTo>
                    <a:pt x="193" y="970"/>
                    <a:pt x="193" y="970"/>
                    <a:pt x="193" y="970"/>
                  </a:cubicBezTo>
                  <a:cubicBezTo>
                    <a:pt x="205" y="978"/>
                    <a:pt x="205" y="978"/>
                    <a:pt x="205" y="978"/>
                  </a:cubicBezTo>
                  <a:cubicBezTo>
                    <a:pt x="216" y="979"/>
                    <a:pt x="216" y="979"/>
                    <a:pt x="216" y="979"/>
                  </a:cubicBezTo>
                  <a:cubicBezTo>
                    <a:pt x="222" y="985"/>
                    <a:pt x="222" y="985"/>
                    <a:pt x="222" y="985"/>
                  </a:cubicBezTo>
                  <a:cubicBezTo>
                    <a:pt x="211" y="986"/>
                    <a:pt x="211" y="986"/>
                    <a:pt x="211" y="986"/>
                  </a:cubicBezTo>
                  <a:cubicBezTo>
                    <a:pt x="192" y="979"/>
                    <a:pt x="192" y="979"/>
                    <a:pt x="192" y="979"/>
                  </a:cubicBezTo>
                  <a:cubicBezTo>
                    <a:pt x="175" y="961"/>
                    <a:pt x="175" y="961"/>
                    <a:pt x="175" y="961"/>
                  </a:cubicBezTo>
                  <a:cubicBezTo>
                    <a:pt x="166" y="966"/>
                    <a:pt x="166" y="966"/>
                    <a:pt x="166" y="966"/>
                  </a:cubicBezTo>
                  <a:cubicBezTo>
                    <a:pt x="156" y="958"/>
                    <a:pt x="156" y="958"/>
                    <a:pt x="156" y="958"/>
                  </a:cubicBezTo>
                  <a:cubicBezTo>
                    <a:pt x="142" y="958"/>
                    <a:pt x="142" y="958"/>
                    <a:pt x="142" y="958"/>
                  </a:cubicBezTo>
                  <a:cubicBezTo>
                    <a:pt x="136" y="953"/>
                    <a:pt x="136" y="953"/>
                    <a:pt x="136" y="953"/>
                  </a:cubicBezTo>
                  <a:cubicBezTo>
                    <a:pt x="131" y="959"/>
                    <a:pt x="131" y="959"/>
                    <a:pt x="131" y="959"/>
                  </a:cubicBezTo>
                  <a:cubicBezTo>
                    <a:pt x="133" y="968"/>
                    <a:pt x="133" y="968"/>
                    <a:pt x="133" y="968"/>
                  </a:cubicBezTo>
                  <a:cubicBezTo>
                    <a:pt x="125" y="974"/>
                    <a:pt x="125" y="974"/>
                    <a:pt x="125" y="974"/>
                  </a:cubicBezTo>
                  <a:cubicBezTo>
                    <a:pt x="136" y="984"/>
                    <a:pt x="136" y="984"/>
                    <a:pt x="136" y="984"/>
                  </a:cubicBezTo>
                  <a:cubicBezTo>
                    <a:pt x="158" y="978"/>
                    <a:pt x="158" y="978"/>
                    <a:pt x="158" y="978"/>
                  </a:cubicBezTo>
                  <a:cubicBezTo>
                    <a:pt x="161" y="982"/>
                    <a:pt x="161" y="982"/>
                    <a:pt x="161" y="982"/>
                  </a:cubicBezTo>
                  <a:cubicBezTo>
                    <a:pt x="152" y="988"/>
                    <a:pt x="152" y="988"/>
                    <a:pt x="152" y="988"/>
                  </a:cubicBezTo>
                  <a:cubicBezTo>
                    <a:pt x="157" y="991"/>
                    <a:pt x="157" y="991"/>
                    <a:pt x="157" y="991"/>
                  </a:cubicBezTo>
                  <a:cubicBezTo>
                    <a:pt x="174" y="984"/>
                    <a:pt x="174" y="984"/>
                    <a:pt x="174" y="984"/>
                  </a:cubicBezTo>
                  <a:cubicBezTo>
                    <a:pt x="181" y="984"/>
                    <a:pt x="181" y="984"/>
                    <a:pt x="181" y="984"/>
                  </a:cubicBezTo>
                  <a:cubicBezTo>
                    <a:pt x="177" y="990"/>
                    <a:pt x="177" y="990"/>
                    <a:pt x="177" y="990"/>
                  </a:cubicBezTo>
                  <a:cubicBezTo>
                    <a:pt x="158" y="998"/>
                    <a:pt x="158" y="998"/>
                    <a:pt x="158" y="998"/>
                  </a:cubicBezTo>
                  <a:cubicBezTo>
                    <a:pt x="150" y="1008"/>
                    <a:pt x="150" y="1008"/>
                    <a:pt x="150" y="1008"/>
                  </a:cubicBezTo>
                  <a:cubicBezTo>
                    <a:pt x="137" y="1005"/>
                    <a:pt x="137" y="1005"/>
                    <a:pt x="137" y="1005"/>
                  </a:cubicBezTo>
                  <a:cubicBezTo>
                    <a:pt x="125" y="991"/>
                    <a:pt x="125" y="991"/>
                    <a:pt x="125" y="991"/>
                  </a:cubicBezTo>
                  <a:cubicBezTo>
                    <a:pt x="120" y="991"/>
                    <a:pt x="120" y="991"/>
                    <a:pt x="120" y="991"/>
                  </a:cubicBezTo>
                  <a:cubicBezTo>
                    <a:pt x="113" y="996"/>
                    <a:pt x="113" y="996"/>
                    <a:pt x="113" y="996"/>
                  </a:cubicBezTo>
                  <a:cubicBezTo>
                    <a:pt x="103" y="988"/>
                    <a:pt x="103" y="988"/>
                    <a:pt x="103" y="988"/>
                  </a:cubicBezTo>
                  <a:cubicBezTo>
                    <a:pt x="95" y="993"/>
                    <a:pt x="95" y="993"/>
                    <a:pt x="95" y="993"/>
                  </a:cubicBezTo>
                  <a:cubicBezTo>
                    <a:pt x="90" y="990"/>
                    <a:pt x="90" y="990"/>
                    <a:pt x="90" y="990"/>
                  </a:cubicBezTo>
                  <a:cubicBezTo>
                    <a:pt x="79" y="995"/>
                    <a:pt x="79" y="995"/>
                    <a:pt x="79" y="995"/>
                  </a:cubicBezTo>
                  <a:cubicBezTo>
                    <a:pt x="82" y="1000"/>
                    <a:pt x="82" y="1000"/>
                    <a:pt x="82" y="1000"/>
                  </a:cubicBezTo>
                  <a:cubicBezTo>
                    <a:pt x="103" y="1003"/>
                    <a:pt x="103" y="1003"/>
                    <a:pt x="103" y="1003"/>
                  </a:cubicBezTo>
                  <a:cubicBezTo>
                    <a:pt x="117" y="1011"/>
                    <a:pt x="117" y="1011"/>
                    <a:pt x="117" y="1011"/>
                  </a:cubicBezTo>
                  <a:cubicBezTo>
                    <a:pt x="133" y="1019"/>
                    <a:pt x="133" y="1019"/>
                    <a:pt x="133" y="1019"/>
                  </a:cubicBezTo>
                  <a:cubicBezTo>
                    <a:pt x="129" y="1029"/>
                    <a:pt x="129" y="1029"/>
                    <a:pt x="129" y="1029"/>
                  </a:cubicBezTo>
                  <a:cubicBezTo>
                    <a:pt x="134" y="1036"/>
                    <a:pt x="134" y="1036"/>
                    <a:pt x="134" y="1036"/>
                  </a:cubicBezTo>
                  <a:cubicBezTo>
                    <a:pt x="124" y="1041"/>
                    <a:pt x="124" y="1041"/>
                    <a:pt x="124" y="1041"/>
                  </a:cubicBezTo>
                  <a:cubicBezTo>
                    <a:pt x="120" y="1036"/>
                    <a:pt x="120" y="1036"/>
                    <a:pt x="120" y="1036"/>
                  </a:cubicBezTo>
                  <a:cubicBezTo>
                    <a:pt x="120" y="1021"/>
                    <a:pt x="120" y="1021"/>
                    <a:pt x="120" y="1021"/>
                  </a:cubicBezTo>
                  <a:cubicBezTo>
                    <a:pt x="108" y="1017"/>
                    <a:pt x="108" y="1017"/>
                    <a:pt x="108" y="1017"/>
                  </a:cubicBezTo>
                  <a:cubicBezTo>
                    <a:pt x="96" y="1019"/>
                    <a:pt x="96" y="1019"/>
                    <a:pt x="96" y="1019"/>
                  </a:cubicBezTo>
                  <a:cubicBezTo>
                    <a:pt x="101" y="1027"/>
                    <a:pt x="101" y="1027"/>
                    <a:pt x="101" y="1027"/>
                  </a:cubicBezTo>
                  <a:cubicBezTo>
                    <a:pt x="99" y="1033"/>
                    <a:pt x="99" y="1033"/>
                    <a:pt x="99" y="1033"/>
                  </a:cubicBezTo>
                  <a:cubicBezTo>
                    <a:pt x="84" y="1024"/>
                    <a:pt x="84" y="1024"/>
                    <a:pt x="84" y="1024"/>
                  </a:cubicBezTo>
                  <a:cubicBezTo>
                    <a:pt x="71" y="1036"/>
                    <a:pt x="71" y="1036"/>
                    <a:pt x="71" y="1036"/>
                  </a:cubicBezTo>
                  <a:cubicBezTo>
                    <a:pt x="84" y="1044"/>
                    <a:pt x="84" y="1044"/>
                    <a:pt x="84" y="1044"/>
                  </a:cubicBezTo>
                  <a:cubicBezTo>
                    <a:pt x="74" y="1045"/>
                    <a:pt x="74" y="1045"/>
                    <a:pt x="74" y="1045"/>
                  </a:cubicBezTo>
                  <a:cubicBezTo>
                    <a:pt x="66" y="1048"/>
                    <a:pt x="66" y="1048"/>
                    <a:pt x="66" y="1048"/>
                  </a:cubicBezTo>
                  <a:cubicBezTo>
                    <a:pt x="63" y="1036"/>
                    <a:pt x="63" y="1036"/>
                    <a:pt x="63" y="1036"/>
                  </a:cubicBezTo>
                  <a:cubicBezTo>
                    <a:pt x="43" y="1036"/>
                    <a:pt x="43" y="1036"/>
                    <a:pt x="43" y="1036"/>
                  </a:cubicBezTo>
                  <a:cubicBezTo>
                    <a:pt x="50" y="1048"/>
                    <a:pt x="50" y="1048"/>
                    <a:pt x="50" y="1048"/>
                  </a:cubicBezTo>
                  <a:cubicBezTo>
                    <a:pt x="41" y="1053"/>
                    <a:pt x="41" y="1053"/>
                    <a:pt x="41" y="1053"/>
                  </a:cubicBezTo>
                  <a:cubicBezTo>
                    <a:pt x="38" y="1042"/>
                    <a:pt x="38" y="1042"/>
                    <a:pt x="38" y="1042"/>
                  </a:cubicBezTo>
                  <a:cubicBezTo>
                    <a:pt x="26" y="1032"/>
                    <a:pt x="26" y="1032"/>
                    <a:pt x="26" y="1032"/>
                  </a:cubicBezTo>
                  <a:cubicBezTo>
                    <a:pt x="20" y="1034"/>
                    <a:pt x="20" y="1034"/>
                    <a:pt x="20" y="1034"/>
                  </a:cubicBezTo>
                  <a:cubicBezTo>
                    <a:pt x="22" y="1041"/>
                    <a:pt x="22" y="1041"/>
                    <a:pt x="22" y="1041"/>
                  </a:cubicBezTo>
                  <a:cubicBezTo>
                    <a:pt x="35" y="1051"/>
                    <a:pt x="35" y="1051"/>
                    <a:pt x="35" y="1051"/>
                  </a:cubicBezTo>
                  <a:cubicBezTo>
                    <a:pt x="29" y="1058"/>
                    <a:pt x="29" y="1058"/>
                    <a:pt x="29" y="1058"/>
                  </a:cubicBezTo>
                  <a:cubicBezTo>
                    <a:pt x="35" y="1064"/>
                    <a:pt x="35" y="1064"/>
                    <a:pt x="35" y="1064"/>
                  </a:cubicBezTo>
                  <a:cubicBezTo>
                    <a:pt x="50" y="1059"/>
                    <a:pt x="50" y="1059"/>
                    <a:pt x="50" y="1059"/>
                  </a:cubicBezTo>
                  <a:cubicBezTo>
                    <a:pt x="70" y="1063"/>
                    <a:pt x="70" y="1063"/>
                    <a:pt x="70" y="1063"/>
                  </a:cubicBezTo>
                  <a:cubicBezTo>
                    <a:pt x="82" y="1071"/>
                    <a:pt x="82" y="1071"/>
                    <a:pt x="82" y="1071"/>
                  </a:cubicBezTo>
                  <a:cubicBezTo>
                    <a:pt x="102" y="1071"/>
                    <a:pt x="102" y="1071"/>
                    <a:pt x="102" y="1071"/>
                  </a:cubicBezTo>
                  <a:cubicBezTo>
                    <a:pt x="108" y="1066"/>
                    <a:pt x="108" y="1066"/>
                    <a:pt x="108" y="1066"/>
                  </a:cubicBezTo>
                  <a:cubicBezTo>
                    <a:pt x="118" y="1066"/>
                    <a:pt x="118" y="1066"/>
                    <a:pt x="118" y="1066"/>
                  </a:cubicBezTo>
                  <a:cubicBezTo>
                    <a:pt x="105" y="1078"/>
                    <a:pt x="105" y="1078"/>
                    <a:pt x="105" y="1078"/>
                  </a:cubicBezTo>
                  <a:cubicBezTo>
                    <a:pt x="87" y="1076"/>
                    <a:pt x="87" y="1076"/>
                    <a:pt x="87" y="1076"/>
                  </a:cubicBezTo>
                  <a:cubicBezTo>
                    <a:pt x="81" y="1079"/>
                    <a:pt x="81" y="1079"/>
                    <a:pt x="81" y="1079"/>
                  </a:cubicBezTo>
                  <a:cubicBezTo>
                    <a:pt x="60" y="1069"/>
                    <a:pt x="60" y="1069"/>
                    <a:pt x="60" y="1069"/>
                  </a:cubicBezTo>
                  <a:cubicBezTo>
                    <a:pt x="46" y="1072"/>
                    <a:pt x="46" y="1072"/>
                    <a:pt x="46" y="1072"/>
                  </a:cubicBezTo>
                  <a:cubicBezTo>
                    <a:pt x="40" y="1070"/>
                    <a:pt x="40" y="1070"/>
                    <a:pt x="40" y="1070"/>
                  </a:cubicBezTo>
                  <a:cubicBezTo>
                    <a:pt x="30" y="1078"/>
                    <a:pt x="30" y="1078"/>
                    <a:pt x="30" y="1078"/>
                  </a:cubicBezTo>
                  <a:cubicBezTo>
                    <a:pt x="16" y="1080"/>
                    <a:pt x="16" y="1080"/>
                    <a:pt x="16" y="1080"/>
                  </a:cubicBezTo>
                  <a:cubicBezTo>
                    <a:pt x="15" y="1085"/>
                    <a:pt x="15" y="1085"/>
                    <a:pt x="15" y="1085"/>
                  </a:cubicBezTo>
                  <a:cubicBezTo>
                    <a:pt x="37" y="1094"/>
                    <a:pt x="37" y="1094"/>
                    <a:pt x="37" y="1094"/>
                  </a:cubicBezTo>
                  <a:cubicBezTo>
                    <a:pt x="28" y="1102"/>
                    <a:pt x="28" y="1102"/>
                    <a:pt x="28" y="1102"/>
                  </a:cubicBezTo>
                  <a:cubicBezTo>
                    <a:pt x="39" y="1104"/>
                    <a:pt x="39" y="1104"/>
                    <a:pt x="39" y="1104"/>
                  </a:cubicBezTo>
                  <a:cubicBezTo>
                    <a:pt x="46" y="1100"/>
                    <a:pt x="46" y="1100"/>
                    <a:pt x="46" y="1100"/>
                  </a:cubicBezTo>
                  <a:cubicBezTo>
                    <a:pt x="64" y="1100"/>
                    <a:pt x="64" y="1100"/>
                    <a:pt x="64" y="1100"/>
                  </a:cubicBezTo>
                  <a:cubicBezTo>
                    <a:pt x="51" y="1108"/>
                    <a:pt x="51" y="1108"/>
                    <a:pt x="51" y="1108"/>
                  </a:cubicBezTo>
                  <a:cubicBezTo>
                    <a:pt x="32" y="1108"/>
                    <a:pt x="32" y="1108"/>
                    <a:pt x="32" y="1108"/>
                  </a:cubicBezTo>
                  <a:cubicBezTo>
                    <a:pt x="27" y="1111"/>
                    <a:pt x="27" y="1111"/>
                    <a:pt x="27" y="1111"/>
                  </a:cubicBezTo>
                  <a:cubicBezTo>
                    <a:pt x="21" y="1109"/>
                    <a:pt x="21" y="1109"/>
                    <a:pt x="21" y="1109"/>
                  </a:cubicBezTo>
                  <a:cubicBezTo>
                    <a:pt x="21" y="1113"/>
                    <a:pt x="21" y="1113"/>
                    <a:pt x="21" y="1113"/>
                  </a:cubicBezTo>
                  <a:cubicBezTo>
                    <a:pt x="31" y="1117"/>
                    <a:pt x="31" y="1117"/>
                    <a:pt x="31" y="1117"/>
                  </a:cubicBezTo>
                  <a:cubicBezTo>
                    <a:pt x="38" y="1117"/>
                    <a:pt x="38" y="1117"/>
                    <a:pt x="38" y="1117"/>
                  </a:cubicBezTo>
                  <a:cubicBezTo>
                    <a:pt x="26" y="1123"/>
                    <a:pt x="26" y="1123"/>
                    <a:pt x="26" y="1123"/>
                  </a:cubicBezTo>
                  <a:cubicBezTo>
                    <a:pt x="21" y="1124"/>
                    <a:pt x="21" y="1124"/>
                    <a:pt x="21" y="1124"/>
                  </a:cubicBezTo>
                  <a:cubicBezTo>
                    <a:pt x="22" y="1130"/>
                    <a:pt x="22" y="1130"/>
                    <a:pt x="22" y="1130"/>
                  </a:cubicBezTo>
                  <a:cubicBezTo>
                    <a:pt x="29" y="1134"/>
                    <a:pt x="29" y="1134"/>
                    <a:pt x="29" y="1134"/>
                  </a:cubicBezTo>
                  <a:cubicBezTo>
                    <a:pt x="33" y="1141"/>
                    <a:pt x="33" y="1141"/>
                    <a:pt x="33" y="1141"/>
                  </a:cubicBezTo>
                  <a:cubicBezTo>
                    <a:pt x="48" y="1140"/>
                    <a:pt x="48" y="1140"/>
                    <a:pt x="48" y="1140"/>
                  </a:cubicBezTo>
                  <a:cubicBezTo>
                    <a:pt x="57" y="1135"/>
                    <a:pt x="57" y="1135"/>
                    <a:pt x="57" y="1135"/>
                  </a:cubicBezTo>
                  <a:cubicBezTo>
                    <a:pt x="77" y="1132"/>
                    <a:pt x="77" y="1132"/>
                    <a:pt x="77" y="1132"/>
                  </a:cubicBezTo>
                  <a:cubicBezTo>
                    <a:pt x="91" y="1136"/>
                    <a:pt x="91" y="1136"/>
                    <a:pt x="91" y="1136"/>
                  </a:cubicBezTo>
                  <a:cubicBezTo>
                    <a:pt x="96" y="1139"/>
                    <a:pt x="96" y="1139"/>
                    <a:pt x="96" y="1139"/>
                  </a:cubicBezTo>
                  <a:cubicBezTo>
                    <a:pt x="105" y="1133"/>
                    <a:pt x="105" y="1133"/>
                    <a:pt x="105" y="1133"/>
                  </a:cubicBezTo>
                  <a:cubicBezTo>
                    <a:pt x="106" y="1125"/>
                    <a:pt x="106" y="1125"/>
                    <a:pt x="106" y="1125"/>
                  </a:cubicBezTo>
                  <a:cubicBezTo>
                    <a:pt x="115" y="1123"/>
                    <a:pt x="115" y="1123"/>
                    <a:pt x="115" y="1123"/>
                  </a:cubicBezTo>
                  <a:cubicBezTo>
                    <a:pt x="118" y="1130"/>
                    <a:pt x="118" y="1130"/>
                    <a:pt x="118" y="1130"/>
                  </a:cubicBezTo>
                  <a:cubicBezTo>
                    <a:pt x="128" y="1130"/>
                    <a:pt x="128" y="1130"/>
                    <a:pt x="128" y="1130"/>
                  </a:cubicBezTo>
                  <a:cubicBezTo>
                    <a:pt x="143" y="1120"/>
                    <a:pt x="143" y="1120"/>
                    <a:pt x="143" y="1120"/>
                  </a:cubicBezTo>
                  <a:cubicBezTo>
                    <a:pt x="149" y="1122"/>
                    <a:pt x="149" y="1122"/>
                    <a:pt x="149" y="1122"/>
                  </a:cubicBezTo>
                  <a:cubicBezTo>
                    <a:pt x="146" y="1127"/>
                    <a:pt x="146" y="1127"/>
                    <a:pt x="146" y="1127"/>
                  </a:cubicBezTo>
                  <a:cubicBezTo>
                    <a:pt x="139" y="1132"/>
                    <a:pt x="139" y="1132"/>
                    <a:pt x="139" y="1132"/>
                  </a:cubicBezTo>
                  <a:cubicBezTo>
                    <a:pt x="152" y="1135"/>
                    <a:pt x="152" y="1135"/>
                    <a:pt x="152" y="1135"/>
                  </a:cubicBezTo>
                  <a:cubicBezTo>
                    <a:pt x="158" y="1129"/>
                    <a:pt x="158" y="1129"/>
                    <a:pt x="158" y="1129"/>
                  </a:cubicBezTo>
                  <a:cubicBezTo>
                    <a:pt x="156" y="1122"/>
                    <a:pt x="156" y="1122"/>
                    <a:pt x="156" y="1122"/>
                  </a:cubicBezTo>
                  <a:cubicBezTo>
                    <a:pt x="166" y="1109"/>
                    <a:pt x="166" y="1109"/>
                    <a:pt x="166" y="1109"/>
                  </a:cubicBezTo>
                  <a:cubicBezTo>
                    <a:pt x="163" y="1119"/>
                    <a:pt x="163" y="1119"/>
                    <a:pt x="163" y="1119"/>
                  </a:cubicBezTo>
                  <a:cubicBezTo>
                    <a:pt x="174" y="1130"/>
                    <a:pt x="174" y="1130"/>
                    <a:pt x="174" y="1130"/>
                  </a:cubicBezTo>
                  <a:cubicBezTo>
                    <a:pt x="166" y="1140"/>
                    <a:pt x="166" y="1140"/>
                    <a:pt x="166" y="1140"/>
                  </a:cubicBezTo>
                  <a:cubicBezTo>
                    <a:pt x="148" y="1144"/>
                    <a:pt x="148" y="1144"/>
                    <a:pt x="148" y="1144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44" y="1153"/>
                    <a:pt x="144" y="1153"/>
                    <a:pt x="144" y="1153"/>
                  </a:cubicBezTo>
                  <a:cubicBezTo>
                    <a:pt x="138" y="1163"/>
                    <a:pt x="138" y="1163"/>
                    <a:pt x="138" y="1163"/>
                  </a:cubicBezTo>
                  <a:cubicBezTo>
                    <a:pt x="122" y="1163"/>
                    <a:pt x="122" y="1163"/>
                    <a:pt x="122" y="1163"/>
                  </a:cubicBezTo>
                  <a:cubicBezTo>
                    <a:pt x="122" y="1158"/>
                    <a:pt x="122" y="1158"/>
                    <a:pt x="122" y="1158"/>
                  </a:cubicBezTo>
                  <a:cubicBezTo>
                    <a:pt x="130" y="1152"/>
                    <a:pt x="130" y="1152"/>
                    <a:pt x="130" y="1152"/>
                  </a:cubicBezTo>
                  <a:cubicBezTo>
                    <a:pt x="128" y="1141"/>
                    <a:pt x="128" y="1141"/>
                    <a:pt x="128" y="1141"/>
                  </a:cubicBezTo>
                  <a:cubicBezTo>
                    <a:pt x="115" y="1139"/>
                    <a:pt x="115" y="1139"/>
                    <a:pt x="115" y="1139"/>
                  </a:cubicBezTo>
                  <a:cubicBezTo>
                    <a:pt x="101" y="1152"/>
                    <a:pt x="101" y="1152"/>
                    <a:pt x="101" y="1152"/>
                  </a:cubicBezTo>
                  <a:cubicBezTo>
                    <a:pt x="99" y="1158"/>
                    <a:pt x="99" y="1158"/>
                    <a:pt x="99" y="1158"/>
                  </a:cubicBezTo>
                  <a:cubicBezTo>
                    <a:pt x="90" y="1147"/>
                    <a:pt x="90" y="1147"/>
                    <a:pt x="90" y="1147"/>
                  </a:cubicBezTo>
                  <a:cubicBezTo>
                    <a:pt x="78" y="1145"/>
                    <a:pt x="78" y="1145"/>
                    <a:pt x="78" y="1145"/>
                  </a:cubicBezTo>
                  <a:cubicBezTo>
                    <a:pt x="64" y="1147"/>
                    <a:pt x="64" y="1147"/>
                    <a:pt x="64" y="1147"/>
                  </a:cubicBezTo>
                  <a:cubicBezTo>
                    <a:pt x="55" y="1145"/>
                    <a:pt x="55" y="1145"/>
                    <a:pt x="55" y="1145"/>
                  </a:cubicBezTo>
                  <a:cubicBezTo>
                    <a:pt x="39" y="1152"/>
                    <a:pt x="39" y="1152"/>
                    <a:pt x="39" y="1152"/>
                  </a:cubicBezTo>
                  <a:cubicBezTo>
                    <a:pt x="31" y="1152"/>
                    <a:pt x="31" y="1152"/>
                    <a:pt x="31" y="1152"/>
                  </a:cubicBezTo>
                  <a:cubicBezTo>
                    <a:pt x="21" y="1146"/>
                    <a:pt x="21" y="1146"/>
                    <a:pt x="21" y="1146"/>
                  </a:cubicBezTo>
                  <a:cubicBezTo>
                    <a:pt x="17" y="1147"/>
                    <a:pt x="17" y="1147"/>
                    <a:pt x="17" y="1147"/>
                  </a:cubicBezTo>
                  <a:cubicBezTo>
                    <a:pt x="23" y="1159"/>
                    <a:pt x="23" y="1159"/>
                    <a:pt x="23" y="1159"/>
                  </a:cubicBezTo>
                  <a:cubicBezTo>
                    <a:pt x="19" y="1165"/>
                    <a:pt x="19" y="1165"/>
                    <a:pt x="19" y="1165"/>
                  </a:cubicBezTo>
                  <a:cubicBezTo>
                    <a:pt x="25" y="1170"/>
                    <a:pt x="25" y="1170"/>
                    <a:pt x="25" y="1170"/>
                  </a:cubicBezTo>
                  <a:cubicBezTo>
                    <a:pt x="35" y="1168"/>
                    <a:pt x="35" y="1168"/>
                    <a:pt x="35" y="1168"/>
                  </a:cubicBezTo>
                  <a:cubicBezTo>
                    <a:pt x="41" y="1162"/>
                    <a:pt x="41" y="1162"/>
                    <a:pt x="41" y="1162"/>
                  </a:cubicBezTo>
                  <a:cubicBezTo>
                    <a:pt x="48" y="1162"/>
                    <a:pt x="48" y="1162"/>
                    <a:pt x="48" y="1162"/>
                  </a:cubicBezTo>
                  <a:cubicBezTo>
                    <a:pt x="40" y="1171"/>
                    <a:pt x="40" y="1171"/>
                    <a:pt x="40" y="1171"/>
                  </a:cubicBezTo>
                  <a:cubicBezTo>
                    <a:pt x="41" y="1181"/>
                    <a:pt x="41" y="1181"/>
                    <a:pt x="41" y="1181"/>
                  </a:cubicBezTo>
                  <a:cubicBezTo>
                    <a:pt x="35" y="1185"/>
                    <a:pt x="35" y="1185"/>
                    <a:pt x="35" y="1185"/>
                  </a:cubicBezTo>
                  <a:cubicBezTo>
                    <a:pt x="26" y="1180"/>
                    <a:pt x="26" y="1180"/>
                    <a:pt x="26" y="1180"/>
                  </a:cubicBezTo>
                  <a:cubicBezTo>
                    <a:pt x="30" y="1194"/>
                    <a:pt x="30" y="1194"/>
                    <a:pt x="30" y="1194"/>
                  </a:cubicBezTo>
                  <a:cubicBezTo>
                    <a:pt x="38" y="1200"/>
                    <a:pt x="38" y="1200"/>
                    <a:pt x="38" y="1200"/>
                  </a:cubicBezTo>
                  <a:cubicBezTo>
                    <a:pt x="57" y="1181"/>
                    <a:pt x="57" y="1181"/>
                    <a:pt x="57" y="1181"/>
                  </a:cubicBezTo>
                  <a:cubicBezTo>
                    <a:pt x="70" y="1186"/>
                    <a:pt x="70" y="1186"/>
                    <a:pt x="70" y="1186"/>
                  </a:cubicBezTo>
                  <a:cubicBezTo>
                    <a:pt x="64" y="1191"/>
                    <a:pt x="64" y="1191"/>
                    <a:pt x="64" y="1191"/>
                  </a:cubicBezTo>
                  <a:cubicBezTo>
                    <a:pt x="66" y="1201"/>
                    <a:pt x="66" y="1201"/>
                    <a:pt x="66" y="1201"/>
                  </a:cubicBezTo>
                  <a:cubicBezTo>
                    <a:pt x="50" y="1209"/>
                    <a:pt x="50" y="1209"/>
                    <a:pt x="50" y="1209"/>
                  </a:cubicBezTo>
                  <a:cubicBezTo>
                    <a:pt x="53" y="1213"/>
                    <a:pt x="53" y="1213"/>
                    <a:pt x="53" y="1213"/>
                  </a:cubicBezTo>
                  <a:cubicBezTo>
                    <a:pt x="62" y="1214"/>
                    <a:pt x="62" y="1214"/>
                    <a:pt x="62" y="1214"/>
                  </a:cubicBezTo>
                  <a:cubicBezTo>
                    <a:pt x="57" y="1222"/>
                    <a:pt x="57" y="1222"/>
                    <a:pt x="57" y="1222"/>
                  </a:cubicBezTo>
                  <a:cubicBezTo>
                    <a:pt x="64" y="1231"/>
                    <a:pt x="64" y="1231"/>
                    <a:pt x="64" y="1231"/>
                  </a:cubicBezTo>
                  <a:cubicBezTo>
                    <a:pt x="60" y="1243"/>
                    <a:pt x="60" y="1243"/>
                    <a:pt x="60" y="1243"/>
                  </a:cubicBezTo>
                  <a:cubicBezTo>
                    <a:pt x="64" y="1244"/>
                    <a:pt x="64" y="1244"/>
                    <a:pt x="64" y="1244"/>
                  </a:cubicBezTo>
                  <a:cubicBezTo>
                    <a:pt x="74" y="1229"/>
                    <a:pt x="74" y="1229"/>
                    <a:pt x="74" y="1229"/>
                  </a:cubicBezTo>
                  <a:cubicBezTo>
                    <a:pt x="83" y="1224"/>
                    <a:pt x="83" y="1224"/>
                    <a:pt x="83" y="1224"/>
                  </a:cubicBezTo>
                  <a:cubicBezTo>
                    <a:pt x="85" y="1212"/>
                    <a:pt x="85" y="1212"/>
                    <a:pt x="85" y="1212"/>
                  </a:cubicBezTo>
                  <a:cubicBezTo>
                    <a:pt x="110" y="1203"/>
                    <a:pt x="110" y="1203"/>
                    <a:pt x="110" y="1203"/>
                  </a:cubicBezTo>
                  <a:cubicBezTo>
                    <a:pt x="122" y="1204"/>
                    <a:pt x="122" y="1204"/>
                    <a:pt x="122" y="1204"/>
                  </a:cubicBezTo>
                  <a:cubicBezTo>
                    <a:pt x="133" y="1201"/>
                    <a:pt x="133" y="1201"/>
                    <a:pt x="133" y="1201"/>
                  </a:cubicBezTo>
                  <a:cubicBezTo>
                    <a:pt x="125" y="1205"/>
                    <a:pt x="125" y="1205"/>
                    <a:pt x="125" y="1205"/>
                  </a:cubicBezTo>
                  <a:cubicBezTo>
                    <a:pt x="113" y="1214"/>
                    <a:pt x="113" y="1214"/>
                    <a:pt x="113" y="1214"/>
                  </a:cubicBezTo>
                  <a:cubicBezTo>
                    <a:pt x="113" y="1229"/>
                    <a:pt x="113" y="1229"/>
                    <a:pt x="113" y="1229"/>
                  </a:cubicBezTo>
                  <a:cubicBezTo>
                    <a:pt x="117" y="1238"/>
                    <a:pt x="117" y="1238"/>
                    <a:pt x="117" y="1238"/>
                  </a:cubicBezTo>
                  <a:cubicBezTo>
                    <a:pt x="107" y="1230"/>
                    <a:pt x="107" y="1230"/>
                    <a:pt x="107" y="1230"/>
                  </a:cubicBezTo>
                  <a:cubicBezTo>
                    <a:pt x="105" y="1217"/>
                    <a:pt x="105" y="1217"/>
                    <a:pt x="105" y="1217"/>
                  </a:cubicBezTo>
                  <a:cubicBezTo>
                    <a:pt x="98" y="1216"/>
                    <a:pt x="98" y="1216"/>
                    <a:pt x="98" y="1216"/>
                  </a:cubicBezTo>
                  <a:cubicBezTo>
                    <a:pt x="89" y="1231"/>
                    <a:pt x="89" y="1231"/>
                    <a:pt x="89" y="1231"/>
                  </a:cubicBezTo>
                  <a:cubicBezTo>
                    <a:pt x="82" y="1233"/>
                    <a:pt x="82" y="1233"/>
                    <a:pt x="82" y="1233"/>
                  </a:cubicBezTo>
                  <a:cubicBezTo>
                    <a:pt x="94" y="1238"/>
                    <a:pt x="94" y="1238"/>
                    <a:pt x="94" y="1238"/>
                  </a:cubicBezTo>
                  <a:cubicBezTo>
                    <a:pt x="83" y="1251"/>
                    <a:pt x="83" y="1251"/>
                    <a:pt x="83" y="1251"/>
                  </a:cubicBezTo>
                  <a:cubicBezTo>
                    <a:pt x="75" y="1251"/>
                    <a:pt x="75" y="1251"/>
                    <a:pt x="75" y="1251"/>
                  </a:cubicBezTo>
                  <a:cubicBezTo>
                    <a:pt x="71" y="1259"/>
                    <a:pt x="71" y="1259"/>
                    <a:pt x="71" y="1259"/>
                  </a:cubicBezTo>
                  <a:cubicBezTo>
                    <a:pt x="77" y="1262"/>
                    <a:pt x="77" y="1262"/>
                    <a:pt x="77" y="1262"/>
                  </a:cubicBezTo>
                  <a:cubicBezTo>
                    <a:pt x="96" y="1262"/>
                    <a:pt x="96" y="1262"/>
                    <a:pt x="96" y="1262"/>
                  </a:cubicBezTo>
                  <a:cubicBezTo>
                    <a:pt x="100" y="1269"/>
                    <a:pt x="100" y="1269"/>
                    <a:pt x="100" y="1269"/>
                  </a:cubicBezTo>
                  <a:cubicBezTo>
                    <a:pt x="87" y="1270"/>
                    <a:pt x="87" y="1270"/>
                    <a:pt x="87" y="1270"/>
                  </a:cubicBezTo>
                  <a:cubicBezTo>
                    <a:pt x="82" y="1277"/>
                    <a:pt x="82" y="1277"/>
                    <a:pt x="82" y="1277"/>
                  </a:cubicBezTo>
                  <a:cubicBezTo>
                    <a:pt x="81" y="1285"/>
                    <a:pt x="81" y="1285"/>
                    <a:pt x="81" y="1285"/>
                  </a:cubicBezTo>
                  <a:cubicBezTo>
                    <a:pt x="67" y="1276"/>
                    <a:pt x="67" y="1276"/>
                    <a:pt x="67" y="1276"/>
                  </a:cubicBezTo>
                  <a:cubicBezTo>
                    <a:pt x="60" y="1279"/>
                    <a:pt x="60" y="1279"/>
                    <a:pt x="60" y="1279"/>
                  </a:cubicBezTo>
                  <a:cubicBezTo>
                    <a:pt x="58" y="1289"/>
                    <a:pt x="58" y="1289"/>
                    <a:pt x="58" y="1289"/>
                  </a:cubicBezTo>
                  <a:cubicBezTo>
                    <a:pt x="55" y="1277"/>
                    <a:pt x="55" y="1277"/>
                    <a:pt x="55" y="1277"/>
                  </a:cubicBezTo>
                  <a:cubicBezTo>
                    <a:pt x="46" y="1282"/>
                    <a:pt x="46" y="1282"/>
                    <a:pt x="46" y="1282"/>
                  </a:cubicBezTo>
                  <a:cubicBezTo>
                    <a:pt x="34" y="1297"/>
                    <a:pt x="34" y="1297"/>
                    <a:pt x="34" y="1297"/>
                  </a:cubicBezTo>
                  <a:cubicBezTo>
                    <a:pt x="39" y="1308"/>
                    <a:pt x="39" y="1308"/>
                    <a:pt x="39" y="1308"/>
                  </a:cubicBezTo>
                  <a:cubicBezTo>
                    <a:pt x="57" y="1325"/>
                    <a:pt x="57" y="1325"/>
                    <a:pt x="57" y="1325"/>
                  </a:cubicBezTo>
                  <a:cubicBezTo>
                    <a:pt x="60" y="1316"/>
                    <a:pt x="60" y="1316"/>
                    <a:pt x="60" y="1316"/>
                  </a:cubicBezTo>
                  <a:cubicBezTo>
                    <a:pt x="65" y="1319"/>
                    <a:pt x="65" y="1319"/>
                    <a:pt x="65" y="1319"/>
                  </a:cubicBezTo>
                  <a:cubicBezTo>
                    <a:pt x="75" y="1315"/>
                    <a:pt x="75" y="1315"/>
                    <a:pt x="75" y="1315"/>
                  </a:cubicBezTo>
                  <a:cubicBezTo>
                    <a:pt x="72" y="1310"/>
                    <a:pt x="72" y="1310"/>
                    <a:pt x="72" y="1310"/>
                  </a:cubicBezTo>
                  <a:cubicBezTo>
                    <a:pt x="78" y="1298"/>
                    <a:pt x="78" y="1298"/>
                    <a:pt x="78" y="1298"/>
                  </a:cubicBezTo>
                  <a:cubicBezTo>
                    <a:pt x="92" y="1308"/>
                    <a:pt x="92" y="1308"/>
                    <a:pt x="92" y="1308"/>
                  </a:cubicBezTo>
                  <a:cubicBezTo>
                    <a:pt x="85" y="1312"/>
                    <a:pt x="85" y="1312"/>
                    <a:pt x="85" y="1312"/>
                  </a:cubicBezTo>
                  <a:cubicBezTo>
                    <a:pt x="94" y="1320"/>
                    <a:pt x="94" y="1320"/>
                    <a:pt x="94" y="1320"/>
                  </a:cubicBezTo>
                  <a:cubicBezTo>
                    <a:pt x="91" y="1330"/>
                    <a:pt x="91" y="1330"/>
                    <a:pt x="91" y="1330"/>
                  </a:cubicBezTo>
                  <a:cubicBezTo>
                    <a:pt x="82" y="1336"/>
                    <a:pt x="82" y="1336"/>
                    <a:pt x="82" y="1336"/>
                  </a:cubicBezTo>
                  <a:cubicBezTo>
                    <a:pt x="90" y="1353"/>
                    <a:pt x="90" y="1353"/>
                    <a:pt x="90" y="1353"/>
                  </a:cubicBezTo>
                  <a:cubicBezTo>
                    <a:pt x="96" y="1346"/>
                    <a:pt x="96" y="1346"/>
                    <a:pt x="96" y="1346"/>
                  </a:cubicBezTo>
                  <a:cubicBezTo>
                    <a:pt x="112" y="1342"/>
                    <a:pt x="112" y="1342"/>
                    <a:pt x="112" y="1342"/>
                  </a:cubicBezTo>
                  <a:cubicBezTo>
                    <a:pt x="119" y="1351"/>
                    <a:pt x="119" y="1351"/>
                    <a:pt x="119" y="1351"/>
                  </a:cubicBezTo>
                  <a:cubicBezTo>
                    <a:pt x="105" y="1352"/>
                    <a:pt x="105" y="1352"/>
                    <a:pt x="105" y="1352"/>
                  </a:cubicBezTo>
                  <a:cubicBezTo>
                    <a:pt x="98" y="1356"/>
                    <a:pt x="98" y="1356"/>
                    <a:pt x="98" y="1356"/>
                  </a:cubicBezTo>
                  <a:cubicBezTo>
                    <a:pt x="105" y="1367"/>
                    <a:pt x="105" y="1367"/>
                    <a:pt x="105" y="1367"/>
                  </a:cubicBezTo>
                  <a:cubicBezTo>
                    <a:pt x="104" y="1371"/>
                    <a:pt x="104" y="1371"/>
                    <a:pt x="104" y="1371"/>
                  </a:cubicBezTo>
                  <a:cubicBezTo>
                    <a:pt x="80" y="1355"/>
                    <a:pt x="80" y="1355"/>
                    <a:pt x="80" y="1355"/>
                  </a:cubicBezTo>
                  <a:cubicBezTo>
                    <a:pt x="72" y="1358"/>
                    <a:pt x="72" y="1358"/>
                    <a:pt x="72" y="1358"/>
                  </a:cubicBezTo>
                  <a:cubicBezTo>
                    <a:pt x="64" y="1352"/>
                    <a:pt x="64" y="1352"/>
                    <a:pt x="64" y="1352"/>
                  </a:cubicBezTo>
                  <a:cubicBezTo>
                    <a:pt x="54" y="1353"/>
                    <a:pt x="54" y="1353"/>
                    <a:pt x="54" y="1353"/>
                  </a:cubicBezTo>
                  <a:cubicBezTo>
                    <a:pt x="54" y="1362"/>
                    <a:pt x="54" y="1362"/>
                    <a:pt x="54" y="1362"/>
                  </a:cubicBezTo>
                  <a:cubicBezTo>
                    <a:pt x="46" y="1369"/>
                    <a:pt x="46" y="1369"/>
                    <a:pt x="46" y="1369"/>
                  </a:cubicBezTo>
                  <a:cubicBezTo>
                    <a:pt x="63" y="1395"/>
                    <a:pt x="63" y="1395"/>
                    <a:pt x="63" y="1395"/>
                  </a:cubicBezTo>
                  <a:cubicBezTo>
                    <a:pt x="77" y="1397"/>
                    <a:pt x="77" y="1397"/>
                    <a:pt x="77" y="1397"/>
                  </a:cubicBezTo>
                  <a:cubicBezTo>
                    <a:pt x="96" y="1412"/>
                    <a:pt x="96" y="1412"/>
                    <a:pt x="96" y="1412"/>
                  </a:cubicBezTo>
                  <a:cubicBezTo>
                    <a:pt x="121" y="1421"/>
                    <a:pt x="121" y="1421"/>
                    <a:pt x="121" y="1421"/>
                  </a:cubicBezTo>
                  <a:cubicBezTo>
                    <a:pt x="124" y="1428"/>
                    <a:pt x="124" y="1428"/>
                    <a:pt x="124" y="1428"/>
                  </a:cubicBezTo>
                  <a:cubicBezTo>
                    <a:pt x="118" y="1431"/>
                    <a:pt x="118" y="1431"/>
                    <a:pt x="118" y="1431"/>
                  </a:cubicBezTo>
                  <a:cubicBezTo>
                    <a:pt x="128" y="1440"/>
                    <a:pt x="128" y="1440"/>
                    <a:pt x="128" y="1440"/>
                  </a:cubicBezTo>
                  <a:cubicBezTo>
                    <a:pt x="137" y="1436"/>
                    <a:pt x="137" y="1436"/>
                    <a:pt x="137" y="1436"/>
                  </a:cubicBezTo>
                  <a:cubicBezTo>
                    <a:pt x="133" y="1424"/>
                    <a:pt x="133" y="1424"/>
                    <a:pt x="133" y="1424"/>
                  </a:cubicBezTo>
                  <a:cubicBezTo>
                    <a:pt x="141" y="1423"/>
                    <a:pt x="141" y="1423"/>
                    <a:pt x="141" y="1423"/>
                  </a:cubicBezTo>
                  <a:cubicBezTo>
                    <a:pt x="150" y="1430"/>
                    <a:pt x="150" y="1430"/>
                    <a:pt x="150" y="1430"/>
                  </a:cubicBezTo>
                  <a:cubicBezTo>
                    <a:pt x="148" y="1433"/>
                    <a:pt x="148" y="1433"/>
                    <a:pt x="148" y="1433"/>
                  </a:cubicBezTo>
                  <a:cubicBezTo>
                    <a:pt x="162" y="1449"/>
                    <a:pt x="162" y="1449"/>
                    <a:pt x="162" y="1449"/>
                  </a:cubicBezTo>
                  <a:cubicBezTo>
                    <a:pt x="168" y="1442"/>
                    <a:pt x="168" y="1442"/>
                    <a:pt x="168" y="1442"/>
                  </a:cubicBezTo>
                  <a:cubicBezTo>
                    <a:pt x="173" y="1444"/>
                    <a:pt x="173" y="1444"/>
                    <a:pt x="173" y="1444"/>
                  </a:cubicBezTo>
                  <a:cubicBezTo>
                    <a:pt x="185" y="1439"/>
                    <a:pt x="185" y="1439"/>
                    <a:pt x="185" y="1439"/>
                  </a:cubicBezTo>
                  <a:cubicBezTo>
                    <a:pt x="199" y="1427"/>
                    <a:pt x="199" y="1427"/>
                    <a:pt x="199" y="1427"/>
                  </a:cubicBezTo>
                  <a:cubicBezTo>
                    <a:pt x="205" y="1426"/>
                    <a:pt x="205" y="1426"/>
                    <a:pt x="205" y="1426"/>
                  </a:cubicBezTo>
                  <a:cubicBezTo>
                    <a:pt x="210" y="1420"/>
                    <a:pt x="210" y="1420"/>
                    <a:pt x="210" y="1420"/>
                  </a:cubicBezTo>
                  <a:cubicBezTo>
                    <a:pt x="213" y="1421"/>
                    <a:pt x="213" y="1421"/>
                    <a:pt x="213" y="1421"/>
                  </a:cubicBezTo>
                  <a:cubicBezTo>
                    <a:pt x="217" y="1429"/>
                    <a:pt x="217" y="1429"/>
                    <a:pt x="217" y="1429"/>
                  </a:cubicBezTo>
                  <a:cubicBezTo>
                    <a:pt x="225" y="1430"/>
                    <a:pt x="225" y="1430"/>
                    <a:pt x="225" y="1430"/>
                  </a:cubicBezTo>
                  <a:cubicBezTo>
                    <a:pt x="248" y="1409"/>
                    <a:pt x="248" y="1409"/>
                    <a:pt x="248" y="1409"/>
                  </a:cubicBezTo>
                  <a:cubicBezTo>
                    <a:pt x="247" y="1401"/>
                    <a:pt x="247" y="1401"/>
                    <a:pt x="247" y="1401"/>
                  </a:cubicBezTo>
                  <a:cubicBezTo>
                    <a:pt x="237" y="1390"/>
                    <a:pt x="237" y="1390"/>
                    <a:pt x="237" y="1390"/>
                  </a:cubicBezTo>
                  <a:cubicBezTo>
                    <a:pt x="255" y="1400"/>
                    <a:pt x="255" y="1400"/>
                    <a:pt x="255" y="1400"/>
                  </a:cubicBezTo>
                  <a:cubicBezTo>
                    <a:pt x="269" y="1387"/>
                    <a:pt x="269" y="1387"/>
                    <a:pt x="269" y="1387"/>
                  </a:cubicBezTo>
                  <a:cubicBezTo>
                    <a:pt x="265" y="1382"/>
                    <a:pt x="265" y="1382"/>
                    <a:pt x="265" y="1382"/>
                  </a:cubicBezTo>
                  <a:cubicBezTo>
                    <a:pt x="274" y="1377"/>
                    <a:pt x="274" y="1377"/>
                    <a:pt x="274" y="1377"/>
                  </a:cubicBezTo>
                  <a:cubicBezTo>
                    <a:pt x="272" y="1369"/>
                    <a:pt x="272" y="1369"/>
                    <a:pt x="272" y="1369"/>
                  </a:cubicBezTo>
                  <a:cubicBezTo>
                    <a:pt x="283" y="1362"/>
                    <a:pt x="283" y="1362"/>
                    <a:pt x="283" y="1362"/>
                  </a:cubicBezTo>
                  <a:cubicBezTo>
                    <a:pt x="294" y="1360"/>
                    <a:pt x="294" y="1360"/>
                    <a:pt x="294" y="1360"/>
                  </a:cubicBezTo>
                  <a:cubicBezTo>
                    <a:pt x="297" y="1353"/>
                    <a:pt x="297" y="1353"/>
                    <a:pt x="297" y="1353"/>
                  </a:cubicBezTo>
                  <a:cubicBezTo>
                    <a:pt x="286" y="1341"/>
                    <a:pt x="286" y="1341"/>
                    <a:pt x="286" y="1341"/>
                  </a:cubicBezTo>
                  <a:cubicBezTo>
                    <a:pt x="290" y="1333"/>
                    <a:pt x="290" y="1333"/>
                    <a:pt x="290" y="1333"/>
                  </a:cubicBezTo>
                  <a:cubicBezTo>
                    <a:pt x="280" y="1321"/>
                    <a:pt x="280" y="1321"/>
                    <a:pt x="280" y="1321"/>
                  </a:cubicBezTo>
                  <a:cubicBezTo>
                    <a:pt x="269" y="1313"/>
                    <a:pt x="269" y="1313"/>
                    <a:pt x="269" y="1313"/>
                  </a:cubicBezTo>
                  <a:cubicBezTo>
                    <a:pt x="269" y="1303"/>
                    <a:pt x="269" y="1303"/>
                    <a:pt x="269" y="1303"/>
                  </a:cubicBezTo>
                  <a:cubicBezTo>
                    <a:pt x="276" y="1307"/>
                    <a:pt x="276" y="1307"/>
                    <a:pt x="276" y="1307"/>
                  </a:cubicBezTo>
                  <a:cubicBezTo>
                    <a:pt x="289" y="1320"/>
                    <a:pt x="289" y="1320"/>
                    <a:pt x="289" y="1320"/>
                  </a:cubicBezTo>
                  <a:cubicBezTo>
                    <a:pt x="294" y="1337"/>
                    <a:pt x="294" y="1337"/>
                    <a:pt x="294" y="1337"/>
                  </a:cubicBezTo>
                  <a:cubicBezTo>
                    <a:pt x="299" y="1341"/>
                    <a:pt x="299" y="1341"/>
                    <a:pt x="299" y="1341"/>
                  </a:cubicBezTo>
                  <a:cubicBezTo>
                    <a:pt x="307" y="1343"/>
                    <a:pt x="307" y="1343"/>
                    <a:pt x="307" y="1343"/>
                  </a:cubicBezTo>
                  <a:cubicBezTo>
                    <a:pt x="305" y="1349"/>
                    <a:pt x="305" y="1349"/>
                    <a:pt x="305" y="1349"/>
                  </a:cubicBezTo>
                  <a:cubicBezTo>
                    <a:pt x="311" y="1357"/>
                    <a:pt x="311" y="1357"/>
                    <a:pt x="311" y="1357"/>
                  </a:cubicBezTo>
                  <a:cubicBezTo>
                    <a:pt x="324" y="1351"/>
                    <a:pt x="324" y="1351"/>
                    <a:pt x="324" y="1351"/>
                  </a:cubicBezTo>
                  <a:cubicBezTo>
                    <a:pt x="321" y="1345"/>
                    <a:pt x="321" y="1345"/>
                    <a:pt x="321" y="1345"/>
                  </a:cubicBezTo>
                  <a:cubicBezTo>
                    <a:pt x="315" y="1340"/>
                    <a:pt x="315" y="1340"/>
                    <a:pt x="315" y="1340"/>
                  </a:cubicBezTo>
                  <a:cubicBezTo>
                    <a:pt x="320" y="1333"/>
                    <a:pt x="320" y="1333"/>
                    <a:pt x="320" y="1333"/>
                  </a:cubicBezTo>
                  <a:cubicBezTo>
                    <a:pt x="331" y="1342"/>
                    <a:pt x="331" y="1342"/>
                    <a:pt x="331" y="1342"/>
                  </a:cubicBezTo>
                  <a:cubicBezTo>
                    <a:pt x="331" y="1346"/>
                    <a:pt x="331" y="1346"/>
                    <a:pt x="331" y="1346"/>
                  </a:cubicBezTo>
                  <a:cubicBezTo>
                    <a:pt x="348" y="1332"/>
                    <a:pt x="348" y="1332"/>
                    <a:pt x="348" y="1332"/>
                  </a:cubicBezTo>
                  <a:cubicBezTo>
                    <a:pt x="352" y="1318"/>
                    <a:pt x="352" y="1318"/>
                    <a:pt x="352" y="1318"/>
                  </a:cubicBezTo>
                  <a:cubicBezTo>
                    <a:pt x="348" y="1306"/>
                    <a:pt x="348" y="1306"/>
                    <a:pt x="348" y="1306"/>
                  </a:cubicBezTo>
                  <a:cubicBezTo>
                    <a:pt x="339" y="1303"/>
                    <a:pt x="339" y="1303"/>
                    <a:pt x="339" y="1303"/>
                  </a:cubicBezTo>
                  <a:cubicBezTo>
                    <a:pt x="335" y="1296"/>
                    <a:pt x="335" y="1296"/>
                    <a:pt x="335" y="1296"/>
                  </a:cubicBezTo>
                  <a:cubicBezTo>
                    <a:pt x="341" y="1292"/>
                    <a:pt x="341" y="1292"/>
                    <a:pt x="341" y="1292"/>
                  </a:cubicBezTo>
                  <a:cubicBezTo>
                    <a:pt x="342" y="1287"/>
                    <a:pt x="342" y="1287"/>
                    <a:pt x="342" y="1287"/>
                  </a:cubicBezTo>
                  <a:cubicBezTo>
                    <a:pt x="349" y="1286"/>
                    <a:pt x="349" y="1286"/>
                    <a:pt x="349" y="1286"/>
                  </a:cubicBezTo>
                  <a:cubicBezTo>
                    <a:pt x="354" y="1281"/>
                    <a:pt x="354" y="1281"/>
                    <a:pt x="354" y="1281"/>
                  </a:cubicBezTo>
                  <a:cubicBezTo>
                    <a:pt x="347" y="1274"/>
                    <a:pt x="347" y="1274"/>
                    <a:pt x="347" y="1274"/>
                  </a:cubicBezTo>
                  <a:cubicBezTo>
                    <a:pt x="347" y="1262"/>
                    <a:pt x="347" y="1262"/>
                    <a:pt x="347" y="1262"/>
                  </a:cubicBezTo>
                  <a:cubicBezTo>
                    <a:pt x="357" y="1255"/>
                    <a:pt x="357" y="1255"/>
                    <a:pt x="357" y="1255"/>
                  </a:cubicBezTo>
                  <a:cubicBezTo>
                    <a:pt x="367" y="1264"/>
                    <a:pt x="367" y="1264"/>
                    <a:pt x="367" y="1264"/>
                  </a:cubicBezTo>
                  <a:cubicBezTo>
                    <a:pt x="359" y="1275"/>
                    <a:pt x="359" y="1275"/>
                    <a:pt x="359" y="1275"/>
                  </a:cubicBezTo>
                  <a:cubicBezTo>
                    <a:pt x="362" y="1290"/>
                    <a:pt x="362" y="1290"/>
                    <a:pt x="362" y="1290"/>
                  </a:cubicBezTo>
                  <a:cubicBezTo>
                    <a:pt x="359" y="1300"/>
                    <a:pt x="359" y="1300"/>
                    <a:pt x="359" y="1300"/>
                  </a:cubicBezTo>
                  <a:cubicBezTo>
                    <a:pt x="367" y="1311"/>
                    <a:pt x="367" y="1311"/>
                    <a:pt x="367" y="1311"/>
                  </a:cubicBezTo>
                  <a:cubicBezTo>
                    <a:pt x="369" y="1319"/>
                    <a:pt x="369" y="1319"/>
                    <a:pt x="369" y="1319"/>
                  </a:cubicBezTo>
                  <a:cubicBezTo>
                    <a:pt x="383" y="1332"/>
                    <a:pt x="383" y="1332"/>
                    <a:pt x="383" y="1332"/>
                  </a:cubicBezTo>
                  <a:cubicBezTo>
                    <a:pt x="399" y="1331"/>
                    <a:pt x="399" y="1331"/>
                    <a:pt x="399" y="1331"/>
                  </a:cubicBezTo>
                  <a:cubicBezTo>
                    <a:pt x="406" y="1336"/>
                    <a:pt x="406" y="1336"/>
                    <a:pt x="406" y="1336"/>
                  </a:cubicBezTo>
                  <a:cubicBezTo>
                    <a:pt x="402" y="1341"/>
                    <a:pt x="402" y="1341"/>
                    <a:pt x="402" y="1341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8" y="1358"/>
                    <a:pt x="418" y="1358"/>
                    <a:pt x="418" y="1358"/>
                  </a:cubicBezTo>
                  <a:cubicBezTo>
                    <a:pt x="425" y="1346"/>
                    <a:pt x="425" y="1346"/>
                    <a:pt x="425" y="1346"/>
                  </a:cubicBezTo>
                  <a:cubicBezTo>
                    <a:pt x="422" y="1308"/>
                    <a:pt x="422" y="1308"/>
                    <a:pt x="422" y="1308"/>
                  </a:cubicBezTo>
                  <a:cubicBezTo>
                    <a:pt x="412" y="1291"/>
                    <a:pt x="412" y="1291"/>
                    <a:pt x="412" y="1291"/>
                  </a:cubicBezTo>
                  <a:cubicBezTo>
                    <a:pt x="417" y="1281"/>
                    <a:pt x="417" y="1281"/>
                    <a:pt x="417" y="1281"/>
                  </a:cubicBezTo>
                  <a:cubicBezTo>
                    <a:pt x="426" y="1276"/>
                    <a:pt x="426" y="1276"/>
                    <a:pt x="426" y="1276"/>
                  </a:cubicBezTo>
                  <a:cubicBezTo>
                    <a:pt x="420" y="1264"/>
                    <a:pt x="420" y="1264"/>
                    <a:pt x="420" y="1264"/>
                  </a:cubicBezTo>
                  <a:cubicBezTo>
                    <a:pt x="424" y="1256"/>
                    <a:pt x="424" y="1256"/>
                    <a:pt x="424" y="1256"/>
                  </a:cubicBezTo>
                  <a:cubicBezTo>
                    <a:pt x="445" y="1255"/>
                    <a:pt x="445" y="1255"/>
                    <a:pt x="445" y="1255"/>
                  </a:cubicBezTo>
                  <a:cubicBezTo>
                    <a:pt x="451" y="1245"/>
                    <a:pt x="451" y="1245"/>
                    <a:pt x="451" y="1245"/>
                  </a:cubicBezTo>
                  <a:cubicBezTo>
                    <a:pt x="450" y="1232"/>
                    <a:pt x="450" y="1232"/>
                    <a:pt x="450" y="1232"/>
                  </a:cubicBezTo>
                  <a:cubicBezTo>
                    <a:pt x="460" y="1213"/>
                    <a:pt x="460" y="1213"/>
                    <a:pt x="460" y="1213"/>
                  </a:cubicBezTo>
                  <a:cubicBezTo>
                    <a:pt x="450" y="1201"/>
                    <a:pt x="450" y="1201"/>
                    <a:pt x="450" y="1201"/>
                  </a:cubicBezTo>
                  <a:cubicBezTo>
                    <a:pt x="445" y="1173"/>
                    <a:pt x="445" y="1173"/>
                    <a:pt x="445" y="1173"/>
                  </a:cubicBezTo>
                  <a:cubicBezTo>
                    <a:pt x="432" y="1150"/>
                    <a:pt x="432" y="1150"/>
                    <a:pt x="432" y="1150"/>
                  </a:cubicBezTo>
                  <a:cubicBezTo>
                    <a:pt x="433" y="1140"/>
                    <a:pt x="433" y="1140"/>
                    <a:pt x="433" y="1140"/>
                  </a:cubicBezTo>
                  <a:cubicBezTo>
                    <a:pt x="464" y="1130"/>
                    <a:pt x="464" y="1130"/>
                    <a:pt x="464" y="1130"/>
                  </a:cubicBezTo>
                  <a:cubicBezTo>
                    <a:pt x="465" y="1110"/>
                    <a:pt x="465" y="1110"/>
                    <a:pt x="465" y="1110"/>
                  </a:cubicBezTo>
                  <a:cubicBezTo>
                    <a:pt x="471" y="1097"/>
                    <a:pt x="471" y="1097"/>
                    <a:pt x="471" y="1097"/>
                  </a:cubicBezTo>
                  <a:cubicBezTo>
                    <a:pt x="447" y="1073"/>
                    <a:pt x="447" y="1073"/>
                    <a:pt x="447" y="1073"/>
                  </a:cubicBezTo>
                  <a:cubicBezTo>
                    <a:pt x="428" y="1064"/>
                    <a:pt x="428" y="1064"/>
                    <a:pt x="428" y="1064"/>
                  </a:cubicBezTo>
                  <a:cubicBezTo>
                    <a:pt x="427" y="1041"/>
                    <a:pt x="427" y="1041"/>
                    <a:pt x="427" y="1041"/>
                  </a:cubicBezTo>
                  <a:cubicBezTo>
                    <a:pt x="431" y="1018"/>
                    <a:pt x="431" y="1018"/>
                    <a:pt x="431" y="1018"/>
                  </a:cubicBezTo>
                  <a:cubicBezTo>
                    <a:pt x="428" y="993"/>
                    <a:pt x="428" y="993"/>
                    <a:pt x="428" y="993"/>
                  </a:cubicBezTo>
                  <a:cubicBezTo>
                    <a:pt x="421" y="976"/>
                    <a:pt x="421" y="976"/>
                    <a:pt x="421" y="976"/>
                  </a:cubicBezTo>
                  <a:cubicBezTo>
                    <a:pt x="426" y="957"/>
                    <a:pt x="426" y="957"/>
                    <a:pt x="426" y="957"/>
                  </a:cubicBezTo>
                  <a:cubicBezTo>
                    <a:pt x="423" y="925"/>
                    <a:pt x="423" y="925"/>
                    <a:pt x="423" y="925"/>
                  </a:cubicBezTo>
                  <a:cubicBezTo>
                    <a:pt x="416" y="893"/>
                    <a:pt x="416" y="893"/>
                    <a:pt x="416" y="893"/>
                  </a:cubicBezTo>
                  <a:cubicBezTo>
                    <a:pt x="421" y="865"/>
                    <a:pt x="421" y="865"/>
                    <a:pt x="421" y="865"/>
                  </a:cubicBezTo>
                  <a:cubicBezTo>
                    <a:pt x="436" y="841"/>
                    <a:pt x="436" y="841"/>
                    <a:pt x="436" y="841"/>
                  </a:cubicBezTo>
                  <a:cubicBezTo>
                    <a:pt x="451" y="833"/>
                    <a:pt x="451" y="833"/>
                    <a:pt x="451" y="833"/>
                  </a:cubicBezTo>
                  <a:cubicBezTo>
                    <a:pt x="469" y="836"/>
                    <a:pt x="469" y="836"/>
                    <a:pt x="469" y="836"/>
                  </a:cubicBezTo>
                  <a:cubicBezTo>
                    <a:pt x="492" y="838"/>
                    <a:pt x="492" y="838"/>
                    <a:pt x="492" y="838"/>
                  </a:cubicBezTo>
                  <a:cubicBezTo>
                    <a:pt x="504" y="823"/>
                    <a:pt x="504" y="823"/>
                    <a:pt x="504" y="823"/>
                  </a:cubicBezTo>
                  <a:cubicBezTo>
                    <a:pt x="502" y="800"/>
                    <a:pt x="502" y="800"/>
                    <a:pt x="502" y="800"/>
                  </a:cubicBezTo>
                  <a:cubicBezTo>
                    <a:pt x="495" y="791"/>
                    <a:pt x="495" y="791"/>
                    <a:pt x="495" y="791"/>
                  </a:cubicBezTo>
                  <a:cubicBezTo>
                    <a:pt x="496" y="775"/>
                    <a:pt x="496" y="775"/>
                    <a:pt x="496" y="775"/>
                  </a:cubicBezTo>
                  <a:cubicBezTo>
                    <a:pt x="519" y="724"/>
                    <a:pt x="519" y="724"/>
                    <a:pt x="519" y="724"/>
                  </a:cubicBezTo>
                  <a:cubicBezTo>
                    <a:pt x="520" y="695"/>
                    <a:pt x="520" y="695"/>
                    <a:pt x="520" y="695"/>
                  </a:cubicBezTo>
                  <a:cubicBezTo>
                    <a:pt x="527" y="667"/>
                    <a:pt x="527" y="667"/>
                    <a:pt x="527" y="667"/>
                  </a:cubicBezTo>
                  <a:cubicBezTo>
                    <a:pt x="534" y="651"/>
                    <a:pt x="534" y="651"/>
                    <a:pt x="534" y="651"/>
                  </a:cubicBezTo>
                  <a:cubicBezTo>
                    <a:pt x="533" y="633"/>
                    <a:pt x="533" y="633"/>
                    <a:pt x="533" y="633"/>
                  </a:cubicBezTo>
                  <a:cubicBezTo>
                    <a:pt x="524" y="624"/>
                    <a:pt x="524" y="624"/>
                    <a:pt x="524" y="624"/>
                  </a:cubicBezTo>
                  <a:cubicBezTo>
                    <a:pt x="524" y="612"/>
                    <a:pt x="524" y="612"/>
                    <a:pt x="524" y="612"/>
                  </a:cubicBezTo>
                  <a:cubicBezTo>
                    <a:pt x="546" y="600"/>
                    <a:pt x="546" y="600"/>
                    <a:pt x="546" y="600"/>
                  </a:cubicBezTo>
                  <a:cubicBezTo>
                    <a:pt x="569" y="596"/>
                    <a:pt x="569" y="596"/>
                    <a:pt x="569" y="596"/>
                  </a:cubicBezTo>
                  <a:cubicBezTo>
                    <a:pt x="579" y="587"/>
                    <a:pt x="579" y="587"/>
                    <a:pt x="579" y="587"/>
                  </a:cubicBezTo>
                  <a:cubicBezTo>
                    <a:pt x="580" y="575"/>
                    <a:pt x="580" y="575"/>
                    <a:pt x="580" y="575"/>
                  </a:cubicBezTo>
                  <a:cubicBezTo>
                    <a:pt x="599" y="545"/>
                    <a:pt x="599" y="545"/>
                    <a:pt x="599" y="545"/>
                  </a:cubicBezTo>
                  <a:cubicBezTo>
                    <a:pt x="618" y="521"/>
                    <a:pt x="618" y="521"/>
                    <a:pt x="618" y="521"/>
                  </a:cubicBezTo>
                  <a:cubicBezTo>
                    <a:pt x="624" y="507"/>
                    <a:pt x="624" y="507"/>
                    <a:pt x="624" y="507"/>
                  </a:cubicBezTo>
                  <a:cubicBezTo>
                    <a:pt x="617" y="489"/>
                    <a:pt x="617" y="489"/>
                    <a:pt x="617" y="489"/>
                  </a:cubicBezTo>
                  <a:cubicBezTo>
                    <a:pt x="609" y="481"/>
                    <a:pt x="609" y="481"/>
                    <a:pt x="609" y="481"/>
                  </a:cubicBezTo>
                  <a:cubicBezTo>
                    <a:pt x="609" y="452"/>
                    <a:pt x="609" y="452"/>
                    <a:pt x="609" y="452"/>
                  </a:cubicBezTo>
                  <a:cubicBezTo>
                    <a:pt x="618" y="448"/>
                    <a:pt x="618" y="448"/>
                    <a:pt x="618" y="448"/>
                  </a:cubicBezTo>
                  <a:cubicBezTo>
                    <a:pt x="626" y="438"/>
                    <a:pt x="626" y="438"/>
                    <a:pt x="626" y="438"/>
                  </a:cubicBezTo>
                  <a:cubicBezTo>
                    <a:pt x="630" y="423"/>
                    <a:pt x="630" y="423"/>
                    <a:pt x="630" y="423"/>
                  </a:cubicBezTo>
                  <a:cubicBezTo>
                    <a:pt x="639" y="418"/>
                    <a:pt x="639" y="418"/>
                    <a:pt x="639" y="418"/>
                  </a:cubicBezTo>
                  <a:cubicBezTo>
                    <a:pt x="649" y="398"/>
                    <a:pt x="649" y="398"/>
                    <a:pt x="649" y="398"/>
                  </a:cubicBezTo>
                  <a:cubicBezTo>
                    <a:pt x="663" y="388"/>
                    <a:pt x="663" y="388"/>
                    <a:pt x="663" y="388"/>
                  </a:cubicBezTo>
                  <a:cubicBezTo>
                    <a:pt x="679" y="394"/>
                    <a:pt x="679" y="394"/>
                    <a:pt x="679" y="394"/>
                  </a:cubicBezTo>
                  <a:cubicBezTo>
                    <a:pt x="685" y="401"/>
                    <a:pt x="685" y="401"/>
                    <a:pt x="685" y="401"/>
                  </a:cubicBezTo>
                  <a:cubicBezTo>
                    <a:pt x="694" y="399"/>
                    <a:pt x="694" y="399"/>
                    <a:pt x="694" y="399"/>
                  </a:cubicBezTo>
                  <a:cubicBezTo>
                    <a:pt x="704" y="391"/>
                    <a:pt x="704" y="391"/>
                    <a:pt x="704" y="391"/>
                  </a:cubicBezTo>
                  <a:cubicBezTo>
                    <a:pt x="696" y="378"/>
                    <a:pt x="696" y="378"/>
                    <a:pt x="696" y="378"/>
                  </a:cubicBezTo>
                  <a:cubicBezTo>
                    <a:pt x="704" y="371"/>
                    <a:pt x="704" y="371"/>
                    <a:pt x="704" y="371"/>
                  </a:cubicBezTo>
                  <a:cubicBezTo>
                    <a:pt x="704" y="365"/>
                    <a:pt x="704" y="365"/>
                    <a:pt x="704" y="365"/>
                  </a:cubicBezTo>
                  <a:cubicBezTo>
                    <a:pt x="707" y="358"/>
                    <a:pt x="707" y="358"/>
                    <a:pt x="707" y="358"/>
                  </a:cubicBezTo>
                  <a:cubicBezTo>
                    <a:pt x="696" y="342"/>
                    <a:pt x="696" y="342"/>
                    <a:pt x="696" y="342"/>
                  </a:cubicBezTo>
                  <a:cubicBezTo>
                    <a:pt x="703" y="338"/>
                    <a:pt x="703" y="338"/>
                    <a:pt x="703" y="338"/>
                  </a:cubicBezTo>
                  <a:cubicBezTo>
                    <a:pt x="723" y="339"/>
                    <a:pt x="723" y="339"/>
                    <a:pt x="723" y="339"/>
                  </a:cubicBezTo>
                  <a:cubicBezTo>
                    <a:pt x="737" y="332"/>
                    <a:pt x="737" y="332"/>
                    <a:pt x="737" y="332"/>
                  </a:cubicBezTo>
                  <a:cubicBezTo>
                    <a:pt x="760" y="337"/>
                    <a:pt x="760" y="337"/>
                    <a:pt x="760" y="337"/>
                  </a:cubicBezTo>
                  <a:cubicBezTo>
                    <a:pt x="773" y="346"/>
                    <a:pt x="773" y="346"/>
                    <a:pt x="773" y="346"/>
                  </a:cubicBezTo>
                  <a:cubicBezTo>
                    <a:pt x="789" y="347"/>
                    <a:pt x="789" y="347"/>
                    <a:pt x="789" y="347"/>
                  </a:cubicBezTo>
                  <a:cubicBezTo>
                    <a:pt x="798" y="354"/>
                    <a:pt x="798" y="354"/>
                    <a:pt x="798" y="354"/>
                  </a:cubicBezTo>
                  <a:cubicBezTo>
                    <a:pt x="805" y="351"/>
                    <a:pt x="805" y="351"/>
                    <a:pt x="805" y="351"/>
                  </a:cubicBezTo>
                  <a:cubicBezTo>
                    <a:pt x="811" y="355"/>
                    <a:pt x="811" y="355"/>
                    <a:pt x="811" y="355"/>
                  </a:cubicBezTo>
                  <a:cubicBezTo>
                    <a:pt x="811" y="340"/>
                    <a:pt x="811" y="340"/>
                    <a:pt x="811" y="340"/>
                  </a:cubicBezTo>
                  <a:cubicBezTo>
                    <a:pt x="804" y="330"/>
                    <a:pt x="804" y="330"/>
                    <a:pt x="804" y="330"/>
                  </a:cubicBezTo>
                  <a:cubicBezTo>
                    <a:pt x="806" y="311"/>
                    <a:pt x="806" y="311"/>
                    <a:pt x="806" y="311"/>
                  </a:cubicBezTo>
                  <a:cubicBezTo>
                    <a:pt x="816" y="305"/>
                    <a:pt x="816" y="305"/>
                    <a:pt x="816" y="305"/>
                  </a:cubicBezTo>
                  <a:cubicBezTo>
                    <a:pt x="813" y="293"/>
                    <a:pt x="813" y="293"/>
                    <a:pt x="813" y="293"/>
                  </a:cubicBezTo>
                  <a:cubicBezTo>
                    <a:pt x="802" y="287"/>
                    <a:pt x="802" y="287"/>
                    <a:pt x="802" y="287"/>
                  </a:cubicBezTo>
                  <a:cubicBezTo>
                    <a:pt x="801" y="275"/>
                    <a:pt x="801" y="275"/>
                    <a:pt x="801" y="275"/>
                  </a:cubicBezTo>
                  <a:cubicBezTo>
                    <a:pt x="817" y="279"/>
                    <a:pt x="817" y="279"/>
                    <a:pt x="817" y="279"/>
                  </a:cubicBezTo>
                  <a:cubicBezTo>
                    <a:pt x="832" y="276"/>
                    <a:pt x="832" y="276"/>
                    <a:pt x="832" y="276"/>
                  </a:cubicBezTo>
                  <a:cubicBezTo>
                    <a:pt x="837" y="274"/>
                    <a:pt x="837" y="274"/>
                    <a:pt x="837" y="274"/>
                  </a:cubicBezTo>
                  <a:cubicBezTo>
                    <a:pt x="837" y="274"/>
                    <a:pt x="837" y="274"/>
                    <a:pt x="837" y="274"/>
                  </a:cubicBezTo>
                  <a:cubicBezTo>
                    <a:pt x="840" y="270"/>
                    <a:pt x="840" y="270"/>
                    <a:pt x="840" y="270"/>
                  </a:cubicBezTo>
                  <a:cubicBezTo>
                    <a:pt x="846" y="273"/>
                    <a:pt x="846" y="273"/>
                    <a:pt x="846" y="273"/>
                  </a:cubicBezTo>
                  <a:cubicBezTo>
                    <a:pt x="850" y="270"/>
                    <a:pt x="850" y="270"/>
                    <a:pt x="850" y="270"/>
                  </a:cubicBezTo>
                  <a:cubicBezTo>
                    <a:pt x="846" y="261"/>
                    <a:pt x="846" y="261"/>
                    <a:pt x="846" y="261"/>
                  </a:cubicBezTo>
                  <a:cubicBezTo>
                    <a:pt x="849" y="250"/>
                    <a:pt x="849" y="250"/>
                    <a:pt x="849" y="250"/>
                  </a:cubicBezTo>
                  <a:cubicBezTo>
                    <a:pt x="858" y="243"/>
                    <a:pt x="858" y="243"/>
                    <a:pt x="858" y="243"/>
                  </a:cubicBezTo>
                  <a:cubicBezTo>
                    <a:pt x="871" y="245"/>
                    <a:pt x="871" y="245"/>
                    <a:pt x="871" y="245"/>
                  </a:cubicBezTo>
                  <a:cubicBezTo>
                    <a:pt x="881" y="259"/>
                    <a:pt x="881" y="259"/>
                    <a:pt x="881" y="259"/>
                  </a:cubicBezTo>
                  <a:cubicBezTo>
                    <a:pt x="910" y="280"/>
                    <a:pt x="910" y="280"/>
                    <a:pt x="910" y="280"/>
                  </a:cubicBezTo>
                  <a:cubicBezTo>
                    <a:pt x="915" y="293"/>
                    <a:pt x="915" y="293"/>
                    <a:pt x="915" y="293"/>
                  </a:cubicBezTo>
                  <a:cubicBezTo>
                    <a:pt x="926" y="306"/>
                    <a:pt x="926" y="306"/>
                    <a:pt x="926" y="306"/>
                  </a:cubicBezTo>
                  <a:cubicBezTo>
                    <a:pt x="945" y="313"/>
                    <a:pt x="945" y="313"/>
                    <a:pt x="945" y="313"/>
                  </a:cubicBezTo>
                  <a:cubicBezTo>
                    <a:pt x="977" y="314"/>
                    <a:pt x="977" y="314"/>
                    <a:pt x="977" y="314"/>
                  </a:cubicBezTo>
                  <a:cubicBezTo>
                    <a:pt x="993" y="300"/>
                    <a:pt x="993" y="300"/>
                    <a:pt x="993" y="300"/>
                  </a:cubicBezTo>
                  <a:cubicBezTo>
                    <a:pt x="1003" y="291"/>
                    <a:pt x="1003" y="291"/>
                    <a:pt x="1003" y="291"/>
                  </a:cubicBezTo>
                  <a:cubicBezTo>
                    <a:pt x="1017" y="291"/>
                    <a:pt x="1017" y="291"/>
                    <a:pt x="1017" y="291"/>
                  </a:cubicBezTo>
                  <a:cubicBezTo>
                    <a:pt x="1039" y="305"/>
                    <a:pt x="1039" y="305"/>
                    <a:pt x="1039" y="305"/>
                  </a:cubicBezTo>
                  <a:cubicBezTo>
                    <a:pt x="1054" y="308"/>
                    <a:pt x="1054" y="308"/>
                    <a:pt x="1054" y="308"/>
                  </a:cubicBezTo>
                  <a:cubicBezTo>
                    <a:pt x="1062" y="294"/>
                    <a:pt x="1062" y="294"/>
                    <a:pt x="1062" y="294"/>
                  </a:cubicBezTo>
                  <a:cubicBezTo>
                    <a:pt x="1071" y="290"/>
                    <a:pt x="1071" y="290"/>
                    <a:pt x="1071" y="290"/>
                  </a:cubicBezTo>
                  <a:cubicBezTo>
                    <a:pt x="1082" y="280"/>
                    <a:pt x="1082" y="280"/>
                    <a:pt x="1082" y="280"/>
                  </a:cubicBezTo>
                  <a:cubicBezTo>
                    <a:pt x="1094" y="281"/>
                    <a:pt x="1094" y="281"/>
                    <a:pt x="1094" y="281"/>
                  </a:cubicBezTo>
                  <a:cubicBezTo>
                    <a:pt x="1105" y="274"/>
                    <a:pt x="1105" y="274"/>
                    <a:pt x="1105" y="274"/>
                  </a:cubicBezTo>
                  <a:cubicBezTo>
                    <a:pt x="1110" y="266"/>
                    <a:pt x="1110" y="266"/>
                    <a:pt x="1110" y="266"/>
                  </a:cubicBezTo>
                  <a:cubicBezTo>
                    <a:pt x="1105" y="256"/>
                    <a:pt x="1105" y="256"/>
                    <a:pt x="1105" y="256"/>
                  </a:cubicBezTo>
                  <a:cubicBezTo>
                    <a:pt x="1099" y="237"/>
                    <a:pt x="1099" y="237"/>
                    <a:pt x="1099" y="237"/>
                  </a:cubicBezTo>
                  <a:cubicBezTo>
                    <a:pt x="1102" y="205"/>
                    <a:pt x="1102" y="205"/>
                    <a:pt x="1102" y="205"/>
                  </a:cubicBezTo>
                  <a:cubicBezTo>
                    <a:pt x="1107" y="195"/>
                    <a:pt x="1107" y="195"/>
                    <a:pt x="1107" y="195"/>
                  </a:cubicBezTo>
                  <a:cubicBezTo>
                    <a:pt x="1100" y="186"/>
                    <a:pt x="1100" y="186"/>
                    <a:pt x="1100" y="186"/>
                  </a:cubicBezTo>
                  <a:cubicBezTo>
                    <a:pt x="1108" y="182"/>
                    <a:pt x="1108" y="182"/>
                    <a:pt x="1108" y="182"/>
                  </a:cubicBezTo>
                  <a:cubicBezTo>
                    <a:pt x="1119" y="168"/>
                    <a:pt x="1119" y="168"/>
                    <a:pt x="1119" y="168"/>
                  </a:cubicBezTo>
                  <a:cubicBezTo>
                    <a:pt x="1118" y="161"/>
                    <a:pt x="1118" y="161"/>
                    <a:pt x="1118" y="161"/>
                  </a:cubicBezTo>
                  <a:cubicBezTo>
                    <a:pt x="1132" y="155"/>
                    <a:pt x="1132" y="155"/>
                    <a:pt x="1132" y="155"/>
                  </a:cubicBezTo>
                  <a:cubicBezTo>
                    <a:pt x="1150" y="158"/>
                    <a:pt x="1150" y="158"/>
                    <a:pt x="1150" y="158"/>
                  </a:cubicBezTo>
                  <a:cubicBezTo>
                    <a:pt x="1160" y="156"/>
                    <a:pt x="1160" y="156"/>
                    <a:pt x="1160" y="156"/>
                  </a:cubicBezTo>
                  <a:cubicBezTo>
                    <a:pt x="1159" y="151"/>
                    <a:pt x="1159" y="151"/>
                    <a:pt x="1159" y="151"/>
                  </a:cubicBezTo>
                  <a:cubicBezTo>
                    <a:pt x="1170" y="140"/>
                    <a:pt x="1170" y="140"/>
                    <a:pt x="1170" y="140"/>
                  </a:cubicBezTo>
                  <a:cubicBezTo>
                    <a:pt x="1199" y="139"/>
                    <a:pt x="1199" y="139"/>
                    <a:pt x="1199" y="139"/>
                  </a:cubicBezTo>
                  <a:cubicBezTo>
                    <a:pt x="1212" y="147"/>
                    <a:pt x="1212" y="147"/>
                    <a:pt x="1212" y="147"/>
                  </a:cubicBezTo>
                  <a:cubicBezTo>
                    <a:pt x="1228" y="166"/>
                    <a:pt x="1228" y="166"/>
                    <a:pt x="1228" y="166"/>
                  </a:cubicBezTo>
                  <a:cubicBezTo>
                    <a:pt x="1238" y="175"/>
                    <a:pt x="1238" y="175"/>
                    <a:pt x="1238" y="175"/>
                  </a:cubicBezTo>
                  <a:cubicBezTo>
                    <a:pt x="1253" y="180"/>
                    <a:pt x="1253" y="180"/>
                    <a:pt x="1253" y="180"/>
                  </a:cubicBezTo>
                  <a:cubicBezTo>
                    <a:pt x="1275" y="182"/>
                    <a:pt x="1275" y="182"/>
                    <a:pt x="1275" y="182"/>
                  </a:cubicBezTo>
                  <a:cubicBezTo>
                    <a:pt x="1279" y="192"/>
                    <a:pt x="1279" y="192"/>
                    <a:pt x="1279" y="192"/>
                  </a:cubicBezTo>
                  <a:cubicBezTo>
                    <a:pt x="1292" y="205"/>
                    <a:pt x="1292" y="205"/>
                    <a:pt x="1292" y="205"/>
                  </a:cubicBezTo>
                  <a:cubicBezTo>
                    <a:pt x="1290" y="218"/>
                    <a:pt x="1290" y="218"/>
                    <a:pt x="1290" y="218"/>
                  </a:cubicBezTo>
                  <a:cubicBezTo>
                    <a:pt x="1278" y="235"/>
                    <a:pt x="1278" y="235"/>
                    <a:pt x="1278" y="235"/>
                  </a:cubicBezTo>
                  <a:cubicBezTo>
                    <a:pt x="1281" y="261"/>
                    <a:pt x="1281" y="261"/>
                    <a:pt x="1281" y="261"/>
                  </a:cubicBezTo>
                  <a:close/>
                  <a:moveTo>
                    <a:pt x="61" y="1333"/>
                  </a:moveTo>
                  <a:cubicBezTo>
                    <a:pt x="70" y="1341"/>
                    <a:pt x="70" y="1341"/>
                    <a:pt x="70" y="1341"/>
                  </a:cubicBezTo>
                  <a:cubicBezTo>
                    <a:pt x="59" y="1344"/>
                    <a:pt x="59" y="1344"/>
                    <a:pt x="59" y="1344"/>
                  </a:cubicBezTo>
                  <a:cubicBezTo>
                    <a:pt x="61" y="1333"/>
                    <a:pt x="61" y="1333"/>
                    <a:pt x="61" y="1333"/>
                  </a:cubicBezTo>
                  <a:close/>
                  <a:moveTo>
                    <a:pt x="30" y="1264"/>
                  </a:moveTo>
                  <a:cubicBezTo>
                    <a:pt x="30" y="1263"/>
                    <a:pt x="38" y="1262"/>
                    <a:pt x="38" y="1262"/>
                  </a:cubicBezTo>
                  <a:cubicBezTo>
                    <a:pt x="45" y="1269"/>
                    <a:pt x="45" y="1269"/>
                    <a:pt x="45" y="1269"/>
                  </a:cubicBezTo>
                  <a:cubicBezTo>
                    <a:pt x="40" y="1278"/>
                    <a:pt x="40" y="1278"/>
                    <a:pt x="40" y="1278"/>
                  </a:cubicBezTo>
                  <a:cubicBezTo>
                    <a:pt x="30" y="1264"/>
                    <a:pt x="30" y="1264"/>
                    <a:pt x="30" y="1264"/>
                  </a:cubicBezTo>
                  <a:close/>
                  <a:moveTo>
                    <a:pt x="53" y="1240"/>
                  </a:moveTo>
                  <a:cubicBezTo>
                    <a:pt x="53" y="1250"/>
                    <a:pt x="53" y="1250"/>
                    <a:pt x="53" y="1250"/>
                  </a:cubicBezTo>
                  <a:cubicBezTo>
                    <a:pt x="48" y="1251"/>
                    <a:pt x="48" y="1251"/>
                    <a:pt x="48" y="1251"/>
                  </a:cubicBezTo>
                  <a:cubicBezTo>
                    <a:pt x="53" y="1240"/>
                    <a:pt x="53" y="1240"/>
                    <a:pt x="53" y="1240"/>
                  </a:cubicBezTo>
                  <a:close/>
                  <a:moveTo>
                    <a:pt x="42" y="1234"/>
                  </a:moveTo>
                  <a:cubicBezTo>
                    <a:pt x="40" y="1245"/>
                    <a:pt x="40" y="1245"/>
                    <a:pt x="40" y="1245"/>
                  </a:cubicBezTo>
                  <a:cubicBezTo>
                    <a:pt x="30" y="1243"/>
                    <a:pt x="30" y="1243"/>
                    <a:pt x="30" y="1243"/>
                  </a:cubicBezTo>
                  <a:cubicBezTo>
                    <a:pt x="42" y="1234"/>
                    <a:pt x="42" y="1234"/>
                    <a:pt x="42" y="1234"/>
                  </a:cubicBezTo>
                  <a:close/>
                  <a:moveTo>
                    <a:pt x="18" y="1187"/>
                  </a:moveTo>
                  <a:cubicBezTo>
                    <a:pt x="8" y="1181"/>
                    <a:pt x="8" y="1181"/>
                    <a:pt x="8" y="1181"/>
                  </a:cubicBezTo>
                  <a:cubicBezTo>
                    <a:pt x="18" y="1173"/>
                    <a:pt x="18" y="1173"/>
                    <a:pt x="18" y="1173"/>
                  </a:cubicBezTo>
                  <a:cubicBezTo>
                    <a:pt x="18" y="1173"/>
                    <a:pt x="18" y="1185"/>
                    <a:pt x="18" y="1187"/>
                  </a:cubicBezTo>
                  <a:close/>
                  <a:moveTo>
                    <a:pt x="13" y="1197"/>
                  </a:moveTo>
                  <a:cubicBezTo>
                    <a:pt x="23" y="1197"/>
                    <a:pt x="23" y="1197"/>
                    <a:pt x="23" y="1197"/>
                  </a:cubicBezTo>
                  <a:cubicBezTo>
                    <a:pt x="18" y="1202"/>
                    <a:pt x="18" y="1202"/>
                    <a:pt x="18" y="1202"/>
                  </a:cubicBezTo>
                  <a:cubicBezTo>
                    <a:pt x="13" y="1197"/>
                    <a:pt x="13" y="1197"/>
                    <a:pt x="13" y="1197"/>
                  </a:cubicBezTo>
                  <a:close/>
                  <a:moveTo>
                    <a:pt x="38" y="1208"/>
                  </a:moveTo>
                  <a:cubicBezTo>
                    <a:pt x="39" y="1209"/>
                    <a:pt x="49" y="1220"/>
                    <a:pt x="49" y="1220"/>
                  </a:cubicBezTo>
                  <a:cubicBezTo>
                    <a:pt x="44" y="1232"/>
                    <a:pt x="44" y="1232"/>
                    <a:pt x="44" y="1232"/>
                  </a:cubicBezTo>
                  <a:cubicBezTo>
                    <a:pt x="38" y="1208"/>
                    <a:pt x="38" y="1208"/>
                    <a:pt x="38" y="1208"/>
                  </a:cubicBezTo>
                  <a:close/>
                  <a:moveTo>
                    <a:pt x="20" y="1224"/>
                  </a:moveTo>
                  <a:cubicBezTo>
                    <a:pt x="11" y="1214"/>
                    <a:pt x="11" y="1214"/>
                    <a:pt x="11" y="1214"/>
                  </a:cubicBezTo>
                  <a:cubicBezTo>
                    <a:pt x="24" y="1210"/>
                    <a:pt x="24" y="1210"/>
                    <a:pt x="24" y="1210"/>
                  </a:cubicBezTo>
                  <a:cubicBezTo>
                    <a:pt x="20" y="1224"/>
                    <a:pt x="20" y="1224"/>
                    <a:pt x="20" y="1224"/>
                  </a:cubicBezTo>
                  <a:close/>
                  <a:moveTo>
                    <a:pt x="11" y="1152"/>
                  </a:moveTo>
                  <a:cubicBezTo>
                    <a:pt x="0" y="1160"/>
                    <a:pt x="0" y="1160"/>
                    <a:pt x="0" y="1160"/>
                  </a:cubicBezTo>
                  <a:cubicBezTo>
                    <a:pt x="7" y="1164"/>
                    <a:pt x="7" y="1164"/>
                    <a:pt x="7" y="1164"/>
                  </a:cubicBezTo>
                  <a:cubicBezTo>
                    <a:pt x="13" y="1158"/>
                    <a:pt x="13" y="1158"/>
                    <a:pt x="13" y="1158"/>
                  </a:cubicBezTo>
                  <a:cubicBezTo>
                    <a:pt x="11" y="1152"/>
                    <a:pt x="11" y="1152"/>
                    <a:pt x="11" y="1152"/>
                  </a:cubicBezTo>
                  <a:close/>
                  <a:moveTo>
                    <a:pt x="6" y="1066"/>
                  </a:moveTo>
                  <a:cubicBezTo>
                    <a:pt x="22" y="1072"/>
                    <a:pt x="22" y="1072"/>
                    <a:pt x="22" y="1072"/>
                  </a:cubicBezTo>
                  <a:cubicBezTo>
                    <a:pt x="9" y="1075"/>
                    <a:pt x="9" y="1075"/>
                    <a:pt x="9" y="1075"/>
                  </a:cubicBezTo>
                  <a:cubicBezTo>
                    <a:pt x="6" y="1066"/>
                    <a:pt x="6" y="1066"/>
                    <a:pt x="6" y="1066"/>
                  </a:cubicBezTo>
                  <a:close/>
                  <a:moveTo>
                    <a:pt x="10" y="1044"/>
                  </a:moveTo>
                  <a:cubicBezTo>
                    <a:pt x="23" y="1052"/>
                    <a:pt x="23" y="1052"/>
                    <a:pt x="23" y="1052"/>
                  </a:cubicBezTo>
                  <a:cubicBezTo>
                    <a:pt x="17" y="1059"/>
                    <a:pt x="17" y="1059"/>
                    <a:pt x="17" y="1059"/>
                  </a:cubicBezTo>
                  <a:cubicBezTo>
                    <a:pt x="10" y="1044"/>
                    <a:pt x="10" y="1044"/>
                    <a:pt x="10" y="1044"/>
                  </a:cubicBezTo>
                  <a:close/>
                  <a:moveTo>
                    <a:pt x="49" y="1019"/>
                  </a:moveTo>
                  <a:cubicBezTo>
                    <a:pt x="52" y="1029"/>
                    <a:pt x="52" y="1029"/>
                    <a:pt x="52" y="1029"/>
                  </a:cubicBezTo>
                  <a:cubicBezTo>
                    <a:pt x="40" y="1030"/>
                    <a:pt x="40" y="1030"/>
                    <a:pt x="40" y="1030"/>
                  </a:cubicBezTo>
                  <a:cubicBezTo>
                    <a:pt x="49" y="1019"/>
                    <a:pt x="49" y="1019"/>
                    <a:pt x="49" y="1019"/>
                  </a:cubicBezTo>
                  <a:close/>
                  <a:moveTo>
                    <a:pt x="61" y="1012"/>
                  </a:moveTo>
                  <a:cubicBezTo>
                    <a:pt x="71" y="1014"/>
                    <a:pt x="71" y="1014"/>
                    <a:pt x="71" y="1014"/>
                  </a:cubicBezTo>
                  <a:cubicBezTo>
                    <a:pt x="75" y="1022"/>
                    <a:pt x="75" y="1022"/>
                    <a:pt x="75" y="1022"/>
                  </a:cubicBezTo>
                  <a:cubicBezTo>
                    <a:pt x="61" y="1029"/>
                    <a:pt x="61" y="1029"/>
                    <a:pt x="61" y="1029"/>
                  </a:cubicBezTo>
                  <a:cubicBezTo>
                    <a:pt x="61" y="1012"/>
                    <a:pt x="61" y="1012"/>
                    <a:pt x="61" y="1012"/>
                  </a:cubicBezTo>
                  <a:close/>
                  <a:moveTo>
                    <a:pt x="181" y="935"/>
                  </a:moveTo>
                  <a:cubicBezTo>
                    <a:pt x="181" y="935"/>
                    <a:pt x="193" y="923"/>
                    <a:pt x="193" y="923"/>
                  </a:cubicBezTo>
                  <a:cubicBezTo>
                    <a:pt x="197" y="936"/>
                    <a:pt x="197" y="936"/>
                    <a:pt x="197" y="936"/>
                  </a:cubicBezTo>
                  <a:cubicBezTo>
                    <a:pt x="190" y="942"/>
                    <a:pt x="190" y="942"/>
                    <a:pt x="190" y="942"/>
                  </a:cubicBezTo>
                  <a:cubicBezTo>
                    <a:pt x="181" y="935"/>
                    <a:pt x="181" y="935"/>
                    <a:pt x="181" y="935"/>
                  </a:cubicBezTo>
                  <a:close/>
                  <a:moveTo>
                    <a:pt x="185" y="915"/>
                  </a:moveTo>
                  <a:cubicBezTo>
                    <a:pt x="185" y="915"/>
                    <a:pt x="180" y="920"/>
                    <a:pt x="180" y="920"/>
                  </a:cubicBezTo>
                  <a:cubicBezTo>
                    <a:pt x="167" y="907"/>
                    <a:pt x="167" y="907"/>
                    <a:pt x="167" y="907"/>
                  </a:cubicBezTo>
                  <a:cubicBezTo>
                    <a:pt x="181" y="906"/>
                    <a:pt x="181" y="906"/>
                    <a:pt x="181" y="906"/>
                  </a:cubicBezTo>
                  <a:cubicBezTo>
                    <a:pt x="185" y="915"/>
                    <a:pt x="185" y="915"/>
                    <a:pt x="185" y="915"/>
                  </a:cubicBezTo>
                  <a:close/>
                  <a:moveTo>
                    <a:pt x="198" y="889"/>
                  </a:moveTo>
                  <a:cubicBezTo>
                    <a:pt x="219" y="872"/>
                    <a:pt x="219" y="872"/>
                    <a:pt x="219" y="872"/>
                  </a:cubicBezTo>
                  <a:cubicBezTo>
                    <a:pt x="228" y="879"/>
                    <a:pt x="228" y="879"/>
                    <a:pt x="228" y="879"/>
                  </a:cubicBezTo>
                  <a:cubicBezTo>
                    <a:pt x="214" y="888"/>
                    <a:pt x="214" y="888"/>
                    <a:pt x="214" y="888"/>
                  </a:cubicBezTo>
                  <a:cubicBezTo>
                    <a:pt x="198" y="889"/>
                    <a:pt x="198" y="889"/>
                    <a:pt x="198" y="889"/>
                  </a:cubicBezTo>
                  <a:close/>
                  <a:moveTo>
                    <a:pt x="201" y="912"/>
                  </a:moveTo>
                  <a:cubicBezTo>
                    <a:pt x="210" y="898"/>
                    <a:pt x="210" y="898"/>
                    <a:pt x="210" y="898"/>
                  </a:cubicBezTo>
                  <a:cubicBezTo>
                    <a:pt x="223" y="898"/>
                    <a:pt x="223" y="898"/>
                    <a:pt x="223" y="898"/>
                  </a:cubicBezTo>
                  <a:cubicBezTo>
                    <a:pt x="227" y="891"/>
                    <a:pt x="227" y="891"/>
                    <a:pt x="227" y="891"/>
                  </a:cubicBezTo>
                  <a:cubicBezTo>
                    <a:pt x="238" y="891"/>
                    <a:pt x="238" y="891"/>
                    <a:pt x="238" y="891"/>
                  </a:cubicBezTo>
                  <a:cubicBezTo>
                    <a:pt x="245" y="898"/>
                    <a:pt x="245" y="898"/>
                    <a:pt x="245" y="898"/>
                  </a:cubicBezTo>
                  <a:cubicBezTo>
                    <a:pt x="235" y="909"/>
                    <a:pt x="235" y="909"/>
                    <a:pt x="235" y="909"/>
                  </a:cubicBezTo>
                  <a:cubicBezTo>
                    <a:pt x="220" y="908"/>
                    <a:pt x="220" y="908"/>
                    <a:pt x="220" y="908"/>
                  </a:cubicBezTo>
                  <a:cubicBezTo>
                    <a:pt x="211" y="913"/>
                    <a:pt x="211" y="913"/>
                    <a:pt x="211" y="913"/>
                  </a:cubicBezTo>
                  <a:cubicBezTo>
                    <a:pt x="201" y="912"/>
                    <a:pt x="201" y="912"/>
                    <a:pt x="201" y="912"/>
                  </a:cubicBezTo>
                  <a:close/>
                  <a:moveTo>
                    <a:pt x="378" y="737"/>
                  </a:moveTo>
                  <a:cubicBezTo>
                    <a:pt x="383" y="728"/>
                    <a:pt x="383" y="728"/>
                    <a:pt x="383" y="728"/>
                  </a:cubicBezTo>
                  <a:cubicBezTo>
                    <a:pt x="400" y="725"/>
                    <a:pt x="400" y="725"/>
                    <a:pt x="400" y="725"/>
                  </a:cubicBezTo>
                  <a:cubicBezTo>
                    <a:pt x="386" y="740"/>
                    <a:pt x="386" y="740"/>
                    <a:pt x="386" y="740"/>
                  </a:cubicBezTo>
                  <a:cubicBezTo>
                    <a:pt x="378" y="737"/>
                    <a:pt x="378" y="737"/>
                    <a:pt x="378" y="737"/>
                  </a:cubicBezTo>
                  <a:close/>
                  <a:moveTo>
                    <a:pt x="363" y="766"/>
                  </a:moveTo>
                  <a:cubicBezTo>
                    <a:pt x="359" y="759"/>
                    <a:pt x="359" y="759"/>
                    <a:pt x="359" y="759"/>
                  </a:cubicBezTo>
                  <a:cubicBezTo>
                    <a:pt x="346" y="760"/>
                    <a:pt x="346" y="760"/>
                    <a:pt x="346" y="760"/>
                  </a:cubicBezTo>
                  <a:cubicBezTo>
                    <a:pt x="357" y="749"/>
                    <a:pt x="357" y="749"/>
                    <a:pt x="357" y="749"/>
                  </a:cubicBezTo>
                  <a:cubicBezTo>
                    <a:pt x="376" y="747"/>
                    <a:pt x="376" y="747"/>
                    <a:pt x="376" y="747"/>
                  </a:cubicBezTo>
                  <a:cubicBezTo>
                    <a:pt x="386" y="743"/>
                    <a:pt x="386" y="743"/>
                    <a:pt x="386" y="743"/>
                  </a:cubicBezTo>
                  <a:cubicBezTo>
                    <a:pt x="370" y="761"/>
                    <a:pt x="370" y="761"/>
                    <a:pt x="370" y="761"/>
                  </a:cubicBezTo>
                  <a:cubicBezTo>
                    <a:pt x="363" y="766"/>
                    <a:pt x="363" y="766"/>
                    <a:pt x="363" y="766"/>
                  </a:cubicBezTo>
                  <a:close/>
                  <a:moveTo>
                    <a:pt x="397" y="662"/>
                  </a:moveTo>
                  <a:cubicBezTo>
                    <a:pt x="402" y="666"/>
                    <a:pt x="402" y="666"/>
                    <a:pt x="402" y="666"/>
                  </a:cubicBezTo>
                  <a:cubicBezTo>
                    <a:pt x="402" y="673"/>
                    <a:pt x="402" y="673"/>
                    <a:pt x="402" y="673"/>
                  </a:cubicBezTo>
                  <a:cubicBezTo>
                    <a:pt x="396" y="679"/>
                    <a:pt x="396" y="679"/>
                    <a:pt x="396" y="679"/>
                  </a:cubicBezTo>
                  <a:cubicBezTo>
                    <a:pt x="390" y="672"/>
                    <a:pt x="390" y="672"/>
                    <a:pt x="390" y="672"/>
                  </a:cubicBezTo>
                  <a:cubicBezTo>
                    <a:pt x="397" y="662"/>
                    <a:pt x="397" y="662"/>
                    <a:pt x="397" y="662"/>
                  </a:cubicBezTo>
                  <a:close/>
                  <a:moveTo>
                    <a:pt x="422" y="639"/>
                  </a:moveTo>
                  <a:cubicBezTo>
                    <a:pt x="428" y="633"/>
                    <a:pt x="428" y="633"/>
                    <a:pt x="428" y="633"/>
                  </a:cubicBezTo>
                  <a:cubicBezTo>
                    <a:pt x="440" y="634"/>
                    <a:pt x="440" y="634"/>
                    <a:pt x="440" y="634"/>
                  </a:cubicBezTo>
                  <a:cubicBezTo>
                    <a:pt x="424" y="646"/>
                    <a:pt x="424" y="646"/>
                    <a:pt x="424" y="646"/>
                  </a:cubicBezTo>
                  <a:cubicBezTo>
                    <a:pt x="422" y="639"/>
                    <a:pt x="422" y="639"/>
                    <a:pt x="422" y="639"/>
                  </a:cubicBezTo>
                  <a:close/>
                  <a:moveTo>
                    <a:pt x="413" y="617"/>
                  </a:moveTo>
                  <a:cubicBezTo>
                    <a:pt x="425" y="605"/>
                    <a:pt x="425" y="605"/>
                    <a:pt x="425" y="605"/>
                  </a:cubicBezTo>
                  <a:cubicBezTo>
                    <a:pt x="428" y="617"/>
                    <a:pt x="428" y="617"/>
                    <a:pt x="428" y="617"/>
                  </a:cubicBezTo>
                  <a:cubicBezTo>
                    <a:pt x="417" y="632"/>
                    <a:pt x="417" y="632"/>
                    <a:pt x="417" y="632"/>
                  </a:cubicBezTo>
                  <a:cubicBezTo>
                    <a:pt x="413" y="617"/>
                    <a:pt x="413" y="617"/>
                    <a:pt x="413" y="617"/>
                  </a:cubicBezTo>
                  <a:close/>
                  <a:moveTo>
                    <a:pt x="497" y="505"/>
                  </a:moveTo>
                  <a:cubicBezTo>
                    <a:pt x="501" y="499"/>
                    <a:pt x="501" y="499"/>
                    <a:pt x="501" y="499"/>
                  </a:cubicBezTo>
                  <a:cubicBezTo>
                    <a:pt x="509" y="501"/>
                    <a:pt x="509" y="501"/>
                    <a:pt x="509" y="501"/>
                  </a:cubicBezTo>
                  <a:cubicBezTo>
                    <a:pt x="504" y="511"/>
                    <a:pt x="504" y="511"/>
                    <a:pt x="504" y="511"/>
                  </a:cubicBezTo>
                  <a:cubicBezTo>
                    <a:pt x="497" y="505"/>
                    <a:pt x="497" y="505"/>
                    <a:pt x="497" y="505"/>
                  </a:cubicBezTo>
                  <a:close/>
                  <a:moveTo>
                    <a:pt x="416" y="442"/>
                  </a:moveTo>
                  <a:cubicBezTo>
                    <a:pt x="422" y="448"/>
                    <a:pt x="422" y="448"/>
                    <a:pt x="422" y="448"/>
                  </a:cubicBezTo>
                  <a:cubicBezTo>
                    <a:pt x="418" y="455"/>
                    <a:pt x="418" y="455"/>
                    <a:pt x="418" y="455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16" y="442"/>
                    <a:pt x="416" y="442"/>
                    <a:pt x="416" y="442"/>
                  </a:cubicBezTo>
                  <a:close/>
                  <a:moveTo>
                    <a:pt x="439" y="411"/>
                  </a:moveTo>
                  <a:cubicBezTo>
                    <a:pt x="423" y="425"/>
                    <a:pt x="423" y="425"/>
                    <a:pt x="423" y="425"/>
                  </a:cubicBezTo>
                  <a:cubicBezTo>
                    <a:pt x="423" y="413"/>
                    <a:pt x="423" y="413"/>
                    <a:pt x="423" y="413"/>
                  </a:cubicBezTo>
                  <a:cubicBezTo>
                    <a:pt x="435" y="394"/>
                    <a:pt x="435" y="394"/>
                    <a:pt x="435" y="394"/>
                  </a:cubicBezTo>
                  <a:cubicBezTo>
                    <a:pt x="439" y="411"/>
                    <a:pt x="439" y="411"/>
                    <a:pt x="439" y="411"/>
                  </a:cubicBezTo>
                  <a:close/>
                  <a:moveTo>
                    <a:pt x="448" y="402"/>
                  </a:moveTo>
                  <a:cubicBezTo>
                    <a:pt x="443" y="394"/>
                    <a:pt x="443" y="394"/>
                    <a:pt x="443" y="394"/>
                  </a:cubicBezTo>
                  <a:cubicBezTo>
                    <a:pt x="448" y="388"/>
                    <a:pt x="448" y="388"/>
                    <a:pt x="448" y="388"/>
                  </a:cubicBezTo>
                  <a:cubicBezTo>
                    <a:pt x="454" y="391"/>
                    <a:pt x="454" y="391"/>
                    <a:pt x="454" y="391"/>
                  </a:cubicBezTo>
                  <a:cubicBezTo>
                    <a:pt x="448" y="402"/>
                    <a:pt x="448" y="402"/>
                    <a:pt x="448" y="402"/>
                  </a:cubicBezTo>
                  <a:close/>
                  <a:moveTo>
                    <a:pt x="487" y="374"/>
                  </a:moveTo>
                  <a:cubicBezTo>
                    <a:pt x="486" y="384"/>
                    <a:pt x="486" y="384"/>
                    <a:pt x="486" y="384"/>
                  </a:cubicBezTo>
                  <a:cubicBezTo>
                    <a:pt x="462" y="401"/>
                    <a:pt x="462" y="401"/>
                    <a:pt x="462" y="401"/>
                  </a:cubicBezTo>
                  <a:cubicBezTo>
                    <a:pt x="465" y="379"/>
                    <a:pt x="465" y="379"/>
                    <a:pt x="465" y="379"/>
                  </a:cubicBezTo>
                  <a:cubicBezTo>
                    <a:pt x="487" y="374"/>
                    <a:pt x="487" y="374"/>
                    <a:pt x="487" y="374"/>
                  </a:cubicBezTo>
                  <a:close/>
                  <a:moveTo>
                    <a:pt x="509" y="347"/>
                  </a:moveTo>
                  <a:cubicBezTo>
                    <a:pt x="517" y="336"/>
                    <a:pt x="517" y="336"/>
                    <a:pt x="517" y="336"/>
                  </a:cubicBezTo>
                  <a:cubicBezTo>
                    <a:pt x="528" y="345"/>
                    <a:pt x="528" y="345"/>
                    <a:pt x="528" y="345"/>
                  </a:cubicBezTo>
                  <a:cubicBezTo>
                    <a:pt x="509" y="347"/>
                    <a:pt x="509" y="347"/>
                    <a:pt x="509" y="347"/>
                  </a:cubicBezTo>
                  <a:close/>
                  <a:moveTo>
                    <a:pt x="527" y="352"/>
                  </a:moveTo>
                  <a:cubicBezTo>
                    <a:pt x="527" y="376"/>
                    <a:pt x="527" y="376"/>
                    <a:pt x="527" y="376"/>
                  </a:cubicBezTo>
                  <a:cubicBezTo>
                    <a:pt x="512" y="370"/>
                    <a:pt x="512" y="370"/>
                    <a:pt x="512" y="370"/>
                  </a:cubicBezTo>
                  <a:cubicBezTo>
                    <a:pt x="494" y="381"/>
                    <a:pt x="494" y="381"/>
                    <a:pt x="494" y="381"/>
                  </a:cubicBezTo>
                  <a:cubicBezTo>
                    <a:pt x="496" y="369"/>
                    <a:pt x="496" y="369"/>
                    <a:pt x="496" y="369"/>
                  </a:cubicBezTo>
                  <a:cubicBezTo>
                    <a:pt x="527" y="352"/>
                    <a:pt x="527" y="352"/>
                    <a:pt x="527" y="352"/>
                  </a:cubicBezTo>
                  <a:close/>
                  <a:moveTo>
                    <a:pt x="536" y="292"/>
                  </a:moveTo>
                  <a:cubicBezTo>
                    <a:pt x="540" y="308"/>
                    <a:pt x="540" y="308"/>
                    <a:pt x="540" y="308"/>
                  </a:cubicBezTo>
                  <a:cubicBezTo>
                    <a:pt x="541" y="329"/>
                    <a:pt x="541" y="329"/>
                    <a:pt x="541" y="329"/>
                  </a:cubicBezTo>
                  <a:cubicBezTo>
                    <a:pt x="523" y="333"/>
                    <a:pt x="523" y="333"/>
                    <a:pt x="523" y="333"/>
                  </a:cubicBezTo>
                  <a:cubicBezTo>
                    <a:pt x="515" y="328"/>
                    <a:pt x="515" y="328"/>
                    <a:pt x="515" y="328"/>
                  </a:cubicBezTo>
                  <a:cubicBezTo>
                    <a:pt x="532" y="317"/>
                    <a:pt x="532" y="317"/>
                    <a:pt x="532" y="317"/>
                  </a:cubicBezTo>
                  <a:cubicBezTo>
                    <a:pt x="523" y="316"/>
                    <a:pt x="523" y="316"/>
                    <a:pt x="523" y="316"/>
                  </a:cubicBezTo>
                  <a:cubicBezTo>
                    <a:pt x="505" y="329"/>
                    <a:pt x="505" y="329"/>
                    <a:pt x="505" y="329"/>
                  </a:cubicBezTo>
                  <a:cubicBezTo>
                    <a:pt x="500" y="321"/>
                    <a:pt x="500" y="321"/>
                    <a:pt x="500" y="321"/>
                  </a:cubicBezTo>
                  <a:cubicBezTo>
                    <a:pt x="505" y="308"/>
                    <a:pt x="505" y="308"/>
                    <a:pt x="505" y="308"/>
                  </a:cubicBezTo>
                  <a:cubicBezTo>
                    <a:pt x="518" y="311"/>
                    <a:pt x="518" y="311"/>
                    <a:pt x="518" y="311"/>
                  </a:cubicBezTo>
                  <a:cubicBezTo>
                    <a:pt x="529" y="299"/>
                    <a:pt x="529" y="299"/>
                    <a:pt x="529" y="299"/>
                  </a:cubicBezTo>
                  <a:cubicBezTo>
                    <a:pt x="527" y="293"/>
                    <a:pt x="527" y="293"/>
                    <a:pt x="527" y="293"/>
                  </a:cubicBezTo>
                  <a:cubicBezTo>
                    <a:pt x="536" y="292"/>
                    <a:pt x="536" y="292"/>
                    <a:pt x="536" y="292"/>
                  </a:cubicBezTo>
                  <a:close/>
                  <a:moveTo>
                    <a:pt x="550" y="299"/>
                  </a:moveTo>
                  <a:cubicBezTo>
                    <a:pt x="544" y="294"/>
                    <a:pt x="544" y="294"/>
                    <a:pt x="544" y="294"/>
                  </a:cubicBezTo>
                  <a:cubicBezTo>
                    <a:pt x="545" y="276"/>
                    <a:pt x="545" y="276"/>
                    <a:pt x="545" y="276"/>
                  </a:cubicBezTo>
                  <a:cubicBezTo>
                    <a:pt x="563" y="263"/>
                    <a:pt x="563" y="263"/>
                    <a:pt x="563" y="263"/>
                  </a:cubicBezTo>
                  <a:cubicBezTo>
                    <a:pt x="563" y="252"/>
                    <a:pt x="563" y="252"/>
                    <a:pt x="563" y="252"/>
                  </a:cubicBezTo>
                  <a:cubicBezTo>
                    <a:pt x="581" y="246"/>
                    <a:pt x="581" y="246"/>
                    <a:pt x="581" y="246"/>
                  </a:cubicBezTo>
                  <a:cubicBezTo>
                    <a:pt x="584" y="257"/>
                    <a:pt x="584" y="257"/>
                    <a:pt x="584" y="257"/>
                  </a:cubicBezTo>
                  <a:cubicBezTo>
                    <a:pt x="570" y="267"/>
                    <a:pt x="570" y="267"/>
                    <a:pt x="570" y="267"/>
                  </a:cubicBezTo>
                  <a:cubicBezTo>
                    <a:pt x="569" y="279"/>
                    <a:pt x="569" y="279"/>
                    <a:pt x="569" y="279"/>
                  </a:cubicBezTo>
                  <a:cubicBezTo>
                    <a:pt x="550" y="299"/>
                    <a:pt x="550" y="299"/>
                    <a:pt x="550" y="299"/>
                  </a:cubicBezTo>
                  <a:close/>
                  <a:moveTo>
                    <a:pt x="595" y="306"/>
                  </a:moveTo>
                  <a:cubicBezTo>
                    <a:pt x="613" y="321"/>
                    <a:pt x="613" y="321"/>
                    <a:pt x="613" y="321"/>
                  </a:cubicBezTo>
                  <a:cubicBezTo>
                    <a:pt x="589" y="344"/>
                    <a:pt x="589" y="344"/>
                    <a:pt x="589" y="344"/>
                  </a:cubicBezTo>
                  <a:cubicBezTo>
                    <a:pt x="574" y="352"/>
                    <a:pt x="574" y="352"/>
                    <a:pt x="574" y="352"/>
                  </a:cubicBezTo>
                  <a:cubicBezTo>
                    <a:pt x="568" y="362"/>
                    <a:pt x="568" y="362"/>
                    <a:pt x="568" y="362"/>
                  </a:cubicBezTo>
                  <a:cubicBezTo>
                    <a:pt x="558" y="359"/>
                    <a:pt x="558" y="359"/>
                    <a:pt x="558" y="359"/>
                  </a:cubicBezTo>
                  <a:cubicBezTo>
                    <a:pt x="560" y="347"/>
                    <a:pt x="560" y="347"/>
                    <a:pt x="560" y="347"/>
                  </a:cubicBezTo>
                  <a:cubicBezTo>
                    <a:pt x="544" y="366"/>
                    <a:pt x="544" y="366"/>
                    <a:pt x="544" y="366"/>
                  </a:cubicBezTo>
                  <a:cubicBezTo>
                    <a:pt x="536" y="366"/>
                    <a:pt x="536" y="366"/>
                    <a:pt x="536" y="366"/>
                  </a:cubicBezTo>
                  <a:cubicBezTo>
                    <a:pt x="539" y="351"/>
                    <a:pt x="539" y="351"/>
                    <a:pt x="539" y="351"/>
                  </a:cubicBezTo>
                  <a:cubicBezTo>
                    <a:pt x="546" y="347"/>
                    <a:pt x="546" y="347"/>
                    <a:pt x="546" y="347"/>
                  </a:cubicBezTo>
                  <a:cubicBezTo>
                    <a:pt x="544" y="336"/>
                    <a:pt x="544" y="336"/>
                    <a:pt x="544" y="336"/>
                  </a:cubicBezTo>
                  <a:cubicBezTo>
                    <a:pt x="553" y="326"/>
                    <a:pt x="553" y="326"/>
                    <a:pt x="553" y="326"/>
                  </a:cubicBezTo>
                  <a:cubicBezTo>
                    <a:pt x="553" y="314"/>
                    <a:pt x="553" y="314"/>
                    <a:pt x="553" y="314"/>
                  </a:cubicBezTo>
                  <a:cubicBezTo>
                    <a:pt x="569" y="292"/>
                    <a:pt x="569" y="292"/>
                    <a:pt x="569" y="292"/>
                  </a:cubicBezTo>
                  <a:cubicBezTo>
                    <a:pt x="561" y="324"/>
                    <a:pt x="561" y="324"/>
                    <a:pt x="561" y="324"/>
                  </a:cubicBezTo>
                  <a:cubicBezTo>
                    <a:pt x="564" y="336"/>
                    <a:pt x="564" y="336"/>
                    <a:pt x="564" y="336"/>
                  </a:cubicBezTo>
                  <a:cubicBezTo>
                    <a:pt x="573" y="320"/>
                    <a:pt x="573" y="320"/>
                    <a:pt x="573" y="320"/>
                  </a:cubicBezTo>
                  <a:cubicBezTo>
                    <a:pt x="595" y="319"/>
                    <a:pt x="595" y="319"/>
                    <a:pt x="595" y="319"/>
                  </a:cubicBezTo>
                  <a:cubicBezTo>
                    <a:pt x="587" y="308"/>
                    <a:pt x="587" y="308"/>
                    <a:pt x="587" y="308"/>
                  </a:cubicBezTo>
                  <a:cubicBezTo>
                    <a:pt x="586" y="300"/>
                    <a:pt x="586" y="300"/>
                    <a:pt x="586" y="300"/>
                  </a:cubicBezTo>
                  <a:cubicBezTo>
                    <a:pt x="595" y="306"/>
                    <a:pt x="595" y="306"/>
                    <a:pt x="595" y="306"/>
                  </a:cubicBezTo>
                  <a:close/>
                  <a:moveTo>
                    <a:pt x="593" y="292"/>
                  </a:moveTo>
                  <a:cubicBezTo>
                    <a:pt x="589" y="288"/>
                    <a:pt x="589" y="288"/>
                    <a:pt x="589" y="288"/>
                  </a:cubicBezTo>
                  <a:cubicBezTo>
                    <a:pt x="599" y="285"/>
                    <a:pt x="599" y="285"/>
                    <a:pt x="599" y="285"/>
                  </a:cubicBezTo>
                  <a:cubicBezTo>
                    <a:pt x="613" y="291"/>
                    <a:pt x="613" y="291"/>
                    <a:pt x="613" y="291"/>
                  </a:cubicBezTo>
                  <a:cubicBezTo>
                    <a:pt x="613" y="300"/>
                    <a:pt x="613" y="300"/>
                    <a:pt x="613" y="300"/>
                  </a:cubicBezTo>
                  <a:cubicBezTo>
                    <a:pt x="593" y="292"/>
                    <a:pt x="593" y="292"/>
                    <a:pt x="593" y="292"/>
                  </a:cubicBezTo>
                  <a:close/>
                  <a:moveTo>
                    <a:pt x="630" y="310"/>
                  </a:moveTo>
                  <a:cubicBezTo>
                    <a:pt x="635" y="295"/>
                    <a:pt x="635" y="295"/>
                    <a:pt x="635" y="295"/>
                  </a:cubicBezTo>
                  <a:cubicBezTo>
                    <a:pt x="642" y="306"/>
                    <a:pt x="642" y="306"/>
                    <a:pt x="642" y="306"/>
                  </a:cubicBezTo>
                  <a:cubicBezTo>
                    <a:pt x="630" y="310"/>
                    <a:pt x="630" y="310"/>
                    <a:pt x="630" y="310"/>
                  </a:cubicBezTo>
                  <a:close/>
                  <a:moveTo>
                    <a:pt x="676" y="244"/>
                  </a:moveTo>
                  <a:cubicBezTo>
                    <a:pt x="674" y="251"/>
                    <a:pt x="674" y="251"/>
                    <a:pt x="674" y="251"/>
                  </a:cubicBezTo>
                  <a:cubicBezTo>
                    <a:pt x="677" y="261"/>
                    <a:pt x="677" y="261"/>
                    <a:pt x="677" y="261"/>
                  </a:cubicBezTo>
                  <a:cubicBezTo>
                    <a:pt x="662" y="264"/>
                    <a:pt x="662" y="264"/>
                    <a:pt x="662" y="264"/>
                  </a:cubicBezTo>
                  <a:cubicBezTo>
                    <a:pt x="657" y="271"/>
                    <a:pt x="657" y="271"/>
                    <a:pt x="657" y="271"/>
                  </a:cubicBezTo>
                  <a:cubicBezTo>
                    <a:pt x="641" y="269"/>
                    <a:pt x="641" y="269"/>
                    <a:pt x="641" y="269"/>
                  </a:cubicBezTo>
                  <a:cubicBezTo>
                    <a:pt x="638" y="285"/>
                    <a:pt x="638" y="285"/>
                    <a:pt x="638" y="285"/>
                  </a:cubicBezTo>
                  <a:cubicBezTo>
                    <a:pt x="632" y="285"/>
                    <a:pt x="632" y="285"/>
                    <a:pt x="632" y="285"/>
                  </a:cubicBezTo>
                  <a:cubicBezTo>
                    <a:pt x="631" y="273"/>
                    <a:pt x="631" y="273"/>
                    <a:pt x="631" y="273"/>
                  </a:cubicBezTo>
                  <a:cubicBezTo>
                    <a:pt x="620" y="272"/>
                    <a:pt x="620" y="272"/>
                    <a:pt x="620" y="272"/>
                  </a:cubicBezTo>
                  <a:cubicBezTo>
                    <a:pt x="631" y="259"/>
                    <a:pt x="631" y="259"/>
                    <a:pt x="631" y="259"/>
                  </a:cubicBezTo>
                  <a:cubicBezTo>
                    <a:pt x="618" y="258"/>
                    <a:pt x="618" y="258"/>
                    <a:pt x="618" y="258"/>
                  </a:cubicBezTo>
                  <a:cubicBezTo>
                    <a:pt x="624" y="243"/>
                    <a:pt x="624" y="243"/>
                    <a:pt x="624" y="243"/>
                  </a:cubicBezTo>
                  <a:cubicBezTo>
                    <a:pt x="641" y="242"/>
                    <a:pt x="641" y="242"/>
                    <a:pt x="641" y="242"/>
                  </a:cubicBezTo>
                  <a:cubicBezTo>
                    <a:pt x="625" y="235"/>
                    <a:pt x="625" y="235"/>
                    <a:pt x="625" y="235"/>
                  </a:cubicBezTo>
                  <a:cubicBezTo>
                    <a:pt x="633" y="221"/>
                    <a:pt x="633" y="221"/>
                    <a:pt x="633" y="221"/>
                  </a:cubicBezTo>
                  <a:cubicBezTo>
                    <a:pt x="644" y="229"/>
                    <a:pt x="644" y="229"/>
                    <a:pt x="644" y="229"/>
                  </a:cubicBezTo>
                  <a:cubicBezTo>
                    <a:pt x="640" y="215"/>
                    <a:pt x="640" y="215"/>
                    <a:pt x="640" y="215"/>
                  </a:cubicBezTo>
                  <a:cubicBezTo>
                    <a:pt x="661" y="217"/>
                    <a:pt x="661" y="217"/>
                    <a:pt x="661" y="217"/>
                  </a:cubicBezTo>
                  <a:cubicBezTo>
                    <a:pt x="663" y="227"/>
                    <a:pt x="663" y="227"/>
                    <a:pt x="663" y="227"/>
                  </a:cubicBezTo>
                  <a:cubicBezTo>
                    <a:pt x="673" y="230"/>
                    <a:pt x="673" y="230"/>
                    <a:pt x="673" y="230"/>
                  </a:cubicBezTo>
                  <a:cubicBezTo>
                    <a:pt x="676" y="244"/>
                    <a:pt x="676" y="244"/>
                    <a:pt x="676" y="244"/>
                  </a:cubicBezTo>
                  <a:close/>
                  <a:moveTo>
                    <a:pt x="677" y="208"/>
                  </a:moveTo>
                  <a:cubicBezTo>
                    <a:pt x="695" y="207"/>
                    <a:pt x="695" y="207"/>
                    <a:pt x="695" y="207"/>
                  </a:cubicBezTo>
                  <a:cubicBezTo>
                    <a:pt x="695" y="198"/>
                    <a:pt x="695" y="198"/>
                    <a:pt x="695" y="198"/>
                  </a:cubicBezTo>
                  <a:cubicBezTo>
                    <a:pt x="711" y="197"/>
                    <a:pt x="711" y="197"/>
                    <a:pt x="711" y="197"/>
                  </a:cubicBezTo>
                  <a:cubicBezTo>
                    <a:pt x="719" y="187"/>
                    <a:pt x="719" y="187"/>
                    <a:pt x="719" y="187"/>
                  </a:cubicBezTo>
                  <a:cubicBezTo>
                    <a:pt x="728" y="199"/>
                    <a:pt x="728" y="199"/>
                    <a:pt x="728" y="199"/>
                  </a:cubicBezTo>
                  <a:cubicBezTo>
                    <a:pt x="719" y="210"/>
                    <a:pt x="719" y="210"/>
                    <a:pt x="719" y="210"/>
                  </a:cubicBezTo>
                  <a:cubicBezTo>
                    <a:pt x="719" y="219"/>
                    <a:pt x="719" y="219"/>
                    <a:pt x="719" y="219"/>
                  </a:cubicBezTo>
                  <a:cubicBezTo>
                    <a:pt x="703" y="219"/>
                    <a:pt x="703" y="219"/>
                    <a:pt x="703" y="219"/>
                  </a:cubicBezTo>
                  <a:cubicBezTo>
                    <a:pt x="690" y="224"/>
                    <a:pt x="690" y="224"/>
                    <a:pt x="690" y="224"/>
                  </a:cubicBezTo>
                  <a:cubicBezTo>
                    <a:pt x="677" y="208"/>
                    <a:pt x="677" y="208"/>
                    <a:pt x="677" y="208"/>
                  </a:cubicBezTo>
                  <a:close/>
                  <a:moveTo>
                    <a:pt x="731" y="139"/>
                  </a:moveTo>
                  <a:cubicBezTo>
                    <a:pt x="728" y="131"/>
                    <a:pt x="728" y="131"/>
                    <a:pt x="728" y="131"/>
                  </a:cubicBezTo>
                  <a:cubicBezTo>
                    <a:pt x="740" y="127"/>
                    <a:pt x="740" y="127"/>
                    <a:pt x="740" y="127"/>
                  </a:cubicBezTo>
                  <a:cubicBezTo>
                    <a:pt x="731" y="139"/>
                    <a:pt x="731" y="139"/>
                    <a:pt x="731" y="139"/>
                  </a:cubicBezTo>
                  <a:close/>
                  <a:moveTo>
                    <a:pt x="707" y="163"/>
                  </a:moveTo>
                  <a:cubicBezTo>
                    <a:pt x="708" y="149"/>
                    <a:pt x="708" y="149"/>
                    <a:pt x="708" y="149"/>
                  </a:cubicBezTo>
                  <a:cubicBezTo>
                    <a:pt x="725" y="145"/>
                    <a:pt x="725" y="145"/>
                    <a:pt x="725" y="145"/>
                  </a:cubicBezTo>
                  <a:cubicBezTo>
                    <a:pt x="724" y="153"/>
                    <a:pt x="724" y="153"/>
                    <a:pt x="724" y="153"/>
                  </a:cubicBezTo>
                  <a:cubicBezTo>
                    <a:pt x="724" y="153"/>
                    <a:pt x="708" y="163"/>
                    <a:pt x="707" y="163"/>
                  </a:cubicBezTo>
                  <a:close/>
                  <a:moveTo>
                    <a:pt x="752" y="186"/>
                  </a:moveTo>
                  <a:cubicBezTo>
                    <a:pt x="756" y="169"/>
                    <a:pt x="756" y="169"/>
                    <a:pt x="756" y="169"/>
                  </a:cubicBezTo>
                  <a:cubicBezTo>
                    <a:pt x="762" y="181"/>
                    <a:pt x="762" y="181"/>
                    <a:pt x="762" y="181"/>
                  </a:cubicBezTo>
                  <a:cubicBezTo>
                    <a:pt x="752" y="186"/>
                    <a:pt x="752" y="186"/>
                    <a:pt x="752" y="186"/>
                  </a:cubicBezTo>
                  <a:close/>
                  <a:moveTo>
                    <a:pt x="745" y="182"/>
                  </a:moveTo>
                  <a:cubicBezTo>
                    <a:pt x="741" y="187"/>
                    <a:pt x="741" y="187"/>
                    <a:pt x="741" y="187"/>
                  </a:cubicBezTo>
                  <a:cubicBezTo>
                    <a:pt x="732" y="187"/>
                    <a:pt x="732" y="187"/>
                    <a:pt x="732" y="187"/>
                  </a:cubicBezTo>
                  <a:cubicBezTo>
                    <a:pt x="715" y="171"/>
                    <a:pt x="715" y="171"/>
                    <a:pt x="715" y="171"/>
                  </a:cubicBezTo>
                  <a:cubicBezTo>
                    <a:pt x="736" y="155"/>
                    <a:pt x="736" y="155"/>
                    <a:pt x="736" y="155"/>
                  </a:cubicBezTo>
                  <a:cubicBezTo>
                    <a:pt x="741" y="162"/>
                    <a:pt x="741" y="162"/>
                    <a:pt x="741" y="162"/>
                  </a:cubicBezTo>
                  <a:cubicBezTo>
                    <a:pt x="752" y="161"/>
                    <a:pt x="752" y="161"/>
                    <a:pt x="752" y="161"/>
                  </a:cubicBezTo>
                  <a:cubicBezTo>
                    <a:pt x="754" y="164"/>
                    <a:pt x="754" y="164"/>
                    <a:pt x="754" y="164"/>
                  </a:cubicBezTo>
                  <a:cubicBezTo>
                    <a:pt x="743" y="171"/>
                    <a:pt x="743" y="171"/>
                    <a:pt x="743" y="171"/>
                  </a:cubicBezTo>
                  <a:cubicBezTo>
                    <a:pt x="745" y="182"/>
                    <a:pt x="745" y="182"/>
                    <a:pt x="745" y="182"/>
                  </a:cubicBezTo>
                  <a:close/>
                  <a:moveTo>
                    <a:pt x="781" y="153"/>
                  </a:moveTo>
                  <a:cubicBezTo>
                    <a:pt x="775" y="157"/>
                    <a:pt x="775" y="157"/>
                    <a:pt x="775" y="157"/>
                  </a:cubicBezTo>
                  <a:cubicBezTo>
                    <a:pt x="760" y="151"/>
                    <a:pt x="760" y="151"/>
                    <a:pt x="760" y="151"/>
                  </a:cubicBezTo>
                  <a:cubicBezTo>
                    <a:pt x="759" y="140"/>
                    <a:pt x="759" y="140"/>
                    <a:pt x="759" y="140"/>
                  </a:cubicBezTo>
                  <a:cubicBezTo>
                    <a:pt x="754" y="124"/>
                    <a:pt x="754" y="124"/>
                    <a:pt x="754" y="124"/>
                  </a:cubicBezTo>
                  <a:cubicBezTo>
                    <a:pt x="762" y="119"/>
                    <a:pt x="762" y="119"/>
                    <a:pt x="762" y="119"/>
                  </a:cubicBezTo>
                  <a:cubicBezTo>
                    <a:pt x="765" y="136"/>
                    <a:pt x="765" y="136"/>
                    <a:pt x="765" y="136"/>
                  </a:cubicBezTo>
                  <a:cubicBezTo>
                    <a:pt x="777" y="145"/>
                    <a:pt x="777" y="145"/>
                    <a:pt x="777" y="145"/>
                  </a:cubicBezTo>
                  <a:cubicBezTo>
                    <a:pt x="781" y="153"/>
                    <a:pt x="781" y="153"/>
                    <a:pt x="781" y="153"/>
                  </a:cubicBezTo>
                  <a:close/>
                  <a:moveTo>
                    <a:pt x="818" y="171"/>
                  </a:moveTo>
                  <a:cubicBezTo>
                    <a:pt x="811" y="161"/>
                    <a:pt x="811" y="161"/>
                    <a:pt x="811" y="161"/>
                  </a:cubicBezTo>
                  <a:cubicBezTo>
                    <a:pt x="801" y="158"/>
                    <a:pt x="801" y="158"/>
                    <a:pt x="801" y="158"/>
                  </a:cubicBezTo>
                  <a:cubicBezTo>
                    <a:pt x="799" y="137"/>
                    <a:pt x="799" y="137"/>
                    <a:pt x="799" y="137"/>
                  </a:cubicBezTo>
                  <a:cubicBezTo>
                    <a:pt x="808" y="129"/>
                    <a:pt x="808" y="129"/>
                    <a:pt x="808" y="129"/>
                  </a:cubicBezTo>
                  <a:cubicBezTo>
                    <a:pt x="822" y="139"/>
                    <a:pt x="822" y="139"/>
                    <a:pt x="822" y="139"/>
                  </a:cubicBezTo>
                  <a:cubicBezTo>
                    <a:pt x="816" y="151"/>
                    <a:pt x="816" y="151"/>
                    <a:pt x="816" y="151"/>
                  </a:cubicBezTo>
                  <a:cubicBezTo>
                    <a:pt x="824" y="161"/>
                    <a:pt x="824" y="161"/>
                    <a:pt x="824" y="161"/>
                  </a:cubicBezTo>
                  <a:cubicBezTo>
                    <a:pt x="818" y="171"/>
                    <a:pt x="818" y="171"/>
                    <a:pt x="818" y="171"/>
                  </a:cubicBezTo>
                  <a:close/>
                  <a:moveTo>
                    <a:pt x="920" y="124"/>
                  </a:moveTo>
                  <a:cubicBezTo>
                    <a:pt x="907" y="119"/>
                    <a:pt x="907" y="119"/>
                    <a:pt x="907" y="119"/>
                  </a:cubicBezTo>
                  <a:cubicBezTo>
                    <a:pt x="892" y="113"/>
                    <a:pt x="892" y="113"/>
                    <a:pt x="892" y="113"/>
                  </a:cubicBezTo>
                  <a:cubicBezTo>
                    <a:pt x="902" y="106"/>
                    <a:pt x="902" y="106"/>
                    <a:pt x="902" y="106"/>
                  </a:cubicBezTo>
                  <a:cubicBezTo>
                    <a:pt x="916" y="107"/>
                    <a:pt x="916" y="107"/>
                    <a:pt x="916" y="107"/>
                  </a:cubicBezTo>
                  <a:cubicBezTo>
                    <a:pt x="923" y="113"/>
                    <a:pt x="923" y="113"/>
                    <a:pt x="923" y="113"/>
                  </a:cubicBezTo>
                  <a:cubicBezTo>
                    <a:pt x="920" y="124"/>
                    <a:pt x="920" y="124"/>
                    <a:pt x="920" y="124"/>
                  </a:cubicBezTo>
                  <a:close/>
                  <a:moveTo>
                    <a:pt x="938" y="114"/>
                  </a:moveTo>
                  <a:cubicBezTo>
                    <a:pt x="922" y="97"/>
                    <a:pt x="922" y="97"/>
                    <a:pt x="922" y="97"/>
                  </a:cubicBezTo>
                  <a:cubicBezTo>
                    <a:pt x="946" y="78"/>
                    <a:pt x="946" y="78"/>
                    <a:pt x="946" y="78"/>
                  </a:cubicBezTo>
                  <a:cubicBezTo>
                    <a:pt x="950" y="92"/>
                    <a:pt x="950" y="92"/>
                    <a:pt x="950" y="92"/>
                  </a:cubicBezTo>
                  <a:cubicBezTo>
                    <a:pt x="940" y="104"/>
                    <a:pt x="940" y="104"/>
                    <a:pt x="940" y="104"/>
                  </a:cubicBezTo>
                  <a:cubicBezTo>
                    <a:pt x="938" y="114"/>
                    <a:pt x="938" y="114"/>
                    <a:pt x="938" y="114"/>
                  </a:cubicBezTo>
                  <a:close/>
                  <a:moveTo>
                    <a:pt x="908" y="91"/>
                  </a:moveTo>
                  <a:cubicBezTo>
                    <a:pt x="899" y="93"/>
                    <a:pt x="899" y="93"/>
                    <a:pt x="899" y="93"/>
                  </a:cubicBezTo>
                  <a:cubicBezTo>
                    <a:pt x="878" y="87"/>
                    <a:pt x="878" y="87"/>
                    <a:pt x="878" y="87"/>
                  </a:cubicBezTo>
                  <a:cubicBezTo>
                    <a:pt x="873" y="74"/>
                    <a:pt x="873" y="74"/>
                    <a:pt x="873" y="74"/>
                  </a:cubicBezTo>
                  <a:cubicBezTo>
                    <a:pt x="885" y="77"/>
                    <a:pt x="885" y="77"/>
                    <a:pt x="885" y="77"/>
                  </a:cubicBezTo>
                  <a:cubicBezTo>
                    <a:pt x="896" y="69"/>
                    <a:pt x="896" y="69"/>
                    <a:pt x="896" y="69"/>
                  </a:cubicBezTo>
                  <a:cubicBezTo>
                    <a:pt x="904" y="77"/>
                    <a:pt x="904" y="77"/>
                    <a:pt x="904" y="77"/>
                  </a:cubicBezTo>
                  <a:cubicBezTo>
                    <a:pt x="911" y="65"/>
                    <a:pt x="911" y="65"/>
                    <a:pt x="911" y="65"/>
                  </a:cubicBezTo>
                  <a:cubicBezTo>
                    <a:pt x="919" y="69"/>
                    <a:pt x="919" y="69"/>
                    <a:pt x="919" y="69"/>
                  </a:cubicBezTo>
                  <a:cubicBezTo>
                    <a:pt x="941" y="51"/>
                    <a:pt x="941" y="51"/>
                    <a:pt x="941" y="51"/>
                  </a:cubicBezTo>
                  <a:cubicBezTo>
                    <a:pt x="944" y="59"/>
                    <a:pt x="944" y="59"/>
                    <a:pt x="944" y="59"/>
                  </a:cubicBezTo>
                  <a:cubicBezTo>
                    <a:pt x="908" y="91"/>
                    <a:pt x="908" y="91"/>
                    <a:pt x="908" y="91"/>
                  </a:cubicBezTo>
                  <a:close/>
                  <a:moveTo>
                    <a:pt x="951" y="66"/>
                  </a:moveTo>
                  <a:cubicBezTo>
                    <a:pt x="951" y="66"/>
                    <a:pt x="969" y="60"/>
                    <a:pt x="969" y="60"/>
                  </a:cubicBezTo>
                  <a:cubicBezTo>
                    <a:pt x="985" y="70"/>
                    <a:pt x="985" y="70"/>
                    <a:pt x="985" y="70"/>
                  </a:cubicBezTo>
                  <a:cubicBezTo>
                    <a:pt x="980" y="81"/>
                    <a:pt x="980" y="81"/>
                    <a:pt x="980" y="81"/>
                  </a:cubicBezTo>
                  <a:cubicBezTo>
                    <a:pt x="962" y="87"/>
                    <a:pt x="962" y="87"/>
                    <a:pt x="962" y="87"/>
                  </a:cubicBezTo>
                  <a:cubicBezTo>
                    <a:pt x="961" y="75"/>
                    <a:pt x="961" y="75"/>
                    <a:pt x="961" y="75"/>
                  </a:cubicBezTo>
                  <a:cubicBezTo>
                    <a:pt x="951" y="66"/>
                    <a:pt x="951" y="66"/>
                    <a:pt x="951" y="66"/>
                  </a:cubicBezTo>
                  <a:close/>
                  <a:moveTo>
                    <a:pt x="987" y="36"/>
                  </a:moveTo>
                  <a:cubicBezTo>
                    <a:pt x="983" y="42"/>
                    <a:pt x="983" y="42"/>
                    <a:pt x="983" y="42"/>
                  </a:cubicBezTo>
                  <a:cubicBezTo>
                    <a:pt x="977" y="44"/>
                    <a:pt x="977" y="44"/>
                    <a:pt x="977" y="44"/>
                  </a:cubicBezTo>
                  <a:cubicBezTo>
                    <a:pt x="969" y="32"/>
                    <a:pt x="969" y="32"/>
                    <a:pt x="969" y="32"/>
                  </a:cubicBezTo>
                  <a:cubicBezTo>
                    <a:pt x="980" y="29"/>
                    <a:pt x="980" y="29"/>
                    <a:pt x="980" y="29"/>
                  </a:cubicBezTo>
                  <a:cubicBezTo>
                    <a:pt x="987" y="36"/>
                    <a:pt x="987" y="36"/>
                    <a:pt x="987" y="36"/>
                  </a:cubicBezTo>
                  <a:close/>
                  <a:moveTo>
                    <a:pt x="1016" y="17"/>
                  </a:moveTo>
                  <a:cubicBezTo>
                    <a:pt x="1007" y="17"/>
                    <a:pt x="1007" y="17"/>
                    <a:pt x="1007" y="17"/>
                  </a:cubicBezTo>
                  <a:cubicBezTo>
                    <a:pt x="1012" y="8"/>
                    <a:pt x="1012" y="8"/>
                    <a:pt x="1012" y="8"/>
                  </a:cubicBezTo>
                  <a:cubicBezTo>
                    <a:pt x="1021" y="8"/>
                    <a:pt x="1021" y="8"/>
                    <a:pt x="1021" y="8"/>
                  </a:cubicBezTo>
                  <a:cubicBezTo>
                    <a:pt x="1016" y="17"/>
                    <a:pt x="1016" y="17"/>
                    <a:pt x="1016" y="17"/>
                  </a:cubicBezTo>
                  <a:close/>
                  <a:moveTo>
                    <a:pt x="1035" y="23"/>
                  </a:moveTo>
                  <a:cubicBezTo>
                    <a:pt x="1036" y="17"/>
                    <a:pt x="1036" y="17"/>
                    <a:pt x="1036" y="17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50" y="16"/>
                    <a:pt x="1050" y="16"/>
                    <a:pt x="1050" y="16"/>
                  </a:cubicBezTo>
                  <a:cubicBezTo>
                    <a:pt x="1056" y="10"/>
                    <a:pt x="1056" y="10"/>
                    <a:pt x="1056" y="10"/>
                  </a:cubicBezTo>
                  <a:cubicBezTo>
                    <a:pt x="1058" y="1"/>
                    <a:pt x="1058" y="1"/>
                    <a:pt x="1058" y="1"/>
                  </a:cubicBezTo>
                  <a:cubicBezTo>
                    <a:pt x="1066" y="6"/>
                    <a:pt x="1066" y="6"/>
                    <a:pt x="1066" y="6"/>
                  </a:cubicBezTo>
                  <a:cubicBezTo>
                    <a:pt x="1076" y="9"/>
                    <a:pt x="1076" y="9"/>
                    <a:pt x="1076" y="9"/>
                  </a:cubicBezTo>
                  <a:cubicBezTo>
                    <a:pt x="1068" y="19"/>
                    <a:pt x="1068" y="19"/>
                    <a:pt x="1068" y="19"/>
                  </a:cubicBezTo>
                  <a:cubicBezTo>
                    <a:pt x="1084" y="19"/>
                    <a:pt x="1084" y="19"/>
                    <a:pt x="1084" y="19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6"/>
                    <a:pt x="1064" y="36"/>
                    <a:pt x="1064" y="36"/>
                  </a:cubicBezTo>
                  <a:cubicBezTo>
                    <a:pt x="1050" y="26"/>
                    <a:pt x="1050" y="26"/>
                    <a:pt x="1050" y="26"/>
                  </a:cubicBezTo>
                  <a:lnTo>
                    <a:pt x="1035" y="2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2745" y="273"/>
              <a:ext cx="667" cy="1375"/>
            </a:xfrm>
            <a:custGeom>
              <a:avLst/>
              <a:gdLst>
                <a:gd name="T0" fmla="*/ 27 w 667"/>
                <a:gd name="T1" fmla="*/ 992 h 1375"/>
                <a:gd name="T2" fmla="*/ 69 w 667"/>
                <a:gd name="T3" fmla="*/ 925 h 1375"/>
                <a:gd name="T4" fmla="*/ 80 w 667"/>
                <a:gd name="T5" fmla="*/ 811 h 1375"/>
                <a:gd name="T6" fmla="*/ 36 w 667"/>
                <a:gd name="T7" fmla="*/ 673 h 1375"/>
                <a:gd name="T8" fmla="*/ 101 w 667"/>
                <a:gd name="T9" fmla="*/ 556 h 1375"/>
                <a:gd name="T10" fmla="*/ 135 w 667"/>
                <a:gd name="T11" fmla="*/ 387 h 1375"/>
                <a:gd name="T12" fmla="*/ 186 w 667"/>
                <a:gd name="T13" fmla="*/ 308 h 1375"/>
                <a:gd name="T14" fmla="*/ 216 w 667"/>
                <a:gd name="T15" fmla="*/ 175 h 1375"/>
                <a:gd name="T16" fmla="*/ 285 w 667"/>
                <a:gd name="T17" fmla="*/ 118 h 1375"/>
                <a:gd name="T18" fmla="*/ 312 w 667"/>
                <a:gd name="T19" fmla="*/ 83 h 1375"/>
                <a:gd name="T20" fmla="*/ 393 w 667"/>
                <a:gd name="T21" fmla="*/ 72 h 1375"/>
                <a:gd name="T22" fmla="*/ 420 w 667"/>
                <a:gd name="T23" fmla="*/ 30 h 1375"/>
                <a:gd name="T24" fmla="*/ 451 w 667"/>
                <a:gd name="T25" fmla="*/ 12 h 1375"/>
                <a:gd name="T26" fmla="*/ 567 w 667"/>
                <a:gd name="T27" fmla="*/ 80 h 1375"/>
                <a:gd name="T28" fmla="*/ 606 w 667"/>
                <a:gd name="T29" fmla="*/ 126 h 1375"/>
                <a:gd name="T30" fmla="*/ 622 w 667"/>
                <a:gd name="T31" fmla="*/ 211 h 1375"/>
                <a:gd name="T32" fmla="*/ 635 w 667"/>
                <a:gd name="T33" fmla="*/ 312 h 1375"/>
                <a:gd name="T34" fmla="*/ 645 w 667"/>
                <a:gd name="T35" fmla="*/ 363 h 1375"/>
                <a:gd name="T36" fmla="*/ 578 w 667"/>
                <a:gd name="T37" fmla="*/ 366 h 1375"/>
                <a:gd name="T38" fmla="*/ 533 w 667"/>
                <a:gd name="T39" fmla="*/ 371 h 1375"/>
                <a:gd name="T40" fmla="*/ 529 w 667"/>
                <a:gd name="T41" fmla="*/ 418 h 1375"/>
                <a:gd name="T42" fmla="*/ 529 w 667"/>
                <a:gd name="T43" fmla="*/ 432 h 1375"/>
                <a:gd name="T44" fmla="*/ 532 w 667"/>
                <a:gd name="T45" fmla="*/ 491 h 1375"/>
                <a:gd name="T46" fmla="*/ 511 w 667"/>
                <a:gd name="T47" fmla="*/ 549 h 1375"/>
                <a:gd name="T48" fmla="*/ 456 w 667"/>
                <a:gd name="T49" fmla="*/ 602 h 1375"/>
                <a:gd name="T50" fmla="*/ 415 w 667"/>
                <a:gd name="T51" fmla="*/ 639 h 1375"/>
                <a:gd name="T52" fmla="*/ 375 w 667"/>
                <a:gd name="T53" fmla="*/ 658 h 1375"/>
                <a:gd name="T54" fmla="*/ 345 w 667"/>
                <a:gd name="T55" fmla="*/ 709 h 1375"/>
                <a:gd name="T56" fmla="*/ 327 w 667"/>
                <a:gd name="T57" fmla="*/ 778 h 1375"/>
                <a:gd name="T58" fmla="*/ 328 w 667"/>
                <a:gd name="T59" fmla="*/ 830 h 1375"/>
                <a:gd name="T60" fmla="*/ 343 w 667"/>
                <a:gd name="T61" fmla="*/ 883 h 1375"/>
                <a:gd name="T62" fmla="*/ 404 w 667"/>
                <a:gd name="T63" fmla="*/ 923 h 1375"/>
                <a:gd name="T64" fmla="*/ 404 w 667"/>
                <a:gd name="T65" fmla="*/ 1009 h 1375"/>
                <a:gd name="T66" fmla="*/ 346 w 667"/>
                <a:gd name="T67" fmla="*/ 996 h 1375"/>
                <a:gd name="T68" fmla="*/ 288 w 667"/>
                <a:gd name="T69" fmla="*/ 1000 h 1375"/>
                <a:gd name="T70" fmla="*/ 332 w 667"/>
                <a:gd name="T71" fmla="*/ 1013 h 1375"/>
                <a:gd name="T72" fmla="*/ 408 w 667"/>
                <a:gd name="T73" fmla="*/ 1028 h 1375"/>
                <a:gd name="T74" fmla="*/ 369 w 667"/>
                <a:gd name="T75" fmla="*/ 1045 h 1375"/>
                <a:gd name="T76" fmla="*/ 336 w 667"/>
                <a:gd name="T77" fmla="*/ 1082 h 1375"/>
                <a:gd name="T78" fmla="*/ 311 w 667"/>
                <a:gd name="T79" fmla="*/ 1108 h 1375"/>
                <a:gd name="T80" fmla="*/ 317 w 667"/>
                <a:gd name="T81" fmla="*/ 1158 h 1375"/>
                <a:gd name="T82" fmla="*/ 323 w 667"/>
                <a:gd name="T83" fmla="*/ 1232 h 1375"/>
                <a:gd name="T84" fmla="*/ 265 w 667"/>
                <a:gd name="T85" fmla="*/ 1309 h 1375"/>
                <a:gd name="T86" fmla="*/ 196 w 667"/>
                <a:gd name="T87" fmla="*/ 1351 h 1375"/>
                <a:gd name="T88" fmla="*/ 121 w 667"/>
                <a:gd name="T89" fmla="*/ 1357 h 1375"/>
                <a:gd name="T90" fmla="*/ 119 w 667"/>
                <a:gd name="T91" fmla="*/ 1284 h 1375"/>
                <a:gd name="T92" fmla="*/ 57 w 667"/>
                <a:gd name="T93" fmla="*/ 1209 h 1375"/>
                <a:gd name="T94" fmla="*/ 30 w 667"/>
                <a:gd name="T95" fmla="*/ 1148 h 1375"/>
                <a:gd name="T96" fmla="*/ 26 w 667"/>
                <a:gd name="T97" fmla="*/ 1118 h 1375"/>
                <a:gd name="T98" fmla="*/ 2 w 667"/>
                <a:gd name="T99" fmla="*/ 1084 h 1375"/>
                <a:gd name="T100" fmla="*/ 419 w 667"/>
                <a:gd name="T101" fmla="*/ 1034 h 1375"/>
                <a:gd name="T102" fmla="*/ 19 w 667"/>
                <a:gd name="T103" fmla="*/ 1137 h 1375"/>
                <a:gd name="T104" fmla="*/ 467 w 667"/>
                <a:gd name="T105" fmla="*/ 1109 h 1375"/>
                <a:gd name="T106" fmla="*/ 479 w 667"/>
                <a:gd name="T107" fmla="*/ 1155 h 1375"/>
                <a:gd name="T108" fmla="*/ 436 w 667"/>
                <a:gd name="T109" fmla="*/ 1245 h 1375"/>
                <a:gd name="T110" fmla="*/ 463 w 667"/>
                <a:gd name="T111" fmla="*/ 1193 h 1375"/>
                <a:gd name="T112" fmla="*/ 436 w 667"/>
                <a:gd name="T113" fmla="*/ 1163 h 1375"/>
                <a:gd name="T114" fmla="*/ 431 w 667"/>
                <a:gd name="T115" fmla="*/ 1226 h 1375"/>
                <a:gd name="T116" fmla="*/ 323 w 667"/>
                <a:gd name="T117" fmla="*/ 1306 h 1375"/>
                <a:gd name="T118" fmla="*/ 344 w 667"/>
                <a:gd name="T119" fmla="*/ 1214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7" h="1375">
                  <a:moveTo>
                    <a:pt x="12" y="1051"/>
                  </a:moveTo>
                  <a:lnTo>
                    <a:pt x="20" y="1056"/>
                  </a:lnTo>
                  <a:lnTo>
                    <a:pt x="28" y="1068"/>
                  </a:lnTo>
                  <a:lnTo>
                    <a:pt x="35" y="1056"/>
                  </a:lnTo>
                  <a:lnTo>
                    <a:pt x="32" y="1019"/>
                  </a:lnTo>
                  <a:lnTo>
                    <a:pt x="22" y="1002"/>
                  </a:lnTo>
                  <a:lnTo>
                    <a:pt x="27" y="992"/>
                  </a:lnTo>
                  <a:lnTo>
                    <a:pt x="36" y="987"/>
                  </a:lnTo>
                  <a:lnTo>
                    <a:pt x="30" y="975"/>
                  </a:lnTo>
                  <a:lnTo>
                    <a:pt x="34" y="968"/>
                  </a:lnTo>
                  <a:lnTo>
                    <a:pt x="54" y="967"/>
                  </a:lnTo>
                  <a:lnTo>
                    <a:pt x="60" y="957"/>
                  </a:lnTo>
                  <a:lnTo>
                    <a:pt x="59" y="944"/>
                  </a:lnTo>
                  <a:lnTo>
                    <a:pt x="69" y="925"/>
                  </a:lnTo>
                  <a:lnTo>
                    <a:pt x="59" y="913"/>
                  </a:lnTo>
                  <a:lnTo>
                    <a:pt x="54" y="886"/>
                  </a:lnTo>
                  <a:lnTo>
                    <a:pt x="41" y="863"/>
                  </a:lnTo>
                  <a:lnTo>
                    <a:pt x="42" y="853"/>
                  </a:lnTo>
                  <a:lnTo>
                    <a:pt x="73" y="843"/>
                  </a:lnTo>
                  <a:lnTo>
                    <a:pt x="74" y="824"/>
                  </a:lnTo>
                  <a:lnTo>
                    <a:pt x="80" y="811"/>
                  </a:lnTo>
                  <a:lnTo>
                    <a:pt x="56" y="787"/>
                  </a:lnTo>
                  <a:lnTo>
                    <a:pt x="37" y="778"/>
                  </a:lnTo>
                  <a:lnTo>
                    <a:pt x="36" y="756"/>
                  </a:lnTo>
                  <a:lnTo>
                    <a:pt x="40" y="733"/>
                  </a:lnTo>
                  <a:lnTo>
                    <a:pt x="37" y="708"/>
                  </a:lnTo>
                  <a:lnTo>
                    <a:pt x="31" y="692"/>
                  </a:lnTo>
                  <a:lnTo>
                    <a:pt x="36" y="673"/>
                  </a:lnTo>
                  <a:lnTo>
                    <a:pt x="33" y="641"/>
                  </a:lnTo>
                  <a:lnTo>
                    <a:pt x="26" y="610"/>
                  </a:lnTo>
                  <a:lnTo>
                    <a:pt x="31" y="582"/>
                  </a:lnTo>
                  <a:lnTo>
                    <a:pt x="45" y="559"/>
                  </a:lnTo>
                  <a:lnTo>
                    <a:pt x="60" y="551"/>
                  </a:lnTo>
                  <a:lnTo>
                    <a:pt x="78" y="554"/>
                  </a:lnTo>
                  <a:lnTo>
                    <a:pt x="101" y="556"/>
                  </a:lnTo>
                  <a:lnTo>
                    <a:pt x="112" y="541"/>
                  </a:lnTo>
                  <a:lnTo>
                    <a:pt x="110" y="518"/>
                  </a:lnTo>
                  <a:lnTo>
                    <a:pt x="103" y="509"/>
                  </a:lnTo>
                  <a:lnTo>
                    <a:pt x="104" y="494"/>
                  </a:lnTo>
                  <a:lnTo>
                    <a:pt x="127" y="443"/>
                  </a:lnTo>
                  <a:lnTo>
                    <a:pt x="128" y="415"/>
                  </a:lnTo>
                  <a:lnTo>
                    <a:pt x="135" y="387"/>
                  </a:lnTo>
                  <a:lnTo>
                    <a:pt x="142" y="371"/>
                  </a:lnTo>
                  <a:lnTo>
                    <a:pt x="141" y="354"/>
                  </a:lnTo>
                  <a:lnTo>
                    <a:pt x="132" y="345"/>
                  </a:lnTo>
                  <a:lnTo>
                    <a:pt x="132" y="333"/>
                  </a:lnTo>
                  <a:lnTo>
                    <a:pt x="154" y="321"/>
                  </a:lnTo>
                  <a:lnTo>
                    <a:pt x="176" y="317"/>
                  </a:lnTo>
                  <a:lnTo>
                    <a:pt x="186" y="308"/>
                  </a:lnTo>
                  <a:lnTo>
                    <a:pt x="187" y="297"/>
                  </a:lnTo>
                  <a:lnTo>
                    <a:pt x="206" y="267"/>
                  </a:lnTo>
                  <a:lnTo>
                    <a:pt x="225" y="243"/>
                  </a:lnTo>
                  <a:lnTo>
                    <a:pt x="231" y="230"/>
                  </a:lnTo>
                  <a:lnTo>
                    <a:pt x="224" y="212"/>
                  </a:lnTo>
                  <a:lnTo>
                    <a:pt x="216" y="204"/>
                  </a:lnTo>
                  <a:lnTo>
                    <a:pt x="216" y="175"/>
                  </a:lnTo>
                  <a:lnTo>
                    <a:pt x="225" y="171"/>
                  </a:lnTo>
                  <a:lnTo>
                    <a:pt x="233" y="162"/>
                  </a:lnTo>
                  <a:lnTo>
                    <a:pt x="236" y="147"/>
                  </a:lnTo>
                  <a:lnTo>
                    <a:pt x="245" y="142"/>
                  </a:lnTo>
                  <a:lnTo>
                    <a:pt x="255" y="122"/>
                  </a:lnTo>
                  <a:lnTo>
                    <a:pt x="269" y="112"/>
                  </a:lnTo>
                  <a:lnTo>
                    <a:pt x="285" y="118"/>
                  </a:lnTo>
                  <a:lnTo>
                    <a:pt x="291" y="125"/>
                  </a:lnTo>
                  <a:lnTo>
                    <a:pt x="299" y="123"/>
                  </a:lnTo>
                  <a:lnTo>
                    <a:pt x="309" y="115"/>
                  </a:lnTo>
                  <a:lnTo>
                    <a:pt x="301" y="102"/>
                  </a:lnTo>
                  <a:lnTo>
                    <a:pt x="309" y="96"/>
                  </a:lnTo>
                  <a:lnTo>
                    <a:pt x="309" y="90"/>
                  </a:lnTo>
                  <a:lnTo>
                    <a:pt x="312" y="83"/>
                  </a:lnTo>
                  <a:lnTo>
                    <a:pt x="301" y="67"/>
                  </a:lnTo>
                  <a:lnTo>
                    <a:pt x="308" y="63"/>
                  </a:lnTo>
                  <a:lnTo>
                    <a:pt x="328" y="64"/>
                  </a:lnTo>
                  <a:lnTo>
                    <a:pt x="342" y="57"/>
                  </a:lnTo>
                  <a:lnTo>
                    <a:pt x="365" y="62"/>
                  </a:lnTo>
                  <a:lnTo>
                    <a:pt x="377" y="71"/>
                  </a:lnTo>
                  <a:lnTo>
                    <a:pt x="393" y="72"/>
                  </a:lnTo>
                  <a:lnTo>
                    <a:pt x="402" y="79"/>
                  </a:lnTo>
                  <a:lnTo>
                    <a:pt x="409" y="76"/>
                  </a:lnTo>
                  <a:lnTo>
                    <a:pt x="415" y="80"/>
                  </a:lnTo>
                  <a:lnTo>
                    <a:pt x="415" y="65"/>
                  </a:lnTo>
                  <a:lnTo>
                    <a:pt x="408" y="55"/>
                  </a:lnTo>
                  <a:lnTo>
                    <a:pt x="410" y="36"/>
                  </a:lnTo>
                  <a:lnTo>
                    <a:pt x="420" y="30"/>
                  </a:lnTo>
                  <a:lnTo>
                    <a:pt x="417" y="19"/>
                  </a:lnTo>
                  <a:lnTo>
                    <a:pt x="406" y="13"/>
                  </a:lnTo>
                  <a:lnTo>
                    <a:pt x="405" y="1"/>
                  </a:lnTo>
                  <a:lnTo>
                    <a:pt x="421" y="5"/>
                  </a:lnTo>
                  <a:lnTo>
                    <a:pt x="435" y="2"/>
                  </a:lnTo>
                  <a:lnTo>
                    <a:pt x="440" y="0"/>
                  </a:lnTo>
                  <a:lnTo>
                    <a:pt x="451" y="12"/>
                  </a:lnTo>
                  <a:lnTo>
                    <a:pt x="469" y="20"/>
                  </a:lnTo>
                  <a:lnTo>
                    <a:pt x="493" y="45"/>
                  </a:lnTo>
                  <a:lnTo>
                    <a:pt x="509" y="57"/>
                  </a:lnTo>
                  <a:lnTo>
                    <a:pt x="536" y="59"/>
                  </a:lnTo>
                  <a:lnTo>
                    <a:pt x="546" y="64"/>
                  </a:lnTo>
                  <a:lnTo>
                    <a:pt x="555" y="67"/>
                  </a:lnTo>
                  <a:lnTo>
                    <a:pt x="567" y="80"/>
                  </a:lnTo>
                  <a:lnTo>
                    <a:pt x="572" y="92"/>
                  </a:lnTo>
                  <a:lnTo>
                    <a:pt x="578" y="93"/>
                  </a:lnTo>
                  <a:lnTo>
                    <a:pt x="583" y="91"/>
                  </a:lnTo>
                  <a:lnTo>
                    <a:pt x="595" y="105"/>
                  </a:lnTo>
                  <a:lnTo>
                    <a:pt x="604" y="106"/>
                  </a:lnTo>
                  <a:lnTo>
                    <a:pt x="610" y="115"/>
                  </a:lnTo>
                  <a:lnTo>
                    <a:pt x="606" y="126"/>
                  </a:lnTo>
                  <a:lnTo>
                    <a:pt x="609" y="144"/>
                  </a:lnTo>
                  <a:lnTo>
                    <a:pt x="603" y="158"/>
                  </a:lnTo>
                  <a:lnTo>
                    <a:pt x="605" y="169"/>
                  </a:lnTo>
                  <a:lnTo>
                    <a:pt x="622" y="170"/>
                  </a:lnTo>
                  <a:lnTo>
                    <a:pt x="627" y="185"/>
                  </a:lnTo>
                  <a:lnTo>
                    <a:pt x="620" y="194"/>
                  </a:lnTo>
                  <a:lnTo>
                    <a:pt x="622" y="211"/>
                  </a:lnTo>
                  <a:lnTo>
                    <a:pt x="629" y="221"/>
                  </a:lnTo>
                  <a:lnTo>
                    <a:pt x="633" y="242"/>
                  </a:lnTo>
                  <a:lnTo>
                    <a:pt x="630" y="252"/>
                  </a:lnTo>
                  <a:lnTo>
                    <a:pt x="633" y="262"/>
                  </a:lnTo>
                  <a:lnTo>
                    <a:pt x="633" y="286"/>
                  </a:lnTo>
                  <a:lnTo>
                    <a:pt x="629" y="295"/>
                  </a:lnTo>
                  <a:lnTo>
                    <a:pt x="635" y="312"/>
                  </a:lnTo>
                  <a:lnTo>
                    <a:pt x="648" y="316"/>
                  </a:lnTo>
                  <a:lnTo>
                    <a:pt x="660" y="338"/>
                  </a:lnTo>
                  <a:lnTo>
                    <a:pt x="667" y="346"/>
                  </a:lnTo>
                  <a:lnTo>
                    <a:pt x="667" y="359"/>
                  </a:lnTo>
                  <a:lnTo>
                    <a:pt x="666" y="359"/>
                  </a:lnTo>
                  <a:lnTo>
                    <a:pt x="657" y="364"/>
                  </a:lnTo>
                  <a:lnTo>
                    <a:pt x="645" y="363"/>
                  </a:lnTo>
                  <a:lnTo>
                    <a:pt x="637" y="355"/>
                  </a:lnTo>
                  <a:lnTo>
                    <a:pt x="622" y="364"/>
                  </a:lnTo>
                  <a:lnTo>
                    <a:pt x="611" y="359"/>
                  </a:lnTo>
                  <a:lnTo>
                    <a:pt x="606" y="368"/>
                  </a:lnTo>
                  <a:lnTo>
                    <a:pt x="594" y="365"/>
                  </a:lnTo>
                  <a:lnTo>
                    <a:pt x="589" y="354"/>
                  </a:lnTo>
                  <a:lnTo>
                    <a:pt x="578" y="366"/>
                  </a:lnTo>
                  <a:lnTo>
                    <a:pt x="570" y="353"/>
                  </a:lnTo>
                  <a:lnTo>
                    <a:pt x="563" y="358"/>
                  </a:lnTo>
                  <a:lnTo>
                    <a:pt x="562" y="369"/>
                  </a:lnTo>
                  <a:lnTo>
                    <a:pt x="558" y="379"/>
                  </a:lnTo>
                  <a:lnTo>
                    <a:pt x="548" y="381"/>
                  </a:lnTo>
                  <a:lnTo>
                    <a:pt x="542" y="374"/>
                  </a:lnTo>
                  <a:lnTo>
                    <a:pt x="533" y="371"/>
                  </a:lnTo>
                  <a:lnTo>
                    <a:pt x="541" y="386"/>
                  </a:lnTo>
                  <a:lnTo>
                    <a:pt x="550" y="392"/>
                  </a:lnTo>
                  <a:lnTo>
                    <a:pt x="539" y="401"/>
                  </a:lnTo>
                  <a:lnTo>
                    <a:pt x="528" y="400"/>
                  </a:lnTo>
                  <a:lnTo>
                    <a:pt x="517" y="406"/>
                  </a:lnTo>
                  <a:lnTo>
                    <a:pt x="530" y="411"/>
                  </a:lnTo>
                  <a:lnTo>
                    <a:pt x="529" y="418"/>
                  </a:lnTo>
                  <a:lnTo>
                    <a:pt x="524" y="419"/>
                  </a:lnTo>
                  <a:lnTo>
                    <a:pt x="521" y="415"/>
                  </a:lnTo>
                  <a:lnTo>
                    <a:pt x="513" y="411"/>
                  </a:lnTo>
                  <a:lnTo>
                    <a:pt x="509" y="416"/>
                  </a:lnTo>
                  <a:lnTo>
                    <a:pt x="514" y="425"/>
                  </a:lnTo>
                  <a:lnTo>
                    <a:pt x="523" y="425"/>
                  </a:lnTo>
                  <a:lnTo>
                    <a:pt x="529" y="432"/>
                  </a:lnTo>
                  <a:lnTo>
                    <a:pt x="525" y="438"/>
                  </a:lnTo>
                  <a:lnTo>
                    <a:pt x="517" y="460"/>
                  </a:lnTo>
                  <a:lnTo>
                    <a:pt x="520" y="469"/>
                  </a:lnTo>
                  <a:lnTo>
                    <a:pt x="504" y="472"/>
                  </a:lnTo>
                  <a:lnTo>
                    <a:pt x="517" y="481"/>
                  </a:lnTo>
                  <a:lnTo>
                    <a:pt x="528" y="483"/>
                  </a:lnTo>
                  <a:lnTo>
                    <a:pt x="532" y="491"/>
                  </a:lnTo>
                  <a:lnTo>
                    <a:pt x="524" y="494"/>
                  </a:lnTo>
                  <a:lnTo>
                    <a:pt x="531" y="502"/>
                  </a:lnTo>
                  <a:lnTo>
                    <a:pt x="541" y="502"/>
                  </a:lnTo>
                  <a:lnTo>
                    <a:pt x="528" y="518"/>
                  </a:lnTo>
                  <a:lnTo>
                    <a:pt x="519" y="518"/>
                  </a:lnTo>
                  <a:lnTo>
                    <a:pt x="509" y="529"/>
                  </a:lnTo>
                  <a:lnTo>
                    <a:pt x="511" y="549"/>
                  </a:lnTo>
                  <a:lnTo>
                    <a:pt x="498" y="569"/>
                  </a:lnTo>
                  <a:lnTo>
                    <a:pt x="490" y="568"/>
                  </a:lnTo>
                  <a:lnTo>
                    <a:pt x="476" y="580"/>
                  </a:lnTo>
                  <a:lnTo>
                    <a:pt x="469" y="572"/>
                  </a:lnTo>
                  <a:lnTo>
                    <a:pt x="467" y="583"/>
                  </a:lnTo>
                  <a:lnTo>
                    <a:pt x="472" y="594"/>
                  </a:lnTo>
                  <a:lnTo>
                    <a:pt x="456" y="602"/>
                  </a:lnTo>
                  <a:lnTo>
                    <a:pt x="449" y="615"/>
                  </a:lnTo>
                  <a:lnTo>
                    <a:pt x="441" y="615"/>
                  </a:lnTo>
                  <a:lnTo>
                    <a:pt x="439" y="606"/>
                  </a:lnTo>
                  <a:lnTo>
                    <a:pt x="430" y="606"/>
                  </a:lnTo>
                  <a:lnTo>
                    <a:pt x="424" y="618"/>
                  </a:lnTo>
                  <a:lnTo>
                    <a:pt x="424" y="632"/>
                  </a:lnTo>
                  <a:lnTo>
                    <a:pt x="415" y="639"/>
                  </a:lnTo>
                  <a:lnTo>
                    <a:pt x="409" y="632"/>
                  </a:lnTo>
                  <a:lnTo>
                    <a:pt x="403" y="632"/>
                  </a:lnTo>
                  <a:lnTo>
                    <a:pt x="400" y="644"/>
                  </a:lnTo>
                  <a:lnTo>
                    <a:pt x="394" y="645"/>
                  </a:lnTo>
                  <a:lnTo>
                    <a:pt x="388" y="639"/>
                  </a:lnTo>
                  <a:lnTo>
                    <a:pt x="379" y="647"/>
                  </a:lnTo>
                  <a:lnTo>
                    <a:pt x="375" y="658"/>
                  </a:lnTo>
                  <a:lnTo>
                    <a:pt x="384" y="659"/>
                  </a:lnTo>
                  <a:lnTo>
                    <a:pt x="383" y="666"/>
                  </a:lnTo>
                  <a:lnTo>
                    <a:pt x="365" y="681"/>
                  </a:lnTo>
                  <a:lnTo>
                    <a:pt x="354" y="678"/>
                  </a:lnTo>
                  <a:lnTo>
                    <a:pt x="350" y="685"/>
                  </a:lnTo>
                  <a:lnTo>
                    <a:pt x="356" y="695"/>
                  </a:lnTo>
                  <a:lnTo>
                    <a:pt x="345" y="709"/>
                  </a:lnTo>
                  <a:lnTo>
                    <a:pt x="325" y="712"/>
                  </a:lnTo>
                  <a:lnTo>
                    <a:pt x="314" y="709"/>
                  </a:lnTo>
                  <a:lnTo>
                    <a:pt x="330" y="727"/>
                  </a:lnTo>
                  <a:lnTo>
                    <a:pt x="332" y="742"/>
                  </a:lnTo>
                  <a:lnTo>
                    <a:pt x="328" y="747"/>
                  </a:lnTo>
                  <a:lnTo>
                    <a:pt x="331" y="761"/>
                  </a:lnTo>
                  <a:lnTo>
                    <a:pt x="327" y="778"/>
                  </a:lnTo>
                  <a:lnTo>
                    <a:pt x="337" y="788"/>
                  </a:lnTo>
                  <a:lnTo>
                    <a:pt x="336" y="800"/>
                  </a:lnTo>
                  <a:lnTo>
                    <a:pt x="327" y="793"/>
                  </a:lnTo>
                  <a:lnTo>
                    <a:pt x="324" y="797"/>
                  </a:lnTo>
                  <a:lnTo>
                    <a:pt x="328" y="815"/>
                  </a:lnTo>
                  <a:lnTo>
                    <a:pt x="318" y="827"/>
                  </a:lnTo>
                  <a:lnTo>
                    <a:pt x="328" y="830"/>
                  </a:lnTo>
                  <a:lnTo>
                    <a:pt x="328" y="838"/>
                  </a:lnTo>
                  <a:lnTo>
                    <a:pt x="322" y="840"/>
                  </a:lnTo>
                  <a:lnTo>
                    <a:pt x="329" y="854"/>
                  </a:lnTo>
                  <a:lnTo>
                    <a:pt x="320" y="864"/>
                  </a:lnTo>
                  <a:lnTo>
                    <a:pt x="328" y="872"/>
                  </a:lnTo>
                  <a:lnTo>
                    <a:pt x="334" y="881"/>
                  </a:lnTo>
                  <a:lnTo>
                    <a:pt x="343" y="883"/>
                  </a:lnTo>
                  <a:lnTo>
                    <a:pt x="343" y="895"/>
                  </a:lnTo>
                  <a:lnTo>
                    <a:pt x="350" y="891"/>
                  </a:lnTo>
                  <a:lnTo>
                    <a:pt x="357" y="902"/>
                  </a:lnTo>
                  <a:lnTo>
                    <a:pt x="368" y="889"/>
                  </a:lnTo>
                  <a:lnTo>
                    <a:pt x="377" y="896"/>
                  </a:lnTo>
                  <a:lnTo>
                    <a:pt x="380" y="906"/>
                  </a:lnTo>
                  <a:lnTo>
                    <a:pt x="404" y="923"/>
                  </a:lnTo>
                  <a:lnTo>
                    <a:pt x="401" y="930"/>
                  </a:lnTo>
                  <a:lnTo>
                    <a:pt x="421" y="941"/>
                  </a:lnTo>
                  <a:lnTo>
                    <a:pt x="421" y="950"/>
                  </a:lnTo>
                  <a:lnTo>
                    <a:pt x="433" y="962"/>
                  </a:lnTo>
                  <a:lnTo>
                    <a:pt x="426" y="979"/>
                  </a:lnTo>
                  <a:lnTo>
                    <a:pt x="409" y="996"/>
                  </a:lnTo>
                  <a:lnTo>
                    <a:pt x="404" y="1009"/>
                  </a:lnTo>
                  <a:lnTo>
                    <a:pt x="385" y="1013"/>
                  </a:lnTo>
                  <a:lnTo>
                    <a:pt x="374" y="1007"/>
                  </a:lnTo>
                  <a:lnTo>
                    <a:pt x="376" y="999"/>
                  </a:lnTo>
                  <a:lnTo>
                    <a:pt x="361" y="994"/>
                  </a:lnTo>
                  <a:lnTo>
                    <a:pt x="355" y="988"/>
                  </a:lnTo>
                  <a:lnTo>
                    <a:pt x="354" y="996"/>
                  </a:lnTo>
                  <a:lnTo>
                    <a:pt x="346" y="996"/>
                  </a:lnTo>
                  <a:lnTo>
                    <a:pt x="340" y="991"/>
                  </a:lnTo>
                  <a:lnTo>
                    <a:pt x="329" y="988"/>
                  </a:lnTo>
                  <a:lnTo>
                    <a:pt x="324" y="996"/>
                  </a:lnTo>
                  <a:lnTo>
                    <a:pt x="314" y="999"/>
                  </a:lnTo>
                  <a:lnTo>
                    <a:pt x="308" y="994"/>
                  </a:lnTo>
                  <a:lnTo>
                    <a:pt x="299" y="1006"/>
                  </a:lnTo>
                  <a:lnTo>
                    <a:pt x="288" y="1000"/>
                  </a:lnTo>
                  <a:lnTo>
                    <a:pt x="278" y="1004"/>
                  </a:lnTo>
                  <a:lnTo>
                    <a:pt x="279" y="1009"/>
                  </a:lnTo>
                  <a:lnTo>
                    <a:pt x="299" y="1011"/>
                  </a:lnTo>
                  <a:lnTo>
                    <a:pt x="303" y="1014"/>
                  </a:lnTo>
                  <a:lnTo>
                    <a:pt x="305" y="1008"/>
                  </a:lnTo>
                  <a:lnTo>
                    <a:pt x="323" y="1008"/>
                  </a:lnTo>
                  <a:lnTo>
                    <a:pt x="332" y="1013"/>
                  </a:lnTo>
                  <a:lnTo>
                    <a:pt x="346" y="1015"/>
                  </a:lnTo>
                  <a:lnTo>
                    <a:pt x="355" y="1026"/>
                  </a:lnTo>
                  <a:lnTo>
                    <a:pt x="365" y="1021"/>
                  </a:lnTo>
                  <a:lnTo>
                    <a:pt x="371" y="1023"/>
                  </a:lnTo>
                  <a:lnTo>
                    <a:pt x="383" y="1017"/>
                  </a:lnTo>
                  <a:lnTo>
                    <a:pt x="399" y="1021"/>
                  </a:lnTo>
                  <a:lnTo>
                    <a:pt x="408" y="1028"/>
                  </a:lnTo>
                  <a:lnTo>
                    <a:pt x="409" y="1040"/>
                  </a:lnTo>
                  <a:lnTo>
                    <a:pt x="400" y="1046"/>
                  </a:lnTo>
                  <a:lnTo>
                    <a:pt x="391" y="1046"/>
                  </a:lnTo>
                  <a:lnTo>
                    <a:pt x="379" y="1062"/>
                  </a:lnTo>
                  <a:lnTo>
                    <a:pt x="371" y="1062"/>
                  </a:lnTo>
                  <a:lnTo>
                    <a:pt x="374" y="1050"/>
                  </a:lnTo>
                  <a:lnTo>
                    <a:pt x="369" y="1045"/>
                  </a:lnTo>
                  <a:lnTo>
                    <a:pt x="365" y="1051"/>
                  </a:lnTo>
                  <a:lnTo>
                    <a:pt x="366" y="1059"/>
                  </a:lnTo>
                  <a:lnTo>
                    <a:pt x="358" y="1060"/>
                  </a:lnTo>
                  <a:lnTo>
                    <a:pt x="349" y="1070"/>
                  </a:lnTo>
                  <a:lnTo>
                    <a:pt x="347" y="1082"/>
                  </a:lnTo>
                  <a:lnTo>
                    <a:pt x="336" y="1074"/>
                  </a:lnTo>
                  <a:lnTo>
                    <a:pt x="336" y="1082"/>
                  </a:lnTo>
                  <a:lnTo>
                    <a:pt x="329" y="1089"/>
                  </a:lnTo>
                  <a:lnTo>
                    <a:pt x="326" y="1086"/>
                  </a:lnTo>
                  <a:lnTo>
                    <a:pt x="319" y="1086"/>
                  </a:lnTo>
                  <a:lnTo>
                    <a:pt x="312" y="1094"/>
                  </a:lnTo>
                  <a:lnTo>
                    <a:pt x="323" y="1096"/>
                  </a:lnTo>
                  <a:lnTo>
                    <a:pt x="336" y="1108"/>
                  </a:lnTo>
                  <a:lnTo>
                    <a:pt x="311" y="1108"/>
                  </a:lnTo>
                  <a:lnTo>
                    <a:pt x="331" y="1115"/>
                  </a:lnTo>
                  <a:lnTo>
                    <a:pt x="332" y="1122"/>
                  </a:lnTo>
                  <a:lnTo>
                    <a:pt x="325" y="1136"/>
                  </a:lnTo>
                  <a:lnTo>
                    <a:pt x="339" y="1149"/>
                  </a:lnTo>
                  <a:lnTo>
                    <a:pt x="323" y="1151"/>
                  </a:lnTo>
                  <a:lnTo>
                    <a:pt x="309" y="1146"/>
                  </a:lnTo>
                  <a:lnTo>
                    <a:pt x="317" y="1158"/>
                  </a:lnTo>
                  <a:lnTo>
                    <a:pt x="310" y="1169"/>
                  </a:lnTo>
                  <a:lnTo>
                    <a:pt x="325" y="1176"/>
                  </a:lnTo>
                  <a:lnTo>
                    <a:pt x="313" y="1186"/>
                  </a:lnTo>
                  <a:lnTo>
                    <a:pt x="324" y="1198"/>
                  </a:lnTo>
                  <a:lnTo>
                    <a:pt x="313" y="1210"/>
                  </a:lnTo>
                  <a:lnTo>
                    <a:pt x="311" y="1223"/>
                  </a:lnTo>
                  <a:lnTo>
                    <a:pt x="323" y="1232"/>
                  </a:lnTo>
                  <a:lnTo>
                    <a:pt x="317" y="1242"/>
                  </a:lnTo>
                  <a:lnTo>
                    <a:pt x="314" y="1271"/>
                  </a:lnTo>
                  <a:lnTo>
                    <a:pt x="303" y="1282"/>
                  </a:lnTo>
                  <a:lnTo>
                    <a:pt x="299" y="1306"/>
                  </a:lnTo>
                  <a:lnTo>
                    <a:pt x="285" y="1321"/>
                  </a:lnTo>
                  <a:lnTo>
                    <a:pt x="278" y="1313"/>
                  </a:lnTo>
                  <a:lnTo>
                    <a:pt x="265" y="1309"/>
                  </a:lnTo>
                  <a:lnTo>
                    <a:pt x="251" y="1315"/>
                  </a:lnTo>
                  <a:lnTo>
                    <a:pt x="227" y="1311"/>
                  </a:lnTo>
                  <a:lnTo>
                    <a:pt x="223" y="1304"/>
                  </a:lnTo>
                  <a:lnTo>
                    <a:pt x="219" y="1322"/>
                  </a:lnTo>
                  <a:lnTo>
                    <a:pt x="198" y="1325"/>
                  </a:lnTo>
                  <a:lnTo>
                    <a:pt x="188" y="1345"/>
                  </a:lnTo>
                  <a:lnTo>
                    <a:pt x="196" y="1351"/>
                  </a:lnTo>
                  <a:lnTo>
                    <a:pt x="197" y="1361"/>
                  </a:lnTo>
                  <a:lnTo>
                    <a:pt x="184" y="1372"/>
                  </a:lnTo>
                  <a:lnTo>
                    <a:pt x="168" y="1366"/>
                  </a:lnTo>
                  <a:lnTo>
                    <a:pt x="134" y="1375"/>
                  </a:lnTo>
                  <a:lnTo>
                    <a:pt x="120" y="1375"/>
                  </a:lnTo>
                  <a:lnTo>
                    <a:pt x="113" y="1369"/>
                  </a:lnTo>
                  <a:lnTo>
                    <a:pt x="121" y="1357"/>
                  </a:lnTo>
                  <a:lnTo>
                    <a:pt x="115" y="1328"/>
                  </a:lnTo>
                  <a:lnTo>
                    <a:pt x="102" y="1325"/>
                  </a:lnTo>
                  <a:lnTo>
                    <a:pt x="100" y="1313"/>
                  </a:lnTo>
                  <a:lnTo>
                    <a:pt x="90" y="1309"/>
                  </a:lnTo>
                  <a:lnTo>
                    <a:pt x="93" y="1303"/>
                  </a:lnTo>
                  <a:lnTo>
                    <a:pt x="109" y="1301"/>
                  </a:lnTo>
                  <a:lnTo>
                    <a:pt x="119" y="1284"/>
                  </a:lnTo>
                  <a:lnTo>
                    <a:pt x="115" y="1269"/>
                  </a:lnTo>
                  <a:lnTo>
                    <a:pt x="101" y="1276"/>
                  </a:lnTo>
                  <a:lnTo>
                    <a:pt x="88" y="1265"/>
                  </a:lnTo>
                  <a:lnTo>
                    <a:pt x="85" y="1253"/>
                  </a:lnTo>
                  <a:lnTo>
                    <a:pt x="71" y="1248"/>
                  </a:lnTo>
                  <a:lnTo>
                    <a:pt x="69" y="1232"/>
                  </a:lnTo>
                  <a:lnTo>
                    <a:pt x="57" y="1209"/>
                  </a:lnTo>
                  <a:lnTo>
                    <a:pt x="51" y="1204"/>
                  </a:lnTo>
                  <a:lnTo>
                    <a:pt x="44" y="1188"/>
                  </a:lnTo>
                  <a:lnTo>
                    <a:pt x="34" y="1186"/>
                  </a:lnTo>
                  <a:lnTo>
                    <a:pt x="26" y="1176"/>
                  </a:lnTo>
                  <a:lnTo>
                    <a:pt x="32" y="1171"/>
                  </a:lnTo>
                  <a:lnTo>
                    <a:pt x="34" y="1157"/>
                  </a:lnTo>
                  <a:lnTo>
                    <a:pt x="30" y="1148"/>
                  </a:lnTo>
                  <a:lnTo>
                    <a:pt x="32" y="1138"/>
                  </a:lnTo>
                  <a:lnTo>
                    <a:pt x="45" y="1128"/>
                  </a:lnTo>
                  <a:lnTo>
                    <a:pt x="41" y="1121"/>
                  </a:lnTo>
                  <a:lnTo>
                    <a:pt x="31" y="1115"/>
                  </a:lnTo>
                  <a:lnTo>
                    <a:pt x="34" y="1109"/>
                  </a:lnTo>
                  <a:lnTo>
                    <a:pt x="28" y="1109"/>
                  </a:lnTo>
                  <a:lnTo>
                    <a:pt x="26" y="1118"/>
                  </a:lnTo>
                  <a:lnTo>
                    <a:pt x="35" y="1127"/>
                  </a:lnTo>
                  <a:lnTo>
                    <a:pt x="20" y="1133"/>
                  </a:lnTo>
                  <a:lnTo>
                    <a:pt x="22" y="1120"/>
                  </a:lnTo>
                  <a:lnTo>
                    <a:pt x="19" y="1115"/>
                  </a:lnTo>
                  <a:lnTo>
                    <a:pt x="9" y="1111"/>
                  </a:lnTo>
                  <a:lnTo>
                    <a:pt x="8" y="1091"/>
                  </a:lnTo>
                  <a:lnTo>
                    <a:pt x="2" y="1084"/>
                  </a:lnTo>
                  <a:lnTo>
                    <a:pt x="0" y="1058"/>
                  </a:lnTo>
                  <a:lnTo>
                    <a:pt x="10" y="1052"/>
                  </a:lnTo>
                  <a:lnTo>
                    <a:pt x="12" y="1051"/>
                  </a:lnTo>
                  <a:lnTo>
                    <a:pt x="12" y="1051"/>
                  </a:lnTo>
                  <a:close/>
                  <a:moveTo>
                    <a:pt x="403" y="1015"/>
                  </a:moveTo>
                  <a:lnTo>
                    <a:pt x="413" y="1030"/>
                  </a:lnTo>
                  <a:lnTo>
                    <a:pt x="419" y="1034"/>
                  </a:lnTo>
                  <a:lnTo>
                    <a:pt x="419" y="1019"/>
                  </a:lnTo>
                  <a:lnTo>
                    <a:pt x="431" y="1008"/>
                  </a:lnTo>
                  <a:lnTo>
                    <a:pt x="431" y="998"/>
                  </a:lnTo>
                  <a:lnTo>
                    <a:pt x="416" y="998"/>
                  </a:lnTo>
                  <a:lnTo>
                    <a:pt x="403" y="1015"/>
                  </a:lnTo>
                  <a:lnTo>
                    <a:pt x="403" y="1015"/>
                  </a:lnTo>
                  <a:close/>
                  <a:moveTo>
                    <a:pt x="19" y="1137"/>
                  </a:moveTo>
                  <a:lnTo>
                    <a:pt x="18" y="1146"/>
                  </a:lnTo>
                  <a:lnTo>
                    <a:pt x="25" y="1146"/>
                  </a:lnTo>
                  <a:lnTo>
                    <a:pt x="27" y="1136"/>
                  </a:lnTo>
                  <a:lnTo>
                    <a:pt x="19" y="1137"/>
                  </a:lnTo>
                  <a:lnTo>
                    <a:pt x="19" y="1137"/>
                  </a:lnTo>
                  <a:close/>
                  <a:moveTo>
                    <a:pt x="462" y="1100"/>
                  </a:moveTo>
                  <a:lnTo>
                    <a:pt x="467" y="1109"/>
                  </a:lnTo>
                  <a:lnTo>
                    <a:pt x="475" y="1102"/>
                  </a:lnTo>
                  <a:lnTo>
                    <a:pt x="467" y="1096"/>
                  </a:lnTo>
                  <a:lnTo>
                    <a:pt x="462" y="1100"/>
                  </a:lnTo>
                  <a:lnTo>
                    <a:pt x="462" y="1100"/>
                  </a:lnTo>
                  <a:close/>
                  <a:moveTo>
                    <a:pt x="467" y="1156"/>
                  </a:moveTo>
                  <a:lnTo>
                    <a:pt x="472" y="1162"/>
                  </a:lnTo>
                  <a:lnTo>
                    <a:pt x="479" y="1155"/>
                  </a:lnTo>
                  <a:lnTo>
                    <a:pt x="491" y="1152"/>
                  </a:lnTo>
                  <a:lnTo>
                    <a:pt x="488" y="1148"/>
                  </a:lnTo>
                  <a:lnTo>
                    <a:pt x="474" y="1148"/>
                  </a:lnTo>
                  <a:lnTo>
                    <a:pt x="467" y="1156"/>
                  </a:lnTo>
                  <a:lnTo>
                    <a:pt x="467" y="1156"/>
                  </a:lnTo>
                  <a:close/>
                  <a:moveTo>
                    <a:pt x="421" y="1249"/>
                  </a:moveTo>
                  <a:lnTo>
                    <a:pt x="436" y="1245"/>
                  </a:lnTo>
                  <a:lnTo>
                    <a:pt x="439" y="1239"/>
                  </a:lnTo>
                  <a:lnTo>
                    <a:pt x="434" y="1236"/>
                  </a:lnTo>
                  <a:lnTo>
                    <a:pt x="437" y="1228"/>
                  </a:lnTo>
                  <a:lnTo>
                    <a:pt x="453" y="1217"/>
                  </a:lnTo>
                  <a:lnTo>
                    <a:pt x="454" y="1209"/>
                  </a:lnTo>
                  <a:lnTo>
                    <a:pt x="464" y="1198"/>
                  </a:lnTo>
                  <a:lnTo>
                    <a:pt x="463" y="1193"/>
                  </a:lnTo>
                  <a:lnTo>
                    <a:pt x="453" y="1185"/>
                  </a:lnTo>
                  <a:lnTo>
                    <a:pt x="459" y="1175"/>
                  </a:lnTo>
                  <a:lnTo>
                    <a:pt x="460" y="1168"/>
                  </a:lnTo>
                  <a:lnTo>
                    <a:pt x="466" y="1164"/>
                  </a:lnTo>
                  <a:lnTo>
                    <a:pt x="458" y="1160"/>
                  </a:lnTo>
                  <a:lnTo>
                    <a:pt x="451" y="1164"/>
                  </a:lnTo>
                  <a:lnTo>
                    <a:pt x="436" y="1163"/>
                  </a:lnTo>
                  <a:lnTo>
                    <a:pt x="428" y="1174"/>
                  </a:lnTo>
                  <a:lnTo>
                    <a:pt x="422" y="1184"/>
                  </a:lnTo>
                  <a:lnTo>
                    <a:pt x="413" y="1193"/>
                  </a:lnTo>
                  <a:lnTo>
                    <a:pt x="417" y="1207"/>
                  </a:lnTo>
                  <a:lnTo>
                    <a:pt x="412" y="1210"/>
                  </a:lnTo>
                  <a:lnTo>
                    <a:pt x="426" y="1227"/>
                  </a:lnTo>
                  <a:lnTo>
                    <a:pt x="431" y="1226"/>
                  </a:lnTo>
                  <a:lnTo>
                    <a:pt x="428" y="1236"/>
                  </a:lnTo>
                  <a:lnTo>
                    <a:pt x="420" y="1244"/>
                  </a:lnTo>
                  <a:lnTo>
                    <a:pt x="421" y="1249"/>
                  </a:lnTo>
                  <a:lnTo>
                    <a:pt x="421" y="1249"/>
                  </a:lnTo>
                  <a:close/>
                  <a:moveTo>
                    <a:pt x="321" y="1286"/>
                  </a:moveTo>
                  <a:lnTo>
                    <a:pt x="323" y="1298"/>
                  </a:lnTo>
                  <a:lnTo>
                    <a:pt x="323" y="1306"/>
                  </a:lnTo>
                  <a:lnTo>
                    <a:pt x="327" y="1310"/>
                  </a:lnTo>
                  <a:lnTo>
                    <a:pt x="332" y="1300"/>
                  </a:lnTo>
                  <a:lnTo>
                    <a:pt x="340" y="1280"/>
                  </a:lnTo>
                  <a:lnTo>
                    <a:pt x="342" y="1260"/>
                  </a:lnTo>
                  <a:lnTo>
                    <a:pt x="349" y="1240"/>
                  </a:lnTo>
                  <a:lnTo>
                    <a:pt x="351" y="1221"/>
                  </a:lnTo>
                  <a:lnTo>
                    <a:pt x="344" y="1214"/>
                  </a:lnTo>
                  <a:lnTo>
                    <a:pt x="336" y="1226"/>
                  </a:lnTo>
                  <a:lnTo>
                    <a:pt x="338" y="1231"/>
                  </a:lnTo>
                  <a:lnTo>
                    <a:pt x="333" y="1248"/>
                  </a:lnTo>
                  <a:lnTo>
                    <a:pt x="326" y="1253"/>
                  </a:lnTo>
                  <a:lnTo>
                    <a:pt x="321" y="1286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3185" y="140"/>
              <a:ext cx="670" cy="1096"/>
            </a:xfrm>
            <a:custGeom>
              <a:avLst/>
              <a:gdLst>
                <a:gd name="T0" fmla="*/ 619 w 680"/>
                <a:gd name="T1" fmla="*/ 921 h 1112"/>
                <a:gd name="T2" fmla="*/ 629 w 680"/>
                <a:gd name="T3" fmla="*/ 749 h 1112"/>
                <a:gd name="T4" fmla="*/ 586 w 680"/>
                <a:gd name="T5" fmla="*/ 629 h 1112"/>
                <a:gd name="T6" fmla="*/ 560 w 680"/>
                <a:gd name="T7" fmla="*/ 556 h 1112"/>
                <a:gd name="T8" fmla="*/ 540 w 680"/>
                <a:gd name="T9" fmla="*/ 424 h 1112"/>
                <a:gd name="T10" fmla="*/ 521 w 680"/>
                <a:gd name="T11" fmla="*/ 276 h 1112"/>
                <a:gd name="T12" fmla="*/ 439 w 680"/>
                <a:gd name="T13" fmla="*/ 215 h 1112"/>
                <a:gd name="T14" fmla="*/ 426 w 680"/>
                <a:gd name="T15" fmla="*/ 129 h 1112"/>
                <a:gd name="T16" fmla="*/ 438 w 680"/>
                <a:gd name="T17" fmla="*/ 43 h 1112"/>
                <a:gd name="T18" fmla="*/ 333 w 680"/>
                <a:gd name="T19" fmla="*/ 1 h 1112"/>
                <a:gd name="T20" fmla="*/ 282 w 680"/>
                <a:gd name="T21" fmla="*/ 29 h 1112"/>
                <a:gd name="T22" fmla="*/ 268 w 680"/>
                <a:gd name="T23" fmla="*/ 117 h 1112"/>
                <a:gd name="T24" fmla="*/ 225 w 680"/>
                <a:gd name="T25" fmla="*/ 155 h 1112"/>
                <a:gd name="T26" fmla="*/ 140 w 680"/>
                <a:gd name="T27" fmla="*/ 175 h 1112"/>
                <a:gd name="T28" fmla="*/ 34 w 680"/>
                <a:gd name="T29" fmla="*/ 106 h 1112"/>
                <a:gd name="T30" fmla="*/ 3 w 680"/>
                <a:gd name="T31" fmla="*/ 131 h 1112"/>
                <a:gd name="T32" fmla="*/ 97 w 680"/>
                <a:gd name="T33" fmla="*/ 195 h 1112"/>
                <a:gd name="T34" fmla="*/ 145 w 680"/>
                <a:gd name="T35" fmla="*/ 227 h 1112"/>
                <a:gd name="T36" fmla="*/ 165 w 680"/>
                <a:gd name="T37" fmla="*/ 295 h 1112"/>
                <a:gd name="T38" fmla="*/ 192 w 680"/>
                <a:gd name="T39" fmla="*/ 359 h 1112"/>
                <a:gd name="T40" fmla="*/ 198 w 680"/>
                <a:gd name="T41" fmla="*/ 452 h 1112"/>
                <a:gd name="T42" fmla="*/ 247 w 680"/>
                <a:gd name="T43" fmla="*/ 504 h 1112"/>
                <a:gd name="T44" fmla="*/ 300 w 680"/>
                <a:gd name="T45" fmla="*/ 563 h 1112"/>
                <a:gd name="T46" fmla="*/ 314 w 680"/>
                <a:gd name="T47" fmla="*/ 603 h 1112"/>
                <a:gd name="T48" fmla="*/ 247 w 680"/>
                <a:gd name="T49" fmla="*/ 634 h 1112"/>
                <a:gd name="T50" fmla="*/ 202 w 680"/>
                <a:gd name="T51" fmla="*/ 674 h 1112"/>
                <a:gd name="T52" fmla="*/ 194 w 680"/>
                <a:gd name="T53" fmla="*/ 730 h 1112"/>
                <a:gd name="T54" fmla="*/ 152 w 680"/>
                <a:gd name="T55" fmla="*/ 738 h 1112"/>
                <a:gd name="T56" fmla="*/ 134 w 680"/>
                <a:gd name="T57" fmla="*/ 779 h 1112"/>
                <a:gd name="T58" fmla="*/ 103 w 680"/>
                <a:gd name="T59" fmla="*/ 788 h 1112"/>
                <a:gd name="T60" fmla="*/ 99 w 680"/>
                <a:gd name="T61" fmla="*/ 837 h 1112"/>
                <a:gd name="T62" fmla="*/ 107 w 680"/>
                <a:gd name="T63" fmla="*/ 881 h 1112"/>
                <a:gd name="T64" fmla="*/ 135 w 680"/>
                <a:gd name="T65" fmla="*/ 945 h 1112"/>
                <a:gd name="T66" fmla="*/ 122 w 680"/>
                <a:gd name="T67" fmla="*/ 1023 h 1112"/>
                <a:gd name="T68" fmla="*/ 171 w 680"/>
                <a:gd name="T69" fmla="*/ 1043 h 1112"/>
                <a:gd name="T70" fmla="*/ 216 w 680"/>
                <a:gd name="T71" fmla="*/ 1059 h 1112"/>
                <a:gd name="T72" fmla="*/ 240 w 680"/>
                <a:gd name="T73" fmla="*/ 1109 h 1112"/>
                <a:gd name="T74" fmla="*/ 284 w 680"/>
                <a:gd name="T75" fmla="*/ 1092 h 1112"/>
                <a:gd name="T76" fmla="*/ 375 w 680"/>
                <a:gd name="T77" fmla="*/ 1058 h 1112"/>
                <a:gd name="T78" fmla="*/ 404 w 680"/>
                <a:gd name="T79" fmla="*/ 1048 h 1112"/>
                <a:gd name="T80" fmla="*/ 428 w 680"/>
                <a:gd name="T81" fmla="*/ 1048 h 1112"/>
                <a:gd name="T82" fmla="*/ 474 w 680"/>
                <a:gd name="T83" fmla="*/ 1035 h 1112"/>
                <a:gd name="T84" fmla="*/ 516 w 680"/>
                <a:gd name="T85" fmla="*/ 1028 h 1112"/>
                <a:gd name="T86" fmla="*/ 267 w 680"/>
                <a:gd name="T87" fmla="*/ 583 h 1112"/>
                <a:gd name="T88" fmla="*/ 284 w 680"/>
                <a:gd name="T89" fmla="*/ 578 h 1112"/>
                <a:gd name="T90" fmla="*/ 87 w 680"/>
                <a:gd name="T91" fmla="*/ 762 h 1112"/>
                <a:gd name="T92" fmla="*/ 87 w 680"/>
                <a:gd name="T93" fmla="*/ 762 h 1112"/>
                <a:gd name="T94" fmla="*/ 228 w 680"/>
                <a:gd name="T95" fmla="*/ 1087 h 1112"/>
                <a:gd name="T96" fmla="*/ 203 w 680"/>
                <a:gd name="T97" fmla="*/ 1057 h 1112"/>
                <a:gd name="T98" fmla="*/ 168 w 680"/>
                <a:gd name="T99" fmla="*/ 1051 h 1112"/>
                <a:gd name="T100" fmla="*/ 129 w 680"/>
                <a:gd name="T101" fmla="*/ 1050 h 1112"/>
                <a:gd name="T102" fmla="*/ 43 w 680"/>
                <a:gd name="T103" fmla="*/ 1047 h 1112"/>
                <a:gd name="T104" fmla="*/ 65 w 680"/>
                <a:gd name="T105" fmla="*/ 1082 h 1112"/>
                <a:gd name="T106" fmla="*/ 37 w 680"/>
                <a:gd name="T107" fmla="*/ 1075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80" h="1112">
                  <a:moveTo>
                    <a:pt x="537" y="1028"/>
                  </a:moveTo>
                  <a:cubicBezTo>
                    <a:pt x="535" y="1011"/>
                    <a:pt x="535" y="1011"/>
                    <a:pt x="535" y="1011"/>
                  </a:cubicBezTo>
                  <a:cubicBezTo>
                    <a:pt x="566" y="983"/>
                    <a:pt x="566" y="983"/>
                    <a:pt x="566" y="983"/>
                  </a:cubicBezTo>
                  <a:cubicBezTo>
                    <a:pt x="582" y="976"/>
                    <a:pt x="582" y="976"/>
                    <a:pt x="582" y="976"/>
                  </a:cubicBezTo>
                  <a:cubicBezTo>
                    <a:pt x="600" y="947"/>
                    <a:pt x="600" y="947"/>
                    <a:pt x="600" y="947"/>
                  </a:cubicBezTo>
                  <a:cubicBezTo>
                    <a:pt x="619" y="921"/>
                    <a:pt x="619" y="921"/>
                    <a:pt x="619" y="921"/>
                  </a:cubicBezTo>
                  <a:cubicBezTo>
                    <a:pt x="633" y="890"/>
                    <a:pt x="633" y="890"/>
                    <a:pt x="633" y="890"/>
                  </a:cubicBezTo>
                  <a:cubicBezTo>
                    <a:pt x="661" y="848"/>
                    <a:pt x="661" y="848"/>
                    <a:pt x="661" y="848"/>
                  </a:cubicBezTo>
                  <a:cubicBezTo>
                    <a:pt x="680" y="804"/>
                    <a:pt x="680" y="804"/>
                    <a:pt x="680" y="804"/>
                  </a:cubicBezTo>
                  <a:cubicBezTo>
                    <a:pt x="676" y="785"/>
                    <a:pt x="676" y="785"/>
                    <a:pt x="676" y="785"/>
                  </a:cubicBezTo>
                  <a:cubicBezTo>
                    <a:pt x="647" y="754"/>
                    <a:pt x="647" y="754"/>
                    <a:pt x="647" y="754"/>
                  </a:cubicBezTo>
                  <a:cubicBezTo>
                    <a:pt x="629" y="749"/>
                    <a:pt x="629" y="749"/>
                    <a:pt x="629" y="749"/>
                  </a:cubicBezTo>
                  <a:cubicBezTo>
                    <a:pt x="598" y="709"/>
                    <a:pt x="598" y="709"/>
                    <a:pt x="598" y="709"/>
                  </a:cubicBezTo>
                  <a:cubicBezTo>
                    <a:pt x="603" y="691"/>
                    <a:pt x="603" y="691"/>
                    <a:pt x="603" y="691"/>
                  </a:cubicBezTo>
                  <a:cubicBezTo>
                    <a:pt x="616" y="675"/>
                    <a:pt x="616" y="675"/>
                    <a:pt x="616" y="675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594" y="644"/>
                    <a:pt x="594" y="644"/>
                    <a:pt x="594" y="644"/>
                  </a:cubicBezTo>
                  <a:cubicBezTo>
                    <a:pt x="586" y="629"/>
                    <a:pt x="586" y="629"/>
                    <a:pt x="586" y="629"/>
                  </a:cubicBezTo>
                  <a:cubicBezTo>
                    <a:pt x="585" y="607"/>
                    <a:pt x="585" y="607"/>
                    <a:pt x="585" y="607"/>
                  </a:cubicBezTo>
                  <a:cubicBezTo>
                    <a:pt x="591" y="601"/>
                    <a:pt x="591" y="601"/>
                    <a:pt x="591" y="601"/>
                  </a:cubicBezTo>
                  <a:cubicBezTo>
                    <a:pt x="585" y="589"/>
                    <a:pt x="585" y="589"/>
                    <a:pt x="585" y="589"/>
                  </a:cubicBezTo>
                  <a:cubicBezTo>
                    <a:pt x="568" y="587"/>
                    <a:pt x="568" y="587"/>
                    <a:pt x="568" y="587"/>
                  </a:cubicBezTo>
                  <a:cubicBezTo>
                    <a:pt x="560" y="576"/>
                    <a:pt x="560" y="576"/>
                    <a:pt x="560" y="576"/>
                  </a:cubicBezTo>
                  <a:cubicBezTo>
                    <a:pt x="560" y="556"/>
                    <a:pt x="560" y="556"/>
                    <a:pt x="560" y="556"/>
                  </a:cubicBezTo>
                  <a:cubicBezTo>
                    <a:pt x="569" y="545"/>
                    <a:pt x="569" y="545"/>
                    <a:pt x="569" y="545"/>
                  </a:cubicBezTo>
                  <a:cubicBezTo>
                    <a:pt x="556" y="542"/>
                    <a:pt x="556" y="542"/>
                    <a:pt x="556" y="542"/>
                  </a:cubicBezTo>
                  <a:cubicBezTo>
                    <a:pt x="555" y="531"/>
                    <a:pt x="555" y="531"/>
                    <a:pt x="555" y="531"/>
                  </a:cubicBezTo>
                  <a:cubicBezTo>
                    <a:pt x="558" y="491"/>
                    <a:pt x="558" y="491"/>
                    <a:pt x="558" y="491"/>
                  </a:cubicBezTo>
                  <a:cubicBezTo>
                    <a:pt x="570" y="488"/>
                    <a:pt x="570" y="488"/>
                    <a:pt x="570" y="488"/>
                  </a:cubicBezTo>
                  <a:cubicBezTo>
                    <a:pt x="540" y="424"/>
                    <a:pt x="540" y="424"/>
                    <a:pt x="540" y="424"/>
                  </a:cubicBezTo>
                  <a:cubicBezTo>
                    <a:pt x="512" y="377"/>
                    <a:pt x="512" y="377"/>
                    <a:pt x="512" y="377"/>
                  </a:cubicBezTo>
                  <a:cubicBezTo>
                    <a:pt x="506" y="360"/>
                    <a:pt x="506" y="360"/>
                    <a:pt x="506" y="360"/>
                  </a:cubicBezTo>
                  <a:cubicBezTo>
                    <a:pt x="490" y="344"/>
                    <a:pt x="490" y="344"/>
                    <a:pt x="490" y="344"/>
                  </a:cubicBezTo>
                  <a:cubicBezTo>
                    <a:pt x="501" y="314"/>
                    <a:pt x="501" y="314"/>
                    <a:pt x="501" y="314"/>
                  </a:cubicBezTo>
                  <a:cubicBezTo>
                    <a:pt x="515" y="294"/>
                    <a:pt x="515" y="294"/>
                    <a:pt x="515" y="294"/>
                  </a:cubicBezTo>
                  <a:cubicBezTo>
                    <a:pt x="521" y="276"/>
                    <a:pt x="521" y="276"/>
                    <a:pt x="521" y="276"/>
                  </a:cubicBezTo>
                  <a:cubicBezTo>
                    <a:pt x="513" y="269"/>
                    <a:pt x="513" y="269"/>
                    <a:pt x="513" y="269"/>
                  </a:cubicBezTo>
                  <a:cubicBezTo>
                    <a:pt x="482" y="251"/>
                    <a:pt x="482" y="251"/>
                    <a:pt x="482" y="251"/>
                  </a:cubicBezTo>
                  <a:cubicBezTo>
                    <a:pt x="477" y="239"/>
                    <a:pt x="477" y="239"/>
                    <a:pt x="477" y="239"/>
                  </a:cubicBezTo>
                  <a:cubicBezTo>
                    <a:pt x="467" y="225"/>
                    <a:pt x="467" y="225"/>
                    <a:pt x="467" y="225"/>
                  </a:cubicBezTo>
                  <a:cubicBezTo>
                    <a:pt x="448" y="216"/>
                    <a:pt x="448" y="216"/>
                    <a:pt x="448" y="216"/>
                  </a:cubicBezTo>
                  <a:cubicBezTo>
                    <a:pt x="439" y="215"/>
                    <a:pt x="439" y="215"/>
                    <a:pt x="439" y="215"/>
                  </a:cubicBezTo>
                  <a:cubicBezTo>
                    <a:pt x="427" y="186"/>
                    <a:pt x="427" y="186"/>
                    <a:pt x="427" y="186"/>
                  </a:cubicBezTo>
                  <a:cubicBezTo>
                    <a:pt x="418" y="176"/>
                    <a:pt x="418" y="176"/>
                    <a:pt x="418" y="176"/>
                  </a:cubicBezTo>
                  <a:cubicBezTo>
                    <a:pt x="423" y="155"/>
                    <a:pt x="423" y="155"/>
                    <a:pt x="423" y="155"/>
                  </a:cubicBezTo>
                  <a:cubicBezTo>
                    <a:pt x="426" y="139"/>
                    <a:pt x="426" y="139"/>
                    <a:pt x="426" y="139"/>
                  </a:cubicBezTo>
                  <a:cubicBezTo>
                    <a:pt x="415" y="135"/>
                    <a:pt x="415" y="135"/>
                    <a:pt x="415" y="135"/>
                  </a:cubicBezTo>
                  <a:cubicBezTo>
                    <a:pt x="426" y="129"/>
                    <a:pt x="426" y="129"/>
                    <a:pt x="426" y="129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41" y="96"/>
                    <a:pt x="441" y="96"/>
                    <a:pt x="441" y="96"/>
                  </a:cubicBezTo>
                  <a:cubicBezTo>
                    <a:pt x="453" y="79"/>
                    <a:pt x="453" y="79"/>
                    <a:pt x="453" y="79"/>
                  </a:cubicBezTo>
                  <a:cubicBezTo>
                    <a:pt x="455" y="66"/>
                    <a:pt x="455" y="66"/>
                    <a:pt x="455" y="66"/>
                  </a:cubicBezTo>
                  <a:cubicBezTo>
                    <a:pt x="442" y="53"/>
                    <a:pt x="442" y="53"/>
                    <a:pt x="442" y="53"/>
                  </a:cubicBezTo>
                  <a:cubicBezTo>
                    <a:pt x="438" y="43"/>
                    <a:pt x="438" y="43"/>
                    <a:pt x="438" y="43"/>
                  </a:cubicBezTo>
                  <a:cubicBezTo>
                    <a:pt x="416" y="41"/>
                    <a:pt x="416" y="41"/>
                    <a:pt x="416" y="41"/>
                  </a:cubicBezTo>
                  <a:cubicBezTo>
                    <a:pt x="401" y="36"/>
                    <a:pt x="401" y="36"/>
                    <a:pt x="401" y="36"/>
                  </a:cubicBezTo>
                  <a:cubicBezTo>
                    <a:pt x="391" y="27"/>
                    <a:pt x="391" y="27"/>
                    <a:pt x="391" y="27"/>
                  </a:cubicBezTo>
                  <a:cubicBezTo>
                    <a:pt x="375" y="8"/>
                    <a:pt x="375" y="8"/>
                    <a:pt x="375" y="8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22" y="12"/>
                    <a:pt x="322" y="12"/>
                    <a:pt x="322" y="12"/>
                  </a:cubicBezTo>
                  <a:cubicBezTo>
                    <a:pt x="323" y="17"/>
                    <a:pt x="323" y="17"/>
                    <a:pt x="323" y="17"/>
                  </a:cubicBezTo>
                  <a:cubicBezTo>
                    <a:pt x="313" y="19"/>
                    <a:pt x="313" y="19"/>
                    <a:pt x="313" y="19"/>
                  </a:cubicBezTo>
                  <a:cubicBezTo>
                    <a:pt x="295" y="16"/>
                    <a:pt x="295" y="16"/>
                    <a:pt x="295" y="16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71" y="43"/>
                    <a:pt x="271" y="43"/>
                    <a:pt x="271" y="43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70" y="56"/>
                    <a:pt x="270" y="56"/>
                    <a:pt x="270" y="56"/>
                  </a:cubicBezTo>
                  <a:cubicBezTo>
                    <a:pt x="265" y="66"/>
                    <a:pt x="265" y="66"/>
                    <a:pt x="265" y="66"/>
                  </a:cubicBezTo>
                  <a:cubicBezTo>
                    <a:pt x="262" y="98"/>
                    <a:pt x="262" y="98"/>
                    <a:pt x="262" y="98"/>
                  </a:cubicBezTo>
                  <a:cubicBezTo>
                    <a:pt x="268" y="117"/>
                    <a:pt x="268" y="117"/>
                    <a:pt x="268" y="117"/>
                  </a:cubicBezTo>
                  <a:cubicBezTo>
                    <a:pt x="273" y="127"/>
                    <a:pt x="273" y="127"/>
                    <a:pt x="273" y="127"/>
                  </a:cubicBezTo>
                  <a:cubicBezTo>
                    <a:pt x="268" y="135"/>
                    <a:pt x="268" y="135"/>
                    <a:pt x="268" y="135"/>
                  </a:cubicBezTo>
                  <a:cubicBezTo>
                    <a:pt x="257" y="142"/>
                    <a:pt x="257" y="142"/>
                    <a:pt x="257" y="142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34" y="151"/>
                    <a:pt x="234" y="151"/>
                    <a:pt x="234" y="151"/>
                  </a:cubicBezTo>
                  <a:cubicBezTo>
                    <a:pt x="225" y="155"/>
                    <a:pt x="225" y="155"/>
                    <a:pt x="225" y="155"/>
                  </a:cubicBezTo>
                  <a:cubicBezTo>
                    <a:pt x="217" y="169"/>
                    <a:pt x="217" y="169"/>
                    <a:pt x="217" y="169"/>
                  </a:cubicBezTo>
                  <a:cubicBezTo>
                    <a:pt x="202" y="166"/>
                    <a:pt x="202" y="166"/>
                    <a:pt x="202" y="166"/>
                  </a:cubicBezTo>
                  <a:cubicBezTo>
                    <a:pt x="180" y="152"/>
                    <a:pt x="180" y="152"/>
                    <a:pt x="180" y="15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156" y="161"/>
                    <a:pt x="156" y="161"/>
                    <a:pt x="156" y="161"/>
                  </a:cubicBezTo>
                  <a:cubicBezTo>
                    <a:pt x="140" y="175"/>
                    <a:pt x="140" y="175"/>
                    <a:pt x="140" y="175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89" y="167"/>
                    <a:pt x="89" y="167"/>
                    <a:pt x="89" y="167"/>
                  </a:cubicBezTo>
                  <a:cubicBezTo>
                    <a:pt x="78" y="154"/>
                    <a:pt x="78" y="154"/>
                    <a:pt x="78" y="154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44" y="120"/>
                    <a:pt x="44" y="120"/>
                    <a:pt x="44" y="120"/>
                  </a:cubicBezTo>
                  <a:cubicBezTo>
                    <a:pt x="34" y="106"/>
                    <a:pt x="34" y="106"/>
                    <a:pt x="34" y="106"/>
                  </a:cubicBezTo>
                  <a:cubicBezTo>
                    <a:pt x="21" y="104"/>
                    <a:pt x="21" y="104"/>
                    <a:pt x="21" y="104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9" y="122"/>
                    <a:pt x="9" y="122"/>
                    <a:pt x="9" y="122"/>
                  </a:cubicBezTo>
                  <a:cubicBezTo>
                    <a:pt x="13" y="131"/>
                    <a:pt x="13" y="131"/>
                    <a:pt x="13" y="131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1" y="147"/>
                    <a:pt x="11" y="147"/>
                    <a:pt x="11" y="147"/>
                  </a:cubicBezTo>
                  <a:cubicBezTo>
                    <a:pt x="29" y="155"/>
                    <a:pt x="29" y="155"/>
                    <a:pt x="29" y="155"/>
                  </a:cubicBezTo>
                  <a:cubicBezTo>
                    <a:pt x="53" y="181"/>
                    <a:pt x="53" y="181"/>
                    <a:pt x="53" y="181"/>
                  </a:cubicBezTo>
                  <a:cubicBezTo>
                    <a:pt x="70" y="193"/>
                    <a:pt x="70" y="193"/>
                    <a:pt x="70" y="193"/>
                  </a:cubicBezTo>
                  <a:cubicBezTo>
                    <a:pt x="97" y="195"/>
                    <a:pt x="97" y="195"/>
                    <a:pt x="97" y="195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16" y="203"/>
                    <a:pt x="116" y="203"/>
                    <a:pt x="116" y="203"/>
                  </a:cubicBezTo>
                  <a:cubicBezTo>
                    <a:pt x="129" y="216"/>
                    <a:pt x="129" y="216"/>
                    <a:pt x="129" y="216"/>
                  </a:cubicBezTo>
                  <a:cubicBezTo>
                    <a:pt x="134" y="228"/>
                    <a:pt x="134" y="228"/>
                    <a:pt x="134" y="228"/>
                  </a:cubicBezTo>
                  <a:cubicBezTo>
                    <a:pt x="140" y="229"/>
                    <a:pt x="140" y="229"/>
                    <a:pt x="140" y="229"/>
                  </a:cubicBezTo>
                  <a:cubicBezTo>
                    <a:pt x="145" y="227"/>
                    <a:pt x="145" y="227"/>
                    <a:pt x="145" y="227"/>
                  </a:cubicBezTo>
                  <a:cubicBezTo>
                    <a:pt x="157" y="242"/>
                    <a:pt x="157" y="242"/>
                    <a:pt x="157" y="242"/>
                  </a:cubicBezTo>
                  <a:cubicBezTo>
                    <a:pt x="166" y="243"/>
                    <a:pt x="166" y="243"/>
                    <a:pt x="166" y="243"/>
                  </a:cubicBezTo>
                  <a:cubicBezTo>
                    <a:pt x="172" y="252"/>
                    <a:pt x="172" y="252"/>
                    <a:pt x="172" y="252"/>
                  </a:cubicBezTo>
                  <a:cubicBezTo>
                    <a:pt x="168" y="263"/>
                    <a:pt x="168" y="263"/>
                    <a:pt x="168" y="263"/>
                  </a:cubicBezTo>
                  <a:cubicBezTo>
                    <a:pt x="171" y="281"/>
                    <a:pt x="171" y="281"/>
                    <a:pt x="171" y="281"/>
                  </a:cubicBezTo>
                  <a:cubicBezTo>
                    <a:pt x="165" y="295"/>
                    <a:pt x="165" y="295"/>
                    <a:pt x="165" y="295"/>
                  </a:cubicBezTo>
                  <a:cubicBezTo>
                    <a:pt x="167" y="307"/>
                    <a:pt x="167" y="307"/>
                    <a:pt x="167" y="307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2" y="332"/>
                    <a:pt x="182" y="332"/>
                    <a:pt x="182" y="332"/>
                  </a:cubicBezTo>
                  <a:cubicBezTo>
                    <a:pt x="184" y="349"/>
                    <a:pt x="184" y="349"/>
                    <a:pt x="184" y="349"/>
                  </a:cubicBezTo>
                  <a:cubicBezTo>
                    <a:pt x="192" y="359"/>
                    <a:pt x="192" y="359"/>
                    <a:pt x="192" y="359"/>
                  </a:cubicBezTo>
                  <a:cubicBezTo>
                    <a:pt x="196" y="381"/>
                    <a:pt x="196" y="381"/>
                    <a:pt x="196" y="381"/>
                  </a:cubicBezTo>
                  <a:cubicBezTo>
                    <a:pt x="193" y="391"/>
                    <a:pt x="193" y="391"/>
                    <a:pt x="193" y="391"/>
                  </a:cubicBezTo>
                  <a:cubicBezTo>
                    <a:pt x="196" y="401"/>
                    <a:pt x="196" y="401"/>
                    <a:pt x="196" y="401"/>
                  </a:cubicBezTo>
                  <a:cubicBezTo>
                    <a:pt x="196" y="425"/>
                    <a:pt x="196" y="425"/>
                    <a:pt x="196" y="425"/>
                  </a:cubicBezTo>
                  <a:cubicBezTo>
                    <a:pt x="192" y="434"/>
                    <a:pt x="192" y="434"/>
                    <a:pt x="192" y="434"/>
                  </a:cubicBezTo>
                  <a:cubicBezTo>
                    <a:pt x="198" y="452"/>
                    <a:pt x="198" y="452"/>
                    <a:pt x="198" y="452"/>
                  </a:cubicBezTo>
                  <a:cubicBezTo>
                    <a:pt x="211" y="456"/>
                    <a:pt x="211" y="456"/>
                    <a:pt x="211" y="456"/>
                  </a:cubicBezTo>
                  <a:cubicBezTo>
                    <a:pt x="223" y="478"/>
                    <a:pt x="223" y="478"/>
                    <a:pt x="223" y="478"/>
                  </a:cubicBezTo>
                  <a:cubicBezTo>
                    <a:pt x="230" y="486"/>
                    <a:pt x="230" y="486"/>
                    <a:pt x="230" y="486"/>
                  </a:cubicBezTo>
                  <a:cubicBezTo>
                    <a:pt x="230" y="499"/>
                    <a:pt x="230" y="499"/>
                    <a:pt x="230" y="499"/>
                  </a:cubicBezTo>
                  <a:cubicBezTo>
                    <a:pt x="234" y="504"/>
                    <a:pt x="234" y="504"/>
                    <a:pt x="234" y="504"/>
                  </a:cubicBezTo>
                  <a:cubicBezTo>
                    <a:pt x="247" y="504"/>
                    <a:pt x="247" y="504"/>
                    <a:pt x="247" y="504"/>
                  </a:cubicBezTo>
                  <a:cubicBezTo>
                    <a:pt x="259" y="516"/>
                    <a:pt x="259" y="516"/>
                    <a:pt x="259" y="516"/>
                  </a:cubicBezTo>
                  <a:cubicBezTo>
                    <a:pt x="285" y="516"/>
                    <a:pt x="285" y="516"/>
                    <a:pt x="285" y="516"/>
                  </a:cubicBezTo>
                  <a:cubicBezTo>
                    <a:pt x="303" y="531"/>
                    <a:pt x="303" y="531"/>
                    <a:pt x="303" y="531"/>
                  </a:cubicBezTo>
                  <a:cubicBezTo>
                    <a:pt x="293" y="536"/>
                    <a:pt x="293" y="536"/>
                    <a:pt x="293" y="536"/>
                  </a:cubicBezTo>
                  <a:cubicBezTo>
                    <a:pt x="299" y="544"/>
                    <a:pt x="299" y="544"/>
                    <a:pt x="299" y="544"/>
                  </a:cubicBezTo>
                  <a:cubicBezTo>
                    <a:pt x="300" y="563"/>
                    <a:pt x="300" y="563"/>
                    <a:pt x="300" y="563"/>
                  </a:cubicBezTo>
                  <a:cubicBezTo>
                    <a:pt x="296" y="566"/>
                    <a:pt x="296" y="566"/>
                    <a:pt x="296" y="566"/>
                  </a:cubicBezTo>
                  <a:cubicBezTo>
                    <a:pt x="316" y="584"/>
                    <a:pt x="316" y="584"/>
                    <a:pt x="316" y="584"/>
                  </a:cubicBezTo>
                  <a:cubicBezTo>
                    <a:pt x="302" y="581"/>
                    <a:pt x="302" y="581"/>
                    <a:pt x="302" y="581"/>
                  </a:cubicBezTo>
                  <a:cubicBezTo>
                    <a:pt x="296" y="583"/>
                    <a:pt x="296" y="583"/>
                    <a:pt x="296" y="583"/>
                  </a:cubicBezTo>
                  <a:cubicBezTo>
                    <a:pt x="313" y="596"/>
                    <a:pt x="313" y="596"/>
                    <a:pt x="313" y="596"/>
                  </a:cubicBezTo>
                  <a:cubicBezTo>
                    <a:pt x="314" y="603"/>
                    <a:pt x="314" y="603"/>
                    <a:pt x="314" y="603"/>
                  </a:cubicBezTo>
                  <a:cubicBezTo>
                    <a:pt x="293" y="593"/>
                    <a:pt x="293" y="593"/>
                    <a:pt x="293" y="593"/>
                  </a:cubicBezTo>
                  <a:cubicBezTo>
                    <a:pt x="276" y="594"/>
                    <a:pt x="276" y="594"/>
                    <a:pt x="276" y="594"/>
                  </a:cubicBezTo>
                  <a:cubicBezTo>
                    <a:pt x="258" y="604"/>
                    <a:pt x="258" y="604"/>
                    <a:pt x="258" y="604"/>
                  </a:cubicBezTo>
                  <a:cubicBezTo>
                    <a:pt x="259" y="614"/>
                    <a:pt x="259" y="614"/>
                    <a:pt x="259" y="614"/>
                  </a:cubicBezTo>
                  <a:cubicBezTo>
                    <a:pt x="247" y="626"/>
                    <a:pt x="247" y="626"/>
                    <a:pt x="247" y="626"/>
                  </a:cubicBezTo>
                  <a:cubicBezTo>
                    <a:pt x="247" y="634"/>
                    <a:pt x="247" y="634"/>
                    <a:pt x="247" y="634"/>
                  </a:cubicBezTo>
                  <a:cubicBezTo>
                    <a:pt x="241" y="638"/>
                    <a:pt x="241" y="638"/>
                    <a:pt x="241" y="638"/>
                  </a:cubicBezTo>
                  <a:cubicBezTo>
                    <a:pt x="220" y="658"/>
                    <a:pt x="220" y="658"/>
                    <a:pt x="220" y="658"/>
                  </a:cubicBezTo>
                  <a:cubicBezTo>
                    <a:pt x="217" y="678"/>
                    <a:pt x="217" y="678"/>
                    <a:pt x="217" y="678"/>
                  </a:cubicBezTo>
                  <a:cubicBezTo>
                    <a:pt x="212" y="680"/>
                    <a:pt x="212" y="680"/>
                    <a:pt x="212" y="680"/>
                  </a:cubicBezTo>
                  <a:cubicBezTo>
                    <a:pt x="208" y="673"/>
                    <a:pt x="208" y="673"/>
                    <a:pt x="208" y="673"/>
                  </a:cubicBezTo>
                  <a:cubicBezTo>
                    <a:pt x="202" y="674"/>
                    <a:pt x="202" y="674"/>
                    <a:pt x="202" y="674"/>
                  </a:cubicBezTo>
                  <a:cubicBezTo>
                    <a:pt x="207" y="687"/>
                    <a:pt x="207" y="687"/>
                    <a:pt x="207" y="687"/>
                  </a:cubicBezTo>
                  <a:cubicBezTo>
                    <a:pt x="204" y="696"/>
                    <a:pt x="204" y="696"/>
                    <a:pt x="204" y="696"/>
                  </a:cubicBezTo>
                  <a:cubicBezTo>
                    <a:pt x="190" y="698"/>
                    <a:pt x="190" y="698"/>
                    <a:pt x="190" y="698"/>
                  </a:cubicBezTo>
                  <a:cubicBezTo>
                    <a:pt x="181" y="708"/>
                    <a:pt x="181" y="708"/>
                    <a:pt x="181" y="708"/>
                  </a:cubicBezTo>
                  <a:cubicBezTo>
                    <a:pt x="185" y="724"/>
                    <a:pt x="185" y="724"/>
                    <a:pt x="185" y="724"/>
                  </a:cubicBezTo>
                  <a:cubicBezTo>
                    <a:pt x="194" y="730"/>
                    <a:pt x="194" y="730"/>
                    <a:pt x="194" y="730"/>
                  </a:cubicBezTo>
                  <a:cubicBezTo>
                    <a:pt x="178" y="725"/>
                    <a:pt x="178" y="725"/>
                    <a:pt x="178" y="725"/>
                  </a:cubicBezTo>
                  <a:cubicBezTo>
                    <a:pt x="173" y="719"/>
                    <a:pt x="173" y="719"/>
                    <a:pt x="173" y="719"/>
                  </a:cubicBezTo>
                  <a:cubicBezTo>
                    <a:pt x="164" y="723"/>
                    <a:pt x="164" y="723"/>
                    <a:pt x="164" y="723"/>
                  </a:cubicBezTo>
                  <a:cubicBezTo>
                    <a:pt x="159" y="736"/>
                    <a:pt x="159" y="736"/>
                    <a:pt x="159" y="736"/>
                  </a:cubicBezTo>
                  <a:cubicBezTo>
                    <a:pt x="161" y="742"/>
                    <a:pt x="161" y="742"/>
                    <a:pt x="161" y="742"/>
                  </a:cubicBezTo>
                  <a:cubicBezTo>
                    <a:pt x="152" y="738"/>
                    <a:pt x="152" y="738"/>
                    <a:pt x="152" y="738"/>
                  </a:cubicBezTo>
                  <a:cubicBezTo>
                    <a:pt x="148" y="743"/>
                    <a:pt x="148" y="743"/>
                    <a:pt x="148" y="743"/>
                  </a:cubicBezTo>
                  <a:cubicBezTo>
                    <a:pt x="157" y="751"/>
                    <a:pt x="157" y="751"/>
                    <a:pt x="157" y="751"/>
                  </a:cubicBezTo>
                  <a:cubicBezTo>
                    <a:pt x="158" y="757"/>
                    <a:pt x="158" y="757"/>
                    <a:pt x="158" y="757"/>
                  </a:cubicBezTo>
                  <a:cubicBezTo>
                    <a:pt x="149" y="765"/>
                    <a:pt x="149" y="765"/>
                    <a:pt x="149" y="765"/>
                  </a:cubicBezTo>
                  <a:cubicBezTo>
                    <a:pt x="146" y="772"/>
                    <a:pt x="146" y="772"/>
                    <a:pt x="146" y="772"/>
                  </a:cubicBezTo>
                  <a:cubicBezTo>
                    <a:pt x="134" y="779"/>
                    <a:pt x="134" y="779"/>
                    <a:pt x="134" y="779"/>
                  </a:cubicBezTo>
                  <a:cubicBezTo>
                    <a:pt x="127" y="775"/>
                    <a:pt x="127" y="775"/>
                    <a:pt x="127" y="775"/>
                  </a:cubicBezTo>
                  <a:cubicBezTo>
                    <a:pt x="126" y="770"/>
                    <a:pt x="126" y="770"/>
                    <a:pt x="126" y="770"/>
                  </a:cubicBezTo>
                  <a:cubicBezTo>
                    <a:pt x="117" y="768"/>
                    <a:pt x="117" y="768"/>
                    <a:pt x="117" y="768"/>
                  </a:cubicBezTo>
                  <a:cubicBezTo>
                    <a:pt x="107" y="771"/>
                    <a:pt x="107" y="771"/>
                    <a:pt x="107" y="771"/>
                  </a:cubicBezTo>
                  <a:cubicBezTo>
                    <a:pt x="111" y="782"/>
                    <a:pt x="111" y="782"/>
                    <a:pt x="111" y="782"/>
                  </a:cubicBezTo>
                  <a:cubicBezTo>
                    <a:pt x="103" y="788"/>
                    <a:pt x="103" y="788"/>
                    <a:pt x="103" y="788"/>
                  </a:cubicBezTo>
                  <a:cubicBezTo>
                    <a:pt x="108" y="799"/>
                    <a:pt x="108" y="799"/>
                    <a:pt x="108" y="799"/>
                  </a:cubicBezTo>
                  <a:cubicBezTo>
                    <a:pt x="103" y="811"/>
                    <a:pt x="103" y="811"/>
                    <a:pt x="103" y="811"/>
                  </a:cubicBezTo>
                  <a:cubicBezTo>
                    <a:pt x="97" y="812"/>
                    <a:pt x="97" y="812"/>
                    <a:pt x="97" y="812"/>
                  </a:cubicBezTo>
                  <a:cubicBezTo>
                    <a:pt x="90" y="822"/>
                    <a:pt x="90" y="822"/>
                    <a:pt x="90" y="822"/>
                  </a:cubicBezTo>
                  <a:cubicBezTo>
                    <a:pt x="95" y="835"/>
                    <a:pt x="95" y="835"/>
                    <a:pt x="95" y="835"/>
                  </a:cubicBezTo>
                  <a:cubicBezTo>
                    <a:pt x="99" y="837"/>
                    <a:pt x="99" y="837"/>
                    <a:pt x="99" y="837"/>
                  </a:cubicBezTo>
                  <a:cubicBezTo>
                    <a:pt x="95" y="849"/>
                    <a:pt x="95" y="849"/>
                    <a:pt x="95" y="849"/>
                  </a:cubicBezTo>
                  <a:cubicBezTo>
                    <a:pt x="97" y="858"/>
                    <a:pt x="97" y="858"/>
                    <a:pt x="97" y="858"/>
                  </a:cubicBezTo>
                  <a:cubicBezTo>
                    <a:pt x="106" y="854"/>
                    <a:pt x="106" y="854"/>
                    <a:pt x="106" y="854"/>
                  </a:cubicBezTo>
                  <a:cubicBezTo>
                    <a:pt x="113" y="861"/>
                    <a:pt x="113" y="861"/>
                    <a:pt x="113" y="861"/>
                  </a:cubicBezTo>
                  <a:cubicBezTo>
                    <a:pt x="111" y="874"/>
                    <a:pt x="111" y="874"/>
                    <a:pt x="111" y="874"/>
                  </a:cubicBezTo>
                  <a:cubicBezTo>
                    <a:pt x="107" y="881"/>
                    <a:pt x="107" y="881"/>
                    <a:pt x="107" y="881"/>
                  </a:cubicBezTo>
                  <a:cubicBezTo>
                    <a:pt x="112" y="892"/>
                    <a:pt x="112" y="892"/>
                    <a:pt x="112" y="892"/>
                  </a:cubicBezTo>
                  <a:cubicBezTo>
                    <a:pt x="109" y="898"/>
                    <a:pt x="109" y="898"/>
                    <a:pt x="109" y="898"/>
                  </a:cubicBezTo>
                  <a:cubicBezTo>
                    <a:pt x="122" y="918"/>
                    <a:pt x="122" y="918"/>
                    <a:pt x="122" y="918"/>
                  </a:cubicBezTo>
                  <a:cubicBezTo>
                    <a:pt x="129" y="923"/>
                    <a:pt x="129" y="923"/>
                    <a:pt x="129" y="923"/>
                  </a:cubicBezTo>
                  <a:cubicBezTo>
                    <a:pt x="125" y="930"/>
                    <a:pt x="125" y="930"/>
                    <a:pt x="125" y="930"/>
                  </a:cubicBezTo>
                  <a:cubicBezTo>
                    <a:pt x="135" y="945"/>
                    <a:pt x="135" y="945"/>
                    <a:pt x="135" y="945"/>
                  </a:cubicBezTo>
                  <a:cubicBezTo>
                    <a:pt x="125" y="948"/>
                    <a:pt x="125" y="948"/>
                    <a:pt x="125" y="948"/>
                  </a:cubicBezTo>
                  <a:cubicBezTo>
                    <a:pt x="127" y="968"/>
                    <a:pt x="127" y="968"/>
                    <a:pt x="127" y="968"/>
                  </a:cubicBezTo>
                  <a:cubicBezTo>
                    <a:pt x="122" y="975"/>
                    <a:pt x="122" y="975"/>
                    <a:pt x="122" y="975"/>
                  </a:cubicBezTo>
                  <a:cubicBezTo>
                    <a:pt x="122" y="1000"/>
                    <a:pt x="122" y="1000"/>
                    <a:pt x="122" y="1000"/>
                  </a:cubicBezTo>
                  <a:cubicBezTo>
                    <a:pt x="130" y="1009"/>
                    <a:pt x="130" y="1009"/>
                    <a:pt x="130" y="1009"/>
                  </a:cubicBezTo>
                  <a:cubicBezTo>
                    <a:pt x="122" y="1023"/>
                    <a:pt x="122" y="1023"/>
                    <a:pt x="122" y="1023"/>
                  </a:cubicBezTo>
                  <a:cubicBezTo>
                    <a:pt x="122" y="1032"/>
                    <a:pt x="122" y="1032"/>
                    <a:pt x="122" y="1032"/>
                  </a:cubicBezTo>
                  <a:cubicBezTo>
                    <a:pt x="128" y="1039"/>
                    <a:pt x="128" y="1039"/>
                    <a:pt x="128" y="1039"/>
                  </a:cubicBezTo>
                  <a:cubicBezTo>
                    <a:pt x="146" y="1031"/>
                    <a:pt x="146" y="1031"/>
                    <a:pt x="146" y="1031"/>
                  </a:cubicBezTo>
                  <a:cubicBezTo>
                    <a:pt x="152" y="1036"/>
                    <a:pt x="152" y="1036"/>
                    <a:pt x="152" y="1036"/>
                  </a:cubicBezTo>
                  <a:cubicBezTo>
                    <a:pt x="155" y="1028"/>
                    <a:pt x="155" y="1028"/>
                    <a:pt x="155" y="1028"/>
                  </a:cubicBezTo>
                  <a:cubicBezTo>
                    <a:pt x="171" y="1043"/>
                    <a:pt x="171" y="1043"/>
                    <a:pt x="171" y="1043"/>
                  </a:cubicBezTo>
                  <a:cubicBezTo>
                    <a:pt x="180" y="1042"/>
                    <a:pt x="180" y="1042"/>
                    <a:pt x="180" y="1042"/>
                  </a:cubicBezTo>
                  <a:cubicBezTo>
                    <a:pt x="189" y="1049"/>
                    <a:pt x="189" y="1049"/>
                    <a:pt x="189" y="1049"/>
                  </a:cubicBezTo>
                  <a:cubicBezTo>
                    <a:pt x="209" y="1048"/>
                    <a:pt x="209" y="1048"/>
                    <a:pt x="209" y="1048"/>
                  </a:cubicBezTo>
                  <a:cubicBezTo>
                    <a:pt x="214" y="1050"/>
                    <a:pt x="214" y="1050"/>
                    <a:pt x="214" y="1050"/>
                  </a:cubicBezTo>
                  <a:cubicBezTo>
                    <a:pt x="209" y="1059"/>
                    <a:pt x="209" y="1059"/>
                    <a:pt x="209" y="1059"/>
                  </a:cubicBezTo>
                  <a:cubicBezTo>
                    <a:pt x="216" y="1059"/>
                    <a:pt x="216" y="1059"/>
                    <a:pt x="216" y="1059"/>
                  </a:cubicBezTo>
                  <a:cubicBezTo>
                    <a:pt x="233" y="1048"/>
                    <a:pt x="233" y="1048"/>
                    <a:pt x="233" y="1048"/>
                  </a:cubicBezTo>
                  <a:cubicBezTo>
                    <a:pt x="233" y="1057"/>
                    <a:pt x="233" y="1057"/>
                    <a:pt x="233" y="1057"/>
                  </a:cubicBezTo>
                  <a:cubicBezTo>
                    <a:pt x="225" y="1067"/>
                    <a:pt x="225" y="1067"/>
                    <a:pt x="225" y="1067"/>
                  </a:cubicBezTo>
                  <a:cubicBezTo>
                    <a:pt x="242" y="1089"/>
                    <a:pt x="242" y="1089"/>
                    <a:pt x="242" y="1089"/>
                  </a:cubicBezTo>
                  <a:cubicBezTo>
                    <a:pt x="245" y="1097"/>
                    <a:pt x="245" y="1097"/>
                    <a:pt x="245" y="1097"/>
                  </a:cubicBezTo>
                  <a:cubicBezTo>
                    <a:pt x="240" y="1109"/>
                    <a:pt x="240" y="1109"/>
                    <a:pt x="240" y="1109"/>
                  </a:cubicBezTo>
                  <a:cubicBezTo>
                    <a:pt x="245" y="1112"/>
                    <a:pt x="245" y="1112"/>
                    <a:pt x="245" y="1112"/>
                  </a:cubicBezTo>
                  <a:cubicBezTo>
                    <a:pt x="252" y="1093"/>
                    <a:pt x="252" y="1093"/>
                    <a:pt x="252" y="1093"/>
                  </a:cubicBezTo>
                  <a:cubicBezTo>
                    <a:pt x="260" y="1090"/>
                    <a:pt x="260" y="1090"/>
                    <a:pt x="260" y="1090"/>
                  </a:cubicBezTo>
                  <a:cubicBezTo>
                    <a:pt x="262" y="1098"/>
                    <a:pt x="262" y="1098"/>
                    <a:pt x="262" y="1098"/>
                  </a:cubicBezTo>
                  <a:cubicBezTo>
                    <a:pt x="274" y="1093"/>
                    <a:pt x="274" y="1093"/>
                    <a:pt x="274" y="1093"/>
                  </a:cubicBezTo>
                  <a:cubicBezTo>
                    <a:pt x="284" y="1092"/>
                    <a:pt x="284" y="1092"/>
                    <a:pt x="284" y="1092"/>
                  </a:cubicBezTo>
                  <a:cubicBezTo>
                    <a:pt x="306" y="1078"/>
                    <a:pt x="306" y="1078"/>
                    <a:pt x="306" y="1078"/>
                  </a:cubicBezTo>
                  <a:cubicBezTo>
                    <a:pt x="318" y="1078"/>
                    <a:pt x="318" y="1078"/>
                    <a:pt x="318" y="1078"/>
                  </a:cubicBezTo>
                  <a:cubicBezTo>
                    <a:pt x="345" y="1062"/>
                    <a:pt x="345" y="1062"/>
                    <a:pt x="345" y="1062"/>
                  </a:cubicBezTo>
                  <a:cubicBezTo>
                    <a:pt x="346" y="1056"/>
                    <a:pt x="346" y="1056"/>
                    <a:pt x="346" y="1056"/>
                  </a:cubicBezTo>
                  <a:cubicBezTo>
                    <a:pt x="364" y="1060"/>
                    <a:pt x="364" y="1060"/>
                    <a:pt x="364" y="1060"/>
                  </a:cubicBezTo>
                  <a:cubicBezTo>
                    <a:pt x="375" y="1058"/>
                    <a:pt x="375" y="1058"/>
                    <a:pt x="375" y="1058"/>
                  </a:cubicBezTo>
                  <a:cubicBezTo>
                    <a:pt x="386" y="1043"/>
                    <a:pt x="386" y="1043"/>
                    <a:pt x="386" y="1043"/>
                  </a:cubicBezTo>
                  <a:cubicBezTo>
                    <a:pt x="389" y="1048"/>
                    <a:pt x="389" y="1048"/>
                    <a:pt x="389" y="1048"/>
                  </a:cubicBezTo>
                  <a:cubicBezTo>
                    <a:pt x="383" y="1059"/>
                    <a:pt x="383" y="1059"/>
                    <a:pt x="383" y="1059"/>
                  </a:cubicBezTo>
                  <a:cubicBezTo>
                    <a:pt x="390" y="1062"/>
                    <a:pt x="390" y="1062"/>
                    <a:pt x="390" y="1062"/>
                  </a:cubicBezTo>
                  <a:cubicBezTo>
                    <a:pt x="397" y="1047"/>
                    <a:pt x="397" y="1047"/>
                    <a:pt x="397" y="1047"/>
                  </a:cubicBezTo>
                  <a:cubicBezTo>
                    <a:pt x="404" y="1048"/>
                    <a:pt x="404" y="1048"/>
                    <a:pt x="404" y="1048"/>
                  </a:cubicBezTo>
                  <a:cubicBezTo>
                    <a:pt x="398" y="1035"/>
                    <a:pt x="398" y="1035"/>
                    <a:pt x="398" y="1035"/>
                  </a:cubicBezTo>
                  <a:cubicBezTo>
                    <a:pt x="404" y="1030"/>
                    <a:pt x="404" y="1030"/>
                    <a:pt x="404" y="1030"/>
                  </a:cubicBezTo>
                  <a:cubicBezTo>
                    <a:pt x="410" y="1042"/>
                    <a:pt x="410" y="1042"/>
                    <a:pt x="410" y="1042"/>
                  </a:cubicBezTo>
                  <a:cubicBezTo>
                    <a:pt x="418" y="1044"/>
                    <a:pt x="418" y="1044"/>
                    <a:pt x="418" y="1044"/>
                  </a:cubicBezTo>
                  <a:cubicBezTo>
                    <a:pt x="421" y="1035"/>
                    <a:pt x="421" y="1035"/>
                    <a:pt x="421" y="1035"/>
                  </a:cubicBezTo>
                  <a:cubicBezTo>
                    <a:pt x="428" y="1048"/>
                    <a:pt x="428" y="1048"/>
                    <a:pt x="428" y="1048"/>
                  </a:cubicBezTo>
                  <a:cubicBezTo>
                    <a:pt x="436" y="1046"/>
                    <a:pt x="436" y="1046"/>
                    <a:pt x="436" y="1046"/>
                  </a:cubicBezTo>
                  <a:cubicBezTo>
                    <a:pt x="437" y="1037"/>
                    <a:pt x="437" y="1037"/>
                    <a:pt x="437" y="1037"/>
                  </a:cubicBezTo>
                  <a:cubicBezTo>
                    <a:pt x="445" y="1039"/>
                    <a:pt x="445" y="1039"/>
                    <a:pt x="445" y="1039"/>
                  </a:cubicBezTo>
                  <a:cubicBezTo>
                    <a:pt x="448" y="1046"/>
                    <a:pt x="448" y="1046"/>
                    <a:pt x="448" y="1046"/>
                  </a:cubicBezTo>
                  <a:cubicBezTo>
                    <a:pt x="457" y="1038"/>
                    <a:pt x="457" y="1038"/>
                    <a:pt x="457" y="1038"/>
                  </a:cubicBezTo>
                  <a:cubicBezTo>
                    <a:pt x="474" y="1035"/>
                    <a:pt x="474" y="1035"/>
                    <a:pt x="474" y="1035"/>
                  </a:cubicBezTo>
                  <a:cubicBezTo>
                    <a:pt x="484" y="1043"/>
                    <a:pt x="484" y="1043"/>
                    <a:pt x="484" y="1043"/>
                  </a:cubicBezTo>
                  <a:cubicBezTo>
                    <a:pt x="505" y="1040"/>
                    <a:pt x="505" y="1040"/>
                    <a:pt x="505" y="1040"/>
                  </a:cubicBezTo>
                  <a:cubicBezTo>
                    <a:pt x="507" y="1034"/>
                    <a:pt x="507" y="1034"/>
                    <a:pt x="507" y="1034"/>
                  </a:cubicBezTo>
                  <a:cubicBezTo>
                    <a:pt x="501" y="1028"/>
                    <a:pt x="501" y="1028"/>
                    <a:pt x="501" y="1028"/>
                  </a:cubicBezTo>
                  <a:cubicBezTo>
                    <a:pt x="507" y="1025"/>
                    <a:pt x="507" y="1025"/>
                    <a:pt x="507" y="1025"/>
                  </a:cubicBezTo>
                  <a:cubicBezTo>
                    <a:pt x="516" y="1028"/>
                    <a:pt x="516" y="1028"/>
                    <a:pt x="516" y="1028"/>
                  </a:cubicBezTo>
                  <a:cubicBezTo>
                    <a:pt x="518" y="1035"/>
                    <a:pt x="518" y="1035"/>
                    <a:pt x="518" y="1035"/>
                  </a:cubicBezTo>
                  <a:cubicBezTo>
                    <a:pt x="532" y="1039"/>
                    <a:pt x="532" y="1039"/>
                    <a:pt x="532" y="1039"/>
                  </a:cubicBezTo>
                  <a:cubicBezTo>
                    <a:pt x="532" y="1039"/>
                    <a:pt x="535" y="1032"/>
                    <a:pt x="537" y="1028"/>
                  </a:cubicBezTo>
                  <a:close/>
                  <a:moveTo>
                    <a:pt x="284" y="578"/>
                  </a:moveTo>
                  <a:cubicBezTo>
                    <a:pt x="279" y="584"/>
                    <a:pt x="279" y="584"/>
                    <a:pt x="279" y="584"/>
                  </a:cubicBezTo>
                  <a:cubicBezTo>
                    <a:pt x="267" y="583"/>
                    <a:pt x="267" y="583"/>
                    <a:pt x="267" y="583"/>
                  </a:cubicBezTo>
                  <a:cubicBezTo>
                    <a:pt x="258" y="571"/>
                    <a:pt x="258" y="571"/>
                    <a:pt x="258" y="571"/>
                  </a:cubicBezTo>
                  <a:cubicBezTo>
                    <a:pt x="270" y="563"/>
                    <a:pt x="270" y="563"/>
                    <a:pt x="270" y="563"/>
                  </a:cubicBezTo>
                  <a:cubicBezTo>
                    <a:pt x="291" y="566"/>
                    <a:pt x="291" y="566"/>
                    <a:pt x="291" y="566"/>
                  </a:cubicBezTo>
                  <a:cubicBezTo>
                    <a:pt x="290" y="571"/>
                    <a:pt x="290" y="571"/>
                    <a:pt x="290" y="571"/>
                  </a:cubicBezTo>
                  <a:cubicBezTo>
                    <a:pt x="278" y="572"/>
                    <a:pt x="278" y="572"/>
                    <a:pt x="278" y="572"/>
                  </a:cubicBezTo>
                  <a:cubicBezTo>
                    <a:pt x="284" y="578"/>
                    <a:pt x="284" y="578"/>
                    <a:pt x="284" y="578"/>
                  </a:cubicBezTo>
                  <a:close/>
                  <a:moveTo>
                    <a:pt x="93" y="754"/>
                  </a:moveTo>
                  <a:cubicBezTo>
                    <a:pt x="95" y="746"/>
                    <a:pt x="95" y="746"/>
                    <a:pt x="95" y="746"/>
                  </a:cubicBezTo>
                  <a:cubicBezTo>
                    <a:pt x="103" y="752"/>
                    <a:pt x="103" y="752"/>
                    <a:pt x="103" y="752"/>
                  </a:cubicBezTo>
                  <a:cubicBezTo>
                    <a:pt x="97" y="758"/>
                    <a:pt x="97" y="758"/>
                    <a:pt x="97" y="758"/>
                  </a:cubicBezTo>
                  <a:cubicBezTo>
                    <a:pt x="93" y="754"/>
                    <a:pt x="93" y="754"/>
                    <a:pt x="93" y="754"/>
                  </a:cubicBezTo>
                  <a:close/>
                  <a:moveTo>
                    <a:pt x="87" y="762"/>
                  </a:moveTo>
                  <a:cubicBezTo>
                    <a:pt x="95" y="768"/>
                    <a:pt x="95" y="768"/>
                    <a:pt x="95" y="768"/>
                  </a:cubicBezTo>
                  <a:cubicBezTo>
                    <a:pt x="104" y="764"/>
                    <a:pt x="104" y="764"/>
                    <a:pt x="104" y="764"/>
                  </a:cubicBezTo>
                  <a:cubicBezTo>
                    <a:pt x="103" y="774"/>
                    <a:pt x="103" y="774"/>
                    <a:pt x="103" y="774"/>
                  </a:cubicBezTo>
                  <a:cubicBezTo>
                    <a:pt x="91" y="780"/>
                    <a:pt x="91" y="780"/>
                    <a:pt x="91" y="780"/>
                  </a:cubicBezTo>
                  <a:cubicBezTo>
                    <a:pt x="83" y="772"/>
                    <a:pt x="83" y="772"/>
                    <a:pt x="83" y="772"/>
                  </a:cubicBezTo>
                  <a:cubicBezTo>
                    <a:pt x="87" y="762"/>
                    <a:pt x="87" y="762"/>
                    <a:pt x="87" y="762"/>
                  </a:cubicBezTo>
                  <a:close/>
                  <a:moveTo>
                    <a:pt x="228" y="1087"/>
                  </a:moveTo>
                  <a:cubicBezTo>
                    <a:pt x="230" y="1096"/>
                    <a:pt x="230" y="1096"/>
                    <a:pt x="230" y="1096"/>
                  </a:cubicBezTo>
                  <a:cubicBezTo>
                    <a:pt x="222" y="1101"/>
                    <a:pt x="222" y="1101"/>
                    <a:pt x="222" y="1101"/>
                  </a:cubicBezTo>
                  <a:cubicBezTo>
                    <a:pt x="217" y="1096"/>
                    <a:pt x="217" y="1096"/>
                    <a:pt x="217" y="1096"/>
                  </a:cubicBezTo>
                  <a:cubicBezTo>
                    <a:pt x="223" y="1093"/>
                    <a:pt x="223" y="1093"/>
                    <a:pt x="223" y="1093"/>
                  </a:cubicBezTo>
                  <a:cubicBezTo>
                    <a:pt x="228" y="1087"/>
                    <a:pt x="228" y="1087"/>
                    <a:pt x="228" y="1087"/>
                  </a:cubicBezTo>
                  <a:close/>
                  <a:moveTo>
                    <a:pt x="210" y="1073"/>
                  </a:moveTo>
                  <a:cubicBezTo>
                    <a:pt x="210" y="1073"/>
                    <a:pt x="214" y="1081"/>
                    <a:pt x="214" y="1081"/>
                  </a:cubicBezTo>
                  <a:cubicBezTo>
                    <a:pt x="208" y="1083"/>
                    <a:pt x="208" y="1083"/>
                    <a:pt x="208" y="1083"/>
                  </a:cubicBezTo>
                  <a:cubicBezTo>
                    <a:pt x="210" y="1073"/>
                    <a:pt x="210" y="1073"/>
                    <a:pt x="210" y="1073"/>
                  </a:cubicBezTo>
                  <a:close/>
                  <a:moveTo>
                    <a:pt x="182" y="1061"/>
                  </a:moveTo>
                  <a:cubicBezTo>
                    <a:pt x="203" y="1057"/>
                    <a:pt x="203" y="1057"/>
                    <a:pt x="203" y="1057"/>
                  </a:cubicBezTo>
                  <a:cubicBezTo>
                    <a:pt x="201" y="1064"/>
                    <a:pt x="201" y="1064"/>
                    <a:pt x="201" y="1064"/>
                  </a:cubicBezTo>
                  <a:cubicBezTo>
                    <a:pt x="189" y="1073"/>
                    <a:pt x="189" y="1073"/>
                    <a:pt x="189" y="1073"/>
                  </a:cubicBezTo>
                  <a:cubicBezTo>
                    <a:pt x="179" y="1068"/>
                    <a:pt x="179" y="1068"/>
                    <a:pt x="179" y="1068"/>
                  </a:cubicBezTo>
                  <a:cubicBezTo>
                    <a:pt x="182" y="1061"/>
                    <a:pt x="182" y="1061"/>
                    <a:pt x="182" y="1061"/>
                  </a:cubicBezTo>
                  <a:close/>
                  <a:moveTo>
                    <a:pt x="154" y="1040"/>
                  </a:moveTo>
                  <a:cubicBezTo>
                    <a:pt x="168" y="1051"/>
                    <a:pt x="168" y="1051"/>
                    <a:pt x="168" y="1051"/>
                  </a:cubicBezTo>
                  <a:cubicBezTo>
                    <a:pt x="160" y="1056"/>
                    <a:pt x="160" y="1056"/>
                    <a:pt x="160" y="1056"/>
                  </a:cubicBezTo>
                  <a:cubicBezTo>
                    <a:pt x="154" y="1050"/>
                    <a:pt x="154" y="1050"/>
                    <a:pt x="154" y="1050"/>
                  </a:cubicBezTo>
                  <a:cubicBezTo>
                    <a:pt x="154" y="1040"/>
                    <a:pt x="154" y="1040"/>
                    <a:pt x="154" y="1040"/>
                  </a:cubicBezTo>
                  <a:close/>
                  <a:moveTo>
                    <a:pt x="123" y="1045"/>
                  </a:moveTo>
                  <a:cubicBezTo>
                    <a:pt x="136" y="1047"/>
                    <a:pt x="136" y="1047"/>
                    <a:pt x="136" y="1047"/>
                  </a:cubicBezTo>
                  <a:cubicBezTo>
                    <a:pt x="129" y="1050"/>
                    <a:pt x="129" y="1050"/>
                    <a:pt x="129" y="1050"/>
                  </a:cubicBezTo>
                  <a:cubicBezTo>
                    <a:pt x="129" y="1050"/>
                    <a:pt x="123" y="1045"/>
                    <a:pt x="123" y="1045"/>
                  </a:cubicBezTo>
                  <a:close/>
                  <a:moveTo>
                    <a:pt x="33" y="1063"/>
                  </a:moveTo>
                  <a:cubicBezTo>
                    <a:pt x="49" y="1068"/>
                    <a:pt x="49" y="1068"/>
                    <a:pt x="49" y="1068"/>
                  </a:cubicBezTo>
                  <a:cubicBezTo>
                    <a:pt x="53" y="1062"/>
                    <a:pt x="53" y="1062"/>
                    <a:pt x="53" y="1062"/>
                  </a:cubicBezTo>
                  <a:cubicBezTo>
                    <a:pt x="43" y="1056"/>
                    <a:pt x="43" y="1056"/>
                    <a:pt x="43" y="1056"/>
                  </a:cubicBezTo>
                  <a:cubicBezTo>
                    <a:pt x="43" y="1047"/>
                    <a:pt x="43" y="1047"/>
                    <a:pt x="43" y="1047"/>
                  </a:cubicBezTo>
                  <a:cubicBezTo>
                    <a:pt x="50" y="1046"/>
                    <a:pt x="50" y="1046"/>
                    <a:pt x="50" y="1046"/>
                  </a:cubicBezTo>
                  <a:cubicBezTo>
                    <a:pt x="70" y="1059"/>
                    <a:pt x="70" y="1059"/>
                    <a:pt x="70" y="1059"/>
                  </a:cubicBezTo>
                  <a:cubicBezTo>
                    <a:pt x="72" y="1068"/>
                    <a:pt x="72" y="1068"/>
                    <a:pt x="72" y="1068"/>
                  </a:cubicBezTo>
                  <a:cubicBezTo>
                    <a:pt x="62" y="1067"/>
                    <a:pt x="62" y="1067"/>
                    <a:pt x="62" y="1067"/>
                  </a:cubicBezTo>
                  <a:cubicBezTo>
                    <a:pt x="58" y="1072"/>
                    <a:pt x="58" y="1072"/>
                    <a:pt x="58" y="1072"/>
                  </a:cubicBezTo>
                  <a:cubicBezTo>
                    <a:pt x="65" y="1082"/>
                    <a:pt x="65" y="1082"/>
                    <a:pt x="65" y="1082"/>
                  </a:cubicBezTo>
                  <a:cubicBezTo>
                    <a:pt x="75" y="1081"/>
                    <a:pt x="75" y="1081"/>
                    <a:pt x="75" y="1081"/>
                  </a:cubicBezTo>
                  <a:cubicBezTo>
                    <a:pt x="78" y="1092"/>
                    <a:pt x="78" y="1092"/>
                    <a:pt x="78" y="1092"/>
                  </a:cubicBezTo>
                  <a:cubicBezTo>
                    <a:pt x="69" y="1097"/>
                    <a:pt x="69" y="1097"/>
                    <a:pt x="69" y="1097"/>
                  </a:cubicBezTo>
                  <a:cubicBezTo>
                    <a:pt x="58" y="1087"/>
                    <a:pt x="58" y="1087"/>
                    <a:pt x="58" y="1087"/>
                  </a:cubicBezTo>
                  <a:cubicBezTo>
                    <a:pt x="44" y="1083"/>
                    <a:pt x="44" y="1083"/>
                    <a:pt x="44" y="1083"/>
                  </a:cubicBezTo>
                  <a:cubicBezTo>
                    <a:pt x="37" y="1075"/>
                    <a:pt x="37" y="1075"/>
                    <a:pt x="37" y="1075"/>
                  </a:cubicBezTo>
                  <a:cubicBezTo>
                    <a:pt x="28" y="1069"/>
                    <a:pt x="28" y="1069"/>
                    <a:pt x="28" y="1069"/>
                  </a:cubicBezTo>
                  <a:lnTo>
                    <a:pt x="33" y="106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3368" y="1242"/>
              <a:ext cx="355" cy="221"/>
            </a:xfrm>
            <a:custGeom>
              <a:avLst/>
              <a:gdLst>
                <a:gd name="T0" fmla="*/ 347 w 355"/>
                <a:gd name="T1" fmla="*/ 202 h 221"/>
                <a:gd name="T2" fmla="*/ 355 w 355"/>
                <a:gd name="T3" fmla="*/ 182 h 221"/>
                <a:gd name="T4" fmla="*/ 325 w 355"/>
                <a:gd name="T5" fmla="*/ 119 h 221"/>
                <a:gd name="T6" fmla="*/ 337 w 355"/>
                <a:gd name="T7" fmla="*/ 68 h 221"/>
                <a:gd name="T8" fmla="*/ 352 w 355"/>
                <a:gd name="T9" fmla="*/ 38 h 221"/>
                <a:gd name="T10" fmla="*/ 353 w 355"/>
                <a:gd name="T11" fmla="*/ 32 h 221"/>
                <a:gd name="T12" fmla="*/ 345 w 355"/>
                <a:gd name="T13" fmla="*/ 28 h 221"/>
                <a:gd name="T14" fmla="*/ 268 w 355"/>
                <a:gd name="T15" fmla="*/ 13 h 221"/>
                <a:gd name="T16" fmla="*/ 230 w 355"/>
                <a:gd name="T17" fmla="*/ 7 h 221"/>
                <a:gd name="T18" fmla="*/ 205 w 355"/>
                <a:gd name="T19" fmla="*/ 0 h 221"/>
                <a:gd name="T20" fmla="*/ 196 w 355"/>
                <a:gd name="T21" fmla="*/ 6 h 221"/>
                <a:gd name="T22" fmla="*/ 203 w 355"/>
                <a:gd name="T23" fmla="*/ 17 h 221"/>
                <a:gd name="T24" fmla="*/ 185 w 355"/>
                <a:gd name="T25" fmla="*/ 21 h 221"/>
                <a:gd name="T26" fmla="*/ 157 w 355"/>
                <a:gd name="T27" fmla="*/ 14 h 221"/>
                <a:gd name="T28" fmla="*/ 141 w 355"/>
                <a:gd name="T29" fmla="*/ 25 h 221"/>
                <a:gd name="T30" fmla="*/ 126 w 355"/>
                <a:gd name="T31" fmla="*/ 39 h 221"/>
                <a:gd name="T32" fmla="*/ 96 w 355"/>
                <a:gd name="T33" fmla="*/ 45 h 221"/>
                <a:gd name="T34" fmla="*/ 89 w 355"/>
                <a:gd name="T35" fmla="*/ 95 h 221"/>
                <a:gd name="T36" fmla="*/ 102 w 355"/>
                <a:gd name="T37" fmla="*/ 94 h 221"/>
                <a:gd name="T38" fmla="*/ 108 w 355"/>
                <a:gd name="T39" fmla="*/ 103 h 221"/>
                <a:gd name="T40" fmla="*/ 100 w 355"/>
                <a:gd name="T41" fmla="*/ 120 h 221"/>
                <a:gd name="T42" fmla="*/ 130 w 355"/>
                <a:gd name="T43" fmla="*/ 151 h 221"/>
                <a:gd name="T44" fmla="*/ 137 w 355"/>
                <a:gd name="T45" fmla="*/ 139 h 221"/>
                <a:gd name="T46" fmla="*/ 155 w 355"/>
                <a:gd name="T47" fmla="*/ 139 h 221"/>
                <a:gd name="T48" fmla="*/ 148 w 355"/>
                <a:gd name="T49" fmla="*/ 178 h 221"/>
                <a:gd name="T50" fmla="*/ 176 w 355"/>
                <a:gd name="T51" fmla="*/ 164 h 221"/>
                <a:gd name="T52" fmla="*/ 208 w 355"/>
                <a:gd name="T53" fmla="*/ 172 h 221"/>
                <a:gd name="T54" fmla="*/ 220 w 355"/>
                <a:gd name="T55" fmla="*/ 160 h 221"/>
                <a:gd name="T56" fmla="*/ 235 w 355"/>
                <a:gd name="T57" fmla="*/ 176 h 221"/>
                <a:gd name="T58" fmla="*/ 264 w 355"/>
                <a:gd name="T59" fmla="*/ 188 h 221"/>
                <a:gd name="T60" fmla="*/ 283 w 355"/>
                <a:gd name="T61" fmla="*/ 208 h 221"/>
                <a:gd name="T62" fmla="*/ 317 w 355"/>
                <a:gd name="T63" fmla="*/ 212 h 221"/>
                <a:gd name="T64" fmla="*/ 336 w 355"/>
                <a:gd name="T65" fmla="*/ 215 h 221"/>
                <a:gd name="T66" fmla="*/ 78 w 355"/>
                <a:gd name="T67" fmla="*/ 72 h 221"/>
                <a:gd name="T68" fmla="*/ 69 w 355"/>
                <a:gd name="T69" fmla="*/ 79 h 221"/>
                <a:gd name="T70" fmla="*/ 67 w 355"/>
                <a:gd name="T71" fmla="*/ 72 h 221"/>
                <a:gd name="T72" fmla="*/ 35 w 355"/>
                <a:gd name="T73" fmla="*/ 89 h 221"/>
                <a:gd name="T74" fmla="*/ 12 w 355"/>
                <a:gd name="T75" fmla="*/ 94 h 221"/>
                <a:gd name="T76" fmla="*/ 28 w 355"/>
                <a:gd name="T77" fmla="*/ 82 h 221"/>
                <a:gd name="T78" fmla="*/ 35 w 355"/>
                <a:gd name="T79" fmla="*/ 71 h 221"/>
                <a:gd name="T80" fmla="*/ 49 w 355"/>
                <a:gd name="T81" fmla="*/ 77 h 221"/>
                <a:gd name="T82" fmla="*/ 67 w 355"/>
                <a:gd name="T83" fmla="*/ 90 h 221"/>
                <a:gd name="T84" fmla="*/ 47 w 355"/>
                <a:gd name="T85" fmla="*/ 94 h 221"/>
                <a:gd name="T86" fmla="*/ 43 w 355"/>
                <a:gd name="T87" fmla="*/ 101 h 221"/>
                <a:gd name="T88" fmla="*/ 67 w 355"/>
                <a:gd name="T89" fmla="*/ 104 h 221"/>
                <a:gd name="T90" fmla="*/ 89 w 355"/>
                <a:gd name="T91" fmla="*/ 118 h 221"/>
                <a:gd name="T92" fmla="*/ 68 w 355"/>
                <a:gd name="T93" fmla="*/ 111 h 221"/>
                <a:gd name="T94" fmla="*/ 7 w 355"/>
                <a:gd name="T95" fmla="*/ 180 h 221"/>
                <a:gd name="T96" fmla="*/ 23 w 355"/>
                <a:gd name="T97" fmla="*/ 173 h 221"/>
                <a:gd name="T98" fmla="*/ 32 w 355"/>
                <a:gd name="T99" fmla="*/ 150 h 221"/>
                <a:gd name="T100" fmla="*/ 59 w 355"/>
                <a:gd name="T101" fmla="*/ 139 h 221"/>
                <a:gd name="T102" fmla="*/ 75 w 355"/>
                <a:gd name="T103" fmla="*/ 130 h 221"/>
                <a:gd name="T104" fmla="*/ 75 w 355"/>
                <a:gd name="T105" fmla="*/ 125 h 221"/>
                <a:gd name="T106" fmla="*/ 60 w 355"/>
                <a:gd name="T107" fmla="*/ 114 h 221"/>
                <a:gd name="T108" fmla="*/ 33 w 355"/>
                <a:gd name="T109" fmla="*/ 110 h 221"/>
                <a:gd name="T110" fmla="*/ 22 w 355"/>
                <a:gd name="T111" fmla="*/ 118 h 221"/>
                <a:gd name="T112" fmla="*/ 12 w 355"/>
                <a:gd name="T113" fmla="*/ 120 h 221"/>
                <a:gd name="T114" fmla="*/ 5 w 355"/>
                <a:gd name="T115" fmla="*/ 123 h 221"/>
                <a:gd name="T116" fmla="*/ 8 w 355"/>
                <a:gd name="T117" fmla="*/ 128 h 221"/>
                <a:gd name="T118" fmla="*/ 2 w 355"/>
                <a:gd name="T119" fmla="*/ 138 h 221"/>
                <a:gd name="T120" fmla="*/ 11 w 355"/>
                <a:gd name="T121" fmla="*/ 147 h 221"/>
                <a:gd name="T122" fmla="*/ 18 w 355"/>
                <a:gd name="T123" fmla="*/ 165 h 221"/>
                <a:gd name="T124" fmla="*/ 7 w 355"/>
                <a:gd name="T125" fmla="*/ 18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5" h="221">
                  <a:moveTo>
                    <a:pt x="336" y="215"/>
                  </a:moveTo>
                  <a:lnTo>
                    <a:pt x="347" y="202"/>
                  </a:lnTo>
                  <a:lnTo>
                    <a:pt x="345" y="190"/>
                  </a:lnTo>
                  <a:lnTo>
                    <a:pt x="355" y="182"/>
                  </a:lnTo>
                  <a:lnTo>
                    <a:pt x="355" y="169"/>
                  </a:lnTo>
                  <a:lnTo>
                    <a:pt x="325" y="119"/>
                  </a:lnTo>
                  <a:lnTo>
                    <a:pt x="330" y="72"/>
                  </a:lnTo>
                  <a:lnTo>
                    <a:pt x="337" y="68"/>
                  </a:lnTo>
                  <a:lnTo>
                    <a:pt x="342" y="51"/>
                  </a:lnTo>
                  <a:lnTo>
                    <a:pt x="352" y="38"/>
                  </a:lnTo>
                  <a:lnTo>
                    <a:pt x="354" y="34"/>
                  </a:lnTo>
                  <a:lnTo>
                    <a:pt x="353" y="32"/>
                  </a:lnTo>
                  <a:lnTo>
                    <a:pt x="347" y="22"/>
                  </a:lnTo>
                  <a:lnTo>
                    <a:pt x="345" y="28"/>
                  </a:lnTo>
                  <a:lnTo>
                    <a:pt x="292" y="27"/>
                  </a:lnTo>
                  <a:lnTo>
                    <a:pt x="268" y="13"/>
                  </a:lnTo>
                  <a:lnTo>
                    <a:pt x="243" y="13"/>
                  </a:lnTo>
                  <a:lnTo>
                    <a:pt x="230" y="7"/>
                  </a:lnTo>
                  <a:lnTo>
                    <a:pt x="219" y="10"/>
                  </a:lnTo>
                  <a:lnTo>
                    <a:pt x="205" y="0"/>
                  </a:lnTo>
                  <a:lnTo>
                    <a:pt x="204" y="7"/>
                  </a:lnTo>
                  <a:lnTo>
                    <a:pt x="196" y="6"/>
                  </a:lnTo>
                  <a:lnTo>
                    <a:pt x="196" y="11"/>
                  </a:lnTo>
                  <a:lnTo>
                    <a:pt x="203" y="17"/>
                  </a:lnTo>
                  <a:lnTo>
                    <a:pt x="191" y="24"/>
                  </a:lnTo>
                  <a:lnTo>
                    <a:pt x="185" y="21"/>
                  </a:lnTo>
                  <a:lnTo>
                    <a:pt x="161" y="20"/>
                  </a:lnTo>
                  <a:lnTo>
                    <a:pt x="157" y="14"/>
                  </a:lnTo>
                  <a:lnTo>
                    <a:pt x="153" y="26"/>
                  </a:lnTo>
                  <a:lnTo>
                    <a:pt x="141" y="25"/>
                  </a:lnTo>
                  <a:lnTo>
                    <a:pt x="128" y="29"/>
                  </a:lnTo>
                  <a:lnTo>
                    <a:pt x="126" y="39"/>
                  </a:lnTo>
                  <a:lnTo>
                    <a:pt x="118" y="37"/>
                  </a:lnTo>
                  <a:lnTo>
                    <a:pt x="96" y="45"/>
                  </a:lnTo>
                  <a:lnTo>
                    <a:pt x="88" y="57"/>
                  </a:lnTo>
                  <a:lnTo>
                    <a:pt x="89" y="95"/>
                  </a:lnTo>
                  <a:lnTo>
                    <a:pt x="98" y="97"/>
                  </a:lnTo>
                  <a:lnTo>
                    <a:pt x="102" y="94"/>
                  </a:lnTo>
                  <a:lnTo>
                    <a:pt x="115" y="94"/>
                  </a:lnTo>
                  <a:lnTo>
                    <a:pt x="108" y="103"/>
                  </a:lnTo>
                  <a:lnTo>
                    <a:pt x="99" y="104"/>
                  </a:lnTo>
                  <a:lnTo>
                    <a:pt x="100" y="120"/>
                  </a:lnTo>
                  <a:lnTo>
                    <a:pt x="111" y="136"/>
                  </a:lnTo>
                  <a:lnTo>
                    <a:pt x="130" y="151"/>
                  </a:lnTo>
                  <a:lnTo>
                    <a:pt x="136" y="150"/>
                  </a:lnTo>
                  <a:lnTo>
                    <a:pt x="137" y="139"/>
                  </a:lnTo>
                  <a:lnTo>
                    <a:pt x="150" y="130"/>
                  </a:lnTo>
                  <a:lnTo>
                    <a:pt x="155" y="139"/>
                  </a:lnTo>
                  <a:lnTo>
                    <a:pt x="148" y="171"/>
                  </a:lnTo>
                  <a:lnTo>
                    <a:pt x="148" y="178"/>
                  </a:lnTo>
                  <a:lnTo>
                    <a:pt x="155" y="175"/>
                  </a:lnTo>
                  <a:lnTo>
                    <a:pt x="176" y="164"/>
                  </a:lnTo>
                  <a:lnTo>
                    <a:pt x="192" y="160"/>
                  </a:lnTo>
                  <a:lnTo>
                    <a:pt x="208" y="172"/>
                  </a:lnTo>
                  <a:lnTo>
                    <a:pt x="217" y="171"/>
                  </a:lnTo>
                  <a:lnTo>
                    <a:pt x="220" y="160"/>
                  </a:lnTo>
                  <a:lnTo>
                    <a:pt x="230" y="167"/>
                  </a:lnTo>
                  <a:lnTo>
                    <a:pt x="235" y="176"/>
                  </a:lnTo>
                  <a:lnTo>
                    <a:pt x="243" y="176"/>
                  </a:lnTo>
                  <a:lnTo>
                    <a:pt x="264" y="188"/>
                  </a:lnTo>
                  <a:lnTo>
                    <a:pt x="270" y="203"/>
                  </a:lnTo>
                  <a:lnTo>
                    <a:pt x="283" y="208"/>
                  </a:lnTo>
                  <a:lnTo>
                    <a:pt x="293" y="221"/>
                  </a:lnTo>
                  <a:lnTo>
                    <a:pt x="317" y="212"/>
                  </a:lnTo>
                  <a:lnTo>
                    <a:pt x="336" y="215"/>
                  </a:lnTo>
                  <a:lnTo>
                    <a:pt x="336" y="215"/>
                  </a:lnTo>
                  <a:close/>
                  <a:moveTo>
                    <a:pt x="67" y="72"/>
                  </a:moveTo>
                  <a:lnTo>
                    <a:pt x="78" y="72"/>
                  </a:lnTo>
                  <a:lnTo>
                    <a:pt x="81" y="77"/>
                  </a:lnTo>
                  <a:lnTo>
                    <a:pt x="69" y="79"/>
                  </a:lnTo>
                  <a:lnTo>
                    <a:pt x="67" y="72"/>
                  </a:lnTo>
                  <a:lnTo>
                    <a:pt x="67" y="72"/>
                  </a:lnTo>
                  <a:close/>
                  <a:moveTo>
                    <a:pt x="43" y="101"/>
                  </a:moveTo>
                  <a:lnTo>
                    <a:pt x="35" y="89"/>
                  </a:lnTo>
                  <a:lnTo>
                    <a:pt x="23" y="90"/>
                  </a:lnTo>
                  <a:lnTo>
                    <a:pt x="12" y="94"/>
                  </a:lnTo>
                  <a:lnTo>
                    <a:pt x="6" y="91"/>
                  </a:lnTo>
                  <a:lnTo>
                    <a:pt x="28" y="82"/>
                  </a:lnTo>
                  <a:lnTo>
                    <a:pt x="34" y="74"/>
                  </a:lnTo>
                  <a:lnTo>
                    <a:pt x="35" y="71"/>
                  </a:lnTo>
                  <a:lnTo>
                    <a:pt x="43" y="72"/>
                  </a:lnTo>
                  <a:lnTo>
                    <a:pt x="49" y="77"/>
                  </a:lnTo>
                  <a:lnTo>
                    <a:pt x="61" y="78"/>
                  </a:lnTo>
                  <a:lnTo>
                    <a:pt x="67" y="90"/>
                  </a:lnTo>
                  <a:lnTo>
                    <a:pt x="59" y="87"/>
                  </a:lnTo>
                  <a:lnTo>
                    <a:pt x="47" y="94"/>
                  </a:lnTo>
                  <a:lnTo>
                    <a:pt x="43" y="101"/>
                  </a:lnTo>
                  <a:lnTo>
                    <a:pt x="43" y="101"/>
                  </a:lnTo>
                  <a:close/>
                  <a:moveTo>
                    <a:pt x="68" y="111"/>
                  </a:moveTo>
                  <a:lnTo>
                    <a:pt x="67" y="104"/>
                  </a:lnTo>
                  <a:lnTo>
                    <a:pt x="83" y="104"/>
                  </a:lnTo>
                  <a:lnTo>
                    <a:pt x="89" y="118"/>
                  </a:lnTo>
                  <a:lnTo>
                    <a:pt x="82" y="122"/>
                  </a:lnTo>
                  <a:lnTo>
                    <a:pt x="68" y="111"/>
                  </a:lnTo>
                  <a:lnTo>
                    <a:pt x="68" y="111"/>
                  </a:lnTo>
                  <a:close/>
                  <a:moveTo>
                    <a:pt x="7" y="180"/>
                  </a:moveTo>
                  <a:lnTo>
                    <a:pt x="13" y="181"/>
                  </a:lnTo>
                  <a:lnTo>
                    <a:pt x="23" y="173"/>
                  </a:lnTo>
                  <a:lnTo>
                    <a:pt x="23" y="167"/>
                  </a:lnTo>
                  <a:lnTo>
                    <a:pt x="32" y="150"/>
                  </a:lnTo>
                  <a:lnTo>
                    <a:pt x="51" y="147"/>
                  </a:lnTo>
                  <a:lnTo>
                    <a:pt x="59" y="139"/>
                  </a:lnTo>
                  <a:lnTo>
                    <a:pt x="67" y="129"/>
                  </a:lnTo>
                  <a:lnTo>
                    <a:pt x="75" y="130"/>
                  </a:lnTo>
                  <a:lnTo>
                    <a:pt x="78" y="129"/>
                  </a:lnTo>
                  <a:lnTo>
                    <a:pt x="75" y="125"/>
                  </a:lnTo>
                  <a:lnTo>
                    <a:pt x="70" y="121"/>
                  </a:lnTo>
                  <a:lnTo>
                    <a:pt x="60" y="114"/>
                  </a:lnTo>
                  <a:lnTo>
                    <a:pt x="39" y="113"/>
                  </a:lnTo>
                  <a:lnTo>
                    <a:pt x="33" y="110"/>
                  </a:lnTo>
                  <a:lnTo>
                    <a:pt x="27" y="117"/>
                  </a:lnTo>
                  <a:lnTo>
                    <a:pt x="22" y="118"/>
                  </a:lnTo>
                  <a:lnTo>
                    <a:pt x="16" y="126"/>
                  </a:lnTo>
                  <a:lnTo>
                    <a:pt x="12" y="120"/>
                  </a:lnTo>
                  <a:lnTo>
                    <a:pt x="5" y="118"/>
                  </a:lnTo>
                  <a:lnTo>
                    <a:pt x="5" y="123"/>
                  </a:lnTo>
                  <a:lnTo>
                    <a:pt x="0" y="125"/>
                  </a:lnTo>
                  <a:lnTo>
                    <a:pt x="8" y="128"/>
                  </a:lnTo>
                  <a:lnTo>
                    <a:pt x="8" y="134"/>
                  </a:lnTo>
                  <a:lnTo>
                    <a:pt x="2" y="138"/>
                  </a:lnTo>
                  <a:lnTo>
                    <a:pt x="2" y="144"/>
                  </a:lnTo>
                  <a:lnTo>
                    <a:pt x="11" y="147"/>
                  </a:lnTo>
                  <a:lnTo>
                    <a:pt x="22" y="156"/>
                  </a:lnTo>
                  <a:lnTo>
                    <a:pt x="18" y="165"/>
                  </a:lnTo>
                  <a:lnTo>
                    <a:pt x="13" y="165"/>
                  </a:lnTo>
                  <a:lnTo>
                    <a:pt x="7" y="18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3330" y="1402"/>
              <a:ext cx="427" cy="211"/>
            </a:xfrm>
            <a:custGeom>
              <a:avLst/>
              <a:gdLst>
                <a:gd name="T0" fmla="*/ 425 w 427"/>
                <a:gd name="T1" fmla="*/ 145 h 211"/>
                <a:gd name="T2" fmla="*/ 408 w 427"/>
                <a:gd name="T3" fmla="*/ 116 h 211"/>
                <a:gd name="T4" fmla="*/ 395 w 427"/>
                <a:gd name="T5" fmla="*/ 96 h 211"/>
                <a:gd name="T6" fmla="*/ 393 w 427"/>
                <a:gd name="T7" fmla="*/ 78 h 211"/>
                <a:gd name="T8" fmla="*/ 390 w 427"/>
                <a:gd name="T9" fmla="*/ 67 h 211"/>
                <a:gd name="T10" fmla="*/ 355 w 427"/>
                <a:gd name="T11" fmla="*/ 52 h 211"/>
                <a:gd name="T12" fmla="*/ 321 w 427"/>
                <a:gd name="T13" fmla="*/ 48 h 211"/>
                <a:gd name="T14" fmla="*/ 302 w 427"/>
                <a:gd name="T15" fmla="*/ 28 h 211"/>
                <a:gd name="T16" fmla="*/ 273 w 427"/>
                <a:gd name="T17" fmla="*/ 16 h 211"/>
                <a:gd name="T18" fmla="*/ 258 w 427"/>
                <a:gd name="T19" fmla="*/ 0 h 211"/>
                <a:gd name="T20" fmla="*/ 246 w 427"/>
                <a:gd name="T21" fmla="*/ 12 h 211"/>
                <a:gd name="T22" fmla="*/ 214 w 427"/>
                <a:gd name="T23" fmla="*/ 4 h 211"/>
                <a:gd name="T24" fmla="*/ 186 w 427"/>
                <a:gd name="T25" fmla="*/ 18 h 211"/>
                <a:gd name="T26" fmla="*/ 192 w 427"/>
                <a:gd name="T27" fmla="*/ 59 h 211"/>
                <a:gd name="T28" fmla="*/ 164 w 427"/>
                <a:gd name="T29" fmla="*/ 102 h 211"/>
                <a:gd name="T30" fmla="*/ 132 w 427"/>
                <a:gd name="T31" fmla="*/ 88 h 211"/>
                <a:gd name="T32" fmla="*/ 99 w 427"/>
                <a:gd name="T33" fmla="*/ 47 h 211"/>
                <a:gd name="T34" fmla="*/ 92 w 427"/>
                <a:gd name="T35" fmla="*/ 29 h 211"/>
                <a:gd name="T36" fmla="*/ 62 w 427"/>
                <a:gd name="T37" fmla="*/ 44 h 211"/>
                <a:gd name="T38" fmla="*/ 42 w 427"/>
                <a:gd name="T39" fmla="*/ 50 h 211"/>
                <a:gd name="T40" fmla="*/ 33 w 427"/>
                <a:gd name="T41" fmla="*/ 76 h 211"/>
                <a:gd name="T42" fmla="*/ 28 w 427"/>
                <a:gd name="T43" fmla="*/ 96 h 211"/>
                <a:gd name="T44" fmla="*/ 9 w 427"/>
                <a:gd name="T45" fmla="*/ 126 h 211"/>
                <a:gd name="T46" fmla="*/ 0 w 427"/>
                <a:gd name="T47" fmla="*/ 147 h 211"/>
                <a:gd name="T48" fmla="*/ 16 w 427"/>
                <a:gd name="T49" fmla="*/ 182 h 211"/>
                <a:gd name="T50" fmla="*/ 28 w 427"/>
                <a:gd name="T51" fmla="*/ 182 h 211"/>
                <a:gd name="T52" fmla="*/ 51 w 427"/>
                <a:gd name="T53" fmla="*/ 154 h 211"/>
                <a:gd name="T54" fmla="*/ 105 w 427"/>
                <a:gd name="T55" fmla="*/ 149 h 211"/>
                <a:gd name="T56" fmla="*/ 129 w 427"/>
                <a:gd name="T57" fmla="*/ 155 h 211"/>
                <a:gd name="T58" fmla="*/ 156 w 427"/>
                <a:gd name="T59" fmla="*/ 144 h 211"/>
                <a:gd name="T60" fmla="*/ 171 w 427"/>
                <a:gd name="T61" fmla="*/ 152 h 211"/>
                <a:gd name="T62" fmla="*/ 202 w 427"/>
                <a:gd name="T63" fmla="*/ 163 h 211"/>
                <a:gd name="T64" fmla="*/ 230 w 427"/>
                <a:gd name="T65" fmla="*/ 153 h 211"/>
                <a:gd name="T66" fmla="*/ 274 w 427"/>
                <a:gd name="T67" fmla="*/ 166 h 211"/>
                <a:gd name="T68" fmla="*/ 306 w 427"/>
                <a:gd name="T69" fmla="*/ 185 h 211"/>
                <a:gd name="T70" fmla="*/ 341 w 427"/>
                <a:gd name="T71" fmla="*/ 205 h 211"/>
                <a:gd name="T72" fmla="*/ 347 w 427"/>
                <a:gd name="T73" fmla="*/ 211 h 211"/>
                <a:gd name="T74" fmla="*/ 396 w 427"/>
                <a:gd name="T75" fmla="*/ 198 h 211"/>
                <a:gd name="T76" fmla="*/ 411 w 427"/>
                <a:gd name="T77" fmla="*/ 178 h 211"/>
                <a:gd name="T78" fmla="*/ 427 w 427"/>
                <a:gd name="T79" fmla="*/ 16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7" h="211">
                  <a:moveTo>
                    <a:pt x="427" y="163"/>
                  </a:moveTo>
                  <a:lnTo>
                    <a:pt x="425" y="145"/>
                  </a:lnTo>
                  <a:lnTo>
                    <a:pt x="415" y="134"/>
                  </a:lnTo>
                  <a:lnTo>
                    <a:pt x="408" y="116"/>
                  </a:lnTo>
                  <a:lnTo>
                    <a:pt x="404" y="111"/>
                  </a:lnTo>
                  <a:lnTo>
                    <a:pt x="395" y="96"/>
                  </a:lnTo>
                  <a:lnTo>
                    <a:pt x="397" y="88"/>
                  </a:lnTo>
                  <a:lnTo>
                    <a:pt x="393" y="78"/>
                  </a:lnTo>
                  <a:lnTo>
                    <a:pt x="387" y="73"/>
                  </a:lnTo>
                  <a:lnTo>
                    <a:pt x="390" y="67"/>
                  </a:lnTo>
                  <a:lnTo>
                    <a:pt x="388" y="56"/>
                  </a:lnTo>
                  <a:lnTo>
                    <a:pt x="355" y="52"/>
                  </a:lnTo>
                  <a:lnTo>
                    <a:pt x="331" y="61"/>
                  </a:lnTo>
                  <a:lnTo>
                    <a:pt x="321" y="48"/>
                  </a:lnTo>
                  <a:lnTo>
                    <a:pt x="308" y="43"/>
                  </a:lnTo>
                  <a:lnTo>
                    <a:pt x="302" y="28"/>
                  </a:lnTo>
                  <a:lnTo>
                    <a:pt x="281" y="16"/>
                  </a:lnTo>
                  <a:lnTo>
                    <a:pt x="273" y="16"/>
                  </a:lnTo>
                  <a:lnTo>
                    <a:pt x="268" y="7"/>
                  </a:lnTo>
                  <a:lnTo>
                    <a:pt x="258" y="0"/>
                  </a:lnTo>
                  <a:lnTo>
                    <a:pt x="255" y="11"/>
                  </a:lnTo>
                  <a:lnTo>
                    <a:pt x="246" y="12"/>
                  </a:lnTo>
                  <a:lnTo>
                    <a:pt x="230" y="0"/>
                  </a:lnTo>
                  <a:lnTo>
                    <a:pt x="214" y="4"/>
                  </a:lnTo>
                  <a:lnTo>
                    <a:pt x="193" y="15"/>
                  </a:lnTo>
                  <a:lnTo>
                    <a:pt x="186" y="18"/>
                  </a:lnTo>
                  <a:lnTo>
                    <a:pt x="186" y="33"/>
                  </a:lnTo>
                  <a:lnTo>
                    <a:pt x="192" y="59"/>
                  </a:lnTo>
                  <a:lnTo>
                    <a:pt x="184" y="81"/>
                  </a:lnTo>
                  <a:lnTo>
                    <a:pt x="164" y="102"/>
                  </a:lnTo>
                  <a:lnTo>
                    <a:pt x="148" y="102"/>
                  </a:lnTo>
                  <a:lnTo>
                    <a:pt x="132" y="88"/>
                  </a:lnTo>
                  <a:lnTo>
                    <a:pt x="130" y="77"/>
                  </a:lnTo>
                  <a:lnTo>
                    <a:pt x="99" y="47"/>
                  </a:lnTo>
                  <a:lnTo>
                    <a:pt x="98" y="29"/>
                  </a:lnTo>
                  <a:lnTo>
                    <a:pt x="92" y="29"/>
                  </a:lnTo>
                  <a:lnTo>
                    <a:pt x="81" y="40"/>
                  </a:lnTo>
                  <a:lnTo>
                    <a:pt x="62" y="44"/>
                  </a:lnTo>
                  <a:lnTo>
                    <a:pt x="55" y="49"/>
                  </a:lnTo>
                  <a:lnTo>
                    <a:pt x="42" y="50"/>
                  </a:lnTo>
                  <a:lnTo>
                    <a:pt x="32" y="64"/>
                  </a:lnTo>
                  <a:lnTo>
                    <a:pt x="33" y="76"/>
                  </a:lnTo>
                  <a:lnTo>
                    <a:pt x="28" y="75"/>
                  </a:lnTo>
                  <a:lnTo>
                    <a:pt x="28" y="96"/>
                  </a:lnTo>
                  <a:lnTo>
                    <a:pt x="10" y="114"/>
                  </a:lnTo>
                  <a:lnTo>
                    <a:pt x="9" y="126"/>
                  </a:lnTo>
                  <a:lnTo>
                    <a:pt x="10" y="138"/>
                  </a:lnTo>
                  <a:lnTo>
                    <a:pt x="0" y="147"/>
                  </a:lnTo>
                  <a:lnTo>
                    <a:pt x="8" y="176"/>
                  </a:lnTo>
                  <a:lnTo>
                    <a:pt x="16" y="182"/>
                  </a:lnTo>
                  <a:lnTo>
                    <a:pt x="16" y="184"/>
                  </a:lnTo>
                  <a:lnTo>
                    <a:pt x="28" y="182"/>
                  </a:lnTo>
                  <a:lnTo>
                    <a:pt x="33" y="169"/>
                  </a:lnTo>
                  <a:lnTo>
                    <a:pt x="51" y="154"/>
                  </a:lnTo>
                  <a:lnTo>
                    <a:pt x="81" y="147"/>
                  </a:lnTo>
                  <a:lnTo>
                    <a:pt x="105" y="149"/>
                  </a:lnTo>
                  <a:lnTo>
                    <a:pt x="120" y="148"/>
                  </a:lnTo>
                  <a:lnTo>
                    <a:pt x="129" y="155"/>
                  </a:lnTo>
                  <a:lnTo>
                    <a:pt x="142" y="145"/>
                  </a:lnTo>
                  <a:lnTo>
                    <a:pt x="156" y="144"/>
                  </a:lnTo>
                  <a:lnTo>
                    <a:pt x="159" y="151"/>
                  </a:lnTo>
                  <a:lnTo>
                    <a:pt x="171" y="152"/>
                  </a:lnTo>
                  <a:lnTo>
                    <a:pt x="181" y="163"/>
                  </a:lnTo>
                  <a:lnTo>
                    <a:pt x="202" y="163"/>
                  </a:lnTo>
                  <a:lnTo>
                    <a:pt x="208" y="165"/>
                  </a:lnTo>
                  <a:lnTo>
                    <a:pt x="230" y="153"/>
                  </a:lnTo>
                  <a:lnTo>
                    <a:pt x="253" y="163"/>
                  </a:lnTo>
                  <a:lnTo>
                    <a:pt x="274" y="166"/>
                  </a:lnTo>
                  <a:lnTo>
                    <a:pt x="292" y="183"/>
                  </a:lnTo>
                  <a:lnTo>
                    <a:pt x="306" y="185"/>
                  </a:lnTo>
                  <a:lnTo>
                    <a:pt x="321" y="205"/>
                  </a:lnTo>
                  <a:lnTo>
                    <a:pt x="341" y="205"/>
                  </a:lnTo>
                  <a:lnTo>
                    <a:pt x="347" y="211"/>
                  </a:lnTo>
                  <a:lnTo>
                    <a:pt x="347" y="211"/>
                  </a:lnTo>
                  <a:lnTo>
                    <a:pt x="369" y="202"/>
                  </a:lnTo>
                  <a:lnTo>
                    <a:pt x="396" y="198"/>
                  </a:lnTo>
                  <a:lnTo>
                    <a:pt x="399" y="182"/>
                  </a:lnTo>
                  <a:lnTo>
                    <a:pt x="411" y="178"/>
                  </a:lnTo>
                  <a:lnTo>
                    <a:pt x="416" y="165"/>
                  </a:lnTo>
                  <a:lnTo>
                    <a:pt x="427" y="16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3346" y="1546"/>
              <a:ext cx="331" cy="221"/>
            </a:xfrm>
            <a:custGeom>
              <a:avLst/>
              <a:gdLst>
                <a:gd name="T0" fmla="*/ 107 w 331"/>
                <a:gd name="T1" fmla="*/ 161 h 221"/>
                <a:gd name="T2" fmla="*/ 105 w 331"/>
                <a:gd name="T3" fmla="*/ 140 h 221"/>
                <a:gd name="T4" fmla="*/ 113 w 331"/>
                <a:gd name="T5" fmla="*/ 130 h 221"/>
                <a:gd name="T6" fmla="*/ 106 w 331"/>
                <a:gd name="T7" fmla="*/ 123 h 221"/>
                <a:gd name="T8" fmla="*/ 97 w 331"/>
                <a:gd name="T9" fmla="*/ 121 h 221"/>
                <a:gd name="T10" fmla="*/ 95 w 331"/>
                <a:gd name="T11" fmla="*/ 109 h 221"/>
                <a:gd name="T12" fmla="*/ 87 w 331"/>
                <a:gd name="T13" fmla="*/ 105 h 221"/>
                <a:gd name="T14" fmla="*/ 62 w 331"/>
                <a:gd name="T15" fmla="*/ 110 h 221"/>
                <a:gd name="T16" fmla="*/ 44 w 331"/>
                <a:gd name="T17" fmla="*/ 103 h 221"/>
                <a:gd name="T18" fmla="*/ 27 w 331"/>
                <a:gd name="T19" fmla="*/ 80 h 221"/>
                <a:gd name="T20" fmla="*/ 3 w 331"/>
                <a:gd name="T21" fmla="*/ 85 h 221"/>
                <a:gd name="T22" fmla="*/ 0 w 331"/>
                <a:gd name="T23" fmla="*/ 83 h 221"/>
                <a:gd name="T24" fmla="*/ 6 w 331"/>
                <a:gd name="T25" fmla="*/ 74 h 221"/>
                <a:gd name="T26" fmla="*/ 1 w 331"/>
                <a:gd name="T27" fmla="*/ 59 h 221"/>
                <a:gd name="T28" fmla="*/ 0 w 331"/>
                <a:gd name="T29" fmla="*/ 40 h 221"/>
                <a:gd name="T30" fmla="*/ 12 w 331"/>
                <a:gd name="T31" fmla="*/ 38 h 221"/>
                <a:gd name="T32" fmla="*/ 17 w 331"/>
                <a:gd name="T33" fmla="*/ 25 h 221"/>
                <a:gd name="T34" fmla="*/ 35 w 331"/>
                <a:gd name="T35" fmla="*/ 10 h 221"/>
                <a:gd name="T36" fmla="*/ 65 w 331"/>
                <a:gd name="T37" fmla="*/ 3 h 221"/>
                <a:gd name="T38" fmla="*/ 89 w 331"/>
                <a:gd name="T39" fmla="*/ 5 h 221"/>
                <a:gd name="T40" fmla="*/ 104 w 331"/>
                <a:gd name="T41" fmla="*/ 4 h 221"/>
                <a:gd name="T42" fmla="*/ 113 w 331"/>
                <a:gd name="T43" fmla="*/ 11 h 221"/>
                <a:gd name="T44" fmla="*/ 126 w 331"/>
                <a:gd name="T45" fmla="*/ 1 h 221"/>
                <a:gd name="T46" fmla="*/ 140 w 331"/>
                <a:gd name="T47" fmla="*/ 0 h 221"/>
                <a:gd name="T48" fmla="*/ 143 w 331"/>
                <a:gd name="T49" fmla="*/ 7 h 221"/>
                <a:gd name="T50" fmla="*/ 155 w 331"/>
                <a:gd name="T51" fmla="*/ 8 h 221"/>
                <a:gd name="T52" fmla="*/ 165 w 331"/>
                <a:gd name="T53" fmla="*/ 19 h 221"/>
                <a:gd name="T54" fmla="*/ 186 w 331"/>
                <a:gd name="T55" fmla="*/ 19 h 221"/>
                <a:gd name="T56" fmla="*/ 192 w 331"/>
                <a:gd name="T57" fmla="*/ 21 h 221"/>
                <a:gd name="T58" fmla="*/ 214 w 331"/>
                <a:gd name="T59" fmla="*/ 9 h 221"/>
                <a:gd name="T60" fmla="*/ 237 w 331"/>
                <a:gd name="T61" fmla="*/ 19 h 221"/>
                <a:gd name="T62" fmla="*/ 258 w 331"/>
                <a:gd name="T63" fmla="*/ 22 h 221"/>
                <a:gd name="T64" fmla="*/ 276 w 331"/>
                <a:gd name="T65" fmla="*/ 39 h 221"/>
                <a:gd name="T66" fmla="*/ 290 w 331"/>
                <a:gd name="T67" fmla="*/ 41 h 221"/>
                <a:gd name="T68" fmla="*/ 305 w 331"/>
                <a:gd name="T69" fmla="*/ 61 h 221"/>
                <a:gd name="T70" fmla="*/ 325 w 331"/>
                <a:gd name="T71" fmla="*/ 61 h 221"/>
                <a:gd name="T72" fmla="*/ 331 w 331"/>
                <a:gd name="T73" fmla="*/ 67 h 221"/>
                <a:gd name="T74" fmla="*/ 316 w 331"/>
                <a:gd name="T75" fmla="*/ 85 h 221"/>
                <a:gd name="T76" fmla="*/ 326 w 331"/>
                <a:gd name="T77" fmla="*/ 90 h 221"/>
                <a:gd name="T78" fmla="*/ 326 w 331"/>
                <a:gd name="T79" fmla="*/ 102 h 221"/>
                <a:gd name="T80" fmla="*/ 303 w 331"/>
                <a:gd name="T81" fmla="*/ 111 h 221"/>
                <a:gd name="T82" fmla="*/ 290 w 331"/>
                <a:gd name="T83" fmla="*/ 132 h 221"/>
                <a:gd name="T84" fmla="*/ 281 w 331"/>
                <a:gd name="T85" fmla="*/ 133 h 221"/>
                <a:gd name="T86" fmla="*/ 277 w 331"/>
                <a:gd name="T87" fmla="*/ 152 h 221"/>
                <a:gd name="T88" fmla="*/ 294 w 331"/>
                <a:gd name="T89" fmla="*/ 160 h 221"/>
                <a:gd name="T90" fmla="*/ 294 w 331"/>
                <a:gd name="T91" fmla="*/ 173 h 221"/>
                <a:gd name="T92" fmla="*/ 280 w 331"/>
                <a:gd name="T93" fmla="*/ 173 h 221"/>
                <a:gd name="T94" fmla="*/ 275 w 331"/>
                <a:gd name="T95" fmla="*/ 166 h 221"/>
                <a:gd name="T96" fmla="*/ 264 w 331"/>
                <a:gd name="T97" fmla="*/ 170 h 221"/>
                <a:gd name="T98" fmla="*/ 257 w 331"/>
                <a:gd name="T99" fmla="*/ 185 h 221"/>
                <a:gd name="T100" fmla="*/ 237 w 331"/>
                <a:gd name="T101" fmla="*/ 186 h 221"/>
                <a:gd name="T102" fmla="*/ 244 w 331"/>
                <a:gd name="T103" fmla="*/ 204 h 221"/>
                <a:gd name="T104" fmla="*/ 232 w 331"/>
                <a:gd name="T105" fmla="*/ 205 h 221"/>
                <a:gd name="T106" fmla="*/ 216 w 331"/>
                <a:gd name="T107" fmla="*/ 213 h 221"/>
                <a:gd name="T108" fmla="*/ 198 w 331"/>
                <a:gd name="T109" fmla="*/ 205 h 221"/>
                <a:gd name="T110" fmla="*/ 174 w 331"/>
                <a:gd name="T111" fmla="*/ 212 h 221"/>
                <a:gd name="T112" fmla="*/ 159 w 331"/>
                <a:gd name="T113" fmla="*/ 221 h 221"/>
                <a:gd name="T114" fmla="*/ 151 w 331"/>
                <a:gd name="T115" fmla="*/ 209 h 221"/>
                <a:gd name="T116" fmla="*/ 152 w 331"/>
                <a:gd name="T117" fmla="*/ 194 h 221"/>
                <a:gd name="T118" fmla="*/ 145 w 331"/>
                <a:gd name="T119" fmla="*/ 172 h 221"/>
                <a:gd name="T120" fmla="*/ 136 w 331"/>
                <a:gd name="T121" fmla="*/ 171 h 221"/>
                <a:gd name="T122" fmla="*/ 120 w 331"/>
                <a:gd name="T123" fmla="*/ 160 h 221"/>
                <a:gd name="T124" fmla="*/ 107 w 331"/>
                <a:gd name="T125" fmla="*/ 16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1" h="221">
                  <a:moveTo>
                    <a:pt x="107" y="161"/>
                  </a:moveTo>
                  <a:lnTo>
                    <a:pt x="105" y="140"/>
                  </a:lnTo>
                  <a:lnTo>
                    <a:pt x="113" y="130"/>
                  </a:lnTo>
                  <a:lnTo>
                    <a:pt x="106" y="123"/>
                  </a:lnTo>
                  <a:lnTo>
                    <a:pt x="97" y="121"/>
                  </a:lnTo>
                  <a:lnTo>
                    <a:pt x="95" y="109"/>
                  </a:lnTo>
                  <a:lnTo>
                    <a:pt x="87" y="105"/>
                  </a:lnTo>
                  <a:lnTo>
                    <a:pt x="62" y="110"/>
                  </a:lnTo>
                  <a:lnTo>
                    <a:pt x="44" y="103"/>
                  </a:lnTo>
                  <a:lnTo>
                    <a:pt x="27" y="80"/>
                  </a:lnTo>
                  <a:lnTo>
                    <a:pt x="3" y="85"/>
                  </a:lnTo>
                  <a:lnTo>
                    <a:pt x="0" y="83"/>
                  </a:lnTo>
                  <a:lnTo>
                    <a:pt x="6" y="74"/>
                  </a:lnTo>
                  <a:lnTo>
                    <a:pt x="1" y="59"/>
                  </a:lnTo>
                  <a:lnTo>
                    <a:pt x="0" y="40"/>
                  </a:lnTo>
                  <a:lnTo>
                    <a:pt x="12" y="38"/>
                  </a:lnTo>
                  <a:lnTo>
                    <a:pt x="17" y="25"/>
                  </a:lnTo>
                  <a:lnTo>
                    <a:pt x="35" y="10"/>
                  </a:lnTo>
                  <a:lnTo>
                    <a:pt x="65" y="3"/>
                  </a:lnTo>
                  <a:lnTo>
                    <a:pt x="89" y="5"/>
                  </a:lnTo>
                  <a:lnTo>
                    <a:pt x="104" y="4"/>
                  </a:lnTo>
                  <a:lnTo>
                    <a:pt x="113" y="11"/>
                  </a:lnTo>
                  <a:lnTo>
                    <a:pt x="126" y="1"/>
                  </a:lnTo>
                  <a:lnTo>
                    <a:pt x="140" y="0"/>
                  </a:lnTo>
                  <a:lnTo>
                    <a:pt x="143" y="7"/>
                  </a:lnTo>
                  <a:lnTo>
                    <a:pt x="155" y="8"/>
                  </a:lnTo>
                  <a:lnTo>
                    <a:pt x="165" y="19"/>
                  </a:lnTo>
                  <a:lnTo>
                    <a:pt x="186" y="19"/>
                  </a:lnTo>
                  <a:lnTo>
                    <a:pt x="192" y="21"/>
                  </a:lnTo>
                  <a:lnTo>
                    <a:pt x="214" y="9"/>
                  </a:lnTo>
                  <a:lnTo>
                    <a:pt x="237" y="19"/>
                  </a:lnTo>
                  <a:lnTo>
                    <a:pt x="258" y="22"/>
                  </a:lnTo>
                  <a:lnTo>
                    <a:pt x="276" y="39"/>
                  </a:lnTo>
                  <a:lnTo>
                    <a:pt x="290" y="41"/>
                  </a:lnTo>
                  <a:lnTo>
                    <a:pt x="305" y="61"/>
                  </a:lnTo>
                  <a:lnTo>
                    <a:pt x="325" y="61"/>
                  </a:lnTo>
                  <a:lnTo>
                    <a:pt x="331" y="67"/>
                  </a:lnTo>
                  <a:lnTo>
                    <a:pt x="316" y="85"/>
                  </a:lnTo>
                  <a:lnTo>
                    <a:pt x="326" y="90"/>
                  </a:lnTo>
                  <a:lnTo>
                    <a:pt x="326" y="102"/>
                  </a:lnTo>
                  <a:lnTo>
                    <a:pt x="303" y="111"/>
                  </a:lnTo>
                  <a:lnTo>
                    <a:pt x="290" y="132"/>
                  </a:lnTo>
                  <a:lnTo>
                    <a:pt x="281" y="133"/>
                  </a:lnTo>
                  <a:lnTo>
                    <a:pt x="277" y="152"/>
                  </a:lnTo>
                  <a:lnTo>
                    <a:pt x="294" y="160"/>
                  </a:lnTo>
                  <a:lnTo>
                    <a:pt x="294" y="173"/>
                  </a:lnTo>
                  <a:lnTo>
                    <a:pt x="280" y="173"/>
                  </a:lnTo>
                  <a:lnTo>
                    <a:pt x="275" y="166"/>
                  </a:lnTo>
                  <a:lnTo>
                    <a:pt x="264" y="170"/>
                  </a:lnTo>
                  <a:lnTo>
                    <a:pt x="257" y="185"/>
                  </a:lnTo>
                  <a:lnTo>
                    <a:pt x="237" y="186"/>
                  </a:lnTo>
                  <a:lnTo>
                    <a:pt x="244" y="204"/>
                  </a:lnTo>
                  <a:lnTo>
                    <a:pt x="232" y="205"/>
                  </a:lnTo>
                  <a:lnTo>
                    <a:pt x="216" y="213"/>
                  </a:lnTo>
                  <a:lnTo>
                    <a:pt x="198" y="205"/>
                  </a:lnTo>
                  <a:lnTo>
                    <a:pt x="174" y="212"/>
                  </a:lnTo>
                  <a:lnTo>
                    <a:pt x="159" y="221"/>
                  </a:lnTo>
                  <a:lnTo>
                    <a:pt x="151" y="209"/>
                  </a:lnTo>
                  <a:lnTo>
                    <a:pt x="152" y="194"/>
                  </a:lnTo>
                  <a:lnTo>
                    <a:pt x="145" y="172"/>
                  </a:lnTo>
                  <a:lnTo>
                    <a:pt x="136" y="171"/>
                  </a:lnTo>
                  <a:lnTo>
                    <a:pt x="120" y="160"/>
                  </a:lnTo>
                  <a:lnTo>
                    <a:pt x="107" y="16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3505" y="1563"/>
              <a:ext cx="560" cy="393"/>
            </a:xfrm>
            <a:custGeom>
              <a:avLst/>
              <a:gdLst>
                <a:gd name="T0" fmla="*/ 15 w 560"/>
                <a:gd name="T1" fmla="*/ 195 h 393"/>
                <a:gd name="T2" fmla="*/ 57 w 560"/>
                <a:gd name="T3" fmla="*/ 196 h 393"/>
                <a:gd name="T4" fmla="*/ 85 w 560"/>
                <a:gd name="T5" fmla="*/ 187 h 393"/>
                <a:gd name="T6" fmla="*/ 98 w 560"/>
                <a:gd name="T7" fmla="*/ 168 h 393"/>
                <a:gd name="T8" fmla="*/ 116 w 560"/>
                <a:gd name="T9" fmla="*/ 149 h 393"/>
                <a:gd name="T10" fmla="*/ 135 w 560"/>
                <a:gd name="T11" fmla="*/ 156 h 393"/>
                <a:gd name="T12" fmla="*/ 118 w 560"/>
                <a:gd name="T13" fmla="*/ 135 h 393"/>
                <a:gd name="T14" fmla="*/ 131 w 560"/>
                <a:gd name="T15" fmla="*/ 115 h 393"/>
                <a:gd name="T16" fmla="*/ 167 w 560"/>
                <a:gd name="T17" fmla="*/ 85 h 393"/>
                <a:gd name="T18" fmla="*/ 157 w 560"/>
                <a:gd name="T19" fmla="*/ 68 h 393"/>
                <a:gd name="T20" fmla="*/ 194 w 560"/>
                <a:gd name="T21" fmla="*/ 41 h 393"/>
                <a:gd name="T22" fmla="*/ 224 w 560"/>
                <a:gd name="T23" fmla="*/ 21 h 393"/>
                <a:gd name="T24" fmla="*/ 241 w 560"/>
                <a:gd name="T25" fmla="*/ 4 h 393"/>
                <a:gd name="T26" fmla="*/ 268 w 560"/>
                <a:gd name="T27" fmla="*/ 8 h 393"/>
                <a:gd name="T28" fmla="*/ 297 w 560"/>
                <a:gd name="T29" fmla="*/ 19 h 393"/>
                <a:gd name="T30" fmla="*/ 328 w 560"/>
                <a:gd name="T31" fmla="*/ 14 h 393"/>
                <a:gd name="T32" fmla="*/ 357 w 560"/>
                <a:gd name="T33" fmla="*/ 21 h 393"/>
                <a:gd name="T34" fmla="*/ 385 w 560"/>
                <a:gd name="T35" fmla="*/ 25 h 393"/>
                <a:gd name="T36" fmla="*/ 423 w 560"/>
                <a:gd name="T37" fmla="*/ 34 h 393"/>
                <a:gd name="T38" fmla="*/ 422 w 560"/>
                <a:gd name="T39" fmla="*/ 65 h 393"/>
                <a:gd name="T40" fmla="*/ 434 w 560"/>
                <a:gd name="T41" fmla="*/ 95 h 393"/>
                <a:gd name="T42" fmla="*/ 457 w 560"/>
                <a:gd name="T43" fmla="*/ 127 h 393"/>
                <a:gd name="T44" fmla="*/ 487 w 560"/>
                <a:gd name="T45" fmla="*/ 157 h 393"/>
                <a:gd name="T46" fmla="*/ 516 w 560"/>
                <a:gd name="T47" fmla="*/ 183 h 393"/>
                <a:gd name="T48" fmla="*/ 542 w 560"/>
                <a:gd name="T49" fmla="*/ 215 h 393"/>
                <a:gd name="T50" fmla="*/ 552 w 560"/>
                <a:gd name="T51" fmla="*/ 231 h 393"/>
                <a:gd name="T52" fmla="*/ 504 w 560"/>
                <a:gd name="T53" fmla="*/ 256 h 393"/>
                <a:gd name="T54" fmla="*/ 483 w 560"/>
                <a:gd name="T55" fmla="*/ 254 h 393"/>
                <a:gd name="T56" fmla="*/ 498 w 560"/>
                <a:gd name="T57" fmla="*/ 288 h 393"/>
                <a:gd name="T58" fmla="*/ 512 w 560"/>
                <a:gd name="T59" fmla="*/ 320 h 393"/>
                <a:gd name="T60" fmla="*/ 510 w 560"/>
                <a:gd name="T61" fmla="*/ 336 h 393"/>
                <a:gd name="T62" fmla="*/ 461 w 560"/>
                <a:gd name="T63" fmla="*/ 344 h 393"/>
                <a:gd name="T64" fmla="*/ 451 w 560"/>
                <a:gd name="T65" fmla="*/ 388 h 393"/>
                <a:gd name="T66" fmla="*/ 425 w 560"/>
                <a:gd name="T67" fmla="*/ 380 h 393"/>
                <a:gd name="T68" fmla="*/ 393 w 560"/>
                <a:gd name="T69" fmla="*/ 379 h 393"/>
                <a:gd name="T70" fmla="*/ 368 w 560"/>
                <a:gd name="T71" fmla="*/ 393 h 393"/>
                <a:gd name="T72" fmla="*/ 354 w 560"/>
                <a:gd name="T73" fmla="*/ 378 h 393"/>
                <a:gd name="T74" fmla="*/ 315 w 560"/>
                <a:gd name="T75" fmla="*/ 388 h 393"/>
                <a:gd name="T76" fmla="*/ 285 w 560"/>
                <a:gd name="T77" fmla="*/ 381 h 393"/>
                <a:gd name="T78" fmla="*/ 270 w 560"/>
                <a:gd name="T79" fmla="*/ 387 h 393"/>
                <a:gd name="T80" fmla="*/ 236 w 560"/>
                <a:gd name="T81" fmla="*/ 386 h 393"/>
                <a:gd name="T82" fmla="*/ 217 w 560"/>
                <a:gd name="T83" fmla="*/ 371 h 393"/>
                <a:gd name="T84" fmla="*/ 162 w 560"/>
                <a:gd name="T85" fmla="*/ 358 h 393"/>
                <a:gd name="T86" fmla="*/ 140 w 560"/>
                <a:gd name="T87" fmla="*/ 368 h 393"/>
                <a:gd name="T88" fmla="*/ 72 w 560"/>
                <a:gd name="T89" fmla="*/ 375 h 393"/>
                <a:gd name="T90" fmla="*/ 39 w 560"/>
                <a:gd name="T91" fmla="*/ 370 h 393"/>
                <a:gd name="T92" fmla="*/ 29 w 560"/>
                <a:gd name="T93" fmla="*/ 365 h 393"/>
                <a:gd name="T94" fmla="*/ 10 w 560"/>
                <a:gd name="T95" fmla="*/ 328 h 393"/>
                <a:gd name="T96" fmla="*/ 34 w 560"/>
                <a:gd name="T97" fmla="*/ 309 h 393"/>
                <a:gd name="T98" fmla="*/ 25 w 560"/>
                <a:gd name="T99" fmla="*/ 265 h 393"/>
                <a:gd name="T100" fmla="*/ 13 w 560"/>
                <a:gd name="T101" fmla="*/ 237 h 393"/>
                <a:gd name="T102" fmla="*/ 0 w 560"/>
                <a:gd name="T103" fmla="*/ 204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0" h="393">
                  <a:moveTo>
                    <a:pt x="0" y="204"/>
                  </a:moveTo>
                  <a:lnTo>
                    <a:pt x="15" y="195"/>
                  </a:lnTo>
                  <a:lnTo>
                    <a:pt x="39" y="188"/>
                  </a:lnTo>
                  <a:lnTo>
                    <a:pt x="57" y="196"/>
                  </a:lnTo>
                  <a:lnTo>
                    <a:pt x="73" y="188"/>
                  </a:lnTo>
                  <a:lnTo>
                    <a:pt x="85" y="187"/>
                  </a:lnTo>
                  <a:lnTo>
                    <a:pt x="78" y="169"/>
                  </a:lnTo>
                  <a:lnTo>
                    <a:pt x="98" y="168"/>
                  </a:lnTo>
                  <a:lnTo>
                    <a:pt x="105" y="153"/>
                  </a:lnTo>
                  <a:lnTo>
                    <a:pt x="116" y="149"/>
                  </a:lnTo>
                  <a:lnTo>
                    <a:pt x="121" y="156"/>
                  </a:lnTo>
                  <a:lnTo>
                    <a:pt x="135" y="156"/>
                  </a:lnTo>
                  <a:lnTo>
                    <a:pt x="135" y="143"/>
                  </a:lnTo>
                  <a:lnTo>
                    <a:pt x="118" y="135"/>
                  </a:lnTo>
                  <a:lnTo>
                    <a:pt x="122" y="116"/>
                  </a:lnTo>
                  <a:lnTo>
                    <a:pt x="131" y="115"/>
                  </a:lnTo>
                  <a:lnTo>
                    <a:pt x="144" y="94"/>
                  </a:lnTo>
                  <a:lnTo>
                    <a:pt x="167" y="85"/>
                  </a:lnTo>
                  <a:lnTo>
                    <a:pt x="167" y="73"/>
                  </a:lnTo>
                  <a:lnTo>
                    <a:pt x="157" y="68"/>
                  </a:lnTo>
                  <a:lnTo>
                    <a:pt x="172" y="50"/>
                  </a:lnTo>
                  <a:lnTo>
                    <a:pt x="194" y="41"/>
                  </a:lnTo>
                  <a:lnTo>
                    <a:pt x="221" y="37"/>
                  </a:lnTo>
                  <a:lnTo>
                    <a:pt x="224" y="21"/>
                  </a:lnTo>
                  <a:lnTo>
                    <a:pt x="236" y="17"/>
                  </a:lnTo>
                  <a:lnTo>
                    <a:pt x="241" y="4"/>
                  </a:lnTo>
                  <a:lnTo>
                    <a:pt x="257" y="1"/>
                  </a:lnTo>
                  <a:lnTo>
                    <a:pt x="268" y="8"/>
                  </a:lnTo>
                  <a:lnTo>
                    <a:pt x="283" y="0"/>
                  </a:lnTo>
                  <a:lnTo>
                    <a:pt x="297" y="19"/>
                  </a:lnTo>
                  <a:lnTo>
                    <a:pt x="313" y="12"/>
                  </a:lnTo>
                  <a:lnTo>
                    <a:pt x="328" y="14"/>
                  </a:lnTo>
                  <a:lnTo>
                    <a:pt x="340" y="34"/>
                  </a:lnTo>
                  <a:lnTo>
                    <a:pt x="357" y="21"/>
                  </a:lnTo>
                  <a:lnTo>
                    <a:pt x="377" y="17"/>
                  </a:lnTo>
                  <a:lnTo>
                    <a:pt x="385" y="25"/>
                  </a:lnTo>
                  <a:lnTo>
                    <a:pt x="393" y="25"/>
                  </a:lnTo>
                  <a:lnTo>
                    <a:pt x="423" y="34"/>
                  </a:lnTo>
                  <a:lnTo>
                    <a:pt x="427" y="49"/>
                  </a:lnTo>
                  <a:lnTo>
                    <a:pt x="422" y="65"/>
                  </a:lnTo>
                  <a:lnTo>
                    <a:pt x="434" y="77"/>
                  </a:lnTo>
                  <a:lnTo>
                    <a:pt x="434" y="95"/>
                  </a:lnTo>
                  <a:lnTo>
                    <a:pt x="449" y="110"/>
                  </a:lnTo>
                  <a:lnTo>
                    <a:pt x="457" y="127"/>
                  </a:lnTo>
                  <a:lnTo>
                    <a:pt x="474" y="149"/>
                  </a:lnTo>
                  <a:lnTo>
                    <a:pt x="487" y="157"/>
                  </a:lnTo>
                  <a:lnTo>
                    <a:pt x="493" y="178"/>
                  </a:lnTo>
                  <a:lnTo>
                    <a:pt x="516" y="183"/>
                  </a:lnTo>
                  <a:lnTo>
                    <a:pt x="540" y="204"/>
                  </a:lnTo>
                  <a:lnTo>
                    <a:pt x="542" y="215"/>
                  </a:lnTo>
                  <a:lnTo>
                    <a:pt x="560" y="225"/>
                  </a:lnTo>
                  <a:lnTo>
                    <a:pt x="552" y="231"/>
                  </a:lnTo>
                  <a:lnTo>
                    <a:pt x="538" y="252"/>
                  </a:lnTo>
                  <a:lnTo>
                    <a:pt x="504" y="256"/>
                  </a:lnTo>
                  <a:lnTo>
                    <a:pt x="489" y="244"/>
                  </a:lnTo>
                  <a:lnTo>
                    <a:pt x="483" y="254"/>
                  </a:lnTo>
                  <a:lnTo>
                    <a:pt x="484" y="269"/>
                  </a:lnTo>
                  <a:lnTo>
                    <a:pt x="498" y="288"/>
                  </a:lnTo>
                  <a:lnTo>
                    <a:pt x="496" y="304"/>
                  </a:lnTo>
                  <a:lnTo>
                    <a:pt x="512" y="320"/>
                  </a:lnTo>
                  <a:lnTo>
                    <a:pt x="512" y="336"/>
                  </a:lnTo>
                  <a:lnTo>
                    <a:pt x="510" y="336"/>
                  </a:lnTo>
                  <a:lnTo>
                    <a:pt x="481" y="342"/>
                  </a:lnTo>
                  <a:lnTo>
                    <a:pt x="461" y="344"/>
                  </a:lnTo>
                  <a:lnTo>
                    <a:pt x="452" y="367"/>
                  </a:lnTo>
                  <a:lnTo>
                    <a:pt x="451" y="388"/>
                  </a:lnTo>
                  <a:lnTo>
                    <a:pt x="436" y="390"/>
                  </a:lnTo>
                  <a:lnTo>
                    <a:pt x="425" y="380"/>
                  </a:lnTo>
                  <a:lnTo>
                    <a:pt x="405" y="386"/>
                  </a:lnTo>
                  <a:lnTo>
                    <a:pt x="393" y="379"/>
                  </a:lnTo>
                  <a:lnTo>
                    <a:pt x="380" y="379"/>
                  </a:lnTo>
                  <a:lnTo>
                    <a:pt x="368" y="393"/>
                  </a:lnTo>
                  <a:lnTo>
                    <a:pt x="357" y="390"/>
                  </a:lnTo>
                  <a:lnTo>
                    <a:pt x="354" y="378"/>
                  </a:lnTo>
                  <a:lnTo>
                    <a:pt x="335" y="376"/>
                  </a:lnTo>
                  <a:lnTo>
                    <a:pt x="315" y="388"/>
                  </a:lnTo>
                  <a:lnTo>
                    <a:pt x="306" y="384"/>
                  </a:lnTo>
                  <a:lnTo>
                    <a:pt x="285" y="381"/>
                  </a:lnTo>
                  <a:lnTo>
                    <a:pt x="279" y="386"/>
                  </a:lnTo>
                  <a:lnTo>
                    <a:pt x="270" y="387"/>
                  </a:lnTo>
                  <a:lnTo>
                    <a:pt x="260" y="378"/>
                  </a:lnTo>
                  <a:lnTo>
                    <a:pt x="236" y="386"/>
                  </a:lnTo>
                  <a:lnTo>
                    <a:pt x="233" y="379"/>
                  </a:lnTo>
                  <a:lnTo>
                    <a:pt x="217" y="371"/>
                  </a:lnTo>
                  <a:lnTo>
                    <a:pt x="179" y="366"/>
                  </a:lnTo>
                  <a:lnTo>
                    <a:pt x="162" y="358"/>
                  </a:lnTo>
                  <a:lnTo>
                    <a:pt x="154" y="358"/>
                  </a:lnTo>
                  <a:lnTo>
                    <a:pt x="140" y="368"/>
                  </a:lnTo>
                  <a:lnTo>
                    <a:pt x="119" y="369"/>
                  </a:lnTo>
                  <a:lnTo>
                    <a:pt x="72" y="375"/>
                  </a:lnTo>
                  <a:lnTo>
                    <a:pt x="61" y="381"/>
                  </a:lnTo>
                  <a:lnTo>
                    <a:pt x="39" y="370"/>
                  </a:lnTo>
                  <a:lnTo>
                    <a:pt x="28" y="372"/>
                  </a:lnTo>
                  <a:lnTo>
                    <a:pt x="29" y="365"/>
                  </a:lnTo>
                  <a:lnTo>
                    <a:pt x="15" y="346"/>
                  </a:lnTo>
                  <a:lnTo>
                    <a:pt x="10" y="328"/>
                  </a:lnTo>
                  <a:lnTo>
                    <a:pt x="20" y="313"/>
                  </a:lnTo>
                  <a:lnTo>
                    <a:pt x="34" y="309"/>
                  </a:lnTo>
                  <a:lnTo>
                    <a:pt x="33" y="271"/>
                  </a:lnTo>
                  <a:lnTo>
                    <a:pt x="25" y="265"/>
                  </a:lnTo>
                  <a:lnTo>
                    <a:pt x="22" y="249"/>
                  </a:lnTo>
                  <a:lnTo>
                    <a:pt x="13" y="237"/>
                  </a:lnTo>
                  <a:lnTo>
                    <a:pt x="3" y="209"/>
                  </a:lnTo>
                  <a:lnTo>
                    <a:pt x="0" y="20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464" y="1877"/>
              <a:ext cx="1101" cy="624"/>
            </a:xfrm>
            <a:custGeom>
              <a:avLst/>
              <a:gdLst>
                <a:gd name="T0" fmla="*/ 160 w 1101"/>
                <a:gd name="T1" fmla="*/ 55 h 624"/>
                <a:gd name="T2" fmla="*/ 258 w 1101"/>
                <a:gd name="T3" fmla="*/ 57 h 624"/>
                <a:gd name="T4" fmla="*/ 320 w 1101"/>
                <a:gd name="T5" fmla="*/ 72 h 624"/>
                <a:gd name="T6" fmla="*/ 395 w 1101"/>
                <a:gd name="T7" fmla="*/ 64 h 624"/>
                <a:gd name="T8" fmla="*/ 446 w 1101"/>
                <a:gd name="T9" fmla="*/ 72 h 624"/>
                <a:gd name="T10" fmla="*/ 502 w 1101"/>
                <a:gd name="T11" fmla="*/ 30 h 624"/>
                <a:gd name="T12" fmla="*/ 577 w 1101"/>
                <a:gd name="T13" fmla="*/ 8 h 624"/>
                <a:gd name="T14" fmla="*/ 687 w 1101"/>
                <a:gd name="T15" fmla="*/ 3 h 624"/>
                <a:gd name="T16" fmla="*/ 759 w 1101"/>
                <a:gd name="T17" fmla="*/ 72 h 624"/>
                <a:gd name="T18" fmla="*/ 794 w 1101"/>
                <a:gd name="T19" fmla="*/ 133 h 624"/>
                <a:gd name="T20" fmla="*/ 885 w 1101"/>
                <a:gd name="T21" fmla="*/ 156 h 624"/>
                <a:gd name="T22" fmla="*/ 960 w 1101"/>
                <a:gd name="T23" fmla="*/ 192 h 624"/>
                <a:gd name="T24" fmla="*/ 1038 w 1101"/>
                <a:gd name="T25" fmla="*/ 194 h 624"/>
                <a:gd name="T26" fmla="*/ 1100 w 1101"/>
                <a:gd name="T27" fmla="*/ 217 h 624"/>
                <a:gd name="T28" fmla="*/ 1091 w 1101"/>
                <a:gd name="T29" fmla="*/ 288 h 624"/>
                <a:gd name="T30" fmla="*/ 1043 w 1101"/>
                <a:gd name="T31" fmla="*/ 354 h 624"/>
                <a:gd name="T32" fmla="*/ 1003 w 1101"/>
                <a:gd name="T33" fmla="*/ 404 h 624"/>
                <a:gd name="T34" fmla="*/ 948 w 1101"/>
                <a:gd name="T35" fmla="*/ 425 h 624"/>
                <a:gd name="T36" fmla="*/ 894 w 1101"/>
                <a:gd name="T37" fmla="*/ 449 h 624"/>
                <a:gd name="T38" fmla="*/ 833 w 1101"/>
                <a:gd name="T39" fmla="*/ 447 h 624"/>
                <a:gd name="T40" fmla="*/ 823 w 1101"/>
                <a:gd name="T41" fmla="*/ 489 h 624"/>
                <a:gd name="T42" fmla="*/ 828 w 1101"/>
                <a:gd name="T43" fmla="*/ 465 h 624"/>
                <a:gd name="T44" fmla="*/ 783 w 1101"/>
                <a:gd name="T45" fmla="*/ 497 h 624"/>
                <a:gd name="T46" fmla="*/ 735 w 1101"/>
                <a:gd name="T47" fmla="*/ 500 h 624"/>
                <a:gd name="T48" fmla="*/ 788 w 1101"/>
                <a:gd name="T49" fmla="*/ 515 h 624"/>
                <a:gd name="T50" fmla="*/ 799 w 1101"/>
                <a:gd name="T51" fmla="*/ 529 h 624"/>
                <a:gd name="T52" fmla="*/ 823 w 1101"/>
                <a:gd name="T53" fmla="*/ 558 h 624"/>
                <a:gd name="T54" fmla="*/ 792 w 1101"/>
                <a:gd name="T55" fmla="*/ 498 h 624"/>
                <a:gd name="T56" fmla="*/ 853 w 1101"/>
                <a:gd name="T57" fmla="*/ 559 h 624"/>
                <a:gd name="T58" fmla="*/ 910 w 1101"/>
                <a:gd name="T59" fmla="*/ 540 h 624"/>
                <a:gd name="T60" fmla="*/ 915 w 1101"/>
                <a:gd name="T61" fmla="*/ 574 h 624"/>
                <a:gd name="T62" fmla="*/ 817 w 1101"/>
                <a:gd name="T63" fmla="*/ 593 h 624"/>
                <a:gd name="T64" fmla="*/ 731 w 1101"/>
                <a:gd name="T65" fmla="*/ 610 h 624"/>
                <a:gd name="T66" fmla="*/ 695 w 1101"/>
                <a:gd name="T67" fmla="*/ 559 h 624"/>
                <a:gd name="T68" fmla="*/ 731 w 1101"/>
                <a:gd name="T69" fmla="*/ 526 h 624"/>
                <a:gd name="T70" fmla="*/ 714 w 1101"/>
                <a:gd name="T71" fmla="*/ 506 h 624"/>
                <a:gd name="T72" fmla="*/ 646 w 1101"/>
                <a:gd name="T73" fmla="*/ 497 h 624"/>
                <a:gd name="T74" fmla="*/ 618 w 1101"/>
                <a:gd name="T75" fmla="*/ 474 h 624"/>
                <a:gd name="T76" fmla="*/ 637 w 1101"/>
                <a:gd name="T77" fmla="*/ 467 h 624"/>
                <a:gd name="T78" fmla="*/ 623 w 1101"/>
                <a:gd name="T79" fmla="*/ 450 h 624"/>
                <a:gd name="T80" fmla="*/ 595 w 1101"/>
                <a:gd name="T81" fmla="*/ 455 h 624"/>
                <a:gd name="T82" fmla="*/ 549 w 1101"/>
                <a:gd name="T83" fmla="*/ 488 h 624"/>
                <a:gd name="T84" fmla="*/ 499 w 1101"/>
                <a:gd name="T85" fmla="*/ 539 h 624"/>
                <a:gd name="T86" fmla="*/ 495 w 1101"/>
                <a:gd name="T87" fmla="*/ 566 h 624"/>
                <a:gd name="T88" fmla="*/ 428 w 1101"/>
                <a:gd name="T89" fmla="*/ 566 h 624"/>
                <a:gd name="T90" fmla="*/ 420 w 1101"/>
                <a:gd name="T91" fmla="*/ 530 h 624"/>
                <a:gd name="T92" fmla="*/ 453 w 1101"/>
                <a:gd name="T93" fmla="*/ 473 h 624"/>
                <a:gd name="T94" fmla="*/ 495 w 1101"/>
                <a:gd name="T95" fmla="*/ 458 h 624"/>
                <a:gd name="T96" fmla="*/ 457 w 1101"/>
                <a:gd name="T97" fmla="*/ 406 h 624"/>
                <a:gd name="T98" fmla="*/ 402 w 1101"/>
                <a:gd name="T99" fmla="*/ 337 h 624"/>
                <a:gd name="T100" fmla="*/ 333 w 1101"/>
                <a:gd name="T101" fmla="*/ 324 h 624"/>
                <a:gd name="T102" fmla="*/ 286 w 1101"/>
                <a:gd name="T103" fmla="*/ 314 h 624"/>
                <a:gd name="T104" fmla="*/ 276 w 1101"/>
                <a:gd name="T105" fmla="*/ 353 h 624"/>
                <a:gd name="T106" fmla="*/ 174 w 1101"/>
                <a:gd name="T107" fmla="*/ 383 h 624"/>
                <a:gd name="T108" fmla="*/ 97 w 1101"/>
                <a:gd name="T109" fmla="*/ 366 h 624"/>
                <a:gd name="T110" fmla="*/ 34 w 1101"/>
                <a:gd name="T111" fmla="*/ 350 h 624"/>
                <a:gd name="T112" fmla="*/ 20 w 1101"/>
                <a:gd name="T113" fmla="*/ 278 h 624"/>
                <a:gd name="T114" fmla="*/ 78 w 1101"/>
                <a:gd name="T115" fmla="*/ 183 h 624"/>
                <a:gd name="T116" fmla="*/ 96 w 1101"/>
                <a:gd name="T117" fmla="*/ 138 h 624"/>
                <a:gd name="T118" fmla="*/ 68 w 1101"/>
                <a:gd name="T119" fmla="*/ 68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1" h="624">
                  <a:moveTo>
                    <a:pt x="69" y="58"/>
                  </a:moveTo>
                  <a:lnTo>
                    <a:pt x="80" y="56"/>
                  </a:lnTo>
                  <a:lnTo>
                    <a:pt x="102" y="67"/>
                  </a:lnTo>
                  <a:lnTo>
                    <a:pt x="113" y="61"/>
                  </a:lnTo>
                  <a:lnTo>
                    <a:pt x="160" y="55"/>
                  </a:lnTo>
                  <a:lnTo>
                    <a:pt x="181" y="54"/>
                  </a:lnTo>
                  <a:lnTo>
                    <a:pt x="195" y="44"/>
                  </a:lnTo>
                  <a:lnTo>
                    <a:pt x="203" y="44"/>
                  </a:lnTo>
                  <a:lnTo>
                    <a:pt x="220" y="52"/>
                  </a:lnTo>
                  <a:lnTo>
                    <a:pt x="258" y="57"/>
                  </a:lnTo>
                  <a:lnTo>
                    <a:pt x="274" y="65"/>
                  </a:lnTo>
                  <a:lnTo>
                    <a:pt x="277" y="72"/>
                  </a:lnTo>
                  <a:lnTo>
                    <a:pt x="301" y="64"/>
                  </a:lnTo>
                  <a:lnTo>
                    <a:pt x="311" y="73"/>
                  </a:lnTo>
                  <a:lnTo>
                    <a:pt x="320" y="72"/>
                  </a:lnTo>
                  <a:lnTo>
                    <a:pt x="326" y="67"/>
                  </a:lnTo>
                  <a:lnTo>
                    <a:pt x="347" y="70"/>
                  </a:lnTo>
                  <a:lnTo>
                    <a:pt x="356" y="74"/>
                  </a:lnTo>
                  <a:lnTo>
                    <a:pt x="376" y="62"/>
                  </a:lnTo>
                  <a:lnTo>
                    <a:pt x="395" y="64"/>
                  </a:lnTo>
                  <a:lnTo>
                    <a:pt x="398" y="76"/>
                  </a:lnTo>
                  <a:lnTo>
                    <a:pt x="409" y="79"/>
                  </a:lnTo>
                  <a:lnTo>
                    <a:pt x="421" y="65"/>
                  </a:lnTo>
                  <a:lnTo>
                    <a:pt x="434" y="65"/>
                  </a:lnTo>
                  <a:lnTo>
                    <a:pt x="446" y="72"/>
                  </a:lnTo>
                  <a:lnTo>
                    <a:pt x="466" y="66"/>
                  </a:lnTo>
                  <a:lnTo>
                    <a:pt x="477" y="76"/>
                  </a:lnTo>
                  <a:lnTo>
                    <a:pt x="492" y="74"/>
                  </a:lnTo>
                  <a:lnTo>
                    <a:pt x="493" y="53"/>
                  </a:lnTo>
                  <a:lnTo>
                    <a:pt x="502" y="30"/>
                  </a:lnTo>
                  <a:lnTo>
                    <a:pt x="522" y="28"/>
                  </a:lnTo>
                  <a:lnTo>
                    <a:pt x="551" y="22"/>
                  </a:lnTo>
                  <a:lnTo>
                    <a:pt x="564" y="24"/>
                  </a:lnTo>
                  <a:lnTo>
                    <a:pt x="578" y="21"/>
                  </a:lnTo>
                  <a:lnTo>
                    <a:pt x="577" y="8"/>
                  </a:lnTo>
                  <a:lnTo>
                    <a:pt x="587" y="0"/>
                  </a:lnTo>
                  <a:lnTo>
                    <a:pt x="621" y="10"/>
                  </a:lnTo>
                  <a:lnTo>
                    <a:pt x="655" y="10"/>
                  </a:lnTo>
                  <a:lnTo>
                    <a:pt x="672" y="2"/>
                  </a:lnTo>
                  <a:lnTo>
                    <a:pt x="687" y="3"/>
                  </a:lnTo>
                  <a:lnTo>
                    <a:pt x="697" y="31"/>
                  </a:lnTo>
                  <a:lnTo>
                    <a:pt x="711" y="42"/>
                  </a:lnTo>
                  <a:lnTo>
                    <a:pt x="703" y="55"/>
                  </a:lnTo>
                  <a:lnTo>
                    <a:pt x="721" y="77"/>
                  </a:lnTo>
                  <a:lnTo>
                    <a:pt x="759" y="72"/>
                  </a:lnTo>
                  <a:lnTo>
                    <a:pt x="772" y="83"/>
                  </a:lnTo>
                  <a:lnTo>
                    <a:pt x="774" y="96"/>
                  </a:lnTo>
                  <a:lnTo>
                    <a:pt x="786" y="97"/>
                  </a:lnTo>
                  <a:lnTo>
                    <a:pt x="786" y="113"/>
                  </a:lnTo>
                  <a:lnTo>
                    <a:pt x="794" y="133"/>
                  </a:lnTo>
                  <a:lnTo>
                    <a:pt x="825" y="161"/>
                  </a:lnTo>
                  <a:lnTo>
                    <a:pt x="836" y="148"/>
                  </a:lnTo>
                  <a:lnTo>
                    <a:pt x="855" y="157"/>
                  </a:lnTo>
                  <a:lnTo>
                    <a:pt x="871" y="153"/>
                  </a:lnTo>
                  <a:lnTo>
                    <a:pt x="885" y="156"/>
                  </a:lnTo>
                  <a:lnTo>
                    <a:pt x="907" y="140"/>
                  </a:lnTo>
                  <a:lnTo>
                    <a:pt x="918" y="139"/>
                  </a:lnTo>
                  <a:lnTo>
                    <a:pt x="933" y="169"/>
                  </a:lnTo>
                  <a:lnTo>
                    <a:pt x="954" y="180"/>
                  </a:lnTo>
                  <a:lnTo>
                    <a:pt x="960" y="192"/>
                  </a:lnTo>
                  <a:lnTo>
                    <a:pt x="969" y="184"/>
                  </a:lnTo>
                  <a:lnTo>
                    <a:pt x="993" y="188"/>
                  </a:lnTo>
                  <a:lnTo>
                    <a:pt x="1011" y="189"/>
                  </a:lnTo>
                  <a:lnTo>
                    <a:pt x="1024" y="196"/>
                  </a:lnTo>
                  <a:lnTo>
                    <a:pt x="1038" y="194"/>
                  </a:lnTo>
                  <a:lnTo>
                    <a:pt x="1055" y="204"/>
                  </a:lnTo>
                  <a:lnTo>
                    <a:pt x="1076" y="207"/>
                  </a:lnTo>
                  <a:lnTo>
                    <a:pt x="1086" y="198"/>
                  </a:lnTo>
                  <a:lnTo>
                    <a:pt x="1091" y="212"/>
                  </a:lnTo>
                  <a:lnTo>
                    <a:pt x="1100" y="217"/>
                  </a:lnTo>
                  <a:lnTo>
                    <a:pt x="1101" y="233"/>
                  </a:lnTo>
                  <a:lnTo>
                    <a:pt x="1090" y="247"/>
                  </a:lnTo>
                  <a:lnTo>
                    <a:pt x="1076" y="249"/>
                  </a:lnTo>
                  <a:lnTo>
                    <a:pt x="1072" y="276"/>
                  </a:lnTo>
                  <a:lnTo>
                    <a:pt x="1091" y="288"/>
                  </a:lnTo>
                  <a:lnTo>
                    <a:pt x="1093" y="306"/>
                  </a:lnTo>
                  <a:lnTo>
                    <a:pt x="1086" y="328"/>
                  </a:lnTo>
                  <a:lnTo>
                    <a:pt x="1088" y="343"/>
                  </a:lnTo>
                  <a:lnTo>
                    <a:pt x="1076" y="352"/>
                  </a:lnTo>
                  <a:lnTo>
                    <a:pt x="1043" y="354"/>
                  </a:lnTo>
                  <a:lnTo>
                    <a:pt x="1029" y="375"/>
                  </a:lnTo>
                  <a:lnTo>
                    <a:pt x="1021" y="378"/>
                  </a:lnTo>
                  <a:lnTo>
                    <a:pt x="1017" y="406"/>
                  </a:lnTo>
                  <a:lnTo>
                    <a:pt x="1004" y="411"/>
                  </a:lnTo>
                  <a:lnTo>
                    <a:pt x="1003" y="404"/>
                  </a:lnTo>
                  <a:lnTo>
                    <a:pt x="996" y="403"/>
                  </a:lnTo>
                  <a:lnTo>
                    <a:pt x="979" y="410"/>
                  </a:lnTo>
                  <a:lnTo>
                    <a:pt x="962" y="408"/>
                  </a:lnTo>
                  <a:lnTo>
                    <a:pt x="954" y="414"/>
                  </a:lnTo>
                  <a:lnTo>
                    <a:pt x="948" y="425"/>
                  </a:lnTo>
                  <a:lnTo>
                    <a:pt x="933" y="426"/>
                  </a:lnTo>
                  <a:lnTo>
                    <a:pt x="926" y="435"/>
                  </a:lnTo>
                  <a:lnTo>
                    <a:pt x="912" y="449"/>
                  </a:lnTo>
                  <a:lnTo>
                    <a:pt x="907" y="448"/>
                  </a:lnTo>
                  <a:lnTo>
                    <a:pt x="894" y="449"/>
                  </a:lnTo>
                  <a:lnTo>
                    <a:pt x="883" y="456"/>
                  </a:lnTo>
                  <a:lnTo>
                    <a:pt x="865" y="453"/>
                  </a:lnTo>
                  <a:lnTo>
                    <a:pt x="851" y="460"/>
                  </a:lnTo>
                  <a:lnTo>
                    <a:pt x="842" y="459"/>
                  </a:lnTo>
                  <a:lnTo>
                    <a:pt x="833" y="447"/>
                  </a:lnTo>
                  <a:lnTo>
                    <a:pt x="828" y="447"/>
                  </a:lnTo>
                  <a:lnTo>
                    <a:pt x="831" y="453"/>
                  </a:lnTo>
                  <a:lnTo>
                    <a:pt x="839" y="462"/>
                  </a:lnTo>
                  <a:lnTo>
                    <a:pt x="836" y="470"/>
                  </a:lnTo>
                  <a:lnTo>
                    <a:pt x="823" y="489"/>
                  </a:lnTo>
                  <a:lnTo>
                    <a:pt x="814" y="493"/>
                  </a:lnTo>
                  <a:lnTo>
                    <a:pt x="811" y="488"/>
                  </a:lnTo>
                  <a:lnTo>
                    <a:pt x="816" y="485"/>
                  </a:lnTo>
                  <a:lnTo>
                    <a:pt x="829" y="470"/>
                  </a:lnTo>
                  <a:lnTo>
                    <a:pt x="828" y="465"/>
                  </a:lnTo>
                  <a:lnTo>
                    <a:pt x="821" y="461"/>
                  </a:lnTo>
                  <a:lnTo>
                    <a:pt x="818" y="468"/>
                  </a:lnTo>
                  <a:lnTo>
                    <a:pt x="798" y="488"/>
                  </a:lnTo>
                  <a:lnTo>
                    <a:pt x="785" y="489"/>
                  </a:lnTo>
                  <a:lnTo>
                    <a:pt x="783" y="497"/>
                  </a:lnTo>
                  <a:lnTo>
                    <a:pt x="769" y="497"/>
                  </a:lnTo>
                  <a:lnTo>
                    <a:pt x="760" y="490"/>
                  </a:lnTo>
                  <a:lnTo>
                    <a:pt x="752" y="497"/>
                  </a:lnTo>
                  <a:lnTo>
                    <a:pt x="737" y="495"/>
                  </a:lnTo>
                  <a:lnTo>
                    <a:pt x="735" y="500"/>
                  </a:lnTo>
                  <a:lnTo>
                    <a:pt x="744" y="505"/>
                  </a:lnTo>
                  <a:lnTo>
                    <a:pt x="764" y="504"/>
                  </a:lnTo>
                  <a:lnTo>
                    <a:pt x="772" y="513"/>
                  </a:lnTo>
                  <a:lnTo>
                    <a:pt x="781" y="517"/>
                  </a:lnTo>
                  <a:lnTo>
                    <a:pt x="788" y="515"/>
                  </a:lnTo>
                  <a:lnTo>
                    <a:pt x="793" y="520"/>
                  </a:lnTo>
                  <a:lnTo>
                    <a:pt x="786" y="527"/>
                  </a:lnTo>
                  <a:lnTo>
                    <a:pt x="787" y="533"/>
                  </a:lnTo>
                  <a:lnTo>
                    <a:pt x="793" y="529"/>
                  </a:lnTo>
                  <a:lnTo>
                    <a:pt x="799" y="529"/>
                  </a:lnTo>
                  <a:lnTo>
                    <a:pt x="797" y="539"/>
                  </a:lnTo>
                  <a:lnTo>
                    <a:pt x="805" y="532"/>
                  </a:lnTo>
                  <a:lnTo>
                    <a:pt x="812" y="536"/>
                  </a:lnTo>
                  <a:lnTo>
                    <a:pt x="815" y="550"/>
                  </a:lnTo>
                  <a:lnTo>
                    <a:pt x="823" y="558"/>
                  </a:lnTo>
                  <a:lnTo>
                    <a:pt x="838" y="562"/>
                  </a:lnTo>
                  <a:lnTo>
                    <a:pt x="844" y="559"/>
                  </a:lnTo>
                  <a:lnTo>
                    <a:pt x="823" y="539"/>
                  </a:lnTo>
                  <a:lnTo>
                    <a:pt x="799" y="514"/>
                  </a:lnTo>
                  <a:lnTo>
                    <a:pt x="792" y="498"/>
                  </a:lnTo>
                  <a:lnTo>
                    <a:pt x="798" y="495"/>
                  </a:lnTo>
                  <a:lnTo>
                    <a:pt x="808" y="508"/>
                  </a:lnTo>
                  <a:lnTo>
                    <a:pt x="813" y="523"/>
                  </a:lnTo>
                  <a:lnTo>
                    <a:pt x="845" y="556"/>
                  </a:lnTo>
                  <a:lnTo>
                    <a:pt x="853" y="559"/>
                  </a:lnTo>
                  <a:lnTo>
                    <a:pt x="864" y="548"/>
                  </a:lnTo>
                  <a:lnTo>
                    <a:pt x="872" y="547"/>
                  </a:lnTo>
                  <a:lnTo>
                    <a:pt x="885" y="555"/>
                  </a:lnTo>
                  <a:lnTo>
                    <a:pt x="890" y="542"/>
                  </a:lnTo>
                  <a:lnTo>
                    <a:pt x="910" y="540"/>
                  </a:lnTo>
                  <a:lnTo>
                    <a:pt x="928" y="541"/>
                  </a:lnTo>
                  <a:lnTo>
                    <a:pt x="923" y="549"/>
                  </a:lnTo>
                  <a:lnTo>
                    <a:pt x="917" y="554"/>
                  </a:lnTo>
                  <a:lnTo>
                    <a:pt x="923" y="565"/>
                  </a:lnTo>
                  <a:lnTo>
                    <a:pt x="915" y="574"/>
                  </a:lnTo>
                  <a:lnTo>
                    <a:pt x="892" y="576"/>
                  </a:lnTo>
                  <a:lnTo>
                    <a:pt x="866" y="572"/>
                  </a:lnTo>
                  <a:lnTo>
                    <a:pt x="850" y="580"/>
                  </a:lnTo>
                  <a:lnTo>
                    <a:pt x="838" y="594"/>
                  </a:lnTo>
                  <a:lnTo>
                    <a:pt x="817" y="593"/>
                  </a:lnTo>
                  <a:lnTo>
                    <a:pt x="786" y="615"/>
                  </a:lnTo>
                  <a:lnTo>
                    <a:pt x="763" y="624"/>
                  </a:lnTo>
                  <a:lnTo>
                    <a:pt x="739" y="624"/>
                  </a:lnTo>
                  <a:lnTo>
                    <a:pt x="727" y="615"/>
                  </a:lnTo>
                  <a:lnTo>
                    <a:pt x="731" y="610"/>
                  </a:lnTo>
                  <a:lnTo>
                    <a:pt x="739" y="588"/>
                  </a:lnTo>
                  <a:lnTo>
                    <a:pt x="738" y="580"/>
                  </a:lnTo>
                  <a:lnTo>
                    <a:pt x="716" y="565"/>
                  </a:lnTo>
                  <a:lnTo>
                    <a:pt x="709" y="566"/>
                  </a:lnTo>
                  <a:lnTo>
                    <a:pt x="695" y="559"/>
                  </a:lnTo>
                  <a:lnTo>
                    <a:pt x="686" y="566"/>
                  </a:lnTo>
                  <a:lnTo>
                    <a:pt x="674" y="561"/>
                  </a:lnTo>
                  <a:lnTo>
                    <a:pt x="688" y="542"/>
                  </a:lnTo>
                  <a:lnTo>
                    <a:pt x="711" y="529"/>
                  </a:lnTo>
                  <a:lnTo>
                    <a:pt x="731" y="526"/>
                  </a:lnTo>
                  <a:lnTo>
                    <a:pt x="736" y="523"/>
                  </a:lnTo>
                  <a:lnTo>
                    <a:pt x="729" y="515"/>
                  </a:lnTo>
                  <a:lnTo>
                    <a:pt x="726" y="500"/>
                  </a:lnTo>
                  <a:lnTo>
                    <a:pt x="719" y="497"/>
                  </a:lnTo>
                  <a:lnTo>
                    <a:pt x="714" y="506"/>
                  </a:lnTo>
                  <a:lnTo>
                    <a:pt x="704" y="500"/>
                  </a:lnTo>
                  <a:lnTo>
                    <a:pt x="689" y="494"/>
                  </a:lnTo>
                  <a:lnTo>
                    <a:pt x="673" y="497"/>
                  </a:lnTo>
                  <a:lnTo>
                    <a:pt x="658" y="504"/>
                  </a:lnTo>
                  <a:lnTo>
                    <a:pt x="646" y="497"/>
                  </a:lnTo>
                  <a:lnTo>
                    <a:pt x="637" y="496"/>
                  </a:lnTo>
                  <a:lnTo>
                    <a:pt x="628" y="488"/>
                  </a:lnTo>
                  <a:lnTo>
                    <a:pt x="634" y="484"/>
                  </a:lnTo>
                  <a:lnTo>
                    <a:pt x="637" y="480"/>
                  </a:lnTo>
                  <a:lnTo>
                    <a:pt x="618" y="474"/>
                  </a:lnTo>
                  <a:lnTo>
                    <a:pt x="593" y="474"/>
                  </a:lnTo>
                  <a:lnTo>
                    <a:pt x="588" y="466"/>
                  </a:lnTo>
                  <a:lnTo>
                    <a:pt x="603" y="466"/>
                  </a:lnTo>
                  <a:lnTo>
                    <a:pt x="626" y="463"/>
                  </a:lnTo>
                  <a:lnTo>
                    <a:pt x="637" y="467"/>
                  </a:lnTo>
                  <a:lnTo>
                    <a:pt x="646" y="462"/>
                  </a:lnTo>
                  <a:lnTo>
                    <a:pt x="661" y="454"/>
                  </a:lnTo>
                  <a:lnTo>
                    <a:pt x="640" y="459"/>
                  </a:lnTo>
                  <a:lnTo>
                    <a:pt x="631" y="456"/>
                  </a:lnTo>
                  <a:lnTo>
                    <a:pt x="623" y="450"/>
                  </a:lnTo>
                  <a:lnTo>
                    <a:pt x="618" y="444"/>
                  </a:lnTo>
                  <a:lnTo>
                    <a:pt x="612" y="452"/>
                  </a:lnTo>
                  <a:lnTo>
                    <a:pt x="607" y="459"/>
                  </a:lnTo>
                  <a:lnTo>
                    <a:pt x="594" y="459"/>
                  </a:lnTo>
                  <a:lnTo>
                    <a:pt x="595" y="455"/>
                  </a:lnTo>
                  <a:lnTo>
                    <a:pt x="587" y="449"/>
                  </a:lnTo>
                  <a:lnTo>
                    <a:pt x="574" y="464"/>
                  </a:lnTo>
                  <a:lnTo>
                    <a:pt x="559" y="465"/>
                  </a:lnTo>
                  <a:lnTo>
                    <a:pt x="549" y="472"/>
                  </a:lnTo>
                  <a:lnTo>
                    <a:pt x="549" y="488"/>
                  </a:lnTo>
                  <a:lnTo>
                    <a:pt x="535" y="504"/>
                  </a:lnTo>
                  <a:lnTo>
                    <a:pt x="528" y="504"/>
                  </a:lnTo>
                  <a:lnTo>
                    <a:pt x="532" y="512"/>
                  </a:lnTo>
                  <a:lnTo>
                    <a:pt x="507" y="539"/>
                  </a:lnTo>
                  <a:lnTo>
                    <a:pt x="499" y="539"/>
                  </a:lnTo>
                  <a:lnTo>
                    <a:pt x="493" y="531"/>
                  </a:lnTo>
                  <a:lnTo>
                    <a:pt x="493" y="540"/>
                  </a:lnTo>
                  <a:lnTo>
                    <a:pt x="491" y="547"/>
                  </a:lnTo>
                  <a:lnTo>
                    <a:pt x="498" y="555"/>
                  </a:lnTo>
                  <a:lnTo>
                    <a:pt x="495" y="566"/>
                  </a:lnTo>
                  <a:lnTo>
                    <a:pt x="495" y="566"/>
                  </a:lnTo>
                  <a:lnTo>
                    <a:pt x="484" y="557"/>
                  </a:lnTo>
                  <a:lnTo>
                    <a:pt x="463" y="559"/>
                  </a:lnTo>
                  <a:lnTo>
                    <a:pt x="452" y="566"/>
                  </a:lnTo>
                  <a:lnTo>
                    <a:pt x="428" y="566"/>
                  </a:lnTo>
                  <a:lnTo>
                    <a:pt x="409" y="562"/>
                  </a:lnTo>
                  <a:lnTo>
                    <a:pt x="398" y="545"/>
                  </a:lnTo>
                  <a:lnTo>
                    <a:pt x="408" y="538"/>
                  </a:lnTo>
                  <a:lnTo>
                    <a:pt x="419" y="542"/>
                  </a:lnTo>
                  <a:lnTo>
                    <a:pt x="420" y="530"/>
                  </a:lnTo>
                  <a:lnTo>
                    <a:pt x="432" y="510"/>
                  </a:lnTo>
                  <a:lnTo>
                    <a:pt x="438" y="511"/>
                  </a:lnTo>
                  <a:lnTo>
                    <a:pt x="438" y="496"/>
                  </a:lnTo>
                  <a:lnTo>
                    <a:pt x="440" y="474"/>
                  </a:lnTo>
                  <a:lnTo>
                    <a:pt x="453" y="473"/>
                  </a:lnTo>
                  <a:lnTo>
                    <a:pt x="470" y="468"/>
                  </a:lnTo>
                  <a:lnTo>
                    <a:pt x="481" y="476"/>
                  </a:lnTo>
                  <a:lnTo>
                    <a:pt x="500" y="475"/>
                  </a:lnTo>
                  <a:lnTo>
                    <a:pt x="503" y="469"/>
                  </a:lnTo>
                  <a:lnTo>
                    <a:pt x="495" y="458"/>
                  </a:lnTo>
                  <a:lnTo>
                    <a:pt x="498" y="449"/>
                  </a:lnTo>
                  <a:lnTo>
                    <a:pt x="496" y="438"/>
                  </a:lnTo>
                  <a:lnTo>
                    <a:pt x="476" y="427"/>
                  </a:lnTo>
                  <a:lnTo>
                    <a:pt x="460" y="413"/>
                  </a:lnTo>
                  <a:lnTo>
                    <a:pt x="457" y="406"/>
                  </a:lnTo>
                  <a:lnTo>
                    <a:pt x="442" y="399"/>
                  </a:lnTo>
                  <a:lnTo>
                    <a:pt x="444" y="385"/>
                  </a:lnTo>
                  <a:lnTo>
                    <a:pt x="439" y="364"/>
                  </a:lnTo>
                  <a:lnTo>
                    <a:pt x="423" y="356"/>
                  </a:lnTo>
                  <a:lnTo>
                    <a:pt x="402" y="337"/>
                  </a:lnTo>
                  <a:lnTo>
                    <a:pt x="396" y="337"/>
                  </a:lnTo>
                  <a:lnTo>
                    <a:pt x="392" y="344"/>
                  </a:lnTo>
                  <a:lnTo>
                    <a:pt x="370" y="341"/>
                  </a:lnTo>
                  <a:lnTo>
                    <a:pt x="350" y="324"/>
                  </a:lnTo>
                  <a:lnTo>
                    <a:pt x="333" y="324"/>
                  </a:lnTo>
                  <a:lnTo>
                    <a:pt x="323" y="311"/>
                  </a:lnTo>
                  <a:lnTo>
                    <a:pt x="317" y="315"/>
                  </a:lnTo>
                  <a:lnTo>
                    <a:pt x="303" y="315"/>
                  </a:lnTo>
                  <a:lnTo>
                    <a:pt x="299" y="321"/>
                  </a:lnTo>
                  <a:lnTo>
                    <a:pt x="286" y="314"/>
                  </a:lnTo>
                  <a:lnTo>
                    <a:pt x="283" y="318"/>
                  </a:lnTo>
                  <a:lnTo>
                    <a:pt x="273" y="314"/>
                  </a:lnTo>
                  <a:lnTo>
                    <a:pt x="275" y="330"/>
                  </a:lnTo>
                  <a:lnTo>
                    <a:pt x="273" y="337"/>
                  </a:lnTo>
                  <a:lnTo>
                    <a:pt x="276" y="353"/>
                  </a:lnTo>
                  <a:lnTo>
                    <a:pt x="260" y="355"/>
                  </a:lnTo>
                  <a:lnTo>
                    <a:pt x="244" y="364"/>
                  </a:lnTo>
                  <a:lnTo>
                    <a:pt x="200" y="371"/>
                  </a:lnTo>
                  <a:lnTo>
                    <a:pt x="189" y="382"/>
                  </a:lnTo>
                  <a:lnTo>
                    <a:pt x="174" y="383"/>
                  </a:lnTo>
                  <a:lnTo>
                    <a:pt x="154" y="389"/>
                  </a:lnTo>
                  <a:lnTo>
                    <a:pt x="140" y="383"/>
                  </a:lnTo>
                  <a:lnTo>
                    <a:pt x="133" y="374"/>
                  </a:lnTo>
                  <a:lnTo>
                    <a:pt x="115" y="367"/>
                  </a:lnTo>
                  <a:lnTo>
                    <a:pt x="97" y="366"/>
                  </a:lnTo>
                  <a:lnTo>
                    <a:pt x="73" y="354"/>
                  </a:lnTo>
                  <a:lnTo>
                    <a:pt x="60" y="354"/>
                  </a:lnTo>
                  <a:lnTo>
                    <a:pt x="51" y="361"/>
                  </a:lnTo>
                  <a:lnTo>
                    <a:pt x="38" y="362"/>
                  </a:lnTo>
                  <a:lnTo>
                    <a:pt x="34" y="350"/>
                  </a:lnTo>
                  <a:lnTo>
                    <a:pt x="17" y="340"/>
                  </a:lnTo>
                  <a:lnTo>
                    <a:pt x="0" y="326"/>
                  </a:lnTo>
                  <a:lnTo>
                    <a:pt x="3" y="325"/>
                  </a:lnTo>
                  <a:lnTo>
                    <a:pt x="6" y="305"/>
                  </a:lnTo>
                  <a:lnTo>
                    <a:pt x="20" y="278"/>
                  </a:lnTo>
                  <a:lnTo>
                    <a:pt x="33" y="278"/>
                  </a:lnTo>
                  <a:lnTo>
                    <a:pt x="34" y="260"/>
                  </a:lnTo>
                  <a:lnTo>
                    <a:pt x="31" y="244"/>
                  </a:lnTo>
                  <a:lnTo>
                    <a:pt x="72" y="201"/>
                  </a:lnTo>
                  <a:lnTo>
                    <a:pt x="78" y="183"/>
                  </a:lnTo>
                  <a:lnTo>
                    <a:pt x="88" y="174"/>
                  </a:lnTo>
                  <a:lnTo>
                    <a:pt x="99" y="173"/>
                  </a:lnTo>
                  <a:lnTo>
                    <a:pt x="103" y="155"/>
                  </a:lnTo>
                  <a:lnTo>
                    <a:pt x="98" y="147"/>
                  </a:lnTo>
                  <a:lnTo>
                    <a:pt x="96" y="138"/>
                  </a:lnTo>
                  <a:lnTo>
                    <a:pt x="102" y="131"/>
                  </a:lnTo>
                  <a:lnTo>
                    <a:pt x="85" y="122"/>
                  </a:lnTo>
                  <a:lnTo>
                    <a:pt x="78" y="104"/>
                  </a:lnTo>
                  <a:lnTo>
                    <a:pt x="69" y="96"/>
                  </a:lnTo>
                  <a:lnTo>
                    <a:pt x="68" y="68"/>
                  </a:lnTo>
                  <a:lnTo>
                    <a:pt x="69" y="5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3737" y="2188"/>
              <a:ext cx="230" cy="234"/>
            </a:xfrm>
            <a:custGeom>
              <a:avLst/>
              <a:gdLst>
                <a:gd name="T0" fmla="*/ 3 w 230"/>
                <a:gd name="T1" fmla="*/ 42 h 234"/>
                <a:gd name="T2" fmla="*/ 0 w 230"/>
                <a:gd name="T3" fmla="*/ 26 h 234"/>
                <a:gd name="T4" fmla="*/ 2 w 230"/>
                <a:gd name="T5" fmla="*/ 19 h 234"/>
                <a:gd name="T6" fmla="*/ 0 w 230"/>
                <a:gd name="T7" fmla="*/ 3 h 234"/>
                <a:gd name="T8" fmla="*/ 10 w 230"/>
                <a:gd name="T9" fmla="*/ 7 h 234"/>
                <a:gd name="T10" fmla="*/ 13 w 230"/>
                <a:gd name="T11" fmla="*/ 3 h 234"/>
                <a:gd name="T12" fmla="*/ 26 w 230"/>
                <a:gd name="T13" fmla="*/ 10 h 234"/>
                <a:gd name="T14" fmla="*/ 30 w 230"/>
                <a:gd name="T15" fmla="*/ 4 h 234"/>
                <a:gd name="T16" fmla="*/ 44 w 230"/>
                <a:gd name="T17" fmla="*/ 4 h 234"/>
                <a:gd name="T18" fmla="*/ 50 w 230"/>
                <a:gd name="T19" fmla="*/ 0 h 234"/>
                <a:gd name="T20" fmla="*/ 60 w 230"/>
                <a:gd name="T21" fmla="*/ 13 h 234"/>
                <a:gd name="T22" fmla="*/ 77 w 230"/>
                <a:gd name="T23" fmla="*/ 13 h 234"/>
                <a:gd name="T24" fmla="*/ 97 w 230"/>
                <a:gd name="T25" fmla="*/ 30 h 234"/>
                <a:gd name="T26" fmla="*/ 119 w 230"/>
                <a:gd name="T27" fmla="*/ 33 h 234"/>
                <a:gd name="T28" fmla="*/ 123 w 230"/>
                <a:gd name="T29" fmla="*/ 26 h 234"/>
                <a:gd name="T30" fmla="*/ 129 w 230"/>
                <a:gd name="T31" fmla="*/ 26 h 234"/>
                <a:gd name="T32" fmla="*/ 150 w 230"/>
                <a:gd name="T33" fmla="*/ 45 h 234"/>
                <a:gd name="T34" fmla="*/ 166 w 230"/>
                <a:gd name="T35" fmla="*/ 53 h 234"/>
                <a:gd name="T36" fmla="*/ 171 w 230"/>
                <a:gd name="T37" fmla="*/ 74 h 234"/>
                <a:gd name="T38" fmla="*/ 169 w 230"/>
                <a:gd name="T39" fmla="*/ 88 h 234"/>
                <a:gd name="T40" fmla="*/ 184 w 230"/>
                <a:gd name="T41" fmla="*/ 95 h 234"/>
                <a:gd name="T42" fmla="*/ 187 w 230"/>
                <a:gd name="T43" fmla="*/ 102 h 234"/>
                <a:gd name="T44" fmla="*/ 203 w 230"/>
                <a:gd name="T45" fmla="*/ 116 h 234"/>
                <a:gd name="T46" fmla="*/ 223 w 230"/>
                <a:gd name="T47" fmla="*/ 127 h 234"/>
                <a:gd name="T48" fmla="*/ 225 w 230"/>
                <a:gd name="T49" fmla="*/ 138 h 234"/>
                <a:gd name="T50" fmla="*/ 222 w 230"/>
                <a:gd name="T51" fmla="*/ 147 h 234"/>
                <a:gd name="T52" fmla="*/ 230 w 230"/>
                <a:gd name="T53" fmla="*/ 158 h 234"/>
                <a:gd name="T54" fmla="*/ 227 w 230"/>
                <a:gd name="T55" fmla="*/ 164 h 234"/>
                <a:gd name="T56" fmla="*/ 208 w 230"/>
                <a:gd name="T57" fmla="*/ 165 h 234"/>
                <a:gd name="T58" fmla="*/ 197 w 230"/>
                <a:gd name="T59" fmla="*/ 157 h 234"/>
                <a:gd name="T60" fmla="*/ 180 w 230"/>
                <a:gd name="T61" fmla="*/ 162 h 234"/>
                <a:gd name="T62" fmla="*/ 167 w 230"/>
                <a:gd name="T63" fmla="*/ 163 h 234"/>
                <a:gd name="T64" fmla="*/ 165 w 230"/>
                <a:gd name="T65" fmla="*/ 185 h 234"/>
                <a:gd name="T66" fmla="*/ 165 w 230"/>
                <a:gd name="T67" fmla="*/ 200 h 234"/>
                <a:gd name="T68" fmla="*/ 159 w 230"/>
                <a:gd name="T69" fmla="*/ 199 h 234"/>
                <a:gd name="T70" fmla="*/ 147 w 230"/>
                <a:gd name="T71" fmla="*/ 219 h 234"/>
                <a:gd name="T72" fmla="*/ 146 w 230"/>
                <a:gd name="T73" fmla="*/ 231 h 234"/>
                <a:gd name="T74" fmla="*/ 135 w 230"/>
                <a:gd name="T75" fmla="*/ 227 h 234"/>
                <a:gd name="T76" fmla="*/ 125 w 230"/>
                <a:gd name="T77" fmla="*/ 234 h 234"/>
                <a:gd name="T78" fmla="*/ 124 w 230"/>
                <a:gd name="T79" fmla="*/ 233 h 234"/>
                <a:gd name="T80" fmla="*/ 115 w 230"/>
                <a:gd name="T81" fmla="*/ 216 h 234"/>
                <a:gd name="T82" fmla="*/ 118 w 230"/>
                <a:gd name="T83" fmla="*/ 159 h 234"/>
                <a:gd name="T84" fmla="*/ 107 w 230"/>
                <a:gd name="T85" fmla="*/ 141 h 234"/>
                <a:gd name="T86" fmla="*/ 102 w 230"/>
                <a:gd name="T87" fmla="*/ 125 h 234"/>
                <a:gd name="T88" fmla="*/ 66 w 230"/>
                <a:gd name="T89" fmla="*/ 99 h 234"/>
                <a:gd name="T90" fmla="*/ 64 w 230"/>
                <a:gd name="T91" fmla="*/ 86 h 234"/>
                <a:gd name="T92" fmla="*/ 36 w 230"/>
                <a:gd name="T93" fmla="*/ 65 h 234"/>
                <a:gd name="T94" fmla="*/ 29 w 230"/>
                <a:gd name="T95" fmla="*/ 38 h 234"/>
                <a:gd name="T96" fmla="*/ 3 w 230"/>
                <a:gd name="T97" fmla="*/ 42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0" h="234">
                  <a:moveTo>
                    <a:pt x="3" y="42"/>
                  </a:moveTo>
                  <a:lnTo>
                    <a:pt x="0" y="26"/>
                  </a:lnTo>
                  <a:lnTo>
                    <a:pt x="2" y="19"/>
                  </a:lnTo>
                  <a:lnTo>
                    <a:pt x="0" y="3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26" y="10"/>
                  </a:lnTo>
                  <a:lnTo>
                    <a:pt x="30" y="4"/>
                  </a:lnTo>
                  <a:lnTo>
                    <a:pt x="44" y="4"/>
                  </a:lnTo>
                  <a:lnTo>
                    <a:pt x="50" y="0"/>
                  </a:lnTo>
                  <a:lnTo>
                    <a:pt x="60" y="13"/>
                  </a:lnTo>
                  <a:lnTo>
                    <a:pt x="77" y="13"/>
                  </a:lnTo>
                  <a:lnTo>
                    <a:pt x="97" y="30"/>
                  </a:lnTo>
                  <a:lnTo>
                    <a:pt x="119" y="33"/>
                  </a:lnTo>
                  <a:lnTo>
                    <a:pt x="123" y="26"/>
                  </a:lnTo>
                  <a:lnTo>
                    <a:pt x="129" y="26"/>
                  </a:lnTo>
                  <a:lnTo>
                    <a:pt x="150" y="45"/>
                  </a:lnTo>
                  <a:lnTo>
                    <a:pt x="166" y="53"/>
                  </a:lnTo>
                  <a:lnTo>
                    <a:pt x="171" y="74"/>
                  </a:lnTo>
                  <a:lnTo>
                    <a:pt x="169" y="88"/>
                  </a:lnTo>
                  <a:lnTo>
                    <a:pt x="184" y="95"/>
                  </a:lnTo>
                  <a:lnTo>
                    <a:pt x="187" y="102"/>
                  </a:lnTo>
                  <a:lnTo>
                    <a:pt x="203" y="116"/>
                  </a:lnTo>
                  <a:lnTo>
                    <a:pt x="223" y="127"/>
                  </a:lnTo>
                  <a:lnTo>
                    <a:pt x="225" y="138"/>
                  </a:lnTo>
                  <a:lnTo>
                    <a:pt x="222" y="147"/>
                  </a:lnTo>
                  <a:lnTo>
                    <a:pt x="230" y="158"/>
                  </a:lnTo>
                  <a:lnTo>
                    <a:pt x="227" y="164"/>
                  </a:lnTo>
                  <a:lnTo>
                    <a:pt x="208" y="165"/>
                  </a:lnTo>
                  <a:lnTo>
                    <a:pt x="197" y="157"/>
                  </a:lnTo>
                  <a:lnTo>
                    <a:pt x="180" y="162"/>
                  </a:lnTo>
                  <a:lnTo>
                    <a:pt x="167" y="163"/>
                  </a:lnTo>
                  <a:lnTo>
                    <a:pt x="165" y="185"/>
                  </a:lnTo>
                  <a:lnTo>
                    <a:pt x="165" y="200"/>
                  </a:lnTo>
                  <a:lnTo>
                    <a:pt x="159" y="199"/>
                  </a:lnTo>
                  <a:lnTo>
                    <a:pt x="147" y="219"/>
                  </a:lnTo>
                  <a:lnTo>
                    <a:pt x="146" y="231"/>
                  </a:lnTo>
                  <a:lnTo>
                    <a:pt x="135" y="227"/>
                  </a:lnTo>
                  <a:lnTo>
                    <a:pt x="125" y="234"/>
                  </a:lnTo>
                  <a:lnTo>
                    <a:pt x="124" y="233"/>
                  </a:lnTo>
                  <a:lnTo>
                    <a:pt x="115" y="216"/>
                  </a:lnTo>
                  <a:lnTo>
                    <a:pt x="118" y="159"/>
                  </a:lnTo>
                  <a:lnTo>
                    <a:pt x="107" y="141"/>
                  </a:lnTo>
                  <a:lnTo>
                    <a:pt x="102" y="125"/>
                  </a:lnTo>
                  <a:lnTo>
                    <a:pt x="66" y="99"/>
                  </a:lnTo>
                  <a:lnTo>
                    <a:pt x="64" y="86"/>
                  </a:lnTo>
                  <a:lnTo>
                    <a:pt x="36" y="65"/>
                  </a:lnTo>
                  <a:lnTo>
                    <a:pt x="29" y="38"/>
                  </a:lnTo>
                  <a:lnTo>
                    <a:pt x="3" y="4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369" y="2226"/>
              <a:ext cx="590" cy="344"/>
            </a:xfrm>
            <a:custGeom>
              <a:avLst/>
              <a:gdLst>
                <a:gd name="T0" fmla="*/ 146 w 590"/>
                <a:gd name="T1" fmla="*/ 12 h 344"/>
                <a:gd name="T2" fmla="*/ 168 w 590"/>
                <a:gd name="T3" fmla="*/ 5 h 344"/>
                <a:gd name="T4" fmla="*/ 210 w 590"/>
                <a:gd name="T5" fmla="*/ 18 h 344"/>
                <a:gd name="T6" fmla="*/ 235 w 590"/>
                <a:gd name="T7" fmla="*/ 34 h 344"/>
                <a:gd name="T8" fmla="*/ 269 w 590"/>
                <a:gd name="T9" fmla="*/ 34 h 344"/>
                <a:gd name="T10" fmla="*/ 295 w 590"/>
                <a:gd name="T11" fmla="*/ 22 h 344"/>
                <a:gd name="T12" fmla="*/ 355 w 590"/>
                <a:gd name="T13" fmla="*/ 6 h 344"/>
                <a:gd name="T14" fmla="*/ 404 w 590"/>
                <a:gd name="T15" fmla="*/ 27 h 344"/>
                <a:gd name="T16" fmla="*/ 434 w 590"/>
                <a:gd name="T17" fmla="*/ 61 h 344"/>
                <a:gd name="T18" fmla="*/ 475 w 590"/>
                <a:gd name="T19" fmla="*/ 103 h 344"/>
                <a:gd name="T20" fmla="*/ 483 w 590"/>
                <a:gd name="T21" fmla="*/ 178 h 344"/>
                <a:gd name="T22" fmla="*/ 504 w 590"/>
                <a:gd name="T23" fmla="*/ 213 h 344"/>
                <a:gd name="T24" fmla="*/ 547 w 590"/>
                <a:gd name="T25" fmla="*/ 217 h 344"/>
                <a:gd name="T26" fmla="*/ 579 w 590"/>
                <a:gd name="T27" fmla="*/ 208 h 344"/>
                <a:gd name="T28" fmla="*/ 583 w 590"/>
                <a:gd name="T29" fmla="*/ 223 h 344"/>
                <a:gd name="T30" fmla="*/ 590 w 590"/>
                <a:gd name="T31" fmla="*/ 237 h 344"/>
                <a:gd name="T32" fmla="*/ 566 w 590"/>
                <a:gd name="T33" fmla="*/ 255 h 344"/>
                <a:gd name="T34" fmla="*/ 539 w 590"/>
                <a:gd name="T35" fmla="*/ 270 h 344"/>
                <a:gd name="T36" fmla="*/ 536 w 590"/>
                <a:gd name="T37" fmla="*/ 287 h 344"/>
                <a:gd name="T38" fmla="*/ 529 w 590"/>
                <a:gd name="T39" fmla="*/ 316 h 344"/>
                <a:gd name="T40" fmla="*/ 517 w 590"/>
                <a:gd name="T41" fmla="*/ 330 h 344"/>
                <a:gd name="T42" fmla="*/ 497 w 590"/>
                <a:gd name="T43" fmla="*/ 316 h 344"/>
                <a:gd name="T44" fmla="*/ 477 w 590"/>
                <a:gd name="T45" fmla="*/ 313 h 344"/>
                <a:gd name="T46" fmla="*/ 434 w 590"/>
                <a:gd name="T47" fmla="*/ 303 h 344"/>
                <a:gd name="T48" fmla="*/ 378 w 590"/>
                <a:gd name="T49" fmla="*/ 323 h 344"/>
                <a:gd name="T50" fmla="*/ 355 w 590"/>
                <a:gd name="T51" fmla="*/ 337 h 344"/>
                <a:gd name="T52" fmla="*/ 322 w 590"/>
                <a:gd name="T53" fmla="*/ 339 h 344"/>
                <a:gd name="T54" fmla="*/ 297 w 590"/>
                <a:gd name="T55" fmla="*/ 335 h 344"/>
                <a:gd name="T56" fmla="*/ 272 w 590"/>
                <a:gd name="T57" fmla="*/ 336 h 344"/>
                <a:gd name="T58" fmla="*/ 230 w 590"/>
                <a:gd name="T59" fmla="*/ 336 h 344"/>
                <a:gd name="T60" fmla="*/ 216 w 590"/>
                <a:gd name="T61" fmla="*/ 331 h 344"/>
                <a:gd name="T62" fmla="*/ 182 w 590"/>
                <a:gd name="T63" fmla="*/ 340 h 344"/>
                <a:gd name="T64" fmla="*/ 180 w 590"/>
                <a:gd name="T65" fmla="*/ 322 h 344"/>
                <a:gd name="T66" fmla="*/ 172 w 590"/>
                <a:gd name="T67" fmla="*/ 306 h 344"/>
                <a:gd name="T68" fmla="*/ 150 w 590"/>
                <a:gd name="T69" fmla="*/ 292 h 344"/>
                <a:gd name="T70" fmla="*/ 159 w 590"/>
                <a:gd name="T71" fmla="*/ 271 h 344"/>
                <a:gd name="T72" fmla="*/ 125 w 590"/>
                <a:gd name="T73" fmla="*/ 281 h 344"/>
                <a:gd name="T74" fmla="*/ 100 w 590"/>
                <a:gd name="T75" fmla="*/ 277 h 344"/>
                <a:gd name="T76" fmla="*/ 72 w 590"/>
                <a:gd name="T77" fmla="*/ 260 h 344"/>
                <a:gd name="T78" fmla="*/ 77 w 590"/>
                <a:gd name="T79" fmla="*/ 238 h 344"/>
                <a:gd name="T80" fmla="*/ 42 w 590"/>
                <a:gd name="T81" fmla="*/ 218 h 344"/>
                <a:gd name="T82" fmla="*/ 16 w 590"/>
                <a:gd name="T83" fmla="*/ 184 h 344"/>
                <a:gd name="T84" fmla="*/ 0 w 590"/>
                <a:gd name="T85" fmla="*/ 172 h 344"/>
                <a:gd name="T86" fmla="*/ 25 w 590"/>
                <a:gd name="T87" fmla="*/ 158 h 344"/>
                <a:gd name="T88" fmla="*/ 49 w 590"/>
                <a:gd name="T89" fmla="*/ 148 h 344"/>
                <a:gd name="T90" fmla="*/ 61 w 590"/>
                <a:gd name="T91" fmla="*/ 125 h 344"/>
                <a:gd name="T92" fmla="*/ 98 w 590"/>
                <a:gd name="T93" fmla="*/ 56 h 344"/>
                <a:gd name="T94" fmla="*/ 128 w 590"/>
                <a:gd name="T95" fmla="*/ 30 h 344"/>
                <a:gd name="T96" fmla="*/ 133 w 590"/>
                <a:gd name="T97" fmla="*/ 13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0" h="344">
                  <a:moveTo>
                    <a:pt x="133" y="13"/>
                  </a:moveTo>
                  <a:lnTo>
                    <a:pt x="146" y="12"/>
                  </a:lnTo>
                  <a:lnTo>
                    <a:pt x="155" y="5"/>
                  </a:lnTo>
                  <a:lnTo>
                    <a:pt x="168" y="5"/>
                  </a:lnTo>
                  <a:lnTo>
                    <a:pt x="192" y="17"/>
                  </a:lnTo>
                  <a:lnTo>
                    <a:pt x="210" y="18"/>
                  </a:lnTo>
                  <a:lnTo>
                    <a:pt x="228" y="25"/>
                  </a:lnTo>
                  <a:lnTo>
                    <a:pt x="235" y="34"/>
                  </a:lnTo>
                  <a:lnTo>
                    <a:pt x="249" y="40"/>
                  </a:lnTo>
                  <a:lnTo>
                    <a:pt x="269" y="34"/>
                  </a:lnTo>
                  <a:lnTo>
                    <a:pt x="284" y="33"/>
                  </a:lnTo>
                  <a:lnTo>
                    <a:pt x="295" y="22"/>
                  </a:lnTo>
                  <a:lnTo>
                    <a:pt x="339" y="15"/>
                  </a:lnTo>
                  <a:lnTo>
                    <a:pt x="355" y="6"/>
                  </a:lnTo>
                  <a:lnTo>
                    <a:pt x="397" y="0"/>
                  </a:lnTo>
                  <a:lnTo>
                    <a:pt x="404" y="27"/>
                  </a:lnTo>
                  <a:lnTo>
                    <a:pt x="432" y="48"/>
                  </a:lnTo>
                  <a:lnTo>
                    <a:pt x="434" y="61"/>
                  </a:lnTo>
                  <a:lnTo>
                    <a:pt x="470" y="87"/>
                  </a:lnTo>
                  <a:lnTo>
                    <a:pt x="475" y="103"/>
                  </a:lnTo>
                  <a:lnTo>
                    <a:pt x="486" y="121"/>
                  </a:lnTo>
                  <a:lnTo>
                    <a:pt x="483" y="178"/>
                  </a:lnTo>
                  <a:lnTo>
                    <a:pt x="492" y="195"/>
                  </a:lnTo>
                  <a:lnTo>
                    <a:pt x="504" y="213"/>
                  </a:lnTo>
                  <a:lnTo>
                    <a:pt x="523" y="217"/>
                  </a:lnTo>
                  <a:lnTo>
                    <a:pt x="547" y="217"/>
                  </a:lnTo>
                  <a:lnTo>
                    <a:pt x="558" y="210"/>
                  </a:lnTo>
                  <a:lnTo>
                    <a:pt x="579" y="208"/>
                  </a:lnTo>
                  <a:lnTo>
                    <a:pt x="590" y="217"/>
                  </a:lnTo>
                  <a:lnTo>
                    <a:pt x="583" y="223"/>
                  </a:lnTo>
                  <a:lnTo>
                    <a:pt x="590" y="228"/>
                  </a:lnTo>
                  <a:lnTo>
                    <a:pt x="590" y="237"/>
                  </a:lnTo>
                  <a:lnTo>
                    <a:pt x="580" y="253"/>
                  </a:lnTo>
                  <a:lnTo>
                    <a:pt x="566" y="255"/>
                  </a:lnTo>
                  <a:lnTo>
                    <a:pt x="543" y="257"/>
                  </a:lnTo>
                  <a:lnTo>
                    <a:pt x="539" y="270"/>
                  </a:lnTo>
                  <a:lnTo>
                    <a:pt x="530" y="278"/>
                  </a:lnTo>
                  <a:lnTo>
                    <a:pt x="536" y="287"/>
                  </a:lnTo>
                  <a:lnTo>
                    <a:pt x="535" y="304"/>
                  </a:lnTo>
                  <a:lnTo>
                    <a:pt x="529" y="316"/>
                  </a:lnTo>
                  <a:lnTo>
                    <a:pt x="532" y="330"/>
                  </a:lnTo>
                  <a:lnTo>
                    <a:pt x="517" y="330"/>
                  </a:lnTo>
                  <a:lnTo>
                    <a:pt x="514" y="324"/>
                  </a:lnTo>
                  <a:lnTo>
                    <a:pt x="497" y="316"/>
                  </a:lnTo>
                  <a:lnTo>
                    <a:pt x="484" y="320"/>
                  </a:lnTo>
                  <a:lnTo>
                    <a:pt x="477" y="313"/>
                  </a:lnTo>
                  <a:lnTo>
                    <a:pt x="455" y="305"/>
                  </a:lnTo>
                  <a:lnTo>
                    <a:pt x="434" y="303"/>
                  </a:lnTo>
                  <a:lnTo>
                    <a:pt x="417" y="306"/>
                  </a:lnTo>
                  <a:lnTo>
                    <a:pt x="378" y="323"/>
                  </a:lnTo>
                  <a:lnTo>
                    <a:pt x="372" y="332"/>
                  </a:lnTo>
                  <a:lnTo>
                    <a:pt x="355" y="337"/>
                  </a:lnTo>
                  <a:lnTo>
                    <a:pt x="347" y="342"/>
                  </a:lnTo>
                  <a:lnTo>
                    <a:pt x="322" y="339"/>
                  </a:lnTo>
                  <a:lnTo>
                    <a:pt x="310" y="339"/>
                  </a:lnTo>
                  <a:lnTo>
                    <a:pt x="297" y="335"/>
                  </a:lnTo>
                  <a:lnTo>
                    <a:pt x="285" y="339"/>
                  </a:lnTo>
                  <a:lnTo>
                    <a:pt x="272" y="336"/>
                  </a:lnTo>
                  <a:lnTo>
                    <a:pt x="254" y="344"/>
                  </a:lnTo>
                  <a:lnTo>
                    <a:pt x="230" y="336"/>
                  </a:lnTo>
                  <a:lnTo>
                    <a:pt x="223" y="338"/>
                  </a:lnTo>
                  <a:lnTo>
                    <a:pt x="216" y="331"/>
                  </a:lnTo>
                  <a:lnTo>
                    <a:pt x="199" y="330"/>
                  </a:lnTo>
                  <a:lnTo>
                    <a:pt x="182" y="340"/>
                  </a:lnTo>
                  <a:lnTo>
                    <a:pt x="175" y="329"/>
                  </a:lnTo>
                  <a:lnTo>
                    <a:pt x="180" y="322"/>
                  </a:lnTo>
                  <a:lnTo>
                    <a:pt x="181" y="313"/>
                  </a:lnTo>
                  <a:lnTo>
                    <a:pt x="172" y="306"/>
                  </a:lnTo>
                  <a:lnTo>
                    <a:pt x="154" y="304"/>
                  </a:lnTo>
                  <a:lnTo>
                    <a:pt x="150" y="292"/>
                  </a:lnTo>
                  <a:lnTo>
                    <a:pt x="148" y="283"/>
                  </a:lnTo>
                  <a:lnTo>
                    <a:pt x="159" y="271"/>
                  </a:lnTo>
                  <a:lnTo>
                    <a:pt x="135" y="267"/>
                  </a:lnTo>
                  <a:lnTo>
                    <a:pt x="125" y="281"/>
                  </a:lnTo>
                  <a:lnTo>
                    <a:pt x="114" y="272"/>
                  </a:lnTo>
                  <a:lnTo>
                    <a:pt x="100" y="277"/>
                  </a:lnTo>
                  <a:lnTo>
                    <a:pt x="94" y="267"/>
                  </a:lnTo>
                  <a:lnTo>
                    <a:pt x="72" y="260"/>
                  </a:lnTo>
                  <a:lnTo>
                    <a:pt x="69" y="254"/>
                  </a:lnTo>
                  <a:lnTo>
                    <a:pt x="77" y="238"/>
                  </a:lnTo>
                  <a:lnTo>
                    <a:pt x="60" y="227"/>
                  </a:lnTo>
                  <a:lnTo>
                    <a:pt x="42" y="218"/>
                  </a:lnTo>
                  <a:lnTo>
                    <a:pt x="38" y="207"/>
                  </a:lnTo>
                  <a:lnTo>
                    <a:pt x="16" y="184"/>
                  </a:lnTo>
                  <a:lnTo>
                    <a:pt x="12" y="176"/>
                  </a:lnTo>
                  <a:lnTo>
                    <a:pt x="0" y="172"/>
                  </a:lnTo>
                  <a:lnTo>
                    <a:pt x="13" y="161"/>
                  </a:lnTo>
                  <a:lnTo>
                    <a:pt x="25" y="158"/>
                  </a:lnTo>
                  <a:lnTo>
                    <a:pt x="31" y="147"/>
                  </a:lnTo>
                  <a:lnTo>
                    <a:pt x="49" y="148"/>
                  </a:lnTo>
                  <a:lnTo>
                    <a:pt x="61" y="137"/>
                  </a:lnTo>
                  <a:lnTo>
                    <a:pt x="61" y="125"/>
                  </a:lnTo>
                  <a:lnTo>
                    <a:pt x="84" y="94"/>
                  </a:lnTo>
                  <a:lnTo>
                    <a:pt x="98" y="56"/>
                  </a:lnTo>
                  <a:lnTo>
                    <a:pt x="112" y="33"/>
                  </a:lnTo>
                  <a:lnTo>
                    <a:pt x="128" y="30"/>
                  </a:lnTo>
                  <a:lnTo>
                    <a:pt x="135" y="17"/>
                  </a:lnTo>
                  <a:lnTo>
                    <a:pt x="133" y="1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119" y="2203"/>
              <a:ext cx="385" cy="229"/>
            </a:xfrm>
            <a:custGeom>
              <a:avLst/>
              <a:gdLst>
                <a:gd name="T0" fmla="*/ 250 w 385"/>
                <a:gd name="T1" fmla="*/ 195 h 229"/>
                <a:gd name="T2" fmla="*/ 263 w 385"/>
                <a:gd name="T3" fmla="*/ 184 h 229"/>
                <a:gd name="T4" fmla="*/ 275 w 385"/>
                <a:gd name="T5" fmla="*/ 181 h 229"/>
                <a:gd name="T6" fmla="*/ 281 w 385"/>
                <a:gd name="T7" fmla="*/ 170 h 229"/>
                <a:gd name="T8" fmla="*/ 299 w 385"/>
                <a:gd name="T9" fmla="*/ 171 h 229"/>
                <a:gd name="T10" fmla="*/ 311 w 385"/>
                <a:gd name="T11" fmla="*/ 160 h 229"/>
                <a:gd name="T12" fmla="*/ 311 w 385"/>
                <a:gd name="T13" fmla="*/ 148 h 229"/>
                <a:gd name="T14" fmla="*/ 334 w 385"/>
                <a:gd name="T15" fmla="*/ 117 h 229"/>
                <a:gd name="T16" fmla="*/ 348 w 385"/>
                <a:gd name="T17" fmla="*/ 79 h 229"/>
                <a:gd name="T18" fmla="*/ 362 w 385"/>
                <a:gd name="T19" fmla="*/ 56 h 229"/>
                <a:gd name="T20" fmla="*/ 378 w 385"/>
                <a:gd name="T21" fmla="*/ 53 h 229"/>
                <a:gd name="T22" fmla="*/ 385 w 385"/>
                <a:gd name="T23" fmla="*/ 40 h 229"/>
                <a:gd name="T24" fmla="*/ 379 w 385"/>
                <a:gd name="T25" fmla="*/ 24 h 229"/>
                <a:gd name="T26" fmla="*/ 362 w 385"/>
                <a:gd name="T27" fmla="*/ 14 h 229"/>
                <a:gd name="T28" fmla="*/ 345 w 385"/>
                <a:gd name="T29" fmla="*/ 0 h 229"/>
                <a:gd name="T30" fmla="*/ 330 w 385"/>
                <a:gd name="T31" fmla="*/ 9 h 229"/>
                <a:gd name="T32" fmla="*/ 310 w 385"/>
                <a:gd name="T33" fmla="*/ 5 h 229"/>
                <a:gd name="T34" fmla="*/ 283 w 385"/>
                <a:gd name="T35" fmla="*/ 7 h 229"/>
                <a:gd name="T36" fmla="*/ 267 w 385"/>
                <a:gd name="T37" fmla="*/ 3 h 229"/>
                <a:gd name="T38" fmla="*/ 246 w 385"/>
                <a:gd name="T39" fmla="*/ 4 h 229"/>
                <a:gd name="T40" fmla="*/ 234 w 385"/>
                <a:gd name="T41" fmla="*/ 21 h 229"/>
                <a:gd name="T42" fmla="*/ 222 w 385"/>
                <a:gd name="T43" fmla="*/ 30 h 229"/>
                <a:gd name="T44" fmla="*/ 220 w 385"/>
                <a:gd name="T45" fmla="*/ 41 h 229"/>
                <a:gd name="T46" fmla="*/ 201 w 385"/>
                <a:gd name="T47" fmla="*/ 23 h 229"/>
                <a:gd name="T48" fmla="*/ 180 w 385"/>
                <a:gd name="T49" fmla="*/ 40 h 229"/>
                <a:gd name="T50" fmla="*/ 161 w 385"/>
                <a:gd name="T51" fmla="*/ 46 h 229"/>
                <a:gd name="T52" fmla="*/ 159 w 385"/>
                <a:gd name="T53" fmla="*/ 56 h 229"/>
                <a:gd name="T54" fmla="*/ 123 w 385"/>
                <a:gd name="T55" fmla="*/ 59 h 229"/>
                <a:gd name="T56" fmla="*/ 101 w 385"/>
                <a:gd name="T57" fmla="*/ 67 h 229"/>
                <a:gd name="T58" fmla="*/ 77 w 385"/>
                <a:gd name="T59" fmla="*/ 63 h 229"/>
                <a:gd name="T60" fmla="*/ 33 w 385"/>
                <a:gd name="T61" fmla="*/ 40 h 229"/>
                <a:gd name="T62" fmla="*/ 34 w 385"/>
                <a:gd name="T63" fmla="*/ 48 h 229"/>
                <a:gd name="T64" fmla="*/ 36 w 385"/>
                <a:gd name="T65" fmla="*/ 59 h 229"/>
                <a:gd name="T66" fmla="*/ 34 w 385"/>
                <a:gd name="T67" fmla="*/ 72 h 229"/>
                <a:gd name="T68" fmla="*/ 4 w 385"/>
                <a:gd name="T69" fmla="*/ 72 h 229"/>
                <a:gd name="T70" fmla="*/ 1 w 385"/>
                <a:gd name="T71" fmla="*/ 77 h 229"/>
                <a:gd name="T72" fmla="*/ 14 w 385"/>
                <a:gd name="T73" fmla="*/ 90 h 229"/>
                <a:gd name="T74" fmla="*/ 8 w 385"/>
                <a:gd name="T75" fmla="*/ 104 h 229"/>
                <a:gd name="T76" fmla="*/ 6 w 385"/>
                <a:gd name="T77" fmla="*/ 116 h 229"/>
                <a:gd name="T78" fmla="*/ 14 w 385"/>
                <a:gd name="T79" fmla="*/ 126 h 229"/>
                <a:gd name="T80" fmla="*/ 3 w 385"/>
                <a:gd name="T81" fmla="*/ 138 h 229"/>
                <a:gd name="T82" fmla="*/ 0 w 385"/>
                <a:gd name="T83" fmla="*/ 139 h 229"/>
                <a:gd name="T84" fmla="*/ 17 w 385"/>
                <a:gd name="T85" fmla="*/ 157 h 229"/>
                <a:gd name="T86" fmla="*/ 20 w 385"/>
                <a:gd name="T87" fmla="*/ 177 h 229"/>
                <a:gd name="T88" fmla="*/ 32 w 385"/>
                <a:gd name="T89" fmla="*/ 180 h 229"/>
                <a:gd name="T90" fmla="*/ 59 w 385"/>
                <a:gd name="T91" fmla="*/ 203 h 229"/>
                <a:gd name="T92" fmla="*/ 73 w 385"/>
                <a:gd name="T93" fmla="*/ 208 h 229"/>
                <a:gd name="T94" fmla="*/ 84 w 385"/>
                <a:gd name="T95" fmla="*/ 215 h 229"/>
                <a:gd name="T96" fmla="*/ 119 w 385"/>
                <a:gd name="T97" fmla="*/ 221 h 229"/>
                <a:gd name="T98" fmla="*/ 143 w 385"/>
                <a:gd name="T99" fmla="*/ 229 h 229"/>
                <a:gd name="T100" fmla="*/ 153 w 385"/>
                <a:gd name="T101" fmla="*/ 216 h 229"/>
                <a:gd name="T102" fmla="*/ 161 w 385"/>
                <a:gd name="T103" fmla="*/ 220 h 229"/>
                <a:gd name="T104" fmla="*/ 170 w 385"/>
                <a:gd name="T105" fmla="*/ 210 h 229"/>
                <a:gd name="T106" fmla="*/ 186 w 385"/>
                <a:gd name="T107" fmla="*/ 203 h 229"/>
                <a:gd name="T108" fmla="*/ 196 w 385"/>
                <a:gd name="T109" fmla="*/ 204 h 229"/>
                <a:gd name="T110" fmla="*/ 200 w 385"/>
                <a:gd name="T111" fmla="*/ 199 h 229"/>
                <a:gd name="T112" fmla="*/ 216 w 385"/>
                <a:gd name="T113" fmla="*/ 187 h 229"/>
                <a:gd name="T114" fmla="*/ 227 w 385"/>
                <a:gd name="T115" fmla="*/ 190 h 229"/>
                <a:gd name="T116" fmla="*/ 241 w 385"/>
                <a:gd name="T117" fmla="*/ 192 h 229"/>
                <a:gd name="T118" fmla="*/ 250 w 385"/>
                <a:gd name="T119" fmla="*/ 19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5" h="229">
                  <a:moveTo>
                    <a:pt x="250" y="195"/>
                  </a:moveTo>
                  <a:lnTo>
                    <a:pt x="263" y="184"/>
                  </a:lnTo>
                  <a:lnTo>
                    <a:pt x="275" y="181"/>
                  </a:lnTo>
                  <a:lnTo>
                    <a:pt x="281" y="170"/>
                  </a:lnTo>
                  <a:lnTo>
                    <a:pt x="299" y="171"/>
                  </a:lnTo>
                  <a:lnTo>
                    <a:pt x="311" y="160"/>
                  </a:lnTo>
                  <a:lnTo>
                    <a:pt x="311" y="148"/>
                  </a:lnTo>
                  <a:lnTo>
                    <a:pt x="334" y="117"/>
                  </a:lnTo>
                  <a:lnTo>
                    <a:pt x="348" y="79"/>
                  </a:lnTo>
                  <a:lnTo>
                    <a:pt x="362" y="56"/>
                  </a:lnTo>
                  <a:lnTo>
                    <a:pt x="378" y="53"/>
                  </a:lnTo>
                  <a:lnTo>
                    <a:pt x="385" y="40"/>
                  </a:lnTo>
                  <a:lnTo>
                    <a:pt x="379" y="24"/>
                  </a:lnTo>
                  <a:lnTo>
                    <a:pt x="362" y="14"/>
                  </a:lnTo>
                  <a:lnTo>
                    <a:pt x="345" y="0"/>
                  </a:lnTo>
                  <a:lnTo>
                    <a:pt x="330" y="9"/>
                  </a:lnTo>
                  <a:lnTo>
                    <a:pt x="310" y="5"/>
                  </a:lnTo>
                  <a:lnTo>
                    <a:pt x="283" y="7"/>
                  </a:lnTo>
                  <a:lnTo>
                    <a:pt x="267" y="3"/>
                  </a:lnTo>
                  <a:lnTo>
                    <a:pt x="246" y="4"/>
                  </a:lnTo>
                  <a:lnTo>
                    <a:pt x="234" y="21"/>
                  </a:lnTo>
                  <a:lnTo>
                    <a:pt x="222" y="30"/>
                  </a:lnTo>
                  <a:lnTo>
                    <a:pt x="220" y="41"/>
                  </a:lnTo>
                  <a:lnTo>
                    <a:pt x="201" y="23"/>
                  </a:lnTo>
                  <a:lnTo>
                    <a:pt x="180" y="40"/>
                  </a:lnTo>
                  <a:lnTo>
                    <a:pt x="161" y="46"/>
                  </a:lnTo>
                  <a:lnTo>
                    <a:pt x="159" y="56"/>
                  </a:lnTo>
                  <a:lnTo>
                    <a:pt x="123" y="59"/>
                  </a:lnTo>
                  <a:lnTo>
                    <a:pt x="101" y="67"/>
                  </a:lnTo>
                  <a:lnTo>
                    <a:pt x="77" y="63"/>
                  </a:lnTo>
                  <a:lnTo>
                    <a:pt x="33" y="40"/>
                  </a:lnTo>
                  <a:lnTo>
                    <a:pt x="34" y="48"/>
                  </a:lnTo>
                  <a:lnTo>
                    <a:pt x="36" y="59"/>
                  </a:lnTo>
                  <a:lnTo>
                    <a:pt x="34" y="72"/>
                  </a:lnTo>
                  <a:lnTo>
                    <a:pt x="4" y="72"/>
                  </a:lnTo>
                  <a:lnTo>
                    <a:pt x="1" y="77"/>
                  </a:lnTo>
                  <a:lnTo>
                    <a:pt x="14" y="90"/>
                  </a:lnTo>
                  <a:lnTo>
                    <a:pt x="8" y="104"/>
                  </a:lnTo>
                  <a:lnTo>
                    <a:pt x="6" y="116"/>
                  </a:lnTo>
                  <a:lnTo>
                    <a:pt x="14" y="126"/>
                  </a:lnTo>
                  <a:lnTo>
                    <a:pt x="3" y="138"/>
                  </a:lnTo>
                  <a:lnTo>
                    <a:pt x="0" y="139"/>
                  </a:lnTo>
                  <a:lnTo>
                    <a:pt x="17" y="157"/>
                  </a:lnTo>
                  <a:lnTo>
                    <a:pt x="20" y="177"/>
                  </a:lnTo>
                  <a:lnTo>
                    <a:pt x="32" y="180"/>
                  </a:lnTo>
                  <a:lnTo>
                    <a:pt x="59" y="203"/>
                  </a:lnTo>
                  <a:lnTo>
                    <a:pt x="73" y="208"/>
                  </a:lnTo>
                  <a:lnTo>
                    <a:pt x="84" y="215"/>
                  </a:lnTo>
                  <a:lnTo>
                    <a:pt x="119" y="221"/>
                  </a:lnTo>
                  <a:lnTo>
                    <a:pt x="143" y="229"/>
                  </a:lnTo>
                  <a:lnTo>
                    <a:pt x="153" y="216"/>
                  </a:lnTo>
                  <a:lnTo>
                    <a:pt x="161" y="220"/>
                  </a:lnTo>
                  <a:lnTo>
                    <a:pt x="170" y="210"/>
                  </a:lnTo>
                  <a:lnTo>
                    <a:pt x="186" y="203"/>
                  </a:lnTo>
                  <a:lnTo>
                    <a:pt x="196" y="204"/>
                  </a:lnTo>
                  <a:lnTo>
                    <a:pt x="200" y="199"/>
                  </a:lnTo>
                  <a:lnTo>
                    <a:pt x="216" y="187"/>
                  </a:lnTo>
                  <a:lnTo>
                    <a:pt x="227" y="190"/>
                  </a:lnTo>
                  <a:lnTo>
                    <a:pt x="241" y="192"/>
                  </a:lnTo>
                  <a:lnTo>
                    <a:pt x="250" y="19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3148" y="2138"/>
              <a:ext cx="336" cy="132"/>
            </a:xfrm>
            <a:custGeom>
              <a:avLst/>
              <a:gdLst>
                <a:gd name="T0" fmla="*/ 4 w 336"/>
                <a:gd name="T1" fmla="*/ 105 h 132"/>
                <a:gd name="T2" fmla="*/ 48 w 336"/>
                <a:gd name="T3" fmla="*/ 128 h 132"/>
                <a:gd name="T4" fmla="*/ 72 w 336"/>
                <a:gd name="T5" fmla="*/ 132 h 132"/>
                <a:gd name="T6" fmla="*/ 94 w 336"/>
                <a:gd name="T7" fmla="*/ 124 h 132"/>
                <a:gd name="T8" fmla="*/ 130 w 336"/>
                <a:gd name="T9" fmla="*/ 121 h 132"/>
                <a:gd name="T10" fmla="*/ 132 w 336"/>
                <a:gd name="T11" fmla="*/ 111 h 132"/>
                <a:gd name="T12" fmla="*/ 151 w 336"/>
                <a:gd name="T13" fmla="*/ 105 h 132"/>
                <a:gd name="T14" fmla="*/ 172 w 336"/>
                <a:gd name="T15" fmla="*/ 88 h 132"/>
                <a:gd name="T16" fmla="*/ 191 w 336"/>
                <a:gd name="T17" fmla="*/ 106 h 132"/>
                <a:gd name="T18" fmla="*/ 193 w 336"/>
                <a:gd name="T19" fmla="*/ 95 h 132"/>
                <a:gd name="T20" fmla="*/ 205 w 336"/>
                <a:gd name="T21" fmla="*/ 86 h 132"/>
                <a:gd name="T22" fmla="*/ 217 w 336"/>
                <a:gd name="T23" fmla="*/ 69 h 132"/>
                <a:gd name="T24" fmla="*/ 238 w 336"/>
                <a:gd name="T25" fmla="*/ 68 h 132"/>
                <a:gd name="T26" fmla="*/ 254 w 336"/>
                <a:gd name="T27" fmla="*/ 72 h 132"/>
                <a:gd name="T28" fmla="*/ 281 w 336"/>
                <a:gd name="T29" fmla="*/ 70 h 132"/>
                <a:gd name="T30" fmla="*/ 301 w 336"/>
                <a:gd name="T31" fmla="*/ 74 h 132"/>
                <a:gd name="T32" fmla="*/ 319 w 336"/>
                <a:gd name="T33" fmla="*/ 64 h 132"/>
                <a:gd name="T34" fmla="*/ 322 w 336"/>
                <a:gd name="T35" fmla="*/ 44 h 132"/>
                <a:gd name="T36" fmla="*/ 336 w 336"/>
                <a:gd name="T37" fmla="*/ 17 h 132"/>
                <a:gd name="T38" fmla="*/ 335 w 336"/>
                <a:gd name="T39" fmla="*/ 16 h 132"/>
                <a:gd name="T40" fmla="*/ 306 w 336"/>
                <a:gd name="T41" fmla="*/ 1 h 132"/>
                <a:gd name="T42" fmla="*/ 282 w 336"/>
                <a:gd name="T43" fmla="*/ 0 h 132"/>
                <a:gd name="T44" fmla="*/ 273 w 336"/>
                <a:gd name="T45" fmla="*/ 4 h 132"/>
                <a:gd name="T46" fmla="*/ 263 w 336"/>
                <a:gd name="T47" fmla="*/ 0 h 132"/>
                <a:gd name="T48" fmla="*/ 252 w 336"/>
                <a:gd name="T49" fmla="*/ 1 h 132"/>
                <a:gd name="T50" fmla="*/ 243 w 336"/>
                <a:gd name="T51" fmla="*/ 9 h 132"/>
                <a:gd name="T52" fmla="*/ 234 w 336"/>
                <a:gd name="T53" fmla="*/ 3 h 132"/>
                <a:gd name="T54" fmla="*/ 218 w 336"/>
                <a:gd name="T55" fmla="*/ 3 h 132"/>
                <a:gd name="T56" fmla="*/ 208 w 336"/>
                <a:gd name="T57" fmla="*/ 2 h 132"/>
                <a:gd name="T58" fmla="*/ 197 w 336"/>
                <a:gd name="T59" fmla="*/ 5 h 132"/>
                <a:gd name="T60" fmla="*/ 189 w 336"/>
                <a:gd name="T61" fmla="*/ 16 h 132"/>
                <a:gd name="T62" fmla="*/ 176 w 336"/>
                <a:gd name="T63" fmla="*/ 17 h 132"/>
                <a:gd name="T64" fmla="*/ 173 w 336"/>
                <a:gd name="T65" fmla="*/ 15 h 132"/>
                <a:gd name="T66" fmla="*/ 173 w 336"/>
                <a:gd name="T67" fmla="*/ 16 h 132"/>
                <a:gd name="T68" fmla="*/ 143 w 336"/>
                <a:gd name="T69" fmla="*/ 13 h 132"/>
                <a:gd name="T70" fmla="*/ 128 w 336"/>
                <a:gd name="T71" fmla="*/ 25 h 132"/>
                <a:gd name="T72" fmla="*/ 111 w 336"/>
                <a:gd name="T73" fmla="*/ 26 h 132"/>
                <a:gd name="T74" fmla="*/ 93 w 336"/>
                <a:gd name="T75" fmla="*/ 44 h 132"/>
                <a:gd name="T76" fmla="*/ 68 w 336"/>
                <a:gd name="T77" fmla="*/ 47 h 132"/>
                <a:gd name="T78" fmla="*/ 42 w 336"/>
                <a:gd name="T79" fmla="*/ 54 h 132"/>
                <a:gd name="T80" fmla="*/ 36 w 336"/>
                <a:gd name="T81" fmla="*/ 50 h 132"/>
                <a:gd name="T82" fmla="*/ 21 w 336"/>
                <a:gd name="T83" fmla="*/ 51 h 132"/>
                <a:gd name="T84" fmla="*/ 5 w 336"/>
                <a:gd name="T85" fmla="*/ 60 h 132"/>
                <a:gd name="T86" fmla="*/ 1 w 336"/>
                <a:gd name="T87" fmla="*/ 59 h 132"/>
                <a:gd name="T88" fmla="*/ 0 w 336"/>
                <a:gd name="T89" fmla="*/ 79 h 132"/>
                <a:gd name="T90" fmla="*/ 4 w 336"/>
                <a:gd name="T91" fmla="*/ 10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36" h="132">
                  <a:moveTo>
                    <a:pt x="4" y="105"/>
                  </a:moveTo>
                  <a:lnTo>
                    <a:pt x="48" y="128"/>
                  </a:lnTo>
                  <a:lnTo>
                    <a:pt x="72" y="132"/>
                  </a:lnTo>
                  <a:lnTo>
                    <a:pt x="94" y="124"/>
                  </a:lnTo>
                  <a:lnTo>
                    <a:pt x="130" y="121"/>
                  </a:lnTo>
                  <a:lnTo>
                    <a:pt x="132" y="111"/>
                  </a:lnTo>
                  <a:lnTo>
                    <a:pt x="151" y="105"/>
                  </a:lnTo>
                  <a:lnTo>
                    <a:pt x="172" y="88"/>
                  </a:lnTo>
                  <a:lnTo>
                    <a:pt x="191" y="106"/>
                  </a:lnTo>
                  <a:lnTo>
                    <a:pt x="193" y="95"/>
                  </a:lnTo>
                  <a:lnTo>
                    <a:pt x="205" y="86"/>
                  </a:lnTo>
                  <a:lnTo>
                    <a:pt x="217" y="69"/>
                  </a:lnTo>
                  <a:lnTo>
                    <a:pt x="238" y="68"/>
                  </a:lnTo>
                  <a:lnTo>
                    <a:pt x="254" y="72"/>
                  </a:lnTo>
                  <a:lnTo>
                    <a:pt x="281" y="70"/>
                  </a:lnTo>
                  <a:lnTo>
                    <a:pt x="301" y="74"/>
                  </a:lnTo>
                  <a:lnTo>
                    <a:pt x="319" y="64"/>
                  </a:lnTo>
                  <a:lnTo>
                    <a:pt x="322" y="44"/>
                  </a:lnTo>
                  <a:lnTo>
                    <a:pt x="336" y="17"/>
                  </a:lnTo>
                  <a:lnTo>
                    <a:pt x="335" y="16"/>
                  </a:lnTo>
                  <a:lnTo>
                    <a:pt x="306" y="1"/>
                  </a:lnTo>
                  <a:lnTo>
                    <a:pt x="282" y="0"/>
                  </a:lnTo>
                  <a:lnTo>
                    <a:pt x="273" y="4"/>
                  </a:lnTo>
                  <a:lnTo>
                    <a:pt x="263" y="0"/>
                  </a:lnTo>
                  <a:lnTo>
                    <a:pt x="252" y="1"/>
                  </a:lnTo>
                  <a:lnTo>
                    <a:pt x="243" y="9"/>
                  </a:lnTo>
                  <a:lnTo>
                    <a:pt x="234" y="3"/>
                  </a:lnTo>
                  <a:lnTo>
                    <a:pt x="218" y="3"/>
                  </a:lnTo>
                  <a:lnTo>
                    <a:pt x="208" y="2"/>
                  </a:lnTo>
                  <a:lnTo>
                    <a:pt x="197" y="5"/>
                  </a:lnTo>
                  <a:lnTo>
                    <a:pt x="189" y="16"/>
                  </a:lnTo>
                  <a:lnTo>
                    <a:pt x="176" y="17"/>
                  </a:lnTo>
                  <a:lnTo>
                    <a:pt x="173" y="15"/>
                  </a:lnTo>
                  <a:lnTo>
                    <a:pt x="173" y="16"/>
                  </a:lnTo>
                  <a:lnTo>
                    <a:pt x="143" y="13"/>
                  </a:lnTo>
                  <a:lnTo>
                    <a:pt x="128" y="25"/>
                  </a:lnTo>
                  <a:lnTo>
                    <a:pt x="111" y="26"/>
                  </a:lnTo>
                  <a:lnTo>
                    <a:pt x="93" y="44"/>
                  </a:lnTo>
                  <a:lnTo>
                    <a:pt x="68" y="47"/>
                  </a:lnTo>
                  <a:lnTo>
                    <a:pt x="42" y="54"/>
                  </a:lnTo>
                  <a:lnTo>
                    <a:pt x="36" y="50"/>
                  </a:lnTo>
                  <a:lnTo>
                    <a:pt x="21" y="51"/>
                  </a:lnTo>
                  <a:lnTo>
                    <a:pt x="5" y="60"/>
                  </a:lnTo>
                  <a:lnTo>
                    <a:pt x="1" y="59"/>
                  </a:lnTo>
                  <a:lnTo>
                    <a:pt x="0" y="79"/>
                  </a:lnTo>
                  <a:lnTo>
                    <a:pt x="4" y="10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516" y="2529"/>
              <a:ext cx="386" cy="224"/>
            </a:xfrm>
            <a:custGeom>
              <a:avLst/>
              <a:gdLst>
                <a:gd name="T0" fmla="*/ 25 w 386"/>
                <a:gd name="T1" fmla="*/ 3 h 224"/>
                <a:gd name="T2" fmla="*/ 33 w 386"/>
                <a:gd name="T3" fmla="*/ 19 h 224"/>
                <a:gd name="T4" fmla="*/ 35 w 386"/>
                <a:gd name="T5" fmla="*/ 37 h 224"/>
                <a:gd name="T6" fmla="*/ 69 w 386"/>
                <a:gd name="T7" fmla="*/ 28 h 224"/>
                <a:gd name="T8" fmla="*/ 83 w 386"/>
                <a:gd name="T9" fmla="*/ 33 h 224"/>
                <a:gd name="T10" fmla="*/ 125 w 386"/>
                <a:gd name="T11" fmla="*/ 33 h 224"/>
                <a:gd name="T12" fmla="*/ 150 w 386"/>
                <a:gd name="T13" fmla="*/ 32 h 224"/>
                <a:gd name="T14" fmla="*/ 175 w 386"/>
                <a:gd name="T15" fmla="*/ 36 h 224"/>
                <a:gd name="T16" fmla="*/ 208 w 386"/>
                <a:gd name="T17" fmla="*/ 34 h 224"/>
                <a:gd name="T18" fmla="*/ 231 w 386"/>
                <a:gd name="T19" fmla="*/ 20 h 224"/>
                <a:gd name="T20" fmla="*/ 287 w 386"/>
                <a:gd name="T21" fmla="*/ 0 h 224"/>
                <a:gd name="T22" fmla="*/ 330 w 386"/>
                <a:gd name="T23" fmla="*/ 10 h 224"/>
                <a:gd name="T24" fmla="*/ 350 w 386"/>
                <a:gd name="T25" fmla="*/ 13 h 224"/>
                <a:gd name="T26" fmla="*/ 370 w 386"/>
                <a:gd name="T27" fmla="*/ 27 h 224"/>
                <a:gd name="T28" fmla="*/ 386 w 386"/>
                <a:gd name="T29" fmla="*/ 30 h 224"/>
                <a:gd name="T30" fmla="*/ 376 w 386"/>
                <a:gd name="T31" fmla="*/ 61 h 224"/>
                <a:gd name="T32" fmla="*/ 345 w 386"/>
                <a:gd name="T33" fmla="*/ 74 h 224"/>
                <a:gd name="T34" fmla="*/ 344 w 386"/>
                <a:gd name="T35" fmla="*/ 113 h 224"/>
                <a:gd name="T36" fmla="*/ 327 w 386"/>
                <a:gd name="T37" fmla="*/ 133 h 224"/>
                <a:gd name="T38" fmla="*/ 352 w 386"/>
                <a:gd name="T39" fmla="*/ 151 h 224"/>
                <a:gd name="T40" fmla="*/ 362 w 386"/>
                <a:gd name="T41" fmla="*/ 167 h 224"/>
                <a:gd name="T42" fmla="*/ 337 w 386"/>
                <a:gd name="T43" fmla="*/ 170 h 224"/>
                <a:gd name="T44" fmla="*/ 300 w 386"/>
                <a:gd name="T45" fmla="*/ 157 h 224"/>
                <a:gd name="T46" fmla="*/ 282 w 386"/>
                <a:gd name="T47" fmla="*/ 166 h 224"/>
                <a:gd name="T48" fmla="*/ 271 w 386"/>
                <a:gd name="T49" fmla="*/ 177 h 224"/>
                <a:gd name="T50" fmla="*/ 247 w 386"/>
                <a:gd name="T51" fmla="*/ 189 h 224"/>
                <a:gd name="T52" fmla="*/ 251 w 386"/>
                <a:gd name="T53" fmla="*/ 212 h 224"/>
                <a:gd name="T54" fmla="*/ 214 w 386"/>
                <a:gd name="T55" fmla="*/ 217 h 224"/>
                <a:gd name="T56" fmla="*/ 189 w 386"/>
                <a:gd name="T57" fmla="*/ 217 h 224"/>
                <a:gd name="T58" fmla="*/ 168 w 386"/>
                <a:gd name="T59" fmla="*/ 224 h 224"/>
                <a:gd name="T60" fmla="*/ 153 w 386"/>
                <a:gd name="T61" fmla="*/ 212 h 224"/>
                <a:gd name="T62" fmla="*/ 120 w 386"/>
                <a:gd name="T63" fmla="*/ 210 h 224"/>
                <a:gd name="T64" fmla="*/ 91 w 386"/>
                <a:gd name="T65" fmla="*/ 224 h 224"/>
                <a:gd name="T66" fmla="*/ 62 w 386"/>
                <a:gd name="T67" fmla="*/ 221 h 224"/>
                <a:gd name="T68" fmla="*/ 59 w 386"/>
                <a:gd name="T69" fmla="*/ 209 h 224"/>
                <a:gd name="T70" fmla="*/ 39 w 386"/>
                <a:gd name="T71" fmla="*/ 166 h 224"/>
                <a:gd name="T72" fmla="*/ 13 w 386"/>
                <a:gd name="T73" fmla="*/ 147 h 224"/>
                <a:gd name="T74" fmla="*/ 9 w 386"/>
                <a:gd name="T75" fmla="*/ 124 h 224"/>
                <a:gd name="T76" fmla="*/ 31 w 386"/>
                <a:gd name="T77" fmla="*/ 94 h 224"/>
                <a:gd name="T78" fmla="*/ 26 w 386"/>
                <a:gd name="T79" fmla="*/ 66 h 224"/>
                <a:gd name="T80" fmla="*/ 0 w 386"/>
                <a:gd name="T81" fmla="*/ 23 h 224"/>
                <a:gd name="T82" fmla="*/ 7 w 386"/>
                <a:gd name="T83" fmla="*/ 1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6" h="224">
                  <a:moveTo>
                    <a:pt x="7" y="1"/>
                  </a:moveTo>
                  <a:lnTo>
                    <a:pt x="25" y="3"/>
                  </a:lnTo>
                  <a:lnTo>
                    <a:pt x="34" y="10"/>
                  </a:lnTo>
                  <a:lnTo>
                    <a:pt x="33" y="19"/>
                  </a:lnTo>
                  <a:lnTo>
                    <a:pt x="28" y="26"/>
                  </a:lnTo>
                  <a:lnTo>
                    <a:pt x="35" y="37"/>
                  </a:lnTo>
                  <a:lnTo>
                    <a:pt x="52" y="27"/>
                  </a:lnTo>
                  <a:lnTo>
                    <a:pt x="69" y="28"/>
                  </a:lnTo>
                  <a:lnTo>
                    <a:pt x="76" y="35"/>
                  </a:lnTo>
                  <a:lnTo>
                    <a:pt x="83" y="33"/>
                  </a:lnTo>
                  <a:lnTo>
                    <a:pt x="107" y="41"/>
                  </a:lnTo>
                  <a:lnTo>
                    <a:pt x="125" y="33"/>
                  </a:lnTo>
                  <a:lnTo>
                    <a:pt x="138" y="36"/>
                  </a:lnTo>
                  <a:lnTo>
                    <a:pt x="150" y="32"/>
                  </a:lnTo>
                  <a:lnTo>
                    <a:pt x="163" y="36"/>
                  </a:lnTo>
                  <a:lnTo>
                    <a:pt x="175" y="36"/>
                  </a:lnTo>
                  <a:lnTo>
                    <a:pt x="200" y="39"/>
                  </a:lnTo>
                  <a:lnTo>
                    <a:pt x="208" y="34"/>
                  </a:lnTo>
                  <a:lnTo>
                    <a:pt x="225" y="29"/>
                  </a:lnTo>
                  <a:lnTo>
                    <a:pt x="231" y="20"/>
                  </a:lnTo>
                  <a:lnTo>
                    <a:pt x="270" y="3"/>
                  </a:lnTo>
                  <a:lnTo>
                    <a:pt x="287" y="0"/>
                  </a:lnTo>
                  <a:lnTo>
                    <a:pt x="308" y="2"/>
                  </a:lnTo>
                  <a:lnTo>
                    <a:pt x="330" y="10"/>
                  </a:lnTo>
                  <a:lnTo>
                    <a:pt x="337" y="17"/>
                  </a:lnTo>
                  <a:lnTo>
                    <a:pt x="350" y="13"/>
                  </a:lnTo>
                  <a:lnTo>
                    <a:pt x="367" y="21"/>
                  </a:lnTo>
                  <a:lnTo>
                    <a:pt x="370" y="27"/>
                  </a:lnTo>
                  <a:lnTo>
                    <a:pt x="385" y="27"/>
                  </a:lnTo>
                  <a:lnTo>
                    <a:pt x="386" y="30"/>
                  </a:lnTo>
                  <a:lnTo>
                    <a:pt x="384" y="54"/>
                  </a:lnTo>
                  <a:lnTo>
                    <a:pt x="376" y="61"/>
                  </a:lnTo>
                  <a:lnTo>
                    <a:pt x="364" y="60"/>
                  </a:lnTo>
                  <a:lnTo>
                    <a:pt x="345" y="74"/>
                  </a:lnTo>
                  <a:lnTo>
                    <a:pt x="348" y="101"/>
                  </a:lnTo>
                  <a:lnTo>
                    <a:pt x="344" y="113"/>
                  </a:lnTo>
                  <a:lnTo>
                    <a:pt x="325" y="126"/>
                  </a:lnTo>
                  <a:lnTo>
                    <a:pt x="327" y="133"/>
                  </a:lnTo>
                  <a:lnTo>
                    <a:pt x="339" y="134"/>
                  </a:lnTo>
                  <a:lnTo>
                    <a:pt x="352" y="151"/>
                  </a:lnTo>
                  <a:lnTo>
                    <a:pt x="362" y="166"/>
                  </a:lnTo>
                  <a:lnTo>
                    <a:pt x="362" y="167"/>
                  </a:lnTo>
                  <a:lnTo>
                    <a:pt x="347" y="163"/>
                  </a:lnTo>
                  <a:lnTo>
                    <a:pt x="337" y="170"/>
                  </a:lnTo>
                  <a:lnTo>
                    <a:pt x="319" y="157"/>
                  </a:lnTo>
                  <a:lnTo>
                    <a:pt x="300" y="157"/>
                  </a:lnTo>
                  <a:lnTo>
                    <a:pt x="292" y="165"/>
                  </a:lnTo>
                  <a:lnTo>
                    <a:pt x="282" y="166"/>
                  </a:lnTo>
                  <a:lnTo>
                    <a:pt x="271" y="177"/>
                  </a:lnTo>
                  <a:lnTo>
                    <a:pt x="271" y="177"/>
                  </a:lnTo>
                  <a:lnTo>
                    <a:pt x="263" y="177"/>
                  </a:lnTo>
                  <a:lnTo>
                    <a:pt x="247" y="189"/>
                  </a:lnTo>
                  <a:lnTo>
                    <a:pt x="246" y="202"/>
                  </a:lnTo>
                  <a:lnTo>
                    <a:pt x="251" y="212"/>
                  </a:lnTo>
                  <a:lnTo>
                    <a:pt x="243" y="219"/>
                  </a:lnTo>
                  <a:lnTo>
                    <a:pt x="214" y="217"/>
                  </a:lnTo>
                  <a:lnTo>
                    <a:pt x="201" y="223"/>
                  </a:lnTo>
                  <a:lnTo>
                    <a:pt x="189" y="217"/>
                  </a:lnTo>
                  <a:lnTo>
                    <a:pt x="177" y="217"/>
                  </a:lnTo>
                  <a:lnTo>
                    <a:pt x="168" y="224"/>
                  </a:lnTo>
                  <a:lnTo>
                    <a:pt x="155" y="223"/>
                  </a:lnTo>
                  <a:lnTo>
                    <a:pt x="153" y="212"/>
                  </a:lnTo>
                  <a:lnTo>
                    <a:pt x="136" y="213"/>
                  </a:lnTo>
                  <a:lnTo>
                    <a:pt x="120" y="210"/>
                  </a:lnTo>
                  <a:lnTo>
                    <a:pt x="108" y="220"/>
                  </a:lnTo>
                  <a:lnTo>
                    <a:pt x="91" y="224"/>
                  </a:lnTo>
                  <a:lnTo>
                    <a:pt x="69" y="224"/>
                  </a:lnTo>
                  <a:lnTo>
                    <a:pt x="62" y="221"/>
                  </a:lnTo>
                  <a:lnTo>
                    <a:pt x="61" y="221"/>
                  </a:lnTo>
                  <a:lnTo>
                    <a:pt x="59" y="209"/>
                  </a:lnTo>
                  <a:lnTo>
                    <a:pt x="56" y="195"/>
                  </a:lnTo>
                  <a:lnTo>
                    <a:pt x="39" y="166"/>
                  </a:lnTo>
                  <a:lnTo>
                    <a:pt x="12" y="147"/>
                  </a:lnTo>
                  <a:lnTo>
                    <a:pt x="13" y="147"/>
                  </a:lnTo>
                  <a:lnTo>
                    <a:pt x="17" y="135"/>
                  </a:lnTo>
                  <a:lnTo>
                    <a:pt x="9" y="124"/>
                  </a:lnTo>
                  <a:lnTo>
                    <a:pt x="7" y="114"/>
                  </a:lnTo>
                  <a:lnTo>
                    <a:pt x="31" y="94"/>
                  </a:lnTo>
                  <a:lnTo>
                    <a:pt x="35" y="81"/>
                  </a:lnTo>
                  <a:lnTo>
                    <a:pt x="26" y="66"/>
                  </a:lnTo>
                  <a:lnTo>
                    <a:pt x="7" y="48"/>
                  </a:lnTo>
                  <a:lnTo>
                    <a:pt x="0" y="23"/>
                  </a:lnTo>
                  <a:lnTo>
                    <a:pt x="10" y="13"/>
                  </a:lnTo>
                  <a:lnTo>
                    <a:pt x="7" y="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412" y="2676"/>
              <a:ext cx="165" cy="123"/>
            </a:xfrm>
            <a:custGeom>
              <a:avLst/>
              <a:gdLst>
                <a:gd name="T0" fmla="*/ 116 w 165"/>
                <a:gd name="T1" fmla="*/ 0 h 123"/>
                <a:gd name="T2" fmla="*/ 143 w 165"/>
                <a:gd name="T3" fmla="*/ 19 h 123"/>
                <a:gd name="T4" fmla="*/ 160 w 165"/>
                <a:gd name="T5" fmla="*/ 48 h 123"/>
                <a:gd name="T6" fmla="*/ 163 w 165"/>
                <a:gd name="T7" fmla="*/ 62 h 123"/>
                <a:gd name="T8" fmla="*/ 165 w 165"/>
                <a:gd name="T9" fmla="*/ 74 h 123"/>
                <a:gd name="T10" fmla="*/ 158 w 165"/>
                <a:gd name="T11" fmla="*/ 81 h 123"/>
                <a:gd name="T12" fmla="*/ 146 w 165"/>
                <a:gd name="T13" fmla="*/ 81 h 123"/>
                <a:gd name="T14" fmla="*/ 130 w 165"/>
                <a:gd name="T15" fmla="*/ 90 h 123"/>
                <a:gd name="T16" fmla="*/ 96 w 165"/>
                <a:gd name="T17" fmla="*/ 89 h 123"/>
                <a:gd name="T18" fmla="*/ 83 w 165"/>
                <a:gd name="T19" fmla="*/ 96 h 123"/>
                <a:gd name="T20" fmla="*/ 82 w 165"/>
                <a:gd name="T21" fmla="*/ 102 h 123"/>
                <a:gd name="T22" fmla="*/ 63 w 165"/>
                <a:gd name="T23" fmla="*/ 108 h 123"/>
                <a:gd name="T24" fmla="*/ 36 w 165"/>
                <a:gd name="T25" fmla="*/ 123 h 123"/>
                <a:gd name="T26" fmla="*/ 36 w 165"/>
                <a:gd name="T27" fmla="*/ 123 h 123"/>
                <a:gd name="T28" fmla="*/ 23 w 165"/>
                <a:gd name="T29" fmla="*/ 115 h 123"/>
                <a:gd name="T30" fmla="*/ 16 w 165"/>
                <a:gd name="T31" fmla="*/ 100 h 123"/>
                <a:gd name="T32" fmla="*/ 5 w 165"/>
                <a:gd name="T33" fmla="*/ 83 h 123"/>
                <a:gd name="T34" fmla="*/ 0 w 165"/>
                <a:gd name="T35" fmla="*/ 60 h 123"/>
                <a:gd name="T36" fmla="*/ 3 w 165"/>
                <a:gd name="T37" fmla="*/ 40 h 123"/>
                <a:gd name="T38" fmla="*/ 4 w 165"/>
                <a:gd name="T39" fmla="*/ 42 h 123"/>
                <a:gd name="T40" fmla="*/ 9 w 165"/>
                <a:gd name="T41" fmla="*/ 37 h 123"/>
                <a:gd name="T42" fmla="*/ 9 w 165"/>
                <a:gd name="T43" fmla="*/ 27 h 123"/>
                <a:gd name="T44" fmla="*/ 25 w 165"/>
                <a:gd name="T45" fmla="*/ 19 h 123"/>
                <a:gd name="T46" fmla="*/ 38 w 165"/>
                <a:gd name="T47" fmla="*/ 15 h 123"/>
                <a:gd name="T48" fmla="*/ 49 w 165"/>
                <a:gd name="T49" fmla="*/ 8 h 123"/>
                <a:gd name="T50" fmla="*/ 75 w 165"/>
                <a:gd name="T51" fmla="*/ 2 h 123"/>
                <a:gd name="T52" fmla="*/ 88 w 165"/>
                <a:gd name="T53" fmla="*/ 4 h 123"/>
                <a:gd name="T54" fmla="*/ 106 w 165"/>
                <a:gd name="T55" fmla="*/ 0 h 123"/>
                <a:gd name="T56" fmla="*/ 116 w 165"/>
                <a:gd name="T57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5" h="123">
                  <a:moveTo>
                    <a:pt x="116" y="0"/>
                  </a:moveTo>
                  <a:lnTo>
                    <a:pt x="143" y="19"/>
                  </a:lnTo>
                  <a:lnTo>
                    <a:pt x="160" y="48"/>
                  </a:lnTo>
                  <a:lnTo>
                    <a:pt x="163" y="62"/>
                  </a:lnTo>
                  <a:lnTo>
                    <a:pt x="165" y="74"/>
                  </a:lnTo>
                  <a:lnTo>
                    <a:pt x="158" y="81"/>
                  </a:lnTo>
                  <a:lnTo>
                    <a:pt x="146" y="81"/>
                  </a:lnTo>
                  <a:lnTo>
                    <a:pt x="130" y="90"/>
                  </a:lnTo>
                  <a:lnTo>
                    <a:pt x="96" y="89"/>
                  </a:lnTo>
                  <a:lnTo>
                    <a:pt x="83" y="96"/>
                  </a:lnTo>
                  <a:lnTo>
                    <a:pt x="82" y="102"/>
                  </a:lnTo>
                  <a:lnTo>
                    <a:pt x="63" y="108"/>
                  </a:lnTo>
                  <a:lnTo>
                    <a:pt x="36" y="123"/>
                  </a:lnTo>
                  <a:lnTo>
                    <a:pt x="36" y="123"/>
                  </a:lnTo>
                  <a:lnTo>
                    <a:pt x="23" y="115"/>
                  </a:lnTo>
                  <a:lnTo>
                    <a:pt x="16" y="100"/>
                  </a:lnTo>
                  <a:lnTo>
                    <a:pt x="5" y="83"/>
                  </a:lnTo>
                  <a:lnTo>
                    <a:pt x="0" y="60"/>
                  </a:lnTo>
                  <a:lnTo>
                    <a:pt x="3" y="40"/>
                  </a:lnTo>
                  <a:lnTo>
                    <a:pt x="4" y="42"/>
                  </a:lnTo>
                  <a:lnTo>
                    <a:pt x="9" y="37"/>
                  </a:lnTo>
                  <a:lnTo>
                    <a:pt x="9" y="27"/>
                  </a:lnTo>
                  <a:lnTo>
                    <a:pt x="25" y="19"/>
                  </a:lnTo>
                  <a:lnTo>
                    <a:pt x="38" y="15"/>
                  </a:lnTo>
                  <a:lnTo>
                    <a:pt x="49" y="8"/>
                  </a:lnTo>
                  <a:lnTo>
                    <a:pt x="75" y="2"/>
                  </a:lnTo>
                  <a:lnTo>
                    <a:pt x="88" y="4"/>
                  </a:lnTo>
                  <a:lnTo>
                    <a:pt x="10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325" y="2656"/>
              <a:ext cx="123" cy="221"/>
            </a:xfrm>
            <a:custGeom>
              <a:avLst/>
              <a:gdLst>
                <a:gd name="T0" fmla="*/ 90 w 123"/>
                <a:gd name="T1" fmla="*/ 60 h 221"/>
                <a:gd name="T2" fmla="*/ 87 w 123"/>
                <a:gd name="T3" fmla="*/ 80 h 221"/>
                <a:gd name="T4" fmla="*/ 92 w 123"/>
                <a:gd name="T5" fmla="*/ 103 h 221"/>
                <a:gd name="T6" fmla="*/ 103 w 123"/>
                <a:gd name="T7" fmla="*/ 120 h 221"/>
                <a:gd name="T8" fmla="*/ 110 w 123"/>
                <a:gd name="T9" fmla="*/ 135 h 221"/>
                <a:gd name="T10" fmla="*/ 123 w 123"/>
                <a:gd name="T11" fmla="*/ 143 h 221"/>
                <a:gd name="T12" fmla="*/ 120 w 123"/>
                <a:gd name="T13" fmla="*/ 159 h 221"/>
                <a:gd name="T14" fmla="*/ 111 w 123"/>
                <a:gd name="T15" fmla="*/ 177 h 221"/>
                <a:gd name="T16" fmla="*/ 84 w 123"/>
                <a:gd name="T17" fmla="*/ 185 h 221"/>
                <a:gd name="T18" fmla="*/ 83 w 123"/>
                <a:gd name="T19" fmla="*/ 199 h 221"/>
                <a:gd name="T20" fmla="*/ 73 w 123"/>
                <a:gd name="T21" fmla="*/ 217 h 221"/>
                <a:gd name="T22" fmla="*/ 65 w 123"/>
                <a:gd name="T23" fmla="*/ 221 h 221"/>
                <a:gd name="T24" fmla="*/ 53 w 123"/>
                <a:gd name="T25" fmla="*/ 213 h 221"/>
                <a:gd name="T26" fmla="*/ 41 w 123"/>
                <a:gd name="T27" fmla="*/ 185 h 221"/>
                <a:gd name="T28" fmla="*/ 17 w 123"/>
                <a:gd name="T29" fmla="*/ 184 h 221"/>
                <a:gd name="T30" fmla="*/ 10 w 123"/>
                <a:gd name="T31" fmla="*/ 177 h 221"/>
                <a:gd name="T32" fmla="*/ 15 w 123"/>
                <a:gd name="T33" fmla="*/ 163 h 221"/>
                <a:gd name="T34" fmla="*/ 7 w 123"/>
                <a:gd name="T35" fmla="*/ 152 h 221"/>
                <a:gd name="T36" fmla="*/ 7 w 123"/>
                <a:gd name="T37" fmla="*/ 138 h 221"/>
                <a:gd name="T38" fmla="*/ 14 w 123"/>
                <a:gd name="T39" fmla="*/ 124 h 221"/>
                <a:gd name="T40" fmla="*/ 5 w 123"/>
                <a:gd name="T41" fmla="*/ 105 h 221"/>
                <a:gd name="T42" fmla="*/ 12 w 123"/>
                <a:gd name="T43" fmla="*/ 78 h 221"/>
                <a:gd name="T44" fmla="*/ 18 w 123"/>
                <a:gd name="T45" fmla="*/ 75 h 221"/>
                <a:gd name="T46" fmla="*/ 20 w 123"/>
                <a:gd name="T47" fmla="*/ 66 h 221"/>
                <a:gd name="T48" fmla="*/ 0 w 123"/>
                <a:gd name="T49" fmla="*/ 57 h 221"/>
                <a:gd name="T50" fmla="*/ 1 w 123"/>
                <a:gd name="T51" fmla="*/ 35 h 221"/>
                <a:gd name="T52" fmla="*/ 10 w 123"/>
                <a:gd name="T53" fmla="*/ 17 h 221"/>
                <a:gd name="T54" fmla="*/ 25 w 123"/>
                <a:gd name="T55" fmla="*/ 2 h 221"/>
                <a:gd name="T56" fmla="*/ 30 w 123"/>
                <a:gd name="T57" fmla="*/ 3 h 221"/>
                <a:gd name="T58" fmla="*/ 38 w 123"/>
                <a:gd name="T59" fmla="*/ 13 h 221"/>
                <a:gd name="T60" fmla="*/ 49 w 123"/>
                <a:gd name="T61" fmla="*/ 1 h 221"/>
                <a:gd name="T62" fmla="*/ 49 w 123"/>
                <a:gd name="T63" fmla="*/ 0 h 221"/>
                <a:gd name="T64" fmla="*/ 54 w 123"/>
                <a:gd name="T65" fmla="*/ 4 h 221"/>
                <a:gd name="T66" fmla="*/ 63 w 123"/>
                <a:gd name="T67" fmla="*/ 16 h 221"/>
                <a:gd name="T68" fmla="*/ 69 w 123"/>
                <a:gd name="T69" fmla="*/ 18 h 221"/>
                <a:gd name="T70" fmla="*/ 83 w 123"/>
                <a:gd name="T71" fmla="*/ 26 h 221"/>
                <a:gd name="T72" fmla="*/ 87 w 123"/>
                <a:gd name="T73" fmla="*/ 35 h 221"/>
                <a:gd name="T74" fmla="*/ 87 w 123"/>
                <a:gd name="T75" fmla="*/ 54 h 221"/>
                <a:gd name="T76" fmla="*/ 90 w 123"/>
                <a:gd name="T77" fmla="*/ 6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3" h="221">
                  <a:moveTo>
                    <a:pt x="90" y="60"/>
                  </a:moveTo>
                  <a:lnTo>
                    <a:pt x="87" y="80"/>
                  </a:lnTo>
                  <a:lnTo>
                    <a:pt x="92" y="103"/>
                  </a:lnTo>
                  <a:lnTo>
                    <a:pt x="103" y="120"/>
                  </a:lnTo>
                  <a:lnTo>
                    <a:pt x="110" y="135"/>
                  </a:lnTo>
                  <a:lnTo>
                    <a:pt x="123" y="143"/>
                  </a:lnTo>
                  <a:lnTo>
                    <a:pt x="120" y="159"/>
                  </a:lnTo>
                  <a:lnTo>
                    <a:pt x="111" y="177"/>
                  </a:lnTo>
                  <a:lnTo>
                    <a:pt x="84" y="185"/>
                  </a:lnTo>
                  <a:lnTo>
                    <a:pt x="83" y="199"/>
                  </a:lnTo>
                  <a:lnTo>
                    <a:pt x="73" y="217"/>
                  </a:lnTo>
                  <a:lnTo>
                    <a:pt x="65" y="221"/>
                  </a:lnTo>
                  <a:lnTo>
                    <a:pt x="53" y="213"/>
                  </a:lnTo>
                  <a:lnTo>
                    <a:pt x="41" y="185"/>
                  </a:lnTo>
                  <a:lnTo>
                    <a:pt x="17" y="184"/>
                  </a:lnTo>
                  <a:lnTo>
                    <a:pt x="10" y="177"/>
                  </a:lnTo>
                  <a:lnTo>
                    <a:pt x="15" y="163"/>
                  </a:lnTo>
                  <a:lnTo>
                    <a:pt x="7" y="152"/>
                  </a:lnTo>
                  <a:lnTo>
                    <a:pt x="7" y="138"/>
                  </a:lnTo>
                  <a:lnTo>
                    <a:pt x="14" y="124"/>
                  </a:lnTo>
                  <a:lnTo>
                    <a:pt x="5" y="105"/>
                  </a:lnTo>
                  <a:lnTo>
                    <a:pt x="12" y="78"/>
                  </a:lnTo>
                  <a:lnTo>
                    <a:pt x="18" y="75"/>
                  </a:lnTo>
                  <a:lnTo>
                    <a:pt x="20" y="66"/>
                  </a:lnTo>
                  <a:lnTo>
                    <a:pt x="0" y="57"/>
                  </a:lnTo>
                  <a:lnTo>
                    <a:pt x="1" y="35"/>
                  </a:lnTo>
                  <a:lnTo>
                    <a:pt x="10" y="17"/>
                  </a:lnTo>
                  <a:lnTo>
                    <a:pt x="25" y="2"/>
                  </a:lnTo>
                  <a:lnTo>
                    <a:pt x="30" y="3"/>
                  </a:lnTo>
                  <a:lnTo>
                    <a:pt x="38" y="13"/>
                  </a:lnTo>
                  <a:lnTo>
                    <a:pt x="49" y="1"/>
                  </a:lnTo>
                  <a:lnTo>
                    <a:pt x="49" y="0"/>
                  </a:lnTo>
                  <a:lnTo>
                    <a:pt x="54" y="4"/>
                  </a:lnTo>
                  <a:lnTo>
                    <a:pt x="63" y="16"/>
                  </a:lnTo>
                  <a:lnTo>
                    <a:pt x="69" y="18"/>
                  </a:lnTo>
                  <a:lnTo>
                    <a:pt x="83" y="26"/>
                  </a:lnTo>
                  <a:lnTo>
                    <a:pt x="87" y="35"/>
                  </a:lnTo>
                  <a:lnTo>
                    <a:pt x="87" y="54"/>
                  </a:lnTo>
                  <a:lnTo>
                    <a:pt x="90" y="6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3280" y="2390"/>
              <a:ext cx="271" cy="328"/>
            </a:xfrm>
            <a:custGeom>
              <a:avLst/>
              <a:gdLst>
                <a:gd name="T0" fmla="*/ 9 w 271"/>
                <a:gd name="T1" fmla="*/ 23 h 328"/>
                <a:gd name="T2" fmla="*/ 35 w 271"/>
                <a:gd name="T3" fmla="*/ 17 h 328"/>
                <a:gd name="T4" fmla="*/ 55 w 271"/>
                <a:gd name="T5" fmla="*/ 0 h 328"/>
                <a:gd name="T6" fmla="*/ 80 w 271"/>
                <a:gd name="T7" fmla="*/ 5 h 328"/>
                <a:gd name="T8" fmla="*/ 105 w 271"/>
                <a:gd name="T9" fmla="*/ 20 h 328"/>
                <a:gd name="T10" fmla="*/ 131 w 271"/>
                <a:gd name="T11" fmla="*/ 54 h 328"/>
                <a:gd name="T12" fmla="*/ 166 w 271"/>
                <a:gd name="T13" fmla="*/ 74 h 328"/>
                <a:gd name="T14" fmla="*/ 161 w 271"/>
                <a:gd name="T15" fmla="*/ 96 h 328"/>
                <a:gd name="T16" fmla="*/ 189 w 271"/>
                <a:gd name="T17" fmla="*/ 113 h 328"/>
                <a:gd name="T18" fmla="*/ 214 w 271"/>
                <a:gd name="T19" fmla="*/ 117 h 328"/>
                <a:gd name="T20" fmla="*/ 248 w 271"/>
                <a:gd name="T21" fmla="*/ 107 h 328"/>
                <a:gd name="T22" fmla="*/ 239 w 271"/>
                <a:gd name="T23" fmla="*/ 128 h 328"/>
                <a:gd name="T24" fmla="*/ 236 w 271"/>
                <a:gd name="T25" fmla="*/ 162 h 328"/>
                <a:gd name="T26" fmla="*/ 262 w 271"/>
                <a:gd name="T27" fmla="*/ 205 h 328"/>
                <a:gd name="T28" fmla="*/ 267 w 271"/>
                <a:gd name="T29" fmla="*/ 233 h 328"/>
                <a:gd name="T30" fmla="*/ 245 w 271"/>
                <a:gd name="T31" fmla="*/ 263 h 328"/>
                <a:gd name="T32" fmla="*/ 249 w 271"/>
                <a:gd name="T33" fmla="*/ 286 h 328"/>
                <a:gd name="T34" fmla="*/ 220 w 271"/>
                <a:gd name="T35" fmla="*/ 290 h 328"/>
                <a:gd name="T36" fmla="*/ 181 w 271"/>
                <a:gd name="T37" fmla="*/ 294 h 328"/>
                <a:gd name="T38" fmla="*/ 157 w 271"/>
                <a:gd name="T39" fmla="*/ 305 h 328"/>
                <a:gd name="T40" fmla="*/ 141 w 271"/>
                <a:gd name="T41" fmla="*/ 323 h 328"/>
                <a:gd name="T42" fmla="*/ 132 w 271"/>
                <a:gd name="T43" fmla="*/ 320 h 328"/>
                <a:gd name="T44" fmla="*/ 128 w 271"/>
                <a:gd name="T45" fmla="*/ 292 h 328"/>
                <a:gd name="T46" fmla="*/ 108 w 271"/>
                <a:gd name="T47" fmla="*/ 282 h 328"/>
                <a:gd name="T48" fmla="*/ 94 w 271"/>
                <a:gd name="T49" fmla="*/ 266 h 328"/>
                <a:gd name="T50" fmla="*/ 106 w 271"/>
                <a:gd name="T51" fmla="*/ 252 h 328"/>
                <a:gd name="T52" fmla="*/ 89 w 271"/>
                <a:gd name="T53" fmla="*/ 236 h 328"/>
                <a:gd name="T54" fmla="*/ 63 w 271"/>
                <a:gd name="T55" fmla="*/ 226 h 328"/>
                <a:gd name="T56" fmla="*/ 56 w 271"/>
                <a:gd name="T57" fmla="*/ 210 h 328"/>
                <a:gd name="T58" fmla="*/ 47 w 271"/>
                <a:gd name="T59" fmla="*/ 194 h 328"/>
                <a:gd name="T60" fmla="*/ 32 w 271"/>
                <a:gd name="T61" fmla="*/ 165 h 328"/>
                <a:gd name="T62" fmla="*/ 50 w 271"/>
                <a:gd name="T63" fmla="*/ 166 h 328"/>
                <a:gd name="T64" fmla="*/ 47 w 271"/>
                <a:gd name="T65" fmla="*/ 152 h 328"/>
                <a:gd name="T66" fmla="*/ 18 w 271"/>
                <a:gd name="T67" fmla="*/ 138 h 328"/>
                <a:gd name="T68" fmla="*/ 30 w 271"/>
                <a:gd name="T69" fmla="*/ 111 h 328"/>
                <a:gd name="T70" fmla="*/ 25 w 271"/>
                <a:gd name="T71" fmla="*/ 94 h 328"/>
                <a:gd name="T72" fmla="*/ 15 w 271"/>
                <a:gd name="T73" fmla="*/ 94 h 328"/>
                <a:gd name="T74" fmla="*/ 27 w 271"/>
                <a:gd name="T75" fmla="*/ 80 h 328"/>
                <a:gd name="T76" fmla="*/ 32 w 271"/>
                <a:gd name="T77" fmla="*/ 75 h 328"/>
                <a:gd name="T78" fmla="*/ 13 w 271"/>
                <a:gd name="T79" fmla="*/ 68 h 328"/>
                <a:gd name="T80" fmla="*/ 1 w 271"/>
                <a:gd name="T81" fmla="*/ 34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71" h="328">
                  <a:moveTo>
                    <a:pt x="0" y="33"/>
                  </a:moveTo>
                  <a:lnTo>
                    <a:pt x="9" y="23"/>
                  </a:lnTo>
                  <a:lnTo>
                    <a:pt x="25" y="16"/>
                  </a:lnTo>
                  <a:lnTo>
                    <a:pt x="35" y="17"/>
                  </a:lnTo>
                  <a:lnTo>
                    <a:pt x="39" y="12"/>
                  </a:lnTo>
                  <a:lnTo>
                    <a:pt x="55" y="0"/>
                  </a:lnTo>
                  <a:lnTo>
                    <a:pt x="66" y="3"/>
                  </a:lnTo>
                  <a:lnTo>
                    <a:pt x="80" y="5"/>
                  </a:lnTo>
                  <a:lnTo>
                    <a:pt x="101" y="12"/>
                  </a:lnTo>
                  <a:lnTo>
                    <a:pt x="105" y="20"/>
                  </a:lnTo>
                  <a:lnTo>
                    <a:pt x="127" y="43"/>
                  </a:lnTo>
                  <a:lnTo>
                    <a:pt x="131" y="54"/>
                  </a:lnTo>
                  <a:lnTo>
                    <a:pt x="149" y="63"/>
                  </a:lnTo>
                  <a:lnTo>
                    <a:pt x="166" y="74"/>
                  </a:lnTo>
                  <a:lnTo>
                    <a:pt x="158" y="90"/>
                  </a:lnTo>
                  <a:lnTo>
                    <a:pt x="161" y="96"/>
                  </a:lnTo>
                  <a:lnTo>
                    <a:pt x="183" y="103"/>
                  </a:lnTo>
                  <a:lnTo>
                    <a:pt x="189" y="113"/>
                  </a:lnTo>
                  <a:lnTo>
                    <a:pt x="203" y="108"/>
                  </a:lnTo>
                  <a:lnTo>
                    <a:pt x="214" y="117"/>
                  </a:lnTo>
                  <a:lnTo>
                    <a:pt x="224" y="103"/>
                  </a:lnTo>
                  <a:lnTo>
                    <a:pt x="248" y="107"/>
                  </a:lnTo>
                  <a:lnTo>
                    <a:pt x="237" y="119"/>
                  </a:lnTo>
                  <a:lnTo>
                    <a:pt x="239" y="128"/>
                  </a:lnTo>
                  <a:lnTo>
                    <a:pt x="246" y="152"/>
                  </a:lnTo>
                  <a:lnTo>
                    <a:pt x="236" y="162"/>
                  </a:lnTo>
                  <a:lnTo>
                    <a:pt x="243" y="187"/>
                  </a:lnTo>
                  <a:lnTo>
                    <a:pt x="262" y="205"/>
                  </a:lnTo>
                  <a:lnTo>
                    <a:pt x="271" y="220"/>
                  </a:lnTo>
                  <a:lnTo>
                    <a:pt x="267" y="233"/>
                  </a:lnTo>
                  <a:lnTo>
                    <a:pt x="243" y="253"/>
                  </a:lnTo>
                  <a:lnTo>
                    <a:pt x="245" y="263"/>
                  </a:lnTo>
                  <a:lnTo>
                    <a:pt x="253" y="274"/>
                  </a:lnTo>
                  <a:lnTo>
                    <a:pt x="249" y="286"/>
                  </a:lnTo>
                  <a:lnTo>
                    <a:pt x="238" y="286"/>
                  </a:lnTo>
                  <a:lnTo>
                    <a:pt x="220" y="290"/>
                  </a:lnTo>
                  <a:lnTo>
                    <a:pt x="207" y="288"/>
                  </a:lnTo>
                  <a:lnTo>
                    <a:pt x="181" y="294"/>
                  </a:lnTo>
                  <a:lnTo>
                    <a:pt x="170" y="301"/>
                  </a:lnTo>
                  <a:lnTo>
                    <a:pt x="157" y="305"/>
                  </a:lnTo>
                  <a:lnTo>
                    <a:pt x="141" y="313"/>
                  </a:lnTo>
                  <a:lnTo>
                    <a:pt x="141" y="323"/>
                  </a:lnTo>
                  <a:lnTo>
                    <a:pt x="136" y="328"/>
                  </a:lnTo>
                  <a:lnTo>
                    <a:pt x="132" y="320"/>
                  </a:lnTo>
                  <a:lnTo>
                    <a:pt x="132" y="301"/>
                  </a:lnTo>
                  <a:lnTo>
                    <a:pt x="128" y="292"/>
                  </a:lnTo>
                  <a:lnTo>
                    <a:pt x="114" y="284"/>
                  </a:lnTo>
                  <a:lnTo>
                    <a:pt x="108" y="282"/>
                  </a:lnTo>
                  <a:lnTo>
                    <a:pt x="99" y="270"/>
                  </a:lnTo>
                  <a:lnTo>
                    <a:pt x="94" y="266"/>
                  </a:lnTo>
                  <a:lnTo>
                    <a:pt x="96" y="260"/>
                  </a:lnTo>
                  <a:lnTo>
                    <a:pt x="106" y="252"/>
                  </a:lnTo>
                  <a:lnTo>
                    <a:pt x="105" y="239"/>
                  </a:lnTo>
                  <a:lnTo>
                    <a:pt x="89" y="236"/>
                  </a:lnTo>
                  <a:lnTo>
                    <a:pt x="78" y="226"/>
                  </a:lnTo>
                  <a:lnTo>
                    <a:pt x="63" y="226"/>
                  </a:lnTo>
                  <a:lnTo>
                    <a:pt x="56" y="220"/>
                  </a:lnTo>
                  <a:lnTo>
                    <a:pt x="56" y="210"/>
                  </a:lnTo>
                  <a:lnTo>
                    <a:pt x="42" y="198"/>
                  </a:lnTo>
                  <a:lnTo>
                    <a:pt x="47" y="194"/>
                  </a:lnTo>
                  <a:lnTo>
                    <a:pt x="32" y="178"/>
                  </a:lnTo>
                  <a:lnTo>
                    <a:pt x="32" y="165"/>
                  </a:lnTo>
                  <a:lnTo>
                    <a:pt x="38" y="161"/>
                  </a:lnTo>
                  <a:lnTo>
                    <a:pt x="50" y="166"/>
                  </a:lnTo>
                  <a:lnTo>
                    <a:pt x="54" y="159"/>
                  </a:lnTo>
                  <a:lnTo>
                    <a:pt x="47" y="152"/>
                  </a:lnTo>
                  <a:lnTo>
                    <a:pt x="36" y="151"/>
                  </a:lnTo>
                  <a:lnTo>
                    <a:pt x="18" y="138"/>
                  </a:lnTo>
                  <a:lnTo>
                    <a:pt x="17" y="130"/>
                  </a:lnTo>
                  <a:lnTo>
                    <a:pt x="30" y="111"/>
                  </a:lnTo>
                  <a:lnTo>
                    <a:pt x="32" y="95"/>
                  </a:lnTo>
                  <a:lnTo>
                    <a:pt x="25" y="94"/>
                  </a:lnTo>
                  <a:lnTo>
                    <a:pt x="19" y="98"/>
                  </a:lnTo>
                  <a:lnTo>
                    <a:pt x="15" y="94"/>
                  </a:lnTo>
                  <a:lnTo>
                    <a:pt x="13" y="84"/>
                  </a:lnTo>
                  <a:lnTo>
                    <a:pt x="27" y="80"/>
                  </a:lnTo>
                  <a:lnTo>
                    <a:pt x="32" y="80"/>
                  </a:lnTo>
                  <a:lnTo>
                    <a:pt x="32" y="75"/>
                  </a:lnTo>
                  <a:lnTo>
                    <a:pt x="20" y="72"/>
                  </a:lnTo>
                  <a:lnTo>
                    <a:pt x="13" y="68"/>
                  </a:lnTo>
                  <a:lnTo>
                    <a:pt x="10" y="52"/>
                  </a:lnTo>
                  <a:lnTo>
                    <a:pt x="1" y="34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265" y="2577"/>
              <a:ext cx="121" cy="136"/>
            </a:xfrm>
            <a:custGeom>
              <a:avLst/>
              <a:gdLst>
                <a:gd name="T0" fmla="*/ 60 w 121"/>
                <a:gd name="T1" fmla="*/ 136 h 136"/>
                <a:gd name="T2" fmla="*/ 61 w 121"/>
                <a:gd name="T3" fmla="*/ 114 h 136"/>
                <a:gd name="T4" fmla="*/ 70 w 121"/>
                <a:gd name="T5" fmla="*/ 96 h 136"/>
                <a:gd name="T6" fmla="*/ 85 w 121"/>
                <a:gd name="T7" fmla="*/ 81 h 136"/>
                <a:gd name="T8" fmla="*/ 90 w 121"/>
                <a:gd name="T9" fmla="*/ 82 h 136"/>
                <a:gd name="T10" fmla="*/ 98 w 121"/>
                <a:gd name="T11" fmla="*/ 92 h 136"/>
                <a:gd name="T12" fmla="*/ 109 w 121"/>
                <a:gd name="T13" fmla="*/ 80 h 136"/>
                <a:gd name="T14" fmla="*/ 111 w 121"/>
                <a:gd name="T15" fmla="*/ 73 h 136"/>
                <a:gd name="T16" fmla="*/ 121 w 121"/>
                <a:gd name="T17" fmla="*/ 65 h 136"/>
                <a:gd name="T18" fmla="*/ 120 w 121"/>
                <a:gd name="T19" fmla="*/ 52 h 136"/>
                <a:gd name="T20" fmla="*/ 104 w 121"/>
                <a:gd name="T21" fmla="*/ 49 h 136"/>
                <a:gd name="T22" fmla="*/ 93 w 121"/>
                <a:gd name="T23" fmla="*/ 39 h 136"/>
                <a:gd name="T24" fmla="*/ 78 w 121"/>
                <a:gd name="T25" fmla="*/ 39 h 136"/>
                <a:gd name="T26" fmla="*/ 71 w 121"/>
                <a:gd name="T27" fmla="*/ 33 h 136"/>
                <a:gd name="T28" fmla="*/ 71 w 121"/>
                <a:gd name="T29" fmla="*/ 23 h 136"/>
                <a:gd name="T30" fmla="*/ 57 w 121"/>
                <a:gd name="T31" fmla="*/ 11 h 136"/>
                <a:gd name="T32" fmla="*/ 56 w 121"/>
                <a:gd name="T33" fmla="*/ 12 h 136"/>
                <a:gd name="T34" fmla="*/ 45 w 121"/>
                <a:gd name="T35" fmla="*/ 9 h 136"/>
                <a:gd name="T36" fmla="*/ 32 w 121"/>
                <a:gd name="T37" fmla="*/ 0 h 136"/>
                <a:gd name="T38" fmla="*/ 24 w 121"/>
                <a:gd name="T39" fmla="*/ 6 h 136"/>
                <a:gd name="T40" fmla="*/ 24 w 121"/>
                <a:gd name="T41" fmla="*/ 15 h 136"/>
                <a:gd name="T42" fmla="*/ 36 w 121"/>
                <a:gd name="T43" fmla="*/ 21 h 136"/>
                <a:gd name="T44" fmla="*/ 41 w 121"/>
                <a:gd name="T45" fmla="*/ 30 h 136"/>
                <a:gd name="T46" fmla="*/ 30 w 121"/>
                <a:gd name="T47" fmla="*/ 35 h 136"/>
                <a:gd name="T48" fmla="*/ 21 w 121"/>
                <a:gd name="T49" fmla="*/ 36 h 136"/>
                <a:gd name="T50" fmla="*/ 15 w 121"/>
                <a:gd name="T51" fmla="*/ 48 h 136"/>
                <a:gd name="T52" fmla="*/ 15 w 121"/>
                <a:gd name="T53" fmla="*/ 65 h 136"/>
                <a:gd name="T54" fmla="*/ 7 w 121"/>
                <a:gd name="T55" fmla="*/ 78 h 136"/>
                <a:gd name="T56" fmla="*/ 0 w 121"/>
                <a:gd name="T57" fmla="*/ 81 h 136"/>
                <a:gd name="T58" fmla="*/ 5 w 121"/>
                <a:gd name="T59" fmla="*/ 87 h 136"/>
                <a:gd name="T60" fmla="*/ 18 w 121"/>
                <a:gd name="T61" fmla="*/ 91 h 136"/>
                <a:gd name="T62" fmla="*/ 43 w 121"/>
                <a:gd name="T63" fmla="*/ 120 h 136"/>
                <a:gd name="T64" fmla="*/ 45 w 121"/>
                <a:gd name="T65" fmla="*/ 130 h 136"/>
                <a:gd name="T66" fmla="*/ 60 w 121"/>
                <a:gd name="T6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1" h="136">
                  <a:moveTo>
                    <a:pt x="60" y="136"/>
                  </a:moveTo>
                  <a:lnTo>
                    <a:pt x="61" y="114"/>
                  </a:lnTo>
                  <a:lnTo>
                    <a:pt x="70" y="96"/>
                  </a:lnTo>
                  <a:lnTo>
                    <a:pt x="85" y="81"/>
                  </a:lnTo>
                  <a:lnTo>
                    <a:pt x="90" y="82"/>
                  </a:lnTo>
                  <a:lnTo>
                    <a:pt x="98" y="92"/>
                  </a:lnTo>
                  <a:lnTo>
                    <a:pt x="109" y="80"/>
                  </a:lnTo>
                  <a:lnTo>
                    <a:pt x="111" y="73"/>
                  </a:lnTo>
                  <a:lnTo>
                    <a:pt x="121" y="65"/>
                  </a:lnTo>
                  <a:lnTo>
                    <a:pt x="120" y="52"/>
                  </a:lnTo>
                  <a:lnTo>
                    <a:pt x="104" y="49"/>
                  </a:lnTo>
                  <a:lnTo>
                    <a:pt x="93" y="39"/>
                  </a:lnTo>
                  <a:lnTo>
                    <a:pt x="78" y="39"/>
                  </a:lnTo>
                  <a:lnTo>
                    <a:pt x="71" y="33"/>
                  </a:lnTo>
                  <a:lnTo>
                    <a:pt x="71" y="23"/>
                  </a:lnTo>
                  <a:lnTo>
                    <a:pt x="57" y="11"/>
                  </a:lnTo>
                  <a:lnTo>
                    <a:pt x="56" y="12"/>
                  </a:lnTo>
                  <a:lnTo>
                    <a:pt x="45" y="9"/>
                  </a:lnTo>
                  <a:lnTo>
                    <a:pt x="32" y="0"/>
                  </a:lnTo>
                  <a:lnTo>
                    <a:pt x="24" y="6"/>
                  </a:lnTo>
                  <a:lnTo>
                    <a:pt x="24" y="15"/>
                  </a:lnTo>
                  <a:lnTo>
                    <a:pt x="36" y="21"/>
                  </a:lnTo>
                  <a:lnTo>
                    <a:pt x="41" y="30"/>
                  </a:lnTo>
                  <a:lnTo>
                    <a:pt x="30" y="35"/>
                  </a:lnTo>
                  <a:lnTo>
                    <a:pt x="21" y="36"/>
                  </a:lnTo>
                  <a:lnTo>
                    <a:pt x="15" y="48"/>
                  </a:lnTo>
                  <a:lnTo>
                    <a:pt x="15" y="65"/>
                  </a:lnTo>
                  <a:lnTo>
                    <a:pt x="7" y="78"/>
                  </a:lnTo>
                  <a:lnTo>
                    <a:pt x="0" y="81"/>
                  </a:lnTo>
                  <a:lnTo>
                    <a:pt x="5" y="87"/>
                  </a:lnTo>
                  <a:lnTo>
                    <a:pt x="18" y="91"/>
                  </a:lnTo>
                  <a:lnTo>
                    <a:pt x="43" y="120"/>
                  </a:lnTo>
                  <a:lnTo>
                    <a:pt x="45" y="130"/>
                  </a:lnTo>
                  <a:lnTo>
                    <a:pt x="60" y="136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3"/>
            <p:cNvSpPr>
              <a:spLocks noEditPoints="1"/>
            </p:cNvSpPr>
            <p:nvPr/>
          </p:nvSpPr>
          <p:spPr bwMode="auto">
            <a:xfrm>
              <a:off x="2949" y="2380"/>
              <a:ext cx="363" cy="258"/>
            </a:xfrm>
            <a:custGeom>
              <a:avLst/>
              <a:gdLst>
                <a:gd name="T0" fmla="*/ 363 w 369"/>
                <a:gd name="T1" fmla="*/ 92 h 262"/>
                <a:gd name="T2" fmla="*/ 356 w 369"/>
                <a:gd name="T3" fmla="*/ 84 h 262"/>
                <a:gd name="T4" fmla="*/ 337 w 369"/>
                <a:gd name="T5" fmla="*/ 45 h 262"/>
                <a:gd name="T6" fmla="*/ 293 w 369"/>
                <a:gd name="T7" fmla="*/ 45 h 262"/>
                <a:gd name="T8" fmla="*/ 233 w 369"/>
                <a:gd name="T9" fmla="*/ 27 h 262"/>
                <a:gd name="T10" fmla="*/ 193 w 369"/>
                <a:gd name="T11" fmla="*/ 3 h 262"/>
                <a:gd name="T12" fmla="*/ 120 w 369"/>
                <a:gd name="T13" fmla="*/ 39 h 262"/>
                <a:gd name="T14" fmla="*/ 80 w 369"/>
                <a:gd name="T15" fmla="*/ 71 h 262"/>
                <a:gd name="T16" fmla="*/ 24 w 369"/>
                <a:gd name="T17" fmla="*/ 75 h 262"/>
                <a:gd name="T18" fmla="*/ 4 w 369"/>
                <a:gd name="T19" fmla="*/ 102 h 262"/>
                <a:gd name="T20" fmla="*/ 24 w 369"/>
                <a:gd name="T21" fmla="*/ 125 h 262"/>
                <a:gd name="T22" fmla="*/ 53 w 369"/>
                <a:gd name="T23" fmla="*/ 77 h 262"/>
                <a:gd name="T24" fmla="*/ 87 w 369"/>
                <a:gd name="T25" fmla="*/ 98 h 262"/>
                <a:gd name="T26" fmla="*/ 121 w 369"/>
                <a:gd name="T27" fmla="*/ 151 h 262"/>
                <a:gd name="T28" fmla="*/ 128 w 369"/>
                <a:gd name="T29" fmla="*/ 160 h 262"/>
                <a:gd name="T30" fmla="*/ 117 w 369"/>
                <a:gd name="T31" fmla="*/ 183 h 262"/>
                <a:gd name="T32" fmla="*/ 161 w 369"/>
                <a:gd name="T33" fmla="*/ 201 h 262"/>
                <a:gd name="T34" fmla="*/ 189 w 369"/>
                <a:gd name="T35" fmla="*/ 216 h 262"/>
                <a:gd name="T36" fmla="*/ 268 w 369"/>
                <a:gd name="T37" fmla="*/ 257 h 262"/>
                <a:gd name="T38" fmla="*/ 252 w 369"/>
                <a:gd name="T39" fmla="*/ 259 h 262"/>
                <a:gd name="T40" fmla="*/ 271 w 369"/>
                <a:gd name="T41" fmla="*/ 252 h 262"/>
                <a:gd name="T42" fmla="*/ 167 w 369"/>
                <a:gd name="T43" fmla="*/ 152 h 262"/>
                <a:gd name="T44" fmla="*/ 160 w 369"/>
                <a:gd name="T45" fmla="*/ 127 h 262"/>
                <a:gd name="T46" fmla="*/ 137 w 369"/>
                <a:gd name="T47" fmla="*/ 105 h 262"/>
                <a:gd name="T48" fmla="*/ 148 w 369"/>
                <a:gd name="T49" fmla="*/ 78 h 262"/>
                <a:gd name="T50" fmla="*/ 178 w 369"/>
                <a:gd name="T51" fmla="*/ 96 h 262"/>
                <a:gd name="T52" fmla="*/ 199 w 369"/>
                <a:gd name="T53" fmla="*/ 86 h 262"/>
                <a:gd name="T54" fmla="*/ 222 w 369"/>
                <a:gd name="T55" fmla="*/ 80 h 262"/>
                <a:gd name="T56" fmla="*/ 248 w 369"/>
                <a:gd name="T57" fmla="*/ 87 h 262"/>
                <a:gd name="T58" fmla="*/ 277 w 369"/>
                <a:gd name="T59" fmla="*/ 92 h 262"/>
                <a:gd name="T60" fmla="*/ 317 w 369"/>
                <a:gd name="T61" fmla="*/ 94 h 262"/>
                <a:gd name="T62" fmla="*/ 351 w 369"/>
                <a:gd name="T63" fmla="*/ 106 h 262"/>
                <a:gd name="T64" fmla="*/ 242 w 369"/>
                <a:gd name="T65" fmla="*/ 260 h 262"/>
                <a:gd name="T66" fmla="*/ 194 w 369"/>
                <a:gd name="T67" fmla="*/ 239 h 262"/>
                <a:gd name="T68" fmla="*/ 194 w 369"/>
                <a:gd name="T69" fmla="*/ 239 h 262"/>
                <a:gd name="T70" fmla="*/ 228 w 369"/>
                <a:gd name="T71" fmla="*/ 229 h 262"/>
                <a:gd name="T72" fmla="*/ 195 w 369"/>
                <a:gd name="T73" fmla="*/ 225 h 262"/>
                <a:gd name="T74" fmla="*/ 115 w 369"/>
                <a:gd name="T75" fmla="*/ 159 h 262"/>
                <a:gd name="T76" fmla="*/ 87 w 369"/>
                <a:gd name="T77" fmla="*/ 130 h 262"/>
                <a:gd name="T78" fmla="*/ 87 w 369"/>
                <a:gd name="T79" fmla="*/ 130 h 262"/>
                <a:gd name="T80" fmla="*/ 107 w 369"/>
                <a:gd name="T81" fmla="*/ 188 h 262"/>
                <a:gd name="T82" fmla="*/ 83 w 369"/>
                <a:gd name="T83" fmla="*/ 151 h 262"/>
                <a:gd name="T84" fmla="*/ 49 w 369"/>
                <a:gd name="T85" fmla="*/ 113 h 262"/>
                <a:gd name="T86" fmla="*/ 67 w 369"/>
                <a:gd name="T87" fmla="*/ 141 h 262"/>
                <a:gd name="T88" fmla="*/ 49 w 369"/>
                <a:gd name="T89" fmla="*/ 113 h 262"/>
                <a:gd name="T90" fmla="*/ 70 w 369"/>
                <a:gd name="T91" fmla="*/ 119 h 262"/>
                <a:gd name="T92" fmla="*/ 54 w 369"/>
                <a:gd name="T93" fmla="*/ 93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9" h="262">
                  <a:moveTo>
                    <a:pt x="351" y="106"/>
                  </a:moveTo>
                  <a:cubicBezTo>
                    <a:pt x="349" y="96"/>
                    <a:pt x="349" y="96"/>
                    <a:pt x="349" y="96"/>
                  </a:cubicBezTo>
                  <a:cubicBezTo>
                    <a:pt x="363" y="92"/>
                    <a:pt x="363" y="92"/>
                    <a:pt x="363" y="92"/>
                  </a:cubicBezTo>
                  <a:cubicBezTo>
                    <a:pt x="369" y="92"/>
                    <a:pt x="369" y="92"/>
                    <a:pt x="369" y="92"/>
                  </a:cubicBezTo>
                  <a:cubicBezTo>
                    <a:pt x="369" y="87"/>
                    <a:pt x="369" y="87"/>
                    <a:pt x="369" y="87"/>
                  </a:cubicBezTo>
                  <a:cubicBezTo>
                    <a:pt x="356" y="84"/>
                    <a:pt x="356" y="84"/>
                    <a:pt x="356" y="84"/>
                  </a:cubicBezTo>
                  <a:cubicBezTo>
                    <a:pt x="349" y="79"/>
                    <a:pt x="349" y="79"/>
                    <a:pt x="349" y="79"/>
                  </a:cubicBezTo>
                  <a:cubicBezTo>
                    <a:pt x="346" y="63"/>
                    <a:pt x="346" y="63"/>
                    <a:pt x="346" y="63"/>
                  </a:cubicBezTo>
                  <a:cubicBezTo>
                    <a:pt x="337" y="45"/>
                    <a:pt x="337" y="45"/>
                    <a:pt x="337" y="45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293" y="45"/>
                    <a:pt x="293" y="45"/>
                    <a:pt x="293" y="45"/>
                  </a:cubicBezTo>
                  <a:cubicBezTo>
                    <a:pt x="258" y="39"/>
                    <a:pt x="258" y="39"/>
                    <a:pt x="258" y="39"/>
                  </a:cubicBezTo>
                  <a:cubicBezTo>
                    <a:pt x="247" y="32"/>
                    <a:pt x="247" y="32"/>
                    <a:pt x="247" y="32"/>
                  </a:cubicBezTo>
                  <a:cubicBezTo>
                    <a:pt x="233" y="27"/>
                    <a:pt x="233" y="27"/>
                    <a:pt x="233" y="27"/>
                  </a:cubicBezTo>
                  <a:cubicBezTo>
                    <a:pt x="205" y="3"/>
                    <a:pt x="205" y="3"/>
                    <a:pt x="205" y="3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64" y="3"/>
                    <a:pt x="164" y="3"/>
                    <a:pt x="164" y="3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19" y="116"/>
                    <a:pt x="19" y="116"/>
                    <a:pt x="19" y="116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24" y="125"/>
                    <a:pt x="24" y="125"/>
                    <a:pt x="24" y="125"/>
                  </a:cubicBezTo>
                  <a:cubicBezTo>
                    <a:pt x="40" y="101"/>
                    <a:pt x="40" y="101"/>
                    <a:pt x="40" y="101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21" y="151"/>
                    <a:pt x="121" y="151"/>
                    <a:pt x="121" y="151"/>
                  </a:cubicBezTo>
                  <a:cubicBezTo>
                    <a:pt x="126" y="152"/>
                    <a:pt x="126" y="152"/>
                    <a:pt x="126" y="152"/>
                  </a:cubicBezTo>
                  <a:cubicBezTo>
                    <a:pt x="138" y="164"/>
                    <a:pt x="138" y="164"/>
                    <a:pt x="138" y="164"/>
                  </a:cubicBezTo>
                  <a:cubicBezTo>
                    <a:pt x="128" y="160"/>
                    <a:pt x="128" y="160"/>
                    <a:pt x="128" y="160"/>
                  </a:cubicBezTo>
                  <a:cubicBezTo>
                    <a:pt x="116" y="162"/>
                    <a:pt x="116" y="162"/>
                    <a:pt x="116" y="162"/>
                  </a:cubicBezTo>
                  <a:cubicBezTo>
                    <a:pt x="111" y="172"/>
                    <a:pt x="111" y="172"/>
                    <a:pt x="111" y="172"/>
                  </a:cubicBezTo>
                  <a:cubicBezTo>
                    <a:pt x="117" y="183"/>
                    <a:pt x="117" y="183"/>
                    <a:pt x="117" y="183"/>
                  </a:cubicBezTo>
                  <a:cubicBezTo>
                    <a:pt x="132" y="183"/>
                    <a:pt x="132" y="183"/>
                    <a:pt x="132" y="183"/>
                  </a:cubicBezTo>
                  <a:cubicBezTo>
                    <a:pt x="147" y="196"/>
                    <a:pt x="147" y="196"/>
                    <a:pt x="147" y="196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67" y="211"/>
                    <a:pt x="167" y="211"/>
                    <a:pt x="167" y="211"/>
                  </a:cubicBezTo>
                  <a:cubicBezTo>
                    <a:pt x="174" y="219"/>
                    <a:pt x="174" y="219"/>
                    <a:pt x="174" y="219"/>
                  </a:cubicBezTo>
                  <a:cubicBezTo>
                    <a:pt x="189" y="216"/>
                    <a:pt x="189" y="216"/>
                    <a:pt x="189" y="216"/>
                  </a:cubicBezTo>
                  <a:cubicBezTo>
                    <a:pt x="219" y="218"/>
                    <a:pt x="219" y="218"/>
                    <a:pt x="219" y="218"/>
                  </a:cubicBezTo>
                  <a:cubicBezTo>
                    <a:pt x="235" y="226"/>
                    <a:pt x="235" y="226"/>
                    <a:pt x="235" y="226"/>
                  </a:cubicBezTo>
                  <a:cubicBezTo>
                    <a:pt x="268" y="257"/>
                    <a:pt x="268" y="257"/>
                    <a:pt x="268" y="257"/>
                  </a:cubicBezTo>
                  <a:cubicBezTo>
                    <a:pt x="259" y="258"/>
                    <a:pt x="259" y="258"/>
                    <a:pt x="259" y="258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52" y="259"/>
                    <a:pt x="252" y="259"/>
                    <a:pt x="252" y="259"/>
                  </a:cubicBezTo>
                  <a:cubicBezTo>
                    <a:pt x="266" y="262"/>
                    <a:pt x="266" y="262"/>
                    <a:pt x="266" y="262"/>
                  </a:cubicBezTo>
                  <a:cubicBezTo>
                    <a:pt x="266" y="262"/>
                    <a:pt x="266" y="262"/>
                    <a:pt x="266" y="262"/>
                  </a:cubicBezTo>
                  <a:cubicBezTo>
                    <a:pt x="271" y="252"/>
                    <a:pt x="271" y="252"/>
                    <a:pt x="271" y="252"/>
                  </a:cubicBezTo>
                  <a:cubicBezTo>
                    <a:pt x="223" y="203"/>
                    <a:pt x="223" y="203"/>
                    <a:pt x="223" y="203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7" y="152"/>
                    <a:pt x="167" y="152"/>
                    <a:pt x="167" y="152"/>
                  </a:cubicBezTo>
                  <a:cubicBezTo>
                    <a:pt x="171" y="148"/>
                    <a:pt x="171" y="148"/>
                    <a:pt x="171" y="148"/>
                  </a:cubicBezTo>
                  <a:cubicBezTo>
                    <a:pt x="162" y="138"/>
                    <a:pt x="162" y="138"/>
                    <a:pt x="162" y="138"/>
                  </a:cubicBezTo>
                  <a:cubicBezTo>
                    <a:pt x="160" y="127"/>
                    <a:pt x="160" y="127"/>
                    <a:pt x="160" y="127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37" y="114"/>
                    <a:pt x="137" y="114"/>
                    <a:pt x="137" y="114"/>
                  </a:cubicBezTo>
                  <a:cubicBezTo>
                    <a:pt x="137" y="105"/>
                    <a:pt x="137" y="105"/>
                    <a:pt x="137" y="105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42" y="84"/>
                    <a:pt x="142" y="84"/>
                    <a:pt x="142" y="84"/>
                  </a:cubicBezTo>
                  <a:cubicBezTo>
                    <a:pt x="148" y="78"/>
                    <a:pt x="148" y="78"/>
                    <a:pt x="148" y="78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91" y="85"/>
                    <a:pt x="191" y="85"/>
                    <a:pt x="191" y="85"/>
                  </a:cubicBezTo>
                  <a:cubicBezTo>
                    <a:pt x="199" y="86"/>
                    <a:pt x="199" y="86"/>
                    <a:pt x="199" y="86"/>
                  </a:cubicBezTo>
                  <a:cubicBezTo>
                    <a:pt x="206" y="79"/>
                    <a:pt x="206" y="79"/>
                    <a:pt x="206" y="79"/>
                  </a:cubicBezTo>
                  <a:cubicBezTo>
                    <a:pt x="217" y="85"/>
                    <a:pt x="217" y="85"/>
                    <a:pt x="217" y="85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9" y="93"/>
                    <a:pt x="239" y="93"/>
                    <a:pt x="239" y="93"/>
                  </a:cubicBezTo>
                  <a:cubicBezTo>
                    <a:pt x="248" y="87"/>
                    <a:pt x="248" y="87"/>
                    <a:pt x="248" y="87"/>
                  </a:cubicBezTo>
                  <a:cubicBezTo>
                    <a:pt x="263" y="92"/>
                    <a:pt x="263" y="92"/>
                    <a:pt x="263" y="92"/>
                  </a:cubicBezTo>
                  <a:cubicBezTo>
                    <a:pt x="274" y="88"/>
                    <a:pt x="274" y="88"/>
                    <a:pt x="274" y="88"/>
                  </a:cubicBezTo>
                  <a:cubicBezTo>
                    <a:pt x="277" y="92"/>
                    <a:pt x="277" y="92"/>
                    <a:pt x="277" y="92"/>
                  </a:cubicBezTo>
                  <a:cubicBezTo>
                    <a:pt x="294" y="90"/>
                    <a:pt x="294" y="90"/>
                    <a:pt x="294" y="90"/>
                  </a:cubicBezTo>
                  <a:cubicBezTo>
                    <a:pt x="308" y="95"/>
                    <a:pt x="308" y="95"/>
                    <a:pt x="308" y="95"/>
                  </a:cubicBezTo>
                  <a:cubicBezTo>
                    <a:pt x="317" y="94"/>
                    <a:pt x="317" y="94"/>
                    <a:pt x="317" y="94"/>
                  </a:cubicBezTo>
                  <a:cubicBezTo>
                    <a:pt x="330" y="104"/>
                    <a:pt x="330" y="104"/>
                    <a:pt x="330" y="104"/>
                  </a:cubicBezTo>
                  <a:cubicBezTo>
                    <a:pt x="349" y="104"/>
                    <a:pt x="349" y="104"/>
                    <a:pt x="349" y="104"/>
                  </a:cubicBezTo>
                  <a:cubicBezTo>
                    <a:pt x="351" y="106"/>
                    <a:pt x="351" y="106"/>
                    <a:pt x="351" y="106"/>
                  </a:cubicBezTo>
                  <a:close/>
                  <a:moveTo>
                    <a:pt x="210" y="253"/>
                  </a:moveTo>
                  <a:cubicBezTo>
                    <a:pt x="211" y="252"/>
                    <a:pt x="233" y="252"/>
                    <a:pt x="233" y="252"/>
                  </a:cubicBezTo>
                  <a:cubicBezTo>
                    <a:pt x="242" y="260"/>
                    <a:pt x="242" y="260"/>
                    <a:pt x="242" y="260"/>
                  </a:cubicBezTo>
                  <a:cubicBezTo>
                    <a:pt x="222" y="259"/>
                    <a:pt x="222" y="259"/>
                    <a:pt x="222" y="259"/>
                  </a:cubicBezTo>
                  <a:cubicBezTo>
                    <a:pt x="210" y="253"/>
                    <a:pt x="210" y="253"/>
                    <a:pt x="210" y="253"/>
                  </a:cubicBezTo>
                  <a:close/>
                  <a:moveTo>
                    <a:pt x="194" y="239"/>
                  </a:moveTo>
                  <a:cubicBezTo>
                    <a:pt x="229" y="240"/>
                    <a:pt x="229" y="240"/>
                    <a:pt x="229" y="240"/>
                  </a:cubicBezTo>
                  <a:cubicBezTo>
                    <a:pt x="215" y="246"/>
                    <a:pt x="215" y="246"/>
                    <a:pt x="215" y="246"/>
                  </a:cubicBezTo>
                  <a:cubicBezTo>
                    <a:pt x="194" y="239"/>
                    <a:pt x="194" y="239"/>
                    <a:pt x="194" y="239"/>
                  </a:cubicBezTo>
                  <a:close/>
                  <a:moveTo>
                    <a:pt x="195" y="225"/>
                  </a:moveTo>
                  <a:cubicBezTo>
                    <a:pt x="222" y="225"/>
                    <a:pt x="222" y="225"/>
                    <a:pt x="222" y="225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14" y="234"/>
                    <a:pt x="214" y="234"/>
                    <a:pt x="214" y="234"/>
                  </a:cubicBezTo>
                  <a:cubicBezTo>
                    <a:pt x="201" y="233"/>
                    <a:pt x="201" y="233"/>
                    <a:pt x="201" y="233"/>
                  </a:cubicBezTo>
                  <a:cubicBezTo>
                    <a:pt x="195" y="225"/>
                    <a:pt x="195" y="225"/>
                    <a:pt x="195" y="225"/>
                  </a:cubicBezTo>
                  <a:close/>
                  <a:moveTo>
                    <a:pt x="98" y="146"/>
                  </a:moveTo>
                  <a:cubicBezTo>
                    <a:pt x="106" y="148"/>
                    <a:pt x="106" y="148"/>
                    <a:pt x="106" y="148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0" y="162"/>
                    <a:pt x="110" y="162"/>
                    <a:pt x="110" y="162"/>
                  </a:cubicBezTo>
                  <a:cubicBezTo>
                    <a:pt x="98" y="146"/>
                    <a:pt x="98" y="146"/>
                    <a:pt x="98" y="146"/>
                  </a:cubicBezTo>
                  <a:close/>
                  <a:moveTo>
                    <a:pt x="87" y="130"/>
                  </a:moveTo>
                  <a:cubicBezTo>
                    <a:pt x="100" y="141"/>
                    <a:pt x="100" y="141"/>
                    <a:pt x="100" y="141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7" y="130"/>
                    <a:pt x="87" y="130"/>
                    <a:pt x="87" y="130"/>
                  </a:cubicBezTo>
                  <a:close/>
                  <a:moveTo>
                    <a:pt x="90" y="167"/>
                  </a:moveTo>
                  <a:cubicBezTo>
                    <a:pt x="104" y="177"/>
                    <a:pt x="104" y="177"/>
                    <a:pt x="104" y="177"/>
                  </a:cubicBezTo>
                  <a:cubicBezTo>
                    <a:pt x="107" y="188"/>
                    <a:pt x="107" y="188"/>
                    <a:pt x="107" y="188"/>
                  </a:cubicBezTo>
                  <a:cubicBezTo>
                    <a:pt x="90" y="167"/>
                    <a:pt x="90" y="167"/>
                    <a:pt x="90" y="167"/>
                  </a:cubicBezTo>
                  <a:close/>
                  <a:moveTo>
                    <a:pt x="73" y="147"/>
                  </a:moveTo>
                  <a:cubicBezTo>
                    <a:pt x="83" y="151"/>
                    <a:pt x="83" y="151"/>
                    <a:pt x="83" y="15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73" y="147"/>
                    <a:pt x="73" y="147"/>
                    <a:pt x="73" y="147"/>
                  </a:cubicBezTo>
                  <a:close/>
                  <a:moveTo>
                    <a:pt x="49" y="113"/>
                  </a:moveTo>
                  <a:cubicBezTo>
                    <a:pt x="66" y="124"/>
                    <a:pt x="66" y="124"/>
                    <a:pt x="66" y="124"/>
                  </a:cubicBezTo>
                  <a:cubicBezTo>
                    <a:pt x="72" y="140"/>
                    <a:pt x="72" y="140"/>
                    <a:pt x="72" y="140"/>
                  </a:cubicBezTo>
                  <a:cubicBezTo>
                    <a:pt x="67" y="141"/>
                    <a:pt x="67" y="141"/>
                    <a:pt x="67" y="141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8" y="126"/>
                    <a:pt x="58" y="126"/>
                    <a:pt x="58" y="126"/>
                  </a:cubicBezTo>
                  <a:cubicBezTo>
                    <a:pt x="49" y="113"/>
                    <a:pt x="49" y="113"/>
                    <a:pt x="49" y="113"/>
                  </a:cubicBezTo>
                  <a:close/>
                  <a:moveTo>
                    <a:pt x="60" y="88"/>
                  </a:moveTo>
                  <a:cubicBezTo>
                    <a:pt x="80" y="115"/>
                    <a:pt x="80" y="115"/>
                    <a:pt x="80" y="115"/>
                  </a:cubicBezTo>
                  <a:cubicBezTo>
                    <a:pt x="70" y="119"/>
                    <a:pt x="70" y="119"/>
                    <a:pt x="70" y="119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9" y="88"/>
                    <a:pt x="60" y="8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3084" y="2457"/>
              <a:ext cx="250" cy="201"/>
            </a:xfrm>
            <a:custGeom>
              <a:avLst/>
              <a:gdLst>
                <a:gd name="T0" fmla="*/ 132 w 250"/>
                <a:gd name="T1" fmla="*/ 171 h 201"/>
                <a:gd name="T2" fmla="*/ 31 w 250"/>
                <a:gd name="T3" fmla="*/ 79 h 201"/>
                <a:gd name="T4" fmla="*/ 33 w 250"/>
                <a:gd name="T5" fmla="*/ 69 h 201"/>
                <a:gd name="T6" fmla="*/ 23 w 250"/>
                <a:gd name="T7" fmla="*/ 48 h 201"/>
                <a:gd name="T8" fmla="*/ 0 w 250"/>
                <a:gd name="T9" fmla="*/ 35 h 201"/>
                <a:gd name="T10" fmla="*/ 5 w 250"/>
                <a:gd name="T11" fmla="*/ 21 h 201"/>
                <a:gd name="T12" fmla="*/ 11 w 250"/>
                <a:gd name="T13" fmla="*/ 0 h 201"/>
                <a:gd name="T14" fmla="*/ 31 w 250"/>
                <a:gd name="T15" fmla="*/ 19 h 201"/>
                <a:gd name="T16" fmla="*/ 40 w 250"/>
                <a:gd name="T17" fmla="*/ 8 h 201"/>
                <a:gd name="T18" fmla="*/ 61 w 250"/>
                <a:gd name="T19" fmla="*/ 7 h 201"/>
                <a:gd name="T20" fmla="*/ 79 w 250"/>
                <a:gd name="T21" fmla="*/ 6 h 201"/>
                <a:gd name="T22" fmla="*/ 94 w 250"/>
                <a:gd name="T23" fmla="*/ 4 h 201"/>
                <a:gd name="T24" fmla="*/ 109 w 250"/>
                <a:gd name="T25" fmla="*/ 8 h 201"/>
                <a:gd name="T26" fmla="*/ 135 w 250"/>
                <a:gd name="T27" fmla="*/ 9 h 201"/>
                <a:gd name="T28" fmla="*/ 155 w 250"/>
                <a:gd name="T29" fmla="*/ 11 h 201"/>
                <a:gd name="T30" fmla="*/ 177 w 250"/>
                <a:gd name="T31" fmla="*/ 15 h 201"/>
                <a:gd name="T32" fmla="*/ 209 w 250"/>
                <a:gd name="T33" fmla="*/ 25 h 201"/>
                <a:gd name="T34" fmla="*/ 221 w 250"/>
                <a:gd name="T35" fmla="*/ 27 h 201"/>
                <a:gd name="T36" fmla="*/ 226 w 250"/>
                <a:gd name="T37" fmla="*/ 44 h 201"/>
                <a:gd name="T38" fmla="*/ 214 w 250"/>
                <a:gd name="T39" fmla="*/ 71 h 201"/>
                <a:gd name="T40" fmla="*/ 243 w 250"/>
                <a:gd name="T41" fmla="*/ 85 h 201"/>
                <a:gd name="T42" fmla="*/ 246 w 250"/>
                <a:gd name="T43" fmla="*/ 99 h 201"/>
                <a:gd name="T44" fmla="*/ 228 w 250"/>
                <a:gd name="T45" fmla="*/ 98 h 201"/>
                <a:gd name="T46" fmla="*/ 243 w 250"/>
                <a:gd name="T47" fmla="*/ 127 h 201"/>
                <a:gd name="T48" fmla="*/ 226 w 250"/>
                <a:gd name="T49" fmla="*/ 129 h 201"/>
                <a:gd name="T50" fmla="*/ 205 w 250"/>
                <a:gd name="T51" fmla="*/ 126 h 201"/>
                <a:gd name="T52" fmla="*/ 217 w 250"/>
                <a:gd name="T53" fmla="*/ 141 h 201"/>
                <a:gd name="T54" fmla="*/ 211 w 250"/>
                <a:gd name="T55" fmla="*/ 155 h 201"/>
                <a:gd name="T56" fmla="*/ 196 w 250"/>
                <a:gd name="T57" fmla="*/ 168 h 201"/>
                <a:gd name="T58" fmla="*/ 188 w 250"/>
                <a:gd name="T59" fmla="*/ 198 h 201"/>
                <a:gd name="T60" fmla="*/ 167 w 250"/>
                <a:gd name="T61" fmla="*/ 184 h 201"/>
                <a:gd name="T62" fmla="*/ 135 w 250"/>
                <a:gd name="T63" fmla="*/ 183 h 201"/>
                <a:gd name="T64" fmla="*/ 127 w 250"/>
                <a:gd name="T65" fmla="*/ 18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0" h="201">
                  <a:moveTo>
                    <a:pt x="127" y="181"/>
                  </a:moveTo>
                  <a:lnTo>
                    <a:pt x="132" y="171"/>
                  </a:lnTo>
                  <a:lnTo>
                    <a:pt x="85" y="123"/>
                  </a:lnTo>
                  <a:lnTo>
                    <a:pt x="31" y="79"/>
                  </a:lnTo>
                  <a:lnTo>
                    <a:pt x="29" y="72"/>
                  </a:lnTo>
                  <a:lnTo>
                    <a:pt x="33" y="69"/>
                  </a:lnTo>
                  <a:lnTo>
                    <a:pt x="25" y="59"/>
                  </a:lnTo>
                  <a:lnTo>
                    <a:pt x="23" y="48"/>
                  </a:lnTo>
                  <a:lnTo>
                    <a:pt x="9" y="34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5" y="21"/>
                  </a:lnTo>
                  <a:lnTo>
                    <a:pt x="5" y="5"/>
                  </a:lnTo>
                  <a:lnTo>
                    <a:pt x="11" y="0"/>
                  </a:lnTo>
                  <a:lnTo>
                    <a:pt x="26" y="10"/>
                  </a:lnTo>
                  <a:lnTo>
                    <a:pt x="31" y="19"/>
                  </a:lnTo>
                  <a:lnTo>
                    <a:pt x="40" y="17"/>
                  </a:lnTo>
                  <a:lnTo>
                    <a:pt x="40" y="8"/>
                  </a:lnTo>
                  <a:lnTo>
                    <a:pt x="53" y="6"/>
                  </a:lnTo>
                  <a:lnTo>
                    <a:pt x="61" y="7"/>
                  </a:lnTo>
                  <a:lnTo>
                    <a:pt x="68" y="1"/>
                  </a:lnTo>
                  <a:lnTo>
                    <a:pt x="79" y="6"/>
                  </a:lnTo>
                  <a:lnTo>
                    <a:pt x="84" y="2"/>
                  </a:lnTo>
                  <a:lnTo>
                    <a:pt x="94" y="4"/>
                  </a:lnTo>
                  <a:lnTo>
                    <a:pt x="100" y="14"/>
                  </a:lnTo>
                  <a:lnTo>
                    <a:pt x="109" y="8"/>
                  </a:lnTo>
                  <a:lnTo>
                    <a:pt x="124" y="13"/>
                  </a:lnTo>
                  <a:lnTo>
                    <a:pt x="135" y="9"/>
                  </a:lnTo>
                  <a:lnTo>
                    <a:pt x="138" y="13"/>
                  </a:lnTo>
                  <a:lnTo>
                    <a:pt x="155" y="11"/>
                  </a:lnTo>
                  <a:lnTo>
                    <a:pt x="168" y="16"/>
                  </a:lnTo>
                  <a:lnTo>
                    <a:pt x="177" y="15"/>
                  </a:lnTo>
                  <a:lnTo>
                    <a:pt x="190" y="25"/>
                  </a:lnTo>
                  <a:lnTo>
                    <a:pt x="209" y="25"/>
                  </a:lnTo>
                  <a:lnTo>
                    <a:pt x="215" y="31"/>
                  </a:lnTo>
                  <a:lnTo>
                    <a:pt x="221" y="27"/>
                  </a:lnTo>
                  <a:lnTo>
                    <a:pt x="228" y="28"/>
                  </a:lnTo>
                  <a:lnTo>
                    <a:pt x="226" y="44"/>
                  </a:lnTo>
                  <a:lnTo>
                    <a:pt x="213" y="63"/>
                  </a:lnTo>
                  <a:lnTo>
                    <a:pt x="214" y="71"/>
                  </a:lnTo>
                  <a:lnTo>
                    <a:pt x="232" y="84"/>
                  </a:lnTo>
                  <a:lnTo>
                    <a:pt x="243" y="85"/>
                  </a:lnTo>
                  <a:lnTo>
                    <a:pt x="250" y="92"/>
                  </a:lnTo>
                  <a:lnTo>
                    <a:pt x="246" y="99"/>
                  </a:lnTo>
                  <a:lnTo>
                    <a:pt x="234" y="94"/>
                  </a:lnTo>
                  <a:lnTo>
                    <a:pt x="228" y="98"/>
                  </a:lnTo>
                  <a:lnTo>
                    <a:pt x="228" y="111"/>
                  </a:lnTo>
                  <a:lnTo>
                    <a:pt x="243" y="127"/>
                  </a:lnTo>
                  <a:lnTo>
                    <a:pt x="237" y="132"/>
                  </a:lnTo>
                  <a:lnTo>
                    <a:pt x="226" y="129"/>
                  </a:lnTo>
                  <a:lnTo>
                    <a:pt x="213" y="120"/>
                  </a:lnTo>
                  <a:lnTo>
                    <a:pt x="205" y="126"/>
                  </a:lnTo>
                  <a:lnTo>
                    <a:pt x="205" y="135"/>
                  </a:lnTo>
                  <a:lnTo>
                    <a:pt x="217" y="141"/>
                  </a:lnTo>
                  <a:lnTo>
                    <a:pt x="222" y="150"/>
                  </a:lnTo>
                  <a:lnTo>
                    <a:pt x="211" y="155"/>
                  </a:lnTo>
                  <a:lnTo>
                    <a:pt x="202" y="156"/>
                  </a:lnTo>
                  <a:lnTo>
                    <a:pt x="196" y="168"/>
                  </a:lnTo>
                  <a:lnTo>
                    <a:pt x="196" y="185"/>
                  </a:lnTo>
                  <a:lnTo>
                    <a:pt x="188" y="198"/>
                  </a:lnTo>
                  <a:lnTo>
                    <a:pt x="181" y="201"/>
                  </a:lnTo>
                  <a:lnTo>
                    <a:pt x="167" y="184"/>
                  </a:lnTo>
                  <a:lnTo>
                    <a:pt x="160" y="187"/>
                  </a:lnTo>
                  <a:lnTo>
                    <a:pt x="135" y="183"/>
                  </a:lnTo>
                  <a:lnTo>
                    <a:pt x="127" y="181"/>
                  </a:lnTo>
                  <a:lnTo>
                    <a:pt x="127" y="18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943" y="2342"/>
              <a:ext cx="196" cy="114"/>
            </a:xfrm>
            <a:custGeom>
              <a:avLst/>
              <a:gdLst>
                <a:gd name="T0" fmla="*/ 6 w 196"/>
                <a:gd name="T1" fmla="*/ 114 h 114"/>
                <a:gd name="T2" fmla="*/ 30 w 196"/>
                <a:gd name="T3" fmla="*/ 112 h 114"/>
                <a:gd name="T4" fmla="*/ 46 w 196"/>
                <a:gd name="T5" fmla="*/ 101 h 114"/>
                <a:gd name="T6" fmla="*/ 60 w 196"/>
                <a:gd name="T7" fmla="*/ 97 h 114"/>
                <a:gd name="T8" fmla="*/ 85 w 196"/>
                <a:gd name="T9" fmla="*/ 108 h 114"/>
                <a:gd name="T10" fmla="*/ 99 w 196"/>
                <a:gd name="T11" fmla="*/ 107 h 114"/>
                <a:gd name="T12" fmla="*/ 102 w 196"/>
                <a:gd name="T13" fmla="*/ 86 h 114"/>
                <a:gd name="T14" fmla="*/ 124 w 196"/>
                <a:gd name="T15" fmla="*/ 76 h 114"/>
                <a:gd name="T16" fmla="*/ 127 w 196"/>
                <a:gd name="T17" fmla="*/ 60 h 114"/>
                <a:gd name="T18" fmla="*/ 167 w 196"/>
                <a:gd name="T19" fmla="*/ 41 h 114"/>
                <a:gd name="T20" fmla="*/ 196 w 196"/>
                <a:gd name="T21" fmla="*/ 41 h 114"/>
                <a:gd name="T22" fmla="*/ 193 w 196"/>
                <a:gd name="T23" fmla="*/ 18 h 114"/>
                <a:gd name="T24" fmla="*/ 176 w 196"/>
                <a:gd name="T25" fmla="*/ 0 h 114"/>
                <a:gd name="T26" fmla="*/ 161 w 196"/>
                <a:gd name="T27" fmla="*/ 5 h 114"/>
                <a:gd name="T28" fmla="*/ 131 w 196"/>
                <a:gd name="T29" fmla="*/ 20 h 114"/>
                <a:gd name="T30" fmla="*/ 124 w 196"/>
                <a:gd name="T31" fmla="*/ 20 h 114"/>
                <a:gd name="T32" fmla="*/ 114 w 196"/>
                <a:gd name="T33" fmla="*/ 21 h 114"/>
                <a:gd name="T34" fmla="*/ 100 w 196"/>
                <a:gd name="T35" fmla="*/ 27 h 114"/>
                <a:gd name="T36" fmla="*/ 85 w 196"/>
                <a:gd name="T37" fmla="*/ 27 h 114"/>
                <a:gd name="T38" fmla="*/ 69 w 196"/>
                <a:gd name="T39" fmla="*/ 33 h 114"/>
                <a:gd name="T40" fmla="*/ 60 w 196"/>
                <a:gd name="T41" fmla="*/ 23 h 114"/>
                <a:gd name="T42" fmla="*/ 31 w 196"/>
                <a:gd name="T43" fmla="*/ 24 h 114"/>
                <a:gd name="T44" fmla="*/ 20 w 196"/>
                <a:gd name="T45" fmla="*/ 23 h 114"/>
                <a:gd name="T46" fmla="*/ 4 w 196"/>
                <a:gd name="T47" fmla="*/ 43 h 114"/>
                <a:gd name="T48" fmla="*/ 9 w 196"/>
                <a:gd name="T49" fmla="*/ 52 h 114"/>
                <a:gd name="T50" fmla="*/ 0 w 196"/>
                <a:gd name="T51" fmla="*/ 64 h 114"/>
                <a:gd name="T52" fmla="*/ 4 w 196"/>
                <a:gd name="T53" fmla="*/ 85 h 114"/>
                <a:gd name="T54" fmla="*/ 5 w 196"/>
                <a:gd name="T55" fmla="*/ 86 h 114"/>
                <a:gd name="T56" fmla="*/ 18 w 196"/>
                <a:gd name="T57" fmla="*/ 91 h 114"/>
                <a:gd name="T58" fmla="*/ 18 w 196"/>
                <a:gd name="T59" fmla="*/ 100 h 114"/>
                <a:gd name="T60" fmla="*/ 6 w 196"/>
                <a:gd name="T61" fmla="*/ 102 h 114"/>
                <a:gd name="T62" fmla="*/ 6 w 196"/>
                <a:gd name="T6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114">
                  <a:moveTo>
                    <a:pt x="6" y="114"/>
                  </a:moveTo>
                  <a:lnTo>
                    <a:pt x="30" y="112"/>
                  </a:lnTo>
                  <a:lnTo>
                    <a:pt x="46" y="101"/>
                  </a:lnTo>
                  <a:lnTo>
                    <a:pt x="60" y="97"/>
                  </a:lnTo>
                  <a:lnTo>
                    <a:pt x="85" y="108"/>
                  </a:lnTo>
                  <a:lnTo>
                    <a:pt x="99" y="107"/>
                  </a:lnTo>
                  <a:lnTo>
                    <a:pt x="102" y="86"/>
                  </a:lnTo>
                  <a:lnTo>
                    <a:pt x="124" y="76"/>
                  </a:lnTo>
                  <a:lnTo>
                    <a:pt x="127" y="60"/>
                  </a:lnTo>
                  <a:lnTo>
                    <a:pt x="167" y="41"/>
                  </a:lnTo>
                  <a:lnTo>
                    <a:pt x="196" y="41"/>
                  </a:lnTo>
                  <a:lnTo>
                    <a:pt x="193" y="18"/>
                  </a:lnTo>
                  <a:lnTo>
                    <a:pt x="176" y="0"/>
                  </a:lnTo>
                  <a:lnTo>
                    <a:pt x="161" y="5"/>
                  </a:lnTo>
                  <a:lnTo>
                    <a:pt x="131" y="20"/>
                  </a:lnTo>
                  <a:lnTo>
                    <a:pt x="124" y="20"/>
                  </a:lnTo>
                  <a:lnTo>
                    <a:pt x="114" y="21"/>
                  </a:lnTo>
                  <a:lnTo>
                    <a:pt x="100" y="27"/>
                  </a:lnTo>
                  <a:lnTo>
                    <a:pt x="85" y="27"/>
                  </a:lnTo>
                  <a:lnTo>
                    <a:pt x="69" y="33"/>
                  </a:lnTo>
                  <a:lnTo>
                    <a:pt x="60" y="23"/>
                  </a:lnTo>
                  <a:lnTo>
                    <a:pt x="31" y="24"/>
                  </a:lnTo>
                  <a:lnTo>
                    <a:pt x="20" y="23"/>
                  </a:lnTo>
                  <a:lnTo>
                    <a:pt x="4" y="43"/>
                  </a:lnTo>
                  <a:lnTo>
                    <a:pt x="9" y="52"/>
                  </a:lnTo>
                  <a:lnTo>
                    <a:pt x="0" y="64"/>
                  </a:lnTo>
                  <a:lnTo>
                    <a:pt x="4" y="85"/>
                  </a:lnTo>
                  <a:lnTo>
                    <a:pt x="5" y="86"/>
                  </a:lnTo>
                  <a:lnTo>
                    <a:pt x="18" y="91"/>
                  </a:lnTo>
                  <a:lnTo>
                    <a:pt x="18" y="100"/>
                  </a:lnTo>
                  <a:lnTo>
                    <a:pt x="6" y="102"/>
                  </a:lnTo>
                  <a:lnTo>
                    <a:pt x="6" y="11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2690" y="2170"/>
              <a:ext cx="465" cy="205"/>
            </a:xfrm>
            <a:custGeom>
              <a:avLst/>
              <a:gdLst>
                <a:gd name="T0" fmla="*/ 284 w 465"/>
                <a:gd name="T1" fmla="*/ 196 h 205"/>
                <a:gd name="T2" fmla="*/ 322 w 465"/>
                <a:gd name="T3" fmla="*/ 205 h 205"/>
                <a:gd name="T4" fmla="*/ 353 w 465"/>
                <a:gd name="T5" fmla="*/ 199 h 205"/>
                <a:gd name="T6" fmla="*/ 377 w 465"/>
                <a:gd name="T7" fmla="*/ 192 h 205"/>
                <a:gd name="T8" fmla="*/ 414 w 465"/>
                <a:gd name="T9" fmla="*/ 177 h 205"/>
                <a:gd name="T10" fmla="*/ 443 w 465"/>
                <a:gd name="T11" fmla="*/ 159 h 205"/>
                <a:gd name="T12" fmla="*/ 437 w 465"/>
                <a:gd name="T13" fmla="*/ 137 h 205"/>
                <a:gd name="T14" fmla="*/ 430 w 465"/>
                <a:gd name="T15" fmla="*/ 110 h 205"/>
                <a:gd name="T16" fmla="*/ 463 w 465"/>
                <a:gd name="T17" fmla="*/ 105 h 205"/>
                <a:gd name="T18" fmla="*/ 463 w 465"/>
                <a:gd name="T19" fmla="*/ 81 h 205"/>
                <a:gd name="T20" fmla="*/ 459 w 465"/>
                <a:gd name="T21" fmla="*/ 27 h 205"/>
                <a:gd name="T22" fmla="*/ 421 w 465"/>
                <a:gd name="T23" fmla="*/ 14 h 205"/>
                <a:gd name="T24" fmla="*/ 385 w 465"/>
                <a:gd name="T25" fmla="*/ 17 h 205"/>
                <a:gd name="T26" fmla="*/ 345 w 465"/>
                <a:gd name="T27" fmla="*/ 5 h 205"/>
                <a:gd name="T28" fmla="*/ 325 w 465"/>
                <a:gd name="T29" fmla="*/ 12 h 205"/>
                <a:gd name="T30" fmla="*/ 318 w 465"/>
                <a:gd name="T31" fmla="*/ 26 h 205"/>
                <a:gd name="T32" fmla="*/ 293 w 465"/>
                <a:gd name="T33" fmla="*/ 34 h 205"/>
                <a:gd name="T34" fmla="*/ 250 w 465"/>
                <a:gd name="T35" fmla="*/ 16 h 205"/>
                <a:gd name="T36" fmla="*/ 248 w 465"/>
                <a:gd name="T37" fmla="*/ 39 h 205"/>
                <a:gd name="T38" fmla="*/ 230 w 465"/>
                <a:gd name="T39" fmla="*/ 51 h 205"/>
                <a:gd name="T40" fmla="*/ 197 w 465"/>
                <a:gd name="T41" fmla="*/ 79 h 205"/>
                <a:gd name="T42" fmla="*/ 214 w 465"/>
                <a:gd name="T43" fmla="*/ 93 h 205"/>
                <a:gd name="T44" fmla="*/ 209 w 465"/>
                <a:gd name="T45" fmla="*/ 109 h 205"/>
                <a:gd name="T46" fmla="*/ 178 w 465"/>
                <a:gd name="T47" fmla="*/ 105 h 205"/>
                <a:gd name="T48" fmla="*/ 153 w 465"/>
                <a:gd name="T49" fmla="*/ 103 h 205"/>
                <a:gd name="T50" fmla="*/ 120 w 465"/>
                <a:gd name="T51" fmla="*/ 118 h 205"/>
                <a:gd name="T52" fmla="*/ 97 w 465"/>
                <a:gd name="T53" fmla="*/ 117 h 205"/>
                <a:gd name="T54" fmla="*/ 70 w 465"/>
                <a:gd name="T55" fmla="*/ 109 h 205"/>
                <a:gd name="T56" fmla="*/ 53 w 465"/>
                <a:gd name="T57" fmla="*/ 120 h 205"/>
                <a:gd name="T58" fmla="*/ 32 w 465"/>
                <a:gd name="T59" fmla="*/ 121 h 205"/>
                <a:gd name="T60" fmla="*/ 11 w 465"/>
                <a:gd name="T61" fmla="*/ 115 h 205"/>
                <a:gd name="T62" fmla="*/ 0 w 465"/>
                <a:gd name="T63" fmla="*/ 119 h 205"/>
                <a:gd name="T64" fmla="*/ 8 w 465"/>
                <a:gd name="T65" fmla="*/ 133 h 205"/>
                <a:gd name="T66" fmla="*/ 15 w 465"/>
                <a:gd name="T67" fmla="*/ 150 h 205"/>
                <a:gd name="T68" fmla="*/ 33 w 465"/>
                <a:gd name="T69" fmla="*/ 147 h 205"/>
                <a:gd name="T70" fmla="*/ 59 w 465"/>
                <a:gd name="T71" fmla="*/ 150 h 205"/>
                <a:gd name="T72" fmla="*/ 75 w 465"/>
                <a:gd name="T73" fmla="*/ 159 h 205"/>
                <a:gd name="T74" fmla="*/ 97 w 465"/>
                <a:gd name="T75" fmla="*/ 168 h 205"/>
                <a:gd name="T76" fmla="*/ 147 w 465"/>
                <a:gd name="T77" fmla="*/ 154 h 205"/>
                <a:gd name="T78" fmla="*/ 167 w 465"/>
                <a:gd name="T79" fmla="*/ 163 h 205"/>
                <a:gd name="T80" fmla="*/ 241 w 465"/>
                <a:gd name="T81" fmla="*/ 188 h 205"/>
                <a:gd name="T82" fmla="*/ 273 w 465"/>
                <a:gd name="T83" fmla="*/ 194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65" h="205">
                  <a:moveTo>
                    <a:pt x="273" y="195"/>
                  </a:moveTo>
                  <a:lnTo>
                    <a:pt x="284" y="196"/>
                  </a:lnTo>
                  <a:lnTo>
                    <a:pt x="313" y="195"/>
                  </a:lnTo>
                  <a:lnTo>
                    <a:pt x="322" y="205"/>
                  </a:lnTo>
                  <a:lnTo>
                    <a:pt x="338" y="199"/>
                  </a:lnTo>
                  <a:lnTo>
                    <a:pt x="353" y="199"/>
                  </a:lnTo>
                  <a:lnTo>
                    <a:pt x="367" y="193"/>
                  </a:lnTo>
                  <a:lnTo>
                    <a:pt x="377" y="192"/>
                  </a:lnTo>
                  <a:lnTo>
                    <a:pt x="384" y="192"/>
                  </a:lnTo>
                  <a:lnTo>
                    <a:pt x="414" y="177"/>
                  </a:lnTo>
                  <a:lnTo>
                    <a:pt x="432" y="171"/>
                  </a:lnTo>
                  <a:lnTo>
                    <a:pt x="443" y="159"/>
                  </a:lnTo>
                  <a:lnTo>
                    <a:pt x="435" y="149"/>
                  </a:lnTo>
                  <a:lnTo>
                    <a:pt x="437" y="137"/>
                  </a:lnTo>
                  <a:lnTo>
                    <a:pt x="443" y="123"/>
                  </a:lnTo>
                  <a:lnTo>
                    <a:pt x="430" y="110"/>
                  </a:lnTo>
                  <a:lnTo>
                    <a:pt x="433" y="105"/>
                  </a:lnTo>
                  <a:lnTo>
                    <a:pt x="463" y="105"/>
                  </a:lnTo>
                  <a:lnTo>
                    <a:pt x="465" y="92"/>
                  </a:lnTo>
                  <a:lnTo>
                    <a:pt x="463" y="81"/>
                  </a:lnTo>
                  <a:lnTo>
                    <a:pt x="458" y="47"/>
                  </a:lnTo>
                  <a:lnTo>
                    <a:pt x="459" y="27"/>
                  </a:lnTo>
                  <a:lnTo>
                    <a:pt x="433" y="21"/>
                  </a:lnTo>
                  <a:lnTo>
                    <a:pt x="421" y="14"/>
                  </a:lnTo>
                  <a:lnTo>
                    <a:pt x="404" y="18"/>
                  </a:lnTo>
                  <a:lnTo>
                    <a:pt x="385" y="17"/>
                  </a:lnTo>
                  <a:lnTo>
                    <a:pt x="368" y="6"/>
                  </a:lnTo>
                  <a:lnTo>
                    <a:pt x="345" y="5"/>
                  </a:lnTo>
                  <a:lnTo>
                    <a:pt x="331" y="0"/>
                  </a:lnTo>
                  <a:lnTo>
                    <a:pt x="325" y="12"/>
                  </a:lnTo>
                  <a:lnTo>
                    <a:pt x="319" y="18"/>
                  </a:lnTo>
                  <a:lnTo>
                    <a:pt x="318" y="26"/>
                  </a:lnTo>
                  <a:lnTo>
                    <a:pt x="299" y="27"/>
                  </a:lnTo>
                  <a:lnTo>
                    <a:pt x="293" y="34"/>
                  </a:lnTo>
                  <a:lnTo>
                    <a:pt x="260" y="17"/>
                  </a:lnTo>
                  <a:lnTo>
                    <a:pt x="250" y="16"/>
                  </a:lnTo>
                  <a:lnTo>
                    <a:pt x="248" y="26"/>
                  </a:lnTo>
                  <a:lnTo>
                    <a:pt x="248" y="39"/>
                  </a:lnTo>
                  <a:lnTo>
                    <a:pt x="238" y="39"/>
                  </a:lnTo>
                  <a:lnTo>
                    <a:pt x="230" y="51"/>
                  </a:lnTo>
                  <a:lnTo>
                    <a:pt x="215" y="58"/>
                  </a:lnTo>
                  <a:lnTo>
                    <a:pt x="197" y="79"/>
                  </a:lnTo>
                  <a:lnTo>
                    <a:pt x="197" y="87"/>
                  </a:lnTo>
                  <a:lnTo>
                    <a:pt x="214" y="93"/>
                  </a:lnTo>
                  <a:lnTo>
                    <a:pt x="216" y="105"/>
                  </a:lnTo>
                  <a:lnTo>
                    <a:pt x="209" y="109"/>
                  </a:lnTo>
                  <a:lnTo>
                    <a:pt x="194" y="101"/>
                  </a:lnTo>
                  <a:lnTo>
                    <a:pt x="178" y="105"/>
                  </a:lnTo>
                  <a:lnTo>
                    <a:pt x="163" y="101"/>
                  </a:lnTo>
                  <a:lnTo>
                    <a:pt x="153" y="103"/>
                  </a:lnTo>
                  <a:lnTo>
                    <a:pt x="132" y="116"/>
                  </a:lnTo>
                  <a:lnTo>
                    <a:pt x="120" y="118"/>
                  </a:lnTo>
                  <a:lnTo>
                    <a:pt x="109" y="115"/>
                  </a:lnTo>
                  <a:lnTo>
                    <a:pt x="97" y="117"/>
                  </a:lnTo>
                  <a:lnTo>
                    <a:pt x="89" y="112"/>
                  </a:lnTo>
                  <a:lnTo>
                    <a:pt x="70" y="109"/>
                  </a:lnTo>
                  <a:lnTo>
                    <a:pt x="52" y="111"/>
                  </a:lnTo>
                  <a:lnTo>
                    <a:pt x="53" y="120"/>
                  </a:lnTo>
                  <a:lnTo>
                    <a:pt x="49" y="125"/>
                  </a:lnTo>
                  <a:lnTo>
                    <a:pt x="32" y="121"/>
                  </a:lnTo>
                  <a:lnTo>
                    <a:pt x="24" y="111"/>
                  </a:lnTo>
                  <a:lnTo>
                    <a:pt x="11" y="115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8" y="124"/>
                  </a:lnTo>
                  <a:lnTo>
                    <a:pt x="8" y="133"/>
                  </a:lnTo>
                  <a:lnTo>
                    <a:pt x="15" y="138"/>
                  </a:lnTo>
                  <a:lnTo>
                    <a:pt x="15" y="150"/>
                  </a:lnTo>
                  <a:lnTo>
                    <a:pt x="26" y="150"/>
                  </a:lnTo>
                  <a:lnTo>
                    <a:pt x="33" y="147"/>
                  </a:lnTo>
                  <a:lnTo>
                    <a:pt x="47" y="159"/>
                  </a:lnTo>
                  <a:lnTo>
                    <a:pt x="59" y="150"/>
                  </a:lnTo>
                  <a:lnTo>
                    <a:pt x="69" y="150"/>
                  </a:lnTo>
                  <a:lnTo>
                    <a:pt x="75" y="159"/>
                  </a:lnTo>
                  <a:lnTo>
                    <a:pt x="75" y="159"/>
                  </a:lnTo>
                  <a:lnTo>
                    <a:pt x="97" y="168"/>
                  </a:lnTo>
                  <a:lnTo>
                    <a:pt x="132" y="150"/>
                  </a:lnTo>
                  <a:lnTo>
                    <a:pt x="147" y="154"/>
                  </a:lnTo>
                  <a:lnTo>
                    <a:pt x="169" y="152"/>
                  </a:lnTo>
                  <a:lnTo>
                    <a:pt x="167" y="163"/>
                  </a:lnTo>
                  <a:lnTo>
                    <a:pt x="201" y="181"/>
                  </a:lnTo>
                  <a:lnTo>
                    <a:pt x="241" y="188"/>
                  </a:lnTo>
                  <a:lnTo>
                    <a:pt x="263" y="186"/>
                  </a:lnTo>
                  <a:lnTo>
                    <a:pt x="273" y="194"/>
                  </a:lnTo>
                  <a:lnTo>
                    <a:pt x="273" y="19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952" y="1682"/>
              <a:ext cx="615" cy="473"/>
            </a:xfrm>
            <a:custGeom>
              <a:avLst/>
              <a:gdLst>
                <a:gd name="T0" fmla="*/ 372 w 615"/>
                <a:gd name="T1" fmla="*/ 473 h 473"/>
                <a:gd name="T2" fmla="*/ 393 w 615"/>
                <a:gd name="T3" fmla="*/ 461 h 473"/>
                <a:gd name="T4" fmla="*/ 414 w 615"/>
                <a:gd name="T5" fmla="*/ 459 h 473"/>
                <a:gd name="T6" fmla="*/ 439 w 615"/>
                <a:gd name="T7" fmla="*/ 465 h 473"/>
                <a:gd name="T8" fmla="*/ 459 w 615"/>
                <a:gd name="T9" fmla="*/ 456 h 473"/>
                <a:gd name="T10" fmla="*/ 478 w 615"/>
                <a:gd name="T11" fmla="*/ 456 h 473"/>
                <a:gd name="T12" fmla="*/ 531 w 615"/>
                <a:gd name="T13" fmla="*/ 472 h 473"/>
                <a:gd name="T14" fmla="*/ 546 w 615"/>
                <a:gd name="T15" fmla="*/ 455 h 473"/>
                <a:gd name="T16" fmla="*/ 584 w 615"/>
                <a:gd name="T17" fmla="*/ 396 h 473"/>
                <a:gd name="T18" fmla="*/ 600 w 615"/>
                <a:gd name="T19" fmla="*/ 369 h 473"/>
                <a:gd name="T20" fmla="*/ 615 w 615"/>
                <a:gd name="T21" fmla="*/ 350 h 473"/>
                <a:gd name="T22" fmla="*/ 608 w 615"/>
                <a:gd name="T23" fmla="*/ 333 h 473"/>
                <a:gd name="T24" fmla="*/ 597 w 615"/>
                <a:gd name="T25" fmla="*/ 317 h 473"/>
                <a:gd name="T26" fmla="*/ 581 w 615"/>
                <a:gd name="T27" fmla="*/ 291 h 473"/>
                <a:gd name="T28" fmla="*/ 582 w 615"/>
                <a:gd name="T29" fmla="*/ 246 h 473"/>
                <a:gd name="T30" fmla="*/ 563 w 615"/>
                <a:gd name="T31" fmla="*/ 209 h 473"/>
                <a:gd name="T32" fmla="*/ 587 w 615"/>
                <a:gd name="T33" fmla="*/ 190 h 473"/>
                <a:gd name="T34" fmla="*/ 578 w 615"/>
                <a:gd name="T35" fmla="*/ 146 h 473"/>
                <a:gd name="T36" fmla="*/ 566 w 615"/>
                <a:gd name="T37" fmla="*/ 118 h 473"/>
                <a:gd name="T38" fmla="*/ 545 w 615"/>
                <a:gd name="T39" fmla="*/ 73 h 473"/>
                <a:gd name="T40" fmla="*/ 539 w 615"/>
                <a:gd name="T41" fmla="*/ 36 h 473"/>
                <a:gd name="T42" fmla="*/ 514 w 615"/>
                <a:gd name="T43" fmla="*/ 24 h 473"/>
                <a:gd name="T44" fmla="*/ 342 w 615"/>
                <a:gd name="T45" fmla="*/ 28 h 473"/>
                <a:gd name="T46" fmla="*/ 311 w 615"/>
                <a:gd name="T47" fmla="*/ 48 h 473"/>
                <a:gd name="T48" fmla="*/ 287 w 615"/>
                <a:gd name="T49" fmla="*/ 48 h 473"/>
                <a:gd name="T50" fmla="*/ 324 w 615"/>
                <a:gd name="T51" fmla="*/ 23 h 473"/>
                <a:gd name="T52" fmla="*/ 303 w 615"/>
                <a:gd name="T53" fmla="*/ 36 h 473"/>
                <a:gd name="T54" fmla="*/ 250 w 615"/>
                <a:gd name="T55" fmla="*/ 38 h 473"/>
                <a:gd name="T56" fmla="*/ 248 w 615"/>
                <a:gd name="T57" fmla="*/ 15 h 473"/>
                <a:gd name="T58" fmla="*/ 271 w 615"/>
                <a:gd name="T59" fmla="*/ 21 h 473"/>
                <a:gd name="T60" fmla="*/ 252 w 615"/>
                <a:gd name="T61" fmla="*/ 8 h 473"/>
                <a:gd name="T62" fmla="*/ 192 w 615"/>
                <a:gd name="T63" fmla="*/ 13 h 473"/>
                <a:gd name="T64" fmla="*/ 154 w 615"/>
                <a:gd name="T65" fmla="*/ 18 h 473"/>
                <a:gd name="T66" fmla="*/ 122 w 615"/>
                <a:gd name="T67" fmla="*/ 34 h 473"/>
                <a:gd name="T68" fmla="*/ 110 w 615"/>
                <a:gd name="T69" fmla="*/ 56 h 473"/>
                <a:gd name="T70" fmla="*/ 58 w 615"/>
                <a:gd name="T71" fmla="*/ 72 h 473"/>
                <a:gd name="T72" fmla="*/ 29 w 615"/>
                <a:gd name="T73" fmla="*/ 88 h 473"/>
                <a:gd name="T74" fmla="*/ 20 w 615"/>
                <a:gd name="T75" fmla="*/ 105 h 473"/>
                <a:gd name="T76" fmla="*/ 14 w 615"/>
                <a:gd name="T77" fmla="*/ 111 h 473"/>
                <a:gd name="T78" fmla="*/ 20 w 615"/>
                <a:gd name="T79" fmla="*/ 159 h 473"/>
                <a:gd name="T80" fmla="*/ 0 w 615"/>
                <a:gd name="T81" fmla="*/ 176 h 473"/>
                <a:gd name="T82" fmla="*/ 19 w 615"/>
                <a:gd name="T83" fmla="*/ 209 h 473"/>
                <a:gd name="T84" fmla="*/ 28 w 615"/>
                <a:gd name="T85" fmla="*/ 230 h 473"/>
                <a:gd name="T86" fmla="*/ 28 w 615"/>
                <a:gd name="T87" fmla="*/ 252 h 473"/>
                <a:gd name="T88" fmla="*/ 49 w 615"/>
                <a:gd name="T89" fmla="*/ 282 h 473"/>
                <a:gd name="T90" fmla="*/ 59 w 615"/>
                <a:gd name="T91" fmla="*/ 324 h 473"/>
                <a:gd name="T92" fmla="*/ 60 w 615"/>
                <a:gd name="T93" fmla="*/ 339 h 473"/>
                <a:gd name="T94" fmla="*/ 77 w 615"/>
                <a:gd name="T95" fmla="*/ 335 h 473"/>
                <a:gd name="T96" fmla="*/ 111 w 615"/>
                <a:gd name="T97" fmla="*/ 335 h 473"/>
                <a:gd name="T98" fmla="*/ 121 w 615"/>
                <a:gd name="T99" fmla="*/ 353 h 473"/>
                <a:gd name="T100" fmla="*/ 142 w 615"/>
                <a:gd name="T101" fmla="*/ 360 h 473"/>
                <a:gd name="T102" fmla="*/ 141 w 615"/>
                <a:gd name="T103" fmla="*/ 380 h 473"/>
                <a:gd name="T104" fmla="*/ 146 w 615"/>
                <a:gd name="T105" fmla="*/ 394 h 473"/>
                <a:gd name="T106" fmla="*/ 160 w 615"/>
                <a:gd name="T107" fmla="*/ 391 h 473"/>
                <a:gd name="T108" fmla="*/ 154 w 615"/>
                <a:gd name="T109" fmla="*/ 374 h 473"/>
                <a:gd name="T110" fmla="*/ 191 w 615"/>
                <a:gd name="T111" fmla="*/ 385 h 473"/>
                <a:gd name="T112" fmla="*/ 208 w 615"/>
                <a:gd name="T113" fmla="*/ 393 h 473"/>
                <a:gd name="T114" fmla="*/ 247 w 615"/>
                <a:gd name="T115" fmla="*/ 399 h 473"/>
                <a:gd name="T116" fmla="*/ 307 w 615"/>
                <a:gd name="T117" fmla="*/ 432 h 473"/>
                <a:gd name="T118" fmla="*/ 332 w 615"/>
                <a:gd name="T119" fmla="*/ 451 h 473"/>
                <a:gd name="T120" fmla="*/ 355 w 615"/>
                <a:gd name="T121" fmla="*/ 445 h 473"/>
                <a:gd name="T122" fmla="*/ 369 w 615"/>
                <a:gd name="T123" fmla="*/ 471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5" h="473">
                  <a:moveTo>
                    <a:pt x="369" y="471"/>
                  </a:moveTo>
                  <a:lnTo>
                    <a:pt x="372" y="473"/>
                  </a:lnTo>
                  <a:lnTo>
                    <a:pt x="385" y="472"/>
                  </a:lnTo>
                  <a:lnTo>
                    <a:pt x="393" y="461"/>
                  </a:lnTo>
                  <a:lnTo>
                    <a:pt x="404" y="458"/>
                  </a:lnTo>
                  <a:lnTo>
                    <a:pt x="414" y="459"/>
                  </a:lnTo>
                  <a:lnTo>
                    <a:pt x="430" y="459"/>
                  </a:lnTo>
                  <a:lnTo>
                    <a:pt x="439" y="465"/>
                  </a:lnTo>
                  <a:lnTo>
                    <a:pt x="448" y="457"/>
                  </a:lnTo>
                  <a:lnTo>
                    <a:pt x="459" y="456"/>
                  </a:lnTo>
                  <a:lnTo>
                    <a:pt x="469" y="460"/>
                  </a:lnTo>
                  <a:lnTo>
                    <a:pt x="478" y="456"/>
                  </a:lnTo>
                  <a:lnTo>
                    <a:pt x="502" y="457"/>
                  </a:lnTo>
                  <a:lnTo>
                    <a:pt x="531" y="472"/>
                  </a:lnTo>
                  <a:lnTo>
                    <a:pt x="545" y="473"/>
                  </a:lnTo>
                  <a:lnTo>
                    <a:pt x="546" y="455"/>
                  </a:lnTo>
                  <a:lnTo>
                    <a:pt x="543" y="439"/>
                  </a:lnTo>
                  <a:lnTo>
                    <a:pt x="584" y="396"/>
                  </a:lnTo>
                  <a:lnTo>
                    <a:pt x="590" y="378"/>
                  </a:lnTo>
                  <a:lnTo>
                    <a:pt x="600" y="369"/>
                  </a:lnTo>
                  <a:lnTo>
                    <a:pt x="611" y="368"/>
                  </a:lnTo>
                  <a:lnTo>
                    <a:pt x="615" y="350"/>
                  </a:lnTo>
                  <a:lnTo>
                    <a:pt x="610" y="342"/>
                  </a:lnTo>
                  <a:lnTo>
                    <a:pt x="608" y="333"/>
                  </a:lnTo>
                  <a:lnTo>
                    <a:pt x="614" y="326"/>
                  </a:lnTo>
                  <a:lnTo>
                    <a:pt x="597" y="317"/>
                  </a:lnTo>
                  <a:lnTo>
                    <a:pt x="590" y="299"/>
                  </a:lnTo>
                  <a:lnTo>
                    <a:pt x="581" y="291"/>
                  </a:lnTo>
                  <a:lnTo>
                    <a:pt x="580" y="263"/>
                  </a:lnTo>
                  <a:lnTo>
                    <a:pt x="582" y="246"/>
                  </a:lnTo>
                  <a:lnTo>
                    <a:pt x="568" y="227"/>
                  </a:lnTo>
                  <a:lnTo>
                    <a:pt x="563" y="209"/>
                  </a:lnTo>
                  <a:lnTo>
                    <a:pt x="573" y="194"/>
                  </a:lnTo>
                  <a:lnTo>
                    <a:pt x="587" y="190"/>
                  </a:lnTo>
                  <a:lnTo>
                    <a:pt x="586" y="152"/>
                  </a:lnTo>
                  <a:lnTo>
                    <a:pt x="578" y="146"/>
                  </a:lnTo>
                  <a:lnTo>
                    <a:pt x="575" y="130"/>
                  </a:lnTo>
                  <a:lnTo>
                    <a:pt x="566" y="118"/>
                  </a:lnTo>
                  <a:lnTo>
                    <a:pt x="556" y="90"/>
                  </a:lnTo>
                  <a:lnTo>
                    <a:pt x="545" y="73"/>
                  </a:lnTo>
                  <a:lnTo>
                    <a:pt x="546" y="58"/>
                  </a:lnTo>
                  <a:lnTo>
                    <a:pt x="539" y="36"/>
                  </a:lnTo>
                  <a:lnTo>
                    <a:pt x="530" y="35"/>
                  </a:lnTo>
                  <a:lnTo>
                    <a:pt x="514" y="24"/>
                  </a:lnTo>
                  <a:lnTo>
                    <a:pt x="426" y="32"/>
                  </a:lnTo>
                  <a:lnTo>
                    <a:pt x="342" y="28"/>
                  </a:lnTo>
                  <a:lnTo>
                    <a:pt x="334" y="31"/>
                  </a:lnTo>
                  <a:lnTo>
                    <a:pt x="311" y="48"/>
                  </a:lnTo>
                  <a:lnTo>
                    <a:pt x="291" y="52"/>
                  </a:lnTo>
                  <a:lnTo>
                    <a:pt x="287" y="48"/>
                  </a:lnTo>
                  <a:lnTo>
                    <a:pt x="306" y="38"/>
                  </a:lnTo>
                  <a:lnTo>
                    <a:pt x="324" y="23"/>
                  </a:lnTo>
                  <a:lnTo>
                    <a:pt x="318" y="23"/>
                  </a:lnTo>
                  <a:lnTo>
                    <a:pt x="303" y="36"/>
                  </a:lnTo>
                  <a:lnTo>
                    <a:pt x="279" y="46"/>
                  </a:lnTo>
                  <a:lnTo>
                    <a:pt x="250" y="38"/>
                  </a:lnTo>
                  <a:lnTo>
                    <a:pt x="244" y="25"/>
                  </a:lnTo>
                  <a:lnTo>
                    <a:pt x="248" y="15"/>
                  </a:lnTo>
                  <a:lnTo>
                    <a:pt x="264" y="17"/>
                  </a:lnTo>
                  <a:lnTo>
                    <a:pt x="271" y="21"/>
                  </a:lnTo>
                  <a:lnTo>
                    <a:pt x="271" y="17"/>
                  </a:lnTo>
                  <a:lnTo>
                    <a:pt x="252" y="8"/>
                  </a:lnTo>
                  <a:lnTo>
                    <a:pt x="219" y="0"/>
                  </a:lnTo>
                  <a:lnTo>
                    <a:pt x="192" y="13"/>
                  </a:lnTo>
                  <a:lnTo>
                    <a:pt x="173" y="11"/>
                  </a:lnTo>
                  <a:lnTo>
                    <a:pt x="154" y="18"/>
                  </a:lnTo>
                  <a:lnTo>
                    <a:pt x="142" y="34"/>
                  </a:lnTo>
                  <a:lnTo>
                    <a:pt x="122" y="34"/>
                  </a:lnTo>
                  <a:lnTo>
                    <a:pt x="110" y="46"/>
                  </a:lnTo>
                  <a:lnTo>
                    <a:pt x="110" y="56"/>
                  </a:lnTo>
                  <a:lnTo>
                    <a:pt x="90" y="56"/>
                  </a:lnTo>
                  <a:lnTo>
                    <a:pt x="58" y="72"/>
                  </a:lnTo>
                  <a:lnTo>
                    <a:pt x="36" y="73"/>
                  </a:lnTo>
                  <a:lnTo>
                    <a:pt x="29" y="88"/>
                  </a:lnTo>
                  <a:lnTo>
                    <a:pt x="25" y="103"/>
                  </a:lnTo>
                  <a:lnTo>
                    <a:pt x="20" y="105"/>
                  </a:lnTo>
                  <a:lnTo>
                    <a:pt x="21" y="111"/>
                  </a:lnTo>
                  <a:lnTo>
                    <a:pt x="14" y="111"/>
                  </a:lnTo>
                  <a:lnTo>
                    <a:pt x="21" y="139"/>
                  </a:lnTo>
                  <a:lnTo>
                    <a:pt x="20" y="159"/>
                  </a:lnTo>
                  <a:lnTo>
                    <a:pt x="0" y="168"/>
                  </a:lnTo>
                  <a:lnTo>
                    <a:pt x="0" y="176"/>
                  </a:lnTo>
                  <a:lnTo>
                    <a:pt x="21" y="196"/>
                  </a:lnTo>
                  <a:lnTo>
                    <a:pt x="19" y="209"/>
                  </a:lnTo>
                  <a:lnTo>
                    <a:pt x="28" y="220"/>
                  </a:lnTo>
                  <a:lnTo>
                    <a:pt x="28" y="230"/>
                  </a:lnTo>
                  <a:lnTo>
                    <a:pt x="34" y="242"/>
                  </a:lnTo>
                  <a:lnTo>
                    <a:pt x="28" y="252"/>
                  </a:lnTo>
                  <a:lnTo>
                    <a:pt x="41" y="278"/>
                  </a:lnTo>
                  <a:lnTo>
                    <a:pt x="49" y="282"/>
                  </a:lnTo>
                  <a:lnTo>
                    <a:pt x="58" y="292"/>
                  </a:lnTo>
                  <a:lnTo>
                    <a:pt x="59" y="324"/>
                  </a:lnTo>
                  <a:lnTo>
                    <a:pt x="55" y="329"/>
                  </a:lnTo>
                  <a:lnTo>
                    <a:pt x="60" y="339"/>
                  </a:lnTo>
                  <a:lnTo>
                    <a:pt x="66" y="333"/>
                  </a:lnTo>
                  <a:lnTo>
                    <a:pt x="77" y="335"/>
                  </a:lnTo>
                  <a:lnTo>
                    <a:pt x="84" y="331"/>
                  </a:lnTo>
                  <a:lnTo>
                    <a:pt x="111" y="335"/>
                  </a:lnTo>
                  <a:lnTo>
                    <a:pt x="110" y="342"/>
                  </a:lnTo>
                  <a:lnTo>
                    <a:pt x="121" y="353"/>
                  </a:lnTo>
                  <a:lnTo>
                    <a:pt x="132" y="352"/>
                  </a:lnTo>
                  <a:lnTo>
                    <a:pt x="142" y="360"/>
                  </a:lnTo>
                  <a:lnTo>
                    <a:pt x="136" y="373"/>
                  </a:lnTo>
                  <a:lnTo>
                    <a:pt x="141" y="380"/>
                  </a:lnTo>
                  <a:lnTo>
                    <a:pt x="146" y="382"/>
                  </a:lnTo>
                  <a:lnTo>
                    <a:pt x="146" y="394"/>
                  </a:lnTo>
                  <a:lnTo>
                    <a:pt x="155" y="398"/>
                  </a:lnTo>
                  <a:lnTo>
                    <a:pt x="160" y="391"/>
                  </a:lnTo>
                  <a:lnTo>
                    <a:pt x="169" y="391"/>
                  </a:lnTo>
                  <a:lnTo>
                    <a:pt x="154" y="374"/>
                  </a:lnTo>
                  <a:lnTo>
                    <a:pt x="160" y="370"/>
                  </a:lnTo>
                  <a:lnTo>
                    <a:pt x="191" y="385"/>
                  </a:lnTo>
                  <a:lnTo>
                    <a:pt x="211" y="383"/>
                  </a:lnTo>
                  <a:lnTo>
                    <a:pt x="208" y="393"/>
                  </a:lnTo>
                  <a:lnTo>
                    <a:pt x="223" y="404"/>
                  </a:lnTo>
                  <a:lnTo>
                    <a:pt x="247" y="399"/>
                  </a:lnTo>
                  <a:lnTo>
                    <a:pt x="267" y="404"/>
                  </a:lnTo>
                  <a:lnTo>
                    <a:pt x="307" y="432"/>
                  </a:lnTo>
                  <a:lnTo>
                    <a:pt x="320" y="451"/>
                  </a:lnTo>
                  <a:lnTo>
                    <a:pt x="332" y="451"/>
                  </a:lnTo>
                  <a:lnTo>
                    <a:pt x="338" y="445"/>
                  </a:lnTo>
                  <a:lnTo>
                    <a:pt x="355" y="445"/>
                  </a:lnTo>
                  <a:lnTo>
                    <a:pt x="365" y="455"/>
                  </a:lnTo>
                  <a:lnTo>
                    <a:pt x="369" y="47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2830" y="2010"/>
              <a:ext cx="491" cy="194"/>
            </a:xfrm>
            <a:custGeom>
              <a:avLst/>
              <a:gdLst>
                <a:gd name="T0" fmla="*/ 182 w 491"/>
                <a:gd name="T1" fmla="*/ 11 h 194"/>
                <a:gd name="T2" fmla="*/ 199 w 491"/>
                <a:gd name="T3" fmla="*/ 7 h 194"/>
                <a:gd name="T4" fmla="*/ 233 w 491"/>
                <a:gd name="T5" fmla="*/ 7 h 194"/>
                <a:gd name="T6" fmla="*/ 243 w 491"/>
                <a:gd name="T7" fmla="*/ 25 h 194"/>
                <a:gd name="T8" fmla="*/ 264 w 491"/>
                <a:gd name="T9" fmla="*/ 32 h 194"/>
                <a:gd name="T10" fmla="*/ 263 w 491"/>
                <a:gd name="T11" fmla="*/ 52 h 194"/>
                <a:gd name="T12" fmla="*/ 268 w 491"/>
                <a:gd name="T13" fmla="*/ 66 h 194"/>
                <a:gd name="T14" fmla="*/ 282 w 491"/>
                <a:gd name="T15" fmla="*/ 63 h 194"/>
                <a:gd name="T16" fmla="*/ 276 w 491"/>
                <a:gd name="T17" fmla="*/ 46 h 194"/>
                <a:gd name="T18" fmla="*/ 313 w 491"/>
                <a:gd name="T19" fmla="*/ 57 h 194"/>
                <a:gd name="T20" fmla="*/ 330 w 491"/>
                <a:gd name="T21" fmla="*/ 65 h 194"/>
                <a:gd name="T22" fmla="*/ 369 w 491"/>
                <a:gd name="T23" fmla="*/ 71 h 194"/>
                <a:gd name="T24" fmla="*/ 429 w 491"/>
                <a:gd name="T25" fmla="*/ 104 h 194"/>
                <a:gd name="T26" fmla="*/ 454 w 491"/>
                <a:gd name="T27" fmla="*/ 123 h 194"/>
                <a:gd name="T28" fmla="*/ 477 w 491"/>
                <a:gd name="T29" fmla="*/ 117 h 194"/>
                <a:gd name="T30" fmla="*/ 491 w 491"/>
                <a:gd name="T31" fmla="*/ 144 h 194"/>
                <a:gd name="T32" fmla="*/ 446 w 491"/>
                <a:gd name="T33" fmla="*/ 153 h 194"/>
                <a:gd name="T34" fmla="*/ 411 w 491"/>
                <a:gd name="T35" fmla="*/ 172 h 194"/>
                <a:gd name="T36" fmla="*/ 360 w 491"/>
                <a:gd name="T37" fmla="*/ 182 h 194"/>
                <a:gd name="T38" fmla="*/ 339 w 491"/>
                <a:gd name="T39" fmla="*/ 179 h 194"/>
                <a:gd name="T40" fmla="*/ 293 w 491"/>
                <a:gd name="T41" fmla="*/ 181 h 194"/>
                <a:gd name="T42" fmla="*/ 264 w 491"/>
                <a:gd name="T43" fmla="*/ 178 h 194"/>
                <a:gd name="T44" fmla="*/ 228 w 491"/>
                <a:gd name="T45" fmla="*/ 166 h 194"/>
                <a:gd name="T46" fmla="*/ 191 w 491"/>
                <a:gd name="T47" fmla="*/ 160 h 194"/>
                <a:gd name="T48" fmla="*/ 179 w 491"/>
                <a:gd name="T49" fmla="*/ 178 h 194"/>
                <a:gd name="T50" fmla="*/ 159 w 491"/>
                <a:gd name="T51" fmla="*/ 187 h 194"/>
                <a:gd name="T52" fmla="*/ 120 w 491"/>
                <a:gd name="T53" fmla="*/ 177 h 194"/>
                <a:gd name="T54" fmla="*/ 110 w 491"/>
                <a:gd name="T55" fmla="*/ 176 h 194"/>
                <a:gd name="T56" fmla="*/ 71 w 491"/>
                <a:gd name="T57" fmla="*/ 139 h 194"/>
                <a:gd name="T58" fmla="*/ 34 w 491"/>
                <a:gd name="T59" fmla="*/ 118 h 194"/>
                <a:gd name="T60" fmla="*/ 31 w 491"/>
                <a:gd name="T61" fmla="*/ 95 h 194"/>
                <a:gd name="T62" fmla="*/ 0 w 491"/>
                <a:gd name="T63" fmla="*/ 65 h 194"/>
                <a:gd name="T64" fmla="*/ 6 w 491"/>
                <a:gd name="T65" fmla="*/ 51 h 194"/>
                <a:gd name="T66" fmla="*/ 22 w 491"/>
                <a:gd name="T67" fmla="*/ 61 h 194"/>
                <a:gd name="T68" fmla="*/ 58 w 491"/>
                <a:gd name="T69" fmla="*/ 41 h 194"/>
                <a:gd name="T70" fmla="*/ 85 w 491"/>
                <a:gd name="T71" fmla="*/ 27 h 194"/>
                <a:gd name="T72" fmla="*/ 115 w 491"/>
                <a:gd name="T73" fmla="*/ 16 h 194"/>
                <a:gd name="T74" fmla="*/ 136 w 491"/>
                <a:gd name="T75" fmla="*/ 12 h 194"/>
                <a:gd name="T76" fmla="*/ 156 w 491"/>
                <a:gd name="T77" fmla="*/ 6 h 194"/>
                <a:gd name="T78" fmla="*/ 174 w 491"/>
                <a:gd name="T79" fmla="*/ 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91" h="194">
                  <a:moveTo>
                    <a:pt x="177" y="1"/>
                  </a:moveTo>
                  <a:lnTo>
                    <a:pt x="182" y="11"/>
                  </a:lnTo>
                  <a:lnTo>
                    <a:pt x="188" y="5"/>
                  </a:lnTo>
                  <a:lnTo>
                    <a:pt x="199" y="7"/>
                  </a:lnTo>
                  <a:lnTo>
                    <a:pt x="206" y="3"/>
                  </a:lnTo>
                  <a:lnTo>
                    <a:pt x="233" y="7"/>
                  </a:lnTo>
                  <a:lnTo>
                    <a:pt x="232" y="14"/>
                  </a:lnTo>
                  <a:lnTo>
                    <a:pt x="243" y="25"/>
                  </a:lnTo>
                  <a:lnTo>
                    <a:pt x="254" y="24"/>
                  </a:lnTo>
                  <a:lnTo>
                    <a:pt x="264" y="32"/>
                  </a:lnTo>
                  <a:lnTo>
                    <a:pt x="258" y="45"/>
                  </a:lnTo>
                  <a:lnTo>
                    <a:pt x="263" y="52"/>
                  </a:lnTo>
                  <a:lnTo>
                    <a:pt x="268" y="54"/>
                  </a:lnTo>
                  <a:lnTo>
                    <a:pt x="268" y="66"/>
                  </a:lnTo>
                  <a:lnTo>
                    <a:pt x="277" y="70"/>
                  </a:lnTo>
                  <a:lnTo>
                    <a:pt x="282" y="63"/>
                  </a:lnTo>
                  <a:lnTo>
                    <a:pt x="291" y="63"/>
                  </a:lnTo>
                  <a:lnTo>
                    <a:pt x="276" y="46"/>
                  </a:lnTo>
                  <a:lnTo>
                    <a:pt x="282" y="42"/>
                  </a:lnTo>
                  <a:lnTo>
                    <a:pt x="313" y="57"/>
                  </a:lnTo>
                  <a:lnTo>
                    <a:pt x="333" y="55"/>
                  </a:lnTo>
                  <a:lnTo>
                    <a:pt x="330" y="65"/>
                  </a:lnTo>
                  <a:lnTo>
                    <a:pt x="345" y="76"/>
                  </a:lnTo>
                  <a:lnTo>
                    <a:pt x="369" y="71"/>
                  </a:lnTo>
                  <a:lnTo>
                    <a:pt x="389" y="76"/>
                  </a:lnTo>
                  <a:lnTo>
                    <a:pt x="429" y="104"/>
                  </a:lnTo>
                  <a:lnTo>
                    <a:pt x="442" y="123"/>
                  </a:lnTo>
                  <a:lnTo>
                    <a:pt x="454" y="123"/>
                  </a:lnTo>
                  <a:lnTo>
                    <a:pt x="460" y="117"/>
                  </a:lnTo>
                  <a:lnTo>
                    <a:pt x="477" y="117"/>
                  </a:lnTo>
                  <a:lnTo>
                    <a:pt x="487" y="127"/>
                  </a:lnTo>
                  <a:lnTo>
                    <a:pt x="491" y="144"/>
                  </a:lnTo>
                  <a:lnTo>
                    <a:pt x="461" y="141"/>
                  </a:lnTo>
                  <a:lnTo>
                    <a:pt x="446" y="153"/>
                  </a:lnTo>
                  <a:lnTo>
                    <a:pt x="429" y="154"/>
                  </a:lnTo>
                  <a:lnTo>
                    <a:pt x="411" y="172"/>
                  </a:lnTo>
                  <a:lnTo>
                    <a:pt x="386" y="175"/>
                  </a:lnTo>
                  <a:lnTo>
                    <a:pt x="360" y="182"/>
                  </a:lnTo>
                  <a:lnTo>
                    <a:pt x="354" y="178"/>
                  </a:lnTo>
                  <a:lnTo>
                    <a:pt x="339" y="179"/>
                  </a:lnTo>
                  <a:lnTo>
                    <a:pt x="323" y="188"/>
                  </a:lnTo>
                  <a:lnTo>
                    <a:pt x="293" y="181"/>
                  </a:lnTo>
                  <a:lnTo>
                    <a:pt x="281" y="174"/>
                  </a:lnTo>
                  <a:lnTo>
                    <a:pt x="264" y="178"/>
                  </a:lnTo>
                  <a:lnTo>
                    <a:pt x="245" y="177"/>
                  </a:lnTo>
                  <a:lnTo>
                    <a:pt x="228" y="166"/>
                  </a:lnTo>
                  <a:lnTo>
                    <a:pt x="205" y="165"/>
                  </a:lnTo>
                  <a:lnTo>
                    <a:pt x="191" y="160"/>
                  </a:lnTo>
                  <a:lnTo>
                    <a:pt x="185" y="172"/>
                  </a:lnTo>
                  <a:lnTo>
                    <a:pt x="179" y="178"/>
                  </a:lnTo>
                  <a:lnTo>
                    <a:pt x="178" y="186"/>
                  </a:lnTo>
                  <a:lnTo>
                    <a:pt x="159" y="187"/>
                  </a:lnTo>
                  <a:lnTo>
                    <a:pt x="153" y="194"/>
                  </a:lnTo>
                  <a:lnTo>
                    <a:pt x="120" y="177"/>
                  </a:lnTo>
                  <a:lnTo>
                    <a:pt x="110" y="176"/>
                  </a:lnTo>
                  <a:lnTo>
                    <a:pt x="110" y="176"/>
                  </a:lnTo>
                  <a:lnTo>
                    <a:pt x="83" y="147"/>
                  </a:lnTo>
                  <a:lnTo>
                    <a:pt x="71" y="139"/>
                  </a:lnTo>
                  <a:lnTo>
                    <a:pt x="47" y="124"/>
                  </a:lnTo>
                  <a:lnTo>
                    <a:pt x="34" y="118"/>
                  </a:lnTo>
                  <a:lnTo>
                    <a:pt x="30" y="110"/>
                  </a:lnTo>
                  <a:lnTo>
                    <a:pt x="31" y="95"/>
                  </a:lnTo>
                  <a:lnTo>
                    <a:pt x="17" y="74"/>
                  </a:lnTo>
                  <a:lnTo>
                    <a:pt x="0" y="65"/>
                  </a:lnTo>
                  <a:lnTo>
                    <a:pt x="0" y="55"/>
                  </a:lnTo>
                  <a:lnTo>
                    <a:pt x="6" y="51"/>
                  </a:lnTo>
                  <a:lnTo>
                    <a:pt x="12" y="56"/>
                  </a:lnTo>
                  <a:lnTo>
                    <a:pt x="22" y="61"/>
                  </a:lnTo>
                  <a:lnTo>
                    <a:pt x="46" y="42"/>
                  </a:lnTo>
                  <a:lnTo>
                    <a:pt x="58" y="41"/>
                  </a:lnTo>
                  <a:lnTo>
                    <a:pt x="71" y="28"/>
                  </a:lnTo>
                  <a:lnTo>
                    <a:pt x="85" y="27"/>
                  </a:lnTo>
                  <a:lnTo>
                    <a:pt x="92" y="17"/>
                  </a:lnTo>
                  <a:lnTo>
                    <a:pt x="115" y="16"/>
                  </a:lnTo>
                  <a:lnTo>
                    <a:pt x="124" y="19"/>
                  </a:lnTo>
                  <a:lnTo>
                    <a:pt x="136" y="12"/>
                  </a:lnTo>
                  <a:lnTo>
                    <a:pt x="136" y="1"/>
                  </a:lnTo>
                  <a:lnTo>
                    <a:pt x="156" y="6"/>
                  </a:lnTo>
                  <a:lnTo>
                    <a:pt x="164" y="0"/>
                  </a:lnTo>
                  <a:lnTo>
                    <a:pt x="174" y="5"/>
                  </a:lnTo>
                  <a:lnTo>
                    <a:pt x="177" y="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2452" y="1686"/>
              <a:ext cx="559" cy="609"/>
            </a:xfrm>
            <a:custGeom>
              <a:avLst/>
              <a:gdLst>
                <a:gd name="T0" fmla="*/ 204 w 559"/>
                <a:gd name="T1" fmla="*/ 10 h 609"/>
                <a:gd name="T2" fmla="*/ 235 w 559"/>
                <a:gd name="T3" fmla="*/ 35 h 609"/>
                <a:gd name="T4" fmla="*/ 247 w 559"/>
                <a:gd name="T5" fmla="*/ 61 h 609"/>
                <a:gd name="T6" fmla="*/ 271 w 559"/>
                <a:gd name="T7" fmla="*/ 51 h 609"/>
                <a:gd name="T8" fmla="*/ 308 w 559"/>
                <a:gd name="T9" fmla="*/ 52 h 609"/>
                <a:gd name="T10" fmla="*/ 279 w 559"/>
                <a:gd name="T11" fmla="*/ 79 h 609"/>
                <a:gd name="T12" fmla="*/ 319 w 559"/>
                <a:gd name="T13" fmla="*/ 89 h 609"/>
                <a:gd name="T14" fmla="*/ 369 w 559"/>
                <a:gd name="T15" fmla="*/ 64 h 609"/>
                <a:gd name="T16" fmla="*/ 391 w 559"/>
                <a:gd name="T17" fmla="*/ 43 h 609"/>
                <a:gd name="T18" fmla="*/ 387 w 559"/>
                <a:gd name="T19" fmla="*/ 53 h 609"/>
                <a:gd name="T20" fmla="*/ 413 w 559"/>
                <a:gd name="T21" fmla="*/ 54 h 609"/>
                <a:gd name="T22" fmla="*/ 452 w 559"/>
                <a:gd name="T23" fmla="*/ 75 h 609"/>
                <a:gd name="T24" fmla="*/ 482 w 559"/>
                <a:gd name="T25" fmla="*/ 103 h 609"/>
                <a:gd name="T26" fmla="*/ 521 w 559"/>
                <a:gd name="T27" fmla="*/ 135 h 609"/>
                <a:gd name="T28" fmla="*/ 521 w 559"/>
                <a:gd name="T29" fmla="*/ 192 h 609"/>
                <a:gd name="T30" fmla="*/ 534 w 559"/>
                <a:gd name="T31" fmla="*/ 238 h 609"/>
                <a:gd name="T32" fmla="*/ 558 w 559"/>
                <a:gd name="T33" fmla="*/ 288 h 609"/>
                <a:gd name="T34" fmla="*/ 534 w 559"/>
                <a:gd name="T35" fmla="*/ 330 h 609"/>
                <a:gd name="T36" fmla="*/ 493 w 559"/>
                <a:gd name="T37" fmla="*/ 340 h 609"/>
                <a:gd name="T38" fmla="*/ 436 w 559"/>
                <a:gd name="T39" fmla="*/ 365 h 609"/>
                <a:gd name="T40" fmla="*/ 384 w 559"/>
                <a:gd name="T41" fmla="*/ 375 h 609"/>
                <a:gd name="T42" fmla="*/ 409 w 559"/>
                <a:gd name="T43" fmla="*/ 419 h 609"/>
                <a:gd name="T44" fmla="*/ 449 w 559"/>
                <a:gd name="T45" fmla="*/ 463 h 609"/>
                <a:gd name="T46" fmla="*/ 486 w 559"/>
                <a:gd name="T47" fmla="*/ 523 h 609"/>
                <a:gd name="T48" fmla="*/ 435 w 559"/>
                <a:gd name="T49" fmla="*/ 563 h 609"/>
                <a:gd name="T50" fmla="*/ 447 w 559"/>
                <a:gd name="T51" fmla="*/ 593 h 609"/>
                <a:gd name="T52" fmla="*/ 391 w 559"/>
                <a:gd name="T53" fmla="*/ 587 h 609"/>
                <a:gd name="T54" fmla="*/ 335 w 559"/>
                <a:gd name="T55" fmla="*/ 601 h 609"/>
                <a:gd name="T56" fmla="*/ 291 w 559"/>
                <a:gd name="T57" fmla="*/ 604 h 609"/>
                <a:gd name="T58" fmla="*/ 249 w 559"/>
                <a:gd name="T59" fmla="*/ 599 h 609"/>
                <a:gd name="T60" fmla="*/ 213 w 559"/>
                <a:gd name="T61" fmla="*/ 586 h 609"/>
                <a:gd name="T62" fmla="*/ 184 w 559"/>
                <a:gd name="T63" fmla="*/ 577 h 609"/>
                <a:gd name="T64" fmla="*/ 151 w 559"/>
                <a:gd name="T65" fmla="*/ 592 h 609"/>
                <a:gd name="T66" fmla="*/ 122 w 559"/>
                <a:gd name="T67" fmla="*/ 583 h 609"/>
                <a:gd name="T68" fmla="*/ 126 w 559"/>
                <a:gd name="T69" fmla="*/ 530 h 609"/>
                <a:gd name="T70" fmla="*/ 134 w 559"/>
                <a:gd name="T71" fmla="*/ 480 h 609"/>
                <a:gd name="T72" fmla="*/ 85 w 559"/>
                <a:gd name="T73" fmla="*/ 474 h 609"/>
                <a:gd name="T74" fmla="*/ 51 w 559"/>
                <a:gd name="T75" fmla="*/ 461 h 609"/>
                <a:gd name="T76" fmla="*/ 32 w 559"/>
                <a:gd name="T77" fmla="*/ 428 h 609"/>
                <a:gd name="T78" fmla="*/ 17 w 559"/>
                <a:gd name="T79" fmla="*/ 379 h 609"/>
                <a:gd name="T80" fmla="*/ 3 w 559"/>
                <a:gd name="T81" fmla="*/ 333 h 609"/>
                <a:gd name="T82" fmla="*/ 8 w 559"/>
                <a:gd name="T83" fmla="*/ 282 h 609"/>
                <a:gd name="T84" fmla="*/ 60 w 559"/>
                <a:gd name="T85" fmla="*/ 259 h 609"/>
                <a:gd name="T86" fmla="*/ 72 w 559"/>
                <a:gd name="T87" fmla="*/ 224 h 609"/>
                <a:gd name="T88" fmla="*/ 51 w 559"/>
                <a:gd name="T89" fmla="*/ 203 h 609"/>
                <a:gd name="T90" fmla="*/ 80 w 559"/>
                <a:gd name="T91" fmla="*/ 178 h 609"/>
                <a:gd name="T92" fmla="*/ 90 w 559"/>
                <a:gd name="T93" fmla="*/ 155 h 609"/>
                <a:gd name="T94" fmla="*/ 67 w 559"/>
                <a:gd name="T95" fmla="*/ 130 h 609"/>
                <a:gd name="T96" fmla="*/ 124 w 559"/>
                <a:gd name="T97" fmla="*/ 117 h 609"/>
                <a:gd name="T98" fmla="*/ 135 w 559"/>
                <a:gd name="T99" fmla="*/ 126 h 609"/>
                <a:gd name="T100" fmla="*/ 149 w 559"/>
                <a:gd name="T101" fmla="*/ 136 h 609"/>
                <a:gd name="T102" fmla="*/ 155 w 559"/>
                <a:gd name="T103" fmla="*/ 112 h 609"/>
                <a:gd name="T104" fmla="*/ 198 w 559"/>
                <a:gd name="T105" fmla="*/ 99 h 609"/>
                <a:gd name="T106" fmla="*/ 200 w 559"/>
                <a:gd name="T107" fmla="*/ 95 h 609"/>
                <a:gd name="T108" fmla="*/ 186 w 559"/>
                <a:gd name="T109" fmla="*/ 72 h 609"/>
                <a:gd name="T110" fmla="*/ 161 w 559"/>
                <a:gd name="T111" fmla="*/ 45 h 609"/>
                <a:gd name="T112" fmla="*/ 171 w 559"/>
                <a:gd name="T113" fmla="*/ 20 h 609"/>
                <a:gd name="T114" fmla="*/ 155 w 559"/>
                <a:gd name="T115" fmla="*/ 1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9" h="609">
                  <a:moveTo>
                    <a:pt x="155" y="1"/>
                  </a:moveTo>
                  <a:lnTo>
                    <a:pt x="173" y="0"/>
                  </a:lnTo>
                  <a:lnTo>
                    <a:pt x="198" y="6"/>
                  </a:lnTo>
                  <a:lnTo>
                    <a:pt x="204" y="10"/>
                  </a:lnTo>
                  <a:lnTo>
                    <a:pt x="216" y="8"/>
                  </a:lnTo>
                  <a:lnTo>
                    <a:pt x="229" y="20"/>
                  </a:lnTo>
                  <a:lnTo>
                    <a:pt x="242" y="22"/>
                  </a:lnTo>
                  <a:lnTo>
                    <a:pt x="235" y="35"/>
                  </a:lnTo>
                  <a:lnTo>
                    <a:pt x="228" y="41"/>
                  </a:lnTo>
                  <a:lnTo>
                    <a:pt x="232" y="48"/>
                  </a:lnTo>
                  <a:lnTo>
                    <a:pt x="243" y="51"/>
                  </a:lnTo>
                  <a:lnTo>
                    <a:pt x="247" y="61"/>
                  </a:lnTo>
                  <a:lnTo>
                    <a:pt x="257" y="54"/>
                  </a:lnTo>
                  <a:lnTo>
                    <a:pt x="261" y="48"/>
                  </a:lnTo>
                  <a:lnTo>
                    <a:pt x="266" y="44"/>
                  </a:lnTo>
                  <a:lnTo>
                    <a:pt x="271" y="51"/>
                  </a:lnTo>
                  <a:lnTo>
                    <a:pt x="289" y="62"/>
                  </a:lnTo>
                  <a:lnTo>
                    <a:pt x="292" y="57"/>
                  </a:lnTo>
                  <a:lnTo>
                    <a:pt x="303" y="50"/>
                  </a:lnTo>
                  <a:lnTo>
                    <a:pt x="308" y="52"/>
                  </a:lnTo>
                  <a:lnTo>
                    <a:pt x="309" y="63"/>
                  </a:lnTo>
                  <a:lnTo>
                    <a:pt x="300" y="73"/>
                  </a:lnTo>
                  <a:lnTo>
                    <a:pt x="291" y="72"/>
                  </a:lnTo>
                  <a:lnTo>
                    <a:pt x="279" y="79"/>
                  </a:lnTo>
                  <a:lnTo>
                    <a:pt x="297" y="84"/>
                  </a:lnTo>
                  <a:lnTo>
                    <a:pt x="303" y="81"/>
                  </a:lnTo>
                  <a:lnTo>
                    <a:pt x="315" y="82"/>
                  </a:lnTo>
                  <a:lnTo>
                    <a:pt x="319" y="89"/>
                  </a:lnTo>
                  <a:lnTo>
                    <a:pt x="332" y="88"/>
                  </a:lnTo>
                  <a:lnTo>
                    <a:pt x="335" y="79"/>
                  </a:lnTo>
                  <a:lnTo>
                    <a:pt x="344" y="67"/>
                  </a:lnTo>
                  <a:lnTo>
                    <a:pt x="369" y="64"/>
                  </a:lnTo>
                  <a:lnTo>
                    <a:pt x="370" y="58"/>
                  </a:lnTo>
                  <a:lnTo>
                    <a:pt x="383" y="52"/>
                  </a:lnTo>
                  <a:lnTo>
                    <a:pt x="385" y="45"/>
                  </a:lnTo>
                  <a:lnTo>
                    <a:pt x="391" y="43"/>
                  </a:lnTo>
                  <a:lnTo>
                    <a:pt x="407" y="44"/>
                  </a:lnTo>
                  <a:lnTo>
                    <a:pt x="394" y="49"/>
                  </a:lnTo>
                  <a:lnTo>
                    <a:pt x="389" y="54"/>
                  </a:lnTo>
                  <a:lnTo>
                    <a:pt x="387" y="53"/>
                  </a:lnTo>
                  <a:lnTo>
                    <a:pt x="380" y="59"/>
                  </a:lnTo>
                  <a:lnTo>
                    <a:pt x="385" y="64"/>
                  </a:lnTo>
                  <a:lnTo>
                    <a:pt x="398" y="55"/>
                  </a:lnTo>
                  <a:lnTo>
                    <a:pt x="413" y="54"/>
                  </a:lnTo>
                  <a:lnTo>
                    <a:pt x="419" y="51"/>
                  </a:lnTo>
                  <a:lnTo>
                    <a:pt x="423" y="57"/>
                  </a:lnTo>
                  <a:lnTo>
                    <a:pt x="435" y="59"/>
                  </a:lnTo>
                  <a:lnTo>
                    <a:pt x="452" y="75"/>
                  </a:lnTo>
                  <a:lnTo>
                    <a:pt x="465" y="72"/>
                  </a:lnTo>
                  <a:lnTo>
                    <a:pt x="473" y="83"/>
                  </a:lnTo>
                  <a:lnTo>
                    <a:pt x="470" y="95"/>
                  </a:lnTo>
                  <a:lnTo>
                    <a:pt x="482" y="103"/>
                  </a:lnTo>
                  <a:lnTo>
                    <a:pt x="494" y="101"/>
                  </a:lnTo>
                  <a:lnTo>
                    <a:pt x="502" y="108"/>
                  </a:lnTo>
                  <a:lnTo>
                    <a:pt x="514" y="107"/>
                  </a:lnTo>
                  <a:lnTo>
                    <a:pt x="521" y="135"/>
                  </a:lnTo>
                  <a:lnTo>
                    <a:pt x="520" y="155"/>
                  </a:lnTo>
                  <a:lnTo>
                    <a:pt x="500" y="164"/>
                  </a:lnTo>
                  <a:lnTo>
                    <a:pt x="500" y="172"/>
                  </a:lnTo>
                  <a:lnTo>
                    <a:pt x="521" y="192"/>
                  </a:lnTo>
                  <a:lnTo>
                    <a:pt x="519" y="205"/>
                  </a:lnTo>
                  <a:lnTo>
                    <a:pt x="528" y="216"/>
                  </a:lnTo>
                  <a:lnTo>
                    <a:pt x="528" y="226"/>
                  </a:lnTo>
                  <a:lnTo>
                    <a:pt x="534" y="238"/>
                  </a:lnTo>
                  <a:lnTo>
                    <a:pt x="528" y="248"/>
                  </a:lnTo>
                  <a:lnTo>
                    <a:pt x="541" y="274"/>
                  </a:lnTo>
                  <a:lnTo>
                    <a:pt x="549" y="278"/>
                  </a:lnTo>
                  <a:lnTo>
                    <a:pt x="558" y="288"/>
                  </a:lnTo>
                  <a:lnTo>
                    <a:pt x="559" y="320"/>
                  </a:lnTo>
                  <a:lnTo>
                    <a:pt x="552" y="329"/>
                  </a:lnTo>
                  <a:lnTo>
                    <a:pt x="542" y="324"/>
                  </a:lnTo>
                  <a:lnTo>
                    <a:pt x="534" y="330"/>
                  </a:lnTo>
                  <a:lnTo>
                    <a:pt x="514" y="325"/>
                  </a:lnTo>
                  <a:lnTo>
                    <a:pt x="514" y="336"/>
                  </a:lnTo>
                  <a:lnTo>
                    <a:pt x="502" y="343"/>
                  </a:lnTo>
                  <a:lnTo>
                    <a:pt x="493" y="340"/>
                  </a:lnTo>
                  <a:lnTo>
                    <a:pt x="470" y="341"/>
                  </a:lnTo>
                  <a:lnTo>
                    <a:pt x="463" y="351"/>
                  </a:lnTo>
                  <a:lnTo>
                    <a:pt x="449" y="352"/>
                  </a:lnTo>
                  <a:lnTo>
                    <a:pt x="436" y="365"/>
                  </a:lnTo>
                  <a:lnTo>
                    <a:pt x="424" y="366"/>
                  </a:lnTo>
                  <a:lnTo>
                    <a:pt x="400" y="385"/>
                  </a:lnTo>
                  <a:lnTo>
                    <a:pt x="390" y="380"/>
                  </a:lnTo>
                  <a:lnTo>
                    <a:pt x="384" y="375"/>
                  </a:lnTo>
                  <a:lnTo>
                    <a:pt x="378" y="379"/>
                  </a:lnTo>
                  <a:lnTo>
                    <a:pt x="378" y="389"/>
                  </a:lnTo>
                  <a:lnTo>
                    <a:pt x="395" y="398"/>
                  </a:lnTo>
                  <a:lnTo>
                    <a:pt x="409" y="419"/>
                  </a:lnTo>
                  <a:lnTo>
                    <a:pt x="408" y="434"/>
                  </a:lnTo>
                  <a:lnTo>
                    <a:pt x="412" y="442"/>
                  </a:lnTo>
                  <a:lnTo>
                    <a:pt x="425" y="448"/>
                  </a:lnTo>
                  <a:lnTo>
                    <a:pt x="449" y="463"/>
                  </a:lnTo>
                  <a:lnTo>
                    <a:pt x="461" y="471"/>
                  </a:lnTo>
                  <a:lnTo>
                    <a:pt x="488" y="500"/>
                  </a:lnTo>
                  <a:lnTo>
                    <a:pt x="486" y="510"/>
                  </a:lnTo>
                  <a:lnTo>
                    <a:pt x="486" y="523"/>
                  </a:lnTo>
                  <a:lnTo>
                    <a:pt x="476" y="523"/>
                  </a:lnTo>
                  <a:lnTo>
                    <a:pt x="468" y="535"/>
                  </a:lnTo>
                  <a:lnTo>
                    <a:pt x="453" y="542"/>
                  </a:lnTo>
                  <a:lnTo>
                    <a:pt x="435" y="563"/>
                  </a:lnTo>
                  <a:lnTo>
                    <a:pt x="435" y="571"/>
                  </a:lnTo>
                  <a:lnTo>
                    <a:pt x="452" y="577"/>
                  </a:lnTo>
                  <a:lnTo>
                    <a:pt x="454" y="589"/>
                  </a:lnTo>
                  <a:lnTo>
                    <a:pt x="447" y="593"/>
                  </a:lnTo>
                  <a:lnTo>
                    <a:pt x="432" y="585"/>
                  </a:lnTo>
                  <a:lnTo>
                    <a:pt x="416" y="589"/>
                  </a:lnTo>
                  <a:lnTo>
                    <a:pt x="401" y="585"/>
                  </a:lnTo>
                  <a:lnTo>
                    <a:pt x="391" y="587"/>
                  </a:lnTo>
                  <a:lnTo>
                    <a:pt x="370" y="600"/>
                  </a:lnTo>
                  <a:lnTo>
                    <a:pt x="358" y="602"/>
                  </a:lnTo>
                  <a:lnTo>
                    <a:pt x="347" y="599"/>
                  </a:lnTo>
                  <a:lnTo>
                    <a:pt x="335" y="601"/>
                  </a:lnTo>
                  <a:lnTo>
                    <a:pt x="327" y="596"/>
                  </a:lnTo>
                  <a:lnTo>
                    <a:pt x="308" y="593"/>
                  </a:lnTo>
                  <a:lnTo>
                    <a:pt x="290" y="595"/>
                  </a:lnTo>
                  <a:lnTo>
                    <a:pt x="291" y="604"/>
                  </a:lnTo>
                  <a:lnTo>
                    <a:pt x="287" y="609"/>
                  </a:lnTo>
                  <a:lnTo>
                    <a:pt x="270" y="605"/>
                  </a:lnTo>
                  <a:lnTo>
                    <a:pt x="262" y="595"/>
                  </a:lnTo>
                  <a:lnTo>
                    <a:pt x="249" y="599"/>
                  </a:lnTo>
                  <a:lnTo>
                    <a:pt x="242" y="603"/>
                  </a:lnTo>
                  <a:lnTo>
                    <a:pt x="238" y="603"/>
                  </a:lnTo>
                  <a:lnTo>
                    <a:pt x="231" y="599"/>
                  </a:lnTo>
                  <a:lnTo>
                    <a:pt x="213" y="586"/>
                  </a:lnTo>
                  <a:lnTo>
                    <a:pt x="203" y="586"/>
                  </a:lnTo>
                  <a:lnTo>
                    <a:pt x="198" y="592"/>
                  </a:lnTo>
                  <a:lnTo>
                    <a:pt x="189" y="589"/>
                  </a:lnTo>
                  <a:lnTo>
                    <a:pt x="184" y="577"/>
                  </a:lnTo>
                  <a:lnTo>
                    <a:pt x="171" y="582"/>
                  </a:lnTo>
                  <a:lnTo>
                    <a:pt x="172" y="589"/>
                  </a:lnTo>
                  <a:lnTo>
                    <a:pt x="167" y="597"/>
                  </a:lnTo>
                  <a:lnTo>
                    <a:pt x="151" y="592"/>
                  </a:lnTo>
                  <a:lnTo>
                    <a:pt x="138" y="598"/>
                  </a:lnTo>
                  <a:lnTo>
                    <a:pt x="128" y="595"/>
                  </a:lnTo>
                  <a:lnTo>
                    <a:pt x="129" y="595"/>
                  </a:lnTo>
                  <a:lnTo>
                    <a:pt x="122" y="583"/>
                  </a:lnTo>
                  <a:lnTo>
                    <a:pt x="111" y="576"/>
                  </a:lnTo>
                  <a:lnTo>
                    <a:pt x="110" y="559"/>
                  </a:lnTo>
                  <a:lnTo>
                    <a:pt x="116" y="538"/>
                  </a:lnTo>
                  <a:lnTo>
                    <a:pt x="126" y="530"/>
                  </a:lnTo>
                  <a:lnTo>
                    <a:pt x="126" y="520"/>
                  </a:lnTo>
                  <a:lnTo>
                    <a:pt x="132" y="503"/>
                  </a:lnTo>
                  <a:lnTo>
                    <a:pt x="147" y="488"/>
                  </a:lnTo>
                  <a:lnTo>
                    <a:pt x="134" y="480"/>
                  </a:lnTo>
                  <a:lnTo>
                    <a:pt x="122" y="480"/>
                  </a:lnTo>
                  <a:lnTo>
                    <a:pt x="106" y="474"/>
                  </a:lnTo>
                  <a:lnTo>
                    <a:pt x="94" y="477"/>
                  </a:lnTo>
                  <a:lnTo>
                    <a:pt x="85" y="474"/>
                  </a:lnTo>
                  <a:lnTo>
                    <a:pt x="73" y="474"/>
                  </a:lnTo>
                  <a:lnTo>
                    <a:pt x="63" y="478"/>
                  </a:lnTo>
                  <a:lnTo>
                    <a:pt x="51" y="469"/>
                  </a:lnTo>
                  <a:lnTo>
                    <a:pt x="51" y="461"/>
                  </a:lnTo>
                  <a:lnTo>
                    <a:pt x="39" y="452"/>
                  </a:lnTo>
                  <a:lnTo>
                    <a:pt x="39" y="452"/>
                  </a:lnTo>
                  <a:lnTo>
                    <a:pt x="40" y="434"/>
                  </a:lnTo>
                  <a:lnTo>
                    <a:pt x="32" y="428"/>
                  </a:lnTo>
                  <a:lnTo>
                    <a:pt x="29" y="415"/>
                  </a:lnTo>
                  <a:lnTo>
                    <a:pt x="13" y="396"/>
                  </a:lnTo>
                  <a:lnTo>
                    <a:pt x="9" y="396"/>
                  </a:lnTo>
                  <a:lnTo>
                    <a:pt x="17" y="379"/>
                  </a:lnTo>
                  <a:lnTo>
                    <a:pt x="8" y="369"/>
                  </a:lnTo>
                  <a:lnTo>
                    <a:pt x="9" y="361"/>
                  </a:lnTo>
                  <a:lnTo>
                    <a:pt x="0" y="342"/>
                  </a:lnTo>
                  <a:lnTo>
                    <a:pt x="3" y="333"/>
                  </a:lnTo>
                  <a:lnTo>
                    <a:pt x="1" y="333"/>
                  </a:lnTo>
                  <a:lnTo>
                    <a:pt x="7" y="319"/>
                  </a:lnTo>
                  <a:lnTo>
                    <a:pt x="12" y="300"/>
                  </a:lnTo>
                  <a:lnTo>
                    <a:pt x="8" y="282"/>
                  </a:lnTo>
                  <a:lnTo>
                    <a:pt x="16" y="272"/>
                  </a:lnTo>
                  <a:lnTo>
                    <a:pt x="25" y="259"/>
                  </a:lnTo>
                  <a:lnTo>
                    <a:pt x="43" y="255"/>
                  </a:lnTo>
                  <a:lnTo>
                    <a:pt x="60" y="259"/>
                  </a:lnTo>
                  <a:lnTo>
                    <a:pt x="69" y="254"/>
                  </a:lnTo>
                  <a:lnTo>
                    <a:pt x="62" y="242"/>
                  </a:lnTo>
                  <a:lnTo>
                    <a:pt x="70" y="237"/>
                  </a:lnTo>
                  <a:lnTo>
                    <a:pt x="72" y="224"/>
                  </a:lnTo>
                  <a:lnTo>
                    <a:pt x="76" y="217"/>
                  </a:lnTo>
                  <a:lnTo>
                    <a:pt x="69" y="211"/>
                  </a:lnTo>
                  <a:lnTo>
                    <a:pt x="53" y="211"/>
                  </a:lnTo>
                  <a:lnTo>
                    <a:pt x="51" y="203"/>
                  </a:lnTo>
                  <a:lnTo>
                    <a:pt x="57" y="191"/>
                  </a:lnTo>
                  <a:lnTo>
                    <a:pt x="71" y="197"/>
                  </a:lnTo>
                  <a:lnTo>
                    <a:pt x="79" y="190"/>
                  </a:lnTo>
                  <a:lnTo>
                    <a:pt x="80" y="178"/>
                  </a:lnTo>
                  <a:lnTo>
                    <a:pt x="85" y="168"/>
                  </a:lnTo>
                  <a:lnTo>
                    <a:pt x="86" y="162"/>
                  </a:lnTo>
                  <a:lnTo>
                    <a:pt x="90" y="157"/>
                  </a:lnTo>
                  <a:lnTo>
                    <a:pt x="90" y="155"/>
                  </a:lnTo>
                  <a:lnTo>
                    <a:pt x="91" y="155"/>
                  </a:lnTo>
                  <a:lnTo>
                    <a:pt x="88" y="143"/>
                  </a:lnTo>
                  <a:lnTo>
                    <a:pt x="73" y="141"/>
                  </a:lnTo>
                  <a:lnTo>
                    <a:pt x="67" y="130"/>
                  </a:lnTo>
                  <a:lnTo>
                    <a:pt x="70" y="118"/>
                  </a:lnTo>
                  <a:lnTo>
                    <a:pt x="100" y="111"/>
                  </a:lnTo>
                  <a:lnTo>
                    <a:pt x="109" y="107"/>
                  </a:lnTo>
                  <a:lnTo>
                    <a:pt x="124" y="117"/>
                  </a:lnTo>
                  <a:lnTo>
                    <a:pt x="124" y="131"/>
                  </a:lnTo>
                  <a:lnTo>
                    <a:pt x="134" y="143"/>
                  </a:lnTo>
                  <a:lnTo>
                    <a:pt x="141" y="136"/>
                  </a:lnTo>
                  <a:lnTo>
                    <a:pt x="135" y="126"/>
                  </a:lnTo>
                  <a:lnTo>
                    <a:pt x="135" y="117"/>
                  </a:lnTo>
                  <a:lnTo>
                    <a:pt x="141" y="114"/>
                  </a:lnTo>
                  <a:lnTo>
                    <a:pt x="150" y="122"/>
                  </a:lnTo>
                  <a:lnTo>
                    <a:pt x="149" y="136"/>
                  </a:lnTo>
                  <a:lnTo>
                    <a:pt x="164" y="152"/>
                  </a:lnTo>
                  <a:lnTo>
                    <a:pt x="158" y="140"/>
                  </a:lnTo>
                  <a:lnTo>
                    <a:pt x="158" y="122"/>
                  </a:lnTo>
                  <a:lnTo>
                    <a:pt x="155" y="112"/>
                  </a:lnTo>
                  <a:lnTo>
                    <a:pt x="163" y="100"/>
                  </a:lnTo>
                  <a:lnTo>
                    <a:pt x="174" y="99"/>
                  </a:lnTo>
                  <a:lnTo>
                    <a:pt x="185" y="103"/>
                  </a:lnTo>
                  <a:lnTo>
                    <a:pt x="198" y="99"/>
                  </a:lnTo>
                  <a:lnTo>
                    <a:pt x="220" y="119"/>
                  </a:lnTo>
                  <a:lnTo>
                    <a:pt x="249" y="125"/>
                  </a:lnTo>
                  <a:lnTo>
                    <a:pt x="221" y="114"/>
                  </a:lnTo>
                  <a:lnTo>
                    <a:pt x="200" y="95"/>
                  </a:lnTo>
                  <a:lnTo>
                    <a:pt x="184" y="94"/>
                  </a:lnTo>
                  <a:lnTo>
                    <a:pt x="175" y="89"/>
                  </a:lnTo>
                  <a:lnTo>
                    <a:pt x="175" y="80"/>
                  </a:lnTo>
                  <a:lnTo>
                    <a:pt x="186" y="72"/>
                  </a:lnTo>
                  <a:lnTo>
                    <a:pt x="174" y="65"/>
                  </a:lnTo>
                  <a:lnTo>
                    <a:pt x="174" y="51"/>
                  </a:lnTo>
                  <a:lnTo>
                    <a:pt x="162" y="55"/>
                  </a:lnTo>
                  <a:lnTo>
                    <a:pt x="161" y="45"/>
                  </a:lnTo>
                  <a:lnTo>
                    <a:pt x="173" y="45"/>
                  </a:lnTo>
                  <a:lnTo>
                    <a:pt x="185" y="40"/>
                  </a:lnTo>
                  <a:lnTo>
                    <a:pt x="170" y="29"/>
                  </a:lnTo>
                  <a:lnTo>
                    <a:pt x="171" y="20"/>
                  </a:lnTo>
                  <a:lnTo>
                    <a:pt x="164" y="20"/>
                  </a:lnTo>
                  <a:lnTo>
                    <a:pt x="155" y="14"/>
                  </a:lnTo>
                  <a:lnTo>
                    <a:pt x="156" y="4"/>
                  </a:lnTo>
                  <a:lnTo>
                    <a:pt x="155" y="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2694" y="2303"/>
              <a:ext cx="11" cy="17"/>
            </a:xfrm>
            <a:custGeom>
              <a:avLst/>
              <a:gdLst>
                <a:gd name="T0" fmla="*/ 4 w 11"/>
                <a:gd name="T1" fmla="*/ 0 h 17"/>
                <a:gd name="T2" fmla="*/ 11 w 11"/>
                <a:gd name="T3" fmla="*/ 5 h 17"/>
                <a:gd name="T4" fmla="*/ 11 w 11"/>
                <a:gd name="T5" fmla="*/ 17 h 17"/>
                <a:gd name="T6" fmla="*/ 4 w 11"/>
                <a:gd name="T7" fmla="*/ 16 h 17"/>
                <a:gd name="T8" fmla="*/ 0 w 11"/>
                <a:gd name="T9" fmla="*/ 9 h 17"/>
                <a:gd name="T10" fmla="*/ 3 w 11"/>
                <a:gd name="T11" fmla="*/ 1 h 17"/>
                <a:gd name="T12" fmla="*/ 4 w 11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7">
                  <a:moveTo>
                    <a:pt x="4" y="0"/>
                  </a:moveTo>
                  <a:lnTo>
                    <a:pt x="11" y="5"/>
                  </a:lnTo>
                  <a:lnTo>
                    <a:pt x="11" y="17"/>
                  </a:lnTo>
                  <a:lnTo>
                    <a:pt x="4" y="16"/>
                  </a:lnTo>
                  <a:lnTo>
                    <a:pt x="0" y="9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2464" y="2263"/>
              <a:ext cx="301" cy="156"/>
            </a:xfrm>
            <a:custGeom>
              <a:avLst/>
              <a:gdLst>
                <a:gd name="T0" fmla="*/ 126 w 301"/>
                <a:gd name="T1" fmla="*/ 21 h 156"/>
                <a:gd name="T2" fmla="*/ 155 w 301"/>
                <a:gd name="T3" fmla="*/ 20 h 156"/>
                <a:gd name="T4" fmla="*/ 159 w 301"/>
                <a:gd name="T5" fmla="*/ 5 h 156"/>
                <a:gd name="T6" fmla="*/ 177 w 301"/>
                <a:gd name="T7" fmla="*/ 12 h 156"/>
                <a:gd name="T8" fmla="*/ 191 w 301"/>
                <a:gd name="T9" fmla="*/ 9 h 156"/>
                <a:gd name="T10" fmla="*/ 219 w 301"/>
                <a:gd name="T11" fmla="*/ 22 h 156"/>
                <a:gd name="T12" fmla="*/ 233 w 301"/>
                <a:gd name="T13" fmla="*/ 41 h 156"/>
                <a:gd name="T14" fmla="*/ 234 w 301"/>
                <a:gd name="T15" fmla="*/ 56 h 156"/>
                <a:gd name="T16" fmla="*/ 259 w 301"/>
                <a:gd name="T17" fmla="*/ 54 h 156"/>
                <a:gd name="T18" fmla="*/ 285 w 301"/>
                <a:gd name="T19" fmla="*/ 57 h 156"/>
                <a:gd name="T20" fmla="*/ 301 w 301"/>
                <a:gd name="T21" fmla="*/ 66 h 156"/>
                <a:gd name="T22" fmla="*/ 294 w 301"/>
                <a:gd name="T23" fmla="*/ 101 h 156"/>
                <a:gd name="T24" fmla="*/ 265 w 301"/>
                <a:gd name="T25" fmla="*/ 129 h 156"/>
                <a:gd name="T26" fmla="*/ 243 w 301"/>
                <a:gd name="T27" fmla="*/ 121 h 156"/>
                <a:gd name="T28" fmla="*/ 213 w 301"/>
                <a:gd name="T29" fmla="*/ 131 h 156"/>
                <a:gd name="T30" fmla="*/ 193 w 301"/>
                <a:gd name="T31" fmla="*/ 140 h 156"/>
                <a:gd name="T32" fmla="*/ 174 w 301"/>
                <a:gd name="T33" fmla="*/ 117 h 156"/>
                <a:gd name="T34" fmla="*/ 134 w 301"/>
                <a:gd name="T35" fmla="*/ 145 h 156"/>
                <a:gd name="T36" fmla="*/ 91 w 301"/>
                <a:gd name="T37" fmla="*/ 156 h 156"/>
                <a:gd name="T38" fmla="*/ 74 w 301"/>
                <a:gd name="T39" fmla="*/ 140 h 156"/>
                <a:gd name="T40" fmla="*/ 61 w 301"/>
                <a:gd name="T41" fmla="*/ 121 h 156"/>
                <a:gd name="T42" fmla="*/ 36 w 301"/>
                <a:gd name="T43" fmla="*/ 108 h 156"/>
                <a:gd name="T44" fmla="*/ 33 w 301"/>
                <a:gd name="T45" fmla="*/ 131 h 156"/>
                <a:gd name="T46" fmla="*/ 1 w 301"/>
                <a:gd name="T47" fmla="*/ 135 h 156"/>
                <a:gd name="T48" fmla="*/ 8 w 301"/>
                <a:gd name="T49" fmla="*/ 122 h 156"/>
                <a:gd name="T50" fmla="*/ 16 w 301"/>
                <a:gd name="T51" fmla="*/ 111 h 156"/>
                <a:gd name="T52" fmla="*/ 36 w 301"/>
                <a:gd name="T53" fmla="*/ 67 h 156"/>
                <a:gd name="T54" fmla="*/ 59 w 301"/>
                <a:gd name="T55" fmla="*/ 48 h 156"/>
                <a:gd name="T56" fmla="*/ 68 w 301"/>
                <a:gd name="T57" fmla="*/ 32 h 156"/>
                <a:gd name="T58" fmla="*/ 63 w 301"/>
                <a:gd name="T59" fmla="*/ 16 h 156"/>
                <a:gd name="T60" fmla="*/ 82 w 301"/>
                <a:gd name="T61" fmla="*/ 23 h 156"/>
                <a:gd name="T62" fmla="*/ 116 w 301"/>
                <a:gd name="T63" fmla="*/ 1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1" h="156">
                  <a:moveTo>
                    <a:pt x="116" y="18"/>
                  </a:moveTo>
                  <a:lnTo>
                    <a:pt x="126" y="21"/>
                  </a:lnTo>
                  <a:lnTo>
                    <a:pt x="139" y="15"/>
                  </a:lnTo>
                  <a:lnTo>
                    <a:pt x="155" y="20"/>
                  </a:lnTo>
                  <a:lnTo>
                    <a:pt x="160" y="12"/>
                  </a:lnTo>
                  <a:lnTo>
                    <a:pt x="159" y="5"/>
                  </a:lnTo>
                  <a:lnTo>
                    <a:pt x="172" y="0"/>
                  </a:lnTo>
                  <a:lnTo>
                    <a:pt x="177" y="12"/>
                  </a:lnTo>
                  <a:lnTo>
                    <a:pt x="186" y="15"/>
                  </a:lnTo>
                  <a:lnTo>
                    <a:pt x="191" y="9"/>
                  </a:lnTo>
                  <a:lnTo>
                    <a:pt x="201" y="9"/>
                  </a:lnTo>
                  <a:lnTo>
                    <a:pt x="219" y="22"/>
                  </a:lnTo>
                  <a:lnTo>
                    <a:pt x="234" y="31"/>
                  </a:lnTo>
                  <a:lnTo>
                    <a:pt x="233" y="41"/>
                  </a:lnTo>
                  <a:lnTo>
                    <a:pt x="230" y="49"/>
                  </a:lnTo>
                  <a:lnTo>
                    <a:pt x="234" y="56"/>
                  </a:lnTo>
                  <a:lnTo>
                    <a:pt x="252" y="57"/>
                  </a:lnTo>
                  <a:lnTo>
                    <a:pt x="259" y="54"/>
                  </a:lnTo>
                  <a:lnTo>
                    <a:pt x="273" y="66"/>
                  </a:lnTo>
                  <a:lnTo>
                    <a:pt x="285" y="57"/>
                  </a:lnTo>
                  <a:lnTo>
                    <a:pt x="295" y="57"/>
                  </a:lnTo>
                  <a:lnTo>
                    <a:pt x="301" y="66"/>
                  </a:lnTo>
                  <a:lnTo>
                    <a:pt x="288" y="81"/>
                  </a:lnTo>
                  <a:lnTo>
                    <a:pt x="294" y="101"/>
                  </a:lnTo>
                  <a:lnTo>
                    <a:pt x="268" y="106"/>
                  </a:lnTo>
                  <a:lnTo>
                    <a:pt x="265" y="129"/>
                  </a:lnTo>
                  <a:lnTo>
                    <a:pt x="253" y="120"/>
                  </a:lnTo>
                  <a:lnTo>
                    <a:pt x="243" y="121"/>
                  </a:lnTo>
                  <a:lnTo>
                    <a:pt x="213" y="114"/>
                  </a:lnTo>
                  <a:lnTo>
                    <a:pt x="213" y="131"/>
                  </a:lnTo>
                  <a:lnTo>
                    <a:pt x="200" y="152"/>
                  </a:lnTo>
                  <a:lnTo>
                    <a:pt x="193" y="140"/>
                  </a:lnTo>
                  <a:lnTo>
                    <a:pt x="172" y="131"/>
                  </a:lnTo>
                  <a:lnTo>
                    <a:pt x="174" y="117"/>
                  </a:lnTo>
                  <a:lnTo>
                    <a:pt x="158" y="108"/>
                  </a:lnTo>
                  <a:lnTo>
                    <a:pt x="134" y="145"/>
                  </a:lnTo>
                  <a:lnTo>
                    <a:pt x="117" y="138"/>
                  </a:lnTo>
                  <a:lnTo>
                    <a:pt x="91" y="156"/>
                  </a:lnTo>
                  <a:lnTo>
                    <a:pt x="76" y="151"/>
                  </a:lnTo>
                  <a:lnTo>
                    <a:pt x="74" y="140"/>
                  </a:lnTo>
                  <a:lnTo>
                    <a:pt x="66" y="135"/>
                  </a:lnTo>
                  <a:lnTo>
                    <a:pt x="61" y="121"/>
                  </a:lnTo>
                  <a:lnTo>
                    <a:pt x="55" y="109"/>
                  </a:lnTo>
                  <a:lnTo>
                    <a:pt x="36" y="108"/>
                  </a:lnTo>
                  <a:lnTo>
                    <a:pt x="26" y="116"/>
                  </a:lnTo>
                  <a:lnTo>
                    <a:pt x="33" y="131"/>
                  </a:lnTo>
                  <a:lnTo>
                    <a:pt x="16" y="136"/>
                  </a:lnTo>
                  <a:lnTo>
                    <a:pt x="1" y="135"/>
                  </a:lnTo>
                  <a:lnTo>
                    <a:pt x="0" y="126"/>
                  </a:lnTo>
                  <a:lnTo>
                    <a:pt x="8" y="122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8" y="92"/>
                  </a:lnTo>
                  <a:lnTo>
                    <a:pt x="36" y="67"/>
                  </a:lnTo>
                  <a:lnTo>
                    <a:pt x="46" y="63"/>
                  </a:lnTo>
                  <a:lnTo>
                    <a:pt x="59" y="48"/>
                  </a:lnTo>
                  <a:lnTo>
                    <a:pt x="71" y="44"/>
                  </a:lnTo>
                  <a:lnTo>
                    <a:pt x="68" y="32"/>
                  </a:lnTo>
                  <a:lnTo>
                    <a:pt x="55" y="25"/>
                  </a:lnTo>
                  <a:lnTo>
                    <a:pt x="63" y="16"/>
                  </a:lnTo>
                  <a:lnTo>
                    <a:pt x="79" y="15"/>
                  </a:lnTo>
                  <a:lnTo>
                    <a:pt x="82" y="23"/>
                  </a:lnTo>
                  <a:lnTo>
                    <a:pt x="95" y="24"/>
                  </a:lnTo>
                  <a:lnTo>
                    <a:pt x="116" y="1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2"/>
            <p:cNvSpPr>
              <a:spLocks noEditPoints="1"/>
            </p:cNvSpPr>
            <p:nvPr/>
          </p:nvSpPr>
          <p:spPr bwMode="auto">
            <a:xfrm>
              <a:off x="2305" y="1819"/>
              <a:ext cx="237" cy="200"/>
            </a:xfrm>
            <a:custGeom>
              <a:avLst/>
              <a:gdLst>
                <a:gd name="T0" fmla="*/ 154 w 237"/>
                <a:gd name="T1" fmla="*/ 186 h 200"/>
                <a:gd name="T2" fmla="*/ 155 w 237"/>
                <a:gd name="T3" fmla="*/ 149 h 200"/>
                <a:gd name="T4" fmla="*/ 172 w 237"/>
                <a:gd name="T5" fmla="*/ 126 h 200"/>
                <a:gd name="T6" fmla="*/ 207 w 237"/>
                <a:gd name="T7" fmla="*/ 126 h 200"/>
                <a:gd name="T8" fmla="*/ 209 w 237"/>
                <a:gd name="T9" fmla="*/ 109 h 200"/>
                <a:gd name="T10" fmla="*/ 219 w 237"/>
                <a:gd name="T11" fmla="*/ 91 h 200"/>
                <a:gd name="T12" fmla="*/ 216 w 237"/>
                <a:gd name="T13" fmla="*/ 78 h 200"/>
                <a:gd name="T14" fmla="*/ 198 w 237"/>
                <a:gd name="T15" fmla="*/ 70 h 200"/>
                <a:gd name="T16" fmla="*/ 218 w 237"/>
                <a:gd name="T17" fmla="*/ 64 h 200"/>
                <a:gd name="T18" fmla="*/ 227 w 237"/>
                <a:gd name="T19" fmla="*/ 45 h 200"/>
                <a:gd name="T20" fmla="*/ 233 w 237"/>
                <a:gd name="T21" fmla="*/ 29 h 200"/>
                <a:gd name="T22" fmla="*/ 237 w 237"/>
                <a:gd name="T23" fmla="*/ 22 h 200"/>
                <a:gd name="T24" fmla="*/ 214 w 237"/>
                <a:gd name="T25" fmla="*/ 9 h 200"/>
                <a:gd name="T26" fmla="*/ 176 w 237"/>
                <a:gd name="T27" fmla="*/ 3 h 200"/>
                <a:gd name="T28" fmla="*/ 153 w 237"/>
                <a:gd name="T29" fmla="*/ 8 h 200"/>
                <a:gd name="T30" fmla="*/ 130 w 237"/>
                <a:gd name="T31" fmla="*/ 13 h 200"/>
                <a:gd name="T32" fmla="*/ 90 w 237"/>
                <a:gd name="T33" fmla="*/ 40 h 200"/>
                <a:gd name="T34" fmla="*/ 72 w 237"/>
                <a:gd name="T35" fmla="*/ 42 h 200"/>
                <a:gd name="T36" fmla="*/ 58 w 237"/>
                <a:gd name="T37" fmla="*/ 66 h 200"/>
                <a:gd name="T38" fmla="*/ 59 w 237"/>
                <a:gd name="T39" fmla="*/ 93 h 200"/>
                <a:gd name="T40" fmla="*/ 49 w 237"/>
                <a:gd name="T41" fmla="*/ 111 h 200"/>
                <a:gd name="T42" fmla="*/ 39 w 237"/>
                <a:gd name="T43" fmla="*/ 127 h 200"/>
                <a:gd name="T44" fmla="*/ 57 w 237"/>
                <a:gd name="T45" fmla="*/ 142 h 200"/>
                <a:gd name="T46" fmla="*/ 45 w 237"/>
                <a:gd name="T47" fmla="*/ 149 h 200"/>
                <a:gd name="T48" fmla="*/ 47 w 237"/>
                <a:gd name="T49" fmla="*/ 160 h 200"/>
                <a:gd name="T50" fmla="*/ 55 w 237"/>
                <a:gd name="T51" fmla="*/ 167 h 200"/>
                <a:gd name="T52" fmla="*/ 32 w 237"/>
                <a:gd name="T53" fmla="*/ 156 h 200"/>
                <a:gd name="T54" fmla="*/ 10 w 237"/>
                <a:gd name="T55" fmla="*/ 156 h 200"/>
                <a:gd name="T56" fmla="*/ 23 w 237"/>
                <a:gd name="T57" fmla="*/ 162 h 200"/>
                <a:gd name="T58" fmla="*/ 37 w 237"/>
                <a:gd name="T59" fmla="*/ 169 h 200"/>
                <a:gd name="T60" fmla="*/ 37 w 237"/>
                <a:gd name="T61" fmla="*/ 172 h 200"/>
                <a:gd name="T62" fmla="*/ 12 w 237"/>
                <a:gd name="T63" fmla="*/ 168 h 200"/>
                <a:gd name="T64" fmla="*/ 0 w 237"/>
                <a:gd name="T65" fmla="*/ 168 h 200"/>
                <a:gd name="T66" fmla="*/ 14 w 237"/>
                <a:gd name="T67" fmla="*/ 179 h 200"/>
                <a:gd name="T68" fmla="*/ 30 w 237"/>
                <a:gd name="T69" fmla="*/ 186 h 200"/>
                <a:gd name="T70" fmla="*/ 50 w 237"/>
                <a:gd name="T71" fmla="*/ 177 h 200"/>
                <a:gd name="T72" fmla="*/ 63 w 237"/>
                <a:gd name="T73" fmla="*/ 172 h 200"/>
                <a:gd name="T74" fmla="*/ 89 w 237"/>
                <a:gd name="T75" fmla="*/ 165 h 200"/>
                <a:gd name="T76" fmla="*/ 108 w 237"/>
                <a:gd name="T77" fmla="*/ 171 h 200"/>
                <a:gd name="T78" fmla="*/ 133 w 237"/>
                <a:gd name="T79" fmla="*/ 178 h 200"/>
                <a:gd name="T80" fmla="*/ 138 w 237"/>
                <a:gd name="T81" fmla="*/ 196 h 200"/>
                <a:gd name="T82" fmla="*/ 148 w 237"/>
                <a:gd name="T83" fmla="*/ 200 h 200"/>
                <a:gd name="T84" fmla="*/ 33 w 237"/>
                <a:gd name="T85" fmla="*/ 143 h 200"/>
                <a:gd name="T86" fmla="*/ 31 w 237"/>
                <a:gd name="T87" fmla="*/ 151 h 200"/>
                <a:gd name="T88" fmla="*/ 21 w 237"/>
                <a:gd name="T89" fmla="*/ 148 h 200"/>
                <a:gd name="T90" fmla="*/ 27 w 237"/>
                <a:gd name="T91" fmla="*/ 135 h 200"/>
                <a:gd name="T92" fmla="*/ 49 w 237"/>
                <a:gd name="T93" fmla="*/ 140 h 200"/>
                <a:gd name="T94" fmla="*/ 39 w 237"/>
                <a:gd name="T95" fmla="*/ 141 h 200"/>
                <a:gd name="T96" fmla="*/ 29 w 237"/>
                <a:gd name="T97" fmla="*/ 1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7" h="200">
                  <a:moveTo>
                    <a:pt x="148" y="200"/>
                  </a:moveTo>
                  <a:lnTo>
                    <a:pt x="154" y="186"/>
                  </a:lnTo>
                  <a:lnTo>
                    <a:pt x="159" y="167"/>
                  </a:lnTo>
                  <a:lnTo>
                    <a:pt x="155" y="149"/>
                  </a:lnTo>
                  <a:lnTo>
                    <a:pt x="163" y="139"/>
                  </a:lnTo>
                  <a:lnTo>
                    <a:pt x="172" y="126"/>
                  </a:lnTo>
                  <a:lnTo>
                    <a:pt x="190" y="122"/>
                  </a:lnTo>
                  <a:lnTo>
                    <a:pt x="207" y="126"/>
                  </a:lnTo>
                  <a:lnTo>
                    <a:pt x="216" y="121"/>
                  </a:lnTo>
                  <a:lnTo>
                    <a:pt x="209" y="109"/>
                  </a:lnTo>
                  <a:lnTo>
                    <a:pt x="217" y="104"/>
                  </a:lnTo>
                  <a:lnTo>
                    <a:pt x="219" y="91"/>
                  </a:lnTo>
                  <a:lnTo>
                    <a:pt x="223" y="84"/>
                  </a:lnTo>
                  <a:lnTo>
                    <a:pt x="216" y="78"/>
                  </a:lnTo>
                  <a:lnTo>
                    <a:pt x="200" y="78"/>
                  </a:lnTo>
                  <a:lnTo>
                    <a:pt x="198" y="70"/>
                  </a:lnTo>
                  <a:lnTo>
                    <a:pt x="204" y="58"/>
                  </a:lnTo>
                  <a:lnTo>
                    <a:pt x="218" y="64"/>
                  </a:lnTo>
                  <a:lnTo>
                    <a:pt x="226" y="57"/>
                  </a:lnTo>
                  <a:lnTo>
                    <a:pt x="227" y="45"/>
                  </a:lnTo>
                  <a:lnTo>
                    <a:pt x="232" y="35"/>
                  </a:lnTo>
                  <a:lnTo>
                    <a:pt x="233" y="29"/>
                  </a:lnTo>
                  <a:lnTo>
                    <a:pt x="237" y="24"/>
                  </a:lnTo>
                  <a:lnTo>
                    <a:pt x="237" y="22"/>
                  </a:lnTo>
                  <a:lnTo>
                    <a:pt x="224" y="18"/>
                  </a:lnTo>
                  <a:lnTo>
                    <a:pt x="214" y="9"/>
                  </a:lnTo>
                  <a:lnTo>
                    <a:pt x="196" y="0"/>
                  </a:lnTo>
                  <a:lnTo>
                    <a:pt x="176" y="3"/>
                  </a:lnTo>
                  <a:lnTo>
                    <a:pt x="164" y="13"/>
                  </a:lnTo>
                  <a:lnTo>
                    <a:pt x="153" y="8"/>
                  </a:lnTo>
                  <a:lnTo>
                    <a:pt x="147" y="13"/>
                  </a:lnTo>
                  <a:lnTo>
                    <a:pt x="130" y="13"/>
                  </a:lnTo>
                  <a:lnTo>
                    <a:pt x="115" y="29"/>
                  </a:lnTo>
                  <a:lnTo>
                    <a:pt x="90" y="40"/>
                  </a:lnTo>
                  <a:lnTo>
                    <a:pt x="85" y="36"/>
                  </a:lnTo>
                  <a:lnTo>
                    <a:pt x="72" y="42"/>
                  </a:lnTo>
                  <a:lnTo>
                    <a:pt x="71" y="57"/>
                  </a:lnTo>
                  <a:lnTo>
                    <a:pt x="58" y="66"/>
                  </a:lnTo>
                  <a:lnTo>
                    <a:pt x="62" y="80"/>
                  </a:lnTo>
                  <a:lnTo>
                    <a:pt x="59" y="93"/>
                  </a:lnTo>
                  <a:lnTo>
                    <a:pt x="53" y="103"/>
                  </a:lnTo>
                  <a:lnTo>
                    <a:pt x="49" y="111"/>
                  </a:lnTo>
                  <a:lnTo>
                    <a:pt x="38" y="118"/>
                  </a:lnTo>
                  <a:lnTo>
                    <a:pt x="39" y="127"/>
                  </a:lnTo>
                  <a:lnTo>
                    <a:pt x="54" y="140"/>
                  </a:lnTo>
                  <a:lnTo>
                    <a:pt x="57" y="142"/>
                  </a:lnTo>
                  <a:lnTo>
                    <a:pt x="53" y="143"/>
                  </a:lnTo>
                  <a:lnTo>
                    <a:pt x="45" y="149"/>
                  </a:lnTo>
                  <a:lnTo>
                    <a:pt x="41" y="153"/>
                  </a:lnTo>
                  <a:lnTo>
                    <a:pt x="47" y="160"/>
                  </a:lnTo>
                  <a:lnTo>
                    <a:pt x="55" y="161"/>
                  </a:lnTo>
                  <a:lnTo>
                    <a:pt x="55" y="167"/>
                  </a:lnTo>
                  <a:lnTo>
                    <a:pt x="43" y="167"/>
                  </a:lnTo>
                  <a:lnTo>
                    <a:pt x="32" y="156"/>
                  </a:lnTo>
                  <a:lnTo>
                    <a:pt x="20" y="151"/>
                  </a:lnTo>
                  <a:lnTo>
                    <a:pt x="10" y="156"/>
                  </a:lnTo>
                  <a:lnTo>
                    <a:pt x="14" y="161"/>
                  </a:lnTo>
                  <a:lnTo>
                    <a:pt x="23" y="162"/>
                  </a:lnTo>
                  <a:lnTo>
                    <a:pt x="33" y="170"/>
                  </a:lnTo>
                  <a:lnTo>
                    <a:pt x="37" y="169"/>
                  </a:lnTo>
                  <a:lnTo>
                    <a:pt x="40" y="171"/>
                  </a:lnTo>
                  <a:lnTo>
                    <a:pt x="37" y="172"/>
                  </a:lnTo>
                  <a:lnTo>
                    <a:pt x="30" y="172"/>
                  </a:lnTo>
                  <a:lnTo>
                    <a:pt x="12" y="168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7" y="170"/>
                  </a:lnTo>
                  <a:lnTo>
                    <a:pt x="14" y="179"/>
                  </a:lnTo>
                  <a:lnTo>
                    <a:pt x="23" y="179"/>
                  </a:lnTo>
                  <a:lnTo>
                    <a:pt x="30" y="186"/>
                  </a:lnTo>
                  <a:lnTo>
                    <a:pt x="37" y="179"/>
                  </a:lnTo>
                  <a:lnTo>
                    <a:pt x="50" y="177"/>
                  </a:lnTo>
                  <a:lnTo>
                    <a:pt x="53" y="173"/>
                  </a:lnTo>
                  <a:lnTo>
                    <a:pt x="63" y="172"/>
                  </a:lnTo>
                  <a:lnTo>
                    <a:pt x="67" y="164"/>
                  </a:lnTo>
                  <a:lnTo>
                    <a:pt x="89" y="165"/>
                  </a:lnTo>
                  <a:lnTo>
                    <a:pt x="96" y="171"/>
                  </a:lnTo>
                  <a:lnTo>
                    <a:pt x="108" y="171"/>
                  </a:lnTo>
                  <a:lnTo>
                    <a:pt x="114" y="179"/>
                  </a:lnTo>
                  <a:lnTo>
                    <a:pt x="133" y="178"/>
                  </a:lnTo>
                  <a:lnTo>
                    <a:pt x="139" y="189"/>
                  </a:lnTo>
                  <a:lnTo>
                    <a:pt x="138" y="196"/>
                  </a:lnTo>
                  <a:lnTo>
                    <a:pt x="148" y="200"/>
                  </a:lnTo>
                  <a:lnTo>
                    <a:pt x="148" y="200"/>
                  </a:lnTo>
                  <a:close/>
                  <a:moveTo>
                    <a:pt x="21" y="148"/>
                  </a:moveTo>
                  <a:lnTo>
                    <a:pt x="33" y="143"/>
                  </a:lnTo>
                  <a:lnTo>
                    <a:pt x="38" y="149"/>
                  </a:lnTo>
                  <a:lnTo>
                    <a:pt x="31" y="151"/>
                  </a:lnTo>
                  <a:lnTo>
                    <a:pt x="29" y="148"/>
                  </a:lnTo>
                  <a:lnTo>
                    <a:pt x="21" y="148"/>
                  </a:lnTo>
                  <a:lnTo>
                    <a:pt x="21" y="148"/>
                  </a:lnTo>
                  <a:close/>
                  <a:moveTo>
                    <a:pt x="27" y="135"/>
                  </a:moveTo>
                  <a:lnTo>
                    <a:pt x="36" y="135"/>
                  </a:lnTo>
                  <a:lnTo>
                    <a:pt x="49" y="140"/>
                  </a:lnTo>
                  <a:lnTo>
                    <a:pt x="46" y="143"/>
                  </a:lnTo>
                  <a:lnTo>
                    <a:pt x="39" y="141"/>
                  </a:lnTo>
                  <a:lnTo>
                    <a:pt x="37" y="138"/>
                  </a:lnTo>
                  <a:lnTo>
                    <a:pt x="29" y="140"/>
                  </a:lnTo>
                  <a:lnTo>
                    <a:pt x="27" y="13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2282" y="1983"/>
              <a:ext cx="187" cy="146"/>
            </a:xfrm>
            <a:custGeom>
              <a:avLst/>
              <a:gdLst>
                <a:gd name="T0" fmla="*/ 179 w 187"/>
                <a:gd name="T1" fmla="*/ 99 h 146"/>
                <a:gd name="T2" fmla="*/ 187 w 187"/>
                <a:gd name="T3" fmla="*/ 82 h 146"/>
                <a:gd name="T4" fmla="*/ 178 w 187"/>
                <a:gd name="T5" fmla="*/ 72 h 146"/>
                <a:gd name="T6" fmla="*/ 179 w 187"/>
                <a:gd name="T7" fmla="*/ 64 h 146"/>
                <a:gd name="T8" fmla="*/ 170 w 187"/>
                <a:gd name="T9" fmla="*/ 45 h 146"/>
                <a:gd name="T10" fmla="*/ 173 w 187"/>
                <a:gd name="T11" fmla="*/ 36 h 146"/>
                <a:gd name="T12" fmla="*/ 161 w 187"/>
                <a:gd name="T13" fmla="*/ 32 h 146"/>
                <a:gd name="T14" fmla="*/ 162 w 187"/>
                <a:gd name="T15" fmla="*/ 25 h 146"/>
                <a:gd name="T16" fmla="*/ 156 w 187"/>
                <a:gd name="T17" fmla="*/ 14 h 146"/>
                <a:gd name="T18" fmla="*/ 137 w 187"/>
                <a:gd name="T19" fmla="*/ 15 h 146"/>
                <a:gd name="T20" fmla="*/ 131 w 187"/>
                <a:gd name="T21" fmla="*/ 7 h 146"/>
                <a:gd name="T22" fmla="*/ 119 w 187"/>
                <a:gd name="T23" fmla="*/ 7 h 146"/>
                <a:gd name="T24" fmla="*/ 112 w 187"/>
                <a:gd name="T25" fmla="*/ 1 h 146"/>
                <a:gd name="T26" fmla="*/ 90 w 187"/>
                <a:gd name="T27" fmla="*/ 0 h 146"/>
                <a:gd name="T28" fmla="*/ 86 w 187"/>
                <a:gd name="T29" fmla="*/ 8 h 146"/>
                <a:gd name="T30" fmla="*/ 76 w 187"/>
                <a:gd name="T31" fmla="*/ 9 h 146"/>
                <a:gd name="T32" fmla="*/ 73 w 187"/>
                <a:gd name="T33" fmla="*/ 13 h 146"/>
                <a:gd name="T34" fmla="*/ 60 w 187"/>
                <a:gd name="T35" fmla="*/ 15 h 146"/>
                <a:gd name="T36" fmla="*/ 53 w 187"/>
                <a:gd name="T37" fmla="*/ 22 h 146"/>
                <a:gd name="T38" fmla="*/ 46 w 187"/>
                <a:gd name="T39" fmla="*/ 15 h 146"/>
                <a:gd name="T40" fmla="*/ 37 w 187"/>
                <a:gd name="T41" fmla="*/ 15 h 146"/>
                <a:gd name="T42" fmla="*/ 30 w 187"/>
                <a:gd name="T43" fmla="*/ 6 h 146"/>
                <a:gd name="T44" fmla="*/ 23 w 187"/>
                <a:gd name="T45" fmla="*/ 4 h 146"/>
                <a:gd name="T46" fmla="*/ 9 w 187"/>
                <a:gd name="T47" fmla="*/ 13 h 146"/>
                <a:gd name="T48" fmla="*/ 0 w 187"/>
                <a:gd name="T49" fmla="*/ 28 h 146"/>
                <a:gd name="T50" fmla="*/ 7 w 187"/>
                <a:gd name="T51" fmla="*/ 34 h 146"/>
                <a:gd name="T52" fmla="*/ 10 w 187"/>
                <a:gd name="T53" fmla="*/ 55 h 146"/>
                <a:gd name="T54" fmla="*/ 26 w 187"/>
                <a:gd name="T55" fmla="*/ 60 h 146"/>
                <a:gd name="T56" fmla="*/ 29 w 187"/>
                <a:gd name="T57" fmla="*/ 71 h 146"/>
                <a:gd name="T58" fmla="*/ 47 w 187"/>
                <a:gd name="T59" fmla="*/ 84 h 146"/>
                <a:gd name="T60" fmla="*/ 55 w 187"/>
                <a:gd name="T61" fmla="*/ 83 h 146"/>
                <a:gd name="T62" fmla="*/ 63 w 187"/>
                <a:gd name="T63" fmla="*/ 90 h 146"/>
                <a:gd name="T64" fmla="*/ 72 w 187"/>
                <a:gd name="T65" fmla="*/ 94 h 146"/>
                <a:gd name="T66" fmla="*/ 73 w 187"/>
                <a:gd name="T67" fmla="*/ 111 h 146"/>
                <a:gd name="T68" fmla="*/ 88 w 187"/>
                <a:gd name="T69" fmla="*/ 117 h 146"/>
                <a:gd name="T70" fmla="*/ 95 w 187"/>
                <a:gd name="T71" fmla="*/ 113 h 146"/>
                <a:gd name="T72" fmla="*/ 103 w 187"/>
                <a:gd name="T73" fmla="*/ 113 h 146"/>
                <a:gd name="T74" fmla="*/ 108 w 187"/>
                <a:gd name="T75" fmla="*/ 119 h 146"/>
                <a:gd name="T76" fmla="*/ 117 w 187"/>
                <a:gd name="T77" fmla="*/ 121 h 146"/>
                <a:gd name="T78" fmla="*/ 133 w 187"/>
                <a:gd name="T79" fmla="*/ 139 h 146"/>
                <a:gd name="T80" fmla="*/ 146 w 187"/>
                <a:gd name="T81" fmla="*/ 139 h 146"/>
                <a:gd name="T82" fmla="*/ 158 w 187"/>
                <a:gd name="T83" fmla="*/ 146 h 146"/>
                <a:gd name="T84" fmla="*/ 164 w 187"/>
                <a:gd name="T85" fmla="*/ 143 h 146"/>
                <a:gd name="T86" fmla="*/ 173 w 187"/>
                <a:gd name="T87" fmla="*/ 143 h 146"/>
                <a:gd name="T88" fmla="*/ 173 w 187"/>
                <a:gd name="T89" fmla="*/ 137 h 146"/>
                <a:gd name="T90" fmla="*/ 169 w 187"/>
                <a:gd name="T91" fmla="*/ 133 h 146"/>
                <a:gd name="T92" fmla="*/ 169 w 187"/>
                <a:gd name="T93" fmla="*/ 124 h 146"/>
                <a:gd name="T94" fmla="*/ 164 w 187"/>
                <a:gd name="T95" fmla="*/ 119 h 146"/>
                <a:gd name="T96" fmla="*/ 171 w 187"/>
                <a:gd name="T97" fmla="*/ 110 h 146"/>
                <a:gd name="T98" fmla="*/ 175 w 187"/>
                <a:gd name="T99" fmla="*/ 99 h 146"/>
                <a:gd name="T100" fmla="*/ 179 w 187"/>
                <a:gd name="T101" fmla="*/ 9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7" h="146">
                  <a:moveTo>
                    <a:pt x="179" y="99"/>
                  </a:moveTo>
                  <a:lnTo>
                    <a:pt x="187" y="82"/>
                  </a:lnTo>
                  <a:lnTo>
                    <a:pt x="178" y="72"/>
                  </a:lnTo>
                  <a:lnTo>
                    <a:pt x="179" y="64"/>
                  </a:lnTo>
                  <a:lnTo>
                    <a:pt x="170" y="45"/>
                  </a:lnTo>
                  <a:lnTo>
                    <a:pt x="173" y="36"/>
                  </a:lnTo>
                  <a:lnTo>
                    <a:pt x="161" y="32"/>
                  </a:lnTo>
                  <a:lnTo>
                    <a:pt x="162" y="25"/>
                  </a:lnTo>
                  <a:lnTo>
                    <a:pt x="156" y="14"/>
                  </a:lnTo>
                  <a:lnTo>
                    <a:pt x="137" y="15"/>
                  </a:lnTo>
                  <a:lnTo>
                    <a:pt x="131" y="7"/>
                  </a:lnTo>
                  <a:lnTo>
                    <a:pt x="119" y="7"/>
                  </a:lnTo>
                  <a:lnTo>
                    <a:pt x="112" y="1"/>
                  </a:lnTo>
                  <a:lnTo>
                    <a:pt x="90" y="0"/>
                  </a:lnTo>
                  <a:lnTo>
                    <a:pt x="86" y="8"/>
                  </a:lnTo>
                  <a:lnTo>
                    <a:pt x="76" y="9"/>
                  </a:lnTo>
                  <a:lnTo>
                    <a:pt x="73" y="13"/>
                  </a:lnTo>
                  <a:lnTo>
                    <a:pt x="60" y="15"/>
                  </a:lnTo>
                  <a:lnTo>
                    <a:pt x="53" y="22"/>
                  </a:lnTo>
                  <a:lnTo>
                    <a:pt x="46" y="15"/>
                  </a:lnTo>
                  <a:lnTo>
                    <a:pt x="37" y="15"/>
                  </a:lnTo>
                  <a:lnTo>
                    <a:pt x="30" y="6"/>
                  </a:lnTo>
                  <a:lnTo>
                    <a:pt x="23" y="4"/>
                  </a:lnTo>
                  <a:lnTo>
                    <a:pt x="9" y="13"/>
                  </a:lnTo>
                  <a:lnTo>
                    <a:pt x="0" y="28"/>
                  </a:lnTo>
                  <a:lnTo>
                    <a:pt x="7" y="34"/>
                  </a:lnTo>
                  <a:lnTo>
                    <a:pt x="10" y="55"/>
                  </a:lnTo>
                  <a:lnTo>
                    <a:pt x="26" y="60"/>
                  </a:lnTo>
                  <a:lnTo>
                    <a:pt x="29" y="71"/>
                  </a:lnTo>
                  <a:lnTo>
                    <a:pt x="47" y="84"/>
                  </a:lnTo>
                  <a:lnTo>
                    <a:pt x="55" y="83"/>
                  </a:lnTo>
                  <a:lnTo>
                    <a:pt x="63" y="90"/>
                  </a:lnTo>
                  <a:lnTo>
                    <a:pt x="72" y="94"/>
                  </a:lnTo>
                  <a:lnTo>
                    <a:pt x="73" y="111"/>
                  </a:lnTo>
                  <a:lnTo>
                    <a:pt x="88" y="117"/>
                  </a:lnTo>
                  <a:lnTo>
                    <a:pt x="95" y="113"/>
                  </a:lnTo>
                  <a:lnTo>
                    <a:pt x="103" y="113"/>
                  </a:lnTo>
                  <a:lnTo>
                    <a:pt x="108" y="119"/>
                  </a:lnTo>
                  <a:lnTo>
                    <a:pt x="117" y="121"/>
                  </a:lnTo>
                  <a:lnTo>
                    <a:pt x="133" y="139"/>
                  </a:lnTo>
                  <a:lnTo>
                    <a:pt x="146" y="139"/>
                  </a:lnTo>
                  <a:lnTo>
                    <a:pt x="158" y="146"/>
                  </a:lnTo>
                  <a:lnTo>
                    <a:pt x="164" y="143"/>
                  </a:lnTo>
                  <a:lnTo>
                    <a:pt x="173" y="143"/>
                  </a:lnTo>
                  <a:lnTo>
                    <a:pt x="173" y="137"/>
                  </a:lnTo>
                  <a:lnTo>
                    <a:pt x="169" y="133"/>
                  </a:lnTo>
                  <a:lnTo>
                    <a:pt x="169" y="124"/>
                  </a:lnTo>
                  <a:lnTo>
                    <a:pt x="164" y="119"/>
                  </a:lnTo>
                  <a:lnTo>
                    <a:pt x="171" y="110"/>
                  </a:lnTo>
                  <a:lnTo>
                    <a:pt x="175" y="99"/>
                  </a:lnTo>
                  <a:lnTo>
                    <a:pt x="179" y="9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2446" y="2082"/>
              <a:ext cx="46" cy="59"/>
            </a:xfrm>
            <a:custGeom>
              <a:avLst/>
              <a:gdLst>
                <a:gd name="T0" fmla="*/ 9 w 46"/>
                <a:gd name="T1" fmla="*/ 44 h 59"/>
                <a:gd name="T2" fmla="*/ 9 w 46"/>
                <a:gd name="T3" fmla="*/ 38 h 59"/>
                <a:gd name="T4" fmla="*/ 5 w 46"/>
                <a:gd name="T5" fmla="*/ 34 h 59"/>
                <a:gd name="T6" fmla="*/ 5 w 46"/>
                <a:gd name="T7" fmla="*/ 25 h 59"/>
                <a:gd name="T8" fmla="*/ 0 w 46"/>
                <a:gd name="T9" fmla="*/ 20 h 59"/>
                <a:gd name="T10" fmla="*/ 7 w 46"/>
                <a:gd name="T11" fmla="*/ 11 h 59"/>
                <a:gd name="T12" fmla="*/ 11 w 46"/>
                <a:gd name="T13" fmla="*/ 0 h 59"/>
                <a:gd name="T14" fmla="*/ 19 w 46"/>
                <a:gd name="T15" fmla="*/ 0 h 59"/>
                <a:gd name="T16" fmla="*/ 35 w 46"/>
                <a:gd name="T17" fmla="*/ 19 h 59"/>
                <a:gd name="T18" fmla="*/ 38 w 46"/>
                <a:gd name="T19" fmla="*/ 32 h 59"/>
                <a:gd name="T20" fmla="*/ 46 w 46"/>
                <a:gd name="T21" fmla="*/ 38 h 59"/>
                <a:gd name="T22" fmla="*/ 45 w 46"/>
                <a:gd name="T23" fmla="*/ 56 h 59"/>
                <a:gd name="T24" fmla="*/ 35 w 46"/>
                <a:gd name="T25" fmla="*/ 59 h 59"/>
                <a:gd name="T26" fmla="*/ 18 w 46"/>
                <a:gd name="T27" fmla="*/ 56 h 59"/>
                <a:gd name="T28" fmla="*/ 10 w 46"/>
                <a:gd name="T29" fmla="*/ 44 h 59"/>
                <a:gd name="T30" fmla="*/ 9 w 46"/>
                <a:gd name="T31" fmla="*/ 4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59">
                  <a:moveTo>
                    <a:pt x="9" y="44"/>
                  </a:moveTo>
                  <a:lnTo>
                    <a:pt x="9" y="38"/>
                  </a:lnTo>
                  <a:lnTo>
                    <a:pt x="5" y="34"/>
                  </a:lnTo>
                  <a:lnTo>
                    <a:pt x="5" y="25"/>
                  </a:lnTo>
                  <a:lnTo>
                    <a:pt x="0" y="20"/>
                  </a:lnTo>
                  <a:lnTo>
                    <a:pt x="7" y="11"/>
                  </a:lnTo>
                  <a:lnTo>
                    <a:pt x="11" y="0"/>
                  </a:lnTo>
                  <a:lnTo>
                    <a:pt x="19" y="0"/>
                  </a:lnTo>
                  <a:lnTo>
                    <a:pt x="35" y="19"/>
                  </a:lnTo>
                  <a:lnTo>
                    <a:pt x="38" y="32"/>
                  </a:lnTo>
                  <a:lnTo>
                    <a:pt x="46" y="38"/>
                  </a:lnTo>
                  <a:lnTo>
                    <a:pt x="45" y="56"/>
                  </a:lnTo>
                  <a:lnTo>
                    <a:pt x="35" y="59"/>
                  </a:lnTo>
                  <a:lnTo>
                    <a:pt x="18" y="56"/>
                  </a:lnTo>
                  <a:lnTo>
                    <a:pt x="10" y="44"/>
                  </a:lnTo>
                  <a:lnTo>
                    <a:pt x="9" y="4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1701" y="1003"/>
              <a:ext cx="48" cy="99"/>
            </a:xfrm>
            <a:custGeom>
              <a:avLst/>
              <a:gdLst>
                <a:gd name="T0" fmla="*/ 25 w 49"/>
                <a:gd name="T1" fmla="*/ 77 h 100"/>
                <a:gd name="T2" fmla="*/ 35 w 49"/>
                <a:gd name="T3" fmla="*/ 100 h 100"/>
                <a:gd name="T4" fmla="*/ 34 w 49"/>
                <a:gd name="T5" fmla="*/ 88 h 100"/>
                <a:gd name="T6" fmla="*/ 35 w 49"/>
                <a:gd name="T7" fmla="*/ 82 h 100"/>
                <a:gd name="T8" fmla="*/ 25 w 49"/>
                <a:gd name="T9" fmla="*/ 77 h 100"/>
                <a:gd name="T10" fmla="*/ 32 w 49"/>
                <a:gd name="T11" fmla="*/ 48 h 100"/>
                <a:gd name="T12" fmla="*/ 26 w 49"/>
                <a:gd name="T13" fmla="*/ 52 h 100"/>
                <a:gd name="T14" fmla="*/ 36 w 49"/>
                <a:gd name="T15" fmla="*/ 62 h 100"/>
                <a:gd name="T16" fmla="*/ 37 w 49"/>
                <a:gd name="T17" fmla="*/ 54 h 100"/>
                <a:gd name="T18" fmla="*/ 32 w 49"/>
                <a:gd name="T19" fmla="*/ 48 h 100"/>
                <a:gd name="T20" fmla="*/ 0 w 49"/>
                <a:gd name="T21" fmla="*/ 13 h 100"/>
                <a:gd name="T22" fmla="*/ 2 w 49"/>
                <a:gd name="T23" fmla="*/ 24 h 100"/>
                <a:gd name="T24" fmla="*/ 12 w 49"/>
                <a:gd name="T25" fmla="*/ 27 h 100"/>
                <a:gd name="T26" fmla="*/ 0 w 49"/>
                <a:gd name="T27" fmla="*/ 13 h 100"/>
                <a:gd name="T28" fmla="*/ 41 w 49"/>
                <a:gd name="T29" fmla="*/ 0 h 100"/>
                <a:gd name="T30" fmla="*/ 49 w 49"/>
                <a:gd name="T31" fmla="*/ 8 h 100"/>
                <a:gd name="T32" fmla="*/ 46 w 49"/>
                <a:gd name="T33" fmla="*/ 0 h 100"/>
                <a:gd name="T34" fmla="*/ 41 w 49"/>
                <a:gd name="T35" fmla="*/ 0 h 100"/>
                <a:gd name="T36" fmla="*/ 20 w 49"/>
                <a:gd name="T37" fmla="*/ 0 h 100"/>
                <a:gd name="T38" fmla="*/ 27 w 49"/>
                <a:gd name="T39" fmla="*/ 0 h 100"/>
                <a:gd name="T40" fmla="*/ 40 w 49"/>
                <a:gd name="T41" fmla="*/ 9 h 100"/>
                <a:gd name="T42" fmla="*/ 41 w 49"/>
                <a:gd name="T43" fmla="*/ 19 h 100"/>
                <a:gd name="T44" fmla="*/ 31 w 49"/>
                <a:gd name="T45" fmla="*/ 16 h 100"/>
                <a:gd name="T46" fmla="*/ 20 w 49"/>
                <a:gd name="T47" fmla="*/ 0 h 100"/>
                <a:gd name="T48" fmla="*/ 14 w 49"/>
                <a:gd name="T49" fmla="*/ 2 h 100"/>
                <a:gd name="T50" fmla="*/ 31 w 49"/>
                <a:gd name="T51" fmla="*/ 28 h 100"/>
                <a:gd name="T52" fmla="*/ 44 w 49"/>
                <a:gd name="T53" fmla="*/ 37 h 100"/>
                <a:gd name="T54" fmla="*/ 33 w 49"/>
                <a:gd name="T55" fmla="*/ 37 h 100"/>
                <a:gd name="T56" fmla="*/ 15 w 49"/>
                <a:gd name="T57" fmla="*/ 21 h 100"/>
                <a:gd name="T58" fmla="*/ 10 w 49"/>
                <a:gd name="T59" fmla="*/ 7 h 100"/>
                <a:gd name="T60" fmla="*/ 14 w 49"/>
                <a:gd name="T61" fmla="*/ 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" h="100">
                  <a:moveTo>
                    <a:pt x="25" y="77"/>
                  </a:moveTo>
                  <a:cubicBezTo>
                    <a:pt x="35" y="100"/>
                    <a:pt x="35" y="100"/>
                    <a:pt x="35" y="100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25" y="77"/>
                    <a:pt x="25" y="77"/>
                    <a:pt x="25" y="77"/>
                  </a:cubicBezTo>
                  <a:close/>
                  <a:moveTo>
                    <a:pt x="32" y="48"/>
                  </a:moveTo>
                  <a:cubicBezTo>
                    <a:pt x="26" y="52"/>
                    <a:pt x="26" y="52"/>
                    <a:pt x="26" y="5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2" y="48"/>
                    <a:pt x="32" y="48"/>
                    <a:pt x="32" y="48"/>
                  </a:cubicBezTo>
                  <a:close/>
                  <a:moveTo>
                    <a:pt x="0" y="13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0" y="13"/>
                    <a:pt x="0" y="13"/>
                    <a:pt x="0" y="13"/>
                  </a:cubicBezTo>
                  <a:close/>
                  <a:moveTo>
                    <a:pt x="41" y="0"/>
                  </a:moveTo>
                  <a:cubicBezTo>
                    <a:pt x="49" y="8"/>
                    <a:pt x="49" y="8"/>
                    <a:pt x="49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1" y="0"/>
                    <a:pt x="41" y="0"/>
                    <a:pt x="41" y="0"/>
                  </a:cubicBezTo>
                  <a:close/>
                  <a:moveTo>
                    <a:pt x="20" y="0"/>
                  </a:moveTo>
                  <a:cubicBezTo>
                    <a:pt x="19" y="0"/>
                    <a:pt x="27" y="0"/>
                    <a:pt x="27" y="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20" y="0"/>
                    <a:pt x="20" y="0"/>
                    <a:pt x="20" y="0"/>
                  </a:cubicBezTo>
                  <a:close/>
                  <a:moveTo>
                    <a:pt x="14" y="2"/>
                  </a:moveTo>
                  <a:cubicBezTo>
                    <a:pt x="31" y="28"/>
                    <a:pt x="31" y="28"/>
                    <a:pt x="31" y="28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0" y="7"/>
                    <a:pt x="10" y="7"/>
                    <a:pt x="10" y="7"/>
                  </a:cubicBezTo>
                  <a:lnTo>
                    <a:pt x="14" y="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1492" y="1647"/>
              <a:ext cx="269" cy="323"/>
            </a:xfrm>
            <a:custGeom>
              <a:avLst/>
              <a:gdLst>
                <a:gd name="T0" fmla="*/ 111 w 269"/>
                <a:gd name="T1" fmla="*/ 315 h 323"/>
                <a:gd name="T2" fmla="*/ 135 w 269"/>
                <a:gd name="T3" fmla="*/ 294 h 323"/>
                <a:gd name="T4" fmla="*/ 157 w 269"/>
                <a:gd name="T5" fmla="*/ 289 h 323"/>
                <a:gd name="T6" fmla="*/ 207 w 269"/>
                <a:gd name="T7" fmla="*/ 274 h 323"/>
                <a:gd name="T8" fmla="*/ 224 w 269"/>
                <a:gd name="T9" fmla="*/ 269 h 323"/>
                <a:gd name="T10" fmla="*/ 238 w 269"/>
                <a:gd name="T11" fmla="*/ 256 h 323"/>
                <a:gd name="T12" fmla="*/ 255 w 269"/>
                <a:gd name="T13" fmla="*/ 231 h 323"/>
                <a:gd name="T14" fmla="*/ 264 w 269"/>
                <a:gd name="T15" fmla="*/ 181 h 323"/>
                <a:gd name="T16" fmla="*/ 266 w 269"/>
                <a:gd name="T17" fmla="*/ 158 h 323"/>
                <a:gd name="T18" fmla="*/ 249 w 269"/>
                <a:gd name="T19" fmla="*/ 128 h 323"/>
                <a:gd name="T20" fmla="*/ 248 w 269"/>
                <a:gd name="T21" fmla="*/ 113 h 323"/>
                <a:gd name="T22" fmla="*/ 207 w 269"/>
                <a:gd name="T23" fmla="*/ 79 h 323"/>
                <a:gd name="T24" fmla="*/ 185 w 269"/>
                <a:gd name="T25" fmla="*/ 103 h 323"/>
                <a:gd name="T26" fmla="*/ 185 w 269"/>
                <a:gd name="T27" fmla="*/ 50 h 323"/>
                <a:gd name="T28" fmla="*/ 205 w 269"/>
                <a:gd name="T29" fmla="*/ 29 h 323"/>
                <a:gd name="T30" fmla="*/ 224 w 269"/>
                <a:gd name="T31" fmla="*/ 14 h 323"/>
                <a:gd name="T32" fmla="*/ 204 w 269"/>
                <a:gd name="T33" fmla="*/ 7 h 323"/>
                <a:gd name="T34" fmla="*/ 183 w 269"/>
                <a:gd name="T35" fmla="*/ 34 h 323"/>
                <a:gd name="T36" fmla="*/ 183 w 269"/>
                <a:gd name="T37" fmla="*/ 9 h 323"/>
                <a:gd name="T38" fmla="*/ 170 w 269"/>
                <a:gd name="T39" fmla="*/ 18 h 323"/>
                <a:gd name="T40" fmla="*/ 146 w 269"/>
                <a:gd name="T41" fmla="*/ 25 h 323"/>
                <a:gd name="T42" fmla="*/ 144 w 269"/>
                <a:gd name="T43" fmla="*/ 39 h 323"/>
                <a:gd name="T44" fmla="*/ 133 w 269"/>
                <a:gd name="T45" fmla="*/ 49 h 323"/>
                <a:gd name="T46" fmla="*/ 138 w 269"/>
                <a:gd name="T47" fmla="*/ 62 h 323"/>
                <a:gd name="T48" fmla="*/ 156 w 269"/>
                <a:gd name="T49" fmla="*/ 62 h 323"/>
                <a:gd name="T50" fmla="*/ 128 w 269"/>
                <a:gd name="T51" fmla="*/ 88 h 323"/>
                <a:gd name="T52" fmla="*/ 91 w 269"/>
                <a:gd name="T53" fmla="*/ 96 h 323"/>
                <a:gd name="T54" fmla="*/ 56 w 269"/>
                <a:gd name="T55" fmla="*/ 86 h 323"/>
                <a:gd name="T56" fmla="*/ 44 w 269"/>
                <a:gd name="T57" fmla="*/ 91 h 323"/>
                <a:gd name="T58" fmla="*/ 54 w 269"/>
                <a:gd name="T59" fmla="*/ 113 h 323"/>
                <a:gd name="T60" fmla="*/ 29 w 269"/>
                <a:gd name="T61" fmla="*/ 108 h 323"/>
                <a:gd name="T62" fmla="*/ 65 w 269"/>
                <a:gd name="T63" fmla="*/ 127 h 323"/>
                <a:gd name="T64" fmla="*/ 51 w 269"/>
                <a:gd name="T65" fmla="*/ 142 h 323"/>
                <a:gd name="T66" fmla="*/ 31 w 269"/>
                <a:gd name="T67" fmla="*/ 155 h 323"/>
                <a:gd name="T68" fmla="*/ 43 w 269"/>
                <a:gd name="T69" fmla="*/ 164 h 323"/>
                <a:gd name="T70" fmla="*/ 99 w 269"/>
                <a:gd name="T71" fmla="*/ 176 h 323"/>
                <a:gd name="T72" fmla="*/ 65 w 269"/>
                <a:gd name="T73" fmla="*/ 203 h 323"/>
                <a:gd name="T74" fmla="*/ 37 w 269"/>
                <a:gd name="T75" fmla="*/ 231 h 323"/>
                <a:gd name="T76" fmla="*/ 67 w 269"/>
                <a:gd name="T77" fmla="*/ 227 h 323"/>
                <a:gd name="T78" fmla="*/ 94 w 269"/>
                <a:gd name="T79" fmla="*/ 222 h 323"/>
                <a:gd name="T80" fmla="*/ 55 w 269"/>
                <a:gd name="T81" fmla="*/ 232 h 323"/>
                <a:gd name="T82" fmla="*/ 41 w 269"/>
                <a:gd name="T83" fmla="*/ 250 h 323"/>
                <a:gd name="T84" fmla="*/ 34 w 269"/>
                <a:gd name="T85" fmla="*/ 260 h 323"/>
                <a:gd name="T86" fmla="*/ 18 w 269"/>
                <a:gd name="T87" fmla="*/ 254 h 323"/>
                <a:gd name="T88" fmla="*/ 42 w 269"/>
                <a:gd name="T89" fmla="*/ 265 h 323"/>
                <a:gd name="T90" fmla="*/ 6 w 269"/>
                <a:gd name="T91" fmla="*/ 292 h 323"/>
                <a:gd name="T92" fmla="*/ 50 w 269"/>
                <a:gd name="T93" fmla="*/ 289 h 323"/>
                <a:gd name="T94" fmla="*/ 34 w 269"/>
                <a:gd name="T95" fmla="*/ 311 h 323"/>
                <a:gd name="T96" fmla="*/ 36 w 269"/>
                <a:gd name="T97" fmla="*/ 316 h 323"/>
                <a:gd name="T98" fmla="*/ 59 w 269"/>
                <a:gd name="T99" fmla="*/ 31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" h="323">
                  <a:moveTo>
                    <a:pt x="68" y="323"/>
                  </a:moveTo>
                  <a:lnTo>
                    <a:pt x="91" y="321"/>
                  </a:lnTo>
                  <a:lnTo>
                    <a:pt x="111" y="315"/>
                  </a:lnTo>
                  <a:lnTo>
                    <a:pt x="128" y="305"/>
                  </a:lnTo>
                  <a:lnTo>
                    <a:pt x="122" y="293"/>
                  </a:lnTo>
                  <a:lnTo>
                    <a:pt x="135" y="294"/>
                  </a:lnTo>
                  <a:lnTo>
                    <a:pt x="132" y="301"/>
                  </a:lnTo>
                  <a:lnTo>
                    <a:pt x="145" y="301"/>
                  </a:lnTo>
                  <a:lnTo>
                    <a:pt x="157" y="289"/>
                  </a:lnTo>
                  <a:lnTo>
                    <a:pt x="167" y="289"/>
                  </a:lnTo>
                  <a:lnTo>
                    <a:pt x="170" y="278"/>
                  </a:lnTo>
                  <a:lnTo>
                    <a:pt x="207" y="274"/>
                  </a:lnTo>
                  <a:lnTo>
                    <a:pt x="210" y="267"/>
                  </a:lnTo>
                  <a:lnTo>
                    <a:pt x="216" y="275"/>
                  </a:lnTo>
                  <a:lnTo>
                    <a:pt x="224" y="269"/>
                  </a:lnTo>
                  <a:lnTo>
                    <a:pt x="232" y="272"/>
                  </a:lnTo>
                  <a:lnTo>
                    <a:pt x="250" y="272"/>
                  </a:lnTo>
                  <a:lnTo>
                    <a:pt x="238" y="256"/>
                  </a:lnTo>
                  <a:lnTo>
                    <a:pt x="247" y="252"/>
                  </a:lnTo>
                  <a:lnTo>
                    <a:pt x="257" y="241"/>
                  </a:lnTo>
                  <a:lnTo>
                    <a:pt x="255" y="231"/>
                  </a:lnTo>
                  <a:lnTo>
                    <a:pt x="266" y="220"/>
                  </a:lnTo>
                  <a:lnTo>
                    <a:pt x="269" y="208"/>
                  </a:lnTo>
                  <a:lnTo>
                    <a:pt x="264" y="181"/>
                  </a:lnTo>
                  <a:lnTo>
                    <a:pt x="256" y="176"/>
                  </a:lnTo>
                  <a:lnTo>
                    <a:pt x="266" y="170"/>
                  </a:lnTo>
                  <a:lnTo>
                    <a:pt x="266" y="158"/>
                  </a:lnTo>
                  <a:lnTo>
                    <a:pt x="257" y="146"/>
                  </a:lnTo>
                  <a:lnTo>
                    <a:pt x="259" y="134"/>
                  </a:lnTo>
                  <a:lnTo>
                    <a:pt x="249" y="128"/>
                  </a:lnTo>
                  <a:lnTo>
                    <a:pt x="254" y="120"/>
                  </a:lnTo>
                  <a:lnTo>
                    <a:pt x="262" y="122"/>
                  </a:lnTo>
                  <a:lnTo>
                    <a:pt x="248" y="113"/>
                  </a:lnTo>
                  <a:lnTo>
                    <a:pt x="238" y="111"/>
                  </a:lnTo>
                  <a:lnTo>
                    <a:pt x="226" y="88"/>
                  </a:lnTo>
                  <a:lnTo>
                    <a:pt x="207" y="79"/>
                  </a:lnTo>
                  <a:lnTo>
                    <a:pt x="199" y="84"/>
                  </a:lnTo>
                  <a:lnTo>
                    <a:pt x="195" y="101"/>
                  </a:lnTo>
                  <a:lnTo>
                    <a:pt x="185" y="103"/>
                  </a:lnTo>
                  <a:lnTo>
                    <a:pt x="158" y="79"/>
                  </a:lnTo>
                  <a:lnTo>
                    <a:pt x="172" y="52"/>
                  </a:lnTo>
                  <a:lnTo>
                    <a:pt x="185" y="50"/>
                  </a:lnTo>
                  <a:lnTo>
                    <a:pt x="189" y="40"/>
                  </a:lnTo>
                  <a:lnTo>
                    <a:pt x="198" y="35"/>
                  </a:lnTo>
                  <a:lnTo>
                    <a:pt x="205" y="29"/>
                  </a:lnTo>
                  <a:lnTo>
                    <a:pt x="198" y="30"/>
                  </a:lnTo>
                  <a:lnTo>
                    <a:pt x="212" y="20"/>
                  </a:lnTo>
                  <a:lnTo>
                    <a:pt x="224" y="14"/>
                  </a:lnTo>
                  <a:lnTo>
                    <a:pt x="210" y="7"/>
                  </a:lnTo>
                  <a:lnTo>
                    <a:pt x="200" y="0"/>
                  </a:lnTo>
                  <a:lnTo>
                    <a:pt x="204" y="7"/>
                  </a:lnTo>
                  <a:lnTo>
                    <a:pt x="190" y="7"/>
                  </a:lnTo>
                  <a:lnTo>
                    <a:pt x="193" y="21"/>
                  </a:lnTo>
                  <a:lnTo>
                    <a:pt x="183" y="34"/>
                  </a:lnTo>
                  <a:lnTo>
                    <a:pt x="184" y="26"/>
                  </a:lnTo>
                  <a:lnTo>
                    <a:pt x="190" y="20"/>
                  </a:lnTo>
                  <a:lnTo>
                    <a:pt x="183" y="9"/>
                  </a:lnTo>
                  <a:lnTo>
                    <a:pt x="174" y="11"/>
                  </a:lnTo>
                  <a:lnTo>
                    <a:pt x="179" y="18"/>
                  </a:lnTo>
                  <a:lnTo>
                    <a:pt x="170" y="18"/>
                  </a:lnTo>
                  <a:lnTo>
                    <a:pt x="164" y="13"/>
                  </a:lnTo>
                  <a:lnTo>
                    <a:pt x="146" y="17"/>
                  </a:lnTo>
                  <a:lnTo>
                    <a:pt x="146" y="25"/>
                  </a:lnTo>
                  <a:lnTo>
                    <a:pt x="140" y="26"/>
                  </a:lnTo>
                  <a:lnTo>
                    <a:pt x="135" y="36"/>
                  </a:lnTo>
                  <a:lnTo>
                    <a:pt x="144" y="39"/>
                  </a:lnTo>
                  <a:lnTo>
                    <a:pt x="142" y="44"/>
                  </a:lnTo>
                  <a:lnTo>
                    <a:pt x="132" y="44"/>
                  </a:lnTo>
                  <a:lnTo>
                    <a:pt x="133" y="49"/>
                  </a:lnTo>
                  <a:lnTo>
                    <a:pt x="120" y="52"/>
                  </a:lnTo>
                  <a:lnTo>
                    <a:pt x="124" y="62"/>
                  </a:lnTo>
                  <a:lnTo>
                    <a:pt x="138" y="62"/>
                  </a:lnTo>
                  <a:lnTo>
                    <a:pt x="136" y="65"/>
                  </a:lnTo>
                  <a:lnTo>
                    <a:pt x="148" y="62"/>
                  </a:lnTo>
                  <a:lnTo>
                    <a:pt x="156" y="62"/>
                  </a:lnTo>
                  <a:lnTo>
                    <a:pt x="140" y="76"/>
                  </a:lnTo>
                  <a:lnTo>
                    <a:pt x="121" y="82"/>
                  </a:lnTo>
                  <a:lnTo>
                    <a:pt x="128" y="88"/>
                  </a:lnTo>
                  <a:lnTo>
                    <a:pt x="109" y="91"/>
                  </a:lnTo>
                  <a:lnTo>
                    <a:pt x="100" y="87"/>
                  </a:lnTo>
                  <a:lnTo>
                    <a:pt x="91" y="96"/>
                  </a:lnTo>
                  <a:lnTo>
                    <a:pt x="87" y="85"/>
                  </a:lnTo>
                  <a:lnTo>
                    <a:pt x="56" y="81"/>
                  </a:lnTo>
                  <a:lnTo>
                    <a:pt x="56" y="86"/>
                  </a:lnTo>
                  <a:lnTo>
                    <a:pt x="40" y="81"/>
                  </a:lnTo>
                  <a:lnTo>
                    <a:pt x="37" y="98"/>
                  </a:lnTo>
                  <a:lnTo>
                    <a:pt x="44" y="91"/>
                  </a:lnTo>
                  <a:lnTo>
                    <a:pt x="46" y="101"/>
                  </a:lnTo>
                  <a:lnTo>
                    <a:pt x="50" y="103"/>
                  </a:lnTo>
                  <a:lnTo>
                    <a:pt x="54" y="113"/>
                  </a:lnTo>
                  <a:lnTo>
                    <a:pt x="46" y="113"/>
                  </a:lnTo>
                  <a:lnTo>
                    <a:pt x="45" y="107"/>
                  </a:lnTo>
                  <a:lnTo>
                    <a:pt x="29" y="108"/>
                  </a:lnTo>
                  <a:lnTo>
                    <a:pt x="48" y="121"/>
                  </a:lnTo>
                  <a:lnTo>
                    <a:pt x="61" y="117"/>
                  </a:lnTo>
                  <a:lnTo>
                    <a:pt x="65" y="127"/>
                  </a:lnTo>
                  <a:lnTo>
                    <a:pt x="48" y="130"/>
                  </a:lnTo>
                  <a:lnTo>
                    <a:pt x="46" y="137"/>
                  </a:lnTo>
                  <a:lnTo>
                    <a:pt x="51" y="142"/>
                  </a:lnTo>
                  <a:lnTo>
                    <a:pt x="33" y="143"/>
                  </a:lnTo>
                  <a:lnTo>
                    <a:pt x="37" y="153"/>
                  </a:lnTo>
                  <a:lnTo>
                    <a:pt x="31" y="155"/>
                  </a:lnTo>
                  <a:lnTo>
                    <a:pt x="41" y="161"/>
                  </a:lnTo>
                  <a:lnTo>
                    <a:pt x="48" y="158"/>
                  </a:lnTo>
                  <a:lnTo>
                    <a:pt x="43" y="164"/>
                  </a:lnTo>
                  <a:lnTo>
                    <a:pt x="59" y="161"/>
                  </a:lnTo>
                  <a:lnTo>
                    <a:pt x="63" y="176"/>
                  </a:lnTo>
                  <a:lnTo>
                    <a:pt x="99" y="176"/>
                  </a:lnTo>
                  <a:lnTo>
                    <a:pt x="87" y="187"/>
                  </a:lnTo>
                  <a:lnTo>
                    <a:pt x="79" y="182"/>
                  </a:lnTo>
                  <a:lnTo>
                    <a:pt x="65" y="203"/>
                  </a:lnTo>
                  <a:lnTo>
                    <a:pt x="71" y="203"/>
                  </a:lnTo>
                  <a:lnTo>
                    <a:pt x="60" y="216"/>
                  </a:lnTo>
                  <a:lnTo>
                    <a:pt x="37" y="231"/>
                  </a:lnTo>
                  <a:lnTo>
                    <a:pt x="46" y="231"/>
                  </a:lnTo>
                  <a:lnTo>
                    <a:pt x="59" y="223"/>
                  </a:lnTo>
                  <a:lnTo>
                    <a:pt x="67" y="227"/>
                  </a:lnTo>
                  <a:lnTo>
                    <a:pt x="83" y="228"/>
                  </a:lnTo>
                  <a:lnTo>
                    <a:pt x="93" y="218"/>
                  </a:lnTo>
                  <a:lnTo>
                    <a:pt x="94" y="222"/>
                  </a:lnTo>
                  <a:lnTo>
                    <a:pt x="107" y="224"/>
                  </a:lnTo>
                  <a:lnTo>
                    <a:pt x="78" y="231"/>
                  </a:lnTo>
                  <a:lnTo>
                    <a:pt x="55" y="232"/>
                  </a:lnTo>
                  <a:lnTo>
                    <a:pt x="50" y="240"/>
                  </a:lnTo>
                  <a:lnTo>
                    <a:pt x="36" y="244"/>
                  </a:lnTo>
                  <a:lnTo>
                    <a:pt x="41" y="250"/>
                  </a:lnTo>
                  <a:lnTo>
                    <a:pt x="38" y="256"/>
                  </a:lnTo>
                  <a:lnTo>
                    <a:pt x="44" y="258"/>
                  </a:lnTo>
                  <a:lnTo>
                    <a:pt x="34" y="260"/>
                  </a:lnTo>
                  <a:lnTo>
                    <a:pt x="25" y="253"/>
                  </a:lnTo>
                  <a:lnTo>
                    <a:pt x="21" y="258"/>
                  </a:lnTo>
                  <a:lnTo>
                    <a:pt x="18" y="254"/>
                  </a:lnTo>
                  <a:lnTo>
                    <a:pt x="0" y="263"/>
                  </a:lnTo>
                  <a:lnTo>
                    <a:pt x="2" y="267"/>
                  </a:lnTo>
                  <a:lnTo>
                    <a:pt x="42" y="265"/>
                  </a:lnTo>
                  <a:lnTo>
                    <a:pt x="29" y="275"/>
                  </a:lnTo>
                  <a:lnTo>
                    <a:pt x="12" y="278"/>
                  </a:lnTo>
                  <a:lnTo>
                    <a:pt x="6" y="292"/>
                  </a:lnTo>
                  <a:lnTo>
                    <a:pt x="17" y="292"/>
                  </a:lnTo>
                  <a:lnTo>
                    <a:pt x="20" y="299"/>
                  </a:lnTo>
                  <a:lnTo>
                    <a:pt x="50" y="289"/>
                  </a:lnTo>
                  <a:lnTo>
                    <a:pt x="27" y="304"/>
                  </a:lnTo>
                  <a:lnTo>
                    <a:pt x="17" y="311"/>
                  </a:lnTo>
                  <a:lnTo>
                    <a:pt x="34" y="311"/>
                  </a:lnTo>
                  <a:lnTo>
                    <a:pt x="55" y="300"/>
                  </a:lnTo>
                  <a:lnTo>
                    <a:pt x="54" y="308"/>
                  </a:lnTo>
                  <a:lnTo>
                    <a:pt x="36" y="316"/>
                  </a:lnTo>
                  <a:lnTo>
                    <a:pt x="46" y="316"/>
                  </a:lnTo>
                  <a:lnTo>
                    <a:pt x="43" y="322"/>
                  </a:lnTo>
                  <a:lnTo>
                    <a:pt x="59" y="318"/>
                  </a:lnTo>
                  <a:lnTo>
                    <a:pt x="68" y="32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1650" y="1147"/>
              <a:ext cx="577" cy="964"/>
            </a:xfrm>
            <a:custGeom>
              <a:avLst/>
              <a:gdLst>
                <a:gd name="T0" fmla="*/ 28 w 586"/>
                <a:gd name="T1" fmla="*/ 558 h 978"/>
                <a:gd name="T2" fmla="*/ 137 w 586"/>
                <a:gd name="T3" fmla="*/ 566 h 978"/>
                <a:gd name="T4" fmla="*/ 125 w 586"/>
                <a:gd name="T5" fmla="*/ 616 h 978"/>
                <a:gd name="T6" fmla="*/ 421 w 586"/>
                <a:gd name="T7" fmla="*/ 0 h 978"/>
                <a:gd name="T8" fmla="*/ 407 w 586"/>
                <a:gd name="T9" fmla="*/ 16 h 978"/>
                <a:gd name="T10" fmla="*/ 394 w 586"/>
                <a:gd name="T11" fmla="*/ 39 h 978"/>
                <a:gd name="T12" fmla="*/ 539 w 586"/>
                <a:gd name="T13" fmla="*/ 845 h 978"/>
                <a:gd name="T14" fmla="*/ 389 w 586"/>
                <a:gd name="T15" fmla="*/ 917 h 978"/>
                <a:gd name="T16" fmla="*/ 69 w 586"/>
                <a:gd name="T17" fmla="*/ 410 h 978"/>
                <a:gd name="T18" fmla="*/ 100 w 586"/>
                <a:gd name="T19" fmla="*/ 366 h 978"/>
                <a:gd name="T20" fmla="*/ 280 w 586"/>
                <a:gd name="T21" fmla="*/ 194 h 978"/>
                <a:gd name="T22" fmla="*/ 268 w 586"/>
                <a:gd name="T23" fmla="*/ 218 h 978"/>
                <a:gd name="T24" fmla="*/ 117 w 586"/>
                <a:gd name="T25" fmla="*/ 255 h 978"/>
                <a:gd name="T26" fmla="*/ 79 w 586"/>
                <a:gd name="T27" fmla="*/ 290 h 978"/>
                <a:gd name="T28" fmla="*/ 48 w 586"/>
                <a:gd name="T29" fmla="*/ 330 h 978"/>
                <a:gd name="T30" fmla="*/ 57 w 586"/>
                <a:gd name="T31" fmla="*/ 343 h 978"/>
                <a:gd name="T32" fmla="*/ 99 w 586"/>
                <a:gd name="T33" fmla="*/ 338 h 978"/>
                <a:gd name="T34" fmla="*/ 115 w 586"/>
                <a:gd name="T35" fmla="*/ 342 h 978"/>
                <a:gd name="T36" fmla="*/ 135 w 586"/>
                <a:gd name="T37" fmla="*/ 413 h 978"/>
                <a:gd name="T38" fmla="*/ 129 w 586"/>
                <a:gd name="T39" fmla="*/ 466 h 978"/>
                <a:gd name="T40" fmla="*/ 170 w 586"/>
                <a:gd name="T41" fmla="*/ 511 h 978"/>
                <a:gd name="T42" fmla="*/ 186 w 586"/>
                <a:gd name="T43" fmla="*/ 627 h 978"/>
                <a:gd name="T44" fmla="*/ 174 w 586"/>
                <a:gd name="T45" fmla="*/ 963 h 978"/>
                <a:gd name="T46" fmla="*/ 260 w 586"/>
                <a:gd name="T47" fmla="*/ 957 h 978"/>
                <a:gd name="T48" fmla="*/ 339 w 586"/>
                <a:gd name="T49" fmla="*/ 922 h 978"/>
                <a:gd name="T50" fmla="*/ 439 w 586"/>
                <a:gd name="T51" fmla="*/ 909 h 978"/>
                <a:gd name="T52" fmla="*/ 548 w 586"/>
                <a:gd name="T53" fmla="*/ 882 h 978"/>
                <a:gd name="T54" fmla="*/ 524 w 586"/>
                <a:gd name="T55" fmla="*/ 845 h 978"/>
                <a:gd name="T56" fmla="*/ 541 w 586"/>
                <a:gd name="T57" fmla="*/ 812 h 978"/>
                <a:gd name="T58" fmla="*/ 577 w 586"/>
                <a:gd name="T59" fmla="*/ 786 h 978"/>
                <a:gd name="T60" fmla="*/ 474 w 586"/>
                <a:gd name="T61" fmla="*/ 720 h 978"/>
                <a:gd name="T62" fmla="*/ 437 w 586"/>
                <a:gd name="T63" fmla="*/ 650 h 978"/>
                <a:gd name="T64" fmla="*/ 453 w 586"/>
                <a:gd name="T65" fmla="*/ 612 h 978"/>
                <a:gd name="T66" fmla="*/ 362 w 586"/>
                <a:gd name="T67" fmla="*/ 492 h 978"/>
                <a:gd name="T68" fmla="*/ 245 w 586"/>
                <a:gd name="T69" fmla="*/ 450 h 978"/>
                <a:gd name="T70" fmla="*/ 272 w 586"/>
                <a:gd name="T71" fmla="*/ 423 h 978"/>
                <a:gd name="T72" fmla="*/ 341 w 586"/>
                <a:gd name="T73" fmla="*/ 341 h 978"/>
                <a:gd name="T74" fmla="*/ 257 w 586"/>
                <a:gd name="T75" fmla="*/ 313 h 978"/>
                <a:gd name="T76" fmla="*/ 233 w 586"/>
                <a:gd name="T77" fmla="*/ 289 h 978"/>
                <a:gd name="T78" fmla="*/ 240 w 586"/>
                <a:gd name="T79" fmla="*/ 237 h 978"/>
                <a:gd name="T80" fmla="*/ 172 w 586"/>
                <a:gd name="T81" fmla="*/ 243 h 978"/>
                <a:gd name="T82" fmla="*/ 155 w 586"/>
                <a:gd name="T83" fmla="*/ 296 h 978"/>
                <a:gd name="T84" fmla="*/ 142 w 586"/>
                <a:gd name="T85" fmla="*/ 327 h 978"/>
                <a:gd name="T86" fmla="*/ 147 w 586"/>
                <a:gd name="T87" fmla="*/ 349 h 978"/>
                <a:gd name="T88" fmla="*/ 132 w 586"/>
                <a:gd name="T89" fmla="*/ 385 h 978"/>
                <a:gd name="T90" fmla="*/ 141 w 586"/>
                <a:gd name="T91" fmla="*/ 414 h 978"/>
                <a:gd name="T92" fmla="*/ 139 w 586"/>
                <a:gd name="T93" fmla="*/ 471 h 978"/>
                <a:gd name="T94" fmla="*/ 157 w 586"/>
                <a:gd name="T95" fmla="*/ 477 h 978"/>
                <a:gd name="T96" fmla="*/ 183 w 586"/>
                <a:gd name="T97" fmla="*/ 443 h 978"/>
                <a:gd name="T98" fmla="*/ 179 w 586"/>
                <a:gd name="T99" fmla="*/ 550 h 978"/>
                <a:gd name="T100" fmla="*/ 241 w 586"/>
                <a:gd name="T101" fmla="*/ 560 h 978"/>
                <a:gd name="T102" fmla="*/ 304 w 586"/>
                <a:gd name="T103" fmla="*/ 613 h 978"/>
                <a:gd name="T104" fmla="*/ 291 w 586"/>
                <a:gd name="T105" fmla="*/ 681 h 978"/>
                <a:gd name="T106" fmla="*/ 189 w 586"/>
                <a:gd name="T107" fmla="*/ 736 h 978"/>
                <a:gd name="T108" fmla="*/ 210 w 586"/>
                <a:gd name="T109" fmla="*/ 787 h 978"/>
                <a:gd name="T110" fmla="*/ 177 w 586"/>
                <a:gd name="T111" fmla="*/ 836 h 978"/>
                <a:gd name="T112" fmla="*/ 256 w 586"/>
                <a:gd name="T113" fmla="*/ 847 h 978"/>
                <a:gd name="T114" fmla="*/ 289 w 586"/>
                <a:gd name="T115" fmla="*/ 874 h 978"/>
                <a:gd name="T116" fmla="*/ 173 w 586"/>
                <a:gd name="T117" fmla="*/ 930 h 978"/>
                <a:gd name="T118" fmla="*/ 160 w 586"/>
                <a:gd name="T119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86" h="978">
                  <a:moveTo>
                    <a:pt x="106" y="631"/>
                  </a:moveTo>
                  <a:cubicBezTo>
                    <a:pt x="92" y="622"/>
                    <a:pt x="92" y="622"/>
                    <a:pt x="92" y="622"/>
                  </a:cubicBezTo>
                  <a:cubicBezTo>
                    <a:pt x="82" y="620"/>
                    <a:pt x="82" y="620"/>
                    <a:pt x="82" y="620"/>
                  </a:cubicBezTo>
                  <a:cubicBezTo>
                    <a:pt x="69" y="597"/>
                    <a:pt x="69" y="597"/>
                    <a:pt x="69" y="597"/>
                  </a:cubicBezTo>
                  <a:cubicBezTo>
                    <a:pt x="50" y="588"/>
                    <a:pt x="50" y="588"/>
                    <a:pt x="50" y="588"/>
                  </a:cubicBezTo>
                  <a:cubicBezTo>
                    <a:pt x="42" y="593"/>
                    <a:pt x="42" y="593"/>
                    <a:pt x="42" y="593"/>
                  </a:cubicBezTo>
                  <a:cubicBezTo>
                    <a:pt x="38" y="610"/>
                    <a:pt x="38" y="610"/>
                    <a:pt x="38" y="610"/>
                  </a:cubicBezTo>
                  <a:cubicBezTo>
                    <a:pt x="28" y="612"/>
                    <a:pt x="28" y="612"/>
                    <a:pt x="28" y="612"/>
                  </a:cubicBezTo>
                  <a:cubicBezTo>
                    <a:pt x="0" y="588"/>
                    <a:pt x="0" y="588"/>
                    <a:pt x="0" y="588"/>
                  </a:cubicBezTo>
                  <a:cubicBezTo>
                    <a:pt x="14" y="560"/>
                    <a:pt x="14" y="560"/>
                    <a:pt x="14" y="560"/>
                  </a:cubicBezTo>
                  <a:cubicBezTo>
                    <a:pt x="28" y="558"/>
                    <a:pt x="28" y="558"/>
                    <a:pt x="28" y="558"/>
                  </a:cubicBezTo>
                  <a:cubicBezTo>
                    <a:pt x="32" y="548"/>
                    <a:pt x="32" y="548"/>
                    <a:pt x="32" y="548"/>
                  </a:cubicBezTo>
                  <a:cubicBezTo>
                    <a:pt x="41" y="543"/>
                    <a:pt x="41" y="543"/>
                    <a:pt x="41" y="543"/>
                  </a:cubicBezTo>
                  <a:cubicBezTo>
                    <a:pt x="48" y="537"/>
                    <a:pt x="48" y="537"/>
                    <a:pt x="48" y="537"/>
                  </a:cubicBezTo>
                  <a:cubicBezTo>
                    <a:pt x="60" y="535"/>
                    <a:pt x="60" y="535"/>
                    <a:pt x="60" y="535"/>
                  </a:cubicBezTo>
                  <a:cubicBezTo>
                    <a:pt x="64" y="530"/>
                    <a:pt x="64" y="530"/>
                    <a:pt x="64" y="530"/>
                  </a:cubicBezTo>
                  <a:cubicBezTo>
                    <a:pt x="72" y="530"/>
                    <a:pt x="72" y="530"/>
                    <a:pt x="72" y="530"/>
                  </a:cubicBezTo>
                  <a:cubicBezTo>
                    <a:pt x="85" y="522"/>
                    <a:pt x="85" y="522"/>
                    <a:pt x="85" y="522"/>
                  </a:cubicBezTo>
                  <a:cubicBezTo>
                    <a:pt x="106" y="524"/>
                    <a:pt x="106" y="524"/>
                    <a:pt x="106" y="524"/>
                  </a:cubicBezTo>
                  <a:cubicBezTo>
                    <a:pt x="116" y="529"/>
                    <a:pt x="116" y="529"/>
                    <a:pt x="116" y="529"/>
                  </a:cubicBezTo>
                  <a:cubicBezTo>
                    <a:pt x="117" y="540"/>
                    <a:pt x="117" y="540"/>
                    <a:pt x="117" y="540"/>
                  </a:cubicBezTo>
                  <a:cubicBezTo>
                    <a:pt x="137" y="566"/>
                    <a:pt x="137" y="566"/>
                    <a:pt x="137" y="566"/>
                  </a:cubicBezTo>
                  <a:cubicBezTo>
                    <a:pt x="127" y="572"/>
                    <a:pt x="127" y="572"/>
                    <a:pt x="127" y="572"/>
                  </a:cubicBezTo>
                  <a:cubicBezTo>
                    <a:pt x="145" y="573"/>
                    <a:pt x="145" y="573"/>
                    <a:pt x="145" y="573"/>
                  </a:cubicBezTo>
                  <a:cubicBezTo>
                    <a:pt x="149" y="600"/>
                    <a:pt x="149" y="600"/>
                    <a:pt x="149" y="600"/>
                  </a:cubicBezTo>
                  <a:cubicBezTo>
                    <a:pt x="141" y="579"/>
                    <a:pt x="141" y="579"/>
                    <a:pt x="141" y="579"/>
                  </a:cubicBezTo>
                  <a:cubicBezTo>
                    <a:pt x="134" y="580"/>
                    <a:pt x="134" y="580"/>
                    <a:pt x="134" y="580"/>
                  </a:cubicBezTo>
                  <a:cubicBezTo>
                    <a:pt x="138" y="587"/>
                    <a:pt x="138" y="587"/>
                    <a:pt x="138" y="587"/>
                  </a:cubicBezTo>
                  <a:cubicBezTo>
                    <a:pt x="134" y="597"/>
                    <a:pt x="134" y="597"/>
                    <a:pt x="134" y="597"/>
                  </a:cubicBezTo>
                  <a:cubicBezTo>
                    <a:pt x="144" y="599"/>
                    <a:pt x="144" y="599"/>
                    <a:pt x="144" y="599"/>
                  </a:cubicBezTo>
                  <a:cubicBezTo>
                    <a:pt x="141" y="609"/>
                    <a:pt x="141" y="609"/>
                    <a:pt x="141" y="609"/>
                  </a:cubicBezTo>
                  <a:cubicBezTo>
                    <a:pt x="126" y="607"/>
                    <a:pt x="126" y="607"/>
                    <a:pt x="126" y="607"/>
                  </a:cubicBezTo>
                  <a:cubicBezTo>
                    <a:pt x="125" y="616"/>
                    <a:pt x="125" y="616"/>
                    <a:pt x="125" y="616"/>
                  </a:cubicBezTo>
                  <a:cubicBezTo>
                    <a:pt x="114" y="623"/>
                    <a:pt x="114" y="623"/>
                    <a:pt x="114" y="623"/>
                  </a:cubicBezTo>
                  <a:cubicBezTo>
                    <a:pt x="108" y="622"/>
                    <a:pt x="108" y="622"/>
                    <a:pt x="108" y="622"/>
                  </a:cubicBezTo>
                  <a:cubicBezTo>
                    <a:pt x="109" y="631"/>
                    <a:pt x="109" y="631"/>
                    <a:pt x="109" y="631"/>
                  </a:cubicBezTo>
                  <a:cubicBezTo>
                    <a:pt x="106" y="631"/>
                    <a:pt x="106" y="631"/>
                    <a:pt x="106" y="631"/>
                  </a:cubicBezTo>
                  <a:close/>
                  <a:moveTo>
                    <a:pt x="391" y="88"/>
                  </a:moveTo>
                  <a:cubicBezTo>
                    <a:pt x="397" y="78"/>
                    <a:pt x="397" y="78"/>
                    <a:pt x="397" y="78"/>
                  </a:cubicBezTo>
                  <a:cubicBezTo>
                    <a:pt x="401" y="81"/>
                    <a:pt x="401" y="81"/>
                    <a:pt x="401" y="81"/>
                  </a:cubicBezTo>
                  <a:cubicBezTo>
                    <a:pt x="391" y="88"/>
                    <a:pt x="391" y="88"/>
                    <a:pt x="391" y="88"/>
                  </a:cubicBezTo>
                  <a:close/>
                  <a:moveTo>
                    <a:pt x="416" y="14"/>
                  </a:moveTo>
                  <a:cubicBezTo>
                    <a:pt x="413" y="8"/>
                    <a:pt x="413" y="8"/>
                    <a:pt x="413" y="8"/>
                  </a:cubicBezTo>
                  <a:cubicBezTo>
                    <a:pt x="421" y="0"/>
                    <a:pt x="421" y="0"/>
                    <a:pt x="421" y="0"/>
                  </a:cubicBezTo>
                  <a:cubicBezTo>
                    <a:pt x="416" y="14"/>
                    <a:pt x="416" y="14"/>
                    <a:pt x="416" y="14"/>
                  </a:cubicBezTo>
                  <a:close/>
                  <a:moveTo>
                    <a:pt x="388" y="43"/>
                  </a:moveTo>
                  <a:cubicBezTo>
                    <a:pt x="390" y="28"/>
                    <a:pt x="390" y="28"/>
                    <a:pt x="390" y="28"/>
                  </a:cubicBezTo>
                  <a:cubicBezTo>
                    <a:pt x="381" y="30"/>
                    <a:pt x="381" y="30"/>
                    <a:pt x="381" y="30"/>
                  </a:cubicBezTo>
                  <a:cubicBezTo>
                    <a:pt x="378" y="38"/>
                    <a:pt x="378" y="38"/>
                    <a:pt x="378" y="38"/>
                  </a:cubicBezTo>
                  <a:cubicBezTo>
                    <a:pt x="378" y="38"/>
                    <a:pt x="388" y="43"/>
                    <a:pt x="388" y="43"/>
                  </a:cubicBezTo>
                  <a:close/>
                  <a:moveTo>
                    <a:pt x="403" y="35"/>
                  </a:moveTo>
                  <a:cubicBezTo>
                    <a:pt x="396" y="28"/>
                    <a:pt x="396" y="28"/>
                    <a:pt x="396" y="28"/>
                  </a:cubicBezTo>
                  <a:cubicBezTo>
                    <a:pt x="401" y="21"/>
                    <a:pt x="401" y="21"/>
                    <a:pt x="401" y="21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407" y="16"/>
                    <a:pt x="407" y="16"/>
                    <a:pt x="407" y="16"/>
                  </a:cubicBezTo>
                  <a:cubicBezTo>
                    <a:pt x="407" y="30"/>
                    <a:pt x="407" y="30"/>
                    <a:pt x="407" y="30"/>
                  </a:cubicBezTo>
                  <a:cubicBezTo>
                    <a:pt x="403" y="35"/>
                    <a:pt x="403" y="35"/>
                    <a:pt x="403" y="35"/>
                  </a:cubicBezTo>
                  <a:close/>
                  <a:moveTo>
                    <a:pt x="396" y="7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75" y="61"/>
                    <a:pt x="375" y="61"/>
                    <a:pt x="375" y="61"/>
                  </a:cubicBezTo>
                  <a:cubicBezTo>
                    <a:pt x="370" y="55"/>
                    <a:pt x="370" y="55"/>
                    <a:pt x="370" y="55"/>
                  </a:cubicBezTo>
                  <a:cubicBezTo>
                    <a:pt x="378" y="52"/>
                    <a:pt x="378" y="52"/>
                    <a:pt x="378" y="52"/>
                  </a:cubicBezTo>
                  <a:cubicBezTo>
                    <a:pt x="392" y="53"/>
                    <a:pt x="392" y="53"/>
                    <a:pt x="392" y="53"/>
                  </a:cubicBezTo>
                  <a:cubicBezTo>
                    <a:pt x="393" y="47"/>
                    <a:pt x="393" y="47"/>
                    <a:pt x="393" y="47"/>
                  </a:cubicBezTo>
                  <a:cubicBezTo>
                    <a:pt x="390" y="43"/>
                    <a:pt x="390" y="43"/>
                    <a:pt x="390" y="43"/>
                  </a:cubicBezTo>
                  <a:cubicBezTo>
                    <a:pt x="394" y="39"/>
                    <a:pt x="394" y="39"/>
                    <a:pt x="394" y="39"/>
                  </a:cubicBezTo>
                  <a:cubicBezTo>
                    <a:pt x="402" y="43"/>
                    <a:pt x="402" y="43"/>
                    <a:pt x="402" y="43"/>
                  </a:cubicBezTo>
                  <a:cubicBezTo>
                    <a:pt x="411" y="46"/>
                    <a:pt x="411" y="46"/>
                    <a:pt x="411" y="46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7" y="58"/>
                    <a:pt x="407" y="58"/>
                    <a:pt x="407" y="58"/>
                  </a:cubicBezTo>
                  <a:cubicBezTo>
                    <a:pt x="401" y="64"/>
                    <a:pt x="401" y="64"/>
                    <a:pt x="401" y="64"/>
                  </a:cubicBezTo>
                  <a:cubicBezTo>
                    <a:pt x="404" y="74"/>
                    <a:pt x="404" y="74"/>
                    <a:pt x="404" y="74"/>
                  </a:cubicBezTo>
                  <a:cubicBezTo>
                    <a:pt x="396" y="71"/>
                    <a:pt x="396" y="71"/>
                    <a:pt x="396" y="71"/>
                  </a:cubicBezTo>
                  <a:close/>
                  <a:moveTo>
                    <a:pt x="528" y="847"/>
                  </a:moveTo>
                  <a:cubicBezTo>
                    <a:pt x="536" y="851"/>
                    <a:pt x="536" y="851"/>
                    <a:pt x="536" y="851"/>
                  </a:cubicBezTo>
                  <a:cubicBezTo>
                    <a:pt x="543" y="849"/>
                    <a:pt x="543" y="849"/>
                    <a:pt x="543" y="849"/>
                  </a:cubicBezTo>
                  <a:cubicBezTo>
                    <a:pt x="539" y="845"/>
                    <a:pt x="539" y="845"/>
                    <a:pt x="539" y="845"/>
                  </a:cubicBezTo>
                  <a:cubicBezTo>
                    <a:pt x="533" y="844"/>
                    <a:pt x="533" y="844"/>
                    <a:pt x="533" y="844"/>
                  </a:cubicBezTo>
                  <a:cubicBezTo>
                    <a:pt x="528" y="847"/>
                    <a:pt x="528" y="847"/>
                    <a:pt x="528" y="847"/>
                  </a:cubicBezTo>
                  <a:close/>
                  <a:moveTo>
                    <a:pt x="389" y="917"/>
                  </a:moveTo>
                  <a:cubicBezTo>
                    <a:pt x="407" y="909"/>
                    <a:pt x="407" y="909"/>
                    <a:pt x="407" y="909"/>
                  </a:cubicBezTo>
                  <a:cubicBezTo>
                    <a:pt x="413" y="913"/>
                    <a:pt x="413" y="913"/>
                    <a:pt x="413" y="913"/>
                  </a:cubicBezTo>
                  <a:cubicBezTo>
                    <a:pt x="420" y="912"/>
                    <a:pt x="420" y="912"/>
                    <a:pt x="420" y="912"/>
                  </a:cubicBezTo>
                  <a:cubicBezTo>
                    <a:pt x="416" y="919"/>
                    <a:pt x="416" y="919"/>
                    <a:pt x="416" y="919"/>
                  </a:cubicBezTo>
                  <a:cubicBezTo>
                    <a:pt x="416" y="924"/>
                    <a:pt x="416" y="924"/>
                    <a:pt x="416" y="924"/>
                  </a:cubicBezTo>
                  <a:cubicBezTo>
                    <a:pt x="407" y="925"/>
                    <a:pt x="407" y="925"/>
                    <a:pt x="407" y="925"/>
                  </a:cubicBezTo>
                  <a:cubicBezTo>
                    <a:pt x="398" y="919"/>
                    <a:pt x="398" y="919"/>
                    <a:pt x="398" y="919"/>
                  </a:cubicBezTo>
                  <a:cubicBezTo>
                    <a:pt x="389" y="917"/>
                    <a:pt x="389" y="917"/>
                    <a:pt x="389" y="917"/>
                  </a:cubicBezTo>
                  <a:close/>
                  <a:moveTo>
                    <a:pt x="169" y="467"/>
                  </a:moveTo>
                  <a:cubicBezTo>
                    <a:pt x="168" y="476"/>
                    <a:pt x="168" y="476"/>
                    <a:pt x="168" y="476"/>
                  </a:cubicBezTo>
                  <a:cubicBezTo>
                    <a:pt x="176" y="481"/>
                    <a:pt x="176" y="481"/>
                    <a:pt x="176" y="481"/>
                  </a:cubicBezTo>
                  <a:cubicBezTo>
                    <a:pt x="175" y="472"/>
                    <a:pt x="175" y="472"/>
                    <a:pt x="175" y="472"/>
                  </a:cubicBezTo>
                  <a:cubicBezTo>
                    <a:pt x="169" y="467"/>
                    <a:pt x="169" y="467"/>
                    <a:pt x="169" y="467"/>
                  </a:cubicBezTo>
                  <a:close/>
                  <a:moveTo>
                    <a:pt x="106" y="457"/>
                  </a:moveTo>
                  <a:cubicBezTo>
                    <a:pt x="110" y="446"/>
                    <a:pt x="110" y="446"/>
                    <a:pt x="110" y="446"/>
                  </a:cubicBezTo>
                  <a:cubicBezTo>
                    <a:pt x="112" y="452"/>
                    <a:pt x="112" y="452"/>
                    <a:pt x="112" y="452"/>
                  </a:cubicBezTo>
                  <a:cubicBezTo>
                    <a:pt x="106" y="457"/>
                    <a:pt x="106" y="457"/>
                    <a:pt x="106" y="457"/>
                  </a:cubicBezTo>
                  <a:close/>
                  <a:moveTo>
                    <a:pt x="68" y="419"/>
                  </a:moveTo>
                  <a:cubicBezTo>
                    <a:pt x="69" y="410"/>
                    <a:pt x="69" y="410"/>
                    <a:pt x="69" y="410"/>
                  </a:cubicBezTo>
                  <a:cubicBezTo>
                    <a:pt x="80" y="411"/>
                    <a:pt x="80" y="411"/>
                    <a:pt x="80" y="411"/>
                  </a:cubicBezTo>
                  <a:cubicBezTo>
                    <a:pt x="68" y="419"/>
                    <a:pt x="68" y="419"/>
                    <a:pt x="68" y="419"/>
                  </a:cubicBezTo>
                  <a:close/>
                  <a:moveTo>
                    <a:pt x="85" y="406"/>
                  </a:moveTo>
                  <a:cubicBezTo>
                    <a:pt x="97" y="394"/>
                    <a:pt x="97" y="394"/>
                    <a:pt x="97" y="394"/>
                  </a:cubicBezTo>
                  <a:cubicBezTo>
                    <a:pt x="94" y="403"/>
                    <a:pt x="94" y="403"/>
                    <a:pt x="94" y="403"/>
                  </a:cubicBezTo>
                  <a:cubicBezTo>
                    <a:pt x="85" y="406"/>
                    <a:pt x="85" y="406"/>
                    <a:pt x="85" y="406"/>
                  </a:cubicBezTo>
                  <a:close/>
                  <a:moveTo>
                    <a:pt x="112" y="382"/>
                  </a:moveTo>
                  <a:cubicBezTo>
                    <a:pt x="118" y="376"/>
                    <a:pt x="118" y="376"/>
                    <a:pt x="118" y="376"/>
                  </a:cubicBezTo>
                  <a:cubicBezTo>
                    <a:pt x="112" y="376"/>
                    <a:pt x="112" y="376"/>
                    <a:pt x="112" y="376"/>
                  </a:cubicBezTo>
                  <a:cubicBezTo>
                    <a:pt x="112" y="382"/>
                    <a:pt x="112" y="382"/>
                    <a:pt x="112" y="382"/>
                  </a:cubicBezTo>
                  <a:close/>
                  <a:moveTo>
                    <a:pt x="100" y="366"/>
                  </a:moveTo>
                  <a:cubicBezTo>
                    <a:pt x="105" y="376"/>
                    <a:pt x="105" y="376"/>
                    <a:pt x="105" y="376"/>
                  </a:cubicBezTo>
                  <a:cubicBezTo>
                    <a:pt x="110" y="372"/>
                    <a:pt x="110" y="372"/>
                    <a:pt x="110" y="372"/>
                  </a:cubicBezTo>
                  <a:cubicBezTo>
                    <a:pt x="106" y="365"/>
                    <a:pt x="106" y="365"/>
                    <a:pt x="106" y="365"/>
                  </a:cubicBezTo>
                  <a:cubicBezTo>
                    <a:pt x="100" y="366"/>
                    <a:pt x="100" y="366"/>
                    <a:pt x="100" y="366"/>
                  </a:cubicBezTo>
                  <a:close/>
                  <a:moveTo>
                    <a:pt x="276" y="183"/>
                  </a:moveTo>
                  <a:cubicBezTo>
                    <a:pt x="281" y="188"/>
                    <a:pt x="281" y="188"/>
                    <a:pt x="281" y="188"/>
                  </a:cubicBezTo>
                  <a:cubicBezTo>
                    <a:pt x="282" y="182"/>
                    <a:pt x="282" y="182"/>
                    <a:pt x="282" y="182"/>
                  </a:cubicBezTo>
                  <a:cubicBezTo>
                    <a:pt x="276" y="183"/>
                    <a:pt x="276" y="183"/>
                    <a:pt x="276" y="183"/>
                  </a:cubicBezTo>
                  <a:close/>
                  <a:moveTo>
                    <a:pt x="262" y="187"/>
                  </a:moveTo>
                  <a:cubicBezTo>
                    <a:pt x="272" y="187"/>
                    <a:pt x="272" y="187"/>
                    <a:pt x="272" y="187"/>
                  </a:cubicBezTo>
                  <a:cubicBezTo>
                    <a:pt x="280" y="194"/>
                    <a:pt x="280" y="194"/>
                    <a:pt x="280" y="194"/>
                  </a:cubicBezTo>
                  <a:cubicBezTo>
                    <a:pt x="275" y="199"/>
                    <a:pt x="275" y="199"/>
                    <a:pt x="275" y="199"/>
                  </a:cubicBezTo>
                  <a:cubicBezTo>
                    <a:pt x="290" y="198"/>
                    <a:pt x="290" y="198"/>
                    <a:pt x="290" y="198"/>
                  </a:cubicBezTo>
                  <a:cubicBezTo>
                    <a:pt x="290" y="207"/>
                    <a:pt x="290" y="207"/>
                    <a:pt x="290" y="207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70" y="204"/>
                    <a:pt x="270" y="204"/>
                    <a:pt x="270" y="204"/>
                  </a:cubicBezTo>
                  <a:cubicBezTo>
                    <a:pt x="269" y="196"/>
                    <a:pt x="269" y="196"/>
                    <a:pt x="269" y="196"/>
                  </a:cubicBezTo>
                  <a:cubicBezTo>
                    <a:pt x="266" y="203"/>
                    <a:pt x="266" y="203"/>
                    <a:pt x="266" y="203"/>
                  </a:cubicBezTo>
                  <a:cubicBezTo>
                    <a:pt x="262" y="198"/>
                    <a:pt x="262" y="198"/>
                    <a:pt x="262" y="198"/>
                  </a:cubicBezTo>
                  <a:cubicBezTo>
                    <a:pt x="262" y="187"/>
                    <a:pt x="262" y="187"/>
                    <a:pt x="262" y="187"/>
                  </a:cubicBezTo>
                  <a:close/>
                  <a:moveTo>
                    <a:pt x="261" y="208"/>
                  </a:moveTo>
                  <a:cubicBezTo>
                    <a:pt x="268" y="218"/>
                    <a:pt x="268" y="218"/>
                    <a:pt x="268" y="218"/>
                  </a:cubicBezTo>
                  <a:cubicBezTo>
                    <a:pt x="271" y="213"/>
                    <a:pt x="271" y="213"/>
                    <a:pt x="271" y="213"/>
                  </a:cubicBezTo>
                  <a:cubicBezTo>
                    <a:pt x="267" y="207"/>
                    <a:pt x="267" y="207"/>
                    <a:pt x="267" y="207"/>
                  </a:cubicBezTo>
                  <a:cubicBezTo>
                    <a:pt x="261" y="208"/>
                    <a:pt x="261" y="208"/>
                    <a:pt x="261" y="208"/>
                  </a:cubicBezTo>
                  <a:close/>
                  <a:moveTo>
                    <a:pt x="67" y="282"/>
                  </a:moveTo>
                  <a:cubicBezTo>
                    <a:pt x="73" y="278"/>
                    <a:pt x="73" y="278"/>
                    <a:pt x="73" y="278"/>
                  </a:cubicBezTo>
                  <a:cubicBezTo>
                    <a:pt x="66" y="271"/>
                    <a:pt x="66" y="271"/>
                    <a:pt x="66" y="271"/>
                  </a:cubicBezTo>
                  <a:cubicBezTo>
                    <a:pt x="73" y="262"/>
                    <a:pt x="73" y="262"/>
                    <a:pt x="73" y="262"/>
                  </a:cubicBezTo>
                  <a:cubicBezTo>
                    <a:pt x="88" y="268"/>
                    <a:pt x="88" y="268"/>
                    <a:pt x="88" y="268"/>
                  </a:cubicBezTo>
                  <a:cubicBezTo>
                    <a:pt x="84" y="259"/>
                    <a:pt x="84" y="259"/>
                    <a:pt x="84" y="259"/>
                  </a:cubicBezTo>
                  <a:cubicBezTo>
                    <a:pt x="115" y="239"/>
                    <a:pt x="115" y="239"/>
                    <a:pt x="115" y="239"/>
                  </a:cubicBezTo>
                  <a:cubicBezTo>
                    <a:pt x="117" y="255"/>
                    <a:pt x="117" y="255"/>
                    <a:pt x="117" y="255"/>
                  </a:cubicBezTo>
                  <a:cubicBezTo>
                    <a:pt x="105" y="265"/>
                    <a:pt x="105" y="265"/>
                    <a:pt x="105" y="265"/>
                  </a:cubicBezTo>
                  <a:cubicBezTo>
                    <a:pt x="101" y="274"/>
                    <a:pt x="101" y="274"/>
                    <a:pt x="101" y="274"/>
                  </a:cubicBezTo>
                  <a:cubicBezTo>
                    <a:pt x="105" y="277"/>
                    <a:pt x="105" y="277"/>
                    <a:pt x="105" y="277"/>
                  </a:cubicBezTo>
                  <a:cubicBezTo>
                    <a:pt x="97" y="288"/>
                    <a:pt x="97" y="288"/>
                    <a:pt x="97" y="288"/>
                  </a:cubicBezTo>
                  <a:cubicBezTo>
                    <a:pt x="85" y="285"/>
                    <a:pt x="85" y="285"/>
                    <a:pt x="85" y="285"/>
                  </a:cubicBezTo>
                  <a:cubicBezTo>
                    <a:pt x="73" y="287"/>
                    <a:pt x="73" y="287"/>
                    <a:pt x="73" y="287"/>
                  </a:cubicBezTo>
                  <a:cubicBezTo>
                    <a:pt x="67" y="282"/>
                    <a:pt x="67" y="282"/>
                    <a:pt x="67" y="282"/>
                  </a:cubicBezTo>
                  <a:close/>
                  <a:moveTo>
                    <a:pt x="67" y="300"/>
                  </a:moveTo>
                  <a:cubicBezTo>
                    <a:pt x="75" y="306"/>
                    <a:pt x="75" y="306"/>
                    <a:pt x="75" y="306"/>
                  </a:cubicBezTo>
                  <a:cubicBezTo>
                    <a:pt x="90" y="294"/>
                    <a:pt x="90" y="294"/>
                    <a:pt x="90" y="294"/>
                  </a:cubicBezTo>
                  <a:cubicBezTo>
                    <a:pt x="79" y="290"/>
                    <a:pt x="79" y="290"/>
                    <a:pt x="79" y="290"/>
                  </a:cubicBezTo>
                  <a:cubicBezTo>
                    <a:pt x="74" y="292"/>
                    <a:pt x="74" y="292"/>
                    <a:pt x="74" y="292"/>
                  </a:cubicBezTo>
                  <a:cubicBezTo>
                    <a:pt x="71" y="297"/>
                    <a:pt x="71" y="297"/>
                    <a:pt x="71" y="297"/>
                  </a:cubicBezTo>
                  <a:cubicBezTo>
                    <a:pt x="67" y="300"/>
                    <a:pt x="67" y="300"/>
                    <a:pt x="67" y="300"/>
                  </a:cubicBezTo>
                  <a:close/>
                  <a:moveTo>
                    <a:pt x="63" y="319"/>
                  </a:moveTo>
                  <a:cubicBezTo>
                    <a:pt x="52" y="322"/>
                    <a:pt x="52" y="322"/>
                    <a:pt x="52" y="322"/>
                  </a:cubicBezTo>
                  <a:cubicBezTo>
                    <a:pt x="42" y="313"/>
                    <a:pt x="42" y="313"/>
                    <a:pt x="42" y="313"/>
                  </a:cubicBezTo>
                  <a:cubicBezTo>
                    <a:pt x="48" y="311"/>
                    <a:pt x="48" y="311"/>
                    <a:pt x="48" y="311"/>
                  </a:cubicBezTo>
                  <a:cubicBezTo>
                    <a:pt x="64" y="312"/>
                    <a:pt x="64" y="312"/>
                    <a:pt x="64" y="312"/>
                  </a:cubicBezTo>
                  <a:cubicBezTo>
                    <a:pt x="63" y="319"/>
                    <a:pt x="63" y="319"/>
                    <a:pt x="63" y="319"/>
                  </a:cubicBezTo>
                  <a:close/>
                  <a:moveTo>
                    <a:pt x="57" y="333"/>
                  </a:moveTo>
                  <a:cubicBezTo>
                    <a:pt x="48" y="330"/>
                    <a:pt x="48" y="330"/>
                    <a:pt x="48" y="330"/>
                  </a:cubicBezTo>
                  <a:cubicBezTo>
                    <a:pt x="48" y="326"/>
                    <a:pt x="48" y="326"/>
                    <a:pt x="48" y="326"/>
                  </a:cubicBezTo>
                  <a:cubicBezTo>
                    <a:pt x="60" y="325"/>
                    <a:pt x="60" y="325"/>
                    <a:pt x="60" y="325"/>
                  </a:cubicBezTo>
                  <a:cubicBezTo>
                    <a:pt x="57" y="333"/>
                    <a:pt x="57" y="333"/>
                    <a:pt x="57" y="333"/>
                  </a:cubicBezTo>
                  <a:close/>
                  <a:moveTo>
                    <a:pt x="45" y="363"/>
                  </a:moveTo>
                  <a:cubicBezTo>
                    <a:pt x="48" y="371"/>
                    <a:pt x="48" y="371"/>
                    <a:pt x="48" y="371"/>
                  </a:cubicBezTo>
                  <a:cubicBezTo>
                    <a:pt x="39" y="376"/>
                    <a:pt x="39" y="376"/>
                    <a:pt x="39" y="376"/>
                  </a:cubicBezTo>
                  <a:cubicBezTo>
                    <a:pt x="39" y="369"/>
                    <a:pt x="39" y="369"/>
                    <a:pt x="39" y="369"/>
                  </a:cubicBezTo>
                  <a:cubicBezTo>
                    <a:pt x="45" y="363"/>
                    <a:pt x="45" y="363"/>
                    <a:pt x="45" y="363"/>
                  </a:cubicBezTo>
                  <a:close/>
                  <a:moveTo>
                    <a:pt x="56" y="359"/>
                  </a:moveTo>
                  <a:cubicBezTo>
                    <a:pt x="54" y="349"/>
                    <a:pt x="54" y="349"/>
                    <a:pt x="54" y="349"/>
                  </a:cubicBezTo>
                  <a:cubicBezTo>
                    <a:pt x="57" y="343"/>
                    <a:pt x="57" y="343"/>
                    <a:pt x="57" y="343"/>
                  </a:cubicBezTo>
                  <a:cubicBezTo>
                    <a:pt x="56" y="336"/>
                    <a:pt x="56" y="336"/>
                    <a:pt x="56" y="336"/>
                  </a:cubicBezTo>
                  <a:cubicBezTo>
                    <a:pt x="49" y="335"/>
                    <a:pt x="49" y="335"/>
                    <a:pt x="49" y="335"/>
                  </a:cubicBezTo>
                  <a:cubicBezTo>
                    <a:pt x="49" y="342"/>
                    <a:pt x="49" y="342"/>
                    <a:pt x="49" y="342"/>
                  </a:cubicBezTo>
                  <a:cubicBezTo>
                    <a:pt x="46" y="349"/>
                    <a:pt x="46" y="349"/>
                    <a:pt x="46" y="349"/>
                  </a:cubicBezTo>
                  <a:cubicBezTo>
                    <a:pt x="48" y="357"/>
                    <a:pt x="48" y="357"/>
                    <a:pt x="48" y="357"/>
                  </a:cubicBezTo>
                  <a:cubicBezTo>
                    <a:pt x="56" y="359"/>
                    <a:pt x="56" y="359"/>
                    <a:pt x="56" y="359"/>
                  </a:cubicBezTo>
                  <a:close/>
                  <a:moveTo>
                    <a:pt x="123" y="366"/>
                  </a:moveTo>
                  <a:cubicBezTo>
                    <a:pt x="122" y="355"/>
                    <a:pt x="122" y="355"/>
                    <a:pt x="122" y="355"/>
                  </a:cubicBezTo>
                  <a:cubicBezTo>
                    <a:pt x="106" y="356"/>
                    <a:pt x="106" y="356"/>
                    <a:pt x="106" y="356"/>
                  </a:cubicBezTo>
                  <a:cubicBezTo>
                    <a:pt x="97" y="341"/>
                    <a:pt x="97" y="341"/>
                    <a:pt x="97" y="341"/>
                  </a:cubicBezTo>
                  <a:cubicBezTo>
                    <a:pt x="99" y="338"/>
                    <a:pt x="99" y="338"/>
                    <a:pt x="99" y="338"/>
                  </a:cubicBezTo>
                  <a:cubicBezTo>
                    <a:pt x="94" y="334"/>
                    <a:pt x="94" y="334"/>
                    <a:pt x="94" y="334"/>
                  </a:cubicBezTo>
                  <a:cubicBezTo>
                    <a:pt x="94" y="339"/>
                    <a:pt x="94" y="339"/>
                    <a:pt x="94" y="339"/>
                  </a:cubicBezTo>
                  <a:cubicBezTo>
                    <a:pt x="81" y="330"/>
                    <a:pt x="81" y="330"/>
                    <a:pt x="81" y="330"/>
                  </a:cubicBezTo>
                  <a:cubicBezTo>
                    <a:pt x="87" y="326"/>
                    <a:pt x="87" y="326"/>
                    <a:pt x="87" y="326"/>
                  </a:cubicBezTo>
                  <a:cubicBezTo>
                    <a:pt x="91" y="329"/>
                    <a:pt x="91" y="329"/>
                    <a:pt x="91" y="329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105" y="327"/>
                    <a:pt x="105" y="327"/>
                    <a:pt x="105" y="327"/>
                  </a:cubicBezTo>
                  <a:cubicBezTo>
                    <a:pt x="103" y="313"/>
                    <a:pt x="103" y="313"/>
                    <a:pt x="103" y="313"/>
                  </a:cubicBezTo>
                  <a:cubicBezTo>
                    <a:pt x="110" y="310"/>
                    <a:pt x="110" y="310"/>
                    <a:pt x="110" y="310"/>
                  </a:cubicBezTo>
                  <a:cubicBezTo>
                    <a:pt x="117" y="321"/>
                    <a:pt x="117" y="321"/>
                    <a:pt x="117" y="321"/>
                  </a:cubicBezTo>
                  <a:cubicBezTo>
                    <a:pt x="115" y="342"/>
                    <a:pt x="115" y="342"/>
                    <a:pt x="115" y="342"/>
                  </a:cubicBezTo>
                  <a:cubicBezTo>
                    <a:pt x="129" y="348"/>
                    <a:pt x="129" y="348"/>
                    <a:pt x="129" y="348"/>
                  </a:cubicBezTo>
                  <a:cubicBezTo>
                    <a:pt x="137" y="347"/>
                    <a:pt x="137" y="347"/>
                    <a:pt x="137" y="347"/>
                  </a:cubicBezTo>
                  <a:cubicBezTo>
                    <a:pt x="141" y="350"/>
                    <a:pt x="141" y="350"/>
                    <a:pt x="141" y="350"/>
                  </a:cubicBezTo>
                  <a:cubicBezTo>
                    <a:pt x="132" y="355"/>
                    <a:pt x="132" y="355"/>
                    <a:pt x="132" y="355"/>
                  </a:cubicBezTo>
                  <a:cubicBezTo>
                    <a:pt x="128" y="366"/>
                    <a:pt x="128" y="366"/>
                    <a:pt x="128" y="366"/>
                  </a:cubicBezTo>
                  <a:cubicBezTo>
                    <a:pt x="123" y="366"/>
                    <a:pt x="123" y="366"/>
                    <a:pt x="123" y="366"/>
                  </a:cubicBezTo>
                  <a:close/>
                  <a:moveTo>
                    <a:pt x="102" y="433"/>
                  </a:moveTo>
                  <a:cubicBezTo>
                    <a:pt x="127" y="428"/>
                    <a:pt x="127" y="428"/>
                    <a:pt x="127" y="428"/>
                  </a:cubicBezTo>
                  <a:cubicBezTo>
                    <a:pt x="128" y="431"/>
                    <a:pt x="128" y="431"/>
                    <a:pt x="128" y="431"/>
                  </a:cubicBezTo>
                  <a:cubicBezTo>
                    <a:pt x="140" y="423"/>
                    <a:pt x="140" y="423"/>
                    <a:pt x="140" y="423"/>
                  </a:cubicBezTo>
                  <a:cubicBezTo>
                    <a:pt x="135" y="413"/>
                    <a:pt x="135" y="413"/>
                    <a:pt x="135" y="413"/>
                  </a:cubicBezTo>
                  <a:cubicBezTo>
                    <a:pt x="126" y="412"/>
                    <a:pt x="126" y="412"/>
                    <a:pt x="126" y="412"/>
                  </a:cubicBezTo>
                  <a:cubicBezTo>
                    <a:pt x="116" y="401"/>
                    <a:pt x="116" y="401"/>
                    <a:pt x="116" y="401"/>
                  </a:cubicBezTo>
                  <a:cubicBezTo>
                    <a:pt x="103" y="409"/>
                    <a:pt x="103" y="409"/>
                    <a:pt x="103" y="409"/>
                  </a:cubicBezTo>
                  <a:cubicBezTo>
                    <a:pt x="121" y="417"/>
                    <a:pt x="121" y="417"/>
                    <a:pt x="121" y="417"/>
                  </a:cubicBezTo>
                  <a:cubicBezTo>
                    <a:pt x="111" y="421"/>
                    <a:pt x="111" y="421"/>
                    <a:pt x="111" y="421"/>
                  </a:cubicBezTo>
                  <a:cubicBezTo>
                    <a:pt x="113" y="425"/>
                    <a:pt x="113" y="425"/>
                    <a:pt x="113" y="425"/>
                  </a:cubicBezTo>
                  <a:cubicBezTo>
                    <a:pt x="102" y="433"/>
                    <a:pt x="102" y="433"/>
                    <a:pt x="102" y="433"/>
                  </a:cubicBezTo>
                  <a:close/>
                  <a:moveTo>
                    <a:pt x="121" y="476"/>
                  </a:moveTo>
                  <a:cubicBezTo>
                    <a:pt x="116" y="465"/>
                    <a:pt x="116" y="465"/>
                    <a:pt x="116" y="465"/>
                  </a:cubicBezTo>
                  <a:cubicBezTo>
                    <a:pt x="139" y="445"/>
                    <a:pt x="139" y="445"/>
                    <a:pt x="139" y="445"/>
                  </a:cubicBezTo>
                  <a:cubicBezTo>
                    <a:pt x="129" y="466"/>
                    <a:pt x="129" y="466"/>
                    <a:pt x="129" y="466"/>
                  </a:cubicBezTo>
                  <a:cubicBezTo>
                    <a:pt x="121" y="476"/>
                    <a:pt x="121" y="476"/>
                    <a:pt x="121" y="476"/>
                  </a:cubicBezTo>
                  <a:close/>
                  <a:moveTo>
                    <a:pt x="104" y="491"/>
                  </a:moveTo>
                  <a:cubicBezTo>
                    <a:pt x="118" y="484"/>
                    <a:pt x="118" y="484"/>
                    <a:pt x="118" y="484"/>
                  </a:cubicBezTo>
                  <a:cubicBezTo>
                    <a:pt x="112" y="464"/>
                    <a:pt x="112" y="464"/>
                    <a:pt x="112" y="464"/>
                  </a:cubicBezTo>
                  <a:cubicBezTo>
                    <a:pt x="93" y="471"/>
                    <a:pt x="93" y="471"/>
                    <a:pt x="93" y="471"/>
                  </a:cubicBezTo>
                  <a:cubicBezTo>
                    <a:pt x="93" y="486"/>
                    <a:pt x="93" y="486"/>
                    <a:pt x="93" y="486"/>
                  </a:cubicBezTo>
                  <a:cubicBezTo>
                    <a:pt x="105" y="479"/>
                    <a:pt x="105" y="479"/>
                    <a:pt x="105" y="479"/>
                  </a:cubicBezTo>
                  <a:cubicBezTo>
                    <a:pt x="104" y="491"/>
                    <a:pt x="104" y="491"/>
                    <a:pt x="104" y="491"/>
                  </a:cubicBezTo>
                  <a:close/>
                  <a:moveTo>
                    <a:pt x="154" y="489"/>
                  </a:moveTo>
                  <a:cubicBezTo>
                    <a:pt x="157" y="507"/>
                    <a:pt x="157" y="507"/>
                    <a:pt x="157" y="507"/>
                  </a:cubicBezTo>
                  <a:cubicBezTo>
                    <a:pt x="170" y="511"/>
                    <a:pt x="170" y="511"/>
                    <a:pt x="170" y="511"/>
                  </a:cubicBezTo>
                  <a:cubicBezTo>
                    <a:pt x="174" y="499"/>
                    <a:pt x="174" y="499"/>
                    <a:pt x="174" y="499"/>
                  </a:cubicBezTo>
                  <a:cubicBezTo>
                    <a:pt x="164" y="482"/>
                    <a:pt x="164" y="482"/>
                    <a:pt x="164" y="482"/>
                  </a:cubicBezTo>
                  <a:cubicBezTo>
                    <a:pt x="154" y="489"/>
                    <a:pt x="154" y="489"/>
                    <a:pt x="154" y="489"/>
                  </a:cubicBezTo>
                  <a:close/>
                  <a:moveTo>
                    <a:pt x="198" y="692"/>
                  </a:moveTo>
                  <a:cubicBezTo>
                    <a:pt x="217" y="701"/>
                    <a:pt x="217" y="701"/>
                    <a:pt x="217" y="701"/>
                  </a:cubicBezTo>
                  <a:cubicBezTo>
                    <a:pt x="233" y="689"/>
                    <a:pt x="233" y="689"/>
                    <a:pt x="233" y="689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02" y="682"/>
                    <a:pt x="202" y="682"/>
                    <a:pt x="202" y="682"/>
                  </a:cubicBezTo>
                  <a:cubicBezTo>
                    <a:pt x="202" y="682"/>
                    <a:pt x="198" y="692"/>
                    <a:pt x="198" y="692"/>
                  </a:cubicBezTo>
                  <a:close/>
                  <a:moveTo>
                    <a:pt x="186" y="627"/>
                  </a:moveTo>
                  <a:cubicBezTo>
                    <a:pt x="191" y="611"/>
                    <a:pt x="191" y="611"/>
                    <a:pt x="191" y="611"/>
                  </a:cubicBezTo>
                  <a:cubicBezTo>
                    <a:pt x="213" y="593"/>
                    <a:pt x="213" y="593"/>
                    <a:pt x="213" y="593"/>
                  </a:cubicBezTo>
                  <a:cubicBezTo>
                    <a:pt x="210" y="604"/>
                    <a:pt x="210" y="604"/>
                    <a:pt x="210" y="604"/>
                  </a:cubicBezTo>
                  <a:cubicBezTo>
                    <a:pt x="213" y="610"/>
                    <a:pt x="213" y="610"/>
                    <a:pt x="213" y="610"/>
                  </a:cubicBezTo>
                  <a:cubicBezTo>
                    <a:pt x="197" y="625"/>
                    <a:pt x="197" y="625"/>
                    <a:pt x="197" y="625"/>
                  </a:cubicBezTo>
                  <a:cubicBezTo>
                    <a:pt x="186" y="627"/>
                    <a:pt x="186" y="627"/>
                    <a:pt x="186" y="627"/>
                  </a:cubicBezTo>
                  <a:close/>
                  <a:moveTo>
                    <a:pt x="160" y="978"/>
                  </a:moveTo>
                  <a:cubicBezTo>
                    <a:pt x="167" y="972"/>
                    <a:pt x="167" y="972"/>
                    <a:pt x="167" y="972"/>
                  </a:cubicBezTo>
                  <a:cubicBezTo>
                    <a:pt x="164" y="967"/>
                    <a:pt x="164" y="967"/>
                    <a:pt x="164" y="967"/>
                  </a:cubicBezTo>
                  <a:cubicBezTo>
                    <a:pt x="171" y="959"/>
                    <a:pt x="171" y="959"/>
                    <a:pt x="171" y="959"/>
                  </a:cubicBezTo>
                  <a:cubicBezTo>
                    <a:pt x="174" y="963"/>
                    <a:pt x="174" y="963"/>
                    <a:pt x="174" y="963"/>
                  </a:cubicBezTo>
                  <a:cubicBezTo>
                    <a:pt x="182" y="956"/>
                    <a:pt x="182" y="956"/>
                    <a:pt x="182" y="956"/>
                  </a:cubicBezTo>
                  <a:cubicBezTo>
                    <a:pt x="188" y="956"/>
                    <a:pt x="188" y="956"/>
                    <a:pt x="188" y="956"/>
                  </a:cubicBezTo>
                  <a:cubicBezTo>
                    <a:pt x="192" y="947"/>
                    <a:pt x="192" y="947"/>
                    <a:pt x="192" y="947"/>
                  </a:cubicBezTo>
                  <a:cubicBezTo>
                    <a:pt x="204" y="950"/>
                    <a:pt x="204" y="950"/>
                    <a:pt x="204" y="950"/>
                  </a:cubicBezTo>
                  <a:cubicBezTo>
                    <a:pt x="214" y="946"/>
                    <a:pt x="214" y="946"/>
                    <a:pt x="214" y="946"/>
                  </a:cubicBezTo>
                  <a:cubicBezTo>
                    <a:pt x="222" y="947"/>
                    <a:pt x="222" y="947"/>
                    <a:pt x="222" y="947"/>
                  </a:cubicBezTo>
                  <a:cubicBezTo>
                    <a:pt x="228" y="944"/>
                    <a:pt x="228" y="944"/>
                    <a:pt x="228" y="944"/>
                  </a:cubicBezTo>
                  <a:cubicBezTo>
                    <a:pt x="233" y="951"/>
                    <a:pt x="233" y="951"/>
                    <a:pt x="233" y="951"/>
                  </a:cubicBezTo>
                  <a:cubicBezTo>
                    <a:pt x="240" y="951"/>
                    <a:pt x="240" y="951"/>
                    <a:pt x="240" y="951"/>
                  </a:cubicBezTo>
                  <a:cubicBezTo>
                    <a:pt x="249" y="958"/>
                    <a:pt x="249" y="958"/>
                    <a:pt x="249" y="958"/>
                  </a:cubicBezTo>
                  <a:cubicBezTo>
                    <a:pt x="260" y="957"/>
                    <a:pt x="260" y="957"/>
                    <a:pt x="260" y="957"/>
                  </a:cubicBezTo>
                  <a:cubicBezTo>
                    <a:pt x="258" y="951"/>
                    <a:pt x="258" y="951"/>
                    <a:pt x="258" y="951"/>
                  </a:cubicBezTo>
                  <a:cubicBezTo>
                    <a:pt x="266" y="947"/>
                    <a:pt x="266" y="947"/>
                    <a:pt x="266" y="947"/>
                  </a:cubicBezTo>
                  <a:cubicBezTo>
                    <a:pt x="269" y="941"/>
                    <a:pt x="269" y="941"/>
                    <a:pt x="269" y="941"/>
                  </a:cubicBezTo>
                  <a:cubicBezTo>
                    <a:pt x="266" y="930"/>
                    <a:pt x="266" y="930"/>
                    <a:pt x="266" y="930"/>
                  </a:cubicBezTo>
                  <a:cubicBezTo>
                    <a:pt x="274" y="924"/>
                    <a:pt x="274" y="924"/>
                    <a:pt x="274" y="924"/>
                  </a:cubicBezTo>
                  <a:cubicBezTo>
                    <a:pt x="280" y="923"/>
                    <a:pt x="280" y="923"/>
                    <a:pt x="280" y="923"/>
                  </a:cubicBezTo>
                  <a:cubicBezTo>
                    <a:pt x="283" y="919"/>
                    <a:pt x="283" y="919"/>
                    <a:pt x="283" y="919"/>
                  </a:cubicBezTo>
                  <a:cubicBezTo>
                    <a:pt x="307" y="914"/>
                    <a:pt x="307" y="914"/>
                    <a:pt x="307" y="914"/>
                  </a:cubicBezTo>
                  <a:cubicBezTo>
                    <a:pt x="319" y="915"/>
                    <a:pt x="319" y="915"/>
                    <a:pt x="319" y="915"/>
                  </a:cubicBezTo>
                  <a:cubicBezTo>
                    <a:pt x="334" y="924"/>
                    <a:pt x="334" y="924"/>
                    <a:pt x="334" y="924"/>
                  </a:cubicBezTo>
                  <a:cubicBezTo>
                    <a:pt x="339" y="922"/>
                    <a:pt x="339" y="922"/>
                    <a:pt x="339" y="922"/>
                  </a:cubicBezTo>
                  <a:cubicBezTo>
                    <a:pt x="355" y="923"/>
                    <a:pt x="355" y="923"/>
                    <a:pt x="355" y="923"/>
                  </a:cubicBezTo>
                  <a:cubicBezTo>
                    <a:pt x="364" y="925"/>
                    <a:pt x="364" y="925"/>
                    <a:pt x="364" y="925"/>
                  </a:cubicBezTo>
                  <a:cubicBezTo>
                    <a:pt x="368" y="916"/>
                    <a:pt x="368" y="916"/>
                    <a:pt x="368" y="916"/>
                  </a:cubicBezTo>
                  <a:cubicBezTo>
                    <a:pt x="382" y="909"/>
                    <a:pt x="382" y="909"/>
                    <a:pt x="382" y="909"/>
                  </a:cubicBezTo>
                  <a:cubicBezTo>
                    <a:pt x="392" y="912"/>
                    <a:pt x="392" y="912"/>
                    <a:pt x="392" y="912"/>
                  </a:cubicBezTo>
                  <a:cubicBezTo>
                    <a:pt x="406" y="903"/>
                    <a:pt x="406" y="903"/>
                    <a:pt x="406" y="903"/>
                  </a:cubicBezTo>
                  <a:cubicBezTo>
                    <a:pt x="416" y="905"/>
                    <a:pt x="416" y="905"/>
                    <a:pt x="416" y="905"/>
                  </a:cubicBezTo>
                  <a:cubicBezTo>
                    <a:pt x="422" y="905"/>
                    <a:pt x="422" y="905"/>
                    <a:pt x="422" y="905"/>
                  </a:cubicBezTo>
                  <a:cubicBezTo>
                    <a:pt x="429" y="900"/>
                    <a:pt x="429" y="900"/>
                    <a:pt x="429" y="900"/>
                  </a:cubicBezTo>
                  <a:cubicBezTo>
                    <a:pt x="431" y="905"/>
                    <a:pt x="431" y="905"/>
                    <a:pt x="431" y="905"/>
                  </a:cubicBezTo>
                  <a:cubicBezTo>
                    <a:pt x="439" y="909"/>
                    <a:pt x="439" y="909"/>
                    <a:pt x="439" y="909"/>
                  </a:cubicBezTo>
                  <a:cubicBezTo>
                    <a:pt x="449" y="903"/>
                    <a:pt x="449" y="903"/>
                    <a:pt x="449" y="903"/>
                  </a:cubicBezTo>
                  <a:cubicBezTo>
                    <a:pt x="471" y="903"/>
                    <a:pt x="471" y="903"/>
                    <a:pt x="471" y="903"/>
                  </a:cubicBezTo>
                  <a:cubicBezTo>
                    <a:pt x="485" y="900"/>
                    <a:pt x="485" y="900"/>
                    <a:pt x="485" y="900"/>
                  </a:cubicBezTo>
                  <a:cubicBezTo>
                    <a:pt x="498" y="904"/>
                    <a:pt x="498" y="904"/>
                    <a:pt x="498" y="904"/>
                  </a:cubicBezTo>
                  <a:cubicBezTo>
                    <a:pt x="505" y="905"/>
                    <a:pt x="505" y="905"/>
                    <a:pt x="505" y="905"/>
                  </a:cubicBezTo>
                  <a:cubicBezTo>
                    <a:pt x="515" y="898"/>
                    <a:pt x="515" y="898"/>
                    <a:pt x="515" y="898"/>
                  </a:cubicBezTo>
                  <a:cubicBezTo>
                    <a:pt x="526" y="896"/>
                    <a:pt x="526" y="896"/>
                    <a:pt x="526" y="896"/>
                  </a:cubicBezTo>
                  <a:cubicBezTo>
                    <a:pt x="536" y="888"/>
                    <a:pt x="536" y="888"/>
                    <a:pt x="536" y="888"/>
                  </a:cubicBezTo>
                  <a:cubicBezTo>
                    <a:pt x="542" y="887"/>
                    <a:pt x="542" y="887"/>
                    <a:pt x="542" y="887"/>
                  </a:cubicBezTo>
                  <a:cubicBezTo>
                    <a:pt x="549" y="889"/>
                    <a:pt x="549" y="889"/>
                    <a:pt x="549" y="889"/>
                  </a:cubicBezTo>
                  <a:cubicBezTo>
                    <a:pt x="548" y="882"/>
                    <a:pt x="548" y="882"/>
                    <a:pt x="548" y="882"/>
                  </a:cubicBezTo>
                  <a:cubicBezTo>
                    <a:pt x="563" y="872"/>
                    <a:pt x="563" y="872"/>
                    <a:pt x="563" y="872"/>
                  </a:cubicBezTo>
                  <a:cubicBezTo>
                    <a:pt x="573" y="870"/>
                    <a:pt x="573" y="870"/>
                    <a:pt x="573" y="870"/>
                  </a:cubicBezTo>
                  <a:cubicBezTo>
                    <a:pt x="574" y="861"/>
                    <a:pt x="574" y="861"/>
                    <a:pt x="574" y="861"/>
                  </a:cubicBezTo>
                  <a:cubicBezTo>
                    <a:pt x="571" y="855"/>
                    <a:pt x="571" y="855"/>
                    <a:pt x="571" y="855"/>
                  </a:cubicBezTo>
                  <a:cubicBezTo>
                    <a:pt x="574" y="847"/>
                    <a:pt x="574" y="847"/>
                    <a:pt x="574" y="847"/>
                  </a:cubicBezTo>
                  <a:cubicBezTo>
                    <a:pt x="556" y="848"/>
                    <a:pt x="556" y="848"/>
                    <a:pt x="556" y="848"/>
                  </a:cubicBezTo>
                  <a:cubicBezTo>
                    <a:pt x="544" y="852"/>
                    <a:pt x="544" y="852"/>
                    <a:pt x="544" y="852"/>
                  </a:cubicBezTo>
                  <a:cubicBezTo>
                    <a:pt x="536" y="853"/>
                    <a:pt x="536" y="853"/>
                    <a:pt x="536" y="853"/>
                  </a:cubicBezTo>
                  <a:cubicBezTo>
                    <a:pt x="525" y="849"/>
                    <a:pt x="525" y="849"/>
                    <a:pt x="525" y="849"/>
                  </a:cubicBezTo>
                  <a:cubicBezTo>
                    <a:pt x="520" y="848"/>
                    <a:pt x="520" y="848"/>
                    <a:pt x="520" y="848"/>
                  </a:cubicBezTo>
                  <a:cubicBezTo>
                    <a:pt x="524" y="845"/>
                    <a:pt x="524" y="845"/>
                    <a:pt x="524" y="845"/>
                  </a:cubicBezTo>
                  <a:cubicBezTo>
                    <a:pt x="528" y="844"/>
                    <a:pt x="528" y="844"/>
                    <a:pt x="528" y="844"/>
                  </a:cubicBezTo>
                  <a:cubicBezTo>
                    <a:pt x="529" y="842"/>
                    <a:pt x="529" y="842"/>
                    <a:pt x="529" y="842"/>
                  </a:cubicBezTo>
                  <a:cubicBezTo>
                    <a:pt x="518" y="840"/>
                    <a:pt x="518" y="840"/>
                    <a:pt x="518" y="840"/>
                  </a:cubicBezTo>
                  <a:cubicBezTo>
                    <a:pt x="509" y="843"/>
                    <a:pt x="509" y="843"/>
                    <a:pt x="509" y="843"/>
                  </a:cubicBezTo>
                  <a:cubicBezTo>
                    <a:pt x="522" y="835"/>
                    <a:pt x="522" y="835"/>
                    <a:pt x="522" y="835"/>
                  </a:cubicBezTo>
                  <a:cubicBezTo>
                    <a:pt x="531" y="835"/>
                    <a:pt x="531" y="835"/>
                    <a:pt x="531" y="835"/>
                  </a:cubicBezTo>
                  <a:cubicBezTo>
                    <a:pt x="541" y="831"/>
                    <a:pt x="541" y="831"/>
                    <a:pt x="541" y="831"/>
                  </a:cubicBezTo>
                  <a:cubicBezTo>
                    <a:pt x="538" y="823"/>
                    <a:pt x="538" y="823"/>
                    <a:pt x="538" y="823"/>
                  </a:cubicBezTo>
                  <a:cubicBezTo>
                    <a:pt x="528" y="823"/>
                    <a:pt x="528" y="823"/>
                    <a:pt x="528" y="823"/>
                  </a:cubicBezTo>
                  <a:cubicBezTo>
                    <a:pt x="536" y="817"/>
                    <a:pt x="536" y="817"/>
                    <a:pt x="536" y="817"/>
                  </a:cubicBezTo>
                  <a:cubicBezTo>
                    <a:pt x="541" y="812"/>
                    <a:pt x="541" y="812"/>
                    <a:pt x="541" y="812"/>
                  </a:cubicBezTo>
                  <a:cubicBezTo>
                    <a:pt x="547" y="816"/>
                    <a:pt x="547" y="816"/>
                    <a:pt x="547" y="816"/>
                  </a:cubicBezTo>
                  <a:cubicBezTo>
                    <a:pt x="557" y="810"/>
                    <a:pt x="557" y="810"/>
                    <a:pt x="557" y="810"/>
                  </a:cubicBezTo>
                  <a:cubicBezTo>
                    <a:pt x="561" y="805"/>
                    <a:pt x="561" y="805"/>
                    <a:pt x="561" y="805"/>
                  </a:cubicBezTo>
                  <a:cubicBezTo>
                    <a:pt x="556" y="804"/>
                    <a:pt x="556" y="804"/>
                    <a:pt x="556" y="804"/>
                  </a:cubicBezTo>
                  <a:cubicBezTo>
                    <a:pt x="559" y="799"/>
                    <a:pt x="559" y="799"/>
                    <a:pt x="559" y="799"/>
                  </a:cubicBezTo>
                  <a:cubicBezTo>
                    <a:pt x="548" y="798"/>
                    <a:pt x="548" y="798"/>
                    <a:pt x="548" y="798"/>
                  </a:cubicBezTo>
                  <a:cubicBezTo>
                    <a:pt x="552" y="792"/>
                    <a:pt x="552" y="792"/>
                    <a:pt x="552" y="792"/>
                  </a:cubicBezTo>
                  <a:cubicBezTo>
                    <a:pt x="559" y="793"/>
                    <a:pt x="559" y="793"/>
                    <a:pt x="559" y="793"/>
                  </a:cubicBezTo>
                  <a:cubicBezTo>
                    <a:pt x="561" y="798"/>
                    <a:pt x="561" y="798"/>
                    <a:pt x="561" y="798"/>
                  </a:cubicBezTo>
                  <a:cubicBezTo>
                    <a:pt x="569" y="789"/>
                    <a:pt x="569" y="789"/>
                    <a:pt x="569" y="789"/>
                  </a:cubicBezTo>
                  <a:cubicBezTo>
                    <a:pt x="577" y="786"/>
                    <a:pt x="577" y="786"/>
                    <a:pt x="577" y="786"/>
                  </a:cubicBezTo>
                  <a:cubicBezTo>
                    <a:pt x="578" y="768"/>
                    <a:pt x="578" y="768"/>
                    <a:pt x="578" y="768"/>
                  </a:cubicBezTo>
                  <a:cubicBezTo>
                    <a:pt x="586" y="751"/>
                    <a:pt x="586" y="751"/>
                    <a:pt x="586" y="751"/>
                  </a:cubicBezTo>
                  <a:cubicBezTo>
                    <a:pt x="580" y="744"/>
                    <a:pt x="580" y="744"/>
                    <a:pt x="580" y="744"/>
                  </a:cubicBezTo>
                  <a:cubicBezTo>
                    <a:pt x="577" y="729"/>
                    <a:pt x="577" y="729"/>
                    <a:pt x="577" y="729"/>
                  </a:cubicBezTo>
                  <a:cubicBezTo>
                    <a:pt x="554" y="713"/>
                    <a:pt x="554" y="713"/>
                    <a:pt x="554" y="713"/>
                  </a:cubicBezTo>
                  <a:cubicBezTo>
                    <a:pt x="523" y="712"/>
                    <a:pt x="523" y="712"/>
                    <a:pt x="523" y="712"/>
                  </a:cubicBezTo>
                  <a:cubicBezTo>
                    <a:pt x="503" y="712"/>
                    <a:pt x="503" y="712"/>
                    <a:pt x="503" y="712"/>
                  </a:cubicBezTo>
                  <a:cubicBezTo>
                    <a:pt x="502" y="726"/>
                    <a:pt x="502" y="726"/>
                    <a:pt x="502" y="726"/>
                  </a:cubicBezTo>
                  <a:cubicBezTo>
                    <a:pt x="497" y="733"/>
                    <a:pt x="497" y="733"/>
                    <a:pt x="497" y="733"/>
                  </a:cubicBezTo>
                  <a:cubicBezTo>
                    <a:pt x="486" y="723"/>
                    <a:pt x="486" y="723"/>
                    <a:pt x="486" y="723"/>
                  </a:cubicBezTo>
                  <a:cubicBezTo>
                    <a:pt x="474" y="720"/>
                    <a:pt x="474" y="720"/>
                    <a:pt x="474" y="720"/>
                  </a:cubicBezTo>
                  <a:cubicBezTo>
                    <a:pt x="493" y="702"/>
                    <a:pt x="493" y="702"/>
                    <a:pt x="493" y="702"/>
                  </a:cubicBezTo>
                  <a:cubicBezTo>
                    <a:pt x="493" y="691"/>
                    <a:pt x="493" y="691"/>
                    <a:pt x="493" y="691"/>
                  </a:cubicBezTo>
                  <a:cubicBezTo>
                    <a:pt x="478" y="669"/>
                    <a:pt x="478" y="669"/>
                    <a:pt x="478" y="669"/>
                  </a:cubicBezTo>
                  <a:cubicBezTo>
                    <a:pt x="472" y="668"/>
                    <a:pt x="472" y="668"/>
                    <a:pt x="472" y="668"/>
                  </a:cubicBezTo>
                  <a:cubicBezTo>
                    <a:pt x="458" y="660"/>
                    <a:pt x="458" y="660"/>
                    <a:pt x="458" y="660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46" y="653"/>
                    <a:pt x="446" y="653"/>
                    <a:pt x="446" y="653"/>
                  </a:cubicBezTo>
                  <a:cubicBezTo>
                    <a:pt x="441" y="654"/>
                    <a:pt x="441" y="654"/>
                    <a:pt x="441" y="654"/>
                  </a:cubicBezTo>
                  <a:cubicBezTo>
                    <a:pt x="433" y="652"/>
                    <a:pt x="433" y="652"/>
                    <a:pt x="433" y="652"/>
                  </a:cubicBezTo>
                  <a:cubicBezTo>
                    <a:pt x="428" y="652"/>
                    <a:pt x="428" y="652"/>
                    <a:pt x="428" y="652"/>
                  </a:cubicBezTo>
                  <a:cubicBezTo>
                    <a:pt x="437" y="650"/>
                    <a:pt x="437" y="650"/>
                    <a:pt x="437" y="650"/>
                  </a:cubicBezTo>
                  <a:cubicBezTo>
                    <a:pt x="443" y="651"/>
                    <a:pt x="443" y="651"/>
                    <a:pt x="443" y="651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9" y="652"/>
                    <a:pt x="459" y="652"/>
                    <a:pt x="459" y="652"/>
                  </a:cubicBezTo>
                  <a:cubicBezTo>
                    <a:pt x="464" y="657"/>
                    <a:pt x="464" y="657"/>
                    <a:pt x="464" y="657"/>
                  </a:cubicBezTo>
                  <a:cubicBezTo>
                    <a:pt x="471" y="655"/>
                    <a:pt x="471" y="655"/>
                    <a:pt x="471" y="655"/>
                  </a:cubicBezTo>
                  <a:cubicBezTo>
                    <a:pt x="478" y="657"/>
                    <a:pt x="478" y="657"/>
                    <a:pt x="478" y="657"/>
                  </a:cubicBezTo>
                  <a:cubicBezTo>
                    <a:pt x="460" y="636"/>
                    <a:pt x="460" y="636"/>
                    <a:pt x="460" y="636"/>
                  </a:cubicBezTo>
                  <a:cubicBezTo>
                    <a:pt x="451" y="626"/>
                    <a:pt x="451" y="626"/>
                    <a:pt x="451" y="626"/>
                  </a:cubicBezTo>
                  <a:cubicBezTo>
                    <a:pt x="457" y="618"/>
                    <a:pt x="457" y="618"/>
                    <a:pt x="457" y="618"/>
                  </a:cubicBezTo>
                  <a:cubicBezTo>
                    <a:pt x="462" y="617"/>
                    <a:pt x="462" y="617"/>
                    <a:pt x="462" y="617"/>
                  </a:cubicBezTo>
                  <a:cubicBezTo>
                    <a:pt x="453" y="612"/>
                    <a:pt x="453" y="612"/>
                    <a:pt x="453" y="612"/>
                  </a:cubicBezTo>
                  <a:cubicBezTo>
                    <a:pt x="449" y="606"/>
                    <a:pt x="449" y="606"/>
                    <a:pt x="449" y="606"/>
                  </a:cubicBezTo>
                  <a:cubicBezTo>
                    <a:pt x="445" y="606"/>
                    <a:pt x="445" y="606"/>
                    <a:pt x="445" y="606"/>
                  </a:cubicBezTo>
                  <a:cubicBezTo>
                    <a:pt x="434" y="588"/>
                    <a:pt x="434" y="588"/>
                    <a:pt x="434" y="588"/>
                  </a:cubicBezTo>
                  <a:cubicBezTo>
                    <a:pt x="418" y="580"/>
                    <a:pt x="418" y="580"/>
                    <a:pt x="418" y="580"/>
                  </a:cubicBezTo>
                  <a:cubicBezTo>
                    <a:pt x="396" y="576"/>
                    <a:pt x="396" y="576"/>
                    <a:pt x="396" y="576"/>
                  </a:cubicBezTo>
                  <a:cubicBezTo>
                    <a:pt x="395" y="567"/>
                    <a:pt x="395" y="567"/>
                    <a:pt x="395" y="567"/>
                  </a:cubicBezTo>
                  <a:cubicBezTo>
                    <a:pt x="390" y="565"/>
                    <a:pt x="390" y="565"/>
                    <a:pt x="390" y="565"/>
                  </a:cubicBezTo>
                  <a:cubicBezTo>
                    <a:pt x="382" y="542"/>
                    <a:pt x="382" y="542"/>
                    <a:pt x="382" y="542"/>
                  </a:cubicBezTo>
                  <a:cubicBezTo>
                    <a:pt x="374" y="530"/>
                    <a:pt x="374" y="530"/>
                    <a:pt x="374" y="530"/>
                  </a:cubicBezTo>
                  <a:cubicBezTo>
                    <a:pt x="368" y="501"/>
                    <a:pt x="368" y="501"/>
                    <a:pt x="368" y="501"/>
                  </a:cubicBezTo>
                  <a:cubicBezTo>
                    <a:pt x="362" y="492"/>
                    <a:pt x="362" y="492"/>
                    <a:pt x="362" y="492"/>
                  </a:cubicBezTo>
                  <a:cubicBezTo>
                    <a:pt x="356" y="492"/>
                    <a:pt x="356" y="492"/>
                    <a:pt x="356" y="492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25" y="464"/>
                    <a:pt x="325" y="464"/>
                    <a:pt x="325" y="464"/>
                  </a:cubicBezTo>
                  <a:cubicBezTo>
                    <a:pt x="316" y="457"/>
                    <a:pt x="316" y="457"/>
                    <a:pt x="316" y="457"/>
                  </a:cubicBezTo>
                  <a:cubicBezTo>
                    <a:pt x="302" y="452"/>
                    <a:pt x="302" y="452"/>
                    <a:pt x="302" y="452"/>
                  </a:cubicBezTo>
                  <a:cubicBezTo>
                    <a:pt x="296" y="457"/>
                    <a:pt x="296" y="457"/>
                    <a:pt x="296" y="457"/>
                  </a:cubicBezTo>
                  <a:cubicBezTo>
                    <a:pt x="285" y="463"/>
                    <a:pt x="285" y="463"/>
                    <a:pt x="285" y="463"/>
                  </a:cubicBezTo>
                  <a:cubicBezTo>
                    <a:pt x="269" y="459"/>
                    <a:pt x="269" y="459"/>
                    <a:pt x="269" y="459"/>
                  </a:cubicBezTo>
                  <a:cubicBezTo>
                    <a:pt x="262" y="460"/>
                    <a:pt x="262" y="460"/>
                    <a:pt x="262" y="460"/>
                  </a:cubicBezTo>
                  <a:cubicBezTo>
                    <a:pt x="249" y="456"/>
                    <a:pt x="249" y="456"/>
                    <a:pt x="249" y="456"/>
                  </a:cubicBezTo>
                  <a:cubicBezTo>
                    <a:pt x="245" y="450"/>
                    <a:pt x="245" y="450"/>
                    <a:pt x="245" y="450"/>
                  </a:cubicBezTo>
                  <a:cubicBezTo>
                    <a:pt x="253" y="453"/>
                    <a:pt x="253" y="453"/>
                    <a:pt x="253" y="453"/>
                  </a:cubicBezTo>
                  <a:cubicBezTo>
                    <a:pt x="268" y="454"/>
                    <a:pt x="268" y="454"/>
                    <a:pt x="268" y="454"/>
                  </a:cubicBezTo>
                  <a:cubicBezTo>
                    <a:pt x="281" y="450"/>
                    <a:pt x="281" y="450"/>
                    <a:pt x="281" y="450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98" y="442"/>
                    <a:pt x="298" y="442"/>
                    <a:pt x="298" y="442"/>
                  </a:cubicBezTo>
                  <a:cubicBezTo>
                    <a:pt x="310" y="433"/>
                    <a:pt x="310" y="433"/>
                    <a:pt x="310" y="433"/>
                  </a:cubicBezTo>
                  <a:cubicBezTo>
                    <a:pt x="297" y="428"/>
                    <a:pt x="297" y="428"/>
                    <a:pt x="297" y="428"/>
                  </a:cubicBezTo>
                  <a:cubicBezTo>
                    <a:pt x="297" y="422"/>
                    <a:pt x="297" y="422"/>
                    <a:pt x="297" y="422"/>
                  </a:cubicBezTo>
                  <a:cubicBezTo>
                    <a:pt x="292" y="418"/>
                    <a:pt x="292" y="418"/>
                    <a:pt x="292" y="418"/>
                  </a:cubicBezTo>
                  <a:cubicBezTo>
                    <a:pt x="275" y="426"/>
                    <a:pt x="275" y="426"/>
                    <a:pt x="275" y="426"/>
                  </a:cubicBezTo>
                  <a:cubicBezTo>
                    <a:pt x="272" y="423"/>
                    <a:pt x="272" y="423"/>
                    <a:pt x="272" y="423"/>
                  </a:cubicBezTo>
                  <a:cubicBezTo>
                    <a:pt x="285" y="415"/>
                    <a:pt x="285" y="415"/>
                    <a:pt x="285" y="415"/>
                  </a:cubicBezTo>
                  <a:cubicBezTo>
                    <a:pt x="301" y="416"/>
                    <a:pt x="301" y="416"/>
                    <a:pt x="301" y="416"/>
                  </a:cubicBezTo>
                  <a:cubicBezTo>
                    <a:pt x="310" y="409"/>
                    <a:pt x="310" y="409"/>
                    <a:pt x="310" y="409"/>
                  </a:cubicBezTo>
                  <a:cubicBezTo>
                    <a:pt x="311" y="402"/>
                    <a:pt x="311" y="402"/>
                    <a:pt x="311" y="402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1" y="370"/>
                    <a:pt x="331" y="370"/>
                    <a:pt x="331" y="370"/>
                  </a:cubicBezTo>
                  <a:cubicBezTo>
                    <a:pt x="337" y="359"/>
                    <a:pt x="337" y="359"/>
                    <a:pt x="337" y="359"/>
                  </a:cubicBezTo>
                  <a:cubicBezTo>
                    <a:pt x="335" y="355"/>
                    <a:pt x="335" y="355"/>
                    <a:pt x="335" y="355"/>
                  </a:cubicBezTo>
                  <a:cubicBezTo>
                    <a:pt x="341" y="341"/>
                    <a:pt x="341" y="341"/>
                    <a:pt x="341" y="341"/>
                  </a:cubicBezTo>
                  <a:cubicBezTo>
                    <a:pt x="352" y="332"/>
                    <a:pt x="352" y="332"/>
                    <a:pt x="352" y="332"/>
                  </a:cubicBezTo>
                  <a:cubicBezTo>
                    <a:pt x="352" y="323"/>
                    <a:pt x="352" y="323"/>
                    <a:pt x="352" y="323"/>
                  </a:cubicBezTo>
                  <a:cubicBezTo>
                    <a:pt x="336" y="310"/>
                    <a:pt x="336" y="310"/>
                    <a:pt x="336" y="310"/>
                  </a:cubicBezTo>
                  <a:cubicBezTo>
                    <a:pt x="332" y="312"/>
                    <a:pt x="332" y="312"/>
                    <a:pt x="332" y="312"/>
                  </a:cubicBezTo>
                  <a:cubicBezTo>
                    <a:pt x="305" y="313"/>
                    <a:pt x="305" y="313"/>
                    <a:pt x="305" y="313"/>
                  </a:cubicBezTo>
                  <a:cubicBezTo>
                    <a:pt x="288" y="310"/>
                    <a:pt x="288" y="310"/>
                    <a:pt x="288" y="310"/>
                  </a:cubicBezTo>
                  <a:cubicBezTo>
                    <a:pt x="284" y="313"/>
                    <a:pt x="284" y="313"/>
                    <a:pt x="284" y="313"/>
                  </a:cubicBezTo>
                  <a:cubicBezTo>
                    <a:pt x="275" y="313"/>
                    <a:pt x="275" y="313"/>
                    <a:pt x="275" y="313"/>
                  </a:cubicBezTo>
                  <a:cubicBezTo>
                    <a:pt x="265" y="310"/>
                    <a:pt x="265" y="310"/>
                    <a:pt x="265" y="310"/>
                  </a:cubicBezTo>
                  <a:cubicBezTo>
                    <a:pt x="258" y="310"/>
                    <a:pt x="258" y="310"/>
                    <a:pt x="258" y="310"/>
                  </a:cubicBezTo>
                  <a:cubicBezTo>
                    <a:pt x="257" y="313"/>
                    <a:pt x="257" y="313"/>
                    <a:pt x="257" y="313"/>
                  </a:cubicBezTo>
                  <a:cubicBezTo>
                    <a:pt x="247" y="316"/>
                    <a:pt x="247" y="316"/>
                    <a:pt x="247" y="316"/>
                  </a:cubicBezTo>
                  <a:cubicBezTo>
                    <a:pt x="236" y="322"/>
                    <a:pt x="236" y="322"/>
                    <a:pt x="236" y="322"/>
                  </a:cubicBezTo>
                  <a:cubicBezTo>
                    <a:pt x="231" y="322"/>
                    <a:pt x="231" y="322"/>
                    <a:pt x="231" y="322"/>
                  </a:cubicBezTo>
                  <a:cubicBezTo>
                    <a:pt x="224" y="327"/>
                    <a:pt x="224" y="327"/>
                    <a:pt x="224" y="327"/>
                  </a:cubicBezTo>
                  <a:cubicBezTo>
                    <a:pt x="222" y="325"/>
                    <a:pt x="222" y="325"/>
                    <a:pt x="222" y="325"/>
                  </a:cubicBezTo>
                  <a:cubicBezTo>
                    <a:pt x="232" y="315"/>
                    <a:pt x="232" y="315"/>
                    <a:pt x="232" y="315"/>
                  </a:cubicBezTo>
                  <a:cubicBezTo>
                    <a:pt x="242" y="299"/>
                    <a:pt x="242" y="299"/>
                    <a:pt x="242" y="299"/>
                  </a:cubicBezTo>
                  <a:cubicBezTo>
                    <a:pt x="234" y="303"/>
                    <a:pt x="234" y="303"/>
                    <a:pt x="234" y="303"/>
                  </a:cubicBezTo>
                  <a:cubicBezTo>
                    <a:pt x="225" y="300"/>
                    <a:pt x="225" y="300"/>
                    <a:pt x="225" y="300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3" y="289"/>
                    <a:pt x="233" y="289"/>
                    <a:pt x="233" y="289"/>
                  </a:cubicBezTo>
                  <a:cubicBezTo>
                    <a:pt x="259" y="271"/>
                    <a:pt x="259" y="271"/>
                    <a:pt x="259" y="271"/>
                  </a:cubicBezTo>
                  <a:cubicBezTo>
                    <a:pt x="267" y="259"/>
                    <a:pt x="267" y="259"/>
                    <a:pt x="267" y="259"/>
                  </a:cubicBezTo>
                  <a:cubicBezTo>
                    <a:pt x="276" y="256"/>
                    <a:pt x="276" y="256"/>
                    <a:pt x="276" y="256"/>
                  </a:cubicBezTo>
                  <a:cubicBezTo>
                    <a:pt x="280" y="245"/>
                    <a:pt x="280" y="245"/>
                    <a:pt x="280" y="245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81" y="233"/>
                    <a:pt x="281" y="233"/>
                    <a:pt x="281" y="233"/>
                  </a:cubicBezTo>
                  <a:cubicBezTo>
                    <a:pt x="280" y="228"/>
                    <a:pt x="280" y="228"/>
                    <a:pt x="280" y="228"/>
                  </a:cubicBezTo>
                  <a:cubicBezTo>
                    <a:pt x="267" y="228"/>
                    <a:pt x="267" y="228"/>
                    <a:pt x="267" y="228"/>
                  </a:cubicBezTo>
                  <a:cubicBezTo>
                    <a:pt x="261" y="234"/>
                    <a:pt x="261" y="234"/>
                    <a:pt x="261" y="234"/>
                  </a:cubicBezTo>
                  <a:cubicBezTo>
                    <a:pt x="253" y="231"/>
                    <a:pt x="253" y="231"/>
                    <a:pt x="253" y="231"/>
                  </a:cubicBezTo>
                  <a:cubicBezTo>
                    <a:pt x="240" y="237"/>
                    <a:pt x="240" y="237"/>
                    <a:pt x="240" y="237"/>
                  </a:cubicBezTo>
                  <a:cubicBezTo>
                    <a:pt x="228" y="235"/>
                    <a:pt x="228" y="235"/>
                    <a:pt x="228" y="235"/>
                  </a:cubicBezTo>
                  <a:cubicBezTo>
                    <a:pt x="218" y="239"/>
                    <a:pt x="218" y="239"/>
                    <a:pt x="218" y="239"/>
                  </a:cubicBezTo>
                  <a:cubicBezTo>
                    <a:pt x="213" y="239"/>
                    <a:pt x="213" y="239"/>
                    <a:pt x="213" y="239"/>
                  </a:cubicBezTo>
                  <a:cubicBezTo>
                    <a:pt x="207" y="244"/>
                    <a:pt x="207" y="244"/>
                    <a:pt x="207" y="244"/>
                  </a:cubicBezTo>
                  <a:cubicBezTo>
                    <a:pt x="208" y="239"/>
                    <a:pt x="208" y="239"/>
                    <a:pt x="208" y="239"/>
                  </a:cubicBezTo>
                  <a:cubicBezTo>
                    <a:pt x="203" y="237"/>
                    <a:pt x="203" y="237"/>
                    <a:pt x="203" y="237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195" y="238"/>
                    <a:pt x="195" y="238"/>
                    <a:pt x="195" y="238"/>
                  </a:cubicBezTo>
                  <a:cubicBezTo>
                    <a:pt x="180" y="231"/>
                    <a:pt x="180" y="231"/>
                    <a:pt x="180" y="231"/>
                  </a:cubicBezTo>
                  <a:cubicBezTo>
                    <a:pt x="177" y="240"/>
                    <a:pt x="177" y="240"/>
                    <a:pt x="177" y="240"/>
                  </a:cubicBezTo>
                  <a:cubicBezTo>
                    <a:pt x="172" y="243"/>
                    <a:pt x="172" y="243"/>
                    <a:pt x="172" y="243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0" y="252"/>
                    <a:pt x="170" y="252"/>
                    <a:pt x="170" y="252"/>
                  </a:cubicBezTo>
                  <a:cubicBezTo>
                    <a:pt x="171" y="261"/>
                    <a:pt x="171" y="261"/>
                    <a:pt x="171" y="261"/>
                  </a:cubicBezTo>
                  <a:cubicBezTo>
                    <a:pt x="160" y="263"/>
                    <a:pt x="160" y="263"/>
                    <a:pt x="160" y="263"/>
                  </a:cubicBezTo>
                  <a:cubicBezTo>
                    <a:pt x="165" y="272"/>
                    <a:pt x="165" y="272"/>
                    <a:pt x="165" y="272"/>
                  </a:cubicBezTo>
                  <a:cubicBezTo>
                    <a:pt x="161" y="280"/>
                    <a:pt x="161" y="280"/>
                    <a:pt x="161" y="280"/>
                  </a:cubicBezTo>
                  <a:cubicBezTo>
                    <a:pt x="155" y="280"/>
                    <a:pt x="155" y="280"/>
                    <a:pt x="155" y="280"/>
                  </a:cubicBezTo>
                  <a:cubicBezTo>
                    <a:pt x="168" y="291"/>
                    <a:pt x="168" y="291"/>
                    <a:pt x="168" y="291"/>
                  </a:cubicBezTo>
                  <a:cubicBezTo>
                    <a:pt x="173" y="299"/>
                    <a:pt x="173" y="299"/>
                    <a:pt x="173" y="299"/>
                  </a:cubicBezTo>
                  <a:cubicBezTo>
                    <a:pt x="160" y="292"/>
                    <a:pt x="160" y="292"/>
                    <a:pt x="160" y="292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45" y="290"/>
                    <a:pt x="145" y="290"/>
                    <a:pt x="145" y="290"/>
                  </a:cubicBezTo>
                  <a:cubicBezTo>
                    <a:pt x="145" y="295"/>
                    <a:pt x="145" y="295"/>
                    <a:pt x="145" y="295"/>
                  </a:cubicBezTo>
                  <a:cubicBezTo>
                    <a:pt x="147" y="300"/>
                    <a:pt x="147" y="300"/>
                    <a:pt x="147" y="300"/>
                  </a:cubicBezTo>
                  <a:cubicBezTo>
                    <a:pt x="144" y="305"/>
                    <a:pt x="144" y="305"/>
                    <a:pt x="144" y="305"/>
                  </a:cubicBezTo>
                  <a:cubicBezTo>
                    <a:pt x="139" y="295"/>
                    <a:pt x="139" y="295"/>
                    <a:pt x="139" y="295"/>
                  </a:cubicBezTo>
                  <a:cubicBezTo>
                    <a:pt x="134" y="305"/>
                    <a:pt x="134" y="305"/>
                    <a:pt x="134" y="305"/>
                  </a:cubicBezTo>
                  <a:cubicBezTo>
                    <a:pt x="139" y="310"/>
                    <a:pt x="139" y="310"/>
                    <a:pt x="139" y="310"/>
                  </a:cubicBezTo>
                  <a:cubicBezTo>
                    <a:pt x="135" y="315"/>
                    <a:pt x="135" y="315"/>
                    <a:pt x="135" y="315"/>
                  </a:cubicBezTo>
                  <a:cubicBezTo>
                    <a:pt x="143" y="324"/>
                    <a:pt x="143" y="324"/>
                    <a:pt x="143" y="324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42" y="327"/>
                    <a:pt x="142" y="327"/>
                    <a:pt x="142" y="327"/>
                  </a:cubicBezTo>
                  <a:cubicBezTo>
                    <a:pt x="133" y="322"/>
                    <a:pt x="133" y="322"/>
                    <a:pt x="133" y="322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40"/>
                    <a:pt x="135" y="340"/>
                    <a:pt x="135" y="340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40" y="343"/>
                    <a:pt x="140" y="343"/>
                    <a:pt x="140" y="343"/>
                  </a:cubicBezTo>
                  <a:cubicBezTo>
                    <a:pt x="139" y="346"/>
                    <a:pt x="139" y="346"/>
                    <a:pt x="139" y="346"/>
                  </a:cubicBezTo>
                  <a:cubicBezTo>
                    <a:pt x="143" y="348"/>
                    <a:pt x="143" y="348"/>
                    <a:pt x="143" y="348"/>
                  </a:cubicBezTo>
                  <a:cubicBezTo>
                    <a:pt x="154" y="344"/>
                    <a:pt x="154" y="344"/>
                    <a:pt x="154" y="344"/>
                  </a:cubicBezTo>
                  <a:cubicBezTo>
                    <a:pt x="151" y="347"/>
                    <a:pt x="151" y="347"/>
                    <a:pt x="151" y="347"/>
                  </a:cubicBezTo>
                  <a:cubicBezTo>
                    <a:pt x="155" y="352"/>
                    <a:pt x="155" y="352"/>
                    <a:pt x="155" y="352"/>
                  </a:cubicBezTo>
                  <a:cubicBezTo>
                    <a:pt x="147" y="349"/>
                    <a:pt x="147" y="349"/>
                    <a:pt x="147" y="349"/>
                  </a:cubicBezTo>
                  <a:cubicBezTo>
                    <a:pt x="144" y="351"/>
                    <a:pt x="144" y="351"/>
                    <a:pt x="144" y="351"/>
                  </a:cubicBezTo>
                  <a:cubicBezTo>
                    <a:pt x="142" y="357"/>
                    <a:pt x="142" y="357"/>
                    <a:pt x="142" y="357"/>
                  </a:cubicBezTo>
                  <a:cubicBezTo>
                    <a:pt x="146" y="360"/>
                    <a:pt x="146" y="360"/>
                    <a:pt x="146" y="360"/>
                  </a:cubicBezTo>
                  <a:cubicBezTo>
                    <a:pt x="140" y="361"/>
                    <a:pt x="140" y="361"/>
                    <a:pt x="140" y="361"/>
                  </a:cubicBezTo>
                  <a:cubicBezTo>
                    <a:pt x="136" y="367"/>
                    <a:pt x="136" y="367"/>
                    <a:pt x="136" y="367"/>
                  </a:cubicBezTo>
                  <a:cubicBezTo>
                    <a:pt x="143" y="369"/>
                    <a:pt x="143" y="369"/>
                    <a:pt x="143" y="369"/>
                  </a:cubicBezTo>
                  <a:cubicBezTo>
                    <a:pt x="145" y="374"/>
                    <a:pt x="145" y="374"/>
                    <a:pt x="145" y="374"/>
                  </a:cubicBezTo>
                  <a:cubicBezTo>
                    <a:pt x="133" y="370"/>
                    <a:pt x="133" y="370"/>
                    <a:pt x="133" y="370"/>
                  </a:cubicBezTo>
                  <a:cubicBezTo>
                    <a:pt x="130" y="377"/>
                    <a:pt x="130" y="377"/>
                    <a:pt x="130" y="377"/>
                  </a:cubicBezTo>
                  <a:cubicBezTo>
                    <a:pt x="135" y="380"/>
                    <a:pt x="135" y="380"/>
                    <a:pt x="135" y="380"/>
                  </a:cubicBezTo>
                  <a:cubicBezTo>
                    <a:pt x="132" y="385"/>
                    <a:pt x="132" y="385"/>
                    <a:pt x="132" y="385"/>
                  </a:cubicBezTo>
                  <a:cubicBezTo>
                    <a:pt x="127" y="389"/>
                    <a:pt x="127" y="389"/>
                    <a:pt x="127" y="389"/>
                  </a:cubicBezTo>
                  <a:cubicBezTo>
                    <a:pt x="115" y="389"/>
                    <a:pt x="115" y="389"/>
                    <a:pt x="115" y="389"/>
                  </a:cubicBezTo>
                  <a:cubicBezTo>
                    <a:pt x="110" y="394"/>
                    <a:pt x="110" y="394"/>
                    <a:pt x="110" y="394"/>
                  </a:cubicBezTo>
                  <a:cubicBezTo>
                    <a:pt x="114" y="397"/>
                    <a:pt x="114" y="397"/>
                    <a:pt x="114" y="397"/>
                  </a:cubicBezTo>
                  <a:cubicBezTo>
                    <a:pt x="124" y="396"/>
                    <a:pt x="124" y="396"/>
                    <a:pt x="124" y="396"/>
                  </a:cubicBezTo>
                  <a:cubicBezTo>
                    <a:pt x="131" y="398"/>
                    <a:pt x="131" y="398"/>
                    <a:pt x="131" y="398"/>
                  </a:cubicBezTo>
                  <a:cubicBezTo>
                    <a:pt x="130" y="401"/>
                    <a:pt x="130" y="401"/>
                    <a:pt x="130" y="401"/>
                  </a:cubicBezTo>
                  <a:cubicBezTo>
                    <a:pt x="122" y="401"/>
                    <a:pt x="122" y="401"/>
                    <a:pt x="122" y="401"/>
                  </a:cubicBezTo>
                  <a:cubicBezTo>
                    <a:pt x="132" y="410"/>
                    <a:pt x="132" y="410"/>
                    <a:pt x="132" y="410"/>
                  </a:cubicBezTo>
                  <a:cubicBezTo>
                    <a:pt x="136" y="408"/>
                    <a:pt x="136" y="408"/>
                    <a:pt x="136" y="408"/>
                  </a:cubicBezTo>
                  <a:cubicBezTo>
                    <a:pt x="141" y="414"/>
                    <a:pt x="141" y="414"/>
                    <a:pt x="141" y="414"/>
                  </a:cubicBezTo>
                  <a:cubicBezTo>
                    <a:pt x="168" y="388"/>
                    <a:pt x="168" y="388"/>
                    <a:pt x="168" y="388"/>
                  </a:cubicBezTo>
                  <a:cubicBezTo>
                    <a:pt x="164" y="396"/>
                    <a:pt x="164" y="396"/>
                    <a:pt x="164" y="396"/>
                  </a:cubicBezTo>
                  <a:cubicBezTo>
                    <a:pt x="168" y="398"/>
                    <a:pt x="168" y="398"/>
                    <a:pt x="168" y="398"/>
                  </a:cubicBezTo>
                  <a:cubicBezTo>
                    <a:pt x="160" y="401"/>
                    <a:pt x="160" y="401"/>
                    <a:pt x="160" y="401"/>
                  </a:cubicBezTo>
                  <a:cubicBezTo>
                    <a:pt x="153" y="415"/>
                    <a:pt x="153" y="415"/>
                    <a:pt x="153" y="415"/>
                  </a:cubicBezTo>
                  <a:cubicBezTo>
                    <a:pt x="154" y="419"/>
                    <a:pt x="154" y="419"/>
                    <a:pt x="154" y="419"/>
                  </a:cubicBezTo>
                  <a:cubicBezTo>
                    <a:pt x="146" y="434"/>
                    <a:pt x="146" y="434"/>
                    <a:pt x="146" y="434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2" y="453"/>
                    <a:pt x="142" y="453"/>
                    <a:pt x="142" y="453"/>
                  </a:cubicBezTo>
                  <a:cubicBezTo>
                    <a:pt x="144" y="465"/>
                    <a:pt x="144" y="465"/>
                    <a:pt x="144" y="465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2" y="477"/>
                    <a:pt x="142" y="477"/>
                    <a:pt x="142" y="477"/>
                  </a:cubicBezTo>
                  <a:cubicBezTo>
                    <a:pt x="147" y="475"/>
                    <a:pt x="147" y="475"/>
                    <a:pt x="147" y="475"/>
                  </a:cubicBezTo>
                  <a:cubicBezTo>
                    <a:pt x="139" y="488"/>
                    <a:pt x="139" y="488"/>
                    <a:pt x="139" y="488"/>
                  </a:cubicBezTo>
                  <a:cubicBezTo>
                    <a:pt x="137" y="505"/>
                    <a:pt x="137" y="505"/>
                    <a:pt x="137" y="505"/>
                  </a:cubicBezTo>
                  <a:cubicBezTo>
                    <a:pt x="131" y="511"/>
                    <a:pt x="131" y="511"/>
                    <a:pt x="131" y="511"/>
                  </a:cubicBezTo>
                  <a:cubicBezTo>
                    <a:pt x="131" y="515"/>
                    <a:pt x="131" y="515"/>
                    <a:pt x="131" y="515"/>
                  </a:cubicBezTo>
                  <a:cubicBezTo>
                    <a:pt x="146" y="515"/>
                    <a:pt x="146" y="515"/>
                    <a:pt x="146" y="515"/>
                  </a:cubicBezTo>
                  <a:cubicBezTo>
                    <a:pt x="144" y="506"/>
                    <a:pt x="144" y="506"/>
                    <a:pt x="144" y="506"/>
                  </a:cubicBezTo>
                  <a:cubicBezTo>
                    <a:pt x="150" y="493"/>
                    <a:pt x="150" y="493"/>
                    <a:pt x="150" y="493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1" y="455"/>
                    <a:pt x="151" y="455"/>
                    <a:pt x="151" y="455"/>
                  </a:cubicBezTo>
                  <a:cubicBezTo>
                    <a:pt x="156" y="455"/>
                    <a:pt x="156" y="455"/>
                    <a:pt x="156" y="455"/>
                  </a:cubicBezTo>
                  <a:cubicBezTo>
                    <a:pt x="173" y="436"/>
                    <a:pt x="173" y="436"/>
                    <a:pt x="173" y="436"/>
                  </a:cubicBezTo>
                  <a:cubicBezTo>
                    <a:pt x="160" y="454"/>
                    <a:pt x="160" y="454"/>
                    <a:pt x="160" y="454"/>
                  </a:cubicBezTo>
                  <a:cubicBezTo>
                    <a:pt x="159" y="467"/>
                    <a:pt x="159" y="467"/>
                    <a:pt x="159" y="467"/>
                  </a:cubicBezTo>
                  <a:cubicBezTo>
                    <a:pt x="164" y="470"/>
                    <a:pt x="164" y="470"/>
                    <a:pt x="164" y="470"/>
                  </a:cubicBezTo>
                  <a:cubicBezTo>
                    <a:pt x="165" y="462"/>
                    <a:pt x="165" y="462"/>
                    <a:pt x="165" y="462"/>
                  </a:cubicBezTo>
                  <a:cubicBezTo>
                    <a:pt x="173" y="456"/>
                    <a:pt x="173" y="456"/>
                    <a:pt x="173" y="456"/>
                  </a:cubicBezTo>
                  <a:cubicBezTo>
                    <a:pt x="177" y="468"/>
                    <a:pt x="177" y="468"/>
                    <a:pt x="177" y="468"/>
                  </a:cubicBezTo>
                  <a:cubicBezTo>
                    <a:pt x="184" y="453"/>
                    <a:pt x="184" y="453"/>
                    <a:pt x="184" y="453"/>
                  </a:cubicBezTo>
                  <a:cubicBezTo>
                    <a:pt x="183" y="443"/>
                    <a:pt x="183" y="443"/>
                    <a:pt x="183" y="443"/>
                  </a:cubicBezTo>
                  <a:cubicBezTo>
                    <a:pt x="188" y="441"/>
                    <a:pt x="188" y="441"/>
                    <a:pt x="188" y="441"/>
                  </a:cubicBezTo>
                  <a:cubicBezTo>
                    <a:pt x="186" y="454"/>
                    <a:pt x="186" y="454"/>
                    <a:pt x="186" y="454"/>
                  </a:cubicBezTo>
                  <a:cubicBezTo>
                    <a:pt x="200" y="464"/>
                    <a:pt x="200" y="464"/>
                    <a:pt x="200" y="464"/>
                  </a:cubicBezTo>
                  <a:cubicBezTo>
                    <a:pt x="188" y="460"/>
                    <a:pt x="188" y="460"/>
                    <a:pt x="188" y="460"/>
                  </a:cubicBezTo>
                  <a:cubicBezTo>
                    <a:pt x="184" y="477"/>
                    <a:pt x="184" y="477"/>
                    <a:pt x="184" y="477"/>
                  </a:cubicBezTo>
                  <a:cubicBezTo>
                    <a:pt x="186" y="489"/>
                    <a:pt x="186" y="489"/>
                    <a:pt x="186" y="489"/>
                  </a:cubicBezTo>
                  <a:cubicBezTo>
                    <a:pt x="194" y="491"/>
                    <a:pt x="194" y="491"/>
                    <a:pt x="194" y="491"/>
                  </a:cubicBezTo>
                  <a:cubicBezTo>
                    <a:pt x="198" y="501"/>
                    <a:pt x="198" y="501"/>
                    <a:pt x="198" y="501"/>
                  </a:cubicBezTo>
                  <a:cubicBezTo>
                    <a:pt x="187" y="512"/>
                    <a:pt x="187" y="512"/>
                    <a:pt x="187" y="512"/>
                  </a:cubicBezTo>
                  <a:cubicBezTo>
                    <a:pt x="176" y="538"/>
                    <a:pt x="176" y="538"/>
                    <a:pt x="176" y="538"/>
                  </a:cubicBezTo>
                  <a:cubicBezTo>
                    <a:pt x="179" y="550"/>
                    <a:pt x="179" y="550"/>
                    <a:pt x="179" y="550"/>
                  </a:cubicBezTo>
                  <a:cubicBezTo>
                    <a:pt x="169" y="544"/>
                    <a:pt x="169" y="544"/>
                    <a:pt x="169" y="544"/>
                  </a:cubicBezTo>
                  <a:cubicBezTo>
                    <a:pt x="169" y="557"/>
                    <a:pt x="169" y="557"/>
                    <a:pt x="169" y="557"/>
                  </a:cubicBezTo>
                  <a:cubicBezTo>
                    <a:pt x="183" y="574"/>
                    <a:pt x="183" y="574"/>
                    <a:pt x="183" y="574"/>
                  </a:cubicBezTo>
                  <a:cubicBezTo>
                    <a:pt x="179" y="559"/>
                    <a:pt x="179" y="559"/>
                    <a:pt x="179" y="559"/>
                  </a:cubicBezTo>
                  <a:cubicBezTo>
                    <a:pt x="188" y="556"/>
                    <a:pt x="188" y="556"/>
                    <a:pt x="188" y="556"/>
                  </a:cubicBezTo>
                  <a:cubicBezTo>
                    <a:pt x="211" y="572"/>
                    <a:pt x="211" y="572"/>
                    <a:pt x="211" y="572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2" y="552"/>
                    <a:pt x="202" y="552"/>
                    <a:pt x="202" y="552"/>
                  </a:cubicBezTo>
                  <a:cubicBezTo>
                    <a:pt x="208" y="551"/>
                    <a:pt x="208" y="551"/>
                    <a:pt x="208" y="551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41" y="560"/>
                    <a:pt x="241" y="560"/>
                    <a:pt x="241" y="560"/>
                  </a:cubicBezTo>
                  <a:cubicBezTo>
                    <a:pt x="241" y="555"/>
                    <a:pt x="241" y="555"/>
                    <a:pt x="241" y="555"/>
                  </a:cubicBezTo>
                  <a:cubicBezTo>
                    <a:pt x="253" y="555"/>
                    <a:pt x="253" y="555"/>
                    <a:pt x="253" y="555"/>
                  </a:cubicBezTo>
                  <a:cubicBezTo>
                    <a:pt x="257" y="545"/>
                    <a:pt x="257" y="545"/>
                    <a:pt x="257" y="545"/>
                  </a:cubicBezTo>
                  <a:cubicBezTo>
                    <a:pt x="290" y="546"/>
                    <a:pt x="290" y="546"/>
                    <a:pt x="290" y="546"/>
                  </a:cubicBezTo>
                  <a:cubicBezTo>
                    <a:pt x="268" y="551"/>
                    <a:pt x="268" y="551"/>
                    <a:pt x="268" y="551"/>
                  </a:cubicBezTo>
                  <a:cubicBezTo>
                    <a:pt x="255" y="586"/>
                    <a:pt x="255" y="586"/>
                    <a:pt x="255" y="586"/>
                  </a:cubicBezTo>
                  <a:cubicBezTo>
                    <a:pt x="271" y="613"/>
                    <a:pt x="271" y="613"/>
                    <a:pt x="271" y="613"/>
                  </a:cubicBezTo>
                  <a:cubicBezTo>
                    <a:pt x="279" y="609"/>
                    <a:pt x="279" y="609"/>
                    <a:pt x="279" y="609"/>
                  </a:cubicBezTo>
                  <a:cubicBezTo>
                    <a:pt x="279" y="623"/>
                    <a:pt x="279" y="623"/>
                    <a:pt x="279" y="623"/>
                  </a:cubicBezTo>
                  <a:cubicBezTo>
                    <a:pt x="290" y="611"/>
                    <a:pt x="290" y="611"/>
                    <a:pt x="290" y="611"/>
                  </a:cubicBezTo>
                  <a:cubicBezTo>
                    <a:pt x="304" y="613"/>
                    <a:pt x="304" y="613"/>
                    <a:pt x="304" y="613"/>
                  </a:cubicBezTo>
                  <a:cubicBezTo>
                    <a:pt x="299" y="628"/>
                    <a:pt x="299" y="628"/>
                    <a:pt x="299" y="628"/>
                  </a:cubicBezTo>
                  <a:cubicBezTo>
                    <a:pt x="303" y="630"/>
                    <a:pt x="303" y="630"/>
                    <a:pt x="303" y="630"/>
                  </a:cubicBezTo>
                  <a:cubicBezTo>
                    <a:pt x="290" y="640"/>
                    <a:pt x="290" y="640"/>
                    <a:pt x="290" y="640"/>
                  </a:cubicBezTo>
                  <a:cubicBezTo>
                    <a:pt x="294" y="656"/>
                    <a:pt x="294" y="656"/>
                    <a:pt x="294" y="656"/>
                  </a:cubicBezTo>
                  <a:cubicBezTo>
                    <a:pt x="287" y="669"/>
                    <a:pt x="287" y="669"/>
                    <a:pt x="287" y="669"/>
                  </a:cubicBezTo>
                  <a:cubicBezTo>
                    <a:pt x="295" y="679"/>
                    <a:pt x="295" y="679"/>
                    <a:pt x="295" y="679"/>
                  </a:cubicBezTo>
                  <a:cubicBezTo>
                    <a:pt x="305" y="686"/>
                    <a:pt x="305" y="686"/>
                    <a:pt x="305" y="686"/>
                  </a:cubicBezTo>
                  <a:cubicBezTo>
                    <a:pt x="313" y="687"/>
                    <a:pt x="313" y="687"/>
                    <a:pt x="313" y="687"/>
                  </a:cubicBezTo>
                  <a:cubicBezTo>
                    <a:pt x="307" y="691"/>
                    <a:pt x="307" y="691"/>
                    <a:pt x="307" y="691"/>
                  </a:cubicBezTo>
                  <a:cubicBezTo>
                    <a:pt x="298" y="691"/>
                    <a:pt x="298" y="691"/>
                    <a:pt x="298" y="691"/>
                  </a:cubicBezTo>
                  <a:cubicBezTo>
                    <a:pt x="291" y="681"/>
                    <a:pt x="291" y="681"/>
                    <a:pt x="291" y="681"/>
                  </a:cubicBezTo>
                  <a:cubicBezTo>
                    <a:pt x="283" y="684"/>
                    <a:pt x="283" y="684"/>
                    <a:pt x="283" y="684"/>
                  </a:cubicBezTo>
                  <a:cubicBezTo>
                    <a:pt x="289" y="694"/>
                    <a:pt x="289" y="694"/>
                    <a:pt x="289" y="694"/>
                  </a:cubicBezTo>
                  <a:cubicBezTo>
                    <a:pt x="296" y="697"/>
                    <a:pt x="296" y="697"/>
                    <a:pt x="296" y="697"/>
                  </a:cubicBezTo>
                  <a:cubicBezTo>
                    <a:pt x="285" y="695"/>
                    <a:pt x="285" y="695"/>
                    <a:pt x="285" y="695"/>
                  </a:cubicBezTo>
                  <a:cubicBezTo>
                    <a:pt x="277" y="687"/>
                    <a:pt x="277" y="687"/>
                    <a:pt x="277" y="687"/>
                  </a:cubicBezTo>
                  <a:cubicBezTo>
                    <a:pt x="255" y="694"/>
                    <a:pt x="255" y="694"/>
                    <a:pt x="255" y="694"/>
                  </a:cubicBezTo>
                  <a:cubicBezTo>
                    <a:pt x="246" y="692"/>
                    <a:pt x="246" y="692"/>
                    <a:pt x="246" y="692"/>
                  </a:cubicBezTo>
                  <a:cubicBezTo>
                    <a:pt x="223" y="702"/>
                    <a:pt x="223" y="702"/>
                    <a:pt x="223" y="702"/>
                  </a:cubicBezTo>
                  <a:cubicBezTo>
                    <a:pt x="212" y="717"/>
                    <a:pt x="212" y="717"/>
                    <a:pt x="212" y="717"/>
                  </a:cubicBezTo>
                  <a:cubicBezTo>
                    <a:pt x="196" y="726"/>
                    <a:pt x="196" y="726"/>
                    <a:pt x="196" y="726"/>
                  </a:cubicBezTo>
                  <a:cubicBezTo>
                    <a:pt x="189" y="736"/>
                    <a:pt x="189" y="736"/>
                    <a:pt x="189" y="736"/>
                  </a:cubicBezTo>
                  <a:cubicBezTo>
                    <a:pt x="199" y="734"/>
                    <a:pt x="199" y="734"/>
                    <a:pt x="199" y="734"/>
                  </a:cubicBezTo>
                  <a:cubicBezTo>
                    <a:pt x="204" y="735"/>
                    <a:pt x="204" y="735"/>
                    <a:pt x="204" y="735"/>
                  </a:cubicBezTo>
                  <a:cubicBezTo>
                    <a:pt x="206" y="730"/>
                    <a:pt x="206" y="730"/>
                    <a:pt x="206" y="730"/>
                  </a:cubicBezTo>
                  <a:cubicBezTo>
                    <a:pt x="228" y="724"/>
                    <a:pt x="228" y="724"/>
                    <a:pt x="228" y="724"/>
                  </a:cubicBezTo>
                  <a:cubicBezTo>
                    <a:pt x="226" y="735"/>
                    <a:pt x="226" y="735"/>
                    <a:pt x="226" y="735"/>
                  </a:cubicBezTo>
                  <a:cubicBezTo>
                    <a:pt x="234" y="743"/>
                    <a:pt x="234" y="743"/>
                    <a:pt x="234" y="743"/>
                  </a:cubicBezTo>
                  <a:cubicBezTo>
                    <a:pt x="226" y="749"/>
                    <a:pt x="226" y="749"/>
                    <a:pt x="226" y="749"/>
                  </a:cubicBezTo>
                  <a:cubicBezTo>
                    <a:pt x="231" y="757"/>
                    <a:pt x="231" y="757"/>
                    <a:pt x="231" y="757"/>
                  </a:cubicBezTo>
                  <a:cubicBezTo>
                    <a:pt x="236" y="758"/>
                    <a:pt x="236" y="758"/>
                    <a:pt x="236" y="758"/>
                  </a:cubicBezTo>
                  <a:cubicBezTo>
                    <a:pt x="221" y="784"/>
                    <a:pt x="221" y="784"/>
                    <a:pt x="221" y="784"/>
                  </a:cubicBezTo>
                  <a:cubicBezTo>
                    <a:pt x="210" y="787"/>
                    <a:pt x="210" y="787"/>
                    <a:pt x="210" y="787"/>
                  </a:cubicBezTo>
                  <a:cubicBezTo>
                    <a:pt x="200" y="795"/>
                    <a:pt x="200" y="795"/>
                    <a:pt x="200" y="795"/>
                  </a:cubicBezTo>
                  <a:cubicBezTo>
                    <a:pt x="194" y="795"/>
                    <a:pt x="194" y="795"/>
                    <a:pt x="194" y="795"/>
                  </a:cubicBezTo>
                  <a:cubicBezTo>
                    <a:pt x="180" y="803"/>
                    <a:pt x="180" y="803"/>
                    <a:pt x="180" y="803"/>
                  </a:cubicBezTo>
                  <a:cubicBezTo>
                    <a:pt x="170" y="803"/>
                    <a:pt x="170" y="803"/>
                    <a:pt x="170" y="803"/>
                  </a:cubicBezTo>
                  <a:cubicBezTo>
                    <a:pt x="154" y="813"/>
                    <a:pt x="154" y="813"/>
                    <a:pt x="154" y="813"/>
                  </a:cubicBezTo>
                  <a:cubicBezTo>
                    <a:pt x="167" y="814"/>
                    <a:pt x="167" y="814"/>
                    <a:pt x="167" y="814"/>
                  </a:cubicBezTo>
                  <a:cubicBezTo>
                    <a:pt x="168" y="823"/>
                    <a:pt x="168" y="823"/>
                    <a:pt x="168" y="823"/>
                  </a:cubicBezTo>
                  <a:cubicBezTo>
                    <a:pt x="159" y="827"/>
                    <a:pt x="159" y="827"/>
                    <a:pt x="159" y="827"/>
                  </a:cubicBezTo>
                  <a:cubicBezTo>
                    <a:pt x="175" y="829"/>
                    <a:pt x="175" y="829"/>
                    <a:pt x="175" y="829"/>
                  </a:cubicBezTo>
                  <a:cubicBezTo>
                    <a:pt x="171" y="833"/>
                    <a:pt x="171" y="833"/>
                    <a:pt x="171" y="833"/>
                  </a:cubicBezTo>
                  <a:cubicBezTo>
                    <a:pt x="177" y="836"/>
                    <a:pt x="177" y="836"/>
                    <a:pt x="177" y="836"/>
                  </a:cubicBezTo>
                  <a:cubicBezTo>
                    <a:pt x="187" y="834"/>
                    <a:pt x="187" y="834"/>
                    <a:pt x="187" y="834"/>
                  </a:cubicBezTo>
                  <a:cubicBezTo>
                    <a:pt x="197" y="828"/>
                    <a:pt x="197" y="828"/>
                    <a:pt x="197" y="828"/>
                  </a:cubicBezTo>
                  <a:cubicBezTo>
                    <a:pt x="215" y="823"/>
                    <a:pt x="215" y="823"/>
                    <a:pt x="215" y="823"/>
                  </a:cubicBezTo>
                  <a:cubicBezTo>
                    <a:pt x="216" y="830"/>
                    <a:pt x="216" y="830"/>
                    <a:pt x="216" y="830"/>
                  </a:cubicBezTo>
                  <a:cubicBezTo>
                    <a:pt x="230" y="833"/>
                    <a:pt x="230" y="833"/>
                    <a:pt x="230" y="833"/>
                  </a:cubicBezTo>
                  <a:cubicBezTo>
                    <a:pt x="219" y="836"/>
                    <a:pt x="219" y="836"/>
                    <a:pt x="219" y="836"/>
                  </a:cubicBezTo>
                  <a:cubicBezTo>
                    <a:pt x="218" y="842"/>
                    <a:pt x="218" y="842"/>
                    <a:pt x="218" y="842"/>
                  </a:cubicBezTo>
                  <a:cubicBezTo>
                    <a:pt x="237" y="842"/>
                    <a:pt x="237" y="842"/>
                    <a:pt x="237" y="842"/>
                  </a:cubicBezTo>
                  <a:cubicBezTo>
                    <a:pt x="237" y="839"/>
                    <a:pt x="237" y="839"/>
                    <a:pt x="237" y="839"/>
                  </a:cubicBezTo>
                  <a:cubicBezTo>
                    <a:pt x="246" y="836"/>
                    <a:pt x="246" y="836"/>
                    <a:pt x="246" y="836"/>
                  </a:cubicBezTo>
                  <a:cubicBezTo>
                    <a:pt x="256" y="847"/>
                    <a:pt x="256" y="847"/>
                    <a:pt x="256" y="847"/>
                  </a:cubicBezTo>
                  <a:cubicBezTo>
                    <a:pt x="265" y="856"/>
                    <a:pt x="265" y="856"/>
                    <a:pt x="265" y="856"/>
                  </a:cubicBezTo>
                  <a:cubicBezTo>
                    <a:pt x="286" y="856"/>
                    <a:pt x="286" y="856"/>
                    <a:pt x="286" y="856"/>
                  </a:cubicBezTo>
                  <a:cubicBezTo>
                    <a:pt x="292" y="848"/>
                    <a:pt x="292" y="848"/>
                    <a:pt x="292" y="848"/>
                  </a:cubicBezTo>
                  <a:cubicBezTo>
                    <a:pt x="302" y="844"/>
                    <a:pt x="302" y="844"/>
                    <a:pt x="302" y="844"/>
                  </a:cubicBezTo>
                  <a:cubicBezTo>
                    <a:pt x="316" y="839"/>
                    <a:pt x="316" y="839"/>
                    <a:pt x="316" y="839"/>
                  </a:cubicBezTo>
                  <a:cubicBezTo>
                    <a:pt x="321" y="832"/>
                    <a:pt x="321" y="832"/>
                    <a:pt x="321" y="832"/>
                  </a:cubicBezTo>
                  <a:cubicBezTo>
                    <a:pt x="333" y="827"/>
                    <a:pt x="333" y="827"/>
                    <a:pt x="333" y="827"/>
                  </a:cubicBezTo>
                  <a:cubicBezTo>
                    <a:pt x="317" y="844"/>
                    <a:pt x="317" y="844"/>
                    <a:pt x="317" y="844"/>
                  </a:cubicBezTo>
                  <a:cubicBezTo>
                    <a:pt x="301" y="858"/>
                    <a:pt x="301" y="858"/>
                    <a:pt x="301" y="858"/>
                  </a:cubicBezTo>
                  <a:cubicBezTo>
                    <a:pt x="300" y="875"/>
                    <a:pt x="300" y="875"/>
                    <a:pt x="300" y="875"/>
                  </a:cubicBezTo>
                  <a:cubicBezTo>
                    <a:pt x="289" y="874"/>
                    <a:pt x="289" y="874"/>
                    <a:pt x="289" y="874"/>
                  </a:cubicBezTo>
                  <a:cubicBezTo>
                    <a:pt x="280" y="877"/>
                    <a:pt x="280" y="877"/>
                    <a:pt x="280" y="877"/>
                  </a:cubicBezTo>
                  <a:cubicBezTo>
                    <a:pt x="270" y="872"/>
                    <a:pt x="270" y="872"/>
                    <a:pt x="270" y="872"/>
                  </a:cubicBezTo>
                  <a:cubicBezTo>
                    <a:pt x="242" y="870"/>
                    <a:pt x="242" y="870"/>
                    <a:pt x="242" y="870"/>
                  </a:cubicBezTo>
                  <a:cubicBezTo>
                    <a:pt x="222" y="874"/>
                    <a:pt x="222" y="874"/>
                    <a:pt x="222" y="874"/>
                  </a:cubicBezTo>
                  <a:cubicBezTo>
                    <a:pt x="222" y="884"/>
                    <a:pt x="222" y="884"/>
                    <a:pt x="222" y="884"/>
                  </a:cubicBezTo>
                  <a:cubicBezTo>
                    <a:pt x="214" y="891"/>
                    <a:pt x="214" y="891"/>
                    <a:pt x="214" y="891"/>
                  </a:cubicBezTo>
                  <a:cubicBezTo>
                    <a:pt x="203" y="891"/>
                    <a:pt x="203" y="891"/>
                    <a:pt x="203" y="891"/>
                  </a:cubicBezTo>
                  <a:cubicBezTo>
                    <a:pt x="201" y="912"/>
                    <a:pt x="201" y="912"/>
                    <a:pt x="201" y="912"/>
                  </a:cubicBezTo>
                  <a:cubicBezTo>
                    <a:pt x="189" y="922"/>
                    <a:pt x="189" y="922"/>
                    <a:pt x="189" y="922"/>
                  </a:cubicBezTo>
                  <a:cubicBezTo>
                    <a:pt x="186" y="927"/>
                    <a:pt x="186" y="927"/>
                    <a:pt x="186" y="927"/>
                  </a:cubicBezTo>
                  <a:cubicBezTo>
                    <a:pt x="173" y="930"/>
                    <a:pt x="173" y="930"/>
                    <a:pt x="173" y="930"/>
                  </a:cubicBezTo>
                  <a:cubicBezTo>
                    <a:pt x="170" y="942"/>
                    <a:pt x="170" y="942"/>
                    <a:pt x="170" y="942"/>
                  </a:cubicBezTo>
                  <a:cubicBezTo>
                    <a:pt x="164" y="942"/>
                    <a:pt x="164" y="942"/>
                    <a:pt x="164" y="942"/>
                  </a:cubicBezTo>
                  <a:cubicBezTo>
                    <a:pt x="161" y="948"/>
                    <a:pt x="161" y="948"/>
                    <a:pt x="161" y="948"/>
                  </a:cubicBezTo>
                  <a:cubicBezTo>
                    <a:pt x="145" y="959"/>
                    <a:pt x="145" y="959"/>
                    <a:pt x="145" y="959"/>
                  </a:cubicBezTo>
                  <a:cubicBezTo>
                    <a:pt x="138" y="956"/>
                    <a:pt x="138" y="956"/>
                    <a:pt x="138" y="956"/>
                  </a:cubicBezTo>
                  <a:cubicBezTo>
                    <a:pt x="127" y="964"/>
                    <a:pt x="127" y="964"/>
                    <a:pt x="127" y="964"/>
                  </a:cubicBezTo>
                  <a:cubicBezTo>
                    <a:pt x="127" y="973"/>
                    <a:pt x="127" y="973"/>
                    <a:pt x="127" y="973"/>
                  </a:cubicBezTo>
                  <a:cubicBezTo>
                    <a:pt x="139" y="973"/>
                    <a:pt x="139" y="973"/>
                    <a:pt x="139" y="973"/>
                  </a:cubicBezTo>
                  <a:cubicBezTo>
                    <a:pt x="139" y="965"/>
                    <a:pt x="139" y="965"/>
                    <a:pt x="139" y="965"/>
                  </a:cubicBezTo>
                  <a:cubicBezTo>
                    <a:pt x="154" y="969"/>
                    <a:pt x="154" y="969"/>
                    <a:pt x="154" y="969"/>
                  </a:cubicBezTo>
                  <a:lnTo>
                    <a:pt x="160" y="97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8"/>
            <p:cNvSpPr>
              <a:spLocks noEditPoints="1"/>
            </p:cNvSpPr>
            <p:nvPr/>
          </p:nvSpPr>
          <p:spPr bwMode="auto">
            <a:xfrm>
              <a:off x="1837" y="2011"/>
              <a:ext cx="871" cy="738"/>
            </a:xfrm>
            <a:custGeom>
              <a:avLst/>
              <a:gdLst>
                <a:gd name="T0" fmla="*/ 682 w 871"/>
                <a:gd name="T1" fmla="*/ 361 h 738"/>
                <a:gd name="T2" fmla="*/ 628 w 871"/>
                <a:gd name="T3" fmla="*/ 387 h 738"/>
                <a:gd name="T4" fmla="*/ 645 w 871"/>
                <a:gd name="T5" fmla="*/ 344 h 738"/>
                <a:gd name="T6" fmla="*/ 695 w 871"/>
                <a:gd name="T7" fmla="*/ 284 h 738"/>
                <a:gd name="T8" fmla="*/ 722 w 871"/>
                <a:gd name="T9" fmla="*/ 276 h 738"/>
                <a:gd name="T10" fmla="*/ 731 w 871"/>
                <a:gd name="T11" fmla="*/ 213 h 738"/>
                <a:gd name="T12" fmla="*/ 749 w 871"/>
                <a:gd name="T13" fmla="*/ 155 h 738"/>
                <a:gd name="T14" fmla="*/ 688 w 871"/>
                <a:gd name="T15" fmla="*/ 149 h 738"/>
                <a:gd name="T16" fmla="*/ 644 w 871"/>
                <a:gd name="T17" fmla="*/ 130 h 738"/>
                <a:gd name="T18" fmla="*/ 591 w 871"/>
                <a:gd name="T19" fmla="*/ 111 h 738"/>
                <a:gd name="T20" fmla="*/ 540 w 871"/>
                <a:gd name="T21" fmla="*/ 85 h 738"/>
                <a:gd name="T22" fmla="*/ 500 w 871"/>
                <a:gd name="T23" fmla="*/ 55 h 738"/>
                <a:gd name="T24" fmla="*/ 452 w 871"/>
                <a:gd name="T25" fmla="*/ 6 h 738"/>
                <a:gd name="T26" fmla="*/ 394 w 871"/>
                <a:gd name="T27" fmla="*/ 17 h 738"/>
                <a:gd name="T28" fmla="*/ 369 w 871"/>
                <a:gd name="T29" fmla="*/ 91 h 738"/>
                <a:gd name="T30" fmla="*/ 293 w 871"/>
                <a:gd name="T31" fmla="*/ 115 h 738"/>
                <a:gd name="T32" fmla="*/ 249 w 871"/>
                <a:gd name="T33" fmla="*/ 137 h 738"/>
                <a:gd name="T34" fmla="*/ 219 w 871"/>
                <a:gd name="T35" fmla="*/ 113 h 738"/>
                <a:gd name="T36" fmla="*/ 179 w 871"/>
                <a:gd name="T37" fmla="*/ 122 h 738"/>
                <a:gd name="T38" fmla="*/ 195 w 871"/>
                <a:gd name="T39" fmla="*/ 172 h 738"/>
                <a:gd name="T40" fmla="*/ 160 w 871"/>
                <a:gd name="T41" fmla="*/ 189 h 738"/>
                <a:gd name="T42" fmla="*/ 100 w 871"/>
                <a:gd name="T43" fmla="*/ 173 h 738"/>
                <a:gd name="T44" fmla="*/ 52 w 871"/>
                <a:gd name="T45" fmla="*/ 185 h 738"/>
                <a:gd name="T46" fmla="*/ 5 w 871"/>
                <a:gd name="T47" fmla="*/ 214 h 738"/>
                <a:gd name="T48" fmla="*/ 12 w 871"/>
                <a:gd name="T49" fmla="*/ 216 h 738"/>
                <a:gd name="T50" fmla="*/ 23 w 871"/>
                <a:gd name="T51" fmla="*/ 233 h 738"/>
                <a:gd name="T52" fmla="*/ 25 w 871"/>
                <a:gd name="T53" fmla="*/ 260 h 738"/>
                <a:gd name="T54" fmla="*/ 83 w 871"/>
                <a:gd name="T55" fmla="*/ 267 h 738"/>
                <a:gd name="T56" fmla="*/ 121 w 871"/>
                <a:gd name="T57" fmla="*/ 276 h 738"/>
                <a:gd name="T58" fmla="*/ 143 w 871"/>
                <a:gd name="T59" fmla="*/ 301 h 738"/>
                <a:gd name="T60" fmla="*/ 175 w 871"/>
                <a:gd name="T61" fmla="*/ 300 h 738"/>
                <a:gd name="T62" fmla="*/ 159 w 871"/>
                <a:gd name="T63" fmla="*/ 335 h 738"/>
                <a:gd name="T64" fmla="*/ 222 w 871"/>
                <a:gd name="T65" fmla="*/ 374 h 738"/>
                <a:gd name="T66" fmla="*/ 216 w 871"/>
                <a:gd name="T67" fmla="*/ 417 h 738"/>
                <a:gd name="T68" fmla="*/ 241 w 871"/>
                <a:gd name="T69" fmla="*/ 439 h 738"/>
                <a:gd name="T70" fmla="*/ 225 w 871"/>
                <a:gd name="T71" fmla="*/ 495 h 738"/>
                <a:gd name="T72" fmla="*/ 197 w 871"/>
                <a:gd name="T73" fmla="*/ 592 h 738"/>
                <a:gd name="T74" fmla="*/ 227 w 871"/>
                <a:gd name="T75" fmla="*/ 617 h 738"/>
                <a:gd name="T76" fmla="*/ 313 w 871"/>
                <a:gd name="T77" fmla="*/ 647 h 738"/>
                <a:gd name="T78" fmla="*/ 394 w 871"/>
                <a:gd name="T79" fmla="*/ 644 h 738"/>
                <a:gd name="T80" fmla="*/ 474 w 871"/>
                <a:gd name="T81" fmla="*/ 659 h 738"/>
                <a:gd name="T82" fmla="*/ 514 w 871"/>
                <a:gd name="T83" fmla="*/ 576 h 738"/>
                <a:gd name="T84" fmla="*/ 571 w 871"/>
                <a:gd name="T85" fmla="*/ 591 h 738"/>
                <a:gd name="T86" fmla="*/ 673 w 871"/>
                <a:gd name="T87" fmla="*/ 616 h 738"/>
                <a:gd name="T88" fmla="*/ 739 w 871"/>
                <a:gd name="T89" fmla="*/ 558 h 738"/>
                <a:gd name="T90" fmla="*/ 698 w 871"/>
                <a:gd name="T91" fmla="*/ 482 h 738"/>
                <a:gd name="T92" fmla="*/ 698 w 871"/>
                <a:gd name="T93" fmla="*/ 424 h 738"/>
                <a:gd name="T94" fmla="*/ 843 w 871"/>
                <a:gd name="T95" fmla="*/ 738 h 738"/>
                <a:gd name="T96" fmla="*/ 825 w 871"/>
                <a:gd name="T97" fmla="*/ 714 h 738"/>
                <a:gd name="T98" fmla="*/ 813 w 871"/>
                <a:gd name="T99" fmla="*/ 692 h 738"/>
                <a:gd name="T100" fmla="*/ 812 w 871"/>
                <a:gd name="T101" fmla="*/ 668 h 738"/>
                <a:gd name="T102" fmla="*/ 849 w 871"/>
                <a:gd name="T103" fmla="*/ 641 h 738"/>
                <a:gd name="T104" fmla="*/ 861 w 871"/>
                <a:gd name="T105" fmla="*/ 611 h 738"/>
                <a:gd name="T106" fmla="*/ 863 w 871"/>
                <a:gd name="T107" fmla="*/ 713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71" h="738">
                  <a:moveTo>
                    <a:pt x="703" y="403"/>
                  </a:moveTo>
                  <a:lnTo>
                    <a:pt x="701" y="392"/>
                  </a:lnTo>
                  <a:lnTo>
                    <a:pt x="693" y="387"/>
                  </a:lnTo>
                  <a:lnTo>
                    <a:pt x="688" y="373"/>
                  </a:lnTo>
                  <a:lnTo>
                    <a:pt x="682" y="361"/>
                  </a:lnTo>
                  <a:lnTo>
                    <a:pt x="663" y="360"/>
                  </a:lnTo>
                  <a:lnTo>
                    <a:pt x="653" y="368"/>
                  </a:lnTo>
                  <a:lnTo>
                    <a:pt x="660" y="383"/>
                  </a:lnTo>
                  <a:lnTo>
                    <a:pt x="643" y="388"/>
                  </a:lnTo>
                  <a:lnTo>
                    <a:pt x="628" y="387"/>
                  </a:lnTo>
                  <a:lnTo>
                    <a:pt x="627" y="378"/>
                  </a:lnTo>
                  <a:lnTo>
                    <a:pt x="635" y="374"/>
                  </a:lnTo>
                  <a:lnTo>
                    <a:pt x="643" y="375"/>
                  </a:lnTo>
                  <a:lnTo>
                    <a:pt x="643" y="363"/>
                  </a:lnTo>
                  <a:lnTo>
                    <a:pt x="645" y="344"/>
                  </a:lnTo>
                  <a:lnTo>
                    <a:pt x="663" y="319"/>
                  </a:lnTo>
                  <a:lnTo>
                    <a:pt x="673" y="315"/>
                  </a:lnTo>
                  <a:lnTo>
                    <a:pt x="686" y="300"/>
                  </a:lnTo>
                  <a:lnTo>
                    <a:pt x="698" y="296"/>
                  </a:lnTo>
                  <a:lnTo>
                    <a:pt x="695" y="284"/>
                  </a:lnTo>
                  <a:lnTo>
                    <a:pt x="682" y="277"/>
                  </a:lnTo>
                  <a:lnTo>
                    <a:pt x="690" y="268"/>
                  </a:lnTo>
                  <a:lnTo>
                    <a:pt x="706" y="267"/>
                  </a:lnTo>
                  <a:lnTo>
                    <a:pt x="709" y="275"/>
                  </a:lnTo>
                  <a:lnTo>
                    <a:pt x="722" y="276"/>
                  </a:lnTo>
                  <a:lnTo>
                    <a:pt x="744" y="270"/>
                  </a:lnTo>
                  <a:lnTo>
                    <a:pt x="737" y="258"/>
                  </a:lnTo>
                  <a:lnTo>
                    <a:pt x="726" y="251"/>
                  </a:lnTo>
                  <a:lnTo>
                    <a:pt x="725" y="234"/>
                  </a:lnTo>
                  <a:lnTo>
                    <a:pt x="731" y="213"/>
                  </a:lnTo>
                  <a:lnTo>
                    <a:pt x="741" y="205"/>
                  </a:lnTo>
                  <a:lnTo>
                    <a:pt x="741" y="195"/>
                  </a:lnTo>
                  <a:lnTo>
                    <a:pt x="747" y="178"/>
                  </a:lnTo>
                  <a:lnTo>
                    <a:pt x="762" y="163"/>
                  </a:lnTo>
                  <a:lnTo>
                    <a:pt x="749" y="155"/>
                  </a:lnTo>
                  <a:lnTo>
                    <a:pt x="737" y="155"/>
                  </a:lnTo>
                  <a:lnTo>
                    <a:pt x="721" y="149"/>
                  </a:lnTo>
                  <a:lnTo>
                    <a:pt x="709" y="152"/>
                  </a:lnTo>
                  <a:lnTo>
                    <a:pt x="700" y="149"/>
                  </a:lnTo>
                  <a:lnTo>
                    <a:pt x="688" y="149"/>
                  </a:lnTo>
                  <a:lnTo>
                    <a:pt x="678" y="153"/>
                  </a:lnTo>
                  <a:lnTo>
                    <a:pt x="666" y="144"/>
                  </a:lnTo>
                  <a:lnTo>
                    <a:pt x="666" y="136"/>
                  </a:lnTo>
                  <a:lnTo>
                    <a:pt x="654" y="127"/>
                  </a:lnTo>
                  <a:lnTo>
                    <a:pt x="644" y="130"/>
                  </a:lnTo>
                  <a:lnTo>
                    <a:pt x="627" y="127"/>
                  </a:lnTo>
                  <a:lnTo>
                    <a:pt x="619" y="115"/>
                  </a:lnTo>
                  <a:lnTo>
                    <a:pt x="609" y="115"/>
                  </a:lnTo>
                  <a:lnTo>
                    <a:pt x="603" y="118"/>
                  </a:lnTo>
                  <a:lnTo>
                    <a:pt x="591" y="111"/>
                  </a:lnTo>
                  <a:lnTo>
                    <a:pt x="578" y="111"/>
                  </a:lnTo>
                  <a:lnTo>
                    <a:pt x="562" y="93"/>
                  </a:lnTo>
                  <a:lnTo>
                    <a:pt x="553" y="91"/>
                  </a:lnTo>
                  <a:lnTo>
                    <a:pt x="548" y="85"/>
                  </a:lnTo>
                  <a:lnTo>
                    <a:pt x="540" y="85"/>
                  </a:lnTo>
                  <a:lnTo>
                    <a:pt x="533" y="89"/>
                  </a:lnTo>
                  <a:lnTo>
                    <a:pt x="518" y="83"/>
                  </a:lnTo>
                  <a:lnTo>
                    <a:pt x="517" y="66"/>
                  </a:lnTo>
                  <a:lnTo>
                    <a:pt x="508" y="62"/>
                  </a:lnTo>
                  <a:lnTo>
                    <a:pt x="500" y="55"/>
                  </a:lnTo>
                  <a:lnTo>
                    <a:pt x="492" y="56"/>
                  </a:lnTo>
                  <a:lnTo>
                    <a:pt x="474" y="43"/>
                  </a:lnTo>
                  <a:lnTo>
                    <a:pt x="471" y="32"/>
                  </a:lnTo>
                  <a:lnTo>
                    <a:pt x="455" y="27"/>
                  </a:lnTo>
                  <a:lnTo>
                    <a:pt x="452" y="6"/>
                  </a:lnTo>
                  <a:lnTo>
                    <a:pt x="445" y="0"/>
                  </a:lnTo>
                  <a:lnTo>
                    <a:pt x="443" y="4"/>
                  </a:lnTo>
                  <a:lnTo>
                    <a:pt x="419" y="11"/>
                  </a:lnTo>
                  <a:lnTo>
                    <a:pt x="414" y="7"/>
                  </a:lnTo>
                  <a:lnTo>
                    <a:pt x="394" y="17"/>
                  </a:lnTo>
                  <a:lnTo>
                    <a:pt x="390" y="29"/>
                  </a:lnTo>
                  <a:lnTo>
                    <a:pt x="393" y="44"/>
                  </a:lnTo>
                  <a:lnTo>
                    <a:pt x="389" y="66"/>
                  </a:lnTo>
                  <a:lnTo>
                    <a:pt x="369" y="83"/>
                  </a:lnTo>
                  <a:lnTo>
                    <a:pt x="369" y="91"/>
                  </a:lnTo>
                  <a:lnTo>
                    <a:pt x="349" y="96"/>
                  </a:lnTo>
                  <a:lnTo>
                    <a:pt x="337" y="97"/>
                  </a:lnTo>
                  <a:lnTo>
                    <a:pt x="325" y="93"/>
                  </a:lnTo>
                  <a:lnTo>
                    <a:pt x="300" y="106"/>
                  </a:lnTo>
                  <a:lnTo>
                    <a:pt x="293" y="115"/>
                  </a:lnTo>
                  <a:lnTo>
                    <a:pt x="298" y="123"/>
                  </a:lnTo>
                  <a:lnTo>
                    <a:pt x="310" y="127"/>
                  </a:lnTo>
                  <a:lnTo>
                    <a:pt x="294" y="137"/>
                  </a:lnTo>
                  <a:lnTo>
                    <a:pt x="275" y="141"/>
                  </a:lnTo>
                  <a:lnTo>
                    <a:pt x="249" y="137"/>
                  </a:lnTo>
                  <a:lnTo>
                    <a:pt x="237" y="132"/>
                  </a:lnTo>
                  <a:lnTo>
                    <a:pt x="227" y="137"/>
                  </a:lnTo>
                  <a:lnTo>
                    <a:pt x="223" y="128"/>
                  </a:lnTo>
                  <a:lnTo>
                    <a:pt x="215" y="122"/>
                  </a:lnTo>
                  <a:lnTo>
                    <a:pt x="219" y="113"/>
                  </a:lnTo>
                  <a:lnTo>
                    <a:pt x="209" y="109"/>
                  </a:lnTo>
                  <a:lnTo>
                    <a:pt x="197" y="113"/>
                  </a:lnTo>
                  <a:lnTo>
                    <a:pt x="181" y="112"/>
                  </a:lnTo>
                  <a:lnTo>
                    <a:pt x="174" y="109"/>
                  </a:lnTo>
                  <a:lnTo>
                    <a:pt x="179" y="122"/>
                  </a:lnTo>
                  <a:lnTo>
                    <a:pt x="176" y="128"/>
                  </a:lnTo>
                  <a:lnTo>
                    <a:pt x="199" y="148"/>
                  </a:lnTo>
                  <a:lnTo>
                    <a:pt x="195" y="154"/>
                  </a:lnTo>
                  <a:lnTo>
                    <a:pt x="198" y="163"/>
                  </a:lnTo>
                  <a:lnTo>
                    <a:pt x="195" y="172"/>
                  </a:lnTo>
                  <a:lnTo>
                    <a:pt x="203" y="180"/>
                  </a:lnTo>
                  <a:lnTo>
                    <a:pt x="204" y="191"/>
                  </a:lnTo>
                  <a:lnTo>
                    <a:pt x="180" y="188"/>
                  </a:lnTo>
                  <a:lnTo>
                    <a:pt x="170" y="191"/>
                  </a:lnTo>
                  <a:lnTo>
                    <a:pt x="160" y="189"/>
                  </a:lnTo>
                  <a:lnTo>
                    <a:pt x="150" y="191"/>
                  </a:lnTo>
                  <a:lnTo>
                    <a:pt x="145" y="187"/>
                  </a:lnTo>
                  <a:lnTo>
                    <a:pt x="130" y="198"/>
                  </a:lnTo>
                  <a:lnTo>
                    <a:pt x="111" y="177"/>
                  </a:lnTo>
                  <a:lnTo>
                    <a:pt x="100" y="173"/>
                  </a:lnTo>
                  <a:lnTo>
                    <a:pt x="85" y="177"/>
                  </a:lnTo>
                  <a:lnTo>
                    <a:pt x="73" y="186"/>
                  </a:lnTo>
                  <a:lnTo>
                    <a:pt x="66" y="183"/>
                  </a:lnTo>
                  <a:lnTo>
                    <a:pt x="58" y="190"/>
                  </a:lnTo>
                  <a:lnTo>
                    <a:pt x="52" y="185"/>
                  </a:lnTo>
                  <a:lnTo>
                    <a:pt x="38" y="187"/>
                  </a:lnTo>
                  <a:lnTo>
                    <a:pt x="29" y="195"/>
                  </a:lnTo>
                  <a:lnTo>
                    <a:pt x="10" y="196"/>
                  </a:lnTo>
                  <a:lnTo>
                    <a:pt x="0" y="206"/>
                  </a:lnTo>
                  <a:lnTo>
                    <a:pt x="5" y="214"/>
                  </a:lnTo>
                  <a:lnTo>
                    <a:pt x="17" y="210"/>
                  </a:lnTo>
                  <a:lnTo>
                    <a:pt x="28" y="213"/>
                  </a:lnTo>
                  <a:lnTo>
                    <a:pt x="31" y="218"/>
                  </a:lnTo>
                  <a:lnTo>
                    <a:pt x="19" y="215"/>
                  </a:lnTo>
                  <a:lnTo>
                    <a:pt x="12" y="216"/>
                  </a:lnTo>
                  <a:lnTo>
                    <a:pt x="16" y="228"/>
                  </a:lnTo>
                  <a:lnTo>
                    <a:pt x="20" y="219"/>
                  </a:lnTo>
                  <a:lnTo>
                    <a:pt x="28" y="222"/>
                  </a:lnTo>
                  <a:lnTo>
                    <a:pt x="30" y="230"/>
                  </a:lnTo>
                  <a:lnTo>
                    <a:pt x="23" y="233"/>
                  </a:lnTo>
                  <a:lnTo>
                    <a:pt x="11" y="237"/>
                  </a:lnTo>
                  <a:lnTo>
                    <a:pt x="11" y="240"/>
                  </a:lnTo>
                  <a:lnTo>
                    <a:pt x="23" y="240"/>
                  </a:lnTo>
                  <a:lnTo>
                    <a:pt x="27" y="252"/>
                  </a:lnTo>
                  <a:lnTo>
                    <a:pt x="25" y="260"/>
                  </a:lnTo>
                  <a:lnTo>
                    <a:pt x="39" y="251"/>
                  </a:lnTo>
                  <a:lnTo>
                    <a:pt x="49" y="254"/>
                  </a:lnTo>
                  <a:lnTo>
                    <a:pt x="57" y="252"/>
                  </a:lnTo>
                  <a:lnTo>
                    <a:pt x="79" y="260"/>
                  </a:lnTo>
                  <a:lnTo>
                    <a:pt x="83" y="267"/>
                  </a:lnTo>
                  <a:lnTo>
                    <a:pt x="91" y="267"/>
                  </a:lnTo>
                  <a:lnTo>
                    <a:pt x="106" y="276"/>
                  </a:lnTo>
                  <a:lnTo>
                    <a:pt x="117" y="267"/>
                  </a:lnTo>
                  <a:lnTo>
                    <a:pt x="123" y="269"/>
                  </a:lnTo>
                  <a:lnTo>
                    <a:pt x="121" y="276"/>
                  </a:lnTo>
                  <a:lnTo>
                    <a:pt x="125" y="280"/>
                  </a:lnTo>
                  <a:lnTo>
                    <a:pt x="136" y="274"/>
                  </a:lnTo>
                  <a:lnTo>
                    <a:pt x="142" y="280"/>
                  </a:lnTo>
                  <a:lnTo>
                    <a:pt x="137" y="292"/>
                  </a:lnTo>
                  <a:lnTo>
                    <a:pt x="143" y="301"/>
                  </a:lnTo>
                  <a:lnTo>
                    <a:pt x="152" y="301"/>
                  </a:lnTo>
                  <a:lnTo>
                    <a:pt x="164" y="294"/>
                  </a:lnTo>
                  <a:lnTo>
                    <a:pt x="177" y="295"/>
                  </a:lnTo>
                  <a:lnTo>
                    <a:pt x="186" y="306"/>
                  </a:lnTo>
                  <a:lnTo>
                    <a:pt x="175" y="300"/>
                  </a:lnTo>
                  <a:lnTo>
                    <a:pt x="163" y="301"/>
                  </a:lnTo>
                  <a:lnTo>
                    <a:pt x="156" y="311"/>
                  </a:lnTo>
                  <a:lnTo>
                    <a:pt x="162" y="313"/>
                  </a:lnTo>
                  <a:lnTo>
                    <a:pt x="165" y="325"/>
                  </a:lnTo>
                  <a:lnTo>
                    <a:pt x="159" y="335"/>
                  </a:lnTo>
                  <a:lnTo>
                    <a:pt x="161" y="343"/>
                  </a:lnTo>
                  <a:lnTo>
                    <a:pt x="173" y="344"/>
                  </a:lnTo>
                  <a:lnTo>
                    <a:pt x="190" y="363"/>
                  </a:lnTo>
                  <a:lnTo>
                    <a:pt x="206" y="366"/>
                  </a:lnTo>
                  <a:lnTo>
                    <a:pt x="222" y="374"/>
                  </a:lnTo>
                  <a:lnTo>
                    <a:pt x="221" y="384"/>
                  </a:lnTo>
                  <a:lnTo>
                    <a:pt x="227" y="393"/>
                  </a:lnTo>
                  <a:lnTo>
                    <a:pt x="222" y="405"/>
                  </a:lnTo>
                  <a:lnTo>
                    <a:pt x="219" y="406"/>
                  </a:lnTo>
                  <a:lnTo>
                    <a:pt x="216" y="417"/>
                  </a:lnTo>
                  <a:lnTo>
                    <a:pt x="227" y="419"/>
                  </a:lnTo>
                  <a:lnTo>
                    <a:pt x="247" y="434"/>
                  </a:lnTo>
                  <a:lnTo>
                    <a:pt x="263" y="468"/>
                  </a:lnTo>
                  <a:lnTo>
                    <a:pt x="246" y="453"/>
                  </a:lnTo>
                  <a:lnTo>
                    <a:pt x="241" y="439"/>
                  </a:lnTo>
                  <a:lnTo>
                    <a:pt x="227" y="432"/>
                  </a:lnTo>
                  <a:lnTo>
                    <a:pt x="221" y="436"/>
                  </a:lnTo>
                  <a:lnTo>
                    <a:pt x="215" y="466"/>
                  </a:lnTo>
                  <a:lnTo>
                    <a:pt x="215" y="489"/>
                  </a:lnTo>
                  <a:lnTo>
                    <a:pt x="225" y="495"/>
                  </a:lnTo>
                  <a:lnTo>
                    <a:pt x="217" y="501"/>
                  </a:lnTo>
                  <a:lnTo>
                    <a:pt x="214" y="542"/>
                  </a:lnTo>
                  <a:lnTo>
                    <a:pt x="201" y="579"/>
                  </a:lnTo>
                  <a:lnTo>
                    <a:pt x="186" y="586"/>
                  </a:lnTo>
                  <a:lnTo>
                    <a:pt x="197" y="592"/>
                  </a:lnTo>
                  <a:lnTo>
                    <a:pt x="199" y="595"/>
                  </a:lnTo>
                  <a:lnTo>
                    <a:pt x="207" y="597"/>
                  </a:lnTo>
                  <a:lnTo>
                    <a:pt x="210" y="610"/>
                  </a:lnTo>
                  <a:lnTo>
                    <a:pt x="208" y="619"/>
                  </a:lnTo>
                  <a:lnTo>
                    <a:pt x="227" y="617"/>
                  </a:lnTo>
                  <a:lnTo>
                    <a:pt x="254" y="627"/>
                  </a:lnTo>
                  <a:lnTo>
                    <a:pt x="266" y="639"/>
                  </a:lnTo>
                  <a:lnTo>
                    <a:pt x="280" y="634"/>
                  </a:lnTo>
                  <a:lnTo>
                    <a:pt x="294" y="648"/>
                  </a:lnTo>
                  <a:lnTo>
                    <a:pt x="313" y="647"/>
                  </a:lnTo>
                  <a:lnTo>
                    <a:pt x="322" y="652"/>
                  </a:lnTo>
                  <a:lnTo>
                    <a:pt x="334" y="641"/>
                  </a:lnTo>
                  <a:lnTo>
                    <a:pt x="364" y="640"/>
                  </a:lnTo>
                  <a:lnTo>
                    <a:pt x="375" y="646"/>
                  </a:lnTo>
                  <a:lnTo>
                    <a:pt x="394" y="644"/>
                  </a:lnTo>
                  <a:lnTo>
                    <a:pt x="413" y="653"/>
                  </a:lnTo>
                  <a:lnTo>
                    <a:pt x="444" y="651"/>
                  </a:lnTo>
                  <a:lnTo>
                    <a:pt x="467" y="662"/>
                  </a:lnTo>
                  <a:lnTo>
                    <a:pt x="475" y="665"/>
                  </a:lnTo>
                  <a:lnTo>
                    <a:pt x="474" y="659"/>
                  </a:lnTo>
                  <a:lnTo>
                    <a:pt x="469" y="642"/>
                  </a:lnTo>
                  <a:lnTo>
                    <a:pt x="474" y="621"/>
                  </a:lnTo>
                  <a:lnTo>
                    <a:pt x="476" y="611"/>
                  </a:lnTo>
                  <a:lnTo>
                    <a:pt x="490" y="598"/>
                  </a:lnTo>
                  <a:lnTo>
                    <a:pt x="514" y="576"/>
                  </a:lnTo>
                  <a:lnTo>
                    <a:pt x="522" y="576"/>
                  </a:lnTo>
                  <a:lnTo>
                    <a:pt x="529" y="581"/>
                  </a:lnTo>
                  <a:lnTo>
                    <a:pt x="545" y="583"/>
                  </a:lnTo>
                  <a:lnTo>
                    <a:pt x="560" y="591"/>
                  </a:lnTo>
                  <a:lnTo>
                    <a:pt x="571" y="591"/>
                  </a:lnTo>
                  <a:lnTo>
                    <a:pt x="582" y="584"/>
                  </a:lnTo>
                  <a:lnTo>
                    <a:pt x="591" y="583"/>
                  </a:lnTo>
                  <a:lnTo>
                    <a:pt x="632" y="606"/>
                  </a:lnTo>
                  <a:lnTo>
                    <a:pt x="643" y="615"/>
                  </a:lnTo>
                  <a:lnTo>
                    <a:pt x="673" y="616"/>
                  </a:lnTo>
                  <a:lnTo>
                    <a:pt x="685" y="606"/>
                  </a:lnTo>
                  <a:lnTo>
                    <a:pt x="682" y="600"/>
                  </a:lnTo>
                  <a:lnTo>
                    <a:pt x="694" y="587"/>
                  </a:lnTo>
                  <a:lnTo>
                    <a:pt x="737" y="559"/>
                  </a:lnTo>
                  <a:lnTo>
                    <a:pt x="739" y="558"/>
                  </a:lnTo>
                  <a:lnTo>
                    <a:pt x="735" y="545"/>
                  </a:lnTo>
                  <a:lnTo>
                    <a:pt x="743" y="526"/>
                  </a:lnTo>
                  <a:lnTo>
                    <a:pt x="723" y="526"/>
                  </a:lnTo>
                  <a:lnTo>
                    <a:pt x="701" y="514"/>
                  </a:lnTo>
                  <a:lnTo>
                    <a:pt x="698" y="482"/>
                  </a:lnTo>
                  <a:lnTo>
                    <a:pt x="682" y="466"/>
                  </a:lnTo>
                  <a:lnTo>
                    <a:pt x="691" y="456"/>
                  </a:lnTo>
                  <a:lnTo>
                    <a:pt x="707" y="454"/>
                  </a:lnTo>
                  <a:lnTo>
                    <a:pt x="711" y="435"/>
                  </a:lnTo>
                  <a:lnTo>
                    <a:pt x="698" y="424"/>
                  </a:lnTo>
                  <a:lnTo>
                    <a:pt x="696" y="409"/>
                  </a:lnTo>
                  <a:lnTo>
                    <a:pt x="702" y="402"/>
                  </a:lnTo>
                  <a:lnTo>
                    <a:pt x="703" y="403"/>
                  </a:lnTo>
                  <a:lnTo>
                    <a:pt x="703" y="403"/>
                  </a:lnTo>
                  <a:close/>
                  <a:moveTo>
                    <a:pt x="843" y="738"/>
                  </a:moveTo>
                  <a:lnTo>
                    <a:pt x="822" y="730"/>
                  </a:lnTo>
                  <a:lnTo>
                    <a:pt x="819" y="724"/>
                  </a:lnTo>
                  <a:lnTo>
                    <a:pt x="823" y="718"/>
                  </a:lnTo>
                  <a:lnTo>
                    <a:pt x="829" y="719"/>
                  </a:lnTo>
                  <a:lnTo>
                    <a:pt x="825" y="714"/>
                  </a:lnTo>
                  <a:lnTo>
                    <a:pt x="820" y="714"/>
                  </a:lnTo>
                  <a:lnTo>
                    <a:pt x="821" y="705"/>
                  </a:lnTo>
                  <a:lnTo>
                    <a:pt x="813" y="701"/>
                  </a:lnTo>
                  <a:lnTo>
                    <a:pt x="809" y="695"/>
                  </a:lnTo>
                  <a:lnTo>
                    <a:pt x="813" y="692"/>
                  </a:lnTo>
                  <a:lnTo>
                    <a:pt x="813" y="687"/>
                  </a:lnTo>
                  <a:lnTo>
                    <a:pt x="804" y="682"/>
                  </a:lnTo>
                  <a:lnTo>
                    <a:pt x="801" y="674"/>
                  </a:lnTo>
                  <a:lnTo>
                    <a:pt x="809" y="674"/>
                  </a:lnTo>
                  <a:lnTo>
                    <a:pt x="812" y="668"/>
                  </a:lnTo>
                  <a:lnTo>
                    <a:pt x="804" y="661"/>
                  </a:lnTo>
                  <a:lnTo>
                    <a:pt x="813" y="647"/>
                  </a:lnTo>
                  <a:lnTo>
                    <a:pt x="833" y="641"/>
                  </a:lnTo>
                  <a:lnTo>
                    <a:pt x="841" y="633"/>
                  </a:lnTo>
                  <a:lnTo>
                    <a:pt x="849" y="641"/>
                  </a:lnTo>
                  <a:lnTo>
                    <a:pt x="854" y="641"/>
                  </a:lnTo>
                  <a:lnTo>
                    <a:pt x="856" y="630"/>
                  </a:lnTo>
                  <a:lnTo>
                    <a:pt x="852" y="622"/>
                  </a:lnTo>
                  <a:lnTo>
                    <a:pt x="855" y="611"/>
                  </a:lnTo>
                  <a:lnTo>
                    <a:pt x="861" y="611"/>
                  </a:lnTo>
                  <a:lnTo>
                    <a:pt x="865" y="629"/>
                  </a:lnTo>
                  <a:lnTo>
                    <a:pt x="863" y="645"/>
                  </a:lnTo>
                  <a:lnTo>
                    <a:pt x="871" y="669"/>
                  </a:lnTo>
                  <a:lnTo>
                    <a:pt x="862" y="697"/>
                  </a:lnTo>
                  <a:lnTo>
                    <a:pt x="863" y="713"/>
                  </a:lnTo>
                  <a:lnTo>
                    <a:pt x="856" y="732"/>
                  </a:lnTo>
                  <a:lnTo>
                    <a:pt x="843" y="73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3031" y="3150"/>
              <a:ext cx="21" cy="19"/>
            </a:xfrm>
            <a:custGeom>
              <a:avLst/>
              <a:gdLst>
                <a:gd name="T0" fmla="*/ 1 w 21"/>
                <a:gd name="T1" fmla="*/ 0 h 19"/>
                <a:gd name="T2" fmla="*/ 0 w 21"/>
                <a:gd name="T3" fmla="*/ 9 h 19"/>
                <a:gd name="T4" fmla="*/ 13 w 21"/>
                <a:gd name="T5" fmla="*/ 19 h 19"/>
                <a:gd name="T6" fmla="*/ 21 w 21"/>
                <a:gd name="T7" fmla="*/ 12 h 19"/>
                <a:gd name="T8" fmla="*/ 20 w 21"/>
                <a:gd name="T9" fmla="*/ 3 h 19"/>
                <a:gd name="T10" fmla="*/ 1 w 21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>
                  <a:moveTo>
                    <a:pt x="1" y="0"/>
                  </a:moveTo>
                  <a:lnTo>
                    <a:pt x="0" y="9"/>
                  </a:lnTo>
                  <a:lnTo>
                    <a:pt x="13" y="19"/>
                  </a:lnTo>
                  <a:lnTo>
                    <a:pt x="21" y="12"/>
                  </a:lnTo>
                  <a:lnTo>
                    <a:pt x="20" y="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2519" y="2320"/>
              <a:ext cx="761" cy="781"/>
            </a:xfrm>
            <a:custGeom>
              <a:avLst/>
              <a:gdLst>
                <a:gd name="T0" fmla="*/ 19 w 761"/>
                <a:gd name="T1" fmla="*/ 205 h 781"/>
                <a:gd name="T2" fmla="*/ 29 w 761"/>
                <a:gd name="T3" fmla="*/ 126 h 781"/>
                <a:gd name="T4" fmla="*/ 62 w 761"/>
                <a:gd name="T5" fmla="*/ 81 h 781"/>
                <a:gd name="T6" fmla="*/ 138 w 761"/>
                <a:gd name="T7" fmla="*/ 83 h 781"/>
                <a:gd name="T8" fmla="*/ 198 w 761"/>
                <a:gd name="T9" fmla="*/ 63 h 781"/>
                <a:gd name="T10" fmla="*/ 246 w 761"/>
                <a:gd name="T11" fmla="*/ 9 h 781"/>
                <a:gd name="T12" fmla="*/ 338 w 761"/>
                <a:gd name="T13" fmla="*/ 13 h 781"/>
                <a:gd name="T14" fmla="*/ 428 w 761"/>
                <a:gd name="T15" fmla="*/ 65 h 781"/>
                <a:gd name="T16" fmla="*/ 403 w 761"/>
                <a:gd name="T17" fmla="*/ 108 h 781"/>
                <a:gd name="T18" fmla="*/ 346 w 761"/>
                <a:gd name="T19" fmla="*/ 139 h 781"/>
                <a:gd name="T20" fmla="*/ 353 w 761"/>
                <a:gd name="T21" fmla="*/ 196 h 781"/>
                <a:gd name="T22" fmla="*/ 416 w 761"/>
                <a:gd name="T23" fmla="*/ 255 h 781"/>
                <a:gd name="T24" fmla="*/ 476 w 761"/>
                <a:gd name="T25" fmla="*/ 333 h 781"/>
                <a:gd name="T26" fmla="*/ 539 w 761"/>
                <a:gd name="T27" fmla="*/ 383 h 781"/>
                <a:gd name="T28" fmla="*/ 611 w 761"/>
                <a:gd name="T29" fmla="*/ 394 h 781"/>
                <a:gd name="T30" fmla="*/ 611 w 761"/>
                <a:gd name="T31" fmla="*/ 427 h 781"/>
                <a:gd name="T32" fmla="*/ 745 w 761"/>
                <a:gd name="T33" fmla="*/ 490 h 781"/>
                <a:gd name="T34" fmla="*/ 755 w 761"/>
                <a:gd name="T35" fmla="*/ 539 h 781"/>
                <a:gd name="T36" fmla="*/ 724 w 761"/>
                <a:gd name="T37" fmla="*/ 519 h 781"/>
                <a:gd name="T38" fmla="*/ 680 w 761"/>
                <a:gd name="T39" fmla="*/ 493 h 781"/>
                <a:gd name="T40" fmla="*/ 654 w 761"/>
                <a:gd name="T41" fmla="*/ 529 h 781"/>
                <a:gd name="T42" fmla="*/ 657 w 761"/>
                <a:gd name="T43" fmla="*/ 560 h 781"/>
                <a:gd name="T44" fmla="*/ 676 w 761"/>
                <a:gd name="T45" fmla="*/ 614 h 781"/>
                <a:gd name="T46" fmla="*/ 632 w 761"/>
                <a:gd name="T47" fmla="*/ 681 h 781"/>
                <a:gd name="T48" fmla="*/ 591 w 761"/>
                <a:gd name="T49" fmla="*/ 667 h 781"/>
                <a:gd name="T50" fmla="*/ 610 w 761"/>
                <a:gd name="T51" fmla="*/ 629 h 781"/>
                <a:gd name="T52" fmla="*/ 610 w 761"/>
                <a:gd name="T53" fmla="*/ 578 h 781"/>
                <a:gd name="T54" fmla="*/ 577 w 761"/>
                <a:gd name="T55" fmla="*/ 531 h 781"/>
                <a:gd name="T56" fmla="*/ 537 w 761"/>
                <a:gd name="T57" fmla="*/ 505 h 781"/>
                <a:gd name="T58" fmla="*/ 507 w 761"/>
                <a:gd name="T59" fmla="*/ 474 h 781"/>
                <a:gd name="T60" fmla="*/ 453 w 761"/>
                <a:gd name="T61" fmla="*/ 443 h 781"/>
                <a:gd name="T62" fmla="*/ 404 w 761"/>
                <a:gd name="T63" fmla="*/ 428 h 781"/>
                <a:gd name="T64" fmla="*/ 328 w 761"/>
                <a:gd name="T65" fmla="*/ 364 h 781"/>
                <a:gd name="T66" fmla="*/ 265 w 761"/>
                <a:gd name="T67" fmla="*/ 311 h 781"/>
                <a:gd name="T68" fmla="*/ 227 w 761"/>
                <a:gd name="T69" fmla="*/ 252 h 781"/>
                <a:gd name="T70" fmla="*/ 180 w 761"/>
                <a:gd name="T71" fmla="*/ 213 h 781"/>
                <a:gd name="T72" fmla="*/ 57 w 761"/>
                <a:gd name="T73" fmla="*/ 249 h 781"/>
                <a:gd name="T74" fmla="*/ 117 w 761"/>
                <a:gd name="T75" fmla="*/ 443 h 781"/>
                <a:gd name="T76" fmla="*/ 106 w 761"/>
                <a:gd name="T77" fmla="*/ 455 h 781"/>
                <a:gd name="T78" fmla="*/ 275 w 761"/>
                <a:gd name="T79" fmla="*/ 355 h 781"/>
                <a:gd name="T80" fmla="*/ 249 w 761"/>
                <a:gd name="T81" fmla="*/ 325 h 781"/>
                <a:gd name="T82" fmla="*/ 223 w 761"/>
                <a:gd name="T83" fmla="*/ 321 h 781"/>
                <a:gd name="T84" fmla="*/ 162 w 761"/>
                <a:gd name="T85" fmla="*/ 601 h 781"/>
                <a:gd name="T86" fmla="*/ 199 w 761"/>
                <a:gd name="T87" fmla="*/ 593 h 781"/>
                <a:gd name="T88" fmla="*/ 188 w 761"/>
                <a:gd name="T89" fmla="*/ 503 h 781"/>
                <a:gd name="T90" fmla="*/ 182 w 761"/>
                <a:gd name="T91" fmla="*/ 446 h 781"/>
                <a:gd name="T92" fmla="*/ 121 w 761"/>
                <a:gd name="T93" fmla="*/ 470 h 781"/>
                <a:gd name="T94" fmla="*/ 116 w 761"/>
                <a:gd name="T95" fmla="*/ 502 h 781"/>
                <a:gd name="T96" fmla="*/ 132 w 761"/>
                <a:gd name="T97" fmla="*/ 542 h 781"/>
                <a:gd name="T98" fmla="*/ 131 w 761"/>
                <a:gd name="T99" fmla="*/ 609 h 781"/>
                <a:gd name="T100" fmla="*/ 569 w 761"/>
                <a:gd name="T101" fmla="*/ 756 h 781"/>
                <a:gd name="T102" fmla="*/ 582 w 761"/>
                <a:gd name="T103" fmla="*/ 672 h 781"/>
                <a:gd name="T104" fmla="*/ 520 w 761"/>
                <a:gd name="T105" fmla="*/ 681 h 781"/>
                <a:gd name="T106" fmla="*/ 419 w 761"/>
                <a:gd name="T107" fmla="*/ 677 h 781"/>
                <a:gd name="T108" fmla="*/ 402 w 761"/>
                <a:gd name="T109" fmla="*/ 716 h 781"/>
                <a:gd name="T110" fmla="*/ 498 w 761"/>
                <a:gd name="T111" fmla="*/ 755 h 781"/>
                <a:gd name="T112" fmla="*/ 563 w 761"/>
                <a:gd name="T113" fmla="*/ 779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61" h="781">
                  <a:moveTo>
                    <a:pt x="57" y="249"/>
                  </a:moveTo>
                  <a:lnTo>
                    <a:pt x="53" y="236"/>
                  </a:lnTo>
                  <a:lnTo>
                    <a:pt x="61" y="217"/>
                  </a:lnTo>
                  <a:lnTo>
                    <a:pt x="41" y="217"/>
                  </a:lnTo>
                  <a:lnTo>
                    <a:pt x="19" y="205"/>
                  </a:lnTo>
                  <a:lnTo>
                    <a:pt x="16" y="173"/>
                  </a:lnTo>
                  <a:lnTo>
                    <a:pt x="0" y="157"/>
                  </a:lnTo>
                  <a:lnTo>
                    <a:pt x="9" y="147"/>
                  </a:lnTo>
                  <a:lnTo>
                    <a:pt x="25" y="145"/>
                  </a:lnTo>
                  <a:lnTo>
                    <a:pt x="29" y="126"/>
                  </a:lnTo>
                  <a:lnTo>
                    <a:pt x="16" y="115"/>
                  </a:lnTo>
                  <a:lnTo>
                    <a:pt x="14" y="100"/>
                  </a:lnTo>
                  <a:lnTo>
                    <a:pt x="20" y="93"/>
                  </a:lnTo>
                  <a:lnTo>
                    <a:pt x="36" y="99"/>
                  </a:lnTo>
                  <a:lnTo>
                    <a:pt x="62" y="81"/>
                  </a:lnTo>
                  <a:lnTo>
                    <a:pt x="79" y="88"/>
                  </a:lnTo>
                  <a:lnTo>
                    <a:pt x="103" y="51"/>
                  </a:lnTo>
                  <a:lnTo>
                    <a:pt x="119" y="60"/>
                  </a:lnTo>
                  <a:lnTo>
                    <a:pt x="117" y="74"/>
                  </a:lnTo>
                  <a:lnTo>
                    <a:pt x="138" y="83"/>
                  </a:lnTo>
                  <a:lnTo>
                    <a:pt x="145" y="95"/>
                  </a:lnTo>
                  <a:lnTo>
                    <a:pt x="158" y="74"/>
                  </a:lnTo>
                  <a:lnTo>
                    <a:pt x="158" y="57"/>
                  </a:lnTo>
                  <a:lnTo>
                    <a:pt x="188" y="64"/>
                  </a:lnTo>
                  <a:lnTo>
                    <a:pt x="198" y="63"/>
                  </a:lnTo>
                  <a:lnTo>
                    <a:pt x="210" y="72"/>
                  </a:lnTo>
                  <a:lnTo>
                    <a:pt x="213" y="49"/>
                  </a:lnTo>
                  <a:lnTo>
                    <a:pt x="239" y="44"/>
                  </a:lnTo>
                  <a:lnTo>
                    <a:pt x="233" y="24"/>
                  </a:lnTo>
                  <a:lnTo>
                    <a:pt x="246" y="9"/>
                  </a:lnTo>
                  <a:lnTo>
                    <a:pt x="268" y="18"/>
                  </a:lnTo>
                  <a:lnTo>
                    <a:pt x="303" y="0"/>
                  </a:lnTo>
                  <a:lnTo>
                    <a:pt x="318" y="4"/>
                  </a:lnTo>
                  <a:lnTo>
                    <a:pt x="340" y="2"/>
                  </a:lnTo>
                  <a:lnTo>
                    <a:pt x="338" y="13"/>
                  </a:lnTo>
                  <a:lnTo>
                    <a:pt x="372" y="31"/>
                  </a:lnTo>
                  <a:lnTo>
                    <a:pt x="412" y="38"/>
                  </a:lnTo>
                  <a:lnTo>
                    <a:pt x="434" y="36"/>
                  </a:lnTo>
                  <a:lnTo>
                    <a:pt x="444" y="44"/>
                  </a:lnTo>
                  <a:lnTo>
                    <a:pt x="428" y="65"/>
                  </a:lnTo>
                  <a:lnTo>
                    <a:pt x="433" y="74"/>
                  </a:lnTo>
                  <a:lnTo>
                    <a:pt x="424" y="86"/>
                  </a:lnTo>
                  <a:lnTo>
                    <a:pt x="428" y="107"/>
                  </a:lnTo>
                  <a:lnTo>
                    <a:pt x="412" y="104"/>
                  </a:lnTo>
                  <a:lnTo>
                    <a:pt x="403" y="108"/>
                  </a:lnTo>
                  <a:lnTo>
                    <a:pt x="394" y="117"/>
                  </a:lnTo>
                  <a:lnTo>
                    <a:pt x="380" y="117"/>
                  </a:lnTo>
                  <a:lnTo>
                    <a:pt x="366" y="128"/>
                  </a:lnTo>
                  <a:lnTo>
                    <a:pt x="351" y="130"/>
                  </a:lnTo>
                  <a:lnTo>
                    <a:pt x="346" y="139"/>
                  </a:lnTo>
                  <a:lnTo>
                    <a:pt x="353" y="152"/>
                  </a:lnTo>
                  <a:lnTo>
                    <a:pt x="362" y="162"/>
                  </a:lnTo>
                  <a:lnTo>
                    <a:pt x="352" y="176"/>
                  </a:lnTo>
                  <a:lnTo>
                    <a:pt x="346" y="181"/>
                  </a:lnTo>
                  <a:lnTo>
                    <a:pt x="353" y="196"/>
                  </a:lnTo>
                  <a:lnTo>
                    <a:pt x="355" y="213"/>
                  </a:lnTo>
                  <a:lnTo>
                    <a:pt x="363" y="223"/>
                  </a:lnTo>
                  <a:lnTo>
                    <a:pt x="392" y="237"/>
                  </a:lnTo>
                  <a:lnTo>
                    <a:pt x="408" y="245"/>
                  </a:lnTo>
                  <a:lnTo>
                    <a:pt x="416" y="255"/>
                  </a:lnTo>
                  <a:lnTo>
                    <a:pt x="460" y="295"/>
                  </a:lnTo>
                  <a:lnTo>
                    <a:pt x="460" y="306"/>
                  </a:lnTo>
                  <a:lnTo>
                    <a:pt x="466" y="308"/>
                  </a:lnTo>
                  <a:lnTo>
                    <a:pt x="466" y="321"/>
                  </a:lnTo>
                  <a:lnTo>
                    <a:pt x="476" y="333"/>
                  </a:lnTo>
                  <a:lnTo>
                    <a:pt x="488" y="344"/>
                  </a:lnTo>
                  <a:lnTo>
                    <a:pt x="498" y="358"/>
                  </a:lnTo>
                  <a:lnTo>
                    <a:pt x="517" y="372"/>
                  </a:lnTo>
                  <a:lnTo>
                    <a:pt x="526" y="381"/>
                  </a:lnTo>
                  <a:lnTo>
                    <a:pt x="539" y="383"/>
                  </a:lnTo>
                  <a:lnTo>
                    <a:pt x="547" y="388"/>
                  </a:lnTo>
                  <a:lnTo>
                    <a:pt x="573" y="387"/>
                  </a:lnTo>
                  <a:lnTo>
                    <a:pt x="584" y="390"/>
                  </a:lnTo>
                  <a:lnTo>
                    <a:pt x="599" y="388"/>
                  </a:lnTo>
                  <a:lnTo>
                    <a:pt x="611" y="394"/>
                  </a:lnTo>
                  <a:lnTo>
                    <a:pt x="608" y="402"/>
                  </a:lnTo>
                  <a:lnTo>
                    <a:pt x="591" y="412"/>
                  </a:lnTo>
                  <a:lnTo>
                    <a:pt x="591" y="417"/>
                  </a:lnTo>
                  <a:lnTo>
                    <a:pt x="598" y="427"/>
                  </a:lnTo>
                  <a:lnTo>
                    <a:pt x="611" y="427"/>
                  </a:lnTo>
                  <a:lnTo>
                    <a:pt x="637" y="433"/>
                  </a:lnTo>
                  <a:lnTo>
                    <a:pt x="689" y="459"/>
                  </a:lnTo>
                  <a:lnTo>
                    <a:pt x="710" y="473"/>
                  </a:lnTo>
                  <a:lnTo>
                    <a:pt x="723" y="485"/>
                  </a:lnTo>
                  <a:lnTo>
                    <a:pt x="745" y="490"/>
                  </a:lnTo>
                  <a:lnTo>
                    <a:pt x="756" y="497"/>
                  </a:lnTo>
                  <a:lnTo>
                    <a:pt x="761" y="506"/>
                  </a:lnTo>
                  <a:lnTo>
                    <a:pt x="759" y="522"/>
                  </a:lnTo>
                  <a:lnTo>
                    <a:pt x="754" y="529"/>
                  </a:lnTo>
                  <a:lnTo>
                    <a:pt x="755" y="539"/>
                  </a:lnTo>
                  <a:lnTo>
                    <a:pt x="751" y="542"/>
                  </a:lnTo>
                  <a:lnTo>
                    <a:pt x="751" y="545"/>
                  </a:lnTo>
                  <a:lnTo>
                    <a:pt x="739" y="541"/>
                  </a:lnTo>
                  <a:lnTo>
                    <a:pt x="730" y="530"/>
                  </a:lnTo>
                  <a:lnTo>
                    <a:pt x="724" y="519"/>
                  </a:lnTo>
                  <a:lnTo>
                    <a:pt x="726" y="509"/>
                  </a:lnTo>
                  <a:lnTo>
                    <a:pt x="719" y="505"/>
                  </a:lnTo>
                  <a:lnTo>
                    <a:pt x="698" y="505"/>
                  </a:lnTo>
                  <a:lnTo>
                    <a:pt x="694" y="500"/>
                  </a:lnTo>
                  <a:lnTo>
                    <a:pt x="680" y="493"/>
                  </a:lnTo>
                  <a:lnTo>
                    <a:pt x="671" y="495"/>
                  </a:lnTo>
                  <a:lnTo>
                    <a:pt x="665" y="498"/>
                  </a:lnTo>
                  <a:lnTo>
                    <a:pt x="660" y="513"/>
                  </a:lnTo>
                  <a:lnTo>
                    <a:pt x="654" y="521"/>
                  </a:lnTo>
                  <a:lnTo>
                    <a:pt x="654" y="529"/>
                  </a:lnTo>
                  <a:lnTo>
                    <a:pt x="652" y="538"/>
                  </a:lnTo>
                  <a:lnTo>
                    <a:pt x="642" y="544"/>
                  </a:lnTo>
                  <a:lnTo>
                    <a:pt x="642" y="552"/>
                  </a:lnTo>
                  <a:lnTo>
                    <a:pt x="647" y="558"/>
                  </a:lnTo>
                  <a:lnTo>
                    <a:pt x="657" y="560"/>
                  </a:lnTo>
                  <a:lnTo>
                    <a:pt x="676" y="576"/>
                  </a:lnTo>
                  <a:lnTo>
                    <a:pt x="679" y="583"/>
                  </a:lnTo>
                  <a:lnTo>
                    <a:pt x="677" y="599"/>
                  </a:lnTo>
                  <a:lnTo>
                    <a:pt x="681" y="605"/>
                  </a:lnTo>
                  <a:lnTo>
                    <a:pt x="676" y="614"/>
                  </a:lnTo>
                  <a:lnTo>
                    <a:pt x="664" y="615"/>
                  </a:lnTo>
                  <a:lnTo>
                    <a:pt x="654" y="626"/>
                  </a:lnTo>
                  <a:lnTo>
                    <a:pt x="653" y="655"/>
                  </a:lnTo>
                  <a:lnTo>
                    <a:pt x="634" y="668"/>
                  </a:lnTo>
                  <a:lnTo>
                    <a:pt x="632" y="681"/>
                  </a:lnTo>
                  <a:lnTo>
                    <a:pt x="622" y="692"/>
                  </a:lnTo>
                  <a:lnTo>
                    <a:pt x="602" y="694"/>
                  </a:lnTo>
                  <a:lnTo>
                    <a:pt x="588" y="681"/>
                  </a:lnTo>
                  <a:lnTo>
                    <a:pt x="588" y="672"/>
                  </a:lnTo>
                  <a:lnTo>
                    <a:pt x="591" y="667"/>
                  </a:lnTo>
                  <a:lnTo>
                    <a:pt x="598" y="663"/>
                  </a:lnTo>
                  <a:lnTo>
                    <a:pt x="606" y="655"/>
                  </a:lnTo>
                  <a:lnTo>
                    <a:pt x="608" y="643"/>
                  </a:lnTo>
                  <a:lnTo>
                    <a:pt x="606" y="631"/>
                  </a:lnTo>
                  <a:lnTo>
                    <a:pt x="610" y="629"/>
                  </a:lnTo>
                  <a:lnTo>
                    <a:pt x="616" y="628"/>
                  </a:lnTo>
                  <a:lnTo>
                    <a:pt x="623" y="621"/>
                  </a:lnTo>
                  <a:lnTo>
                    <a:pt x="623" y="610"/>
                  </a:lnTo>
                  <a:lnTo>
                    <a:pt x="616" y="600"/>
                  </a:lnTo>
                  <a:lnTo>
                    <a:pt x="610" y="578"/>
                  </a:lnTo>
                  <a:lnTo>
                    <a:pt x="603" y="570"/>
                  </a:lnTo>
                  <a:lnTo>
                    <a:pt x="600" y="551"/>
                  </a:lnTo>
                  <a:lnTo>
                    <a:pt x="594" y="532"/>
                  </a:lnTo>
                  <a:lnTo>
                    <a:pt x="585" y="527"/>
                  </a:lnTo>
                  <a:lnTo>
                    <a:pt x="577" y="531"/>
                  </a:lnTo>
                  <a:lnTo>
                    <a:pt x="560" y="527"/>
                  </a:lnTo>
                  <a:lnTo>
                    <a:pt x="554" y="517"/>
                  </a:lnTo>
                  <a:lnTo>
                    <a:pt x="540" y="516"/>
                  </a:lnTo>
                  <a:lnTo>
                    <a:pt x="534" y="510"/>
                  </a:lnTo>
                  <a:lnTo>
                    <a:pt x="537" y="505"/>
                  </a:lnTo>
                  <a:lnTo>
                    <a:pt x="538" y="493"/>
                  </a:lnTo>
                  <a:lnTo>
                    <a:pt x="529" y="482"/>
                  </a:lnTo>
                  <a:lnTo>
                    <a:pt x="518" y="481"/>
                  </a:lnTo>
                  <a:lnTo>
                    <a:pt x="506" y="482"/>
                  </a:lnTo>
                  <a:lnTo>
                    <a:pt x="507" y="474"/>
                  </a:lnTo>
                  <a:lnTo>
                    <a:pt x="496" y="471"/>
                  </a:lnTo>
                  <a:lnTo>
                    <a:pt x="488" y="473"/>
                  </a:lnTo>
                  <a:lnTo>
                    <a:pt x="480" y="468"/>
                  </a:lnTo>
                  <a:lnTo>
                    <a:pt x="465" y="444"/>
                  </a:lnTo>
                  <a:lnTo>
                    <a:pt x="453" y="443"/>
                  </a:lnTo>
                  <a:lnTo>
                    <a:pt x="439" y="438"/>
                  </a:lnTo>
                  <a:lnTo>
                    <a:pt x="430" y="445"/>
                  </a:lnTo>
                  <a:lnTo>
                    <a:pt x="418" y="445"/>
                  </a:lnTo>
                  <a:lnTo>
                    <a:pt x="415" y="435"/>
                  </a:lnTo>
                  <a:lnTo>
                    <a:pt x="404" y="428"/>
                  </a:lnTo>
                  <a:lnTo>
                    <a:pt x="392" y="426"/>
                  </a:lnTo>
                  <a:lnTo>
                    <a:pt x="366" y="409"/>
                  </a:lnTo>
                  <a:lnTo>
                    <a:pt x="338" y="377"/>
                  </a:lnTo>
                  <a:lnTo>
                    <a:pt x="329" y="374"/>
                  </a:lnTo>
                  <a:lnTo>
                    <a:pt x="328" y="364"/>
                  </a:lnTo>
                  <a:lnTo>
                    <a:pt x="315" y="349"/>
                  </a:lnTo>
                  <a:lnTo>
                    <a:pt x="296" y="349"/>
                  </a:lnTo>
                  <a:lnTo>
                    <a:pt x="294" y="338"/>
                  </a:lnTo>
                  <a:lnTo>
                    <a:pt x="275" y="323"/>
                  </a:lnTo>
                  <a:lnTo>
                    <a:pt x="265" y="311"/>
                  </a:lnTo>
                  <a:lnTo>
                    <a:pt x="250" y="304"/>
                  </a:lnTo>
                  <a:lnTo>
                    <a:pt x="251" y="287"/>
                  </a:lnTo>
                  <a:lnTo>
                    <a:pt x="240" y="280"/>
                  </a:lnTo>
                  <a:lnTo>
                    <a:pt x="239" y="271"/>
                  </a:lnTo>
                  <a:lnTo>
                    <a:pt x="227" y="252"/>
                  </a:lnTo>
                  <a:lnTo>
                    <a:pt x="222" y="243"/>
                  </a:lnTo>
                  <a:lnTo>
                    <a:pt x="218" y="236"/>
                  </a:lnTo>
                  <a:lnTo>
                    <a:pt x="212" y="226"/>
                  </a:lnTo>
                  <a:lnTo>
                    <a:pt x="193" y="221"/>
                  </a:lnTo>
                  <a:lnTo>
                    <a:pt x="180" y="213"/>
                  </a:lnTo>
                  <a:lnTo>
                    <a:pt x="135" y="203"/>
                  </a:lnTo>
                  <a:lnTo>
                    <a:pt x="101" y="220"/>
                  </a:lnTo>
                  <a:lnTo>
                    <a:pt x="100" y="230"/>
                  </a:lnTo>
                  <a:lnTo>
                    <a:pt x="89" y="244"/>
                  </a:lnTo>
                  <a:lnTo>
                    <a:pt x="57" y="249"/>
                  </a:lnTo>
                  <a:lnTo>
                    <a:pt x="57" y="249"/>
                  </a:lnTo>
                  <a:close/>
                  <a:moveTo>
                    <a:pt x="106" y="455"/>
                  </a:moveTo>
                  <a:lnTo>
                    <a:pt x="110" y="454"/>
                  </a:lnTo>
                  <a:lnTo>
                    <a:pt x="111" y="449"/>
                  </a:lnTo>
                  <a:lnTo>
                    <a:pt x="117" y="443"/>
                  </a:lnTo>
                  <a:lnTo>
                    <a:pt x="112" y="439"/>
                  </a:lnTo>
                  <a:lnTo>
                    <a:pt x="109" y="445"/>
                  </a:lnTo>
                  <a:lnTo>
                    <a:pt x="105" y="447"/>
                  </a:lnTo>
                  <a:lnTo>
                    <a:pt x="106" y="455"/>
                  </a:lnTo>
                  <a:lnTo>
                    <a:pt x="106" y="455"/>
                  </a:lnTo>
                  <a:close/>
                  <a:moveTo>
                    <a:pt x="275" y="355"/>
                  </a:moveTo>
                  <a:lnTo>
                    <a:pt x="283" y="358"/>
                  </a:lnTo>
                  <a:lnTo>
                    <a:pt x="281" y="353"/>
                  </a:lnTo>
                  <a:lnTo>
                    <a:pt x="275" y="355"/>
                  </a:lnTo>
                  <a:lnTo>
                    <a:pt x="275" y="355"/>
                  </a:lnTo>
                  <a:close/>
                  <a:moveTo>
                    <a:pt x="223" y="321"/>
                  </a:moveTo>
                  <a:lnTo>
                    <a:pt x="217" y="326"/>
                  </a:lnTo>
                  <a:lnTo>
                    <a:pt x="224" y="329"/>
                  </a:lnTo>
                  <a:lnTo>
                    <a:pt x="238" y="325"/>
                  </a:lnTo>
                  <a:lnTo>
                    <a:pt x="249" y="325"/>
                  </a:lnTo>
                  <a:lnTo>
                    <a:pt x="247" y="318"/>
                  </a:lnTo>
                  <a:lnTo>
                    <a:pt x="241" y="311"/>
                  </a:lnTo>
                  <a:lnTo>
                    <a:pt x="238" y="315"/>
                  </a:lnTo>
                  <a:lnTo>
                    <a:pt x="223" y="321"/>
                  </a:lnTo>
                  <a:lnTo>
                    <a:pt x="223" y="321"/>
                  </a:lnTo>
                  <a:close/>
                  <a:moveTo>
                    <a:pt x="140" y="618"/>
                  </a:moveTo>
                  <a:lnTo>
                    <a:pt x="145" y="615"/>
                  </a:lnTo>
                  <a:lnTo>
                    <a:pt x="152" y="618"/>
                  </a:lnTo>
                  <a:lnTo>
                    <a:pt x="161" y="614"/>
                  </a:lnTo>
                  <a:lnTo>
                    <a:pt x="162" y="601"/>
                  </a:lnTo>
                  <a:lnTo>
                    <a:pt x="167" y="593"/>
                  </a:lnTo>
                  <a:lnTo>
                    <a:pt x="179" y="594"/>
                  </a:lnTo>
                  <a:lnTo>
                    <a:pt x="188" y="601"/>
                  </a:lnTo>
                  <a:lnTo>
                    <a:pt x="195" y="601"/>
                  </a:lnTo>
                  <a:lnTo>
                    <a:pt x="199" y="593"/>
                  </a:lnTo>
                  <a:lnTo>
                    <a:pt x="199" y="570"/>
                  </a:lnTo>
                  <a:lnTo>
                    <a:pt x="202" y="563"/>
                  </a:lnTo>
                  <a:lnTo>
                    <a:pt x="199" y="539"/>
                  </a:lnTo>
                  <a:lnTo>
                    <a:pt x="204" y="517"/>
                  </a:lnTo>
                  <a:lnTo>
                    <a:pt x="188" y="503"/>
                  </a:lnTo>
                  <a:lnTo>
                    <a:pt x="201" y="494"/>
                  </a:lnTo>
                  <a:lnTo>
                    <a:pt x="204" y="485"/>
                  </a:lnTo>
                  <a:lnTo>
                    <a:pt x="200" y="471"/>
                  </a:lnTo>
                  <a:lnTo>
                    <a:pt x="192" y="462"/>
                  </a:lnTo>
                  <a:lnTo>
                    <a:pt x="182" y="446"/>
                  </a:lnTo>
                  <a:lnTo>
                    <a:pt x="177" y="451"/>
                  </a:lnTo>
                  <a:lnTo>
                    <a:pt x="166" y="442"/>
                  </a:lnTo>
                  <a:lnTo>
                    <a:pt x="155" y="443"/>
                  </a:lnTo>
                  <a:lnTo>
                    <a:pt x="131" y="470"/>
                  </a:lnTo>
                  <a:lnTo>
                    <a:pt x="121" y="470"/>
                  </a:lnTo>
                  <a:lnTo>
                    <a:pt x="106" y="462"/>
                  </a:lnTo>
                  <a:lnTo>
                    <a:pt x="106" y="475"/>
                  </a:lnTo>
                  <a:lnTo>
                    <a:pt x="103" y="483"/>
                  </a:lnTo>
                  <a:lnTo>
                    <a:pt x="114" y="493"/>
                  </a:lnTo>
                  <a:lnTo>
                    <a:pt x="116" y="502"/>
                  </a:lnTo>
                  <a:lnTo>
                    <a:pt x="125" y="509"/>
                  </a:lnTo>
                  <a:lnTo>
                    <a:pt x="125" y="524"/>
                  </a:lnTo>
                  <a:lnTo>
                    <a:pt x="115" y="533"/>
                  </a:lnTo>
                  <a:lnTo>
                    <a:pt x="119" y="541"/>
                  </a:lnTo>
                  <a:lnTo>
                    <a:pt x="132" y="542"/>
                  </a:lnTo>
                  <a:lnTo>
                    <a:pt x="132" y="546"/>
                  </a:lnTo>
                  <a:lnTo>
                    <a:pt x="124" y="555"/>
                  </a:lnTo>
                  <a:lnTo>
                    <a:pt x="118" y="576"/>
                  </a:lnTo>
                  <a:lnTo>
                    <a:pt x="124" y="584"/>
                  </a:lnTo>
                  <a:lnTo>
                    <a:pt x="131" y="609"/>
                  </a:lnTo>
                  <a:lnTo>
                    <a:pt x="140" y="618"/>
                  </a:lnTo>
                  <a:lnTo>
                    <a:pt x="140" y="618"/>
                  </a:lnTo>
                  <a:close/>
                  <a:moveTo>
                    <a:pt x="563" y="779"/>
                  </a:moveTo>
                  <a:lnTo>
                    <a:pt x="562" y="763"/>
                  </a:lnTo>
                  <a:lnTo>
                    <a:pt x="569" y="756"/>
                  </a:lnTo>
                  <a:lnTo>
                    <a:pt x="567" y="743"/>
                  </a:lnTo>
                  <a:lnTo>
                    <a:pt x="555" y="728"/>
                  </a:lnTo>
                  <a:lnTo>
                    <a:pt x="567" y="698"/>
                  </a:lnTo>
                  <a:lnTo>
                    <a:pt x="580" y="688"/>
                  </a:lnTo>
                  <a:lnTo>
                    <a:pt x="582" y="672"/>
                  </a:lnTo>
                  <a:lnTo>
                    <a:pt x="572" y="661"/>
                  </a:lnTo>
                  <a:lnTo>
                    <a:pt x="555" y="676"/>
                  </a:lnTo>
                  <a:lnTo>
                    <a:pt x="548" y="675"/>
                  </a:lnTo>
                  <a:lnTo>
                    <a:pt x="533" y="668"/>
                  </a:lnTo>
                  <a:lnTo>
                    <a:pt x="520" y="681"/>
                  </a:lnTo>
                  <a:lnTo>
                    <a:pt x="489" y="680"/>
                  </a:lnTo>
                  <a:lnTo>
                    <a:pt x="464" y="686"/>
                  </a:lnTo>
                  <a:lnTo>
                    <a:pt x="447" y="683"/>
                  </a:lnTo>
                  <a:lnTo>
                    <a:pt x="434" y="676"/>
                  </a:lnTo>
                  <a:lnTo>
                    <a:pt x="419" y="677"/>
                  </a:lnTo>
                  <a:lnTo>
                    <a:pt x="411" y="682"/>
                  </a:lnTo>
                  <a:lnTo>
                    <a:pt x="406" y="678"/>
                  </a:lnTo>
                  <a:lnTo>
                    <a:pt x="391" y="684"/>
                  </a:lnTo>
                  <a:lnTo>
                    <a:pt x="389" y="704"/>
                  </a:lnTo>
                  <a:lnTo>
                    <a:pt x="402" y="716"/>
                  </a:lnTo>
                  <a:lnTo>
                    <a:pt x="416" y="713"/>
                  </a:lnTo>
                  <a:lnTo>
                    <a:pt x="442" y="729"/>
                  </a:lnTo>
                  <a:lnTo>
                    <a:pt x="456" y="733"/>
                  </a:lnTo>
                  <a:lnTo>
                    <a:pt x="468" y="745"/>
                  </a:lnTo>
                  <a:lnTo>
                    <a:pt x="498" y="755"/>
                  </a:lnTo>
                  <a:lnTo>
                    <a:pt x="504" y="751"/>
                  </a:lnTo>
                  <a:lnTo>
                    <a:pt x="518" y="760"/>
                  </a:lnTo>
                  <a:lnTo>
                    <a:pt x="520" y="770"/>
                  </a:lnTo>
                  <a:lnTo>
                    <a:pt x="550" y="781"/>
                  </a:lnTo>
                  <a:lnTo>
                    <a:pt x="563" y="77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41"/>
            <p:cNvSpPr>
              <a:spLocks noEditPoints="1"/>
            </p:cNvSpPr>
            <p:nvPr/>
          </p:nvSpPr>
          <p:spPr bwMode="auto">
            <a:xfrm>
              <a:off x="1555" y="2570"/>
              <a:ext cx="826" cy="567"/>
            </a:xfrm>
            <a:custGeom>
              <a:avLst/>
              <a:gdLst>
                <a:gd name="T0" fmla="*/ 488 w 838"/>
                <a:gd name="T1" fmla="*/ 37 h 576"/>
                <a:gd name="T2" fmla="*/ 497 w 838"/>
                <a:gd name="T3" fmla="*/ 61 h 576"/>
                <a:gd name="T4" fmla="*/ 556 w 838"/>
                <a:gd name="T5" fmla="*/ 81 h 576"/>
                <a:gd name="T6" fmla="*/ 604 w 838"/>
                <a:gd name="T7" fmla="*/ 89 h 576"/>
                <a:gd name="T8" fmla="*/ 656 w 838"/>
                <a:gd name="T9" fmla="*/ 82 h 576"/>
                <a:gd name="T10" fmla="*/ 705 w 838"/>
                <a:gd name="T11" fmla="*/ 96 h 576"/>
                <a:gd name="T12" fmla="*/ 768 w 838"/>
                <a:gd name="T13" fmla="*/ 108 h 576"/>
                <a:gd name="T14" fmla="*/ 762 w 838"/>
                <a:gd name="T15" fmla="*/ 141 h 576"/>
                <a:gd name="T16" fmla="*/ 728 w 838"/>
                <a:gd name="T17" fmla="*/ 182 h 576"/>
                <a:gd name="T18" fmla="*/ 669 w 838"/>
                <a:gd name="T19" fmla="*/ 202 h 576"/>
                <a:gd name="T20" fmla="*/ 643 w 838"/>
                <a:gd name="T21" fmla="*/ 226 h 576"/>
                <a:gd name="T22" fmla="*/ 629 w 838"/>
                <a:gd name="T23" fmla="*/ 244 h 576"/>
                <a:gd name="T24" fmla="*/ 605 w 838"/>
                <a:gd name="T25" fmla="*/ 270 h 576"/>
                <a:gd name="T26" fmla="*/ 557 w 838"/>
                <a:gd name="T27" fmla="*/ 325 h 576"/>
                <a:gd name="T28" fmla="*/ 582 w 838"/>
                <a:gd name="T29" fmla="*/ 360 h 576"/>
                <a:gd name="T30" fmla="*/ 561 w 838"/>
                <a:gd name="T31" fmla="*/ 399 h 576"/>
                <a:gd name="T32" fmla="*/ 538 w 838"/>
                <a:gd name="T33" fmla="*/ 460 h 576"/>
                <a:gd name="T34" fmla="*/ 515 w 838"/>
                <a:gd name="T35" fmla="*/ 474 h 576"/>
                <a:gd name="T36" fmla="*/ 458 w 838"/>
                <a:gd name="T37" fmla="*/ 528 h 576"/>
                <a:gd name="T38" fmla="*/ 424 w 838"/>
                <a:gd name="T39" fmla="*/ 522 h 576"/>
                <a:gd name="T40" fmla="*/ 390 w 838"/>
                <a:gd name="T41" fmla="*/ 522 h 576"/>
                <a:gd name="T42" fmla="*/ 339 w 838"/>
                <a:gd name="T43" fmla="*/ 518 h 576"/>
                <a:gd name="T44" fmla="*/ 282 w 838"/>
                <a:gd name="T45" fmla="*/ 546 h 576"/>
                <a:gd name="T46" fmla="*/ 247 w 838"/>
                <a:gd name="T47" fmla="*/ 566 h 576"/>
                <a:gd name="T48" fmla="*/ 183 w 838"/>
                <a:gd name="T49" fmla="*/ 553 h 576"/>
                <a:gd name="T50" fmla="*/ 145 w 838"/>
                <a:gd name="T51" fmla="*/ 496 h 576"/>
                <a:gd name="T52" fmla="*/ 113 w 838"/>
                <a:gd name="T53" fmla="*/ 477 h 576"/>
                <a:gd name="T54" fmla="*/ 136 w 838"/>
                <a:gd name="T55" fmla="*/ 423 h 576"/>
                <a:gd name="T56" fmla="*/ 113 w 838"/>
                <a:gd name="T57" fmla="*/ 393 h 576"/>
                <a:gd name="T58" fmla="*/ 118 w 838"/>
                <a:gd name="T59" fmla="*/ 339 h 576"/>
                <a:gd name="T60" fmla="*/ 129 w 838"/>
                <a:gd name="T61" fmla="*/ 307 h 576"/>
                <a:gd name="T62" fmla="*/ 150 w 838"/>
                <a:gd name="T63" fmla="*/ 261 h 576"/>
                <a:gd name="T64" fmla="*/ 174 w 838"/>
                <a:gd name="T65" fmla="*/ 183 h 576"/>
                <a:gd name="T66" fmla="*/ 174 w 838"/>
                <a:gd name="T67" fmla="*/ 153 h 576"/>
                <a:gd name="T68" fmla="*/ 127 w 838"/>
                <a:gd name="T69" fmla="*/ 146 h 576"/>
                <a:gd name="T70" fmla="*/ 62 w 838"/>
                <a:gd name="T71" fmla="*/ 140 h 576"/>
                <a:gd name="T72" fmla="*/ 22 w 838"/>
                <a:gd name="T73" fmla="*/ 128 h 576"/>
                <a:gd name="T74" fmla="*/ 26 w 838"/>
                <a:gd name="T75" fmla="*/ 110 h 576"/>
                <a:gd name="T76" fmla="*/ 32 w 838"/>
                <a:gd name="T77" fmla="*/ 85 h 576"/>
                <a:gd name="T78" fmla="*/ 20 w 838"/>
                <a:gd name="T79" fmla="*/ 75 h 576"/>
                <a:gd name="T80" fmla="*/ 6 w 838"/>
                <a:gd name="T81" fmla="*/ 69 h 576"/>
                <a:gd name="T82" fmla="*/ 32 w 838"/>
                <a:gd name="T83" fmla="*/ 34 h 576"/>
                <a:gd name="T84" fmla="*/ 73 w 838"/>
                <a:gd name="T85" fmla="*/ 28 h 576"/>
                <a:gd name="T86" fmla="*/ 88 w 838"/>
                <a:gd name="T87" fmla="*/ 2 h 576"/>
                <a:gd name="T88" fmla="*/ 119 w 838"/>
                <a:gd name="T89" fmla="*/ 3 h 576"/>
                <a:gd name="T90" fmla="*/ 159 w 838"/>
                <a:gd name="T91" fmla="*/ 10 h 576"/>
                <a:gd name="T92" fmla="*/ 214 w 838"/>
                <a:gd name="T93" fmla="*/ 4 h 576"/>
                <a:gd name="T94" fmla="*/ 284 w 838"/>
                <a:gd name="T95" fmla="*/ 25 h 576"/>
                <a:gd name="T96" fmla="*/ 364 w 838"/>
                <a:gd name="T97" fmla="*/ 19 h 576"/>
                <a:gd name="T98" fmla="*/ 405 w 838"/>
                <a:gd name="T99" fmla="*/ 22 h 576"/>
                <a:gd name="T100" fmla="*/ 459 w 838"/>
                <a:gd name="T101" fmla="*/ 32 h 576"/>
                <a:gd name="T102" fmla="*/ 802 w 838"/>
                <a:gd name="T103" fmla="*/ 299 h 576"/>
                <a:gd name="T104" fmla="*/ 838 w 838"/>
                <a:gd name="T105" fmla="*/ 300 h 576"/>
                <a:gd name="T106" fmla="*/ 802 w 838"/>
                <a:gd name="T107" fmla="*/ 299 h 576"/>
                <a:gd name="T108" fmla="*/ 784 w 838"/>
                <a:gd name="T109" fmla="*/ 312 h 576"/>
                <a:gd name="T110" fmla="*/ 741 w 838"/>
                <a:gd name="T111" fmla="*/ 317 h 576"/>
                <a:gd name="T112" fmla="*/ 763 w 838"/>
                <a:gd name="T113" fmla="*/ 340 h 576"/>
                <a:gd name="T114" fmla="*/ 696 w 838"/>
                <a:gd name="T115" fmla="*/ 365 h 576"/>
                <a:gd name="T116" fmla="*/ 671 w 838"/>
                <a:gd name="T117" fmla="*/ 373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38" h="576">
                  <a:moveTo>
                    <a:pt x="475" y="28"/>
                  </a:moveTo>
                  <a:cubicBezTo>
                    <a:pt x="486" y="34"/>
                    <a:pt x="486" y="34"/>
                    <a:pt x="486" y="34"/>
                  </a:cubicBezTo>
                  <a:cubicBezTo>
                    <a:pt x="488" y="37"/>
                    <a:pt x="488" y="37"/>
                    <a:pt x="488" y="37"/>
                  </a:cubicBezTo>
                  <a:cubicBezTo>
                    <a:pt x="496" y="39"/>
                    <a:pt x="496" y="39"/>
                    <a:pt x="496" y="39"/>
                  </a:cubicBezTo>
                  <a:cubicBezTo>
                    <a:pt x="499" y="52"/>
                    <a:pt x="499" y="52"/>
                    <a:pt x="499" y="52"/>
                  </a:cubicBezTo>
                  <a:cubicBezTo>
                    <a:pt x="497" y="61"/>
                    <a:pt x="497" y="61"/>
                    <a:pt x="497" y="61"/>
                  </a:cubicBezTo>
                  <a:cubicBezTo>
                    <a:pt x="517" y="59"/>
                    <a:pt x="517" y="59"/>
                    <a:pt x="517" y="59"/>
                  </a:cubicBezTo>
                  <a:cubicBezTo>
                    <a:pt x="544" y="69"/>
                    <a:pt x="544" y="69"/>
                    <a:pt x="544" y="69"/>
                  </a:cubicBezTo>
                  <a:cubicBezTo>
                    <a:pt x="556" y="81"/>
                    <a:pt x="556" y="81"/>
                    <a:pt x="556" y="81"/>
                  </a:cubicBezTo>
                  <a:cubicBezTo>
                    <a:pt x="570" y="76"/>
                    <a:pt x="570" y="76"/>
                    <a:pt x="570" y="76"/>
                  </a:cubicBezTo>
                  <a:cubicBezTo>
                    <a:pt x="585" y="90"/>
                    <a:pt x="585" y="90"/>
                    <a:pt x="585" y="90"/>
                  </a:cubicBezTo>
                  <a:cubicBezTo>
                    <a:pt x="604" y="89"/>
                    <a:pt x="604" y="89"/>
                    <a:pt x="604" y="89"/>
                  </a:cubicBezTo>
                  <a:cubicBezTo>
                    <a:pt x="613" y="94"/>
                    <a:pt x="613" y="94"/>
                    <a:pt x="613" y="94"/>
                  </a:cubicBezTo>
                  <a:cubicBezTo>
                    <a:pt x="625" y="83"/>
                    <a:pt x="625" y="83"/>
                    <a:pt x="625" y="83"/>
                  </a:cubicBezTo>
                  <a:cubicBezTo>
                    <a:pt x="656" y="82"/>
                    <a:pt x="656" y="82"/>
                    <a:pt x="656" y="82"/>
                  </a:cubicBezTo>
                  <a:cubicBezTo>
                    <a:pt x="667" y="88"/>
                    <a:pt x="667" y="88"/>
                    <a:pt x="667" y="88"/>
                  </a:cubicBezTo>
                  <a:cubicBezTo>
                    <a:pt x="686" y="86"/>
                    <a:pt x="686" y="86"/>
                    <a:pt x="686" y="86"/>
                  </a:cubicBezTo>
                  <a:cubicBezTo>
                    <a:pt x="705" y="96"/>
                    <a:pt x="705" y="96"/>
                    <a:pt x="705" y="96"/>
                  </a:cubicBezTo>
                  <a:cubicBezTo>
                    <a:pt x="737" y="93"/>
                    <a:pt x="737" y="93"/>
                    <a:pt x="737" y="93"/>
                  </a:cubicBezTo>
                  <a:cubicBezTo>
                    <a:pt x="760" y="105"/>
                    <a:pt x="760" y="105"/>
                    <a:pt x="760" y="105"/>
                  </a:cubicBezTo>
                  <a:cubicBezTo>
                    <a:pt x="768" y="108"/>
                    <a:pt x="768" y="108"/>
                    <a:pt x="768" y="108"/>
                  </a:cubicBezTo>
                  <a:cubicBezTo>
                    <a:pt x="769" y="115"/>
                    <a:pt x="769" y="115"/>
                    <a:pt x="769" y="115"/>
                  </a:cubicBezTo>
                  <a:cubicBezTo>
                    <a:pt x="758" y="121"/>
                    <a:pt x="758" y="121"/>
                    <a:pt x="758" y="121"/>
                  </a:cubicBezTo>
                  <a:cubicBezTo>
                    <a:pt x="762" y="141"/>
                    <a:pt x="762" y="141"/>
                    <a:pt x="762" y="141"/>
                  </a:cubicBezTo>
                  <a:cubicBezTo>
                    <a:pt x="760" y="156"/>
                    <a:pt x="760" y="156"/>
                    <a:pt x="760" y="156"/>
                  </a:cubicBezTo>
                  <a:cubicBezTo>
                    <a:pt x="753" y="168"/>
                    <a:pt x="753" y="168"/>
                    <a:pt x="753" y="168"/>
                  </a:cubicBezTo>
                  <a:cubicBezTo>
                    <a:pt x="728" y="182"/>
                    <a:pt x="728" y="182"/>
                    <a:pt x="728" y="182"/>
                  </a:cubicBezTo>
                  <a:cubicBezTo>
                    <a:pt x="728" y="182"/>
                    <a:pt x="717" y="195"/>
                    <a:pt x="716" y="195"/>
                  </a:cubicBezTo>
                  <a:cubicBezTo>
                    <a:pt x="715" y="196"/>
                    <a:pt x="695" y="203"/>
                    <a:pt x="695" y="203"/>
                  </a:cubicBezTo>
                  <a:cubicBezTo>
                    <a:pt x="669" y="202"/>
                    <a:pt x="669" y="202"/>
                    <a:pt x="669" y="202"/>
                  </a:cubicBezTo>
                  <a:cubicBezTo>
                    <a:pt x="652" y="213"/>
                    <a:pt x="652" y="213"/>
                    <a:pt x="652" y="213"/>
                  </a:cubicBezTo>
                  <a:cubicBezTo>
                    <a:pt x="636" y="220"/>
                    <a:pt x="636" y="220"/>
                    <a:pt x="636" y="220"/>
                  </a:cubicBezTo>
                  <a:cubicBezTo>
                    <a:pt x="643" y="226"/>
                    <a:pt x="643" y="226"/>
                    <a:pt x="643" y="226"/>
                  </a:cubicBezTo>
                  <a:cubicBezTo>
                    <a:pt x="640" y="240"/>
                    <a:pt x="640" y="240"/>
                    <a:pt x="640" y="240"/>
                  </a:cubicBezTo>
                  <a:cubicBezTo>
                    <a:pt x="631" y="246"/>
                    <a:pt x="631" y="246"/>
                    <a:pt x="631" y="246"/>
                  </a:cubicBezTo>
                  <a:cubicBezTo>
                    <a:pt x="629" y="244"/>
                    <a:pt x="629" y="244"/>
                    <a:pt x="629" y="244"/>
                  </a:cubicBezTo>
                  <a:cubicBezTo>
                    <a:pt x="632" y="242"/>
                    <a:pt x="632" y="242"/>
                    <a:pt x="632" y="242"/>
                  </a:cubicBezTo>
                  <a:cubicBezTo>
                    <a:pt x="624" y="240"/>
                    <a:pt x="624" y="240"/>
                    <a:pt x="624" y="240"/>
                  </a:cubicBezTo>
                  <a:cubicBezTo>
                    <a:pt x="605" y="270"/>
                    <a:pt x="605" y="270"/>
                    <a:pt x="605" y="270"/>
                  </a:cubicBezTo>
                  <a:cubicBezTo>
                    <a:pt x="591" y="276"/>
                    <a:pt x="591" y="276"/>
                    <a:pt x="591" y="276"/>
                  </a:cubicBezTo>
                  <a:cubicBezTo>
                    <a:pt x="565" y="316"/>
                    <a:pt x="565" y="316"/>
                    <a:pt x="565" y="316"/>
                  </a:cubicBezTo>
                  <a:cubicBezTo>
                    <a:pt x="557" y="325"/>
                    <a:pt x="557" y="325"/>
                    <a:pt x="557" y="325"/>
                  </a:cubicBezTo>
                  <a:cubicBezTo>
                    <a:pt x="568" y="343"/>
                    <a:pt x="568" y="343"/>
                    <a:pt x="568" y="343"/>
                  </a:cubicBezTo>
                  <a:cubicBezTo>
                    <a:pt x="572" y="355"/>
                    <a:pt x="572" y="355"/>
                    <a:pt x="572" y="355"/>
                  </a:cubicBezTo>
                  <a:cubicBezTo>
                    <a:pt x="582" y="360"/>
                    <a:pt x="582" y="360"/>
                    <a:pt x="582" y="360"/>
                  </a:cubicBezTo>
                  <a:cubicBezTo>
                    <a:pt x="599" y="381"/>
                    <a:pt x="599" y="381"/>
                    <a:pt x="599" y="381"/>
                  </a:cubicBezTo>
                  <a:cubicBezTo>
                    <a:pt x="584" y="394"/>
                    <a:pt x="584" y="394"/>
                    <a:pt x="584" y="394"/>
                  </a:cubicBezTo>
                  <a:cubicBezTo>
                    <a:pt x="561" y="399"/>
                    <a:pt x="561" y="399"/>
                    <a:pt x="561" y="399"/>
                  </a:cubicBezTo>
                  <a:cubicBezTo>
                    <a:pt x="562" y="414"/>
                    <a:pt x="562" y="414"/>
                    <a:pt x="562" y="414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38" y="460"/>
                    <a:pt x="538" y="460"/>
                    <a:pt x="538" y="460"/>
                  </a:cubicBezTo>
                  <a:cubicBezTo>
                    <a:pt x="543" y="465"/>
                    <a:pt x="543" y="465"/>
                    <a:pt x="543" y="465"/>
                  </a:cubicBezTo>
                  <a:cubicBezTo>
                    <a:pt x="538" y="473"/>
                    <a:pt x="538" y="473"/>
                    <a:pt x="538" y="473"/>
                  </a:cubicBezTo>
                  <a:cubicBezTo>
                    <a:pt x="515" y="474"/>
                    <a:pt x="515" y="474"/>
                    <a:pt x="515" y="474"/>
                  </a:cubicBezTo>
                  <a:cubicBezTo>
                    <a:pt x="474" y="492"/>
                    <a:pt x="474" y="492"/>
                    <a:pt x="474" y="492"/>
                  </a:cubicBezTo>
                  <a:cubicBezTo>
                    <a:pt x="474" y="504"/>
                    <a:pt x="474" y="504"/>
                    <a:pt x="474" y="504"/>
                  </a:cubicBezTo>
                  <a:cubicBezTo>
                    <a:pt x="458" y="528"/>
                    <a:pt x="458" y="528"/>
                    <a:pt x="458" y="528"/>
                  </a:cubicBezTo>
                  <a:cubicBezTo>
                    <a:pt x="443" y="521"/>
                    <a:pt x="443" y="521"/>
                    <a:pt x="443" y="521"/>
                  </a:cubicBezTo>
                  <a:cubicBezTo>
                    <a:pt x="430" y="511"/>
                    <a:pt x="430" y="511"/>
                    <a:pt x="430" y="511"/>
                  </a:cubicBezTo>
                  <a:cubicBezTo>
                    <a:pt x="424" y="522"/>
                    <a:pt x="424" y="522"/>
                    <a:pt x="424" y="522"/>
                  </a:cubicBezTo>
                  <a:cubicBezTo>
                    <a:pt x="413" y="530"/>
                    <a:pt x="413" y="530"/>
                    <a:pt x="413" y="530"/>
                  </a:cubicBezTo>
                  <a:cubicBezTo>
                    <a:pt x="402" y="522"/>
                    <a:pt x="402" y="522"/>
                    <a:pt x="402" y="522"/>
                  </a:cubicBezTo>
                  <a:cubicBezTo>
                    <a:pt x="390" y="522"/>
                    <a:pt x="390" y="522"/>
                    <a:pt x="390" y="522"/>
                  </a:cubicBezTo>
                  <a:cubicBezTo>
                    <a:pt x="385" y="527"/>
                    <a:pt x="385" y="527"/>
                    <a:pt x="385" y="527"/>
                  </a:cubicBezTo>
                  <a:cubicBezTo>
                    <a:pt x="367" y="525"/>
                    <a:pt x="367" y="525"/>
                    <a:pt x="367" y="525"/>
                  </a:cubicBezTo>
                  <a:cubicBezTo>
                    <a:pt x="339" y="518"/>
                    <a:pt x="339" y="518"/>
                    <a:pt x="339" y="518"/>
                  </a:cubicBezTo>
                  <a:cubicBezTo>
                    <a:pt x="328" y="524"/>
                    <a:pt x="328" y="524"/>
                    <a:pt x="328" y="524"/>
                  </a:cubicBezTo>
                  <a:cubicBezTo>
                    <a:pt x="304" y="527"/>
                    <a:pt x="304" y="527"/>
                    <a:pt x="304" y="527"/>
                  </a:cubicBezTo>
                  <a:cubicBezTo>
                    <a:pt x="282" y="546"/>
                    <a:pt x="282" y="546"/>
                    <a:pt x="282" y="546"/>
                  </a:cubicBezTo>
                  <a:cubicBezTo>
                    <a:pt x="257" y="549"/>
                    <a:pt x="257" y="549"/>
                    <a:pt x="257" y="549"/>
                  </a:cubicBezTo>
                  <a:cubicBezTo>
                    <a:pt x="248" y="556"/>
                    <a:pt x="248" y="556"/>
                    <a:pt x="248" y="556"/>
                  </a:cubicBezTo>
                  <a:cubicBezTo>
                    <a:pt x="247" y="566"/>
                    <a:pt x="247" y="566"/>
                    <a:pt x="247" y="566"/>
                  </a:cubicBezTo>
                  <a:cubicBezTo>
                    <a:pt x="227" y="576"/>
                    <a:pt x="227" y="576"/>
                    <a:pt x="227" y="576"/>
                  </a:cubicBezTo>
                  <a:cubicBezTo>
                    <a:pt x="205" y="573"/>
                    <a:pt x="205" y="573"/>
                    <a:pt x="205" y="573"/>
                  </a:cubicBezTo>
                  <a:cubicBezTo>
                    <a:pt x="183" y="553"/>
                    <a:pt x="183" y="553"/>
                    <a:pt x="183" y="553"/>
                  </a:cubicBezTo>
                  <a:cubicBezTo>
                    <a:pt x="170" y="524"/>
                    <a:pt x="170" y="524"/>
                    <a:pt x="170" y="524"/>
                  </a:cubicBezTo>
                  <a:cubicBezTo>
                    <a:pt x="173" y="520"/>
                    <a:pt x="173" y="520"/>
                    <a:pt x="173" y="520"/>
                  </a:cubicBezTo>
                  <a:cubicBezTo>
                    <a:pt x="145" y="496"/>
                    <a:pt x="145" y="496"/>
                    <a:pt x="145" y="496"/>
                  </a:cubicBezTo>
                  <a:cubicBezTo>
                    <a:pt x="125" y="494"/>
                    <a:pt x="125" y="494"/>
                    <a:pt x="125" y="494"/>
                  </a:cubicBezTo>
                  <a:cubicBezTo>
                    <a:pt x="114" y="491"/>
                    <a:pt x="114" y="491"/>
                    <a:pt x="114" y="491"/>
                  </a:cubicBezTo>
                  <a:cubicBezTo>
                    <a:pt x="113" y="477"/>
                    <a:pt x="113" y="477"/>
                    <a:pt x="113" y="477"/>
                  </a:cubicBezTo>
                  <a:cubicBezTo>
                    <a:pt x="104" y="462"/>
                    <a:pt x="104" y="462"/>
                    <a:pt x="104" y="462"/>
                  </a:cubicBezTo>
                  <a:cubicBezTo>
                    <a:pt x="119" y="436"/>
                    <a:pt x="119" y="436"/>
                    <a:pt x="119" y="436"/>
                  </a:cubicBezTo>
                  <a:cubicBezTo>
                    <a:pt x="136" y="423"/>
                    <a:pt x="136" y="423"/>
                    <a:pt x="136" y="423"/>
                  </a:cubicBezTo>
                  <a:cubicBezTo>
                    <a:pt x="138" y="412"/>
                    <a:pt x="138" y="412"/>
                    <a:pt x="138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13" y="393"/>
                    <a:pt x="113" y="393"/>
                    <a:pt x="113" y="393"/>
                  </a:cubicBezTo>
                  <a:cubicBezTo>
                    <a:pt x="135" y="373"/>
                    <a:pt x="135" y="373"/>
                    <a:pt x="135" y="373"/>
                  </a:cubicBezTo>
                  <a:cubicBezTo>
                    <a:pt x="134" y="348"/>
                    <a:pt x="134" y="348"/>
                    <a:pt x="134" y="348"/>
                  </a:cubicBezTo>
                  <a:cubicBezTo>
                    <a:pt x="118" y="339"/>
                    <a:pt x="118" y="339"/>
                    <a:pt x="118" y="339"/>
                  </a:cubicBezTo>
                  <a:cubicBezTo>
                    <a:pt x="101" y="309"/>
                    <a:pt x="101" y="309"/>
                    <a:pt x="101" y="309"/>
                  </a:cubicBezTo>
                  <a:cubicBezTo>
                    <a:pt x="117" y="305"/>
                    <a:pt x="117" y="305"/>
                    <a:pt x="117" y="305"/>
                  </a:cubicBezTo>
                  <a:cubicBezTo>
                    <a:pt x="129" y="307"/>
                    <a:pt x="129" y="307"/>
                    <a:pt x="129" y="307"/>
                  </a:cubicBezTo>
                  <a:cubicBezTo>
                    <a:pt x="147" y="285"/>
                    <a:pt x="147" y="285"/>
                    <a:pt x="147" y="285"/>
                  </a:cubicBezTo>
                  <a:cubicBezTo>
                    <a:pt x="135" y="274"/>
                    <a:pt x="135" y="274"/>
                    <a:pt x="135" y="274"/>
                  </a:cubicBezTo>
                  <a:cubicBezTo>
                    <a:pt x="150" y="261"/>
                    <a:pt x="150" y="261"/>
                    <a:pt x="150" y="261"/>
                  </a:cubicBezTo>
                  <a:cubicBezTo>
                    <a:pt x="152" y="222"/>
                    <a:pt x="152" y="222"/>
                    <a:pt x="152" y="222"/>
                  </a:cubicBezTo>
                  <a:cubicBezTo>
                    <a:pt x="149" y="205"/>
                    <a:pt x="149" y="205"/>
                    <a:pt x="149" y="205"/>
                  </a:cubicBezTo>
                  <a:cubicBezTo>
                    <a:pt x="174" y="183"/>
                    <a:pt x="174" y="183"/>
                    <a:pt x="174" y="183"/>
                  </a:cubicBezTo>
                  <a:cubicBezTo>
                    <a:pt x="184" y="183"/>
                    <a:pt x="184" y="183"/>
                    <a:pt x="184" y="183"/>
                  </a:cubicBezTo>
                  <a:cubicBezTo>
                    <a:pt x="188" y="171"/>
                    <a:pt x="188" y="171"/>
                    <a:pt x="188" y="171"/>
                  </a:cubicBezTo>
                  <a:cubicBezTo>
                    <a:pt x="174" y="153"/>
                    <a:pt x="174" y="153"/>
                    <a:pt x="174" y="153"/>
                  </a:cubicBezTo>
                  <a:cubicBezTo>
                    <a:pt x="172" y="138"/>
                    <a:pt x="172" y="138"/>
                    <a:pt x="172" y="138"/>
                  </a:cubicBezTo>
                  <a:cubicBezTo>
                    <a:pt x="140" y="134"/>
                    <a:pt x="140" y="134"/>
                    <a:pt x="140" y="134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67" y="149"/>
                    <a:pt x="67" y="149"/>
                    <a:pt x="67" y="149"/>
                  </a:cubicBezTo>
                  <a:cubicBezTo>
                    <a:pt x="62" y="140"/>
                    <a:pt x="62" y="140"/>
                    <a:pt x="62" y="140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52" y="124"/>
                    <a:pt x="52" y="124"/>
                    <a:pt x="52" y="124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5"/>
                    <a:pt x="22" y="125"/>
                    <a:pt x="22" y="125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4" y="103"/>
                    <a:pt x="34" y="103"/>
                    <a:pt x="34" y="103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6" y="93"/>
                    <a:pt x="16" y="93"/>
                    <a:pt x="16" y="93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65" y="23"/>
                    <a:pt x="65" y="23"/>
                    <a:pt x="65" y="23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88" y="2"/>
                    <a:pt x="88" y="2"/>
                    <a:pt x="88" y="2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33" y="19"/>
                    <a:pt x="133" y="19"/>
                    <a:pt x="133" y="19"/>
                  </a:cubicBezTo>
                  <a:cubicBezTo>
                    <a:pt x="145" y="10"/>
                    <a:pt x="145" y="10"/>
                    <a:pt x="145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92" y="9"/>
                    <a:pt x="192" y="9"/>
                    <a:pt x="192" y="9"/>
                  </a:cubicBezTo>
                  <a:cubicBezTo>
                    <a:pt x="214" y="4"/>
                    <a:pt x="214" y="4"/>
                    <a:pt x="214" y="4"/>
                  </a:cubicBezTo>
                  <a:cubicBezTo>
                    <a:pt x="219" y="9"/>
                    <a:pt x="219" y="9"/>
                    <a:pt x="219" y="9"/>
                  </a:cubicBezTo>
                  <a:cubicBezTo>
                    <a:pt x="236" y="18"/>
                    <a:pt x="236" y="18"/>
                    <a:pt x="236" y="18"/>
                  </a:cubicBezTo>
                  <a:cubicBezTo>
                    <a:pt x="284" y="25"/>
                    <a:pt x="284" y="25"/>
                    <a:pt x="284" y="25"/>
                  </a:cubicBezTo>
                  <a:cubicBezTo>
                    <a:pt x="306" y="30"/>
                    <a:pt x="306" y="30"/>
                    <a:pt x="306" y="30"/>
                  </a:cubicBezTo>
                  <a:cubicBezTo>
                    <a:pt x="339" y="17"/>
                    <a:pt x="339" y="17"/>
                    <a:pt x="339" y="17"/>
                  </a:cubicBezTo>
                  <a:cubicBezTo>
                    <a:pt x="364" y="19"/>
                    <a:pt x="364" y="19"/>
                    <a:pt x="364" y="19"/>
                  </a:cubicBezTo>
                  <a:cubicBezTo>
                    <a:pt x="368" y="29"/>
                    <a:pt x="368" y="29"/>
                    <a:pt x="368" y="29"/>
                  </a:cubicBezTo>
                  <a:cubicBezTo>
                    <a:pt x="393" y="33"/>
                    <a:pt x="393" y="33"/>
                    <a:pt x="393" y="33"/>
                  </a:cubicBezTo>
                  <a:cubicBezTo>
                    <a:pt x="405" y="22"/>
                    <a:pt x="405" y="22"/>
                    <a:pt x="405" y="22"/>
                  </a:cubicBezTo>
                  <a:cubicBezTo>
                    <a:pt x="417" y="22"/>
                    <a:pt x="417" y="22"/>
                    <a:pt x="417" y="22"/>
                  </a:cubicBezTo>
                  <a:cubicBezTo>
                    <a:pt x="453" y="41"/>
                    <a:pt x="453" y="41"/>
                    <a:pt x="453" y="41"/>
                  </a:cubicBezTo>
                  <a:cubicBezTo>
                    <a:pt x="459" y="32"/>
                    <a:pt x="459" y="32"/>
                    <a:pt x="459" y="32"/>
                  </a:cubicBezTo>
                  <a:cubicBezTo>
                    <a:pt x="469" y="31"/>
                    <a:pt x="469" y="31"/>
                    <a:pt x="469" y="31"/>
                  </a:cubicBezTo>
                  <a:cubicBezTo>
                    <a:pt x="475" y="28"/>
                    <a:pt x="475" y="28"/>
                    <a:pt x="475" y="28"/>
                  </a:cubicBezTo>
                  <a:close/>
                  <a:moveTo>
                    <a:pt x="802" y="299"/>
                  </a:moveTo>
                  <a:cubicBezTo>
                    <a:pt x="824" y="301"/>
                    <a:pt x="824" y="301"/>
                    <a:pt x="824" y="301"/>
                  </a:cubicBezTo>
                  <a:cubicBezTo>
                    <a:pt x="835" y="306"/>
                    <a:pt x="835" y="306"/>
                    <a:pt x="835" y="306"/>
                  </a:cubicBezTo>
                  <a:cubicBezTo>
                    <a:pt x="838" y="300"/>
                    <a:pt x="838" y="300"/>
                    <a:pt x="838" y="300"/>
                  </a:cubicBezTo>
                  <a:cubicBezTo>
                    <a:pt x="825" y="287"/>
                    <a:pt x="825" y="287"/>
                    <a:pt x="825" y="287"/>
                  </a:cubicBezTo>
                  <a:cubicBezTo>
                    <a:pt x="805" y="290"/>
                    <a:pt x="805" y="290"/>
                    <a:pt x="805" y="290"/>
                  </a:cubicBezTo>
                  <a:cubicBezTo>
                    <a:pt x="802" y="299"/>
                    <a:pt x="802" y="299"/>
                    <a:pt x="802" y="299"/>
                  </a:cubicBezTo>
                  <a:close/>
                  <a:moveTo>
                    <a:pt x="763" y="340"/>
                  </a:moveTo>
                  <a:cubicBezTo>
                    <a:pt x="769" y="324"/>
                    <a:pt x="769" y="324"/>
                    <a:pt x="769" y="324"/>
                  </a:cubicBezTo>
                  <a:cubicBezTo>
                    <a:pt x="784" y="312"/>
                    <a:pt x="784" y="312"/>
                    <a:pt x="784" y="312"/>
                  </a:cubicBezTo>
                  <a:cubicBezTo>
                    <a:pt x="770" y="311"/>
                    <a:pt x="770" y="311"/>
                    <a:pt x="770" y="311"/>
                  </a:cubicBezTo>
                  <a:cubicBezTo>
                    <a:pt x="755" y="309"/>
                    <a:pt x="755" y="309"/>
                    <a:pt x="755" y="309"/>
                  </a:cubicBezTo>
                  <a:cubicBezTo>
                    <a:pt x="741" y="317"/>
                    <a:pt x="741" y="317"/>
                    <a:pt x="741" y="317"/>
                  </a:cubicBezTo>
                  <a:cubicBezTo>
                    <a:pt x="739" y="327"/>
                    <a:pt x="739" y="327"/>
                    <a:pt x="739" y="327"/>
                  </a:cubicBezTo>
                  <a:cubicBezTo>
                    <a:pt x="752" y="331"/>
                    <a:pt x="752" y="331"/>
                    <a:pt x="752" y="331"/>
                  </a:cubicBezTo>
                  <a:cubicBezTo>
                    <a:pt x="763" y="340"/>
                    <a:pt x="763" y="340"/>
                    <a:pt x="763" y="340"/>
                  </a:cubicBezTo>
                  <a:close/>
                  <a:moveTo>
                    <a:pt x="680" y="381"/>
                  </a:moveTo>
                  <a:cubicBezTo>
                    <a:pt x="688" y="372"/>
                    <a:pt x="688" y="372"/>
                    <a:pt x="688" y="372"/>
                  </a:cubicBezTo>
                  <a:cubicBezTo>
                    <a:pt x="696" y="365"/>
                    <a:pt x="696" y="365"/>
                    <a:pt x="696" y="365"/>
                  </a:cubicBezTo>
                  <a:cubicBezTo>
                    <a:pt x="690" y="357"/>
                    <a:pt x="690" y="357"/>
                    <a:pt x="690" y="357"/>
                  </a:cubicBezTo>
                  <a:cubicBezTo>
                    <a:pt x="673" y="362"/>
                    <a:pt x="673" y="362"/>
                    <a:pt x="673" y="362"/>
                  </a:cubicBezTo>
                  <a:cubicBezTo>
                    <a:pt x="671" y="373"/>
                    <a:pt x="671" y="373"/>
                    <a:pt x="671" y="373"/>
                  </a:cubicBezTo>
                  <a:lnTo>
                    <a:pt x="680" y="38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1533" y="2692"/>
              <a:ext cx="207" cy="378"/>
            </a:xfrm>
            <a:custGeom>
              <a:avLst/>
              <a:gdLst>
                <a:gd name="T0" fmla="*/ 133 w 207"/>
                <a:gd name="T1" fmla="*/ 348 h 378"/>
                <a:gd name="T2" fmla="*/ 139 w 207"/>
                <a:gd name="T3" fmla="*/ 308 h 378"/>
                <a:gd name="T4" fmla="*/ 158 w 207"/>
                <a:gd name="T5" fmla="*/ 284 h 378"/>
                <a:gd name="T6" fmla="*/ 133 w 207"/>
                <a:gd name="T7" fmla="*/ 265 h 378"/>
                <a:gd name="T8" fmla="*/ 154 w 207"/>
                <a:gd name="T9" fmla="*/ 221 h 378"/>
                <a:gd name="T10" fmla="*/ 122 w 207"/>
                <a:gd name="T11" fmla="*/ 182 h 378"/>
                <a:gd name="T12" fmla="*/ 149 w 207"/>
                <a:gd name="T13" fmla="*/ 180 h 378"/>
                <a:gd name="T14" fmla="*/ 155 w 207"/>
                <a:gd name="T15" fmla="*/ 148 h 378"/>
                <a:gd name="T16" fmla="*/ 172 w 207"/>
                <a:gd name="T17" fmla="*/ 97 h 378"/>
                <a:gd name="T18" fmla="*/ 194 w 207"/>
                <a:gd name="T19" fmla="*/ 58 h 378"/>
                <a:gd name="T20" fmla="*/ 207 w 207"/>
                <a:gd name="T21" fmla="*/ 46 h 378"/>
                <a:gd name="T22" fmla="*/ 192 w 207"/>
                <a:gd name="T23" fmla="*/ 14 h 378"/>
                <a:gd name="T24" fmla="*/ 147 w 207"/>
                <a:gd name="T25" fmla="*/ 22 h 378"/>
                <a:gd name="T26" fmla="*/ 88 w 207"/>
                <a:gd name="T27" fmla="*/ 25 h 378"/>
                <a:gd name="T28" fmla="*/ 84 w 207"/>
                <a:gd name="T29" fmla="*/ 3 h 378"/>
                <a:gd name="T30" fmla="*/ 44 w 207"/>
                <a:gd name="T31" fmla="*/ 4 h 378"/>
                <a:gd name="T32" fmla="*/ 55 w 207"/>
                <a:gd name="T33" fmla="*/ 38 h 378"/>
                <a:gd name="T34" fmla="*/ 53 w 207"/>
                <a:gd name="T35" fmla="*/ 82 h 378"/>
                <a:gd name="T36" fmla="*/ 58 w 207"/>
                <a:gd name="T37" fmla="*/ 109 h 378"/>
                <a:gd name="T38" fmla="*/ 43 w 207"/>
                <a:gd name="T39" fmla="*/ 134 h 378"/>
                <a:gd name="T40" fmla="*/ 26 w 207"/>
                <a:gd name="T41" fmla="*/ 174 h 378"/>
                <a:gd name="T42" fmla="*/ 8 w 207"/>
                <a:gd name="T43" fmla="*/ 208 h 378"/>
                <a:gd name="T44" fmla="*/ 0 w 207"/>
                <a:gd name="T45" fmla="*/ 252 h 378"/>
                <a:gd name="T46" fmla="*/ 20 w 207"/>
                <a:gd name="T47" fmla="*/ 243 h 378"/>
                <a:gd name="T48" fmla="*/ 32 w 207"/>
                <a:gd name="T49" fmla="*/ 243 h 378"/>
                <a:gd name="T50" fmla="*/ 15 w 207"/>
                <a:gd name="T51" fmla="*/ 258 h 378"/>
                <a:gd name="T52" fmla="*/ 21 w 207"/>
                <a:gd name="T53" fmla="*/ 277 h 378"/>
                <a:gd name="T54" fmla="*/ 48 w 207"/>
                <a:gd name="T55" fmla="*/ 269 h 378"/>
                <a:gd name="T56" fmla="*/ 46 w 207"/>
                <a:gd name="T57" fmla="*/ 294 h 378"/>
                <a:gd name="T58" fmla="*/ 40 w 207"/>
                <a:gd name="T59" fmla="*/ 340 h 378"/>
                <a:gd name="T60" fmla="*/ 28 w 207"/>
                <a:gd name="T61" fmla="*/ 370 h 378"/>
                <a:gd name="T62" fmla="*/ 53 w 207"/>
                <a:gd name="T63" fmla="*/ 362 h 378"/>
                <a:gd name="T64" fmla="*/ 93 w 207"/>
                <a:gd name="T65" fmla="*/ 378 h 378"/>
                <a:gd name="T66" fmla="*/ 131 w 207"/>
                <a:gd name="T67" fmla="*/ 367 h 378"/>
                <a:gd name="T68" fmla="*/ 134 w 207"/>
                <a:gd name="T69" fmla="*/ 362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7" h="378">
                  <a:moveTo>
                    <a:pt x="134" y="362"/>
                  </a:moveTo>
                  <a:lnTo>
                    <a:pt x="133" y="348"/>
                  </a:lnTo>
                  <a:lnTo>
                    <a:pt x="125" y="333"/>
                  </a:lnTo>
                  <a:lnTo>
                    <a:pt x="139" y="308"/>
                  </a:lnTo>
                  <a:lnTo>
                    <a:pt x="156" y="295"/>
                  </a:lnTo>
                  <a:lnTo>
                    <a:pt x="158" y="284"/>
                  </a:lnTo>
                  <a:lnTo>
                    <a:pt x="143" y="283"/>
                  </a:lnTo>
                  <a:lnTo>
                    <a:pt x="133" y="265"/>
                  </a:lnTo>
                  <a:lnTo>
                    <a:pt x="155" y="245"/>
                  </a:lnTo>
                  <a:lnTo>
                    <a:pt x="154" y="221"/>
                  </a:lnTo>
                  <a:lnTo>
                    <a:pt x="138" y="212"/>
                  </a:lnTo>
                  <a:lnTo>
                    <a:pt x="122" y="182"/>
                  </a:lnTo>
                  <a:lnTo>
                    <a:pt x="137" y="178"/>
                  </a:lnTo>
                  <a:lnTo>
                    <a:pt x="149" y="180"/>
                  </a:lnTo>
                  <a:lnTo>
                    <a:pt x="167" y="159"/>
                  </a:lnTo>
                  <a:lnTo>
                    <a:pt x="155" y="148"/>
                  </a:lnTo>
                  <a:lnTo>
                    <a:pt x="170" y="135"/>
                  </a:lnTo>
                  <a:lnTo>
                    <a:pt x="172" y="97"/>
                  </a:lnTo>
                  <a:lnTo>
                    <a:pt x="169" y="80"/>
                  </a:lnTo>
                  <a:lnTo>
                    <a:pt x="194" y="58"/>
                  </a:lnTo>
                  <a:lnTo>
                    <a:pt x="203" y="58"/>
                  </a:lnTo>
                  <a:lnTo>
                    <a:pt x="207" y="46"/>
                  </a:lnTo>
                  <a:lnTo>
                    <a:pt x="194" y="29"/>
                  </a:lnTo>
                  <a:lnTo>
                    <a:pt x="192" y="14"/>
                  </a:lnTo>
                  <a:lnTo>
                    <a:pt x="160" y="10"/>
                  </a:lnTo>
                  <a:lnTo>
                    <a:pt x="147" y="22"/>
                  </a:lnTo>
                  <a:lnTo>
                    <a:pt x="111" y="15"/>
                  </a:lnTo>
                  <a:lnTo>
                    <a:pt x="88" y="25"/>
                  </a:lnTo>
                  <a:lnTo>
                    <a:pt x="83" y="16"/>
                  </a:lnTo>
                  <a:lnTo>
                    <a:pt x="84" y="3"/>
                  </a:lnTo>
                  <a:lnTo>
                    <a:pt x="73" y="0"/>
                  </a:lnTo>
                  <a:lnTo>
                    <a:pt x="44" y="4"/>
                  </a:lnTo>
                  <a:lnTo>
                    <a:pt x="45" y="17"/>
                  </a:lnTo>
                  <a:lnTo>
                    <a:pt x="55" y="38"/>
                  </a:lnTo>
                  <a:lnTo>
                    <a:pt x="51" y="76"/>
                  </a:lnTo>
                  <a:lnTo>
                    <a:pt x="53" y="82"/>
                  </a:lnTo>
                  <a:lnTo>
                    <a:pt x="48" y="100"/>
                  </a:lnTo>
                  <a:lnTo>
                    <a:pt x="58" y="109"/>
                  </a:lnTo>
                  <a:lnTo>
                    <a:pt x="51" y="118"/>
                  </a:lnTo>
                  <a:lnTo>
                    <a:pt x="43" y="134"/>
                  </a:lnTo>
                  <a:lnTo>
                    <a:pt x="42" y="154"/>
                  </a:lnTo>
                  <a:lnTo>
                    <a:pt x="26" y="174"/>
                  </a:lnTo>
                  <a:lnTo>
                    <a:pt x="26" y="185"/>
                  </a:lnTo>
                  <a:lnTo>
                    <a:pt x="8" y="208"/>
                  </a:lnTo>
                  <a:lnTo>
                    <a:pt x="0" y="243"/>
                  </a:lnTo>
                  <a:lnTo>
                    <a:pt x="0" y="252"/>
                  </a:lnTo>
                  <a:lnTo>
                    <a:pt x="13" y="252"/>
                  </a:lnTo>
                  <a:lnTo>
                    <a:pt x="20" y="243"/>
                  </a:lnTo>
                  <a:lnTo>
                    <a:pt x="34" y="236"/>
                  </a:lnTo>
                  <a:lnTo>
                    <a:pt x="32" y="243"/>
                  </a:lnTo>
                  <a:lnTo>
                    <a:pt x="35" y="249"/>
                  </a:lnTo>
                  <a:lnTo>
                    <a:pt x="15" y="258"/>
                  </a:lnTo>
                  <a:lnTo>
                    <a:pt x="14" y="271"/>
                  </a:lnTo>
                  <a:lnTo>
                    <a:pt x="21" y="277"/>
                  </a:lnTo>
                  <a:lnTo>
                    <a:pt x="31" y="269"/>
                  </a:lnTo>
                  <a:lnTo>
                    <a:pt x="48" y="269"/>
                  </a:lnTo>
                  <a:lnTo>
                    <a:pt x="41" y="277"/>
                  </a:lnTo>
                  <a:lnTo>
                    <a:pt x="46" y="294"/>
                  </a:lnTo>
                  <a:lnTo>
                    <a:pt x="39" y="308"/>
                  </a:lnTo>
                  <a:lnTo>
                    <a:pt x="40" y="340"/>
                  </a:lnTo>
                  <a:lnTo>
                    <a:pt x="33" y="363"/>
                  </a:lnTo>
                  <a:lnTo>
                    <a:pt x="28" y="370"/>
                  </a:lnTo>
                  <a:lnTo>
                    <a:pt x="33" y="374"/>
                  </a:lnTo>
                  <a:lnTo>
                    <a:pt x="53" y="362"/>
                  </a:lnTo>
                  <a:lnTo>
                    <a:pt x="81" y="372"/>
                  </a:lnTo>
                  <a:lnTo>
                    <a:pt x="93" y="378"/>
                  </a:lnTo>
                  <a:lnTo>
                    <a:pt x="113" y="369"/>
                  </a:lnTo>
                  <a:lnTo>
                    <a:pt x="131" y="367"/>
                  </a:lnTo>
                  <a:lnTo>
                    <a:pt x="133" y="362"/>
                  </a:lnTo>
                  <a:lnTo>
                    <a:pt x="134" y="36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43"/>
            <p:cNvSpPr>
              <a:spLocks noEditPoints="1"/>
            </p:cNvSpPr>
            <p:nvPr/>
          </p:nvSpPr>
          <p:spPr bwMode="auto">
            <a:xfrm>
              <a:off x="3353" y="2706"/>
              <a:ext cx="578" cy="510"/>
            </a:xfrm>
            <a:custGeom>
              <a:avLst/>
              <a:gdLst>
                <a:gd name="T0" fmla="*/ 358 w 587"/>
                <a:gd name="T1" fmla="*/ 41 h 518"/>
                <a:gd name="T2" fmla="*/ 236 w 587"/>
                <a:gd name="T3" fmla="*/ 48 h 518"/>
                <a:gd name="T4" fmla="*/ 97 w 587"/>
                <a:gd name="T5" fmla="*/ 94 h 518"/>
                <a:gd name="T6" fmla="*/ 65 w 587"/>
                <a:gd name="T7" fmla="*/ 209 h 518"/>
                <a:gd name="T8" fmla="*/ 154 w 587"/>
                <a:gd name="T9" fmla="*/ 280 h 518"/>
                <a:gd name="T10" fmla="*/ 222 w 587"/>
                <a:gd name="T11" fmla="*/ 298 h 518"/>
                <a:gd name="T12" fmla="*/ 113 w 587"/>
                <a:gd name="T13" fmla="*/ 298 h 518"/>
                <a:gd name="T14" fmla="*/ 169 w 587"/>
                <a:gd name="T15" fmla="*/ 392 h 518"/>
                <a:gd name="T16" fmla="*/ 207 w 587"/>
                <a:gd name="T17" fmla="*/ 398 h 518"/>
                <a:gd name="T18" fmla="*/ 219 w 587"/>
                <a:gd name="T19" fmla="*/ 343 h 518"/>
                <a:gd name="T20" fmla="*/ 260 w 587"/>
                <a:gd name="T21" fmla="*/ 342 h 518"/>
                <a:gd name="T22" fmla="*/ 280 w 587"/>
                <a:gd name="T23" fmla="*/ 315 h 518"/>
                <a:gd name="T24" fmla="*/ 240 w 587"/>
                <a:gd name="T25" fmla="*/ 251 h 518"/>
                <a:gd name="T26" fmla="*/ 215 w 587"/>
                <a:gd name="T27" fmla="*/ 203 h 518"/>
                <a:gd name="T28" fmla="*/ 214 w 587"/>
                <a:gd name="T29" fmla="*/ 171 h 518"/>
                <a:gd name="T30" fmla="*/ 209 w 587"/>
                <a:gd name="T31" fmla="*/ 109 h 518"/>
                <a:gd name="T32" fmla="*/ 262 w 587"/>
                <a:gd name="T33" fmla="*/ 129 h 518"/>
                <a:gd name="T34" fmla="*/ 306 w 587"/>
                <a:gd name="T35" fmla="*/ 126 h 518"/>
                <a:gd name="T36" fmla="*/ 326 w 587"/>
                <a:gd name="T37" fmla="*/ 80 h 518"/>
                <a:gd name="T38" fmla="*/ 436 w 587"/>
                <a:gd name="T39" fmla="*/ 60 h 518"/>
                <a:gd name="T40" fmla="*/ 280 w 587"/>
                <a:gd name="T41" fmla="*/ 489 h 518"/>
                <a:gd name="T42" fmla="*/ 379 w 587"/>
                <a:gd name="T43" fmla="*/ 518 h 518"/>
                <a:gd name="T44" fmla="*/ 459 w 587"/>
                <a:gd name="T45" fmla="*/ 487 h 518"/>
                <a:gd name="T46" fmla="*/ 403 w 587"/>
                <a:gd name="T47" fmla="*/ 481 h 518"/>
                <a:gd name="T48" fmla="*/ 318 w 587"/>
                <a:gd name="T49" fmla="*/ 467 h 518"/>
                <a:gd name="T50" fmla="*/ 294 w 587"/>
                <a:gd name="T51" fmla="*/ 478 h 518"/>
                <a:gd name="T52" fmla="*/ 9 w 587"/>
                <a:gd name="T53" fmla="*/ 181 h 518"/>
                <a:gd name="T54" fmla="*/ 80 w 587"/>
                <a:gd name="T55" fmla="*/ 241 h 518"/>
                <a:gd name="T56" fmla="*/ 82 w 587"/>
                <a:gd name="T57" fmla="*/ 281 h 518"/>
                <a:gd name="T58" fmla="*/ 67 w 587"/>
                <a:gd name="T59" fmla="*/ 292 h 518"/>
                <a:gd name="T60" fmla="*/ 92 w 587"/>
                <a:gd name="T61" fmla="*/ 328 h 518"/>
                <a:gd name="T62" fmla="*/ 520 w 587"/>
                <a:gd name="T63" fmla="*/ 447 h 518"/>
                <a:gd name="T64" fmla="*/ 519 w 587"/>
                <a:gd name="T65" fmla="*/ 485 h 518"/>
                <a:gd name="T66" fmla="*/ 587 w 587"/>
                <a:gd name="T67" fmla="*/ 410 h 518"/>
                <a:gd name="T68" fmla="*/ 551 w 587"/>
                <a:gd name="T69" fmla="*/ 450 h 518"/>
                <a:gd name="T70" fmla="*/ 470 w 587"/>
                <a:gd name="T71" fmla="*/ 314 h 518"/>
                <a:gd name="T72" fmla="*/ 470 w 587"/>
                <a:gd name="T73" fmla="*/ 324 h 518"/>
                <a:gd name="T74" fmla="*/ 419 w 587"/>
                <a:gd name="T75" fmla="*/ 276 h 518"/>
                <a:gd name="T76" fmla="*/ 407 w 587"/>
                <a:gd name="T77" fmla="*/ 213 h 518"/>
                <a:gd name="T78" fmla="*/ 455 w 587"/>
                <a:gd name="T79" fmla="*/ 225 h 518"/>
                <a:gd name="T80" fmla="*/ 421 w 587"/>
                <a:gd name="T81" fmla="*/ 221 h 518"/>
                <a:gd name="T82" fmla="*/ 354 w 587"/>
                <a:gd name="T83" fmla="*/ 140 h 518"/>
                <a:gd name="T84" fmla="*/ 354 w 587"/>
                <a:gd name="T85" fmla="*/ 154 h 518"/>
                <a:gd name="T86" fmla="*/ 317 w 587"/>
                <a:gd name="T87" fmla="*/ 98 h 518"/>
                <a:gd name="T88" fmla="*/ 252 w 587"/>
                <a:gd name="T89" fmla="*/ 208 h 518"/>
                <a:gd name="T90" fmla="*/ 338 w 587"/>
                <a:gd name="T91" fmla="*/ 244 h 518"/>
                <a:gd name="T92" fmla="*/ 435 w 587"/>
                <a:gd name="T93" fmla="*/ 343 h 518"/>
                <a:gd name="T94" fmla="*/ 334 w 587"/>
                <a:gd name="T95" fmla="*/ 371 h 518"/>
                <a:gd name="T96" fmla="*/ 321 w 587"/>
                <a:gd name="T97" fmla="*/ 333 h 518"/>
                <a:gd name="T98" fmla="*/ 397 w 587"/>
                <a:gd name="T99" fmla="*/ 376 h 518"/>
                <a:gd name="T100" fmla="*/ 399 w 587"/>
                <a:gd name="T101" fmla="*/ 345 h 518"/>
                <a:gd name="T102" fmla="*/ 350 w 587"/>
                <a:gd name="T103" fmla="*/ 308 h 518"/>
                <a:gd name="T104" fmla="*/ 227 w 587"/>
                <a:gd name="T105" fmla="*/ 226 h 518"/>
                <a:gd name="T106" fmla="*/ 311 w 587"/>
                <a:gd name="T107" fmla="*/ 269 h 518"/>
                <a:gd name="T108" fmla="*/ 320 w 587"/>
                <a:gd name="T109" fmla="*/ 308 h 518"/>
                <a:gd name="T110" fmla="*/ 264 w 587"/>
                <a:gd name="T111" fmla="*/ 254 h 518"/>
                <a:gd name="T112" fmla="*/ 239 w 587"/>
                <a:gd name="T113" fmla="*/ 414 h 518"/>
                <a:gd name="T114" fmla="*/ 239 w 587"/>
                <a:gd name="T115" fmla="*/ 41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7" h="518">
                  <a:moveTo>
                    <a:pt x="441" y="0"/>
                  </a:moveTo>
                  <a:cubicBezTo>
                    <a:pt x="433" y="0"/>
                    <a:pt x="433" y="0"/>
                    <a:pt x="433" y="0"/>
                  </a:cubicBezTo>
                  <a:cubicBezTo>
                    <a:pt x="416" y="12"/>
                    <a:pt x="416" y="12"/>
                    <a:pt x="416" y="12"/>
                  </a:cubicBezTo>
                  <a:cubicBezTo>
                    <a:pt x="415" y="26"/>
                    <a:pt x="415" y="26"/>
                    <a:pt x="415" y="26"/>
                  </a:cubicBezTo>
                  <a:cubicBezTo>
                    <a:pt x="421" y="36"/>
                    <a:pt x="421" y="36"/>
                    <a:pt x="421" y="36"/>
                  </a:cubicBezTo>
                  <a:cubicBezTo>
                    <a:pt x="412" y="43"/>
                    <a:pt x="412" y="43"/>
                    <a:pt x="412" y="43"/>
                  </a:cubicBezTo>
                  <a:cubicBezTo>
                    <a:pt x="383" y="41"/>
                    <a:pt x="383" y="41"/>
                    <a:pt x="383" y="41"/>
                  </a:cubicBezTo>
                  <a:cubicBezTo>
                    <a:pt x="370" y="47"/>
                    <a:pt x="370" y="47"/>
                    <a:pt x="370" y="47"/>
                  </a:cubicBezTo>
                  <a:cubicBezTo>
                    <a:pt x="358" y="41"/>
                    <a:pt x="358" y="41"/>
                    <a:pt x="358" y="41"/>
                  </a:cubicBezTo>
                  <a:cubicBezTo>
                    <a:pt x="345" y="41"/>
                    <a:pt x="345" y="41"/>
                    <a:pt x="345" y="41"/>
                  </a:cubicBezTo>
                  <a:cubicBezTo>
                    <a:pt x="336" y="48"/>
                    <a:pt x="336" y="48"/>
                    <a:pt x="336" y="48"/>
                  </a:cubicBezTo>
                  <a:cubicBezTo>
                    <a:pt x="323" y="47"/>
                    <a:pt x="323" y="47"/>
                    <a:pt x="323" y="47"/>
                  </a:cubicBezTo>
                  <a:cubicBezTo>
                    <a:pt x="321" y="36"/>
                    <a:pt x="321" y="36"/>
                    <a:pt x="321" y="36"/>
                  </a:cubicBezTo>
                  <a:cubicBezTo>
                    <a:pt x="304" y="37"/>
                    <a:pt x="304" y="37"/>
                    <a:pt x="304" y="37"/>
                  </a:cubicBezTo>
                  <a:cubicBezTo>
                    <a:pt x="287" y="34"/>
                    <a:pt x="287" y="34"/>
                    <a:pt x="287" y="34"/>
                  </a:cubicBezTo>
                  <a:cubicBezTo>
                    <a:pt x="275" y="44"/>
                    <a:pt x="275" y="44"/>
                    <a:pt x="275" y="44"/>
                  </a:cubicBezTo>
                  <a:cubicBezTo>
                    <a:pt x="258" y="48"/>
                    <a:pt x="258" y="48"/>
                    <a:pt x="258" y="48"/>
                  </a:cubicBezTo>
                  <a:cubicBezTo>
                    <a:pt x="236" y="48"/>
                    <a:pt x="236" y="48"/>
                    <a:pt x="236" y="48"/>
                  </a:cubicBezTo>
                  <a:cubicBezTo>
                    <a:pt x="229" y="45"/>
                    <a:pt x="229" y="45"/>
                    <a:pt x="229" y="45"/>
                  </a:cubicBezTo>
                  <a:cubicBezTo>
                    <a:pt x="220" y="52"/>
                    <a:pt x="220" y="52"/>
                    <a:pt x="220" y="52"/>
                  </a:cubicBezTo>
                  <a:cubicBezTo>
                    <a:pt x="208" y="52"/>
                    <a:pt x="208" y="52"/>
                    <a:pt x="208" y="52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58" y="60"/>
                    <a:pt x="158" y="60"/>
                    <a:pt x="158" y="60"/>
                  </a:cubicBezTo>
                  <a:cubicBezTo>
                    <a:pt x="144" y="67"/>
                    <a:pt x="144" y="67"/>
                    <a:pt x="144" y="67"/>
                  </a:cubicBezTo>
                  <a:cubicBezTo>
                    <a:pt x="143" y="73"/>
                    <a:pt x="143" y="73"/>
                    <a:pt x="143" y="73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97" y="94"/>
                    <a:pt x="97" y="94"/>
                    <a:pt x="97" y="94"/>
                  </a:cubicBezTo>
                  <a:cubicBezTo>
                    <a:pt x="94" y="111"/>
                    <a:pt x="94" y="111"/>
                    <a:pt x="94" y="111"/>
                  </a:cubicBezTo>
                  <a:cubicBezTo>
                    <a:pt x="84" y="129"/>
                    <a:pt x="84" y="129"/>
                    <a:pt x="84" y="129"/>
                  </a:cubicBezTo>
                  <a:cubicBezTo>
                    <a:pt x="57" y="137"/>
                    <a:pt x="57" y="137"/>
                    <a:pt x="57" y="137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46" y="170"/>
                    <a:pt x="46" y="170"/>
                    <a:pt x="46" y="170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40" y="193"/>
                    <a:pt x="40" y="193"/>
                    <a:pt x="40" y="193"/>
                  </a:cubicBezTo>
                  <a:cubicBezTo>
                    <a:pt x="65" y="209"/>
                    <a:pt x="65" y="209"/>
                    <a:pt x="65" y="209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85" y="229"/>
                    <a:pt x="85" y="229"/>
                    <a:pt x="85" y="229"/>
                  </a:cubicBezTo>
                  <a:cubicBezTo>
                    <a:pt x="84" y="235"/>
                    <a:pt x="84" y="235"/>
                    <a:pt x="84" y="235"/>
                  </a:cubicBezTo>
                  <a:cubicBezTo>
                    <a:pt x="103" y="259"/>
                    <a:pt x="103" y="259"/>
                    <a:pt x="103" y="259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116" y="279"/>
                    <a:pt x="116" y="279"/>
                    <a:pt x="116" y="279"/>
                  </a:cubicBezTo>
                  <a:cubicBezTo>
                    <a:pt x="127" y="267"/>
                    <a:pt x="127" y="267"/>
                    <a:pt x="127" y="267"/>
                  </a:cubicBezTo>
                  <a:cubicBezTo>
                    <a:pt x="138" y="278"/>
                    <a:pt x="138" y="278"/>
                    <a:pt x="138" y="278"/>
                  </a:cubicBezTo>
                  <a:cubicBezTo>
                    <a:pt x="154" y="280"/>
                    <a:pt x="154" y="280"/>
                    <a:pt x="154" y="280"/>
                  </a:cubicBezTo>
                  <a:cubicBezTo>
                    <a:pt x="160" y="271"/>
                    <a:pt x="160" y="271"/>
                    <a:pt x="160" y="271"/>
                  </a:cubicBezTo>
                  <a:cubicBezTo>
                    <a:pt x="172" y="272"/>
                    <a:pt x="172" y="272"/>
                    <a:pt x="172" y="272"/>
                  </a:cubicBezTo>
                  <a:cubicBezTo>
                    <a:pt x="189" y="282"/>
                    <a:pt x="189" y="282"/>
                    <a:pt x="189" y="282"/>
                  </a:cubicBezTo>
                  <a:cubicBezTo>
                    <a:pt x="200" y="277"/>
                    <a:pt x="200" y="277"/>
                    <a:pt x="200" y="277"/>
                  </a:cubicBezTo>
                  <a:cubicBezTo>
                    <a:pt x="202" y="285"/>
                    <a:pt x="202" y="285"/>
                    <a:pt x="202" y="285"/>
                  </a:cubicBezTo>
                  <a:cubicBezTo>
                    <a:pt x="211" y="285"/>
                    <a:pt x="211" y="285"/>
                    <a:pt x="211" y="285"/>
                  </a:cubicBezTo>
                  <a:cubicBezTo>
                    <a:pt x="218" y="290"/>
                    <a:pt x="218" y="290"/>
                    <a:pt x="218" y="290"/>
                  </a:cubicBezTo>
                  <a:cubicBezTo>
                    <a:pt x="233" y="292"/>
                    <a:pt x="233" y="292"/>
                    <a:pt x="233" y="292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13" y="306"/>
                    <a:pt x="213" y="306"/>
                    <a:pt x="213" y="306"/>
                  </a:cubicBezTo>
                  <a:cubicBezTo>
                    <a:pt x="204" y="299"/>
                    <a:pt x="204" y="299"/>
                    <a:pt x="204" y="299"/>
                  </a:cubicBezTo>
                  <a:cubicBezTo>
                    <a:pt x="192" y="296"/>
                    <a:pt x="192" y="296"/>
                    <a:pt x="192" y="296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53" y="284"/>
                    <a:pt x="153" y="284"/>
                    <a:pt x="153" y="284"/>
                  </a:cubicBezTo>
                  <a:cubicBezTo>
                    <a:pt x="142" y="290"/>
                    <a:pt x="142" y="290"/>
                    <a:pt x="142" y="290"/>
                  </a:cubicBezTo>
                  <a:cubicBezTo>
                    <a:pt x="130" y="285"/>
                    <a:pt x="130" y="285"/>
                    <a:pt x="130" y="285"/>
                  </a:cubicBezTo>
                  <a:cubicBezTo>
                    <a:pt x="120" y="296"/>
                    <a:pt x="120" y="296"/>
                    <a:pt x="120" y="296"/>
                  </a:cubicBezTo>
                  <a:cubicBezTo>
                    <a:pt x="113" y="298"/>
                    <a:pt x="113" y="298"/>
                    <a:pt x="113" y="298"/>
                  </a:cubicBezTo>
                  <a:cubicBezTo>
                    <a:pt x="108" y="309"/>
                    <a:pt x="108" y="309"/>
                    <a:pt x="108" y="309"/>
                  </a:cubicBezTo>
                  <a:cubicBezTo>
                    <a:pt x="123" y="324"/>
                    <a:pt x="123" y="324"/>
                    <a:pt x="123" y="324"/>
                  </a:cubicBezTo>
                  <a:cubicBezTo>
                    <a:pt x="138" y="331"/>
                    <a:pt x="138" y="331"/>
                    <a:pt x="138" y="331"/>
                  </a:cubicBezTo>
                  <a:cubicBezTo>
                    <a:pt x="152" y="343"/>
                    <a:pt x="152" y="343"/>
                    <a:pt x="152" y="343"/>
                  </a:cubicBezTo>
                  <a:cubicBezTo>
                    <a:pt x="154" y="352"/>
                    <a:pt x="154" y="352"/>
                    <a:pt x="154" y="352"/>
                  </a:cubicBezTo>
                  <a:cubicBezTo>
                    <a:pt x="148" y="358"/>
                    <a:pt x="148" y="358"/>
                    <a:pt x="148" y="358"/>
                  </a:cubicBezTo>
                  <a:cubicBezTo>
                    <a:pt x="149" y="369"/>
                    <a:pt x="149" y="369"/>
                    <a:pt x="149" y="369"/>
                  </a:cubicBezTo>
                  <a:cubicBezTo>
                    <a:pt x="161" y="384"/>
                    <a:pt x="161" y="384"/>
                    <a:pt x="161" y="384"/>
                  </a:cubicBezTo>
                  <a:cubicBezTo>
                    <a:pt x="169" y="392"/>
                    <a:pt x="169" y="392"/>
                    <a:pt x="169" y="392"/>
                  </a:cubicBezTo>
                  <a:cubicBezTo>
                    <a:pt x="173" y="384"/>
                    <a:pt x="173" y="384"/>
                    <a:pt x="173" y="384"/>
                  </a:cubicBezTo>
                  <a:cubicBezTo>
                    <a:pt x="170" y="378"/>
                    <a:pt x="170" y="378"/>
                    <a:pt x="170" y="378"/>
                  </a:cubicBezTo>
                  <a:cubicBezTo>
                    <a:pt x="175" y="368"/>
                    <a:pt x="175" y="368"/>
                    <a:pt x="175" y="368"/>
                  </a:cubicBezTo>
                  <a:cubicBezTo>
                    <a:pt x="180" y="381"/>
                    <a:pt x="180" y="381"/>
                    <a:pt x="180" y="381"/>
                  </a:cubicBezTo>
                  <a:cubicBezTo>
                    <a:pt x="198" y="388"/>
                    <a:pt x="198" y="388"/>
                    <a:pt x="198" y="388"/>
                  </a:cubicBezTo>
                  <a:cubicBezTo>
                    <a:pt x="202" y="397"/>
                    <a:pt x="202" y="397"/>
                    <a:pt x="202" y="39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207" y="416"/>
                    <a:pt x="207" y="416"/>
                    <a:pt x="207" y="416"/>
                  </a:cubicBezTo>
                  <a:cubicBezTo>
                    <a:pt x="207" y="398"/>
                    <a:pt x="207" y="398"/>
                    <a:pt x="207" y="398"/>
                  </a:cubicBezTo>
                  <a:cubicBezTo>
                    <a:pt x="214" y="384"/>
                    <a:pt x="214" y="384"/>
                    <a:pt x="214" y="384"/>
                  </a:cubicBezTo>
                  <a:cubicBezTo>
                    <a:pt x="225" y="384"/>
                    <a:pt x="225" y="384"/>
                    <a:pt x="225" y="384"/>
                  </a:cubicBezTo>
                  <a:cubicBezTo>
                    <a:pt x="230" y="396"/>
                    <a:pt x="230" y="396"/>
                    <a:pt x="230" y="396"/>
                  </a:cubicBezTo>
                  <a:cubicBezTo>
                    <a:pt x="250" y="408"/>
                    <a:pt x="250" y="408"/>
                    <a:pt x="250" y="408"/>
                  </a:cubicBezTo>
                  <a:cubicBezTo>
                    <a:pt x="242" y="395"/>
                    <a:pt x="242" y="395"/>
                    <a:pt x="242" y="395"/>
                  </a:cubicBezTo>
                  <a:cubicBezTo>
                    <a:pt x="244" y="387"/>
                    <a:pt x="244" y="387"/>
                    <a:pt x="244" y="387"/>
                  </a:cubicBezTo>
                  <a:cubicBezTo>
                    <a:pt x="237" y="375"/>
                    <a:pt x="237" y="375"/>
                    <a:pt x="237" y="375"/>
                  </a:cubicBezTo>
                  <a:cubicBezTo>
                    <a:pt x="227" y="354"/>
                    <a:pt x="227" y="354"/>
                    <a:pt x="227" y="354"/>
                  </a:cubicBezTo>
                  <a:cubicBezTo>
                    <a:pt x="219" y="343"/>
                    <a:pt x="219" y="343"/>
                    <a:pt x="219" y="343"/>
                  </a:cubicBezTo>
                  <a:cubicBezTo>
                    <a:pt x="220" y="338"/>
                    <a:pt x="220" y="338"/>
                    <a:pt x="220" y="338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43" y="344"/>
                    <a:pt x="243" y="344"/>
                    <a:pt x="243" y="344"/>
                  </a:cubicBezTo>
                  <a:cubicBezTo>
                    <a:pt x="238" y="349"/>
                    <a:pt x="238" y="349"/>
                    <a:pt x="238" y="349"/>
                  </a:cubicBezTo>
                  <a:cubicBezTo>
                    <a:pt x="243" y="354"/>
                    <a:pt x="243" y="354"/>
                    <a:pt x="243" y="354"/>
                  </a:cubicBezTo>
                  <a:cubicBezTo>
                    <a:pt x="251" y="347"/>
                    <a:pt x="251" y="347"/>
                    <a:pt x="251" y="347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47"/>
                    <a:pt x="266" y="347"/>
                    <a:pt x="266" y="347"/>
                  </a:cubicBezTo>
                  <a:cubicBezTo>
                    <a:pt x="260" y="342"/>
                    <a:pt x="260" y="342"/>
                    <a:pt x="260" y="342"/>
                  </a:cubicBezTo>
                  <a:cubicBezTo>
                    <a:pt x="259" y="337"/>
                    <a:pt x="259" y="337"/>
                    <a:pt x="259" y="337"/>
                  </a:cubicBezTo>
                  <a:cubicBezTo>
                    <a:pt x="254" y="336"/>
                    <a:pt x="254" y="336"/>
                    <a:pt x="254" y="336"/>
                  </a:cubicBezTo>
                  <a:cubicBezTo>
                    <a:pt x="242" y="329"/>
                    <a:pt x="242" y="329"/>
                    <a:pt x="242" y="329"/>
                  </a:cubicBezTo>
                  <a:cubicBezTo>
                    <a:pt x="243" y="323"/>
                    <a:pt x="243" y="323"/>
                    <a:pt x="243" y="323"/>
                  </a:cubicBezTo>
                  <a:cubicBezTo>
                    <a:pt x="230" y="314"/>
                    <a:pt x="230" y="314"/>
                    <a:pt x="230" y="314"/>
                  </a:cubicBezTo>
                  <a:cubicBezTo>
                    <a:pt x="243" y="309"/>
                    <a:pt x="243" y="309"/>
                    <a:pt x="243" y="309"/>
                  </a:cubicBezTo>
                  <a:cubicBezTo>
                    <a:pt x="255" y="309"/>
                    <a:pt x="255" y="309"/>
                    <a:pt x="255" y="309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80" y="315"/>
                    <a:pt x="280" y="315"/>
                    <a:pt x="280" y="315"/>
                  </a:cubicBezTo>
                  <a:cubicBezTo>
                    <a:pt x="282" y="320"/>
                    <a:pt x="282" y="320"/>
                    <a:pt x="282" y="320"/>
                  </a:cubicBezTo>
                  <a:cubicBezTo>
                    <a:pt x="295" y="322"/>
                    <a:pt x="295" y="322"/>
                    <a:pt x="295" y="322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87" y="300"/>
                    <a:pt x="287" y="300"/>
                    <a:pt x="287" y="300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55" y="260"/>
                    <a:pt x="255" y="260"/>
                    <a:pt x="255" y="260"/>
                  </a:cubicBezTo>
                  <a:cubicBezTo>
                    <a:pt x="245" y="258"/>
                    <a:pt x="245" y="258"/>
                    <a:pt x="245" y="258"/>
                  </a:cubicBezTo>
                  <a:cubicBezTo>
                    <a:pt x="240" y="251"/>
                    <a:pt x="240" y="251"/>
                    <a:pt x="240" y="251"/>
                  </a:cubicBezTo>
                  <a:cubicBezTo>
                    <a:pt x="232" y="251"/>
                    <a:pt x="232" y="251"/>
                    <a:pt x="232" y="251"/>
                  </a:cubicBezTo>
                  <a:cubicBezTo>
                    <a:pt x="226" y="245"/>
                    <a:pt x="226" y="245"/>
                    <a:pt x="226" y="245"/>
                  </a:cubicBezTo>
                  <a:cubicBezTo>
                    <a:pt x="213" y="243"/>
                    <a:pt x="213" y="243"/>
                    <a:pt x="213" y="243"/>
                  </a:cubicBezTo>
                  <a:cubicBezTo>
                    <a:pt x="199" y="232"/>
                    <a:pt x="199" y="232"/>
                    <a:pt x="199" y="232"/>
                  </a:cubicBezTo>
                  <a:cubicBezTo>
                    <a:pt x="214" y="231"/>
                    <a:pt x="214" y="231"/>
                    <a:pt x="214" y="231"/>
                  </a:cubicBezTo>
                  <a:cubicBezTo>
                    <a:pt x="222" y="222"/>
                    <a:pt x="222" y="222"/>
                    <a:pt x="222" y="222"/>
                  </a:cubicBezTo>
                  <a:cubicBezTo>
                    <a:pt x="221" y="215"/>
                    <a:pt x="221" y="215"/>
                    <a:pt x="221" y="215"/>
                  </a:cubicBezTo>
                  <a:cubicBezTo>
                    <a:pt x="208" y="212"/>
                    <a:pt x="208" y="212"/>
                    <a:pt x="208" y="212"/>
                  </a:cubicBezTo>
                  <a:cubicBezTo>
                    <a:pt x="215" y="203"/>
                    <a:pt x="215" y="203"/>
                    <a:pt x="215" y="203"/>
                  </a:cubicBezTo>
                  <a:cubicBezTo>
                    <a:pt x="215" y="196"/>
                    <a:pt x="215" y="196"/>
                    <a:pt x="215" y="196"/>
                  </a:cubicBezTo>
                  <a:cubicBezTo>
                    <a:pt x="225" y="200"/>
                    <a:pt x="225" y="200"/>
                    <a:pt x="225" y="200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0" y="213"/>
                    <a:pt x="230" y="213"/>
                    <a:pt x="230" y="213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8" y="218"/>
                    <a:pt x="238" y="218"/>
                    <a:pt x="238" y="218"/>
                  </a:cubicBezTo>
                  <a:cubicBezTo>
                    <a:pt x="243" y="203"/>
                    <a:pt x="243" y="203"/>
                    <a:pt x="243" y="203"/>
                  </a:cubicBezTo>
                  <a:cubicBezTo>
                    <a:pt x="234" y="194"/>
                    <a:pt x="234" y="194"/>
                    <a:pt x="234" y="194"/>
                  </a:cubicBezTo>
                  <a:cubicBezTo>
                    <a:pt x="214" y="171"/>
                    <a:pt x="214" y="171"/>
                    <a:pt x="214" y="171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187" y="144"/>
                    <a:pt x="187" y="144"/>
                    <a:pt x="187" y="144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9" y="101"/>
                    <a:pt x="199" y="101"/>
                    <a:pt x="199" y="101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7" y="109"/>
                    <a:pt x="217" y="109"/>
                    <a:pt x="217" y="109"/>
                  </a:cubicBezTo>
                  <a:cubicBezTo>
                    <a:pt x="209" y="109"/>
                    <a:pt x="209" y="109"/>
                    <a:pt x="209" y="109"/>
                  </a:cubicBezTo>
                  <a:cubicBezTo>
                    <a:pt x="211" y="116"/>
                    <a:pt x="211" y="116"/>
                    <a:pt x="211" y="116"/>
                  </a:cubicBezTo>
                  <a:cubicBezTo>
                    <a:pt x="232" y="125"/>
                    <a:pt x="232" y="125"/>
                    <a:pt x="232" y="125"/>
                  </a:cubicBezTo>
                  <a:cubicBezTo>
                    <a:pt x="234" y="140"/>
                    <a:pt x="234" y="140"/>
                    <a:pt x="234" y="140"/>
                  </a:cubicBezTo>
                  <a:cubicBezTo>
                    <a:pt x="247" y="150"/>
                    <a:pt x="247" y="150"/>
                    <a:pt x="247" y="150"/>
                  </a:cubicBezTo>
                  <a:cubicBezTo>
                    <a:pt x="262" y="149"/>
                    <a:pt x="262" y="149"/>
                    <a:pt x="262" y="149"/>
                  </a:cubicBezTo>
                  <a:cubicBezTo>
                    <a:pt x="252" y="143"/>
                    <a:pt x="252" y="143"/>
                    <a:pt x="252" y="143"/>
                  </a:cubicBezTo>
                  <a:cubicBezTo>
                    <a:pt x="246" y="133"/>
                    <a:pt x="246" y="133"/>
                    <a:pt x="246" y="133"/>
                  </a:cubicBezTo>
                  <a:cubicBezTo>
                    <a:pt x="248" y="125"/>
                    <a:pt x="248" y="125"/>
                    <a:pt x="248" y="125"/>
                  </a:cubicBezTo>
                  <a:cubicBezTo>
                    <a:pt x="262" y="129"/>
                    <a:pt x="262" y="129"/>
                    <a:pt x="262" y="129"/>
                  </a:cubicBezTo>
                  <a:cubicBezTo>
                    <a:pt x="273" y="143"/>
                    <a:pt x="273" y="143"/>
                    <a:pt x="273" y="143"/>
                  </a:cubicBezTo>
                  <a:cubicBezTo>
                    <a:pt x="282" y="146"/>
                    <a:pt x="282" y="146"/>
                    <a:pt x="282" y="146"/>
                  </a:cubicBezTo>
                  <a:cubicBezTo>
                    <a:pt x="287" y="138"/>
                    <a:pt x="287" y="138"/>
                    <a:pt x="287" y="138"/>
                  </a:cubicBezTo>
                  <a:cubicBezTo>
                    <a:pt x="277" y="131"/>
                    <a:pt x="277" y="131"/>
                    <a:pt x="277" y="131"/>
                  </a:cubicBezTo>
                  <a:cubicBezTo>
                    <a:pt x="267" y="128"/>
                    <a:pt x="267" y="128"/>
                    <a:pt x="267" y="128"/>
                  </a:cubicBezTo>
                  <a:cubicBezTo>
                    <a:pt x="268" y="121"/>
                    <a:pt x="268" y="121"/>
                    <a:pt x="268" y="121"/>
                  </a:cubicBezTo>
                  <a:cubicBezTo>
                    <a:pt x="293" y="122"/>
                    <a:pt x="293" y="122"/>
                    <a:pt x="293" y="122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6" y="126"/>
                    <a:pt x="306" y="126"/>
                    <a:pt x="306" y="126"/>
                  </a:cubicBezTo>
                  <a:cubicBezTo>
                    <a:pt x="292" y="114"/>
                    <a:pt x="292" y="114"/>
                    <a:pt x="292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65" y="99"/>
                    <a:pt x="265" y="99"/>
                    <a:pt x="265" y="99"/>
                  </a:cubicBezTo>
                  <a:cubicBezTo>
                    <a:pt x="272" y="91"/>
                    <a:pt x="272" y="91"/>
                    <a:pt x="272" y="91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6" y="89"/>
                    <a:pt x="296" y="89"/>
                    <a:pt x="296" y="89"/>
                  </a:cubicBezTo>
                  <a:cubicBezTo>
                    <a:pt x="301" y="73"/>
                    <a:pt x="301" y="73"/>
                    <a:pt x="301" y="73"/>
                  </a:cubicBezTo>
                  <a:cubicBezTo>
                    <a:pt x="311" y="70"/>
                    <a:pt x="311" y="70"/>
                    <a:pt x="311" y="7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37" y="81"/>
                    <a:pt x="337" y="81"/>
                    <a:pt x="337" y="81"/>
                  </a:cubicBezTo>
                  <a:cubicBezTo>
                    <a:pt x="350" y="69"/>
                    <a:pt x="350" y="69"/>
                    <a:pt x="350" y="69"/>
                  </a:cubicBezTo>
                  <a:cubicBezTo>
                    <a:pt x="350" y="63"/>
                    <a:pt x="350" y="63"/>
                    <a:pt x="350" y="63"/>
                  </a:cubicBezTo>
                  <a:cubicBezTo>
                    <a:pt x="356" y="63"/>
                    <a:pt x="356" y="63"/>
                    <a:pt x="356" y="63"/>
                  </a:cubicBezTo>
                  <a:cubicBezTo>
                    <a:pt x="365" y="73"/>
                    <a:pt x="365" y="73"/>
                    <a:pt x="365" y="73"/>
                  </a:cubicBezTo>
                  <a:cubicBezTo>
                    <a:pt x="393" y="73"/>
                    <a:pt x="393" y="73"/>
                    <a:pt x="393" y="73"/>
                  </a:cubicBezTo>
                  <a:cubicBezTo>
                    <a:pt x="413" y="78"/>
                    <a:pt x="413" y="78"/>
                    <a:pt x="413" y="78"/>
                  </a:cubicBezTo>
                  <a:cubicBezTo>
                    <a:pt x="428" y="75"/>
                    <a:pt x="428" y="75"/>
                    <a:pt x="428" y="75"/>
                  </a:cubicBezTo>
                  <a:cubicBezTo>
                    <a:pt x="436" y="60"/>
                    <a:pt x="436" y="60"/>
                    <a:pt x="436" y="60"/>
                  </a:cubicBezTo>
                  <a:cubicBezTo>
                    <a:pt x="433" y="47"/>
                    <a:pt x="433" y="47"/>
                    <a:pt x="433" y="47"/>
                  </a:cubicBezTo>
                  <a:cubicBezTo>
                    <a:pt x="451" y="37"/>
                    <a:pt x="451" y="37"/>
                    <a:pt x="451" y="37"/>
                  </a:cubicBezTo>
                  <a:cubicBezTo>
                    <a:pt x="452" y="22"/>
                    <a:pt x="452" y="22"/>
                    <a:pt x="452" y="22"/>
                  </a:cubicBezTo>
                  <a:cubicBezTo>
                    <a:pt x="438" y="17"/>
                    <a:pt x="438" y="17"/>
                    <a:pt x="438" y="17"/>
                  </a:cubicBezTo>
                  <a:cubicBezTo>
                    <a:pt x="441" y="0"/>
                    <a:pt x="441" y="0"/>
                    <a:pt x="441" y="0"/>
                  </a:cubicBezTo>
                  <a:close/>
                  <a:moveTo>
                    <a:pt x="289" y="480"/>
                  </a:moveTo>
                  <a:cubicBezTo>
                    <a:pt x="285" y="472"/>
                    <a:pt x="285" y="472"/>
                    <a:pt x="285" y="472"/>
                  </a:cubicBezTo>
                  <a:cubicBezTo>
                    <a:pt x="284" y="481"/>
                    <a:pt x="284" y="481"/>
                    <a:pt x="284" y="481"/>
                  </a:cubicBezTo>
                  <a:cubicBezTo>
                    <a:pt x="280" y="489"/>
                    <a:pt x="280" y="489"/>
                    <a:pt x="280" y="489"/>
                  </a:cubicBezTo>
                  <a:cubicBezTo>
                    <a:pt x="281" y="498"/>
                    <a:pt x="281" y="498"/>
                    <a:pt x="281" y="498"/>
                  </a:cubicBezTo>
                  <a:cubicBezTo>
                    <a:pt x="291" y="502"/>
                    <a:pt x="291" y="502"/>
                    <a:pt x="291" y="502"/>
                  </a:cubicBezTo>
                  <a:cubicBezTo>
                    <a:pt x="314" y="499"/>
                    <a:pt x="314" y="499"/>
                    <a:pt x="314" y="499"/>
                  </a:cubicBezTo>
                  <a:cubicBezTo>
                    <a:pt x="323" y="502"/>
                    <a:pt x="323" y="502"/>
                    <a:pt x="323" y="502"/>
                  </a:cubicBezTo>
                  <a:cubicBezTo>
                    <a:pt x="332" y="499"/>
                    <a:pt x="332" y="499"/>
                    <a:pt x="332" y="499"/>
                  </a:cubicBezTo>
                  <a:cubicBezTo>
                    <a:pt x="345" y="502"/>
                    <a:pt x="345" y="502"/>
                    <a:pt x="345" y="502"/>
                  </a:cubicBezTo>
                  <a:cubicBezTo>
                    <a:pt x="360" y="510"/>
                    <a:pt x="360" y="510"/>
                    <a:pt x="360" y="510"/>
                  </a:cubicBezTo>
                  <a:cubicBezTo>
                    <a:pt x="362" y="518"/>
                    <a:pt x="362" y="518"/>
                    <a:pt x="362" y="518"/>
                  </a:cubicBezTo>
                  <a:cubicBezTo>
                    <a:pt x="379" y="518"/>
                    <a:pt x="379" y="518"/>
                    <a:pt x="379" y="518"/>
                  </a:cubicBezTo>
                  <a:cubicBezTo>
                    <a:pt x="393" y="510"/>
                    <a:pt x="393" y="510"/>
                    <a:pt x="393" y="510"/>
                  </a:cubicBezTo>
                  <a:cubicBezTo>
                    <a:pt x="408" y="511"/>
                    <a:pt x="408" y="511"/>
                    <a:pt x="408" y="511"/>
                  </a:cubicBezTo>
                  <a:cubicBezTo>
                    <a:pt x="433" y="510"/>
                    <a:pt x="433" y="510"/>
                    <a:pt x="433" y="510"/>
                  </a:cubicBezTo>
                  <a:cubicBezTo>
                    <a:pt x="450" y="511"/>
                    <a:pt x="450" y="511"/>
                    <a:pt x="450" y="511"/>
                  </a:cubicBezTo>
                  <a:cubicBezTo>
                    <a:pt x="460" y="505"/>
                    <a:pt x="460" y="505"/>
                    <a:pt x="460" y="505"/>
                  </a:cubicBezTo>
                  <a:cubicBezTo>
                    <a:pt x="464" y="496"/>
                    <a:pt x="464" y="496"/>
                    <a:pt x="464" y="496"/>
                  </a:cubicBezTo>
                  <a:cubicBezTo>
                    <a:pt x="462" y="488"/>
                    <a:pt x="462" y="488"/>
                    <a:pt x="462" y="488"/>
                  </a:cubicBezTo>
                  <a:cubicBezTo>
                    <a:pt x="462" y="482"/>
                    <a:pt x="462" y="482"/>
                    <a:pt x="462" y="482"/>
                  </a:cubicBezTo>
                  <a:cubicBezTo>
                    <a:pt x="459" y="487"/>
                    <a:pt x="459" y="487"/>
                    <a:pt x="459" y="487"/>
                  </a:cubicBezTo>
                  <a:cubicBezTo>
                    <a:pt x="458" y="494"/>
                    <a:pt x="458" y="494"/>
                    <a:pt x="458" y="494"/>
                  </a:cubicBezTo>
                  <a:cubicBezTo>
                    <a:pt x="450" y="500"/>
                    <a:pt x="450" y="500"/>
                    <a:pt x="450" y="500"/>
                  </a:cubicBezTo>
                  <a:cubicBezTo>
                    <a:pt x="444" y="495"/>
                    <a:pt x="444" y="495"/>
                    <a:pt x="444" y="495"/>
                  </a:cubicBezTo>
                  <a:cubicBezTo>
                    <a:pt x="437" y="498"/>
                    <a:pt x="437" y="498"/>
                    <a:pt x="437" y="498"/>
                  </a:cubicBezTo>
                  <a:cubicBezTo>
                    <a:pt x="430" y="497"/>
                    <a:pt x="430" y="497"/>
                    <a:pt x="430" y="497"/>
                  </a:cubicBezTo>
                  <a:cubicBezTo>
                    <a:pt x="431" y="491"/>
                    <a:pt x="431" y="491"/>
                    <a:pt x="431" y="491"/>
                  </a:cubicBezTo>
                  <a:cubicBezTo>
                    <a:pt x="428" y="483"/>
                    <a:pt x="428" y="483"/>
                    <a:pt x="428" y="483"/>
                  </a:cubicBezTo>
                  <a:cubicBezTo>
                    <a:pt x="421" y="483"/>
                    <a:pt x="421" y="483"/>
                    <a:pt x="421" y="483"/>
                  </a:cubicBezTo>
                  <a:cubicBezTo>
                    <a:pt x="403" y="481"/>
                    <a:pt x="403" y="481"/>
                    <a:pt x="403" y="481"/>
                  </a:cubicBezTo>
                  <a:cubicBezTo>
                    <a:pt x="388" y="475"/>
                    <a:pt x="388" y="475"/>
                    <a:pt x="388" y="475"/>
                  </a:cubicBezTo>
                  <a:cubicBezTo>
                    <a:pt x="369" y="476"/>
                    <a:pt x="369" y="476"/>
                    <a:pt x="369" y="476"/>
                  </a:cubicBezTo>
                  <a:cubicBezTo>
                    <a:pt x="353" y="485"/>
                    <a:pt x="353" y="485"/>
                    <a:pt x="353" y="485"/>
                  </a:cubicBezTo>
                  <a:cubicBezTo>
                    <a:pt x="341" y="488"/>
                    <a:pt x="341" y="488"/>
                    <a:pt x="341" y="488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26" y="478"/>
                    <a:pt x="326" y="478"/>
                    <a:pt x="326" y="478"/>
                  </a:cubicBezTo>
                  <a:cubicBezTo>
                    <a:pt x="318" y="479"/>
                    <a:pt x="318" y="479"/>
                    <a:pt x="318" y="479"/>
                  </a:cubicBezTo>
                  <a:cubicBezTo>
                    <a:pt x="323" y="474"/>
                    <a:pt x="323" y="474"/>
                    <a:pt x="323" y="474"/>
                  </a:cubicBezTo>
                  <a:cubicBezTo>
                    <a:pt x="318" y="467"/>
                    <a:pt x="318" y="467"/>
                    <a:pt x="318" y="467"/>
                  </a:cubicBezTo>
                  <a:cubicBezTo>
                    <a:pt x="308" y="468"/>
                    <a:pt x="308" y="468"/>
                    <a:pt x="308" y="468"/>
                  </a:cubicBezTo>
                  <a:cubicBezTo>
                    <a:pt x="310" y="472"/>
                    <a:pt x="310" y="472"/>
                    <a:pt x="310" y="472"/>
                  </a:cubicBezTo>
                  <a:cubicBezTo>
                    <a:pt x="313" y="473"/>
                    <a:pt x="313" y="473"/>
                    <a:pt x="313" y="473"/>
                  </a:cubicBezTo>
                  <a:cubicBezTo>
                    <a:pt x="309" y="476"/>
                    <a:pt x="309" y="476"/>
                    <a:pt x="309" y="476"/>
                  </a:cubicBezTo>
                  <a:cubicBezTo>
                    <a:pt x="299" y="477"/>
                    <a:pt x="299" y="477"/>
                    <a:pt x="299" y="477"/>
                  </a:cubicBezTo>
                  <a:cubicBezTo>
                    <a:pt x="297" y="468"/>
                    <a:pt x="297" y="468"/>
                    <a:pt x="297" y="468"/>
                  </a:cubicBezTo>
                  <a:cubicBezTo>
                    <a:pt x="294" y="467"/>
                    <a:pt x="294" y="467"/>
                    <a:pt x="294" y="467"/>
                  </a:cubicBezTo>
                  <a:cubicBezTo>
                    <a:pt x="293" y="472"/>
                    <a:pt x="293" y="472"/>
                    <a:pt x="293" y="472"/>
                  </a:cubicBezTo>
                  <a:cubicBezTo>
                    <a:pt x="294" y="478"/>
                    <a:pt x="294" y="478"/>
                    <a:pt x="294" y="478"/>
                  </a:cubicBezTo>
                  <a:cubicBezTo>
                    <a:pt x="289" y="480"/>
                    <a:pt x="289" y="480"/>
                    <a:pt x="289" y="480"/>
                  </a:cubicBezTo>
                  <a:close/>
                  <a:moveTo>
                    <a:pt x="18" y="168"/>
                  </a:moveTo>
                  <a:cubicBezTo>
                    <a:pt x="17" y="180"/>
                    <a:pt x="17" y="180"/>
                    <a:pt x="17" y="180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5" y="195"/>
                    <a:pt x="35" y="195"/>
                    <a:pt x="35" y="195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21" y="193"/>
                    <a:pt x="21" y="193"/>
                    <a:pt x="21" y="193"/>
                  </a:cubicBezTo>
                  <a:cubicBezTo>
                    <a:pt x="9" y="181"/>
                    <a:pt x="9" y="181"/>
                    <a:pt x="9" y="181"/>
                  </a:cubicBezTo>
                  <a:cubicBezTo>
                    <a:pt x="8" y="177"/>
                    <a:pt x="8" y="177"/>
                    <a:pt x="8" y="177"/>
                  </a:cubicBezTo>
                  <a:cubicBezTo>
                    <a:pt x="1" y="175"/>
                    <a:pt x="1" y="175"/>
                    <a:pt x="1" y="175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8" y="168"/>
                    <a:pt x="18" y="168"/>
                    <a:pt x="18" y="168"/>
                  </a:cubicBezTo>
                  <a:close/>
                  <a:moveTo>
                    <a:pt x="71" y="256"/>
                  </a:moveTo>
                  <a:cubicBezTo>
                    <a:pt x="70" y="252"/>
                    <a:pt x="70" y="252"/>
                    <a:pt x="70" y="25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0" y="241"/>
                    <a:pt x="80" y="241"/>
                    <a:pt x="80" y="241"/>
                  </a:cubicBezTo>
                  <a:cubicBezTo>
                    <a:pt x="82" y="251"/>
                    <a:pt x="82" y="251"/>
                    <a:pt x="82" y="251"/>
                  </a:cubicBezTo>
                  <a:cubicBezTo>
                    <a:pt x="78" y="256"/>
                    <a:pt x="78" y="256"/>
                    <a:pt x="78" y="256"/>
                  </a:cubicBezTo>
                  <a:cubicBezTo>
                    <a:pt x="74" y="257"/>
                    <a:pt x="74" y="257"/>
                    <a:pt x="74" y="257"/>
                  </a:cubicBezTo>
                  <a:cubicBezTo>
                    <a:pt x="71" y="256"/>
                    <a:pt x="71" y="256"/>
                    <a:pt x="71" y="256"/>
                  </a:cubicBezTo>
                  <a:close/>
                  <a:moveTo>
                    <a:pt x="71" y="276"/>
                  </a:moveTo>
                  <a:cubicBezTo>
                    <a:pt x="72" y="261"/>
                    <a:pt x="72" y="261"/>
                    <a:pt x="72" y="261"/>
                  </a:cubicBezTo>
                  <a:cubicBezTo>
                    <a:pt x="79" y="267"/>
                    <a:pt x="79" y="267"/>
                    <a:pt x="79" y="267"/>
                  </a:cubicBezTo>
                  <a:cubicBezTo>
                    <a:pt x="83" y="276"/>
                    <a:pt x="83" y="276"/>
                    <a:pt x="83" y="276"/>
                  </a:cubicBezTo>
                  <a:cubicBezTo>
                    <a:pt x="82" y="281"/>
                    <a:pt x="82" y="281"/>
                    <a:pt x="82" y="281"/>
                  </a:cubicBezTo>
                  <a:cubicBezTo>
                    <a:pt x="88" y="286"/>
                    <a:pt x="88" y="286"/>
                    <a:pt x="88" y="286"/>
                  </a:cubicBezTo>
                  <a:cubicBezTo>
                    <a:pt x="89" y="292"/>
                    <a:pt x="89" y="292"/>
                    <a:pt x="89" y="292"/>
                  </a:cubicBezTo>
                  <a:cubicBezTo>
                    <a:pt x="92" y="295"/>
                    <a:pt x="92" y="295"/>
                    <a:pt x="92" y="295"/>
                  </a:cubicBezTo>
                  <a:cubicBezTo>
                    <a:pt x="88" y="301"/>
                    <a:pt x="88" y="301"/>
                    <a:pt x="88" y="301"/>
                  </a:cubicBezTo>
                  <a:cubicBezTo>
                    <a:pt x="80" y="297"/>
                    <a:pt x="80" y="297"/>
                    <a:pt x="80" y="297"/>
                  </a:cubicBezTo>
                  <a:cubicBezTo>
                    <a:pt x="71" y="296"/>
                    <a:pt x="71" y="296"/>
                    <a:pt x="71" y="296"/>
                  </a:cubicBezTo>
                  <a:cubicBezTo>
                    <a:pt x="71" y="289"/>
                    <a:pt x="71" y="289"/>
                    <a:pt x="71" y="289"/>
                  </a:cubicBezTo>
                  <a:cubicBezTo>
                    <a:pt x="67" y="286"/>
                    <a:pt x="67" y="286"/>
                    <a:pt x="67" y="286"/>
                  </a:cubicBezTo>
                  <a:cubicBezTo>
                    <a:pt x="67" y="292"/>
                    <a:pt x="67" y="292"/>
                    <a:pt x="67" y="292"/>
                  </a:cubicBezTo>
                  <a:cubicBezTo>
                    <a:pt x="64" y="296"/>
                    <a:pt x="64" y="296"/>
                    <a:pt x="64" y="296"/>
                  </a:cubicBezTo>
                  <a:cubicBezTo>
                    <a:pt x="58" y="290"/>
                    <a:pt x="58" y="290"/>
                    <a:pt x="58" y="290"/>
                  </a:cubicBezTo>
                  <a:cubicBezTo>
                    <a:pt x="58" y="277"/>
                    <a:pt x="58" y="277"/>
                    <a:pt x="58" y="277"/>
                  </a:cubicBezTo>
                  <a:cubicBezTo>
                    <a:pt x="66" y="275"/>
                    <a:pt x="66" y="275"/>
                    <a:pt x="66" y="275"/>
                  </a:cubicBezTo>
                  <a:cubicBezTo>
                    <a:pt x="71" y="276"/>
                    <a:pt x="71" y="276"/>
                    <a:pt x="71" y="276"/>
                  </a:cubicBezTo>
                  <a:close/>
                  <a:moveTo>
                    <a:pt x="96" y="320"/>
                  </a:moveTo>
                  <a:cubicBezTo>
                    <a:pt x="102" y="325"/>
                    <a:pt x="102" y="325"/>
                    <a:pt x="102" y="325"/>
                  </a:cubicBezTo>
                  <a:cubicBezTo>
                    <a:pt x="93" y="324"/>
                    <a:pt x="93" y="324"/>
                    <a:pt x="93" y="324"/>
                  </a:cubicBezTo>
                  <a:cubicBezTo>
                    <a:pt x="92" y="328"/>
                    <a:pt x="92" y="328"/>
                    <a:pt x="92" y="328"/>
                  </a:cubicBezTo>
                  <a:cubicBezTo>
                    <a:pt x="84" y="326"/>
                    <a:pt x="84" y="326"/>
                    <a:pt x="84" y="326"/>
                  </a:cubicBezTo>
                  <a:cubicBezTo>
                    <a:pt x="75" y="318"/>
                    <a:pt x="75" y="318"/>
                    <a:pt x="75" y="318"/>
                  </a:cubicBezTo>
                  <a:cubicBezTo>
                    <a:pt x="77" y="311"/>
                    <a:pt x="77" y="311"/>
                    <a:pt x="77" y="311"/>
                  </a:cubicBezTo>
                  <a:cubicBezTo>
                    <a:pt x="82" y="309"/>
                    <a:pt x="82" y="309"/>
                    <a:pt x="82" y="309"/>
                  </a:cubicBezTo>
                  <a:cubicBezTo>
                    <a:pt x="90" y="312"/>
                    <a:pt x="90" y="312"/>
                    <a:pt x="90" y="312"/>
                  </a:cubicBezTo>
                  <a:cubicBezTo>
                    <a:pt x="96" y="320"/>
                    <a:pt x="96" y="320"/>
                    <a:pt x="96" y="320"/>
                  </a:cubicBezTo>
                  <a:close/>
                  <a:moveTo>
                    <a:pt x="518" y="455"/>
                  </a:moveTo>
                  <a:cubicBezTo>
                    <a:pt x="516" y="453"/>
                    <a:pt x="516" y="453"/>
                    <a:pt x="516" y="453"/>
                  </a:cubicBezTo>
                  <a:cubicBezTo>
                    <a:pt x="520" y="447"/>
                    <a:pt x="520" y="447"/>
                    <a:pt x="520" y="447"/>
                  </a:cubicBezTo>
                  <a:cubicBezTo>
                    <a:pt x="520" y="453"/>
                    <a:pt x="520" y="453"/>
                    <a:pt x="520" y="453"/>
                  </a:cubicBezTo>
                  <a:cubicBezTo>
                    <a:pt x="518" y="455"/>
                    <a:pt x="518" y="455"/>
                    <a:pt x="518" y="455"/>
                  </a:cubicBezTo>
                  <a:close/>
                  <a:moveTo>
                    <a:pt x="515" y="487"/>
                  </a:moveTo>
                  <a:cubicBezTo>
                    <a:pt x="513" y="474"/>
                    <a:pt x="513" y="474"/>
                    <a:pt x="513" y="474"/>
                  </a:cubicBezTo>
                  <a:cubicBezTo>
                    <a:pt x="509" y="467"/>
                    <a:pt x="509" y="467"/>
                    <a:pt x="509" y="467"/>
                  </a:cubicBezTo>
                  <a:cubicBezTo>
                    <a:pt x="516" y="459"/>
                    <a:pt x="516" y="459"/>
                    <a:pt x="516" y="459"/>
                  </a:cubicBezTo>
                  <a:cubicBezTo>
                    <a:pt x="518" y="466"/>
                    <a:pt x="518" y="466"/>
                    <a:pt x="518" y="466"/>
                  </a:cubicBezTo>
                  <a:cubicBezTo>
                    <a:pt x="524" y="474"/>
                    <a:pt x="524" y="474"/>
                    <a:pt x="524" y="474"/>
                  </a:cubicBezTo>
                  <a:cubicBezTo>
                    <a:pt x="519" y="485"/>
                    <a:pt x="519" y="485"/>
                    <a:pt x="519" y="485"/>
                  </a:cubicBezTo>
                  <a:cubicBezTo>
                    <a:pt x="515" y="487"/>
                    <a:pt x="515" y="487"/>
                    <a:pt x="515" y="487"/>
                  </a:cubicBezTo>
                  <a:close/>
                  <a:moveTo>
                    <a:pt x="551" y="450"/>
                  </a:moveTo>
                  <a:cubicBezTo>
                    <a:pt x="546" y="446"/>
                    <a:pt x="546" y="446"/>
                    <a:pt x="546" y="446"/>
                  </a:cubicBezTo>
                  <a:cubicBezTo>
                    <a:pt x="550" y="439"/>
                    <a:pt x="550" y="439"/>
                    <a:pt x="550" y="439"/>
                  </a:cubicBezTo>
                  <a:cubicBezTo>
                    <a:pt x="548" y="437"/>
                    <a:pt x="548" y="437"/>
                    <a:pt x="548" y="437"/>
                  </a:cubicBezTo>
                  <a:cubicBezTo>
                    <a:pt x="549" y="430"/>
                    <a:pt x="549" y="430"/>
                    <a:pt x="549" y="430"/>
                  </a:cubicBezTo>
                  <a:cubicBezTo>
                    <a:pt x="563" y="419"/>
                    <a:pt x="563" y="419"/>
                    <a:pt x="563" y="419"/>
                  </a:cubicBezTo>
                  <a:cubicBezTo>
                    <a:pt x="579" y="413"/>
                    <a:pt x="579" y="413"/>
                    <a:pt x="579" y="413"/>
                  </a:cubicBezTo>
                  <a:cubicBezTo>
                    <a:pt x="587" y="410"/>
                    <a:pt x="587" y="410"/>
                    <a:pt x="587" y="410"/>
                  </a:cubicBezTo>
                  <a:cubicBezTo>
                    <a:pt x="587" y="416"/>
                    <a:pt x="587" y="416"/>
                    <a:pt x="587" y="416"/>
                  </a:cubicBezTo>
                  <a:cubicBezTo>
                    <a:pt x="582" y="420"/>
                    <a:pt x="582" y="420"/>
                    <a:pt x="582" y="420"/>
                  </a:cubicBezTo>
                  <a:cubicBezTo>
                    <a:pt x="579" y="426"/>
                    <a:pt x="579" y="426"/>
                    <a:pt x="579" y="426"/>
                  </a:cubicBezTo>
                  <a:cubicBezTo>
                    <a:pt x="576" y="432"/>
                    <a:pt x="576" y="432"/>
                    <a:pt x="576" y="432"/>
                  </a:cubicBezTo>
                  <a:cubicBezTo>
                    <a:pt x="576" y="436"/>
                    <a:pt x="576" y="436"/>
                    <a:pt x="576" y="436"/>
                  </a:cubicBezTo>
                  <a:cubicBezTo>
                    <a:pt x="570" y="436"/>
                    <a:pt x="570" y="436"/>
                    <a:pt x="570" y="436"/>
                  </a:cubicBezTo>
                  <a:cubicBezTo>
                    <a:pt x="562" y="442"/>
                    <a:pt x="562" y="442"/>
                    <a:pt x="562" y="442"/>
                  </a:cubicBezTo>
                  <a:cubicBezTo>
                    <a:pt x="556" y="449"/>
                    <a:pt x="556" y="449"/>
                    <a:pt x="556" y="449"/>
                  </a:cubicBezTo>
                  <a:cubicBezTo>
                    <a:pt x="551" y="450"/>
                    <a:pt x="551" y="450"/>
                    <a:pt x="551" y="450"/>
                  </a:cubicBezTo>
                  <a:close/>
                  <a:moveTo>
                    <a:pt x="460" y="410"/>
                  </a:moveTo>
                  <a:cubicBezTo>
                    <a:pt x="453" y="405"/>
                    <a:pt x="453" y="405"/>
                    <a:pt x="453" y="405"/>
                  </a:cubicBezTo>
                  <a:cubicBezTo>
                    <a:pt x="457" y="401"/>
                    <a:pt x="457" y="401"/>
                    <a:pt x="457" y="401"/>
                  </a:cubicBezTo>
                  <a:cubicBezTo>
                    <a:pt x="467" y="397"/>
                    <a:pt x="467" y="397"/>
                    <a:pt x="467" y="397"/>
                  </a:cubicBezTo>
                  <a:cubicBezTo>
                    <a:pt x="472" y="400"/>
                    <a:pt x="472" y="400"/>
                    <a:pt x="472" y="400"/>
                  </a:cubicBezTo>
                  <a:cubicBezTo>
                    <a:pt x="468" y="406"/>
                    <a:pt x="468" y="406"/>
                    <a:pt x="468" y="406"/>
                  </a:cubicBezTo>
                  <a:cubicBezTo>
                    <a:pt x="468" y="406"/>
                    <a:pt x="459" y="409"/>
                    <a:pt x="460" y="410"/>
                  </a:cubicBezTo>
                  <a:close/>
                  <a:moveTo>
                    <a:pt x="458" y="322"/>
                  </a:moveTo>
                  <a:cubicBezTo>
                    <a:pt x="470" y="314"/>
                    <a:pt x="470" y="314"/>
                    <a:pt x="470" y="314"/>
                  </a:cubicBezTo>
                  <a:cubicBezTo>
                    <a:pt x="477" y="314"/>
                    <a:pt x="477" y="314"/>
                    <a:pt x="477" y="314"/>
                  </a:cubicBezTo>
                  <a:cubicBezTo>
                    <a:pt x="485" y="320"/>
                    <a:pt x="485" y="320"/>
                    <a:pt x="485" y="320"/>
                  </a:cubicBezTo>
                  <a:cubicBezTo>
                    <a:pt x="488" y="318"/>
                    <a:pt x="488" y="318"/>
                    <a:pt x="488" y="318"/>
                  </a:cubicBezTo>
                  <a:cubicBezTo>
                    <a:pt x="491" y="318"/>
                    <a:pt x="491" y="318"/>
                    <a:pt x="491" y="318"/>
                  </a:cubicBezTo>
                  <a:cubicBezTo>
                    <a:pt x="493" y="323"/>
                    <a:pt x="493" y="323"/>
                    <a:pt x="493" y="323"/>
                  </a:cubicBezTo>
                  <a:cubicBezTo>
                    <a:pt x="485" y="326"/>
                    <a:pt x="485" y="326"/>
                    <a:pt x="485" y="326"/>
                  </a:cubicBezTo>
                  <a:cubicBezTo>
                    <a:pt x="482" y="330"/>
                    <a:pt x="482" y="330"/>
                    <a:pt x="482" y="330"/>
                  </a:cubicBezTo>
                  <a:cubicBezTo>
                    <a:pt x="475" y="330"/>
                    <a:pt x="475" y="330"/>
                    <a:pt x="475" y="330"/>
                  </a:cubicBezTo>
                  <a:cubicBezTo>
                    <a:pt x="470" y="324"/>
                    <a:pt x="470" y="324"/>
                    <a:pt x="470" y="324"/>
                  </a:cubicBezTo>
                  <a:cubicBezTo>
                    <a:pt x="462" y="324"/>
                    <a:pt x="462" y="324"/>
                    <a:pt x="462" y="324"/>
                  </a:cubicBezTo>
                  <a:cubicBezTo>
                    <a:pt x="455" y="326"/>
                    <a:pt x="455" y="326"/>
                    <a:pt x="455" y="326"/>
                  </a:cubicBezTo>
                  <a:cubicBezTo>
                    <a:pt x="458" y="322"/>
                    <a:pt x="458" y="322"/>
                    <a:pt x="458" y="322"/>
                  </a:cubicBezTo>
                  <a:close/>
                  <a:moveTo>
                    <a:pt x="436" y="257"/>
                  </a:moveTo>
                  <a:cubicBezTo>
                    <a:pt x="438" y="272"/>
                    <a:pt x="438" y="272"/>
                    <a:pt x="438" y="272"/>
                  </a:cubicBezTo>
                  <a:cubicBezTo>
                    <a:pt x="436" y="282"/>
                    <a:pt x="436" y="282"/>
                    <a:pt x="436" y="282"/>
                  </a:cubicBezTo>
                  <a:cubicBezTo>
                    <a:pt x="427" y="286"/>
                    <a:pt x="427" y="286"/>
                    <a:pt x="427" y="286"/>
                  </a:cubicBezTo>
                  <a:cubicBezTo>
                    <a:pt x="419" y="281"/>
                    <a:pt x="419" y="281"/>
                    <a:pt x="419" y="281"/>
                  </a:cubicBezTo>
                  <a:cubicBezTo>
                    <a:pt x="419" y="276"/>
                    <a:pt x="419" y="276"/>
                    <a:pt x="419" y="276"/>
                  </a:cubicBezTo>
                  <a:cubicBezTo>
                    <a:pt x="425" y="273"/>
                    <a:pt x="425" y="273"/>
                    <a:pt x="425" y="273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16" y="258"/>
                    <a:pt x="416" y="258"/>
                    <a:pt x="416" y="258"/>
                  </a:cubicBezTo>
                  <a:cubicBezTo>
                    <a:pt x="416" y="254"/>
                    <a:pt x="416" y="254"/>
                    <a:pt x="416" y="254"/>
                  </a:cubicBezTo>
                  <a:cubicBezTo>
                    <a:pt x="424" y="250"/>
                    <a:pt x="424" y="250"/>
                    <a:pt x="424" y="250"/>
                  </a:cubicBezTo>
                  <a:cubicBezTo>
                    <a:pt x="432" y="254"/>
                    <a:pt x="432" y="254"/>
                    <a:pt x="432" y="254"/>
                  </a:cubicBezTo>
                  <a:cubicBezTo>
                    <a:pt x="436" y="257"/>
                    <a:pt x="436" y="257"/>
                    <a:pt x="436" y="257"/>
                  </a:cubicBezTo>
                  <a:close/>
                  <a:moveTo>
                    <a:pt x="417" y="221"/>
                  </a:moveTo>
                  <a:cubicBezTo>
                    <a:pt x="407" y="213"/>
                    <a:pt x="407" y="213"/>
                    <a:pt x="407" y="213"/>
                  </a:cubicBezTo>
                  <a:cubicBezTo>
                    <a:pt x="413" y="204"/>
                    <a:pt x="413" y="204"/>
                    <a:pt x="413" y="204"/>
                  </a:cubicBezTo>
                  <a:cubicBezTo>
                    <a:pt x="428" y="199"/>
                    <a:pt x="428" y="199"/>
                    <a:pt x="428" y="199"/>
                  </a:cubicBezTo>
                  <a:cubicBezTo>
                    <a:pt x="436" y="195"/>
                    <a:pt x="436" y="195"/>
                    <a:pt x="436" y="195"/>
                  </a:cubicBezTo>
                  <a:cubicBezTo>
                    <a:pt x="450" y="193"/>
                    <a:pt x="450" y="193"/>
                    <a:pt x="450" y="193"/>
                  </a:cubicBezTo>
                  <a:cubicBezTo>
                    <a:pt x="452" y="196"/>
                    <a:pt x="452" y="196"/>
                    <a:pt x="452" y="196"/>
                  </a:cubicBezTo>
                  <a:cubicBezTo>
                    <a:pt x="449" y="203"/>
                    <a:pt x="449" y="203"/>
                    <a:pt x="449" y="203"/>
                  </a:cubicBezTo>
                  <a:cubicBezTo>
                    <a:pt x="453" y="203"/>
                    <a:pt x="453" y="203"/>
                    <a:pt x="453" y="203"/>
                  </a:cubicBezTo>
                  <a:cubicBezTo>
                    <a:pt x="455" y="212"/>
                    <a:pt x="455" y="212"/>
                    <a:pt x="455" y="212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41" y="226"/>
                    <a:pt x="441" y="226"/>
                    <a:pt x="441" y="226"/>
                  </a:cubicBezTo>
                  <a:cubicBezTo>
                    <a:pt x="432" y="222"/>
                    <a:pt x="432" y="222"/>
                    <a:pt x="432" y="222"/>
                  </a:cubicBezTo>
                  <a:cubicBezTo>
                    <a:pt x="436" y="217"/>
                    <a:pt x="436" y="217"/>
                    <a:pt x="436" y="217"/>
                  </a:cubicBezTo>
                  <a:cubicBezTo>
                    <a:pt x="441" y="213"/>
                    <a:pt x="441" y="213"/>
                    <a:pt x="441" y="213"/>
                  </a:cubicBezTo>
                  <a:cubicBezTo>
                    <a:pt x="442" y="205"/>
                    <a:pt x="442" y="205"/>
                    <a:pt x="442" y="205"/>
                  </a:cubicBezTo>
                  <a:cubicBezTo>
                    <a:pt x="432" y="205"/>
                    <a:pt x="432" y="205"/>
                    <a:pt x="432" y="205"/>
                  </a:cubicBezTo>
                  <a:cubicBezTo>
                    <a:pt x="429" y="212"/>
                    <a:pt x="429" y="212"/>
                    <a:pt x="429" y="212"/>
                  </a:cubicBezTo>
                  <a:cubicBezTo>
                    <a:pt x="428" y="220"/>
                    <a:pt x="428" y="220"/>
                    <a:pt x="428" y="220"/>
                  </a:cubicBezTo>
                  <a:cubicBezTo>
                    <a:pt x="421" y="221"/>
                    <a:pt x="421" y="221"/>
                    <a:pt x="421" y="221"/>
                  </a:cubicBezTo>
                  <a:cubicBezTo>
                    <a:pt x="417" y="221"/>
                    <a:pt x="417" y="221"/>
                    <a:pt x="417" y="221"/>
                  </a:cubicBezTo>
                  <a:close/>
                  <a:moveTo>
                    <a:pt x="383" y="108"/>
                  </a:moveTo>
                  <a:cubicBezTo>
                    <a:pt x="386" y="104"/>
                    <a:pt x="386" y="104"/>
                    <a:pt x="386" y="104"/>
                  </a:cubicBezTo>
                  <a:cubicBezTo>
                    <a:pt x="395" y="103"/>
                    <a:pt x="395" y="103"/>
                    <a:pt x="395" y="103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10"/>
                    <a:pt x="403" y="110"/>
                    <a:pt x="403" y="110"/>
                  </a:cubicBezTo>
                  <a:cubicBezTo>
                    <a:pt x="396" y="113"/>
                    <a:pt x="396" y="113"/>
                    <a:pt x="396" y="113"/>
                  </a:cubicBezTo>
                  <a:cubicBezTo>
                    <a:pt x="383" y="108"/>
                    <a:pt x="383" y="108"/>
                    <a:pt x="383" y="108"/>
                  </a:cubicBezTo>
                  <a:close/>
                  <a:moveTo>
                    <a:pt x="354" y="140"/>
                  </a:moveTo>
                  <a:cubicBezTo>
                    <a:pt x="365" y="140"/>
                    <a:pt x="365" y="140"/>
                    <a:pt x="365" y="140"/>
                  </a:cubicBezTo>
                  <a:cubicBezTo>
                    <a:pt x="369" y="143"/>
                    <a:pt x="369" y="143"/>
                    <a:pt x="369" y="143"/>
                  </a:cubicBezTo>
                  <a:cubicBezTo>
                    <a:pt x="376" y="138"/>
                    <a:pt x="376" y="138"/>
                    <a:pt x="376" y="138"/>
                  </a:cubicBezTo>
                  <a:cubicBezTo>
                    <a:pt x="383" y="141"/>
                    <a:pt x="383" y="141"/>
                    <a:pt x="383" y="141"/>
                  </a:cubicBezTo>
                  <a:cubicBezTo>
                    <a:pt x="375" y="149"/>
                    <a:pt x="375" y="149"/>
                    <a:pt x="375" y="149"/>
                  </a:cubicBezTo>
                  <a:cubicBezTo>
                    <a:pt x="373" y="161"/>
                    <a:pt x="373" y="161"/>
                    <a:pt x="373" y="161"/>
                  </a:cubicBezTo>
                  <a:cubicBezTo>
                    <a:pt x="365" y="158"/>
                    <a:pt x="365" y="158"/>
                    <a:pt x="365" y="158"/>
                  </a:cubicBezTo>
                  <a:cubicBezTo>
                    <a:pt x="360" y="159"/>
                    <a:pt x="360" y="159"/>
                    <a:pt x="360" y="159"/>
                  </a:cubicBezTo>
                  <a:cubicBezTo>
                    <a:pt x="354" y="154"/>
                    <a:pt x="354" y="154"/>
                    <a:pt x="354" y="154"/>
                  </a:cubicBezTo>
                  <a:cubicBezTo>
                    <a:pt x="350" y="145"/>
                    <a:pt x="350" y="145"/>
                    <a:pt x="350" y="145"/>
                  </a:cubicBezTo>
                  <a:cubicBezTo>
                    <a:pt x="354" y="140"/>
                    <a:pt x="354" y="140"/>
                    <a:pt x="354" y="140"/>
                  </a:cubicBezTo>
                  <a:close/>
                  <a:moveTo>
                    <a:pt x="321" y="87"/>
                  </a:moveTo>
                  <a:cubicBezTo>
                    <a:pt x="326" y="85"/>
                    <a:pt x="326" y="85"/>
                    <a:pt x="326" y="85"/>
                  </a:cubicBezTo>
                  <a:cubicBezTo>
                    <a:pt x="336" y="89"/>
                    <a:pt x="336" y="89"/>
                    <a:pt x="336" y="89"/>
                  </a:cubicBezTo>
                  <a:cubicBezTo>
                    <a:pt x="337" y="96"/>
                    <a:pt x="337" y="96"/>
                    <a:pt x="337" y="96"/>
                  </a:cubicBezTo>
                  <a:cubicBezTo>
                    <a:pt x="328" y="100"/>
                    <a:pt x="328" y="100"/>
                    <a:pt x="328" y="100"/>
                  </a:cubicBezTo>
                  <a:cubicBezTo>
                    <a:pt x="325" y="98"/>
                    <a:pt x="325" y="98"/>
                    <a:pt x="325" y="98"/>
                  </a:cubicBezTo>
                  <a:cubicBezTo>
                    <a:pt x="317" y="98"/>
                    <a:pt x="317" y="98"/>
                    <a:pt x="317" y="98"/>
                  </a:cubicBezTo>
                  <a:cubicBezTo>
                    <a:pt x="321" y="87"/>
                    <a:pt x="321" y="87"/>
                    <a:pt x="321" y="87"/>
                  </a:cubicBezTo>
                  <a:close/>
                  <a:moveTo>
                    <a:pt x="260" y="212"/>
                  </a:moveTo>
                  <a:cubicBezTo>
                    <a:pt x="264" y="210"/>
                    <a:pt x="264" y="210"/>
                    <a:pt x="264" y="210"/>
                  </a:cubicBezTo>
                  <a:cubicBezTo>
                    <a:pt x="271" y="213"/>
                    <a:pt x="271" y="213"/>
                    <a:pt x="271" y="213"/>
                  </a:cubicBezTo>
                  <a:cubicBezTo>
                    <a:pt x="273" y="221"/>
                    <a:pt x="273" y="221"/>
                    <a:pt x="273" y="221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60" y="212"/>
                    <a:pt x="260" y="212"/>
                    <a:pt x="260" y="212"/>
                  </a:cubicBezTo>
                  <a:close/>
                  <a:moveTo>
                    <a:pt x="247" y="212"/>
                  </a:moveTo>
                  <a:cubicBezTo>
                    <a:pt x="252" y="208"/>
                    <a:pt x="252" y="208"/>
                    <a:pt x="252" y="208"/>
                  </a:cubicBezTo>
                  <a:cubicBezTo>
                    <a:pt x="255" y="211"/>
                    <a:pt x="255" y="211"/>
                    <a:pt x="255" y="211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47" y="212"/>
                    <a:pt x="247" y="212"/>
                    <a:pt x="247" y="212"/>
                  </a:cubicBezTo>
                  <a:close/>
                  <a:moveTo>
                    <a:pt x="324" y="226"/>
                  </a:moveTo>
                  <a:cubicBezTo>
                    <a:pt x="329" y="224"/>
                    <a:pt x="329" y="224"/>
                    <a:pt x="329" y="224"/>
                  </a:cubicBezTo>
                  <a:cubicBezTo>
                    <a:pt x="335" y="230"/>
                    <a:pt x="335" y="230"/>
                    <a:pt x="335" y="230"/>
                  </a:cubicBezTo>
                  <a:cubicBezTo>
                    <a:pt x="342" y="232"/>
                    <a:pt x="342" y="232"/>
                    <a:pt x="342" y="232"/>
                  </a:cubicBezTo>
                  <a:cubicBezTo>
                    <a:pt x="343" y="242"/>
                    <a:pt x="343" y="242"/>
                    <a:pt x="343" y="242"/>
                  </a:cubicBezTo>
                  <a:cubicBezTo>
                    <a:pt x="338" y="244"/>
                    <a:pt x="338" y="244"/>
                    <a:pt x="338" y="244"/>
                  </a:cubicBezTo>
                  <a:cubicBezTo>
                    <a:pt x="335" y="237"/>
                    <a:pt x="335" y="237"/>
                    <a:pt x="335" y="237"/>
                  </a:cubicBezTo>
                  <a:cubicBezTo>
                    <a:pt x="331" y="236"/>
                    <a:pt x="331" y="236"/>
                    <a:pt x="331" y="236"/>
                  </a:cubicBezTo>
                  <a:cubicBezTo>
                    <a:pt x="324" y="226"/>
                    <a:pt x="324" y="226"/>
                    <a:pt x="324" y="226"/>
                  </a:cubicBezTo>
                  <a:close/>
                  <a:moveTo>
                    <a:pt x="435" y="343"/>
                  </a:moveTo>
                  <a:cubicBezTo>
                    <a:pt x="430" y="338"/>
                    <a:pt x="430" y="338"/>
                    <a:pt x="430" y="338"/>
                  </a:cubicBezTo>
                  <a:cubicBezTo>
                    <a:pt x="432" y="332"/>
                    <a:pt x="432" y="332"/>
                    <a:pt x="432" y="332"/>
                  </a:cubicBezTo>
                  <a:cubicBezTo>
                    <a:pt x="446" y="329"/>
                    <a:pt x="446" y="329"/>
                    <a:pt x="446" y="329"/>
                  </a:cubicBezTo>
                  <a:cubicBezTo>
                    <a:pt x="444" y="335"/>
                    <a:pt x="444" y="335"/>
                    <a:pt x="444" y="335"/>
                  </a:cubicBezTo>
                  <a:cubicBezTo>
                    <a:pt x="435" y="343"/>
                    <a:pt x="435" y="343"/>
                    <a:pt x="435" y="343"/>
                  </a:cubicBezTo>
                  <a:close/>
                  <a:moveTo>
                    <a:pt x="323" y="406"/>
                  </a:moveTo>
                  <a:cubicBezTo>
                    <a:pt x="329" y="397"/>
                    <a:pt x="329" y="397"/>
                    <a:pt x="329" y="397"/>
                  </a:cubicBezTo>
                  <a:cubicBezTo>
                    <a:pt x="338" y="397"/>
                    <a:pt x="338" y="397"/>
                    <a:pt x="338" y="397"/>
                  </a:cubicBezTo>
                  <a:cubicBezTo>
                    <a:pt x="336" y="404"/>
                    <a:pt x="336" y="404"/>
                    <a:pt x="336" y="404"/>
                  </a:cubicBezTo>
                  <a:cubicBezTo>
                    <a:pt x="329" y="406"/>
                    <a:pt x="329" y="406"/>
                    <a:pt x="329" y="406"/>
                  </a:cubicBezTo>
                  <a:cubicBezTo>
                    <a:pt x="323" y="406"/>
                    <a:pt x="323" y="406"/>
                    <a:pt x="323" y="406"/>
                  </a:cubicBezTo>
                  <a:close/>
                  <a:moveTo>
                    <a:pt x="328" y="367"/>
                  </a:moveTo>
                  <a:cubicBezTo>
                    <a:pt x="334" y="363"/>
                    <a:pt x="334" y="363"/>
                    <a:pt x="334" y="363"/>
                  </a:cubicBezTo>
                  <a:cubicBezTo>
                    <a:pt x="334" y="371"/>
                    <a:pt x="334" y="371"/>
                    <a:pt x="334" y="371"/>
                  </a:cubicBezTo>
                  <a:cubicBezTo>
                    <a:pt x="328" y="367"/>
                    <a:pt x="328" y="367"/>
                    <a:pt x="328" y="367"/>
                  </a:cubicBezTo>
                  <a:close/>
                  <a:moveTo>
                    <a:pt x="326" y="356"/>
                  </a:moveTo>
                  <a:cubicBezTo>
                    <a:pt x="326" y="346"/>
                    <a:pt x="326" y="346"/>
                    <a:pt x="326" y="346"/>
                  </a:cubicBezTo>
                  <a:cubicBezTo>
                    <a:pt x="332" y="347"/>
                    <a:pt x="332" y="347"/>
                    <a:pt x="332" y="347"/>
                  </a:cubicBezTo>
                  <a:cubicBezTo>
                    <a:pt x="332" y="353"/>
                    <a:pt x="332" y="353"/>
                    <a:pt x="332" y="353"/>
                  </a:cubicBezTo>
                  <a:cubicBezTo>
                    <a:pt x="332" y="353"/>
                    <a:pt x="326" y="356"/>
                    <a:pt x="326" y="356"/>
                  </a:cubicBezTo>
                  <a:close/>
                  <a:moveTo>
                    <a:pt x="319" y="342"/>
                  </a:moveTo>
                  <a:cubicBezTo>
                    <a:pt x="317" y="338"/>
                    <a:pt x="317" y="338"/>
                    <a:pt x="317" y="338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326" y="339"/>
                    <a:pt x="326" y="339"/>
                    <a:pt x="326" y="339"/>
                  </a:cubicBezTo>
                  <a:cubicBezTo>
                    <a:pt x="319" y="342"/>
                    <a:pt x="319" y="342"/>
                    <a:pt x="319" y="342"/>
                  </a:cubicBezTo>
                  <a:close/>
                  <a:moveTo>
                    <a:pt x="380" y="378"/>
                  </a:moveTo>
                  <a:cubicBezTo>
                    <a:pt x="375" y="374"/>
                    <a:pt x="375" y="374"/>
                    <a:pt x="375" y="374"/>
                  </a:cubicBezTo>
                  <a:cubicBezTo>
                    <a:pt x="377" y="364"/>
                    <a:pt x="377" y="364"/>
                    <a:pt x="377" y="364"/>
                  </a:cubicBezTo>
                  <a:cubicBezTo>
                    <a:pt x="384" y="364"/>
                    <a:pt x="384" y="364"/>
                    <a:pt x="384" y="364"/>
                  </a:cubicBezTo>
                  <a:cubicBezTo>
                    <a:pt x="387" y="370"/>
                    <a:pt x="387" y="370"/>
                    <a:pt x="387" y="370"/>
                  </a:cubicBezTo>
                  <a:cubicBezTo>
                    <a:pt x="380" y="378"/>
                    <a:pt x="380" y="378"/>
                    <a:pt x="380" y="378"/>
                  </a:cubicBezTo>
                  <a:close/>
                  <a:moveTo>
                    <a:pt x="397" y="376"/>
                  </a:moveTo>
                  <a:cubicBezTo>
                    <a:pt x="392" y="369"/>
                    <a:pt x="392" y="369"/>
                    <a:pt x="392" y="369"/>
                  </a:cubicBezTo>
                  <a:cubicBezTo>
                    <a:pt x="402" y="361"/>
                    <a:pt x="402" y="361"/>
                    <a:pt x="402" y="361"/>
                  </a:cubicBezTo>
                  <a:cubicBezTo>
                    <a:pt x="408" y="362"/>
                    <a:pt x="408" y="362"/>
                    <a:pt x="408" y="362"/>
                  </a:cubicBezTo>
                  <a:cubicBezTo>
                    <a:pt x="409" y="369"/>
                    <a:pt x="409" y="369"/>
                    <a:pt x="409" y="369"/>
                  </a:cubicBezTo>
                  <a:cubicBezTo>
                    <a:pt x="403" y="376"/>
                    <a:pt x="403" y="376"/>
                    <a:pt x="403" y="376"/>
                  </a:cubicBezTo>
                  <a:cubicBezTo>
                    <a:pt x="397" y="376"/>
                    <a:pt x="397" y="376"/>
                    <a:pt x="397" y="376"/>
                  </a:cubicBezTo>
                  <a:close/>
                  <a:moveTo>
                    <a:pt x="393" y="349"/>
                  </a:moveTo>
                  <a:cubicBezTo>
                    <a:pt x="393" y="344"/>
                    <a:pt x="393" y="344"/>
                    <a:pt x="393" y="344"/>
                  </a:cubicBezTo>
                  <a:cubicBezTo>
                    <a:pt x="399" y="345"/>
                    <a:pt x="399" y="345"/>
                    <a:pt x="399" y="345"/>
                  </a:cubicBezTo>
                  <a:cubicBezTo>
                    <a:pt x="393" y="349"/>
                    <a:pt x="393" y="349"/>
                    <a:pt x="393" y="349"/>
                  </a:cubicBezTo>
                  <a:close/>
                  <a:moveTo>
                    <a:pt x="374" y="333"/>
                  </a:moveTo>
                  <a:cubicBezTo>
                    <a:pt x="380" y="331"/>
                    <a:pt x="380" y="331"/>
                    <a:pt x="380" y="331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7" y="342"/>
                    <a:pt x="387" y="342"/>
                    <a:pt x="387" y="342"/>
                  </a:cubicBezTo>
                  <a:cubicBezTo>
                    <a:pt x="379" y="339"/>
                    <a:pt x="379" y="339"/>
                    <a:pt x="379" y="339"/>
                  </a:cubicBezTo>
                  <a:cubicBezTo>
                    <a:pt x="374" y="333"/>
                    <a:pt x="374" y="333"/>
                    <a:pt x="374" y="333"/>
                  </a:cubicBezTo>
                  <a:close/>
                  <a:moveTo>
                    <a:pt x="344" y="309"/>
                  </a:moveTo>
                  <a:cubicBezTo>
                    <a:pt x="350" y="308"/>
                    <a:pt x="350" y="308"/>
                    <a:pt x="350" y="308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67" y="325"/>
                    <a:pt x="367" y="325"/>
                    <a:pt x="367" y="325"/>
                  </a:cubicBezTo>
                  <a:cubicBezTo>
                    <a:pt x="366" y="332"/>
                    <a:pt x="366" y="332"/>
                    <a:pt x="366" y="332"/>
                  </a:cubicBezTo>
                  <a:cubicBezTo>
                    <a:pt x="361" y="332"/>
                    <a:pt x="361" y="332"/>
                    <a:pt x="361" y="332"/>
                  </a:cubicBezTo>
                  <a:cubicBezTo>
                    <a:pt x="346" y="319"/>
                    <a:pt x="346" y="319"/>
                    <a:pt x="346" y="319"/>
                  </a:cubicBezTo>
                  <a:cubicBezTo>
                    <a:pt x="340" y="314"/>
                    <a:pt x="340" y="314"/>
                    <a:pt x="340" y="314"/>
                  </a:cubicBezTo>
                  <a:cubicBezTo>
                    <a:pt x="344" y="309"/>
                    <a:pt x="344" y="309"/>
                    <a:pt x="344" y="309"/>
                  </a:cubicBezTo>
                  <a:close/>
                  <a:moveTo>
                    <a:pt x="217" y="234"/>
                  </a:moveTo>
                  <a:cubicBezTo>
                    <a:pt x="227" y="226"/>
                    <a:pt x="227" y="226"/>
                    <a:pt x="227" y="226"/>
                  </a:cubicBezTo>
                  <a:cubicBezTo>
                    <a:pt x="244" y="224"/>
                    <a:pt x="244" y="224"/>
                    <a:pt x="244" y="224"/>
                  </a:cubicBezTo>
                  <a:cubicBezTo>
                    <a:pt x="254" y="234"/>
                    <a:pt x="254" y="234"/>
                    <a:pt x="254" y="234"/>
                  </a:cubicBezTo>
                  <a:cubicBezTo>
                    <a:pt x="266" y="238"/>
                    <a:pt x="266" y="238"/>
                    <a:pt x="266" y="238"/>
                  </a:cubicBezTo>
                  <a:cubicBezTo>
                    <a:pt x="277" y="244"/>
                    <a:pt x="277" y="244"/>
                    <a:pt x="277" y="244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88" y="246"/>
                    <a:pt x="288" y="246"/>
                    <a:pt x="288" y="246"/>
                  </a:cubicBezTo>
                  <a:cubicBezTo>
                    <a:pt x="289" y="244"/>
                    <a:pt x="289" y="244"/>
                    <a:pt x="289" y="244"/>
                  </a:cubicBezTo>
                  <a:cubicBezTo>
                    <a:pt x="305" y="259"/>
                    <a:pt x="305" y="259"/>
                    <a:pt x="305" y="259"/>
                  </a:cubicBezTo>
                  <a:cubicBezTo>
                    <a:pt x="311" y="269"/>
                    <a:pt x="311" y="269"/>
                    <a:pt x="311" y="269"/>
                  </a:cubicBezTo>
                  <a:cubicBezTo>
                    <a:pt x="311" y="274"/>
                    <a:pt x="311" y="274"/>
                    <a:pt x="311" y="274"/>
                  </a:cubicBezTo>
                  <a:cubicBezTo>
                    <a:pt x="313" y="280"/>
                    <a:pt x="313" y="280"/>
                    <a:pt x="313" y="280"/>
                  </a:cubicBezTo>
                  <a:cubicBezTo>
                    <a:pt x="312" y="289"/>
                    <a:pt x="312" y="289"/>
                    <a:pt x="312" y="289"/>
                  </a:cubicBezTo>
                  <a:cubicBezTo>
                    <a:pt x="321" y="297"/>
                    <a:pt x="321" y="297"/>
                    <a:pt x="321" y="297"/>
                  </a:cubicBezTo>
                  <a:cubicBezTo>
                    <a:pt x="325" y="294"/>
                    <a:pt x="325" y="294"/>
                    <a:pt x="325" y="294"/>
                  </a:cubicBezTo>
                  <a:cubicBezTo>
                    <a:pt x="337" y="296"/>
                    <a:pt x="337" y="296"/>
                    <a:pt x="337" y="296"/>
                  </a:cubicBezTo>
                  <a:cubicBezTo>
                    <a:pt x="332" y="308"/>
                    <a:pt x="332" y="308"/>
                    <a:pt x="332" y="308"/>
                  </a:cubicBezTo>
                  <a:cubicBezTo>
                    <a:pt x="326" y="305"/>
                    <a:pt x="326" y="305"/>
                    <a:pt x="326" y="305"/>
                  </a:cubicBezTo>
                  <a:cubicBezTo>
                    <a:pt x="320" y="308"/>
                    <a:pt x="320" y="308"/>
                    <a:pt x="320" y="308"/>
                  </a:cubicBezTo>
                  <a:cubicBezTo>
                    <a:pt x="310" y="302"/>
                    <a:pt x="310" y="302"/>
                    <a:pt x="310" y="302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7" y="289"/>
                    <a:pt x="307" y="289"/>
                    <a:pt x="307" y="289"/>
                  </a:cubicBezTo>
                  <a:cubicBezTo>
                    <a:pt x="302" y="284"/>
                    <a:pt x="302" y="284"/>
                    <a:pt x="302" y="284"/>
                  </a:cubicBezTo>
                  <a:cubicBezTo>
                    <a:pt x="294" y="272"/>
                    <a:pt x="294" y="272"/>
                    <a:pt x="294" y="272"/>
                  </a:cubicBezTo>
                  <a:cubicBezTo>
                    <a:pt x="290" y="267"/>
                    <a:pt x="290" y="267"/>
                    <a:pt x="290" y="267"/>
                  </a:cubicBezTo>
                  <a:cubicBezTo>
                    <a:pt x="281" y="268"/>
                    <a:pt x="281" y="268"/>
                    <a:pt x="281" y="268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4" y="254"/>
                    <a:pt x="264" y="254"/>
                    <a:pt x="264" y="254"/>
                  </a:cubicBezTo>
                  <a:cubicBezTo>
                    <a:pt x="255" y="252"/>
                    <a:pt x="255" y="252"/>
                    <a:pt x="255" y="252"/>
                  </a:cubicBezTo>
                  <a:cubicBezTo>
                    <a:pt x="250" y="246"/>
                    <a:pt x="250" y="246"/>
                    <a:pt x="250" y="246"/>
                  </a:cubicBezTo>
                  <a:cubicBezTo>
                    <a:pt x="244" y="243"/>
                    <a:pt x="244" y="243"/>
                    <a:pt x="244" y="243"/>
                  </a:cubicBezTo>
                  <a:cubicBezTo>
                    <a:pt x="241" y="239"/>
                    <a:pt x="241" y="239"/>
                    <a:pt x="241" y="239"/>
                  </a:cubicBezTo>
                  <a:cubicBezTo>
                    <a:pt x="235" y="234"/>
                    <a:pt x="235" y="234"/>
                    <a:pt x="235" y="234"/>
                  </a:cubicBezTo>
                  <a:cubicBezTo>
                    <a:pt x="223" y="235"/>
                    <a:pt x="223" y="235"/>
                    <a:pt x="223" y="235"/>
                  </a:cubicBezTo>
                  <a:cubicBezTo>
                    <a:pt x="217" y="234"/>
                    <a:pt x="217" y="234"/>
                    <a:pt x="217" y="234"/>
                  </a:cubicBezTo>
                  <a:close/>
                  <a:moveTo>
                    <a:pt x="236" y="417"/>
                  </a:moveTo>
                  <a:cubicBezTo>
                    <a:pt x="239" y="414"/>
                    <a:pt x="239" y="414"/>
                    <a:pt x="239" y="414"/>
                  </a:cubicBezTo>
                  <a:cubicBezTo>
                    <a:pt x="241" y="422"/>
                    <a:pt x="241" y="422"/>
                    <a:pt x="241" y="422"/>
                  </a:cubicBezTo>
                  <a:cubicBezTo>
                    <a:pt x="248" y="431"/>
                    <a:pt x="248" y="431"/>
                    <a:pt x="248" y="431"/>
                  </a:cubicBezTo>
                  <a:cubicBezTo>
                    <a:pt x="243" y="440"/>
                    <a:pt x="243" y="440"/>
                    <a:pt x="243" y="440"/>
                  </a:cubicBezTo>
                  <a:cubicBezTo>
                    <a:pt x="236" y="437"/>
                    <a:pt x="236" y="437"/>
                    <a:pt x="236" y="437"/>
                  </a:cubicBezTo>
                  <a:cubicBezTo>
                    <a:pt x="237" y="430"/>
                    <a:pt x="237" y="430"/>
                    <a:pt x="237" y="430"/>
                  </a:cubicBezTo>
                  <a:cubicBezTo>
                    <a:pt x="233" y="424"/>
                    <a:pt x="233" y="424"/>
                    <a:pt x="233" y="424"/>
                  </a:cubicBezTo>
                  <a:cubicBezTo>
                    <a:pt x="236" y="417"/>
                    <a:pt x="236" y="417"/>
                    <a:pt x="236" y="417"/>
                  </a:cubicBezTo>
                  <a:close/>
                  <a:moveTo>
                    <a:pt x="236" y="405"/>
                  </a:moveTo>
                  <a:cubicBezTo>
                    <a:pt x="239" y="410"/>
                    <a:pt x="239" y="410"/>
                    <a:pt x="239" y="410"/>
                  </a:cubicBezTo>
                  <a:cubicBezTo>
                    <a:pt x="234" y="410"/>
                    <a:pt x="234" y="410"/>
                    <a:pt x="234" y="410"/>
                  </a:cubicBezTo>
                  <a:lnTo>
                    <a:pt x="236" y="40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44"/>
            <p:cNvSpPr>
              <a:spLocks noEditPoints="1"/>
            </p:cNvSpPr>
            <p:nvPr/>
          </p:nvSpPr>
          <p:spPr bwMode="auto">
            <a:xfrm>
              <a:off x="3741" y="2683"/>
              <a:ext cx="1239" cy="453"/>
            </a:xfrm>
            <a:custGeom>
              <a:avLst/>
              <a:gdLst>
                <a:gd name="T0" fmla="*/ 57 w 1239"/>
                <a:gd name="T1" fmla="*/ 45 h 453"/>
                <a:gd name="T2" fmla="*/ 94 w 1239"/>
                <a:gd name="T3" fmla="*/ 3 h 453"/>
                <a:gd name="T4" fmla="*/ 174 w 1239"/>
                <a:gd name="T5" fmla="*/ 52 h 453"/>
                <a:gd name="T6" fmla="*/ 165 w 1239"/>
                <a:gd name="T7" fmla="*/ 86 h 453"/>
                <a:gd name="T8" fmla="*/ 66 w 1239"/>
                <a:gd name="T9" fmla="*/ 128 h 453"/>
                <a:gd name="T10" fmla="*/ 51 w 1239"/>
                <a:gd name="T11" fmla="*/ 116 h 453"/>
                <a:gd name="T12" fmla="*/ 19 w 1239"/>
                <a:gd name="T13" fmla="*/ 100 h 453"/>
                <a:gd name="T14" fmla="*/ 945 w 1239"/>
                <a:gd name="T15" fmla="*/ 73 h 453"/>
                <a:gd name="T16" fmla="*/ 867 w 1239"/>
                <a:gd name="T17" fmla="*/ 68 h 453"/>
                <a:gd name="T18" fmla="*/ 755 w 1239"/>
                <a:gd name="T19" fmla="*/ 75 h 453"/>
                <a:gd name="T20" fmla="*/ 669 w 1239"/>
                <a:gd name="T21" fmla="*/ 53 h 453"/>
                <a:gd name="T22" fmla="*/ 614 w 1239"/>
                <a:gd name="T23" fmla="*/ 30 h 453"/>
                <a:gd name="T24" fmla="*/ 540 w 1239"/>
                <a:gd name="T25" fmla="*/ 7 h 453"/>
                <a:gd name="T26" fmla="*/ 422 w 1239"/>
                <a:gd name="T27" fmla="*/ 23 h 453"/>
                <a:gd name="T28" fmla="*/ 355 w 1239"/>
                <a:gd name="T29" fmla="*/ 67 h 453"/>
                <a:gd name="T30" fmla="*/ 273 w 1239"/>
                <a:gd name="T31" fmla="*/ 72 h 453"/>
                <a:gd name="T32" fmla="*/ 220 w 1239"/>
                <a:gd name="T33" fmla="*/ 102 h 453"/>
                <a:gd name="T34" fmla="*/ 192 w 1239"/>
                <a:gd name="T35" fmla="*/ 128 h 453"/>
                <a:gd name="T36" fmla="*/ 160 w 1239"/>
                <a:gd name="T37" fmla="*/ 134 h 453"/>
                <a:gd name="T38" fmla="*/ 90 w 1239"/>
                <a:gd name="T39" fmla="*/ 131 h 453"/>
                <a:gd name="T40" fmla="*/ 38 w 1239"/>
                <a:gd name="T41" fmla="*/ 194 h 453"/>
                <a:gd name="T42" fmla="*/ 91 w 1239"/>
                <a:gd name="T43" fmla="*/ 201 h 453"/>
                <a:gd name="T44" fmla="*/ 86 w 1239"/>
                <a:gd name="T45" fmla="*/ 249 h 453"/>
                <a:gd name="T46" fmla="*/ 90 w 1239"/>
                <a:gd name="T47" fmla="*/ 269 h 453"/>
                <a:gd name="T48" fmla="*/ 53 w 1239"/>
                <a:gd name="T49" fmla="*/ 277 h 453"/>
                <a:gd name="T50" fmla="*/ 81 w 1239"/>
                <a:gd name="T51" fmla="*/ 315 h 453"/>
                <a:gd name="T52" fmla="*/ 108 w 1239"/>
                <a:gd name="T53" fmla="*/ 360 h 453"/>
                <a:gd name="T54" fmla="*/ 123 w 1239"/>
                <a:gd name="T55" fmla="*/ 392 h 453"/>
                <a:gd name="T56" fmla="*/ 127 w 1239"/>
                <a:gd name="T57" fmla="*/ 403 h 453"/>
                <a:gd name="T58" fmla="*/ 162 w 1239"/>
                <a:gd name="T59" fmla="*/ 414 h 453"/>
                <a:gd name="T60" fmla="*/ 208 w 1239"/>
                <a:gd name="T61" fmla="*/ 406 h 453"/>
                <a:gd name="T62" fmla="*/ 236 w 1239"/>
                <a:gd name="T63" fmla="*/ 423 h 453"/>
                <a:gd name="T64" fmla="*/ 296 w 1239"/>
                <a:gd name="T65" fmla="*/ 438 h 453"/>
                <a:gd name="T66" fmla="*/ 338 w 1239"/>
                <a:gd name="T67" fmla="*/ 411 h 453"/>
                <a:gd name="T68" fmla="*/ 453 w 1239"/>
                <a:gd name="T69" fmla="*/ 439 h 453"/>
                <a:gd name="T70" fmla="*/ 567 w 1239"/>
                <a:gd name="T71" fmla="*/ 433 h 453"/>
                <a:gd name="T72" fmla="*/ 671 w 1239"/>
                <a:gd name="T73" fmla="*/ 403 h 453"/>
                <a:gd name="T74" fmla="*/ 677 w 1239"/>
                <a:gd name="T75" fmla="*/ 424 h 453"/>
                <a:gd name="T76" fmla="*/ 727 w 1239"/>
                <a:gd name="T77" fmla="*/ 448 h 453"/>
                <a:gd name="T78" fmla="*/ 769 w 1239"/>
                <a:gd name="T79" fmla="*/ 403 h 453"/>
                <a:gd name="T80" fmla="*/ 873 w 1239"/>
                <a:gd name="T81" fmla="*/ 391 h 453"/>
                <a:gd name="T82" fmla="*/ 978 w 1239"/>
                <a:gd name="T83" fmla="*/ 370 h 453"/>
                <a:gd name="T84" fmla="*/ 1092 w 1239"/>
                <a:gd name="T85" fmla="*/ 365 h 453"/>
                <a:gd name="T86" fmla="*/ 1202 w 1239"/>
                <a:gd name="T87" fmla="*/ 347 h 453"/>
                <a:gd name="T88" fmla="*/ 1233 w 1239"/>
                <a:gd name="T89" fmla="*/ 340 h 453"/>
                <a:gd name="T90" fmla="*/ 1206 w 1239"/>
                <a:gd name="T91" fmla="*/ 259 h 453"/>
                <a:gd name="T92" fmla="*/ 1178 w 1239"/>
                <a:gd name="T93" fmla="*/ 189 h 453"/>
                <a:gd name="T94" fmla="*/ 1178 w 1239"/>
                <a:gd name="T95" fmla="*/ 145 h 453"/>
                <a:gd name="T96" fmla="*/ 1123 w 1239"/>
                <a:gd name="T97" fmla="*/ 75 h 453"/>
                <a:gd name="T98" fmla="*/ 1049 w 1239"/>
                <a:gd name="T99" fmla="*/ 37 h 453"/>
                <a:gd name="T100" fmla="*/ 999 w 1239"/>
                <a:gd name="T101" fmla="*/ 26 h 453"/>
                <a:gd name="T102" fmla="*/ 153 w 1239"/>
                <a:gd name="T103" fmla="*/ 422 h 453"/>
                <a:gd name="T104" fmla="*/ 26 w 1239"/>
                <a:gd name="T105" fmla="*/ 142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39" h="453">
                  <a:moveTo>
                    <a:pt x="19" y="100"/>
                  </a:moveTo>
                  <a:lnTo>
                    <a:pt x="33" y="97"/>
                  </a:lnTo>
                  <a:lnTo>
                    <a:pt x="41" y="82"/>
                  </a:lnTo>
                  <a:lnTo>
                    <a:pt x="38" y="69"/>
                  </a:lnTo>
                  <a:lnTo>
                    <a:pt x="56" y="59"/>
                  </a:lnTo>
                  <a:lnTo>
                    <a:pt x="57" y="45"/>
                  </a:lnTo>
                  <a:lnTo>
                    <a:pt x="43" y="40"/>
                  </a:lnTo>
                  <a:lnTo>
                    <a:pt x="46" y="23"/>
                  </a:lnTo>
                  <a:lnTo>
                    <a:pt x="57" y="12"/>
                  </a:lnTo>
                  <a:lnTo>
                    <a:pt x="67" y="11"/>
                  </a:lnTo>
                  <a:lnTo>
                    <a:pt x="75" y="3"/>
                  </a:lnTo>
                  <a:lnTo>
                    <a:pt x="94" y="3"/>
                  </a:lnTo>
                  <a:lnTo>
                    <a:pt x="112" y="16"/>
                  </a:lnTo>
                  <a:lnTo>
                    <a:pt x="122" y="9"/>
                  </a:lnTo>
                  <a:lnTo>
                    <a:pt x="137" y="13"/>
                  </a:lnTo>
                  <a:lnTo>
                    <a:pt x="139" y="35"/>
                  </a:lnTo>
                  <a:lnTo>
                    <a:pt x="159" y="50"/>
                  </a:lnTo>
                  <a:lnTo>
                    <a:pt x="174" y="52"/>
                  </a:lnTo>
                  <a:lnTo>
                    <a:pt x="189" y="66"/>
                  </a:lnTo>
                  <a:lnTo>
                    <a:pt x="203" y="73"/>
                  </a:lnTo>
                  <a:lnTo>
                    <a:pt x="203" y="81"/>
                  </a:lnTo>
                  <a:lnTo>
                    <a:pt x="191" y="92"/>
                  </a:lnTo>
                  <a:lnTo>
                    <a:pt x="174" y="91"/>
                  </a:lnTo>
                  <a:lnTo>
                    <a:pt x="165" y="86"/>
                  </a:lnTo>
                  <a:lnTo>
                    <a:pt x="150" y="86"/>
                  </a:lnTo>
                  <a:lnTo>
                    <a:pt x="144" y="91"/>
                  </a:lnTo>
                  <a:lnTo>
                    <a:pt x="121" y="91"/>
                  </a:lnTo>
                  <a:lnTo>
                    <a:pt x="107" y="96"/>
                  </a:lnTo>
                  <a:lnTo>
                    <a:pt x="100" y="113"/>
                  </a:lnTo>
                  <a:lnTo>
                    <a:pt x="66" y="128"/>
                  </a:lnTo>
                  <a:lnTo>
                    <a:pt x="38" y="150"/>
                  </a:lnTo>
                  <a:lnTo>
                    <a:pt x="37" y="142"/>
                  </a:lnTo>
                  <a:lnTo>
                    <a:pt x="43" y="123"/>
                  </a:lnTo>
                  <a:lnTo>
                    <a:pt x="51" y="123"/>
                  </a:lnTo>
                  <a:lnTo>
                    <a:pt x="64" y="116"/>
                  </a:lnTo>
                  <a:lnTo>
                    <a:pt x="51" y="116"/>
                  </a:lnTo>
                  <a:lnTo>
                    <a:pt x="43" y="115"/>
                  </a:lnTo>
                  <a:lnTo>
                    <a:pt x="36" y="116"/>
                  </a:lnTo>
                  <a:lnTo>
                    <a:pt x="26" y="111"/>
                  </a:lnTo>
                  <a:lnTo>
                    <a:pt x="20" y="100"/>
                  </a:lnTo>
                  <a:lnTo>
                    <a:pt x="19" y="100"/>
                  </a:lnTo>
                  <a:lnTo>
                    <a:pt x="19" y="100"/>
                  </a:lnTo>
                  <a:close/>
                  <a:moveTo>
                    <a:pt x="999" y="26"/>
                  </a:moveTo>
                  <a:lnTo>
                    <a:pt x="996" y="30"/>
                  </a:lnTo>
                  <a:lnTo>
                    <a:pt x="987" y="45"/>
                  </a:lnTo>
                  <a:lnTo>
                    <a:pt x="971" y="54"/>
                  </a:lnTo>
                  <a:lnTo>
                    <a:pt x="948" y="64"/>
                  </a:lnTo>
                  <a:lnTo>
                    <a:pt x="945" y="73"/>
                  </a:lnTo>
                  <a:lnTo>
                    <a:pt x="924" y="75"/>
                  </a:lnTo>
                  <a:lnTo>
                    <a:pt x="916" y="81"/>
                  </a:lnTo>
                  <a:lnTo>
                    <a:pt x="888" y="75"/>
                  </a:lnTo>
                  <a:lnTo>
                    <a:pt x="880" y="71"/>
                  </a:lnTo>
                  <a:lnTo>
                    <a:pt x="871" y="71"/>
                  </a:lnTo>
                  <a:lnTo>
                    <a:pt x="867" y="68"/>
                  </a:lnTo>
                  <a:lnTo>
                    <a:pt x="854" y="72"/>
                  </a:lnTo>
                  <a:lnTo>
                    <a:pt x="829" y="73"/>
                  </a:lnTo>
                  <a:lnTo>
                    <a:pt x="801" y="84"/>
                  </a:lnTo>
                  <a:lnTo>
                    <a:pt x="778" y="80"/>
                  </a:lnTo>
                  <a:lnTo>
                    <a:pt x="763" y="70"/>
                  </a:lnTo>
                  <a:lnTo>
                    <a:pt x="755" y="75"/>
                  </a:lnTo>
                  <a:lnTo>
                    <a:pt x="729" y="64"/>
                  </a:lnTo>
                  <a:lnTo>
                    <a:pt x="716" y="62"/>
                  </a:lnTo>
                  <a:lnTo>
                    <a:pt x="692" y="48"/>
                  </a:lnTo>
                  <a:lnTo>
                    <a:pt x="685" y="48"/>
                  </a:lnTo>
                  <a:lnTo>
                    <a:pt x="680" y="55"/>
                  </a:lnTo>
                  <a:lnTo>
                    <a:pt x="669" y="53"/>
                  </a:lnTo>
                  <a:lnTo>
                    <a:pt x="657" y="39"/>
                  </a:lnTo>
                  <a:lnTo>
                    <a:pt x="654" y="24"/>
                  </a:lnTo>
                  <a:lnTo>
                    <a:pt x="643" y="16"/>
                  </a:lnTo>
                  <a:lnTo>
                    <a:pt x="635" y="17"/>
                  </a:lnTo>
                  <a:lnTo>
                    <a:pt x="619" y="32"/>
                  </a:lnTo>
                  <a:lnTo>
                    <a:pt x="614" y="30"/>
                  </a:lnTo>
                  <a:lnTo>
                    <a:pt x="608" y="34"/>
                  </a:lnTo>
                  <a:lnTo>
                    <a:pt x="584" y="13"/>
                  </a:lnTo>
                  <a:lnTo>
                    <a:pt x="582" y="1"/>
                  </a:lnTo>
                  <a:lnTo>
                    <a:pt x="577" y="0"/>
                  </a:lnTo>
                  <a:lnTo>
                    <a:pt x="561" y="7"/>
                  </a:lnTo>
                  <a:lnTo>
                    <a:pt x="540" y="7"/>
                  </a:lnTo>
                  <a:lnTo>
                    <a:pt x="530" y="4"/>
                  </a:lnTo>
                  <a:lnTo>
                    <a:pt x="517" y="7"/>
                  </a:lnTo>
                  <a:lnTo>
                    <a:pt x="485" y="6"/>
                  </a:lnTo>
                  <a:lnTo>
                    <a:pt x="468" y="9"/>
                  </a:lnTo>
                  <a:lnTo>
                    <a:pt x="437" y="22"/>
                  </a:lnTo>
                  <a:lnTo>
                    <a:pt x="422" y="23"/>
                  </a:lnTo>
                  <a:lnTo>
                    <a:pt x="398" y="27"/>
                  </a:lnTo>
                  <a:lnTo>
                    <a:pt x="391" y="36"/>
                  </a:lnTo>
                  <a:lnTo>
                    <a:pt x="379" y="39"/>
                  </a:lnTo>
                  <a:lnTo>
                    <a:pt x="368" y="49"/>
                  </a:lnTo>
                  <a:lnTo>
                    <a:pt x="362" y="52"/>
                  </a:lnTo>
                  <a:lnTo>
                    <a:pt x="355" y="67"/>
                  </a:lnTo>
                  <a:lnTo>
                    <a:pt x="350" y="71"/>
                  </a:lnTo>
                  <a:lnTo>
                    <a:pt x="351" y="77"/>
                  </a:lnTo>
                  <a:lnTo>
                    <a:pt x="327" y="79"/>
                  </a:lnTo>
                  <a:lnTo>
                    <a:pt x="291" y="66"/>
                  </a:lnTo>
                  <a:lnTo>
                    <a:pt x="281" y="66"/>
                  </a:lnTo>
                  <a:lnTo>
                    <a:pt x="273" y="72"/>
                  </a:lnTo>
                  <a:lnTo>
                    <a:pt x="258" y="69"/>
                  </a:lnTo>
                  <a:lnTo>
                    <a:pt x="237" y="74"/>
                  </a:lnTo>
                  <a:lnTo>
                    <a:pt x="227" y="71"/>
                  </a:lnTo>
                  <a:lnTo>
                    <a:pt x="211" y="75"/>
                  </a:lnTo>
                  <a:lnTo>
                    <a:pt x="208" y="83"/>
                  </a:lnTo>
                  <a:lnTo>
                    <a:pt x="220" y="102"/>
                  </a:lnTo>
                  <a:lnTo>
                    <a:pt x="238" y="102"/>
                  </a:lnTo>
                  <a:lnTo>
                    <a:pt x="254" y="105"/>
                  </a:lnTo>
                  <a:lnTo>
                    <a:pt x="252" y="111"/>
                  </a:lnTo>
                  <a:lnTo>
                    <a:pt x="224" y="112"/>
                  </a:lnTo>
                  <a:lnTo>
                    <a:pt x="201" y="117"/>
                  </a:lnTo>
                  <a:lnTo>
                    <a:pt x="192" y="128"/>
                  </a:lnTo>
                  <a:lnTo>
                    <a:pt x="197" y="134"/>
                  </a:lnTo>
                  <a:lnTo>
                    <a:pt x="210" y="130"/>
                  </a:lnTo>
                  <a:lnTo>
                    <a:pt x="215" y="137"/>
                  </a:lnTo>
                  <a:lnTo>
                    <a:pt x="204" y="140"/>
                  </a:lnTo>
                  <a:lnTo>
                    <a:pt x="173" y="141"/>
                  </a:lnTo>
                  <a:lnTo>
                    <a:pt x="160" y="134"/>
                  </a:lnTo>
                  <a:lnTo>
                    <a:pt x="145" y="141"/>
                  </a:lnTo>
                  <a:lnTo>
                    <a:pt x="137" y="130"/>
                  </a:lnTo>
                  <a:lnTo>
                    <a:pt x="128" y="131"/>
                  </a:lnTo>
                  <a:lnTo>
                    <a:pt x="117" y="143"/>
                  </a:lnTo>
                  <a:lnTo>
                    <a:pt x="105" y="143"/>
                  </a:lnTo>
                  <a:lnTo>
                    <a:pt x="90" y="131"/>
                  </a:lnTo>
                  <a:lnTo>
                    <a:pt x="74" y="131"/>
                  </a:lnTo>
                  <a:lnTo>
                    <a:pt x="43" y="152"/>
                  </a:lnTo>
                  <a:lnTo>
                    <a:pt x="39" y="164"/>
                  </a:lnTo>
                  <a:lnTo>
                    <a:pt x="34" y="174"/>
                  </a:lnTo>
                  <a:lnTo>
                    <a:pt x="39" y="182"/>
                  </a:lnTo>
                  <a:lnTo>
                    <a:pt x="38" y="194"/>
                  </a:lnTo>
                  <a:lnTo>
                    <a:pt x="34" y="199"/>
                  </a:lnTo>
                  <a:lnTo>
                    <a:pt x="38" y="207"/>
                  </a:lnTo>
                  <a:lnTo>
                    <a:pt x="56" y="201"/>
                  </a:lnTo>
                  <a:lnTo>
                    <a:pt x="61" y="203"/>
                  </a:lnTo>
                  <a:lnTo>
                    <a:pt x="75" y="200"/>
                  </a:lnTo>
                  <a:lnTo>
                    <a:pt x="91" y="201"/>
                  </a:lnTo>
                  <a:lnTo>
                    <a:pt x="75" y="214"/>
                  </a:lnTo>
                  <a:lnTo>
                    <a:pt x="77" y="223"/>
                  </a:lnTo>
                  <a:lnTo>
                    <a:pt x="84" y="233"/>
                  </a:lnTo>
                  <a:lnTo>
                    <a:pt x="83" y="241"/>
                  </a:lnTo>
                  <a:lnTo>
                    <a:pt x="82" y="246"/>
                  </a:lnTo>
                  <a:lnTo>
                    <a:pt x="86" y="249"/>
                  </a:lnTo>
                  <a:lnTo>
                    <a:pt x="98" y="242"/>
                  </a:lnTo>
                  <a:lnTo>
                    <a:pt x="99" y="248"/>
                  </a:lnTo>
                  <a:lnTo>
                    <a:pt x="92" y="255"/>
                  </a:lnTo>
                  <a:lnTo>
                    <a:pt x="75" y="264"/>
                  </a:lnTo>
                  <a:lnTo>
                    <a:pt x="81" y="268"/>
                  </a:lnTo>
                  <a:lnTo>
                    <a:pt x="90" y="269"/>
                  </a:lnTo>
                  <a:lnTo>
                    <a:pt x="81" y="275"/>
                  </a:lnTo>
                  <a:lnTo>
                    <a:pt x="75" y="285"/>
                  </a:lnTo>
                  <a:lnTo>
                    <a:pt x="68" y="285"/>
                  </a:lnTo>
                  <a:lnTo>
                    <a:pt x="60" y="269"/>
                  </a:lnTo>
                  <a:lnTo>
                    <a:pt x="55" y="267"/>
                  </a:lnTo>
                  <a:lnTo>
                    <a:pt x="53" y="277"/>
                  </a:lnTo>
                  <a:lnTo>
                    <a:pt x="57" y="288"/>
                  </a:lnTo>
                  <a:lnTo>
                    <a:pt x="51" y="295"/>
                  </a:lnTo>
                  <a:lnTo>
                    <a:pt x="54" y="303"/>
                  </a:lnTo>
                  <a:lnTo>
                    <a:pt x="65" y="310"/>
                  </a:lnTo>
                  <a:lnTo>
                    <a:pt x="67" y="305"/>
                  </a:lnTo>
                  <a:lnTo>
                    <a:pt x="81" y="315"/>
                  </a:lnTo>
                  <a:lnTo>
                    <a:pt x="91" y="313"/>
                  </a:lnTo>
                  <a:lnTo>
                    <a:pt x="105" y="321"/>
                  </a:lnTo>
                  <a:lnTo>
                    <a:pt x="109" y="335"/>
                  </a:lnTo>
                  <a:lnTo>
                    <a:pt x="99" y="345"/>
                  </a:lnTo>
                  <a:lnTo>
                    <a:pt x="107" y="352"/>
                  </a:lnTo>
                  <a:lnTo>
                    <a:pt x="108" y="360"/>
                  </a:lnTo>
                  <a:lnTo>
                    <a:pt x="117" y="360"/>
                  </a:lnTo>
                  <a:lnTo>
                    <a:pt x="134" y="375"/>
                  </a:lnTo>
                  <a:lnTo>
                    <a:pt x="127" y="385"/>
                  </a:lnTo>
                  <a:lnTo>
                    <a:pt x="117" y="382"/>
                  </a:lnTo>
                  <a:lnTo>
                    <a:pt x="114" y="388"/>
                  </a:lnTo>
                  <a:lnTo>
                    <a:pt x="123" y="392"/>
                  </a:lnTo>
                  <a:lnTo>
                    <a:pt x="143" y="387"/>
                  </a:lnTo>
                  <a:lnTo>
                    <a:pt x="171" y="387"/>
                  </a:lnTo>
                  <a:lnTo>
                    <a:pt x="169" y="392"/>
                  </a:lnTo>
                  <a:lnTo>
                    <a:pt x="162" y="398"/>
                  </a:lnTo>
                  <a:lnTo>
                    <a:pt x="149" y="404"/>
                  </a:lnTo>
                  <a:lnTo>
                    <a:pt x="127" y="403"/>
                  </a:lnTo>
                  <a:lnTo>
                    <a:pt x="122" y="410"/>
                  </a:lnTo>
                  <a:lnTo>
                    <a:pt x="130" y="412"/>
                  </a:lnTo>
                  <a:lnTo>
                    <a:pt x="141" y="409"/>
                  </a:lnTo>
                  <a:lnTo>
                    <a:pt x="156" y="409"/>
                  </a:lnTo>
                  <a:lnTo>
                    <a:pt x="162" y="406"/>
                  </a:lnTo>
                  <a:lnTo>
                    <a:pt x="162" y="414"/>
                  </a:lnTo>
                  <a:lnTo>
                    <a:pt x="166" y="418"/>
                  </a:lnTo>
                  <a:lnTo>
                    <a:pt x="174" y="409"/>
                  </a:lnTo>
                  <a:lnTo>
                    <a:pt x="183" y="399"/>
                  </a:lnTo>
                  <a:lnTo>
                    <a:pt x="193" y="398"/>
                  </a:lnTo>
                  <a:lnTo>
                    <a:pt x="200" y="406"/>
                  </a:lnTo>
                  <a:lnTo>
                    <a:pt x="208" y="406"/>
                  </a:lnTo>
                  <a:lnTo>
                    <a:pt x="221" y="413"/>
                  </a:lnTo>
                  <a:lnTo>
                    <a:pt x="226" y="405"/>
                  </a:lnTo>
                  <a:lnTo>
                    <a:pt x="237" y="406"/>
                  </a:lnTo>
                  <a:lnTo>
                    <a:pt x="235" y="413"/>
                  </a:lnTo>
                  <a:lnTo>
                    <a:pt x="230" y="415"/>
                  </a:lnTo>
                  <a:lnTo>
                    <a:pt x="236" y="423"/>
                  </a:lnTo>
                  <a:lnTo>
                    <a:pt x="238" y="432"/>
                  </a:lnTo>
                  <a:lnTo>
                    <a:pt x="252" y="443"/>
                  </a:lnTo>
                  <a:lnTo>
                    <a:pt x="257" y="440"/>
                  </a:lnTo>
                  <a:lnTo>
                    <a:pt x="273" y="446"/>
                  </a:lnTo>
                  <a:lnTo>
                    <a:pt x="289" y="443"/>
                  </a:lnTo>
                  <a:lnTo>
                    <a:pt x="296" y="438"/>
                  </a:lnTo>
                  <a:lnTo>
                    <a:pt x="309" y="438"/>
                  </a:lnTo>
                  <a:lnTo>
                    <a:pt x="317" y="432"/>
                  </a:lnTo>
                  <a:lnTo>
                    <a:pt x="329" y="437"/>
                  </a:lnTo>
                  <a:lnTo>
                    <a:pt x="337" y="433"/>
                  </a:lnTo>
                  <a:lnTo>
                    <a:pt x="335" y="419"/>
                  </a:lnTo>
                  <a:lnTo>
                    <a:pt x="338" y="411"/>
                  </a:lnTo>
                  <a:lnTo>
                    <a:pt x="335" y="398"/>
                  </a:lnTo>
                  <a:lnTo>
                    <a:pt x="363" y="395"/>
                  </a:lnTo>
                  <a:lnTo>
                    <a:pt x="388" y="397"/>
                  </a:lnTo>
                  <a:lnTo>
                    <a:pt x="420" y="413"/>
                  </a:lnTo>
                  <a:lnTo>
                    <a:pt x="431" y="413"/>
                  </a:lnTo>
                  <a:lnTo>
                    <a:pt x="453" y="439"/>
                  </a:lnTo>
                  <a:lnTo>
                    <a:pt x="471" y="450"/>
                  </a:lnTo>
                  <a:lnTo>
                    <a:pt x="532" y="443"/>
                  </a:lnTo>
                  <a:lnTo>
                    <a:pt x="550" y="436"/>
                  </a:lnTo>
                  <a:lnTo>
                    <a:pt x="555" y="436"/>
                  </a:lnTo>
                  <a:lnTo>
                    <a:pt x="558" y="438"/>
                  </a:lnTo>
                  <a:lnTo>
                    <a:pt x="567" y="433"/>
                  </a:lnTo>
                  <a:lnTo>
                    <a:pt x="570" y="422"/>
                  </a:lnTo>
                  <a:lnTo>
                    <a:pt x="600" y="392"/>
                  </a:lnTo>
                  <a:lnTo>
                    <a:pt x="607" y="391"/>
                  </a:lnTo>
                  <a:lnTo>
                    <a:pt x="633" y="400"/>
                  </a:lnTo>
                  <a:lnTo>
                    <a:pt x="650" y="407"/>
                  </a:lnTo>
                  <a:lnTo>
                    <a:pt x="671" y="403"/>
                  </a:lnTo>
                  <a:lnTo>
                    <a:pt x="673" y="397"/>
                  </a:lnTo>
                  <a:lnTo>
                    <a:pt x="687" y="387"/>
                  </a:lnTo>
                  <a:lnTo>
                    <a:pt x="698" y="391"/>
                  </a:lnTo>
                  <a:lnTo>
                    <a:pt x="700" y="400"/>
                  </a:lnTo>
                  <a:lnTo>
                    <a:pt x="689" y="414"/>
                  </a:lnTo>
                  <a:lnTo>
                    <a:pt x="677" y="424"/>
                  </a:lnTo>
                  <a:lnTo>
                    <a:pt x="678" y="430"/>
                  </a:lnTo>
                  <a:lnTo>
                    <a:pt x="689" y="443"/>
                  </a:lnTo>
                  <a:lnTo>
                    <a:pt x="686" y="452"/>
                  </a:lnTo>
                  <a:lnTo>
                    <a:pt x="700" y="453"/>
                  </a:lnTo>
                  <a:lnTo>
                    <a:pt x="714" y="452"/>
                  </a:lnTo>
                  <a:lnTo>
                    <a:pt x="727" y="448"/>
                  </a:lnTo>
                  <a:lnTo>
                    <a:pt x="725" y="434"/>
                  </a:lnTo>
                  <a:lnTo>
                    <a:pt x="734" y="429"/>
                  </a:lnTo>
                  <a:lnTo>
                    <a:pt x="735" y="406"/>
                  </a:lnTo>
                  <a:lnTo>
                    <a:pt x="739" y="396"/>
                  </a:lnTo>
                  <a:lnTo>
                    <a:pt x="757" y="400"/>
                  </a:lnTo>
                  <a:lnTo>
                    <a:pt x="769" y="403"/>
                  </a:lnTo>
                  <a:lnTo>
                    <a:pt x="802" y="392"/>
                  </a:lnTo>
                  <a:lnTo>
                    <a:pt x="809" y="391"/>
                  </a:lnTo>
                  <a:lnTo>
                    <a:pt x="818" y="386"/>
                  </a:lnTo>
                  <a:lnTo>
                    <a:pt x="853" y="383"/>
                  </a:lnTo>
                  <a:lnTo>
                    <a:pt x="866" y="386"/>
                  </a:lnTo>
                  <a:lnTo>
                    <a:pt x="873" y="391"/>
                  </a:lnTo>
                  <a:lnTo>
                    <a:pt x="894" y="395"/>
                  </a:lnTo>
                  <a:lnTo>
                    <a:pt x="925" y="396"/>
                  </a:lnTo>
                  <a:lnTo>
                    <a:pt x="928" y="391"/>
                  </a:lnTo>
                  <a:lnTo>
                    <a:pt x="945" y="386"/>
                  </a:lnTo>
                  <a:lnTo>
                    <a:pt x="955" y="377"/>
                  </a:lnTo>
                  <a:lnTo>
                    <a:pt x="978" y="370"/>
                  </a:lnTo>
                  <a:lnTo>
                    <a:pt x="996" y="370"/>
                  </a:lnTo>
                  <a:lnTo>
                    <a:pt x="1009" y="368"/>
                  </a:lnTo>
                  <a:lnTo>
                    <a:pt x="1042" y="369"/>
                  </a:lnTo>
                  <a:lnTo>
                    <a:pt x="1069" y="361"/>
                  </a:lnTo>
                  <a:lnTo>
                    <a:pt x="1087" y="360"/>
                  </a:lnTo>
                  <a:lnTo>
                    <a:pt x="1092" y="365"/>
                  </a:lnTo>
                  <a:lnTo>
                    <a:pt x="1111" y="351"/>
                  </a:lnTo>
                  <a:lnTo>
                    <a:pt x="1127" y="351"/>
                  </a:lnTo>
                  <a:lnTo>
                    <a:pt x="1134" y="346"/>
                  </a:lnTo>
                  <a:lnTo>
                    <a:pt x="1161" y="346"/>
                  </a:lnTo>
                  <a:lnTo>
                    <a:pt x="1184" y="351"/>
                  </a:lnTo>
                  <a:lnTo>
                    <a:pt x="1202" y="347"/>
                  </a:lnTo>
                  <a:lnTo>
                    <a:pt x="1210" y="352"/>
                  </a:lnTo>
                  <a:lnTo>
                    <a:pt x="1210" y="364"/>
                  </a:lnTo>
                  <a:lnTo>
                    <a:pt x="1221" y="369"/>
                  </a:lnTo>
                  <a:lnTo>
                    <a:pt x="1236" y="365"/>
                  </a:lnTo>
                  <a:lnTo>
                    <a:pt x="1239" y="354"/>
                  </a:lnTo>
                  <a:lnTo>
                    <a:pt x="1233" y="340"/>
                  </a:lnTo>
                  <a:lnTo>
                    <a:pt x="1218" y="317"/>
                  </a:lnTo>
                  <a:lnTo>
                    <a:pt x="1201" y="311"/>
                  </a:lnTo>
                  <a:lnTo>
                    <a:pt x="1203" y="304"/>
                  </a:lnTo>
                  <a:lnTo>
                    <a:pt x="1202" y="286"/>
                  </a:lnTo>
                  <a:lnTo>
                    <a:pt x="1210" y="267"/>
                  </a:lnTo>
                  <a:lnTo>
                    <a:pt x="1206" y="259"/>
                  </a:lnTo>
                  <a:lnTo>
                    <a:pt x="1190" y="258"/>
                  </a:lnTo>
                  <a:lnTo>
                    <a:pt x="1190" y="242"/>
                  </a:lnTo>
                  <a:lnTo>
                    <a:pt x="1192" y="230"/>
                  </a:lnTo>
                  <a:lnTo>
                    <a:pt x="1186" y="207"/>
                  </a:lnTo>
                  <a:lnTo>
                    <a:pt x="1178" y="195"/>
                  </a:lnTo>
                  <a:lnTo>
                    <a:pt x="1178" y="189"/>
                  </a:lnTo>
                  <a:lnTo>
                    <a:pt x="1197" y="187"/>
                  </a:lnTo>
                  <a:lnTo>
                    <a:pt x="1204" y="172"/>
                  </a:lnTo>
                  <a:lnTo>
                    <a:pt x="1210" y="166"/>
                  </a:lnTo>
                  <a:lnTo>
                    <a:pt x="1203" y="155"/>
                  </a:lnTo>
                  <a:lnTo>
                    <a:pt x="1191" y="144"/>
                  </a:lnTo>
                  <a:lnTo>
                    <a:pt x="1178" y="145"/>
                  </a:lnTo>
                  <a:lnTo>
                    <a:pt x="1157" y="144"/>
                  </a:lnTo>
                  <a:lnTo>
                    <a:pt x="1139" y="133"/>
                  </a:lnTo>
                  <a:lnTo>
                    <a:pt x="1138" y="110"/>
                  </a:lnTo>
                  <a:lnTo>
                    <a:pt x="1142" y="91"/>
                  </a:lnTo>
                  <a:lnTo>
                    <a:pt x="1135" y="78"/>
                  </a:lnTo>
                  <a:lnTo>
                    <a:pt x="1123" y="75"/>
                  </a:lnTo>
                  <a:lnTo>
                    <a:pt x="1122" y="67"/>
                  </a:lnTo>
                  <a:lnTo>
                    <a:pt x="1110" y="56"/>
                  </a:lnTo>
                  <a:lnTo>
                    <a:pt x="1098" y="53"/>
                  </a:lnTo>
                  <a:lnTo>
                    <a:pt x="1070" y="32"/>
                  </a:lnTo>
                  <a:lnTo>
                    <a:pt x="1059" y="30"/>
                  </a:lnTo>
                  <a:lnTo>
                    <a:pt x="1049" y="37"/>
                  </a:lnTo>
                  <a:lnTo>
                    <a:pt x="1041" y="39"/>
                  </a:lnTo>
                  <a:lnTo>
                    <a:pt x="1023" y="32"/>
                  </a:lnTo>
                  <a:lnTo>
                    <a:pt x="1017" y="40"/>
                  </a:lnTo>
                  <a:lnTo>
                    <a:pt x="1010" y="38"/>
                  </a:lnTo>
                  <a:lnTo>
                    <a:pt x="1007" y="26"/>
                  </a:lnTo>
                  <a:lnTo>
                    <a:pt x="999" y="26"/>
                  </a:lnTo>
                  <a:lnTo>
                    <a:pt x="999" y="26"/>
                  </a:lnTo>
                  <a:close/>
                  <a:moveTo>
                    <a:pt x="147" y="420"/>
                  </a:moveTo>
                  <a:lnTo>
                    <a:pt x="152" y="415"/>
                  </a:lnTo>
                  <a:lnTo>
                    <a:pt x="157" y="416"/>
                  </a:lnTo>
                  <a:lnTo>
                    <a:pt x="158" y="420"/>
                  </a:lnTo>
                  <a:lnTo>
                    <a:pt x="153" y="422"/>
                  </a:lnTo>
                  <a:lnTo>
                    <a:pt x="147" y="420"/>
                  </a:lnTo>
                  <a:lnTo>
                    <a:pt x="147" y="420"/>
                  </a:lnTo>
                  <a:close/>
                  <a:moveTo>
                    <a:pt x="0" y="148"/>
                  </a:moveTo>
                  <a:lnTo>
                    <a:pt x="10" y="152"/>
                  </a:lnTo>
                  <a:lnTo>
                    <a:pt x="24" y="148"/>
                  </a:lnTo>
                  <a:lnTo>
                    <a:pt x="26" y="142"/>
                  </a:lnTo>
                  <a:lnTo>
                    <a:pt x="19" y="138"/>
                  </a:lnTo>
                  <a:lnTo>
                    <a:pt x="12" y="143"/>
                  </a:lnTo>
                  <a:lnTo>
                    <a:pt x="2" y="143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4199" y="3158"/>
              <a:ext cx="148" cy="79"/>
            </a:xfrm>
            <a:custGeom>
              <a:avLst/>
              <a:gdLst>
                <a:gd name="T0" fmla="*/ 24 w 148"/>
                <a:gd name="T1" fmla="*/ 76 h 79"/>
                <a:gd name="T2" fmla="*/ 8 w 148"/>
                <a:gd name="T3" fmla="*/ 67 h 79"/>
                <a:gd name="T4" fmla="*/ 0 w 148"/>
                <a:gd name="T5" fmla="*/ 56 h 79"/>
                <a:gd name="T6" fmla="*/ 0 w 148"/>
                <a:gd name="T7" fmla="*/ 43 h 79"/>
                <a:gd name="T8" fmla="*/ 7 w 148"/>
                <a:gd name="T9" fmla="*/ 41 h 79"/>
                <a:gd name="T10" fmla="*/ 16 w 148"/>
                <a:gd name="T11" fmla="*/ 32 h 79"/>
                <a:gd name="T12" fmla="*/ 28 w 148"/>
                <a:gd name="T13" fmla="*/ 37 h 79"/>
                <a:gd name="T14" fmla="*/ 37 w 148"/>
                <a:gd name="T15" fmla="*/ 34 h 79"/>
                <a:gd name="T16" fmla="*/ 41 w 148"/>
                <a:gd name="T17" fmla="*/ 26 h 79"/>
                <a:gd name="T18" fmla="*/ 42 w 148"/>
                <a:gd name="T19" fmla="*/ 18 h 79"/>
                <a:gd name="T20" fmla="*/ 55 w 148"/>
                <a:gd name="T21" fmla="*/ 18 h 79"/>
                <a:gd name="T22" fmla="*/ 69 w 148"/>
                <a:gd name="T23" fmla="*/ 25 h 79"/>
                <a:gd name="T24" fmla="*/ 86 w 148"/>
                <a:gd name="T25" fmla="*/ 24 h 79"/>
                <a:gd name="T26" fmla="*/ 115 w 148"/>
                <a:gd name="T27" fmla="*/ 13 h 79"/>
                <a:gd name="T28" fmla="*/ 136 w 148"/>
                <a:gd name="T29" fmla="*/ 1 h 79"/>
                <a:gd name="T30" fmla="*/ 144 w 148"/>
                <a:gd name="T31" fmla="*/ 0 h 79"/>
                <a:gd name="T32" fmla="*/ 148 w 148"/>
                <a:gd name="T33" fmla="*/ 4 h 79"/>
                <a:gd name="T34" fmla="*/ 141 w 148"/>
                <a:gd name="T35" fmla="*/ 9 h 79"/>
                <a:gd name="T36" fmla="*/ 125 w 148"/>
                <a:gd name="T37" fmla="*/ 18 h 79"/>
                <a:gd name="T38" fmla="*/ 110 w 148"/>
                <a:gd name="T39" fmla="*/ 34 h 79"/>
                <a:gd name="T40" fmla="*/ 115 w 148"/>
                <a:gd name="T41" fmla="*/ 45 h 79"/>
                <a:gd name="T42" fmla="*/ 114 w 148"/>
                <a:gd name="T43" fmla="*/ 56 h 79"/>
                <a:gd name="T44" fmla="*/ 96 w 148"/>
                <a:gd name="T45" fmla="*/ 54 h 79"/>
                <a:gd name="T46" fmla="*/ 87 w 148"/>
                <a:gd name="T47" fmla="*/ 58 h 79"/>
                <a:gd name="T48" fmla="*/ 73 w 148"/>
                <a:gd name="T49" fmla="*/ 70 h 79"/>
                <a:gd name="T50" fmla="*/ 57 w 148"/>
                <a:gd name="T51" fmla="*/ 73 h 79"/>
                <a:gd name="T52" fmla="*/ 49 w 148"/>
                <a:gd name="T53" fmla="*/ 79 h 79"/>
                <a:gd name="T54" fmla="*/ 42 w 148"/>
                <a:gd name="T55" fmla="*/ 75 h 79"/>
                <a:gd name="T56" fmla="*/ 24 w 148"/>
                <a:gd name="T57" fmla="*/ 7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8" h="79">
                  <a:moveTo>
                    <a:pt x="24" y="76"/>
                  </a:moveTo>
                  <a:lnTo>
                    <a:pt x="8" y="67"/>
                  </a:lnTo>
                  <a:lnTo>
                    <a:pt x="0" y="56"/>
                  </a:lnTo>
                  <a:lnTo>
                    <a:pt x="0" y="43"/>
                  </a:lnTo>
                  <a:lnTo>
                    <a:pt x="7" y="41"/>
                  </a:lnTo>
                  <a:lnTo>
                    <a:pt x="16" y="32"/>
                  </a:lnTo>
                  <a:lnTo>
                    <a:pt x="28" y="37"/>
                  </a:lnTo>
                  <a:lnTo>
                    <a:pt x="37" y="34"/>
                  </a:lnTo>
                  <a:lnTo>
                    <a:pt x="41" y="26"/>
                  </a:lnTo>
                  <a:lnTo>
                    <a:pt x="42" y="18"/>
                  </a:lnTo>
                  <a:lnTo>
                    <a:pt x="55" y="18"/>
                  </a:lnTo>
                  <a:lnTo>
                    <a:pt x="69" y="25"/>
                  </a:lnTo>
                  <a:lnTo>
                    <a:pt x="86" y="24"/>
                  </a:lnTo>
                  <a:lnTo>
                    <a:pt x="115" y="13"/>
                  </a:lnTo>
                  <a:lnTo>
                    <a:pt x="136" y="1"/>
                  </a:lnTo>
                  <a:lnTo>
                    <a:pt x="144" y="0"/>
                  </a:lnTo>
                  <a:lnTo>
                    <a:pt x="148" y="4"/>
                  </a:lnTo>
                  <a:lnTo>
                    <a:pt x="141" y="9"/>
                  </a:lnTo>
                  <a:lnTo>
                    <a:pt x="125" y="18"/>
                  </a:lnTo>
                  <a:lnTo>
                    <a:pt x="110" y="34"/>
                  </a:lnTo>
                  <a:lnTo>
                    <a:pt x="115" y="45"/>
                  </a:lnTo>
                  <a:lnTo>
                    <a:pt x="114" y="56"/>
                  </a:lnTo>
                  <a:lnTo>
                    <a:pt x="96" y="54"/>
                  </a:lnTo>
                  <a:lnTo>
                    <a:pt x="87" y="58"/>
                  </a:lnTo>
                  <a:lnTo>
                    <a:pt x="73" y="70"/>
                  </a:lnTo>
                  <a:lnTo>
                    <a:pt x="57" y="73"/>
                  </a:lnTo>
                  <a:lnTo>
                    <a:pt x="49" y="79"/>
                  </a:lnTo>
                  <a:lnTo>
                    <a:pt x="42" y="75"/>
                  </a:lnTo>
                  <a:lnTo>
                    <a:pt x="24" y="76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6"/>
            <p:cNvSpPr>
              <a:spLocks noEditPoints="1"/>
            </p:cNvSpPr>
            <p:nvPr/>
          </p:nvSpPr>
          <p:spPr bwMode="auto">
            <a:xfrm>
              <a:off x="783" y="556"/>
              <a:ext cx="591" cy="341"/>
            </a:xfrm>
            <a:custGeom>
              <a:avLst/>
              <a:gdLst>
                <a:gd name="T0" fmla="*/ 216 w 591"/>
                <a:gd name="T1" fmla="*/ 336 h 341"/>
                <a:gd name="T2" fmla="*/ 189 w 591"/>
                <a:gd name="T3" fmla="*/ 296 h 341"/>
                <a:gd name="T4" fmla="*/ 259 w 591"/>
                <a:gd name="T5" fmla="*/ 326 h 341"/>
                <a:gd name="T6" fmla="*/ 317 w 591"/>
                <a:gd name="T7" fmla="*/ 305 h 341"/>
                <a:gd name="T8" fmla="*/ 368 w 591"/>
                <a:gd name="T9" fmla="*/ 286 h 341"/>
                <a:gd name="T10" fmla="*/ 395 w 591"/>
                <a:gd name="T11" fmla="*/ 278 h 341"/>
                <a:gd name="T12" fmla="*/ 421 w 591"/>
                <a:gd name="T13" fmla="*/ 281 h 341"/>
                <a:gd name="T14" fmla="*/ 497 w 591"/>
                <a:gd name="T15" fmla="*/ 226 h 341"/>
                <a:gd name="T16" fmla="*/ 534 w 591"/>
                <a:gd name="T17" fmla="*/ 223 h 341"/>
                <a:gd name="T18" fmla="*/ 535 w 591"/>
                <a:gd name="T19" fmla="*/ 187 h 341"/>
                <a:gd name="T20" fmla="*/ 572 w 591"/>
                <a:gd name="T21" fmla="*/ 183 h 341"/>
                <a:gd name="T22" fmla="*/ 562 w 591"/>
                <a:gd name="T23" fmla="*/ 132 h 341"/>
                <a:gd name="T24" fmla="*/ 553 w 591"/>
                <a:gd name="T25" fmla="*/ 106 h 341"/>
                <a:gd name="T26" fmla="*/ 531 w 591"/>
                <a:gd name="T27" fmla="*/ 94 h 341"/>
                <a:gd name="T28" fmla="*/ 537 w 591"/>
                <a:gd name="T29" fmla="*/ 50 h 341"/>
                <a:gd name="T30" fmla="*/ 525 w 591"/>
                <a:gd name="T31" fmla="*/ 26 h 341"/>
                <a:gd name="T32" fmla="*/ 498 w 591"/>
                <a:gd name="T33" fmla="*/ 34 h 341"/>
                <a:gd name="T34" fmla="*/ 478 w 591"/>
                <a:gd name="T35" fmla="*/ 20 h 341"/>
                <a:gd name="T36" fmla="*/ 438 w 591"/>
                <a:gd name="T37" fmla="*/ 19 h 341"/>
                <a:gd name="T38" fmla="*/ 413 w 591"/>
                <a:gd name="T39" fmla="*/ 36 h 341"/>
                <a:gd name="T40" fmla="*/ 364 w 591"/>
                <a:gd name="T41" fmla="*/ 37 h 341"/>
                <a:gd name="T42" fmla="*/ 349 w 591"/>
                <a:gd name="T43" fmla="*/ 79 h 341"/>
                <a:gd name="T44" fmla="*/ 321 w 591"/>
                <a:gd name="T45" fmla="*/ 51 h 341"/>
                <a:gd name="T46" fmla="*/ 284 w 591"/>
                <a:gd name="T47" fmla="*/ 70 h 341"/>
                <a:gd name="T48" fmla="*/ 249 w 591"/>
                <a:gd name="T49" fmla="*/ 39 h 341"/>
                <a:gd name="T50" fmla="*/ 232 w 591"/>
                <a:gd name="T51" fmla="*/ 100 h 341"/>
                <a:gd name="T52" fmla="*/ 193 w 591"/>
                <a:gd name="T53" fmla="*/ 117 h 341"/>
                <a:gd name="T54" fmla="*/ 167 w 591"/>
                <a:gd name="T55" fmla="*/ 112 h 341"/>
                <a:gd name="T56" fmla="*/ 161 w 591"/>
                <a:gd name="T57" fmla="*/ 70 h 341"/>
                <a:gd name="T58" fmla="*/ 177 w 591"/>
                <a:gd name="T59" fmla="*/ 45 h 341"/>
                <a:gd name="T60" fmla="*/ 137 w 591"/>
                <a:gd name="T61" fmla="*/ 13 h 341"/>
                <a:gd name="T62" fmla="*/ 83 w 591"/>
                <a:gd name="T63" fmla="*/ 7 h 341"/>
                <a:gd name="T64" fmla="*/ 114 w 591"/>
                <a:gd name="T65" fmla="*/ 13 h 341"/>
                <a:gd name="T66" fmla="*/ 98 w 591"/>
                <a:gd name="T67" fmla="*/ 23 h 341"/>
                <a:gd name="T68" fmla="*/ 119 w 591"/>
                <a:gd name="T69" fmla="*/ 50 h 341"/>
                <a:gd name="T70" fmla="*/ 82 w 591"/>
                <a:gd name="T71" fmla="*/ 26 h 341"/>
                <a:gd name="T72" fmla="*/ 58 w 591"/>
                <a:gd name="T73" fmla="*/ 34 h 341"/>
                <a:gd name="T74" fmla="*/ 64 w 591"/>
                <a:gd name="T75" fmla="*/ 57 h 341"/>
                <a:gd name="T76" fmla="*/ 56 w 591"/>
                <a:gd name="T77" fmla="*/ 73 h 341"/>
                <a:gd name="T78" fmla="*/ 27 w 591"/>
                <a:gd name="T79" fmla="*/ 67 h 341"/>
                <a:gd name="T80" fmla="*/ 18 w 591"/>
                <a:gd name="T81" fmla="*/ 83 h 341"/>
                <a:gd name="T82" fmla="*/ 41 w 591"/>
                <a:gd name="T83" fmla="*/ 111 h 341"/>
                <a:gd name="T84" fmla="*/ 75 w 591"/>
                <a:gd name="T85" fmla="*/ 97 h 341"/>
                <a:gd name="T86" fmla="*/ 109 w 591"/>
                <a:gd name="T87" fmla="*/ 96 h 341"/>
                <a:gd name="T88" fmla="*/ 130 w 591"/>
                <a:gd name="T89" fmla="*/ 97 h 341"/>
                <a:gd name="T90" fmla="*/ 147 w 591"/>
                <a:gd name="T91" fmla="*/ 114 h 341"/>
                <a:gd name="T92" fmla="*/ 100 w 591"/>
                <a:gd name="T93" fmla="*/ 133 h 341"/>
                <a:gd name="T94" fmla="*/ 147 w 591"/>
                <a:gd name="T95" fmla="*/ 137 h 341"/>
                <a:gd name="T96" fmla="*/ 93 w 591"/>
                <a:gd name="T97" fmla="*/ 150 h 341"/>
                <a:gd name="T98" fmla="*/ 82 w 591"/>
                <a:gd name="T99" fmla="*/ 147 h 341"/>
                <a:gd name="T100" fmla="*/ 27 w 591"/>
                <a:gd name="T101" fmla="*/ 151 h 341"/>
                <a:gd name="T102" fmla="*/ 43 w 591"/>
                <a:gd name="T103" fmla="*/ 179 h 341"/>
                <a:gd name="T104" fmla="*/ 103 w 591"/>
                <a:gd name="T105" fmla="*/ 185 h 341"/>
                <a:gd name="T106" fmla="*/ 117 w 591"/>
                <a:gd name="T107" fmla="*/ 211 h 341"/>
                <a:gd name="T108" fmla="*/ 123 w 591"/>
                <a:gd name="T109" fmla="*/ 231 h 341"/>
                <a:gd name="T110" fmla="*/ 137 w 591"/>
                <a:gd name="T111" fmla="*/ 229 h 341"/>
                <a:gd name="T112" fmla="*/ 101 w 591"/>
                <a:gd name="T113" fmla="*/ 250 h 341"/>
                <a:gd name="T114" fmla="*/ 72 w 591"/>
                <a:gd name="T115" fmla="*/ 246 h 341"/>
                <a:gd name="T116" fmla="*/ 91 w 591"/>
                <a:gd name="T117" fmla="*/ 285 h 341"/>
                <a:gd name="T118" fmla="*/ 156 w 591"/>
                <a:gd name="T119" fmla="*/ 285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91" h="341">
                  <a:moveTo>
                    <a:pt x="208" y="341"/>
                  </a:moveTo>
                  <a:lnTo>
                    <a:pt x="203" y="333"/>
                  </a:lnTo>
                  <a:lnTo>
                    <a:pt x="207" y="324"/>
                  </a:lnTo>
                  <a:lnTo>
                    <a:pt x="214" y="323"/>
                  </a:lnTo>
                  <a:lnTo>
                    <a:pt x="216" y="336"/>
                  </a:lnTo>
                  <a:lnTo>
                    <a:pt x="208" y="341"/>
                  </a:lnTo>
                  <a:lnTo>
                    <a:pt x="208" y="341"/>
                  </a:lnTo>
                  <a:close/>
                  <a:moveTo>
                    <a:pt x="176" y="287"/>
                  </a:moveTo>
                  <a:lnTo>
                    <a:pt x="190" y="284"/>
                  </a:lnTo>
                  <a:lnTo>
                    <a:pt x="189" y="296"/>
                  </a:lnTo>
                  <a:lnTo>
                    <a:pt x="204" y="309"/>
                  </a:lnTo>
                  <a:lnTo>
                    <a:pt x="215" y="314"/>
                  </a:lnTo>
                  <a:lnTo>
                    <a:pt x="225" y="306"/>
                  </a:lnTo>
                  <a:lnTo>
                    <a:pt x="237" y="307"/>
                  </a:lnTo>
                  <a:lnTo>
                    <a:pt x="259" y="326"/>
                  </a:lnTo>
                  <a:lnTo>
                    <a:pt x="287" y="325"/>
                  </a:lnTo>
                  <a:lnTo>
                    <a:pt x="297" y="329"/>
                  </a:lnTo>
                  <a:lnTo>
                    <a:pt x="315" y="324"/>
                  </a:lnTo>
                  <a:lnTo>
                    <a:pt x="313" y="310"/>
                  </a:lnTo>
                  <a:lnTo>
                    <a:pt x="317" y="305"/>
                  </a:lnTo>
                  <a:lnTo>
                    <a:pt x="321" y="312"/>
                  </a:lnTo>
                  <a:lnTo>
                    <a:pt x="336" y="316"/>
                  </a:lnTo>
                  <a:lnTo>
                    <a:pt x="351" y="303"/>
                  </a:lnTo>
                  <a:lnTo>
                    <a:pt x="352" y="288"/>
                  </a:lnTo>
                  <a:lnTo>
                    <a:pt x="368" y="286"/>
                  </a:lnTo>
                  <a:lnTo>
                    <a:pt x="362" y="293"/>
                  </a:lnTo>
                  <a:lnTo>
                    <a:pt x="367" y="299"/>
                  </a:lnTo>
                  <a:lnTo>
                    <a:pt x="372" y="293"/>
                  </a:lnTo>
                  <a:lnTo>
                    <a:pt x="382" y="292"/>
                  </a:lnTo>
                  <a:lnTo>
                    <a:pt x="395" y="278"/>
                  </a:lnTo>
                  <a:lnTo>
                    <a:pt x="401" y="281"/>
                  </a:lnTo>
                  <a:lnTo>
                    <a:pt x="405" y="280"/>
                  </a:lnTo>
                  <a:lnTo>
                    <a:pt x="417" y="281"/>
                  </a:lnTo>
                  <a:lnTo>
                    <a:pt x="417" y="284"/>
                  </a:lnTo>
                  <a:lnTo>
                    <a:pt x="421" y="281"/>
                  </a:lnTo>
                  <a:lnTo>
                    <a:pt x="450" y="258"/>
                  </a:lnTo>
                  <a:lnTo>
                    <a:pt x="461" y="245"/>
                  </a:lnTo>
                  <a:lnTo>
                    <a:pt x="493" y="239"/>
                  </a:lnTo>
                  <a:lnTo>
                    <a:pt x="500" y="231"/>
                  </a:lnTo>
                  <a:lnTo>
                    <a:pt x="497" y="226"/>
                  </a:lnTo>
                  <a:lnTo>
                    <a:pt x="498" y="218"/>
                  </a:lnTo>
                  <a:lnTo>
                    <a:pt x="505" y="218"/>
                  </a:lnTo>
                  <a:lnTo>
                    <a:pt x="508" y="227"/>
                  </a:lnTo>
                  <a:lnTo>
                    <a:pt x="525" y="233"/>
                  </a:lnTo>
                  <a:lnTo>
                    <a:pt x="534" y="223"/>
                  </a:lnTo>
                  <a:lnTo>
                    <a:pt x="536" y="216"/>
                  </a:lnTo>
                  <a:lnTo>
                    <a:pt x="532" y="212"/>
                  </a:lnTo>
                  <a:lnTo>
                    <a:pt x="533" y="204"/>
                  </a:lnTo>
                  <a:lnTo>
                    <a:pt x="541" y="202"/>
                  </a:lnTo>
                  <a:lnTo>
                    <a:pt x="535" y="187"/>
                  </a:lnTo>
                  <a:lnTo>
                    <a:pt x="541" y="181"/>
                  </a:lnTo>
                  <a:lnTo>
                    <a:pt x="552" y="188"/>
                  </a:lnTo>
                  <a:lnTo>
                    <a:pt x="554" y="197"/>
                  </a:lnTo>
                  <a:lnTo>
                    <a:pt x="565" y="196"/>
                  </a:lnTo>
                  <a:lnTo>
                    <a:pt x="572" y="183"/>
                  </a:lnTo>
                  <a:lnTo>
                    <a:pt x="568" y="172"/>
                  </a:lnTo>
                  <a:lnTo>
                    <a:pt x="556" y="160"/>
                  </a:lnTo>
                  <a:lnTo>
                    <a:pt x="556" y="149"/>
                  </a:lnTo>
                  <a:lnTo>
                    <a:pt x="563" y="143"/>
                  </a:lnTo>
                  <a:lnTo>
                    <a:pt x="562" y="132"/>
                  </a:lnTo>
                  <a:lnTo>
                    <a:pt x="574" y="127"/>
                  </a:lnTo>
                  <a:lnTo>
                    <a:pt x="584" y="126"/>
                  </a:lnTo>
                  <a:lnTo>
                    <a:pt x="591" y="118"/>
                  </a:lnTo>
                  <a:lnTo>
                    <a:pt x="579" y="108"/>
                  </a:lnTo>
                  <a:lnTo>
                    <a:pt x="553" y="106"/>
                  </a:lnTo>
                  <a:lnTo>
                    <a:pt x="545" y="112"/>
                  </a:lnTo>
                  <a:lnTo>
                    <a:pt x="552" y="100"/>
                  </a:lnTo>
                  <a:lnTo>
                    <a:pt x="550" y="92"/>
                  </a:lnTo>
                  <a:lnTo>
                    <a:pt x="535" y="90"/>
                  </a:lnTo>
                  <a:lnTo>
                    <a:pt x="531" y="94"/>
                  </a:lnTo>
                  <a:lnTo>
                    <a:pt x="526" y="83"/>
                  </a:lnTo>
                  <a:lnTo>
                    <a:pt x="536" y="72"/>
                  </a:lnTo>
                  <a:lnTo>
                    <a:pt x="546" y="69"/>
                  </a:lnTo>
                  <a:lnTo>
                    <a:pt x="544" y="53"/>
                  </a:lnTo>
                  <a:lnTo>
                    <a:pt x="537" y="50"/>
                  </a:lnTo>
                  <a:lnTo>
                    <a:pt x="528" y="56"/>
                  </a:lnTo>
                  <a:lnTo>
                    <a:pt x="517" y="52"/>
                  </a:lnTo>
                  <a:lnTo>
                    <a:pt x="512" y="41"/>
                  </a:lnTo>
                  <a:lnTo>
                    <a:pt x="524" y="36"/>
                  </a:lnTo>
                  <a:lnTo>
                    <a:pt x="525" y="26"/>
                  </a:lnTo>
                  <a:lnTo>
                    <a:pt x="532" y="22"/>
                  </a:lnTo>
                  <a:lnTo>
                    <a:pt x="544" y="19"/>
                  </a:lnTo>
                  <a:lnTo>
                    <a:pt x="531" y="14"/>
                  </a:lnTo>
                  <a:lnTo>
                    <a:pt x="520" y="16"/>
                  </a:lnTo>
                  <a:lnTo>
                    <a:pt x="498" y="34"/>
                  </a:lnTo>
                  <a:lnTo>
                    <a:pt x="495" y="45"/>
                  </a:lnTo>
                  <a:lnTo>
                    <a:pt x="487" y="46"/>
                  </a:lnTo>
                  <a:lnTo>
                    <a:pt x="479" y="34"/>
                  </a:lnTo>
                  <a:lnTo>
                    <a:pt x="484" y="26"/>
                  </a:lnTo>
                  <a:lnTo>
                    <a:pt x="478" y="20"/>
                  </a:lnTo>
                  <a:lnTo>
                    <a:pt x="475" y="10"/>
                  </a:lnTo>
                  <a:lnTo>
                    <a:pt x="463" y="7"/>
                  </a:lnTo>
                  <a:lnTo>
                    <a:pt x="452" y="13"/>
                  </a:lnTo>
                  <a:lnTo>
                    <a:pt x="444" y="10"/>
                  </a:lnTo>
                  <a:lnTo>
                    <a:pt x="438" y="19"/>
                  </a:lnTo>
                  <a:lnTo>
                    <a:pt x="443" y="31"/>
                  </a:lnTo>
                  <a:lnTo>
                    <a:pt x="438" y="40"/>
                  </a:lnTo>
                  <a:lnTo>
                    <a:pt x="425" y="41"/>
                  </a:lnTo>
                  <a:lnTo>
                    <a:pt x="413" y="46"/>
                  </a:lnTo>
                  <a:lnTo>
                    <a:pt x="413" y="36"/>
                  </a:lnTo>
                  <a:lnTo>
                    <a:pt x="405" y="31"/>
                  </a:lnTo>
                  <a:lnTo>
                    <a:pt x="398" y="42"/>
                  </a:lnTo>
                  <a:lnTo>
                    <a:pt x="390" y="57"/>
                  </a:lnTo>
                  <a:lnTo>
                    <a:pt x="377" y="57"/>
                  </a:lnTo>
                  <a:lnTo>
                    <a:pt x="364" y="37"/>
                  </a:lnTo>
                  <a:lnTo>
                    <a:pt x="356" y="39"/>
                  </a:lnTo>
                  <a:lnTo>
                    <a:pt x="351" y="36"/>
                  </a:lnTo>
                  <a:lnTo>
                    <a:pt x="341" y="37"/>
                  </a:lnTo>
                  <a:lnTo>
                    <a:pt x="336" y="57"/>
                  </a:lnTo>
                  <a:lnTo>
                    <a:pt x="349" y="79"/>
                  </a:lnTo>
                  <a:lnTo>
                    <a:pt x="334" y="109"/>
                  </a:lnTo>
                  <a:lnTo>
                    <a:pt x="339" y="83"/>
                  </a:lnTo>
                  <a:lnTo>
                    <a:pt x="326" y="65"/>
                  </a:lnTo>
                  <a:lnTo>
                    <a:pt x="326" y="56"/>
                  </a:lnTo>
                  <a:lnTo>
                    <a:pt x="321" y="51"/>
                  </a:lnTo>
                  <a:lnTo>
                    <a:pt x="322" y="38"/>
                  </a:lnTo>
                  <a:lnTo>
                    <a:pt x="309" y="31"/>
                  </a:lnTo>
                  <a:lnTo>
                    <a:pt x="283" y="46"/>
                  </a:lnTo>
                  <a:lnTo>
                    <a:pt x="279" y="60"/>
                  </a:lnTo>
                  <a:lnTo>
                    <a:pt x="284" y="70"/>
                  </a:lnTo>
                  <a:lnTo>
                    <a:pt x="273" y="85"/>
                  </a:lnTo>
                  <a:lnTo>
                    <a:pt x="262" y="85"/>
                  </a:lnTo>
                  <a:lnTo>
                    <a:pt x="261" y="68"/>
                  </a:lnTo>
                  <a:lnTo>
                    <a:pt x="251" y="64"/>
                  </a:lnTo>
                  <a:lnTo>
                    <a:pt x="249" y="39"/>
                  </a:lnTo>
                  <a:lnTo>
                    <a:pt x="240" y="32"/>
                  </a:lnTo>
                  <a:lnTo>
                    <a:pt x="224" y="45"/>
                  </a:lnTo>
                  <a:lnTo>
                    <a:pt x="226" y="73"/>
                  </a:lnTo>
                  <a:lnTo>
                    <a:pt x="233" y="82"/>
                  </a:lnTo>
                  <a:lnTo>
                    <a:pt x="232" y="100"/>
                  </a:lnTo>
                  <a:lnTo>
                    <a:pt x="224" y="110"/>
                  </a:lnTo>
                  <a:lnTo>
                    <a:pt x="213" y="111"/>
                  </a:lnTo>
                  <a:lnTo>
                    <a:pt x="212" y="96"/>
                  </a:lnTo>
                  <a:lnTo>
                    <a:pt x="199" y="102"/>
                  </a:lnTo>
                  <a:lnTo>
                    <a:pt x="193" y="117"/>
                  </a:lnTo>
                  <a:lnTo>
                    <a:pt x="185" y="122"/>
                  </a:lnTo>
                  <a:lnTo>
                    <a:pt x="185" y="141"/>
                  </a:lnTo>
                  <a:lnTo>
                    <a:pt x="175" y="122"/>
                  </a:lnTo>
                  <a:lnTo>
                    <a:pt x="165" y="121"/>
                  </a:lnTo>
                  <a:lnTo>
                    <a:pt x="167" y="112"/>
                  </a:lnTo>
                  <a:lnTo>
                    <a:pt x="177" y="100"/>
                  </a:lnTo>
                  <a:lnTo>
                    <a:pt x="177" y="91"/>
                  </a:lnTo>
                  <a:lnTo>
                    <a:pt x="162" y="91"/>
                  </a:lnTo>
                  <a:lnTo>
                    <a:pt x="168" y="83"/>
                  </a:lnTo>
                  <a:lnTo>
                    <a:pt x="161" y="70"/>
                  </a:lnTo>
                  <a:lnTo>
                    <a:pt x="170" y="76"/>
                  </a:lnTo>
                  <a:lnTo>
                    <a:pt x="181" y="65"/>
                  </a:lnTo>
                  <a:lnTo>
                    <a:pt x="178" y="58"/>
                  </a:lnTo>
                  <a:lnTo>
                    <a:pt x="165" y="53"/>
                  </a:lnTo>
                  <a:lnTo>
                    <a:pt x="177" y="45"/>
                  </a:lnTo>
                  <a:lnTo>
                    <a:pt x="166" y="35"/>
                  </a:lnTo>
                  <a:lnTo>
                    <a:pt x="159" y="40"/>
                  </a:lnTo>
                  <a:lnTo>
                    <a:pt x="154" y="31"/>
                  </a:lnTo>
                  <a:lnTo>
                    <a:pt x="137" y="23"/>
                  </a:lnTo>
                  <a:lnTo>
                    <a:pt x="137" y="13"/>
                  </a:lnTo>
                  <a:lnTo>
                    <a:pt x="130" y="1"/>
                  </a:lnTo>
                  <a:lnTo>
                    <a:pt x="118" y="4"/>
                  </a:lnTo>
                  <a:lnTo>
                    <a:pt x="103" y="0"/>
                  </a:lnTo>
                  <a:lnTo>
                    <a:pt x="85" y="2"/>
                  </a:lnTo>
                  <a:lnTo>
                    <a:pt x="83" y="7"/>
                  </a:lnTo>
                  <a:lnTo>
                    <a:pt x="88" y="14"/>
                  </a:lnTo>
                  <a:lnTo>
                    <a:pt x="95" y="14"/>
                  </a:lnTo>
                  <a:lnTo>
                    <a:pt x="97" y="8"/>
                  </a:lnTo>
                  <a:lnTo>
                    <a:pt x="107" y="9"/>
                  </a:lnTo>
                  <a:lnTo>
                    <a:pt x="114" y="13"/>
                  </a:lnTo>
                  <a:lnTo>
                    <a:pt x="125" y="16"/>
                  </a:lnTo>
                  <a:lnTo>
                    <a:pt x="120" y="22"/>
                  </a:lnTo>
                  <a:lnTo>
                    <a:pt x="108" y="18"/>
                  </a:lnTo>
                  <a:lnTo>
                    <a:pt x="96" y="19"/>
                  </a:lnTo>
                  <a:lnTo>
                    <a:pt x="98" y="23"/>
                  </a:lnTo>
                  <a:lnTo>
                    <a:pt x="116" y="34"/>
                  </a:lnTo>
                  <a:lnTo>
                    <a:pt x="128" y="47"/>
                  </a:lnTo>
                  <a:lnTo>
                    <a:pt x="125" y="56"/>
                  </a:lnTo>
                  <a:lnTo>
                    <a:pt x="119" y="57"/>
                  </a:lnTo>
                  <a:lnTo>
                    <a:pt x="119" y="50"/>
                  </a:lnTo>
                  <a:lnTo>
                    <a:pt x="105" y="41"/>
                  </a:lnTo>
                  <a:lnTo>
                    <a:pt x="96" y="48"/>
                  </a:lnTo>
                  <a:lnTo>
                    <a:pt x="89" y="46"/>
                  </a:lnTo>
                  <a:lnTo>
                    <a:pt x="93" y="39"/>
                  </a:lnTo>
                  <a:lnTo>
                    <a:pt x="82" y="26"/>
                  </a:lnTo>
                  <a:lnTo>
                    <a:pt x="69" y="21"/>
                  </a:lnTo>
                  <a:lnTo>
                    <a:pt x="59" y="26"/>
                  </a:lnTo>
                  <a:lnTo>
                    <a:pt x="69" y="38"/>
                  </a:lnTo>
                  <a:lnTo>
                    <a:pt x="66" y="44"/>
                  </a:lnTo>
                  <a:lnTo>
                    <a:pt x="58" y="34"/>
                  </a:lnTo>
                  <a:lnTo>
                    <a:pt x="47" y="30"/>
                  </a:lnTo>
                  <a:lnTo>
                    <a:pt x="44" y="38"/>
                  </a:lnTo>
                  <a:lnTo>
                    <a:pt x="52" y="47"/>
                  </a:lnTo>
                  <a:lnTo>
                    <a:pt x="59" y="51"/>
                  </a:lnTo>
                  <a:lnTo>
                    <a:pt x="64" y="57"/>
                  </a:lnTo>
                  <a:lnTo>
                    <a:pt x="52" y="53"/>
                  </a:lnTo>
                  <a:lnTo>
                    <a:pt x="40" y="57"/>
                  </a:lnTo>
                  <a:lnTo>
                    <a:pt x="47" y="67"/>
                  </a:lnTo>
                  <a:lnTo>
                    <a:pt x="65" y="72"/>
                  </a:lnTo>
                  <a:lnTo>
                    <a:pt x="56" y="73"/>
                  </a:lnTo>
                  <a:lnTo>
                    <a:pt x="53" y="76"/>
                  </a:lnTo>
                  <a:lnTo>
                    <a:pt x="56" y="83"/>
                  </a:lnTo>
                  <a:lnTo>
                    <a:pt x="52" y="83"/>
                  </a:lnTo>
                  <a:lnTo>
                    <a:pt x="32" y="68"/>
                  </a:lnTo>
                  <a:lnTo>
                    <a:pt x="27" y="67"/>
                  </a:lnTo>
                  <a:lnTo>
                    <a:pt x="21" y="73"/>
                  </a:lnTo>
                  <a:lnTo>
                    <a:pt x="29" y="86"/>
                  </a:lnTo>
                  <a:lnTo>
                    <a:pt x="34" y="94"/>
                  </a:lnTo>
                  <a:lnTo>
                    <a:pt x="29" y="96"/>
                  </a:lnTo>
                  <a:lnTo>
                    <a:pt x="18" y="83"/>
                  </a:lnTo>
                  <a:lnTo>
                    <a:pt x="7" y="80"/>
                  </a:lnTo>
                  <a:lnTo>
                    <a:pt x="0" y="92"/>
                  </a:lnTo>
                  <a:lnTo>
                    <a:pt x="14" y="97"/>
                  </a:lnTo>
                  <a:lnTo>
                    <a:pt x="25" y="108"/>
                  </a:lnTo>
                  <a:lnTo>
                    <a:pt x="41" y="111"/>
                  </a:lnTo>
                  <a:lnTo>
                    <a:pt x="49" y="99"/>
                  </a:lnTo>
                  <a:lnTo>
                    <a:pt x="64" y="95"/>
                  </a:lnTo>
                  <a:lnTo>
                    <a:pt x="70" y="84"/>
                  </a:lnTo>
                  <a:lnTo>
                    <a:pt x="74" y="91"/>
                  </a:lnTo>
                  <a:lnTo>
                    <a:pt x="75" y="97"/>
                  </a:lnTo>
                  <a:lnTo>
                    <a:pt x="82" y="97"/>
                  </a:lnTo>
                  <a:lnTo>
                    <a:pt x="91" y="92"/>
                  </a:lnTo>
                  <a:lnTo>
                    <a:pt x="93" y="103"/>
                  </a:lnTo>
                  <a:lnTo>
                    <a:pt x="98" y="103"/>
                  </a:lnTo>
                  <a:lnTo>
                    <a:pt x="109" y="96"/>
                  </a:lnTo>
                  <a:lnTo>
                    <a:pt x="112" y="89"/>
                  </a:lnTo>
                  <a:lnTo>
                    <a:pt x="113" y="102"/>
                  </a:lnTo>
                  <a:lnTo>
                    <a:pt x="117" y="101"/>
                  </a:lnTo>
                  <a:lnTo>
                    <a:pt x="131" y="91"/>
                  </a:lnTo>
                  <a:lnTo>
                    <a:pt x="130" y="97"/>
                  </a:lnTo>
                  <a:lnTo>
                    <a:pt x="126" y="106"/>
                  </a:lnTo>
                  <a:lnTo>
                    <a:pt x="132" y="111"/>
                  </a:lnTo>
                  <a:lnTo>
                    <a:pt x="141" y="104"/>
                  </a:lnTo>
                  <a:lnTo>
                    <a:pt x="155" y="111"/>
                  </a:lnTo>
                  <a:lnTo>
                    <a:pt x="147" y="114"/>
                  </a:lnTo>
                  <a:lnTo>
                    <a:pt x="139" y="115"/>
                  </a:lnTo>
                  <a:lnTo>
                    <a:pt x="130" y="121"/>
                  </a:lnTo>
                  <a:lnTo>
                    <a:pt x="119" y="122"/>
                  </a:lnTo>
                  <a:lnTo>
                    <a:pt x="101" y="129"/>
                  </a:lnTo>
                  <a:lnTo>
                    <a:pt x="100" y="133"/>
                  </a:lnTo>
                  <a:lnTo>
                    <a:pt x="123" y="139"/>
                  </a:lnTo>
                  <a:lnTo>
                    <a:pt x="135" y="137"/>
                  </a:lnTo>
                  <a:lnTo>
                    <a:pt x="140" y="130"/>
                  </a:lnTo>
                  <a:lnTo>
                    <a:pt x="148" y="127"/>
                  </a:lnTo>
                  <a:lnTo>
                    <a:pt x="147" y="137"/>
                  </a:lnTo>
                  <a:lnTo>
                    <a:pt x="139" y="146"/>
                  </a:lnTo>
                  <a:lnTo>
                    <a:pt x="116" y="149"/>
                  </a:lnTo>
                  <a:lnTo>
                    <a:pt x="108" y="147"/>
                  </a:lnTo>
                  <a:lnTo>
                    <a:pt x="97" y="155"/>
                  </a:lnTo>
                  <a:lnTo>
                    <a:pt x="93" y="150"/>
                  </a:lnTo>
                  <a:lnTo>
                    <a:pt x="89" y="146"/>
                  </a:lnTo>
                  <a:lnTo>
                    <a:pt x="89" y="141"/>
                  </a:lnTo>
                  <a:lnTo>
                    <a:pt x="82" y="140"/>
                  </a:lnTo>
                  <a:lnTo>
                    <a:pt x="80" y="142"/>
                  </a:lnTo>
                  <a:lnTo>
                    <a:pt x="82" y="147"/>
                  </a:lnTo>
                  <a:lnTo>
                    <a:pt x="72" y="153"/>
                  </a:lnTo>
                  <a:lnTo>
                    <a:pt x="64" y="150"/>
                  </a:lnTo>
                  <a:lnTo>
                    <a:pt x="52" y="150"/>
                  </a:lnTo>
                  <a:lnTo>
                    <a:pt x="41" y="156"/>
                  </a:lnTo>
                  <a:lnTo>
                    <a:pt x="27" y="151"/>
                  </a:lnTo>
                  <a:lnTo>
                    <a:pt x="19" y="154"/>
                  </a:lnTo>
                  <a:lnTo>
                    <a:pt x="12" y="153"/>
                  </a:lnTo>
                  <a:lnTo>
                    <a:pt x="21" y="167"/>
                  </a:lnTo>
                  <a:lnTo>
                    <a:pt x="27" y="177"/>
                  </a:lnTo>
                  <a:lnTo>
                    <a:pt x="43" y="179"/>
                  </a:lnTo>
                  <a:lnTo>
                    <a:pt x="43" y="175"/>
                  </a:lnTo>
                  <a:lnTo>
                    <a:pt x="65" y="180"/>
                  </a:lnTo>
                  <a:lnTo>
                    <a:pt x="91" y="178"/>
                  </a:lnTo>
                  <a:lnTo>
                    <a:pt x="104" y="179"/>
                  </a:lnTo>
                  <a:lnTo>
                    <a:pt x="103" y="185"/>
                  </a:lnTo>
                  <a:lnTo>
                    <a:pt x="94" y="190"/>
                  </a:lnTo>
                  <a:lnTo>
                    <a:pt x="94" y="197"/>
                  </a:lnTo>
                  <a:lnTo>
                    <a:pt x="106" y="205"/>
                  </a:lnTo>
                  <a:lnTo>
                    <a:pt x="109" y="213"/>
                  </a:lnTo>
                  <a:lnTo>
                    <a:pt x="117" y="211"/>
                  </a:lnTo>
                  <a:lnTo>
                    <a:pt x="134" y="201"/>
                  </a:lnTo>
                  <a:lnTo>
                    <a:pt x="131" y="209"/>
                  </a:lnTo>
                  <a:lnTo>
                    <a:pt x="119" y="217"/>
                  </a:lnTo>
                  <a:lnTo>
                    <a:pt x="113" y="225"/>
                  </a:lnTo>
                  <a:lnTo>
                    <a:pt x="123" y="231"/>
                  </a:lnTo>
                  <a:lnTo>
                    <a:pt x="141" y="218"/>
                  </a:lnTo>
                  <a:lnTo>
                    <a:pt x="156" y="222"/>
                  </a:lnTo>
                  <a:lnTo>
                    <a:pt x="159" y="229"/>
                  </a:lnTo>
                  <a:lnTo>
                    <a:pt x="150" y="224"/>
                  </a:lnTo>
                  <a:lnTo>
                    <a:pt x="137" y="229"/>
                  </a:lnTo>
                  <a:lnTo>
                    <a:pt x="127" y="236"/>
                  </a:lnTo>
                  <a:lnTo>
                    <a:pt x="115" y="236"/>
                  </a:lnTo>
                  <a:lnTo>
                    <a:pt x="114" y="245"/>
                  </a:lnTo>
                  <a:lnTo>
                    <a:pt x="108" y="252"/>
                  </a:lnTo>
                  <a:lnTo>
                    <a:pt x="101" y="250"/>
                  </a:lnTo>
                  <a:lnTo>
                    <a:pt x="93" y="255"/>
                  </a:lnTo>
                  <a:lnTo>
                    <a:pt x="89" y="247"/>
                  </a:lnTo>
                  <a:lnTo>
                    <a:pt x="78" y="240"/>
                  </a:lnTo>
                  <a:lnTo>
                    <a:pt x="77" y="246"/>
                  </a:lnTo>
                  <a:lnTo>
                    <a:pt x="72" y="246"/>
                  </a:lnTo>
                  <a:lnTo>
                    <a:pt x="75" y="260"/>
                  </a:lnTo>
                  <a:lnTo>
                    <a:pt x="81" y="263"/>
                  </a:lnTo>
                  <a:lnTo>
                    <a:pt x="77" y="266"/>
                  </a:lnTo>
                  <a:lnTo>
                    <a:pt x="75" y="285"/>
                  </a:lnTo>
                  <a:lnTo>
                    <a:pt x="91" y="285"/>
                  </a:lnTo>
                  <a:lnTo>
                    <a:pt x="94" y="281"/>
                  </a:lnTo>
                  <a:lnTo>
                    <a:pt x="104" y="286"/>
                  </a:lnTo>
                  <a:lnTo>
                    <a:pt x="127" y="288"/>
                  </a:lnTo>
                  <a:lnTo>
                    <a:pt x="143" y="278"/>
                  </a:lnTo>
                  <a:lnTo>
                    <a:pt x="156" y="285"/>
                  </a:lnTo>
                  <a:lnTo>
                    <a:pt x="165" y="279"/>
                  </a:lnTo>
                  <a:lnTo>
                    <a:pt x="168" y="285"/>
                  </a:lnTo>
                  <a:lnTo>
                    <a:pt x="176" y="287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986174" y="1294803"/>
            <a:ext cx="4819394" cy="3571805"/>
            <a:chOff x="1750444" y="1874521"/>
            <a:chExt cx="5228153" cy="4022358"/>
          </a:xfrm>
        </p:grpSpPr>
        <p:sp>
          <p:nvSpPr>
            <p:cNvPr id="49" name="TextBox 48"/>
            <p:cNvSpPr txBox="1"/>
            <p:nvPr/>
          </p:nvSpPr>
          <p:spPr>
            <a:xfrm>
              <a:off x="1750444" y="1874521"/>
              <a:ext cx="49073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Iceland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988805" y="5042209"/>
              <a:ext cx="422915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Spain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64444" y="4987779"/>
              <a:ext cx="537689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Portugal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16316" y="4694433"/>
              <a:ext cx="522037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Andorra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34644" y="3968148"/>
              <a:ext cx="535949" cy="17330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Luxembourg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94817" y="5688919"/>
              <a:ext cx="483780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Cyprus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16962" y="5141290"/>
              <a:ext cx="47334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Turkey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912605" y="3932274"/>
              <a:ext cx="511603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Ukraine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305792" y="3254145"/>
              <a:ext cx="563772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Lithuania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89768" y="3193535"/>
              <a:ext cx="565511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Denmark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06398" y="2133516"/>
              <a:ext cx="487258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Finland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504709" y="1914759"/>
              <a:ext cx="518559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Sweden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940942" y="2447998"/>
              <a:ext cx="50638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Norway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586145" y="3529122"/>
              <a:ext cx="475085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Ireland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59033" y="3591769"/>
              <a:ext cx="544645" cy="28074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United</a:t>
              </a:r>
              <a:br>
                <a:rPr lang="en-GB" sz="6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kingdom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397347" y="4384692"/>
              <a:ext cx="553338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Romania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80327" y="4872934"/>
              <a:ext cx="492474" cy="17330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Macedonia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018756" y="3677943"/>
              <a:ext cx="560294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Germany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433291" y="4337439"/>
              <a:ext cx="476824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France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543350" y="3617785"/>
              <a:ext cx="603769" cy="19063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Netherlands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888170" y="3601071"/>
              <a:ext cx="475085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Poland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606771" y="3469590"/>
              <a:ext cx="504647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Belarus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359531" y="3038701"/>
              <a:ext cx="44030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Latvia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389225" y="2776714"/>
              <a:ext cx="497692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Estonia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648175" y="3859322"/>
              <a:ext cx="469868" cy="19063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Belgium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060840" y="5473475"/>
              <a:ext cx="49073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Greece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456433" y="4732479"/>
              <a:ext cx="530733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Bulgaria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876501" y="4263542"/>
              <a:ext cx="535949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Hungary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427434" y="3936092"/>
              <a:ext cx="82461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Czech Republic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909909" y="4306701"/>
              <a:ext cx="536860" cy="18231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lIns="0" tIns="36000" rIns="0" bIns="36000" rtlCol="0">
              <a:no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Switzerland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818359" y="4209167"/>
              <a:ext cx="541166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Moldova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705367" y="4586711"/>
              <a:ext cx="532471" cy="21489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Bosnia</a:t>
              </a:r>
              <a:br>
                <a:rPr lang="en-GB" sz="4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Herzegovina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469240" y="4229717"/>
              <a:ext cx="483780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Austria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336771" y="4371266"/>
              <a:ext cx="535949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Slovenia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925316" y="4059376"/>
              <a:ext cx="535949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Slovakia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019400" y="4965267"/>
              <a:ext cx="396832" cy="1733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Albania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137754" y="4634067"/>
              <a:ext cx="369009" cy="17330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Serbia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229884" y="4552883"/>
              <a:ext cx="367270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Italy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679614" y="4439235"/>
              <a:ext cx="494214" cy="2079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Croatia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707311" y="4846594"/>
              <a:ext cx="523776" cy="15943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400" dirty="0">
                  <a:solidFill>
                    <a:srgbClr val="000000"/>
                  </a:solidFill>
                  <a:cs typeface="HelveticaNeueLT Std"/>
                </a:rPr>
                <a:t>Montenegro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382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Europe </a:t>
            </a:r>
            <a:r>
              <a:rPr lang="en-GB" dirty="0" smtClean="0"/>
              <a:t>without 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794214" y="429492"/>
            <a:ext cx="5560336" cy="4284518"/>
            <a:chOff x="783" y="3"/>
            <a:chExt cx="4197" cy="3234"/>
          </a:xfrm>
          <a:solidFill>
            <a:schemeClr val="bg1"/>
          </a:solidFill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2573" y="1443"/>
              <a:ext cx="422" cy="300"/>
            </a:xfrm>
            <a:custGeom>
              <a:avLst/>
              <a:gdLst>
                <a:gd name="T0" fmla="*/ 334 w 429"/>
                <a:gd name="T1" fmla="*/ 294 h 305"/>
                <a:gd name="T2" fmla="*/ 340 w 429"/>
                <a:gd name="T3" fmla="*/ 271 h 305"/>
                <a:gd name="T4" fmla="*/ 310 w 429"/>
                <a:gd name="T5" fmla="*/ 272 h 305"/>
                <a:gd name="T6" fmla="*/ 310 w 429"/>
                <a:gd name="T7" fmla="*/ 288 h 305"/>
                <a:gd name="T8" fmla="*/ 405 w 429"/>
                <a:gd name="T9" fmla="*/ 239 h 305"/>
                <a:gd name="T10" fmla="*/ 405 w 429"/>
                <a:gd name="T11" fmla="*/ 211 h 305"/>
                <a:gd name="T12" fmla="*/ 272 w 429"/>
                <a:gd name="T13" fmla="*/ 183 h 305"/>
                <a:gd name="T14" fmla="*/ 229 w 429"/>
                <a:gd name="T15" fmla="*/ 232 h 305"/>
                <a:gd name="T16" fmla="*/ 194 w 429"/>
                <a:gd name="T17" fmla="*/ 214 h 305"/>
                <a:gd name="T18" fmla="*/ 196 w 429"/>
                <a:gd name="T19" fmla="*/ 182 h 305"/>
                <a:gd name="T20" fmla="*/ 215 w 429"/>
                <a:gd name="T21" fmla="*/ 182 h 305"/>
                <a:gd name="T22" fmla="*/ 238 w 429"/>
                <a:gd name="T23" fmla="*/ 181 h 305"/>
                <a:gd name="T24" fmla="*/ 247 w 429"/>
                <a:gd name="T25" fmla="*/ 155 h 305"/>
                <a:gd name="T26" fmla="*/ 264 w 429"/>
                <a:gd name="T27" fmla="*/ 192 h 305"/>
                <a:gd name="T28" fmla="*/ 264 w 429"/>
                <a:gd name="T29" fmla="*/ 218 h 305"/>
                <a:gd name="T30" fmla="*/ 238 w 429"/>
                <a:gd name="T31" fmla="*/ 244 h 305"/>
                <a:gd name="T32" fmla="*/ 264 w 429"/>
                <a:gd name="T33" fmla="*/ 243 h 305"/>
                <a:gd name="T34" fmla="*/ 196 w 429"/>
                <a:gd name="T35" fmla="*/ 246 h 305"/>
                <a:gd name="T36" fmla="*/ 228 w 429"/>
                <a:gd name="T37" fmla="*/ 250 h 305"/>
                <a:gd name="T38" fmla="*/ 237 w 429"/>
                <a:gd name="T39" fmla="*/ 268 h 305"/>
                <a:gd name="T40" fmla="*/ 224 w 429"/>
                <a:gd name="T41" fmla="*/ 275 h 305"/>
                <a:gd name="T42" fmla="*/ 188 w 429"/>
                <a:gd name="T43" fmla="*/ 261 h 305"/>
                <a:gd name="T44" fmla="*/ 147 w 429"/>
                <a:gd name="T45" fmla="*/ 184 h 305"/>
                <a:gd name="T46" fmla="*/ 158 w 429"/>
                <a:gd name="T47" fmla="*/ 182 h 305"/>
                <a:gd name="T48" fmla="*/ 155 w 429"/>
                <a:gd name="T49" fmla="*/ 255 h 305"/>
                <a:gd name="T50" fmla="*/ 162 w 429"/>
                <a:gd name="T51" fmla="*/ 257 h 305"/>
                <a:gd name="T52" fmla="*/ 171 w 429"/>
                <a:gd name="T53" fmla="*/ 230 h 305"/>
                <a:gd name="T54" fmla="*/ 154 w 429"/>
                <a:gd name="T55" fmla="*/ 201 h 305"/>
                <a:gd name="T56" fmla="*/ 144 w 429"/>
                <a:gd name="T57" fmla="*/ 245 h 305"/>
                <a:gd name="T58" fmla="*/ 106 w 429"/>
                <a:gd name="T59" fmla="*/ 214 h 305"/>
                <a:gd name="T60" fmla="*/ 185 w 429"/>
                <a:gd name="T61" fmla="*/ 36 h 305"/>
                <a:gd name="T62" fmla="*/ 41 w 429"/>
                <a:gd name="T63" fmla="*/ 90 h 305"/>
                <a:gd name="T64" fmla="*/ 49 w 429"/>
                <a:gd name="T65" fmla="*/ 99 h 305"/>
                <a:gd name="T66" fmla="*/ 38 w 429"/>
                <a:gd name="T67" fmla="*/ 84 h 305"/>
                <a:gd name="T68" fmla="*/ 90 w 429"/>
                <a:gd name="T69" fmla="*/ 74 h 305"/>
                <a:gd name="T70" fmla="*/ 131 w 429"/>
                <a:gd name="T71" fmla="*/ 72 h 305"/>
                <a:gd name="T72" fmla="*/ 141 w 429"/>
                <a:gd name="T73" fmla="*/ 21 h 305"/>
                <a:gd name="T74" fmla="*/ 114 w 429"/>
                <a:gd name="T75" fmla="*/ 24 h 305"/>
                <a:gd name="T76" fmla="*/ 73 w 429"/>
                <a:gd name="T77" fmla="*/ 59 h 305"/>
                <a:gd name="T78" fmla="*/ 27 w 429"/>
                <a:gd name="T79" fmla="*/ 69 h 305"/>
                <a:gd name="T80" fmla="*/ 24 w 429"/>
                <a:gd name="T81" fmla="*/ 94 h 305"/>
                <a:gd name="T82" fmla="*/ 100 w 429"/>
                <a:gd name="T83" fmla="*/ 246 h 305"/>
                <a:gd name="T84" fmla="*/ 94 w 429"/>
                <a:gd name="T85" fmla="*/ 224 h 305"/>
                <a:gd name="T86" fmla="*/ 115 w 429"/>
                <a:gd name="T87" fmla="*/ 191 h 305"/>
                <a:gd name="T88" fmla="*/ 138 w 429"/>
                <a:gd name="T89" fmla="*/ 175 h 305"/>
                <a:gd name="T90" fmla="*/ 152 w 429"/>
                <a:gd name="T91" fmla="*/ 138 h 305"/>
                <a:gd name="T92" fmla="*/ 174 w 429"/>
                <a:gd name="T93" fmla="*/ 139 h 305"/>
                <a:gd name="T94" fmla="*/ 144 w 429"/>
                <a:gd name="T95" fmla="*/ 122 h 305"/>
                <a:gd name="T96" fmla="*/ 128 w 429"/>
                <a:gd name="T97" fmla="*/ 96 h 305"/>
                <a:gd name="T98" fmla="*/ 85 w 429"/>
                <a:gd name="T99" fmla="*/ 81 h 305"/>
                <a:gd name="T100" fmla="*/ 78 w 429"/>
                <a:gd name="T101" fmla="*/ 103 h 305"/>
                <a:gd name="T102" fmla="*/ 66 w 429"/>
                <a:gd name="T103" fmla="*/ 117 h 305"/>
                <a:gd name="T104" fmla="*/ 60 w 429"/>
                <a:gd name="T105" fmla="*/ 93 h 305"/>
                <a:gd name="T106" fmla="*/ 35 w 429"/>
                <a:gd name="T107" fmla="*/ 115 h 305"/>
                <a:gd name="T108" fmla="*/ 21 w 429"/>
                <a:gd name="T109" fmla="*/ 130 h 305"/>
                <a:gd name="T110" fmla="*/ 9 w 429"/>
                <a:gd name="T111" fmla="*/ 152 h 305"/>
                <a:gd name="T112" fmla="*/ 8 w 429"/>
                <a:gd name="T113" fmla="*/ 186 h 305"/>
                <a:gd name="T114" fmla="*/ 35 w 429"/>
                <a:gd name="T115" fmla="*/ 216 h 305"/>
                <a:gd name="T116" fmla="*/ 53 w 429"/>
                <a:gd name="T117" fmla="*/ 247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9" h="305">
                  <a:moveTo>
                    <a:pt x="307" y="297"/>
                  </a:moveTo>
                  <a:cubicBezTo>
                    <a:pt x="311" y="301"/>
                    <a:pt x="311" y="301"/>
                    <a:pt x="311" y="301"/>
                  </a:cubicBezTo>
                  <a:cubicBezTo>
                    <a:pt x="325" y="305"/>
                    <a:pt x="325" y="305"/>
                    <a:pt x="325" y="305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42" y="297"/>
                    <a:pt x="342" y="297"/>
                    <a:pt x="342" y="297"/>
                  </a:cubicBezTo>
                  <a:cubicBezTo>
                    <a:pt x="343" y="291"/>
                    <a:pt x="343" y="291"/>
                    <a:pt x="343" y="291"/>
                  </a:cubicBezTo>
                  <a:cubicBezTo>
                    <a:pt x="337" y="282"/>
                    <a:pt x="337" y="282"/>
                    <a:pt x="337" y="282"/>
                  </a:cubicBezTo>
                  <a:cubicBezTo>
                    <a:pt x="340" y="271"/>
                    <a:pt x="340" y="271"/>
                    <a:pt x="340" y="271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25" y="272"/>
                    <a:pt x="325" y="272"/>
                    <a:pt x="325" y="272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0" y="272"/>
                    <a:pt x="310" y="272"/>
                    <a:pt x="310" y="272"/>
                  </a:cubicBezTo>
                  <a:cubicBezTo>
                    <a:pt x="311" y="280"/>
                    <a:pt x="311" y="280"/>
                    <a:pt x="311" y="280"/>
                  </a:cubicBezTo>
                  <a:cubicBezTo>
                    <a:pt x="322" y="280"/>
                    <a:pt x="322" y="280"/>
                    <a:pt x="322" y="280"/>
                  </a:cubicBezTo>
                  <a:cubicBezTo>
                    <a:pt x="319" y="284"/>
                    <a:pt x="319" y="284"/>
                    <a:pt x="319" y="284"/>
                  </a:cubicBezTo>
                  <a:cubicBezTo>
                    <a:pt x="310" y="288"/>
                    <a:pt x="310" y="288"/>
                    <a:pt x="310" y="288"/>
                  </a:cubicBezTo>
                  <a:cubicBezTo>
                    <a:pt x="307" y="297"/>
                    <a:pt x="307" y="297"/>
                    <a:pt x="307" y="297"/>
                  </a:cubicBezTo>
                  <a:close/>
                  <a:moveTo>
                    <a:pt x="405" y="211"/>
                  </a:moveTo>
                  <a:cubicBezTo>
                    <a:pt x="401" y="227"/>
                    <a:pt x="401" y="227"/>
                    <a:pt x="401" y="227"/>
                  </a:cubicBezTo>
                  <a:cubicBezTo>
                    <a:pt x="405" y="239"/>
                    <a:pt x="405" y="239"/>
                    <a:pt x="405" y="239"/>
                  </a:cubicBezTo>
                  <a:cubicBezTo>
                    <a:pt x="426" y="246"/>
                    <a:pt x="426" y="246"/>
                    <a:pt x="426" y="246"/>
                  </a:cubicBezTo>
                  <a:cubicBezTo>
                    <a:pt x="429" y="235"/>
                    <a:pt x="429" y="235"/>
                    <a:pt x="429" y="235"/>
                  </a:cubicBezTo>
                  <a:cubicBezTo>
                    <a:pt x="417" y="218"/>
                    <a:pt x="417" y="218"/>
                    <a:pt x="417" y="218"/>
                  </a:cubicBezTo>
                  <a:cubicBezTo>
                    <a:pt x="405" y="211"/>
                    <a:pt x="405" y="211"/>
                    <a:pt x="405" y="211"/>
                  </a:cubicBezTo>
                  <a:close/>
                  <a:moveTo>
                    <a:pt x="272" y="183"/>
                  </a:moveTo>
                  <a:cubicBezTo>
                    <a:pt x="267" y="196"/>
                    <a:pt x="267" y="196"/>
                    <a:pt x="267" y="196"/>
                  </a:cubicBezTo>
                  <a:cubicBezTo>
                    <a:pt x="276" y="199"/>
                    <a:pt x="276" y="199"/>
                    <a:pt x="276" y="199"/>
                  </a:cubicBezTo>
                  <a:cubicBezTo>
                    <a:pt x="272" y="183"/>
                    <a:pt x="272" y="183"/>
                    <a:pt x="272" y="183"/>
                  </a:cubicBezTo>
                  <a:close/>
                  <a:moveTo>
                    <a:pt x="238" y="244"/>
                  </a:moveTo>
                  <a:cubicBezTo>
                    <a:pt x="228" y="245"/>
                    <a:pt x="228" y="245"/>
                    <a:pt x="228" y="245"/>
                  </a:cubicBezTo>
                  <a:cubicBezTo>
                    <a:pt x="223" y="238"/>
                    <a:pt x="223" y="238"/>
                    <a:pt x="223" y="238"/>
                  </a:cubicBezTo>
                  <a:cubicBezTo>
                    <a:pt x="229" y="232"/>
                    <a:pt x="229" y="232"/>
                    <a:pt x="229" y="232"/>
                  </a:cubicBezTo>
                  <a:cubicBezTo>
                    <a:pt x="226" y="226"/>
                    <a:pt x="226" y="226"/>
                    <a:pt x="226" y="226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02" y="222"/>
                    <a:pt x="202" y="222"/>
                    <a:pt x="202" y="222"/>
                  </a:cubicBezTo>
                  <a:cubicBezTo>
                    <a:pt x="194" y="214"/>
                    <a:pt x="194" y="214"/>
                    <a:pt x="194" y="214"/>
                  </a:cubicBezTo>
                  <a:cubicBezTo>
                    <a:pt x="195" y="201"/>
                    <a:pt x="195" y="201"/>
                    <a:pt x="195" y="201"/>
                  </a:cubicBezTo>
                  <a:cubicBezTo>
                    <a:pt x="190" y="193"/>
                    <a:pt x="190" y="193"/>
                    <a:pt x="190" y="193"/>
                  </a:cubicBezTo>
                  <a:cubicBezTo>
                    <a:pt x="188" y="184"/>
                    <a:pt x="188" y="184"/>
                    <a:pt x="188" y="184"/>
                  </a:cubicBezTo>
                  <a:cubicBezTo>
                    <a:pt x="196" y="182"/>
                    <a:pt x="196" y="182"/>
                    <a:pt x="196" y="182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8" y="169"/>
                    <a:pt x="208" y="169"/>
                    <a:pt x="208" y="169"/>
                  </a:cubicBezTo>
                  <a:cubicBezTo>
                    <a:pt x="214" y="176"/>
                    <a:pt x="214" y="176"/>
                    <a:pt x="214" y="176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30" y="186"/>
                    <a:pt x="230" y="186"/>
                    <a:pt x="230" y="186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27" y="175"/>
                    <a:pt x="227" y="175"/>
                    <a:pt x="227" y="175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9" y="159"/>
                    <a:pt x="229" y="159"/>
                    <a:pt x="229" y="159"/>
                  </a:cubicBezTo>
                  <a:cubicBezTo>
                    <a:pt x="247" y="155"/>
                    <a:pt x="247" y="155"/>
                    <a:pt x="247" y="155"/>
                  </a:cubicBezTo>
                  <a:cubicBezTo>
                    <a:pt x="263" y="154"/>
                    <a:pt x="263" y="154"/>
                    <a:pt x="263" y="15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4" y="192"/>
                    <a:pt x="264" y="192"/>
                    <a:pt x="264" y="192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9" y="203"/>
                    <a:pt x="249" y="203"/>
                    <a:pt x="249" y="203"/>
                  </a:cubicBezTo>
                  <a:cubicBezTo>
                    <a:pt x="262" y="210"/>
                    <a:pt x="262" y="210"/>
                    <a:pt x="262" y="210"/>
                  </a:cubicBezTo>
                  <a:cubicBezTo>
                    <a:pt x="264" y="218"/>
                    <a:pt x="264" y="218"/>
                    <a:pt x="264" y="218"/>
                  </a:cubicBezTo>
                  <a:cubicBezTo>
                    <a:pt x="257" y="224"/>
                    <a:pt x="257" y="224"/>
                    <a:pt x="257" y="224"/>
                  </a:cubicBezTo>
                  <a:cubicBezTo>
                    <a:pt x="243" y="229"/>
                    <a:pt x="243" y="229"/>
                    <a:pt x="243" y="229"/>
                  </a:cubicBezTo>
                  <a:cubicBezTo>
                    <a:pt x="244" y="238"/>
                    <a:pt x="244" y="238"/>
                    <a:pt x="244" y="238"/>
                  </a:cubicBezTo>
                  <a:cubicBezTo>
                    <a:pt x="238" y="244"/>
                    <a:pt x="238" y="244"/>
                    <a:pt x="238" y="244"/>
                  </a:cubicBezTo>
                  <a:close/>
                  <a:moveTo>
                    <a:pt x="246" y="248"/>
                  </a:moveTo>
                  <a:cubicBezTo>
                    <a:pt x="248" y="252"/>
                    <a:pt x="248" y="252"/>
                    <a:pt x="248" y="252"/>
                  </a:cubicBezTo>
                  <a:cubicBezTo>
                    <a:pt x="255" y="244"/>
                    <a:pt x="255" y="244"/>
                    <a:pt x="255" y="244"/>
                  </a:cubicBezTo>
                  <a:cubicBezTo>
                    <a:pt x="264" y="243"/>
                    <a:pt x="264" y="243"/>
                    <a:pt x="264" y="243"/>
                  </a:cubicBezTo>
                  <a:cubicBezTo>
                    <a:pt x="262" y="236"/>
                    <a:pt x="262" y="236"/>
                    <a:pt x="262" y="236"/>
                  </a:cubicBezTo>
                  <a:cubicBezTo>
                    <a:pt x="252" y="240"/>
                    <a:pt x="252" y="240"/>
                    <a:pt x="252" y="240"/>
                  </a:cubicBezTo>
                  <a:cubicBezTo>
                    <a:pt x="246" y="248"/>
                    <a:pt x="246" y="248"/>
                    <a:pt x="246" y="248"/>
                  </a:cubicBezTo>
                  <a:close/>
                  <a:moveTo>
                    <a:pt x="196" y="246"/>
                  </a:moveTo>
                  <a:cubicBezTo>
                    <a:pt x="208" y="262"/>
                    <a:pt x="208" y="262"/>
                    <a:pt x="208" y="262"/>
                  </a:cubicBezTo>
                  <a:cubicBezTo>
                    <a:pt x="217" y="260"/>
                    <a:pt x="217" y="260"/>
                    <a:pt x="217" y="260"/>
                  </a:cubicBezTo>
                  <a:cubicBezTo>
                    <a:pt x="223" y="260"/>
                    <a:pt x="223" y="260"/>
                    <a:pt x="223" y="260"/>
                  </a:cubicBezTo>
                  <a:cubicBezTo>
                    <a:pt x="228" y="250"/>
                    <a:pt x="228" y="250"/>
                    <a:pt x="228" y="250"/>
                  </a:cubicBezTo>
                  <a:cubicBezTo>
                    <a:pt x="239" y="251"/>
                    <a:pt x="239" y="251"/>
                    <a:pt x="239" y="251"/>
                  </a:cubicBezTo>
                  <a:cubicBezTo>
                    <a:pt x="241" y="249"/>
                    <a:pt x="241" y="249"/>
                    <a:pt x="241" y="24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37" y="268"/>
                    <a:pt x="237" y="268"/>
                    <a:pt x="237" y="26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5" y="277"/>
                    <a:pt x="235" y="277"/>
                    <a:pt x="235" y="277"/>
                  </a:cubicBezTo>
                  <a:cubicBezTo>
                    <a:pt x="231" y="267"/>
                    <a:pt x="231" y="267"/>
                    <a:pt x="231" y="267"/>
                  </a:cubicBezTo>
                  <a:cubicBezTo>
                    <a:pt x="224" y="275"/>
                    <a:pt x="224" y="275"/>
                    <a:pt x="224" y="275"/>
                  </a:cubicBezTo>
                  <a:cubicBezTo>
                    <a:pt x="205" y="276"/>
                    <a:pt x="205" y="276"/>
                    <a:pt x="205" y="276"/>
                  </a:cubicBezTo>
                  <a:cubicBezTo>
                    <a:pt x="186" y="270"/>
                    <a:pt x="186" y="270"/>
                    <a:pt x="186" y="270"/>
                  </a:cubicBezTo>
                  <a:cubicBezTo>
                    <a:pt x="181" y="263"/>
                    <a:pt x="181" y="263"/>
                    <a:pt x="181" y="263"/>
                  </a:cubicBezTo>
                  <a:cubicBezTo>
                    <a:pt x="188" y="261"/>
                    <a:pt x="188" y="261"/>
                    <a:pt x="188" y="261"/>
                  </a:cubicBezTo>
                  <a:cubicBezTo>
                    <a:pt x="184" y="255"/>
                    <a:pt x="184" y="255"/>
                    <a:pt x="184" y="255"/>
                  </a:cubicBezTo>
                  <a:cubicBezTo>
                    <a:pt x="189" y="248"/>
                    <a:pt x="189" y="248"/>
                    <a:pt x="189" y="248"/>
                  </a:cubicBezTo>
                  <a:cubicBezTo>
                    <a:pt x="196" y="246"/>
                    <a:pt x="196" y="246"/>
                    <a:pt x="196" y="246"/>
                  </a:cubicBezTo>
                  <a:close/>
                  <a:moveTo>
                    <a:pt x="147" y="184"/>
                  </a:moveTo>
                  <a:cubicBezTo>
                    <a:pt x="154" y="175"/>
                    <a:pt x="154" y="175"/>
                    <a:pt x="154" y="175"/>
                  </a:cubicBezTo>
                  <a:cubicBezTo>
                    <a:pt x="154" y="158"/>
                    <a:pt x="154" y="158"/>
                    <a:pt x="154" y="158"/>
                  </a:cubicBezTo>
                  <a:cubicBezTo>
                    <a:pt x="159" y="174"/>
                    <a:pt x="159" y="174"/>
                    <a:pt x="159" y="174"/>
                  </a:cubicBezTo>
                  <a:cubicBezTo>
                    <a:pt x="158" y="182"/>
                    <a:pt x="158" y="182"/>
                    <a:pt x="158" y="182"/>
                  </a:cubicBezTo>
                  <a:cubicBezTo>
                    <a:pt x="147" y="184"/>
                    <a:pt x="147" y="184"/>
                    <a:pt x="147" y="184"/>
                  </a:cubicBezTo>
                  <a:close/>
                  <a:moveTo>
                    <a:pt x="140" y="250"/>
                  </a:moveTo>
                  <a:cubicBezTo>
                    <a:pt x="151" y="259"/>
                    <a:pt x="151" y="259"/>
                    <a:pt x="151" y="259"/>
                  </a:cubicBezTo>
                  <a:cubicBezTo>
                    <a:pt x="155" y="255"/>
                    <a:pt x="155" y="255"/>
                    <a:pt x="155" y="255"/>
                  </a:cubicBezTo>
                  <a:cubicBezTo>
                    <a:pt x="140" y="250"/>
                    <a:pt x="140" y="250"/>
                    <a:pt x="140" y="250"/>
                  </a:cubicBezTo>
                  <a:close/>
                  <a:moveTo>
                    <a:pt x="171" y="230"/>
                  </a:moveTo>
                  <a:cubicBezTo>
                    <a:pt x="168" y="247"/>
                    <a:pt x="168" y="247"/>
                    <a:pt x="168" y="24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5" y="263"/>
                    <a:pt x="165" y="263"/>
                    <a:pt x="165" y="263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80" y="239"/>
                    <a:pt x="180" y="239"/>
                    <a:pt x="180" y="239"/>
                  </a:cubicBezTo>
                  <a:cubicBezTo>
                    <a:pt x="180" y="239"/>
                    <a:pt x="170" y="230"/>
                    <a:pt x="171" y="230"/>
                  </a:cubicBezTo>
                  <a:close/>
                  <a:moveTo>
                    <a:pt x="109" y="199"/>
                  </a:moveTo>
                  <a:cubicBezTo>
                    <a:pt x="130" y="195"/>
                    <a:pt x="130" y="195"/>
                    <a:pt x="130" y="195"/>
                  </a:cubicBezTo>
                  <a:cubicBezTo>
                    <a:pt x="144" y="202"/>
                    <a:pt x="144" y="202"/>
                    <a:pt x="144" y="202"/>
                  </a:cubicBezTo>
                  <a:cubicBezTo>
                    <a:pt x="154" y="201"/>
                    <a:pt x="154" y="201"/>
                    <a:pt x="154" y="201"/>
                  </a:cubicBezTo>
                  <a:cubicBezTo>
                    <a:pt x="162" y="218"/>
                    <a:pt x="162" y="218"/>
                    <a:pt x="162" y="218"/>
                  </a:cubicBezTo>
                  <a:cubicBezTo>
                    <a:pt x="166" y="228"/>
                    <a:pt x="166" y="228"/>
                    <a:pt x="166" y="228"/>
                  </a:cubicBezTo>
                  <a:cubicBezTo>
                    <a:pt x="158" y="243"/>
                    <a:pt x="158" y="243"/>
                    <a:pt x="158" y="243"/>
                  </a:cubicBezTo>
                  <a:cubicBezTo>
                    <a:pt x="144" y="245"/>
                    <a:pt x="144" y="245"/>
                    <a:pt x="144" y="245"/>
                  </a:cubicBezTo>
                  <a:cubicBezTo>
                    <a:pt x="137" y="241"/>
                    <a:pt x="137" y="241"/>
                    <a:pt x="137" y="241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13" y="227"/>
                    <a:pt x="113" y="227"/>
                    <a:pt x="113" y="227"/>
                  </a:cubicBezTo>
                  <a:cubicBezTo>
                    <a:pt x="106" y="214"/>
                    <a:pt x="106" y="214"/>
                    <a:pt x="106" y="214"/>
                  </a:cubicBezTo>
                  <a:cubicBezTo>
                    <a:pt x="109" y="199"/>
                    <a:pt x="109" y="199"/>
                    <a:pt x="109" y="199"/>
                  </a:cubicBezTo>
                  <a:close/>
                  <a:moveTo>
                    <a:pt x="164" y="44"/>
                  </a:moveTo>
                  <a:cubicBezTo>
                    <a:pt x="170" y="36"/>
                    <a:pt x="170" y="36"/>
                    <a:pt x="170" y="36"/>
                  </a:cubicBezTo>
                  <a:cubicBezTo>
                    <a:pt x="185" y="36"/>
                    <a:pt x="185" y="36"/>
                    <a:pt x="185" y="36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64" y="44"/>
                    <a:pt x="164" y="44"/>
                    <a:pt x="164" y="44"/>
                  </a:cubicBezTo>
                  <a:close/>
                  <a:moveTo>
                    <a:pt x="43" y="102"/>
                  </a:moveTo>
                  <a:cubicBezTo>
                    <a:pt x="41" y="90"/>
                    <a:pt x="41" y="90"/>
                    <a:pt x="41" y="90"/>
                  </a:cubicBezTo>
                  <a:cubicBezTo>
                    <a:pt x="51" y="81"/>
                    <a:pt x="51" y="81"/>
                    <a:pt x="51" y="8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49" y="99"/>
                    <a:pt x="49" y="99"/>
                    <a:pt x="49" y="99"/>
                  </a:cubicBezTo>
                  <a:cubicBezTo>
                    <a:pt x="43" y="102"/>
                    <a:pt x="43" y="102"/>
                    <a:pt x="43" y="102"/>
                  </a:cubicBezTo>
                  <a:close/>
                  <a:moveTo>
                    <a:pt x="38" y="108"/>
                  </a:moveTo>
                  <a:cubicBezTo>
                    <a:pt x="35" y="92"/>
                    <a:pt x="35" y="92"/>
                    <a:pt x="35" y="92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31" y="72"/>
                    <a:pt x="131" y="72"/>
                    <a:pt x="131" y="72"/>
                  </a:cubicBezTo>
                  <a:cubicBezTo>
                    <a:pt x="144" y="51"/>
                    <a:pt x="144" y="51"/>
                    <a:pt x="144" y="51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51" y="5"/>
                    <a:pt x="151" y="5"/>
                    <a:pt x="151" y="5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31" y="17"/>
                    <a:pt x="131" y="17"/>
                    <a:pt x="131" y="17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58" y="59"/>
                    <a:pt x="58" y="59"/>
                    <a:pt x="58" y="59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38" y="108"/>
                    <a:pt x="38" y="108"/>
                    <a:pt x="38" y="108"/>
                  </a:cubicBezTo>
                  <a:close/>
                  <a:moveTo>
                    <a:pt x="97" y="255"/>
                  </a:moveTo>
                  <a:cubicBezTo>
                    <a:pt x="96" y="254"/>
                    <a:pt x="96" y="254"/>
                    <a:pt x="96" y="254"/>
                  </a:cubicBezTo>
                  <a:cubicBezTo>
                    <a:pt x="100" y="246"/>
                    <a:pt x="100" y="246"/>
                    <a:pt x="100" y="246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5" y="238"/>
                    <a:pt x="85" y="238"/>
                    <a:pt x="85" y="238"/>
                  </a:cubicBezTo>
                  <a:cubicBezTo>
                    <a:pt x="86" y="230"/>
                    <a:pt x="86" y="230"/>
                    <a:pt x="86" y="230"/>
                  </a:cubicBezTo>
                  <a:cubicBezTo>
                    <a:pt x="94" y="224"/>
                    <a:pt x="94" y="224"/>
                    <a:pt x="94" y="224"/>
                  </a:cubicBezTo>
                  <a:cubicBezTo>
                    <a:pt x="95" y="214"/>
                    <a:pt x="95" y="214"/>
                    <a:pt x="95" y="214"/>
                  </a:cubicBezTo>
                  <a:cubicBezTo>
                    <a:pt x="88" y="211"/>
                    <a:pt x="88" y="211"/>
                    <a:pt x="88" y="211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09" y="187"/>
                    <a:pt x="109" y="187"/>
                    <a:pt x="109" y="187"/>
                  </a:cubicBezTo>
                  <a:cubicBezTo>
                    <a:pt x="119" y="177"/>
                    <a:pt x="119" y="177"/>
                    <a:pt x="119" y="177"/>
                  </a:cubicBezTo>
                  <a:cubicBezTo>
                    <a:pt x="124" y="180"/>
                    <a:pt x="124" y="180"/>
                    <a:pt x="124" y="180"/>
                  </a:cubicBezTo>
                  <a:cubicBezTo>
                    <a:pt x="138" y="175"/>
                    <a:pt x="138" y="175"/>
                    <a:pt x="138" y="175"/>
                  </a:cubicBezTo>
                  <a:cubicBezTo>
                    <a:pt x="138" y="159"/>
                    <a:pt x="138" y="159"/>
                    <a:pt x="138" y="159"/>
                  </a:cubicBezTo>
                  <a:cubicBezTo>
                    <a:pt x="132" y="147"/>
                    <a:pt x="132" y="147"/>
                    <a:pt x="132" y="147"/>
                  </a:cubicBezTo>
                  <a:cubicBezTo>
                    <a:pt x="140" y="140"/>
                    <a:pt x="140" y="140"/>
                    <a:pt x="140" y="140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160" y="147"/>
                    <a:pt x="160" y="147"/>
                    <a:pt x="160" y="147"/>
                  </a:cubicBezTo>
                  <a:cubicBezTo>
                    <a:pt x="164" y="144"/>
                    <a:pt x="164" y="144"/>
                    <a:pt x="164" y="144"/>
                  </a:cubicBezTo>
                  <a:cubicBezTo>
                    <a:pt x="169" y="145"/>
                    <a:pt x="169" y="145"/>
                    <a:pt x="169" y="145"/>
                  </a:cubicBezTo>
                  <a:cubicBezTo>
                    <a:pt x="174" y="139"/>
                    <a:pt x="174" y="139"/>
                    <a:pt x="174" y="139"/>
                  </a:cubicBezTo>
                  <a:cubicBezTo>
                    <a:pt x="178" y="129"/>
                    <a:pt x="178" y="129"/>
                    <a:pt x="178" y="129"/>
                  </a:cubicBezTo>
                  <a:cubicBezTo>
                    <a:pt x="166" y="117"/>
                    <a:pt x="166" y="117"/>
                    <a:pt x="166" y="117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36" y="114"/>
                    <a:pt x="136" y="114"/>
                    <a:pt x="136" y="114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28" y="96"/>
                    <a:pt x="128" y="96"/>
                    <a:pt x="128" y="96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15" y="76"/>
                    <a:pt x="115" y="76"/>
                    <a:pt x="115" y="76"/>
                  </a:cubicBezTo>
                  <a:cubicBezTo>
                    <a:pt x="95" y="77"/>
                    <a:pt x="95" y="77"/>
                    <a:pt x="95" y="77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69" y="84"/>
                    <a:pt x="69" y="84"/>
                    <a:pt x="69" y="84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88" y="115"/>
                    <a:pt x="88" y="115"/>
                    <a:pt x="88" y="115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56" y="115"/>
                    <a:pt x="56" y="115"/>
                    <a:pt x="56" y="115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24" y="115"/>
                    <a:pt x="24" y="115"/>
                    <a:pt x="24" y="115"/>
                  </a:cubicBezTo>
                  <a:cubicBezTo>
                    <a:pt x="16" y="111"/>
                    <a:pt x="16" y="111"/>
                    <a:pt x="16" y="111"/>
                  </a:cubicBezTo>
                  <a:cubicBezTo>
                    <a:pt x="7" y="120"/>
                    <a:pt x="7" y="120"/>
                    <a:pt x="7" y="120"/>
                  </a:cubicBezTo>
                  <a:cubicBezTo>
                    <a:pt x="21" y="130"/>
                    <a:pt x="21" y="130"/>
                    <a:pt x="21" y="130"/>
                  </a:cubicBezTo>
                  <a:cubicBezTo>
                    <a:pt x="21" y="142"/>
                    <a:pt x="21" y="142"/>
                    <a:pt x="21" y="142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7" y="137"/>
                    <a:pt x="7" y="137"/>
                    <a:pt x="7" y="137"/>
                  </a:cubicBezTo>
                  <a:cubicBezTo>
                    <a:pt x="9" y="152"/>
                    <a:pt x="9" y="152"/>
                    <a:pt x="9" y="152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8" y="209"/>
                    <a:pt x="8" y="209"/>
                    <a:pt x="8" y="209"/>
                  </a:cubicBezTo>
                  <a:cubicBezTo>
                    <a:pt x="19" y="204"/>
                    <a:pt x="19" y="204"/>
                    <a:pt x="19" y="204"/>
                  </a:cubicBezTo>
                  <a:cubicBezTo>
                    <a:pt x="35" y="216"/>
                    <a:pt x="35" y="216"/>
                    <a:pt x="35" y="216"/>
                  </a:cubicBezTo>
                  <a:cubicBezTo>
                    <a:pt x="38" y="235"/>
                    <a:pt x="38" y="235"/>
                    <a:pt x="38" y="235"/>
                  </a:cubicBezTo>
                  <a:cubicBezTo>
                    <a:pt x="32" y="238"/>
                    <a:pt x="32" y="238"/>
                    <a:pt x="32" y="238"/>
                  </a:cubicBezTo>
                  <a:cubicBezTo>
                    <a:pt x="35" y="248"/>
                    <a:pt x="35" y="248"/>
                    <a:pt x="35" y="248"/>
                  </a:cubicBezTo>
                  <a:cubicBezTo>
                    <a:pt x="53" y="247"/>
                    <a:pt x="53" y="247"/>
                    <a:pt x="53" y="247"/>
                  </a:cubicBezTo>
                  <a:cubicBezTo>
                    <a:pt x="78" y="253"/>
                    <a:pt x="78" y="253"/>
                    <a:pt x="78" y="253"/>
                  </a:cubicBezTo>
                  <a:cubicBezTo>
                    <a:pt x="85" y="257"/>
                    <a:pt x="85" y="257"/>
                    <a:pt x="85" y="257"/>
                  </a:cubicBezTo>
                  <a:lnTo>
                    <a:pt x="97" y="25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2361" y="3"/>
              <a:ext cx="1360" cy="1428"/>
            </a:xfrm>
            <a:custGeom>
              <a:avLst/>
              <a:gdLst>
                <a:gd name="T0" fmla="*/ 1325 w 1381"/>
                <a:gd name="T1" fmla="*/ 181 h 1449"/>
                <a:gd name="T2" fmla="*/ 1370 w 1381"/>
                <a:gd name="T3" fmla="*/ 101 h 1449"/>
                <a:gd name="T4" fmla="*/ 1267 w 1381"/>
                <a:gd name="T5" fmla="*/ 65 h 1449"/>
                <a:gd name="T6" fmla="*/ 1208 w 1381"/>
                <a:gd name="T7" fmla="*/ 67 h 1449"/>
                <a:gd name="T8" fmla="*/ 1167 w 1381"/>
                <a:gd name="T9" fmla="*/ 1 h 1449"/>
                <a:gd name="T10" fmla="*/ 1122 w 1381"/>
                <a:gd name="T11" fmla="*/ 91 h 1449"/>
                <a:gd name="T12" fmla="*/ 1035 w 1381"/>
                <a:gd name="T13" fmla="*/ 131 h 1449"/>
                <a:gd name="T14" fmla="*/ 991 w 1381"/>
                <a:gd name="T15" fmla="*/ 49 h 1449"/>
                <a:gd name="T16" fmla="*/ 955 w 1381"/>
                <a:gd name="T17" fmla="*/ 154 h 1449"/>
                <a:gd name="T18" fmla="*/ 874 w 1381"/>
                <a:gd name="T19" fmla="*/ 166 h 1449"/>
                <a:gd name="T20" fmla="*/ 786 w 1381"/>
                <a:gd name="T21" fmla="*/ 246 h 1449"/>
                <a:gd name="T22" fmla="*/ 754 w 1381"/>
                <a:gd name="T23" fmla="*/ 270 h 1449"/>
                <a:gd name="T24" fmla="*/ 676 w 1381"/>
                <a:gd name="T25" fmla="*/ 270 h 1449"/>
                <a:gd name="T26" fmla="*/ 609 w 1381"/>
                <a:gd name="T27" fmla="*/ 355 h 1449"/>
                <a:gd name="T28" fmla="*/ 602 w 1381"/>
                <a:gd name="T29" fmla="*/ 395 h 1449"/>
                <a:gd name="T30" fmla="*/ 533 w 1381"/>
                <a:gd name="T31" fmla="*/ 441 h 1449"/>
                <a:gd name="T32" fmla="*/ 545 w 1381"/>
                <a:gd name="T33" fmla="*/ 494 h 1449"/>
                <a:gd name="T34" fmla="*/ 474 w 1381"/>
                <a:gd name="T35" fmla="*/ 560 h 1449"/>
                <a:gd name="T36" fmla="*/ 464 w 1381"/>
                <a:gd name="T37" fmla="*/ 613 h 1449"/>
                <a:gd name="T38" fmla="*/ 437 w 1381"/>
                <a:gd name="T39" fmla="*/ 697 h 1449"/>
                <a:gd name="T40" fmla="*/ 362 w 1381"/>
                <a:gd name="T41" fmla="*/ 781 h 1449"/>
                <a:gd name="T42" fmla="*/ 275 w 1381"/>
                <a:gd name="T43" fmla="*/ 879 h 1449"/>
                <a:gd name="T44" fmla="*/ 376 w 1381"/>
                <a:gd name="T45" fmla="*/ 870 h 1449"/>
                <a:gd name="T46" fmla="*/ 250 w 1381"/>
                <a:gd name="T47" fmla="*/ 904 h 1449"/>
                <a:gd name="T48" fmla="*/ 214 w 1381"/>
                <a:gd name="T49" fmla="*/ 962 h 1449"/>
                <a:gd name="T50" fmla="*/ 158 w 1381"/>
                <a:gd name="T51" fmla="*/ 978 h 1449"/>
                <a:gd name="T52" fmla="*/ 129 w 1381"/>
                <a:gd name="T53" fmla="*/ 1029 h 1449"/>
                <a:gd name="T54" fmla="*/ 22 w 1381"/>
                <a:gd name="T55" fmla="*/ 1041 h 1449"/>
                <a:gd name="T56" fmla="*/ 39 w 1381"/>
                <a:gd name="T57" fmla="*/ 1104 h 1449"/>
                <a:gd name="T58" fmla="*/ 106 w 1381"/>
                <a:gd name="T59" fmla="*/ 1125 h 1449"/>
                <a:gd name="T60" fmla="*/ 130 w 1381"/>
                <a:gd name="T61" fmla="*/ 1152 h 1449"/>
                <a:gd name="T62" fmla="*/ 35 w 1381"/>
                <a:gd name="T63" fmla="*/ 1185 h 1449"/>
                <a:gd name="T64" fmla="*/ 125 w 1381"/>
                <a:gd name="T65" fmla="*/ 1205 h 1449"/>
                <a:gd name="T66" fmla="*/ 58 w 1381"/>
                <a:gd name="T67" fmla="*/ 1289 h 1449"/>
                <a:gd name="T68" fmla="*/ 98 w 1381"/>
                <a:gd name="T69" fmla="*/ 1356 h 1449"/>
                <a:gd name="T70" fmla="*/ 162 w 1381"/>
                <a:gd name="T71" fmla="*/ 1449 h 1449"/>
                <a:gd name="T72" fmla="*/ 286 w 1381"/>
                <a:gd name="T73" fmla="*/ 1341 h 1449"/>
                <a:gd name="T74" fmla="*/ 339 w 1381"/>
                <a:gd name="T75" fmla="*/ 1303 h 1449"/>
                <a:gd name="T76" fmla="*/ 425 w 1381"/>
                <a:gd name="T77" fmla="*/ 1346 h 1449"/>
                <a:gd name="T78" fmla="*/ 431 w 1381"/>
                <a:gd name="T79" fmla="*/ 1018 h 1449"/>
                <a:gd name="T80" fmla="*/ 524 w 1381"/>
                <a:gd name="T81" fmla="*/ 612 h 1449"/>
                <a:gd name="T82" fmla="*/ 696 w 1381"/>
                <a:gd name="T83" fmla="*/ 378 h 1449"/>
                <a:gd name="T84" fmla="*/ 817 w 1381"/>
                <a:gd name="T85" fmla="*/ 279 h 1449"/>
                <a:gd name="T86" fmla="*/ 1054 w 1381"/>
                <a:gd name="T87" fmla="*/ 308 h 1449"/>
                <a:gd name="T88" fmla="*/ 1212 w 1381"/>
                <a:gd name="T89" fmla="*/ 147 h 1449"/>
                <a:gd name="T90" fmla="*/ 48 w 1381"/>
                <a:gd name="T91" fmla="*/ 1251 h 1449"/>
                <a:gd name="T92" fmla="*/ 20 w 1381"/>
                <a:gd name="T93" fmla="*/ 1224 h 1449"/>
                <a:gd name="T94" fmla="*/ 61 w 1381"/>
                <a:gd name="T95" fmla="*/ 1029 h 1449"/>
                <a:gd name="T96" fmla="*/ 238 w 1381"/>
                <a:gd name="T97" fmla="*/ 891 h 1449"/>
                <a:gd name="T98" fmla="*/ 402 w 1381"/>
                <a:gd name="T99" fmla="*/ 673 h 1449"/>
                <a:gd name="T100" fmla="*/ 418 w 1381"/>
                <a:gd name="T101" fmla="*/ 455 h 1449"/>
                <a:gd name="T102" fmla="*/ 509 w 1381"/>
                <a:gd name="T103" fmla="*/ 347 h 1449"/>
                <a:gd name="T104" fmla="*/ 550 w 1381"/>
                <a:gd name="T105" fmla="*/ 299 h 1449"/>
                <a:gd name="T106" fmla="*/ 544 w 1381"/>
                <a:gd name="T107" fmla="*/ 336 h 1449"/>
                <a:gd name="T108" fmla="*/ 676 w 1381"/>
                <a:gd name="T109" fmla="*/ 244 h 1449"/>
                <a:gd name="T110" fmla="*/ 676 w 1381"/>
                <a:gd name="T111" fmla="*/ 244 h 1449"/>
                <a:gd name="T112" fmla="*/ 752 w 1381"/>
                <a:gd name="T113" fmla="*/ 186 h 1449"/>
                <a:gd name="T114" fmla="*/ 777 w 1381"/>
                <a:gd name="T115" fmla="*/ 145 h 1449"/>
                <a:gd name="T116" fmla="*/ 950 w 1381"/>
                <a:gd name="T117" fmla="*/ 92 h 1449"/>
                <a:gd name="T118" fmla="*/ 951 w 1381"/>
                <a:gd name="T119" fmla="*/ 66 h 1449"/>
                <a:gd name="T120" fmla="*/ 1084 w 1381"/>
                <a:gd name="T121" fmla="*/ 19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81" h="1449">
                  <a:moveTo>
                    <a:pt x="1281" y="261"/>
                  </a:moveTo>
                  <a:cubicBezTo>
                    <a:pt x="1289" y="259"/>
                    <a:pt x="1289" y="259"/>
                    <a:pt x="1289" y="259"/>
                  </a:cubicBezTo>
                  <a:cubicBezTo>
                    <a:pt x="1289" y="238"/>
                    <a:pt x="1289" y="238"/>
                    <a:pt x="1289" y="238"/>
                  </a:cubicBezTo>
                  <a:cubicBezTo>
                    <a:pt x="1307" y="222"/>
                    <a:pt x="1307" y="222"/>
                    <a:pt x="1307" y="222"/>
                  </a:cubicBezTo>
                  <a:cubicBezTo>
                    <a:pt x="1324" y="220"/>
                    <a:pt x="1324" y="220"/>
                    <a:pt x="1324" y="220"/>
                  </a:cubicBezTo>
                  <a:cubicBezTo>
                    <a:pt x="1334" y="207"/>
                    <a:pt x="1334" y="207"/>
                    <a:pt x="1334" y="207"/>
                  </a:cubicBezTo>
                  <a:cubicBezTo>
                    <a:pt x="1333" y="189"/>
                    <a:pt x="1333" y="189"/>
                    <a:pt x="1333" y="189"/>
                  </a:cubicBezTo>
                  <a:cubicBezTo>
                    <a:pt x="1344" y="188"/>
                    <a:pt x="1344" y="188"/>
                    <a:pt x="1344" y="188"/>
                  </a:cubicBezTo>
                  <a:cubicBezTo>
                    <a:pt x="1358" y="193"/>
                    <a:pt x="1358" y="193"/>
                    <a:pt x="1358" y="193"/>
                  </a:cubicBezTo>
                  <a:cubicBezTo>
                    <a:pt x="1366" y="184"/>
                    <a:pt x="1366" y="184"/>
                    <a:pt x="1366" y="184"/>
                  </a:cubicBezTo>
                  <a:cubicBezTo>
                    <a:pt x="1365" y="171"/>
                    <a:pt x="1365" y="171"/>
                    <a:pt x="1365" y="171"/>
                  </a:cubicBezTo>
                  <a:cubicBezTo>
                    <a:pt x="1362" y="171"/>
                    <a:pt x="1362" y="171"/>
                    <a:pt x="1362" y="171"/>
                  </a:cubicBezTo>
                  <a:cubicBezTo>
                    <a:pt x="1352" y="164"/>
                    <a:pt x="1352" y="164"/>
                    <a:pt x="1352" y="164"/>
                  </a:cubicBezTo>
                  <a:cubicBezTo>
                    <a:pt x="1347" y="164"/>
                    <a:pt x="1347" y="164"/>
                    <a:pt x="1347" y="164"/>
                  </a:cubicBezTo>
                  <a:cubicBezTo>
                    <a:pt x="1342" y="166"/>
                    <a:pt x="1342" y="166"/>
                    <a:pt x="1342" y="166"/>
                  </a:cubicBezTo>
                  <a:cubicBezTo>
                    <a:pt x="1341" y="173"/>
                    <a:pt x="1341" y="173"/>
                    <a:pt x="1341" y="173"/>
                  </a:cubicBezTo>
                  <a:cubicBezTo>
                    <a:pt x="1336" y="169"/>
                    <a:pt x="1336" y="169"/>
                    <a:pt x="1336" y="169"/>
                  </a:cubicBezTo>
                  <a:cubicBezTo>
                    <a:pt x="1333" y="162"/>
                    <a:pt x="1333" y="162"/>
                    <a:pt x="1333" y="162"/>
                  </a:cubicBezTo>
                  <a:cubicBezTo>
                    <a:pt x="1325" y="161"/>
                    <a:pt x="1325" y="161"/>
                    <a:pt x="1325" y="161"/>
                  </a:cubicBezTo>
                  <a:cubicBezTo>
                    <a:pt x="1327" y="168"/>
                    <a:pt x="1327" y="168"/>
                    <a:pt x="1327" y="168"/>
                  </a:cubicBezTo>
                  <a:cubicBezTo>
                    <a:pt x="1325" y="181"/>
                    <a:pt x="1325" y="181"/>
                    <a:pt x="1325" y="181"/>
                  </a:cubicBezTo>
                  <a:cubicBezTo>
                    <a:pt x="1320" y="178"/>
                    <a:pt x="1320" y="178"/>
                    <a:pt x="1320" y="178"/>
                  </a:cubicBezTo>
                  <a:cubicBezTo>
                    <a:pt x="1314" y="170"/>
                    <a:pt x="1314" y="170"/>
                    <a:pt x="1314" y="170"/>
                  </a:cubicBezTo>
                  <a:cubicBezTo>
                    <a:pt x="1304" y="176"/>
                    <a:pt x="1304" y="176"/>
                    <a:pt x="1304" y="176"/>
                  </a:cubicBezTo>
                  <a:cubicBezTo>
                    <a:pt x="1301" y="182"/>
                    <a:pt x="1301" y="182"/>
                    <a:pt x="1301" y="182"/>
                  </a:cubicBezTo>
                  <a:cubicBezTo>
                    <a:pt x="1298" y="172"/>
                    <a:pt x="1298" y="172"/>
                    <a:pt x="1298" y="172"/>
                  </a:cubicBezTo>
                  <a:cubicBezTo>
                    <a:pt x="1294" y="159"/>
                    <a:pt x="1294" y="159"/>
                    <a:pt x="1294" y="159"/>
                  </a:cubicBezTo>
                  <a:cubicBezTo>
                    <a:pt x="1289" y="158"/>
                    <a:pt x="1289" y="158"/>
                    <a:pt x="1289" y="158"/>
                  </a:cubicBezTo>
                  <a:cubicBezTo>
                    <a:pt x="1284" y="145"/>
                    <a:pt x="1284" y="145"/>
                    <a:pt x="1284" y="145"/>
                  </a:cubicBezTo>
                  <a:cubicBezTo>
                    <a:pt x="1278" y="142"/>
                    <a:pt x="1278" y="142"/>
                    <a:pt x="1278" y="142"/>
                  </a:cubicBezTo>
                  <a:cubicBezTo>
                    <a:pt x="1267" y="144"/>
                    <a:pt x="1267" y="144"/>
                    <a:pt x="1267" y="144"/>
                  </a:cubicBezTo>
                  <a:cubicBezTo>
                    <a:pt x="1257" y="140"/>
                    <a:pt x="1257" y="140"/>
                    <a:pt x="1257" y="140"/>
                  </a:cubicBezTo>
                  <a:cubicBezTo>
                    <a:pt x="1242" y="138"/>
                    <a:pt x="1242" y="138"/>
                    <a:pt x="1242" y="138"/>
                  </a:cubicBezTo>
                  <a:cubicBezTo>
                    <a:pt x="1234" y="129"/>
                    <a:pt x="1234" y="129"/>
                    <a:pt x="1234" y="129"/>
                  </a:cubicBezTo>
                  <a:cubicBezTo>
                    <a:pt x="1237" y="126"/>
                    <a:pt x="1237" y="126"/>
                    <a:pt x="1237" y="126"/>
                  </a:cubicBezTo>
                  <a:cubicBezTo>
                    <a:pt x="1256" y="131"/>
                    <a:pt x="1256" y="131"/>
                    <a:pt x="1256" y="131"/>
                  </a:cubicBezTo>
                  <a:cubicBezTo>
                    <a:pt x="1273" y="129"/>
                    <a:pt x="1273" y="129"/>
                    <a:pt x="1273" y="129"/>
                  </a:cubicBezTo>
                  <a:cubicBezTo>
                    <a:pt x="1287" y="132"/>
                    <a:pt x="1287" y="132"/>
                    <a:pt x="1287" y="132"/>
                  </a:cubicBezTo>
                  <a:cubicBezTo>
                    <a:pt x="1314" y="135"/>
                    <a:pt x="1314" y="135"/>
                    <a:pt x="1314" y="135"/>
                  </a:cubicBezTo>
                  <a:cubicBezTo>
                    <a:pt x="1332" y="129"/>
                    <a:pt x="1332" y="129"/>
                    <a:pt x="1332" y="129"/>
                  </a:cubicBezTo>
                  <a:cubicBezTo>
                    <a:pt x="1344" y="107"/>
                    <a:pt x="1344" y="107"/>
                    <a:pt x="1344" y="107"/>
                  </a:cubicBezTo>
                  <a:cubicBezTo>
                    <a:pt x="1370" y="101"/>
                    <a:pt x="1370" y="101"/>
                    <a:pt x="1370" y="101"/>
                  </a:cubicBezTo>
                  <a:cubicBezTo>
                    <a:pt x="1381" y="93"/>
                    <a:pt x="1381" y="93"/>
                    <a:pt x="1381" y="93"/>
                  </a:cubicBezTo>
                  <a:cubicBezTo>
                    <a:pt x="1381" y="89"/>
                    <a:pt x="1381" y="89"/>
                    <a:pt x="1381" y="89"/>
                  </a:cubicBezTo>
                  <a:cubicBezTo>
                    <a:pt x="1372" y="87"/>
                    <a:pt x="1372" y="87"/>
                    <a:pt x="1372" y="87"/>
                  </a:cubicBezTo>
                  <a:cubicBezTo>
                    <a:pt x="1370" y="82"/>
                    <a:pt x="1370" y="82"/>
                    <a:pt x="1370" y="82"/>
                  </a:cubicBezTo>
                  <a:cubicBezTo>
                    <a:pt x="1360" y="79"/>
                    <a:pt x="1360" y="79"/>
                    <a:pt x="1360" y="79"/>
                  </a:cubicBezTo>
                  <a:cubicBezTo>
                    <a:pt x="1349" y="81"/>
                    <a:pt x="1349" y="81"/>
                    <a:pt x="1349" y="81"/>
                  </a:cubicBezTo>
                  <a:cubicBezTo>
                    <a:pt x="1332" y="68"/>
                    <a:pt x="1332" y="68"/>
                    <a:pt x="1332" y="68"/>
                  </a:cubicBezTo>
                  <a:cubicBezTo>
                    <a:pt x="1323" y="68"/>
                    <a:pt x="1323" y="68"/>
                    <a:pt x="1323" y="68"/>
                  </a:cubicBezTo>
                  <a:cubicBezTo>
                    <a:pt x="1312" y="79"/>
                    <a:pt x="1312" y="79"/>
                    <a:pt x="1312" y="79"/>
                  </a:cubicBezTo>
                  <a:cubicBezTo>
                    <a:pt x="1305" y="79"/>
                    <a:pt x="1305" y="79"/>
                    <a:pt x="1305" y="79"/>
                  </a:cubicBezTo>
                  <a:cubicBezTo>
                    <a:pt x="1303" y="75"/>
                    <a:pt x="1303" y="75"/>
                    <a:pt x="1303" y="75"/>
                  </a:cubicBezTo>
                  <a:cubicBezTo>
                    <a:pt x="1314" y="69"/>
                    <a:pt x="1314" y="69"/>
                    <a:pt x="1314" y="69"/>
                  </a:cubicBezTo>
                  <a:cubicBezTo>
                    <a:pt x="1316" y="60"/>
                    <a:pt x="1316" y="60"/>
                    <a:pt x="1316" y="60"/>
                  </a:cubicBezTo>
                  <a:cubicBezTo>
                    <a:pt x="1303" y="56"/>
                    <a:pt x="1303" y="56"/>
                    <a:pt x="1303" y="56"/>
                  </a:cubicBezTo>
                  <a:cubicBezTo>
                    <a:pt x="1300" y="52"/>
                    <a:pt x="1300" y="52"/>
                    <a:pt x="1300" y="52"/>
                  </a:cubicBezTo>
                  <a:cubicBezTo>
                    <a:pt x="1291" y="53"/>
                    <a:pt x="1291" y="53"/>
                    <a:pt x="1291" y="53"/>
                  </a:cubicBezTo>
                  <a:cubicBezTo>
                    <a:pt x="1282" y="67"/>
                    <a:pt x="1282" y="67"/>
                    <a:pt x="1282" y="67"/>
                  </a:cubicBezTo>
                  <a:cubicBezTo>
                    <a:pt x="1277" y="67"/>
                    <a:pt x="1277" y="67"/>
                    <a:pt x="1277" y="67"/>
                  </a:cubicBezTo>
                  <a:cubicBezTo>
                    <a:pt x="1278" y="57"/>
                    <a:pt x="1278" y="57"/>
                    <a:pt x="1278" y="57"/>
                  </a:cubicBezTo>
                  <a:cubicBezTo>
                    <a:pt x="1272" y="58"/>
                    <a:pt x="1272" y="58"/>
                    <a:pt x="1272" y="58"/>
                  </a:cubicBezTo>
                  <a:cubicBezTo>
                    <a:pt x="1267" y="65"/>
                    <a:pt x="1267" y="65"/>
                    <a:pt x="1267" y="65"/>
                  </a:cubicBezTo>
                  <a:cubicBezTo>
                    <a:pt x="1261" y="65"/>
                    <a:pt x="1261" y="65"/>
                    <a:pt x="1261" y="65"/>
                  </a:cubicBezTo>
                  <a:cubicBezTo>
                    <a:pt x="1259" y="58"/>
                    <a:pt x="1259" y="58"/>
                    <a:pt x="1259" y="58"/>
                  </a:cubicBezTo>
                  <a:cubicBezTo>
                    <a:pt x="1267" y="53"/>
                    <a:pt x="1267" y="53"/>
                    <a:pt x="1267" y="53"/>
                  </a:cubicBezTo>
                  <a:cubicBezTo>
                    <a:pt x="1267" y="45"/>
                    <a:pt x="1267" y="45"/>
                    <a:pt x="1267" y="45"/>
                  </a:cubicBezTo>
                  <a:cubicBezTo>
                    <a:pt x="1255" y="38"/>
                    <a:pt x="1255" y="38"/>
                    <a:pt x="1255" y="38"/>
                  </a:cubicBezTo>
                  <a:cubicBezTo>
                    <a:pt x="1242" y="38"/>
                    <a:pt x="1242" y="38"/>
                    <a:pt x="1242" y="38"/>
                  </a:cubicBezTo>
                  <a:cubicBezTo>
                    <a:pt x="1234" y="42"/>
                    <a:pt x="1234" y="42"/>
                    <a:pt x="1234" y="42"/>
                  </a:cubicBezTo>
                  <a:cubicBezTo>
                    <a:pt x="1232" y="59"/>
                    <a:pt x="1232" y="59"/>
                    <a:pt x="1232" y="59"/>
                  </a:cubicBezTo>
                  <a:cubicBezTo>
                    <a:pt x="1223" y="63"/>
                    <a:pt x="1223" y="63"/>
                    <a:pt x="1223" y="63"/>
                  </a:cubicBezTo>
                  <a:cubicBezTo>
                    <a:pt x="1222" y="69"/>
                    <a:pt x="1222" y="69"/>
                    <a:pt x="1222" y="69"/>
                  </a:cubicBezTo>
                  <a:cubicBezTo>
                    <a:pt x="1230" y="86"/>
                    <a:pt x="1230" y="86"/>
                    <a:pt x="1230" y="86"/>
                  </a:cubicBezTo>
                  <a:cubicBezTo>
                    <a:pt x="1229" y="94"/>
                    <a:pt x="1229" y="94"/>
                    <a:pt x="1229" y="94"/>
                  </a:cubicBezTo>
                  <a:cubicBezTo>
                    <a:pt x="1222" y="100"/>
                    <a:pt x="1222" y="100"/>
                    <a:pt x="1222" y="100"/>
                  </a:cubicBezTo>
                  <a:cubicBezTo>
                    <a:pt x="1216" y="89"/>
                    <a:pt x="1216" y="89"/>
                    <a:pt x="1216" y="89"/>
                  </a:cubicBezTo>
                  <a:cubicBezTo>
                    <a:pt x="1208" y="88"/>
                    <a:pt x="1208" y="88"/>
                    <a:pt x="1208" y="88"/>
                  </a:cubicBezTo>
                  <a:cubicBezTo>
                    <a:pt x="1206" y="92"/>
                    <a:pt x="1206" y="92"/>
                    <a:pt x="1206" y="92"/>
                  </a:cubicBezTo>
                  <a:cubicBezTo>
                    <a:pt x="1195" y="90"/>
                    <a:pt x="1195" y="90"/>
                    <a:pt x="1195" y="90"/>
                  </a:cubicBezTo>
                  <a:cubicBezTo>
                    <a:pt x="1178" y="97"/>
                    <a:pt x="1178" y="97"/>
                    <a:pt x="1178" y="97"/>
                  </a:cubicBezTo>
                  <a:cubicBezTo>
                    <a:pt x="1191" y="81"/>
                    <a:pt x="1191" y="81"/>
                    <a:pt x="1191" y="81"/>
                  </a:cubicBezTo>
                  <a:cubicBezTo>
                    <a:pt x="1201" y="79"/>
                    <a:pt x="1201" y="79"/>
                    <a:pt x="1201" y="79"/>
                  </a:cubicBezTo>
                  <a:cubicBezTo>
                    <a:pt x="1208" y="67"/>
                    <a:pt x="1208" y="67"/>
                    <a:pt x="1208" y="67"/>
                  </a:cubicBezTo>
                  <a:cubicBezTo>
                    <a:pt x="1206" y="61"/>
                    <a:pt x="1206" y="61"/>
                    <a:pt x="1206" y="61"/>
                  </a:cubicBezTo>
                  <a:cubicBezTo>
                    <a:pt x="1201" y="62"/>
                    <a:pt x="1201" y="62"/>
                    <a:pt x="1201" y="62"/>
                  </a:cubicBezTo>
                  <a:cubicBezTo>
                    <a:pt x="1188" y="71"/>
                    <a:pt x="1188" y="71"/>
                    <a:pt x="1188" y="71"/>
                  </a:cubicBezTo>
                  <a:cubicBezTo>
                    <a:pt x="1180" y="69"/>
                    <a:pt x="1180" y="69"/>
                    <a:pt x="1180" y="69"/>
                  </a:cubicBezTo>
                  <a:cubicBezTo>
                    <a:pt x="1182" y="63"/>
                    <a:pt x="1182" y="63"/>
                    <a:pt x="1182" y="63"/>
                  </a:cubicBezTo>
                  <a:cubicBezTo>
                    <a:pt x="1190" y="57"/>
                    <a:pt x="1190" y="57"/>
                    <a:pt x="1190" y="57"/>
                  </a:cubicBezTo>
                  <a:cubicBezTo>
                    <a:pt x="1191" y="52"/>
                    <a:pt x="1191" y="52"/>
                    <a:pt x="1191" y="52"/>
                  </a:cubicBezTo>
                  <a:cubicBezTo>
                    <a:pt x="1179" y="49"/>
                    <a:pt x="1179" y="49"/>
                    <a:pt x="1179" y="49"/>
                  </a:cubicBezTo>
                  <a:cubicBezTo>
                    <a:pt x="1177" y="44"/>
                    <a:pt x="1177" y="44"/>
                    <a:pt x="1177" y="44"/>
                  </a:cubicBezTo>
                  <a:cubicBezTo>
                    <a:pt x="1187" y="42"/>
                    <a:pt x="1187" y="42"/>
                    <a:pt x="1187" y="42"/>
                  </a:cubicBezTo>
                  <a:cubicBezTo>
                    <a:pt x="1191" y="45"/>
                    <a:pt x="1191" y="45"/>
                    <a:pt x="1191" y="45"/>
                  </a:cubicBezTo>
                  <a:cubicBezTo>
                    <a:pt x="1205" y="45"/>
                    <a:pt x="1205" y="45"/>
                    <a:pt x="1205" y="45"/>
                  </a:cubicBezTo>
                  <a:cubicBezTo>
                    <a:pt x="1214" y="26"/>
                    <a:pt x="1214" y="26"/>
                    <a:pt x="1214" y="26"/>
                  </a:cubicBezTo>
                  <a:cubicBezTo>
                    <a:pt x="1211" y="18"/>
                    <a:pt x="1211" y="18"/>
                    <a:pt x="1211" y="18"/>
                  </a:cubicBezTo>
                  <a:cubicBezTo>
                    <a:pt x="1198" y="21"/>
                    <a:pt x="1198" y="21"/>
                    <a:pt x="1198" y="21"/>
                  </a:cubicBezTo>
                  <a:cubicBezTo>
                    <a:pt x="1192" y="17"/>
                    <a:pt x="1192" y="17"/>
                    <a:pt x="1192" y="17"/>
                  </a:cubicBezTo>
                  <a:cubicBezTo>
                    <a:pt x="1194" y="9"/>
                    <a:pt x="1194" y="9"/>
                    <a:pt x="1194" y="9"/>
                  </a:cubicBezTo>
                  <a:cubicBezTo>
                    <a:pt x="1191" y="0"/>
                    <a:pt x="1191" y="0"/>
                    <a:pt x="1191" y="0"/>
                  </a:cubicBezTo>
                  <a:cubicBezTo>
                    <a:pt x="1182" y="7"/>
                    <a:pt x="1182" y="7"/>
                    <a:pt x="1182" y="7"/>
                  </a:cubicBezTo>
                  <a:cubicBezTo>
                    <a:pt x="1175" y="7"/>
                    <a:pt x="1175" y="7"/>
                    <a:pt x="1175" y="7"/>
                  </a:cubicBezTo>
                  <a:cubicBezTo>
                    <a:pt x="1167" y="1"/>
                    <a:pt x="1167" y="1"/>
                    <a:pt x="1167" y="1"/>
                  </a:cubicBezTo>
                  <a:cubicBezTo>
                    <a:pt x="1157" y="9"/>
                    <a:pt x="1157" y="9"/>
                    <a:pt x="1157" y="9"/>
                  </a:cubicBezTo>
                  <a:cubicBezTo>
                    <a:pt x="1158" y="15"/>
                    <a:pt x="1158" y="15"/>
                    <a:pt x="1158" y="15"/>
                  </a:cubicBezTo>
                  <a:cubicBezTo>
                    <a:pt x="1166" y="24"/>
                    <a:pt x="1166" y="24"/>
                    <a:pt x="1166" y="24"/>
                  </a:cubicBezTo>
                  <a:cubicBezTo>
                    <a:pt x="1161" y="31"/>
                    <a:pt x="1161" y="31"/>
                    <a:pt x="1161" y="31"/>
                  </a:cubicBezTo>
                  <a:cubicBezTo>
                    <a:pt x="1155" y="31"/>
                    <a:pt x="1155" y="31"/>
                    <a:pt x="1155" y="31"/>
                  </a:cubicBezTo>
                  <a:cubicBezTo>
                    <a:pt x="1145" y="18"/>
                    <a:pt x="1145" y="18"/>
                    <a:pt x="1145" y="18"/>
                  </a:cubicBezTo>
                  <a:cubicBezTo>
                    <a:pt x="1138" y="24"/>
                    <a:pt x="1138" y="24"/>
                    <a:pt x="1138" y="24"/>
                  </a:cubicBezTo>
                  <a:cubicBezTo>
                    <a:pt x="1135" y="35"/>
                    <a:pt x="1135" y="35"/>
                    <a:pt x="1135" y="35"/>
                  </a:cubicBezTo>
                  <a:cubicBezTo>
                    <a:pt x="1138" y="39"/>
                    <a:pt x="1138" y="39"/>
                    <a:pt x="1138" y="39"/>
                  </a:cubicBezTo>
                  <a:cubicBezTo>
                    <a:pt x="1148" y="39"/>
                    <a:pt x="1148" y="39"/>
                    <a:pt x="1148" y="39"/>
                  </a:cubicBezTo>
                  <a:cubicBezTo>
                    <a:pt x="1153" y="44"/>
                    <a:pt x="1153" y="44"/>
                    <a:pt x="1153" y="44"/>
                  </a:cubicBezTo>
                  <a:cubicBezTo>
                    <a:pt x="1152" y="49"/>
                    <a:pt x="1152" y="49"/>
                    <a:pt x="1152" y="49"/>
                  </a:cubicBezTo>
                  <a:cubicBezTo>
                    <a:pt x="1144" y="52"/>
                    <a:pt x="1144" y="52"/>
                    <a:pt x="1144" y="52"/>
                  </a:cubicBezTo>
                  <a:cubicBezTo>
                    <a:pt x="1144" y="61"/>
                    <a:pt x="1144" y="61"/>
                    <a:pt x="1144" y="61"/>
                  </a:cubicBezTo>
                  <a:cubicBezTo>
                    <a:pt x="1136" y="64"/>
                    <a:pt x="1136" y="64"/>
                    <a:pt x="1136" y="64"/>
                  </a:cubicBezTo>
                  <a:cubicBezTo>
                    <a:pt x="1136" y="72"/>
                    <a:pt x="1136" y="72"/>
                    <a:pt x="1136" y="72"/>
                  </a:cubicBezTo>
                  <a:cubicBezTo>
                    <a:pt x="1138" y="76"/>
                    <a:pt x="1138" y="76"/>
                    <a:pt x="1138" y="76"/>
                  </a:cubicBezTo>
                  <a:cubicBezTo>
                    <a:pt x="1131" y="81"/>
                    <a:pt x="1131" y="81"/>
                    <a:pt x="1131" y="81"/>
                  </a:cubicBezTo>
                  <a:cubicBezTo>
                    <a:pt x="1135" y="93"/>
                    <a:pt x="1135" y="93"/>
                    <a:pt x="1135" y="93"/>
                  </a:cubicBezTo>
                  <a:cubicBezTo>
                    <a:pt x="1131" y="97"/>
                    <a:pt x="1131" y="97"/>
                    <a:pt x="1131" y="97"/>
                  </a:cubicBezTo>
                  <a:cubicBezTo>
                    <a:pt x="1122" y="91"/>
                    <a:pt x="1122" y="91"/>
                    <a:pt x="1122" y="91"/>
                  </a:cubicBezTo>
                  <a:cubicBezTo>
                    <a:pt x="1115" y="97"/>
                    <a:pt x="1115" y="97"/>
                    <a:pt x="1115" y="97"/>
                  </a:cubicBezTo>
                  <a:cubicBezTo>
                    <a:pt x="1113" y="101"/>
                    <a:pt x="1113" y="101"/>
                    <a:pt x="1113" y="101"/>
                  </a:cubicBezTo>
                  <a:cubicBezTo>
                    <a:pt x="1104" y="107"/>
                    <a:pt x="1104" y="107"/>
                    <a:pt x="1104" y="107"/>
                  </a:cubicBezTo>
                  <a:cubicBezTo>
                    <a:pt x="1103" y="95"/>
                    <a:pt x="1103" y="95"/>
                    <a:pt x="1103" y="95"/>
                  </a:cubicBezTo>
                  <a:cubicBezTo>
                    <a:pt x="1114" y="74"/>
                    <a:pt x="1114" y="74"/>
                    <a:pt x="1114" y="74"/>
                  </a:cubicBezTo>
                  <a:cubicBezTo>
                    <a:pt x="1104" y="70"/>
                    <a:pt x="1104" y="70"/>
                    <a:pt x="1104" y="70"/>
                  </a:cubicBezTo>
                  <a:cubicBezTo>
                    <a:pt x="1105" y="65"/>
                    <a:pt x="1105" y="65"/>
                    <a:pt x="1105" y="65"/>
                  </a:cubicBezTo>
                  <a:cubicBezTo>
                    <a:pt x="1112" y="58"/>
                    <a:pt x="1112" y="58"/>
                    <a:pt x="1112" y="58"/>
                  </a:cubicBezTo>
                  <a:cubicBezTo>
                    <a:pt x="1112" y="39"/>
                    <a:pt x="1112" y="39"/>
                    <a:pt x="1112" y="39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2" y="33"/>
                    <a:pt x="1102" y="33"/>
                    <a:pt x="1102" y="33"/>
                  </a:cubicBezTo>
                  <a:cubicBezTo>
                    <a:pt x="1085" y="58"/>
                    <a:pt x="1085" y="58"/>
                    <a:pt x="1085" y="58"/>
                  </a:cubicBezTo>
                  <a:cubicBezTo>
                    <a:pt x="1085" y="73"/>
                    <a:pt x="1085" y="73"/>
                    <a:pt x="1085" y="73"/>
                  </a:cubicBezTo>
                  <a:cubicBezTo>
                    <a:pt x="1067" y="94"/>
                    <a:pt x="1067" y="94"/>
                    <a:pt x="1067" y="94"/>
                  </a:cubicBezTo>
                  <a:cubicBezTo>
                    <a:pt x="1063" y="109"/>
                    <a:pt x="1063" y="109"/>
                    <a:pt x="1063" y="109"/>
                  </a:cubicBezTo>
                  <a:cubicBezTo>
                    <a:pt x="1067" y="116"/>
                    <a:pt x="1067" y="116"/>
                    <a:pt x="1067" y="116"/>
                  </a:cubicBezTo>
                  <a:cubicBezTo>
                    <a:pt x="1065" y="128"/>
                    <a:pt x="1065" y="128"/>
                    <a:pt x="1065" y="128"/>
                  </a:cubicBezTo>
                  <a:cubicBezTo>
                    <a:pt x="1048" y="146"/>
                    <a:pt x="1048" y="146"/>
                    <a:pt x="1048" y="146"/>
                  </a:cubicBezTo>
                  <a:cubicBezTo>
                    <a:pt x="1039" y="149"/>
                    <a:pt x="1039" y="149"/>
                    <a:pt x="1039" y="149"/>
                  </a:cubicBezTo>
                  <a:cubicBezTo>
                    <a:pt x="1039" y="139"/>
                    <a:pt x="1039" y="139"/>
                    <a:pt x="1039" y="139"/>
                  </a:cubicBezTo>
                  <a:cubicBezTo>
                    <a:pt x="1035" y="131"/>
                    <a:pt x="1035" y="131"/>
                    <a:pt x="1035" y="131"/>
                  </a:cubicBezTo>
                  <a:cubicBezTo>
                    <a:pt x="1046" y="115"/>
                    <a:pt x="1046" y="115"/>
                    <a:pt x="1046" y="115"/>
                  </a:cubicBezTo>
                  <a:cubicBezTo>
                    <a:pt x="1044" y="104"/>
                    <a:pt x="1044" y="104"/>
                    <a:pt x="1044" y="104"/>
                  </a:cubicBezTo>
                  <a:cubicBezTo>
                    <a:pt x="1048" y="96"/>
                    <a:pt x="1048" y="96"/>
                    <a:pt x="1048" y="96"/>
                  </a:cubicBezTo>
                  <a:cubicBezTo>
                    <a:pt x="1043" y="85"/>
                    <a:pt x="1043" y="85"/>
                    <a:pt x="1043" y="85"/>
                  </a:cubicBezTo>
                  <a:cubicBezTo>
                    <a:pt x="1063" y="65"/>
                    <a:pt x="1063" y="65"/>
                    <a:pt x="1063" y="65"/>
                  </a:cubicBezTo>
                  <a:cubicBezTo>
                    <a:pt x="1066" y="53"/>
                    <a:pt x="1066" y="53"/>
                    <a:pt x="1066" y="53"/>
                  </a:cubicBezTo>
                  <a:cubicBezTo>
                    <a:pt x="1069" y="51"/>
                    <a:pt x="1069" y="51"/>
                    <a:pt x="1069" y="51"/>
                  </a:cubicBezTo>
                  <a:cubicBezTo>
                    <a:pt x="1068" y="44"/>
                    <a:pt x="1068" y="44"/>
                    <a:pt x="1068" y="44"/>
                  </a:cubicBezTo>
                  <a:cubicBezTo>
                    <a:pt x="1057" y="44"/>
                    <a:pt x="1057" y="44"/>
                    <a:pt x="1057" y="44"/>
                  </a:cubicBezTo>
                  <a:cubicBezTo>
                    <a:pt x="1046" y="34"/>
                    <a:pt x="1046" y="34"/>
                    <a:pt x="1046" y="34"/>
                  </a:cubicBezTo>
                  <a:cubicBezTo>
                    <a:pt x="1041" y="35"/>
                    <a:pt x="1041" y="35"/>
                    <a:pt x="1041" y="35"/>
                  </a:cubicBezTo>
                  <a:cubicBezTo>
                    <a:pt x="1043" y="46"/>
                    <a:pt x="1043" y="46"/>
                    <a:pt x="1043" y="46"/>
                  </a:cubicBezTo>
                  <a:cubicBezTo>
                    <a:pt x="1035" y="54"/>
                    <a:pt x="1035" y="54"/>
                    <a:pt x="1035" y="54"/>
                  </a:cubicBezTo>
                  <a:cubicBezTo>
                    <a:pt x="1035" y="43"/>
                    <a:pt x="1035" y="43"/>
                    <a:pt x="1035" y="43"/>
                  </a:cubicBezTo>
                  <a:cubicBezTo>
                    <a:pt x="1026" y="35"/>
                    <a:pt x="1026" y="35"/>
                    <a:pt x="1026" y="35"/>
                  </a:cubicBezTo>
                  <a:cubicBezTo>
                    <a:pt x="1015" y="33"/>
                    <a:pt x="1015" y="33"/>
                    <a:pt x="1015" y="33"/>
                  </a:cubicBezTo>
                  <a:cubicBezTo>
                    <a:pt x="1007" y="37"/>
                    <a:pt x="1007" y="37"/>
                    <a:pt x="1007" y="37"/>
                  </a:cubicBezTo>
                  <a:cubicBezTo>
                    <a:pt x="1008" y="52"/>
                    <a:pt x="1008" y="52"/>
                    <a:pt x="1008" y="52"/>
                  </a:cubicBezTo>
                  <a:cubicBezTo>
                    <a:pt x="1004" y="59"/>
                    <a:pt x="1004" y="59"/>
                    <a:pt x="1004" y="59"/>
                  </a:cubicBezTo>
                  <a:cubicBezTo>
                    <a:pt x="999" y="53"/>
                    <a:pt x="999" y="53"/>
                    <a:pt x="999" y="53"/>
                  </a:cubicBezTo>
                  <a:cubicBezTo>
                    <a:pt x="991" y="49"/>
                    <a:pt x="991" y="49"/>
                    <a:pt x="991" y="49"/>
                  </a:cubicBezTo>
                  <a:cubicBezTo>
                    <a:pt x="986" y="54"/>
                    <a:pt x="986" y="54"/>
                    <a:pt x="986" y="54"/>
                  </a:cubicBezTo>
                  <a:cubicBezTo>
                    <a:pt x="987" y="59"/>
                    <a:pt x="987" y="59"/>
                    <a:pt x="987" y="59"/>
                  </a:cubicBezTo>
                  <a:cubicBezTo>
                    <a:pt x="1003" y="68"/>
                    <a:pt x="1003" y="68"/>
                    <a:pt x="1003" y="68"/>
                  </a:cubicBezTo>
                  <a:cubicBezTo>
                    <a:pt x="1006" y="79"/>
                    <a:pt x="1006" y="79"/>
                    <a:pt x="1006" y="79"/>
                  </a:cubicBezTo>
                  <a:cubicBezTo>
                    <a:pt x="1003" y="82"/>
                    <a:pt x="1003" y="82"/>
                    <a:pt x="1003" y="82"/>
                  </a:cubicBezTo>
                  <a:cubicBezTo>
                    <a:pt x="996" y="76"/>
                    <a:pt x="996" y="76"/>
                    <a:pt x="996" y="76"/>
                  </a:cubicBezTo>
                  <a:cubicBezTo>
                    <a:pt x="988" y="83"/>
                    <a:pt x="988" y="83"/>
                    <a:pt x="988" y="83"/>
                  </a:cubicBezTo>
                  <a:cubicBezTo>
                    <a:pt x="987" y="89"/>
                    <a:pt x="987" y="89"/>
                    <a:pt x="987" y="89"/>
                  </a:cubicBezTo>
                  <a:cubicBezTo>
                    <a:pt x="991" y="94"/>
                    <a:pt x="991" y="94"/>
                    <a:pt x="991" y="94"/>
                  </a:cubicBezTo>
                  <a:cubicBezTo>
                    <a:pt x="987" y="98"/>
                    <a:pt x="987" y="98"/>
                    <a:pt x="987" y="98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68" y="91"/>
                    <a:pt x="968" y="91"/>
                    <a:pt x="968" y="91"/>
                  </a:cubicBezTo>
                  <a:cubicBezTo>
                    <a:pt x="962" y="104"/>
                    <a:pt x="962" y="104"/>
                    <a:pt x="962" y="104"/>
                  </a:cubicBezTo>
                  <a:cubicBezTo>
                    <a:pt x="953" y="108"/>
                    <a:pt x="953" y="108"/>
                    <a:pt x="953" y="108"/>
                  </a:cubicBezTo>
                  <a:cubicBezTo>
                    <a:pt x="953" y="112"/>
                    <a:pt x="953" y="112"/>
                    <a:pt x="953" y="112"/>
                  </a:cubicBezTo>
                  <a:cubicBezTo>
                    <a:pt x="958" y="116"/>
                    <a:pt x="958" y="116"/>
                    <a:pt x="958" y="116"/>
                  </a:cubicBezTo>
                  <a:cubicBezTo>
                    <a:pt x="945" y="123"/>
                    <a:pt x="945" y="123"/>
                    <a:pt x="945" y="123"/>
                  </a:cubicBezTo>
                  <a:cubicBezTo>
                    <a:pt x="943" y="132"/>
                    <a:pt x="943" y="132"/>
                    <a:pt x="943" y="132"/>
                  </a:cubicBezTo>
                  <a:cubicBezTo>
                    <a:pt x="953" y="142"/>
                    <a:pt x="953" y="142"/>
                    <a:pt x="953" y="142"/>
                  </a:cubicBezTo>
                  <a:cubicBezTo>
                    <a:pt x="945" y="149"/>
                    <a:pt x="945" y="149"/>
                    <a:pt x="945" y="149"/>
                  </a:cubicBezTo>
                  <a:cubicBezTo>
                    <a:pt x="955" y="154"/>
                    <a:pt x="955" y="154"/>
                    <a:pt x="955" y="154"/>
                  </a:cubicBezTo>
                  <a:cubicBezTo>
                    <a:pt x="960" y="158"/>
                    <a:pt x="960" y="158"/>
                    <a:pt x="960" y="158"/>
                  </a:cubicBezTo>
                  <a:cubicBezTo>
                    <a:pt x="954" y="163"/>
                    <a:pt x="954" y="163"/>
                    <a:pt x="954" y="163"/>
                  </a:cubicBezTo>
                  <a:cubicBezTo>
                    <a:pt x="938" y="162"/>
                    <a:pt x="938" y="162"/>
                    <a:pt x="938" y="162"/>
                  </a:cubicBezTo>
                  <a:cubicBezTo>
                    <a:pt x="933" y="146"/>
                    <a:pt x="933" y="146"/>
                    <a:pt x="933" y="146"/>
                  </a:cubicBezTo>
                  <a:cubicBezTo>
                    <a:pt x="926" y="144"/>
                    <a:pt x="926" y="144"/>
                    <a:pt x="926" y="144"/>
                  </a:cubicBezTo>
                  <a:cubicBezTo>
                    <a:pt x="933" y="136"/>
                    <a:pt x="933" y="136"/>
                    <a:pt x="933" y="136"/>
                  </a:cubicBezTo>
                  <a:cubicBezTo>
                    <a:pt x="922" y="131"/>
                    <a:pt x="922" y="131"/>
                    <a:pt x="922" y="131"/>
                  </a:cubicBezTo>
                  <a:cubicBezTo>
                    <a:pt x="911" y="132"/>
                    <a:pt x="911" y="132"/>
                    <a:pt x="911" y="132"/>
                  </a:cubicBezTo>
                  <a:cubicBezTo>
                    <a:pt x="896" y="131"/>
                    <a:pt x="896" y="131"/>
                    <a:pt x="896" y="131"/>
                  </a:cubicBezTo>
                  <a:cubicBezTo>
                    <a:pt x="875" y="117"/>
                    <a:pt x="875" y="117"/>
                    <a:pt x="875" y="117"/>
                  </a:cubicBezTo>
                  <a:cubicBezTo>
                    <a:pt x="869" y="116"/>
                    <a:pt x="869" y="116"/>
                    <a:pt x="869" y="116"/>
                  </a:cubicBezTo>
                  <a:cubicBezTo>
                    <a:pt x="862" y="124"/>
                    <a:pt x="862" y="124"/>
                    <a:pt x="862" y="124"/>
                  </a:cubicBezTo>
                  <a:cubicBezTo>
                    <a:pt x="858" y="116"/>
                    <a:pt x="858" y="116"/>
                    <a:pt x="858" y="116"/>
                  </a:cubicBezTo>
                  <a:cubicBezTo>
                    <a:pt x="847" y="124"/>
                    <a:pt x="847" y="124"/>
                    <a:pt x="847" y="124"/>
                  </a:cubicBezTo>
                  <a:cubicBezTo>
                    <a:pt x="835" y="127"/>
                    <a:pt x="835" y="127"/>
                    <a:pt x="835" y="127"/>
                  </a:cubicBezTo>
                  <a:cubicBezTo>
                    <a:pt x="834" y="132"/>
                    <a:pt x="834" y="132"/>
                    <a:pt x="834" y="132"/>
                  </a:cubicBezTo>
                  <a:cubicBezTo>
                    <a:pt x="849" y="148"/>
                    <a:pt x="849" y="148"/>
                    <a:pt x="849" y="148"/>
                  </a:cubicBezTo>
                  <a:cubicBezTo>
                    <a:pt x="860" y="148"/>
                    <a:pt x="860" y="148"/>
                    <a:pt x="860" y="148"/>
                  </a:cubicBezTo>
                  <a:cubicBezTo>
                    <a:pt x="865" y="154"/>
                    <a:pt x="865" y="154"/>
                    <a:pt x="865" y="154"/>
                  </a:cubicBezTo>
                  <a:cubicBezTo>
                    <a:pt x="881" y="155"/>
                    <a:pt x="881" y="155"/>
                    <a:pt x="881" y="155"/>
                  </a:cubicBezTo>
                  <a:cubicBezTo>
                    <a:pt x="874" y="166"/>
                    <a:pt x="874" y="166"/>
                    <a:pt x="874" y="166"/>
                  </a:cubicBezTo>
                  <a:cubicBezTo>
                    <a:pt x="875" y="177"/>
                    <a:pt x="875" y="177"/>
                    <a:pt x="875" y="177"/>
                  </a:cubicBezTo>
                  <a:cubicBezTo>
                    <a:pt x="885" y="190"/>
                    <a:pt x="885" y="190"/>
                    <a:pt x="885" y="190"/>
                  </a:cubicBezTo>
                  <a:cubicBezTo>
                    <a:pt x="884" y="198"/>
                    <a:pt x="884" y="198"/>
                    <a:pt x="884" y="198"/>
                  </a:cubicBezTo>
                  <a:cubicBezTo>
                    <a:pt x="875" y="192"/>
                    <a:pt x="875" y="192"/>
                    <a:pt x="875" y="192"/>
                  </a:cubicBezTo>
                  <a:cubicBezTo>
                    <a:pt x="866" y="179"/>
                    <a:pt x="866" y="179"/>
                    <a:pt x="866" y="179"/>
                  </a:cubicBezTo>
                  <a:cubicBezTo>
                    <a:pt x="854" y="174"/>
                    <a:pt x="854" y="174"/>
                    <a:pt x="854" y="174"/>
                  </a:cubicBezTo>
                  <a:cubicBezTo>
                    <a:pt x="847" y="166"/>
                    <a:pt x="847" y="166"/>
                    <a:pt x="847" y="166"/>
                  </a:cubicBezTo>
                  <a:cubicBezTo>
                    <a:pt x="843" y="177"/>
                    <a:pt x="843" y="177"/>
                    <a:pt x="843" y="177"/>
                  </a:cubicBezTo>
                  <a:cubicBezTo>
                    <a:pt x="833" y="185"/>
                    <a:pt x="833" y="185"/>
                    <a:pt x="833" y="185"/>
                  </a:cubicBezTo>
                  <a:cubicBezTo>
                    <a:pt x="831" y="170"/>
                    <a:pt x="831" y="170"/>
                    <a:pt x="831" y="170"/>
                  </a:cubicBezTo>
                  <a:cubicBezTo>
                    <a:pt x="821" y="178"/>
                    <a:pt x="821" y="178"/>
                    <a:pt x="821" y="178"/>
                  </a:cubicBezTo>
                  <a:cubicBezTo>
                    <a:pt x="821" y="184"/>
                    <a:pt x="821" y="184"/>
                    <a:pt x="821" y="184"/>
                  </a:cubicBezTo>
                  <a:cubicBezTo>
                    <a:pt x="809" y="193"/>
                    <a:pt x="809" y="193"/>
                    <a:pt x="809" y="193"/>
                  </a:cubicBezTo>
                  <a:cubicBezTo>
                    <a:pt x="810" y="203"/>
                    <a:pt x="810" y="203"/>
                    <a:pt x="810" y="203"/>
                  </a:cubicBezTo>
                  <a:cubicBezTo>
                    <a:pt x="824" y="209"/>
                    <a:pt x="824" y="209"/>
                    <a:pt x="824" y="209"/>
                  </a:cubicBezTo>
                  <a:cubicBezTo>
                    <a:pt x="830" y="220"/>
                    <a:pt x="830" y="220"/>
                    <a:pt x="830" y="220"/>
                  </a:cubicBezTo>
                  <a:cubicBezTo>
                    <a:pt x="819" y="219"/>
                    <a:pt x="819" y="219"/>
                    <a:pt x="819" y="219"/>
                  </a:cubicBezTo>
                  <a:cubicBezTo>
                    <a:pt x="813" y="213"/>
                    <a:pt x="813" y="213"/>
                    <a:pt x="813" y="213"/>
                  </a:cubicBezTo>
                  <a:cubicBezTo>
                    <a:pt x="804" y="226"/>
                    <a:pt x="804" y="226"/>
                    <a:pt x="804" y="226"/>
                  </a:cubicBezTo>
                  <a:cubicBezTo>
                    <a:pt x="801" y="235"/>
                    <a:pt x="801" y="235"/>
                    <a:pt x="801" y="235"/>
                  </a:cubicBezTo>
                  <a:cubicBezTo>
                    <a:pt x="786" y="246"/>
                    <a:pt x="786" y="246"/>
                    <a:pt x="786" y="246"/>
                  </a:cubicBezTo>
                  <a:cubicBezTo>
                    <a:pt x="786" y="239"/>
                    <a:pt x="786" y="239"/>
                    <a:pt x="786" y="239"/>
                  </a:cubicBezTo>
                  <a:cubicBezTo>
                    <a:pt x="796" y="233"/>
                    <a:pt x="796" y="233"/>
                    <a:pt x="796" y="233"/>
                  </a:cubicBezTo>
                  <a:cubicBezTo>
                    <a:pt x="793" y="224"/>
                    <a:pt x="793" y="224"/>
                    <a:pt x="793" y="224"/>
                  </a:cubicBezTo>
                  <a:cubicBezTo>
                    <a:pt x="802" y="207"/>
                    <a:pt x="802" y="207"/>
                    <a:pt x="802" y="207"/>
                  </a:cubicBezTo>
                  <a:cubicBezTo>
                    <a:pt x="795" y="172"/>
                    <a:pt x="795" y="172"/>
                    <a:pt x="795" y="172"/>
                  </a:cubicBezTo>
                  <a:cubicBezTo>
                    <a:pt x="785" y="178"/>
                    <a:pt x="785" y="178"/>
                    <a:pt x="785" y="178"/>
                  </a:cubicBezTo>
                  <a:cubicBezTo>
                    <a:pt x="770" y="200"/>
                    <a:pt x="770" y="200"/>
                    <a:pt x="770" y="200"/>
                  </a:cubicBezTo>
                  <a:cubicBezTo>
                    <a:pt x="769" y="215"/>
                    <a:pt x="769" y="215"/>
                    <a:pt x="769" y="215"/>
                  </a:cubicBezTo>
                  <a:cubicBezTo>
                    <a:pt x="772" y="221"/>
                    <a:pt x="772" y="221"/>
                    <a:pt x="772" y="221"/>
                  </a:cubicBezTo>
                  <a:cubicBezTo>
                    <a:pt x="761" y="233"/>
                    <a:pt x="761" y="233"/>
                    <a:pt x="761" y="233"/>
                  </a:cubicBezTo>
                  <a:cubicBezTo>
                    <a:pt x="760" y="222"/>
                    <a:pt x="760" y="222"/>
                    <a:pt x="760" y="222"/>
                  </a:cubicBezTo>
                  <a:cubicBezTo>
                    <a:pt x="766" y="209"/>
                    <a:pt x="766" y="209"/>
                    <a:pt x="766" y="209"/>
                  </a:cubicBezTo>
                  <a:cubicBezTo>
                    <a:pt x="761" y="192"/>
                    <a:pt x="761" y="192"/>
                    <a:pt x="761" y="192"/>
                  </a:cubicBezTo>
                  <a:cubicBezTo>
                    <a:pt x="754" y="191"/>
                    <a:pt x="754" y="191"/>
                    <a:pt x="754" y="191"/>
                  </a:cubicBezTo>
                  <a:cubicBezTo>
                    <a:pt x="741" y="198"/>
                    <a:pt x="741" y="198"/>
                    <a:pt x="741" y="198"/>
                  </a:cubicBezTo>
                  <a:cubicBezTo>
                    <a:pt x="732" y="214"/>
                    <a:pt x="732" y="214"/>
                    <a:pt x="732" y="214"/>
                  </a:cubicBezTo>
                  <a:cubicBezTo>
                    <a:pt x="738" y="226"/>
                    <a:pt x="738" y="226"/>
                    <a:pt x="738" y="226"/>
                  </a:cubicBezTo>
                  <a:cubicBezTo>
                    <a:pt x="738" y="236"/>
                    <a:pt x="738" y="236"/>
                    <a:pt x="738" y="236"/>
                  </a:cubicBezTo>
                  <a:cubicBezTo>
                    <a:pt x="756" y="248"/>
                    <a:pt x="756" y="248"/>
                    <a:pt x="756" y="248"/>
                  </a:cubicBezTo>
                  <a:cubicBezTo>
                    <a:pt x="761" y="257"/>
                    <a:pt x="761" y="257"/>
                    <a:pt x="761" y="257"/>
                  </a:cubicBezTo>
                  <a:cubicBezTo>
                    <a:pt x="754" y="270"/>
                    <a:pt x="754" y="270"/>
                    <a:pt x="754" y="270"/>
                  </a:cubicBezTo>
                  <a:cubicBezTo>
                    <a:pt x="748" y="253"/>
                    <a:pt x="748" y="253"/>
                    <a:pt x="748" y="253"/>
                  </a:cubicBezTo>
                  <a:cubicBezTo>
                    <a:pt x="734" y="248"/>
                    <a:pt x="734" y="248"/>
                    <a:pt x="734" y="248"/>
                  </a:cubicBezTo>
                  <a:cubicBezTo>
                    <a:pt x="725" y="226"/>
                    <a:pt x="725" y="226"/>
                    <a:pt x="725" y="226"/>
                  </a:cubicBezTo>
                  <a:cubicBezTo>
                    <a:pt x="721" y="224"/>
                    <a:pt x="721" y="224"/>
                    <a:pt x="721" y="224"/>
                  </a:cubicBezTo>
                  <a:cubicBezTo>
                    <a:pt x="704" y="229"/>
                    <a:pt x="704" y="229"/>
                    <a:pt x="704" y="229"/>
                  </a:cubicBezTo>
                  <a:cubicBezTo>
                    <a:pt x="701" y="237"/>
                    <a:pt x="701" y="237"/>
                    <a:pt x="701" y="237"/>
                  </a:cubicBezTo>
                  <a:cubicBezTo>
                    <a:pt x="719" y="249"/>
                    <a:pt x="719" y="249"/>
                    <a:pt x="719" y="249"/>
                  </a:cubicBezTo>
                  <a:cubicBezTo>
                    <a:pt x="727" y="250"/>
                    <a:pt x="727" y="250"/>
                    <a:pt x="727" y="250"/>
                  </a:cubicBezTo>
                  <a:cubicBezTo>
                    <a:pt x="731" y="255"/>
                    <a:pt x="731" y="255"/>
                    <a:pt x="731" y="255"/>
                  </a:cubicBezTo>
                  <a:cubicBezTo>
                    <a:pt x="720" y="253"/>
                    <a:pt x="720" y="253"/>
                    <a:pt x="720" y="253"/>
                  </a:cubicBezTo>
                  <a:cubicBezTo>
                    <a:pt x="708" y="257"/>
                    <a:pt x="708" y="257"/>
                    <a:pt x="708" y="257"/>
                  </a:cubicBezTo>
                  <a:cubicBezTo>
                    <a:pt x="716" y="268"/>
                    <a:pt x="716" y="268"/>
                    <a:pt x="716" y="268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1" y="246"/>
                    <a:pt x="701" y="246"/>
                    <a:pt x="701" y="246"/>
                  </a:cubicBezTo>
                  <a:cubicBezTo>
                    <a:pt x="696" y="243"/>
                    <a:pt x="696" y="243"/>
                    <a:pt x="696" y="243"/>
                  </a:cubicBezTo>
                  <a:cubicBezTo>
                    <a:pt x="694" y="233"/>
                    <a:pt x="694" y="233"/>
                    <a:pt x="694" y="233"/>
                  </a:cubicBezTo>
                  <a:cubicBezTo>
                    <a:pt x="686" y="239"/>
                    <a:pt x="686" y="239"/>
                    <a:pt x="686" y="239"/>
                  </a:cubicBezTo>
                  <a:cubicBezTo>
                    <a:pt x="683" y="254"/>
                    <a:pt x="683" y="254"/>
                    <a:pt x="683" y="254"/>
                  </a:cubicBezTo>
                  <a:cubicBezTo>
                    <a:pt x="689" y="261"/>
                    <a:pt x="689" y="261"/>
                    <a:pt x="689" y="261"/>
                  </a:cubicBezTo>
                  <a:cubicBezTo>
                    <a:pt x="687" y="275"/>
                    <a:pt x="687" y="275"/>
                    <a:pt x="687" y="275"/>
                  </a:cubicBezTo>
                  <a:cubicBezTo>
                    <a:pt x="676" y="270"/>
                    <a:pt x="676" y="270"/>
                    <a:pt x="676" y="270"/>
                  </a:cubicBezTo>
                  <a:cubicBezTo>
                    <a:pt x="666" y="272"/>
                    <a:pt x="666" y="272"/>
                    <a:pt x="666" y="272"/>
                  </a:cubicBezTo>
                  <a:cubicBezTo>
                    <a:pt x="654" y="286"/>
                    <a:pt x="654" y="286"/>
                    <a:pt x="654" y="286"/>
                  </a:cubicBezTo>
                  <a:cubicBezTo>
                    <a:pt x="657" y="288"/>
                    <a:pt x="657" y="288"/>
                    <a:pt x="657" y="288"/>
                  </a:cubicBezTo>
                  <a:cubicBezTo>
                    <a:pt x="665" y="287"/>
                    <a:pt x="665" y="287"/>
                    <a:pt x="665" y="287"/>
                  </a:cubicBezTo>
                  <a:cubicBezTo>
                    <a:pt x="674" y="296"/>
                    <a:pt x="674" y="296"/>
                    <a:pt x="674" y="296"/>
                  </a:cubicBezTo>
                  <a:cubicBezTo>
                    <a:pt x="663" y="297"/>
                    <a:pt x="663" y="297"/>
                    <a:pt x="663" y="297"/>
                  </a:cubicBezTo>
                  <a:cubicBezTo>
                    <a:pt x="655" y="302"/>
                    <a:pt x="655" y="302"/>
                    <a:pt x="655" y="302"/>
                  </a:cubicBezTo>
                  <a:cubicBezTo>
                    <a:pt x="662" y="307"/>
                    <a:pt x="662" y="307"/>
                    <a:pt x="662" y="307"/>
                  </a:cubicBezTo>
                  <a:cubicBezTo>
                    <a:pt x="657" y="312"/>
                    <a:pt x="657" y="312"/>
                    <a:pt x="657" y="312"/>
                  </a:cubicBezTo>
                  <a:cubicBezTo>
                    <a:pt x="648" y="313"/>
                    <a:pt x="648" y="313"/>
                    <a:pt x="648" y="313"/>
                  </a:cubicBezTo>
                  <a:cubicBezTo>
                    <a:pt x="647" y="319"/>
                    <a:pt x="647" y="319"/>
                    <a:pt x="647" y="319"/>
                  </a:cubicBezTo>
                  <a:cubicBezTo>
                    <a:pt x="651" y="322"/>
                    <a:pt x="651" y="322"/>
                    <a:pt x="651" y="322"/>
                  </a:cubicBezTo>
                  <a:cubicBezTo>
                    <a:pt x="643" y="323"/>
                    <a:pt x="643" y="323"/>
                    <a:pt x="643" y="323"/>
                  </a:cubicBezTo>
                  <a:cubicBezTo>
                    <a:pt x="637" y="317"/>
                    <a:pt x="637" y="317"/>
                    <a:pt x="637" y="317"/>
                  </a:cubicBezTo>
                  <a:cubicBezTo>
                    <a:pt x="628" y="319"/>
                    <a:pt x="628" y="319"/>
                    <a:pt x="628" y="319"/>
                  </a:cubicBezTo>
                  <a:cubicBezTo>
                    <a:pt x="619" y="330"/>
                    <a:pt x="619" y="330"/>
                    <a:pt x="619" y="330"/>
                  </a:cubicBezTo>
                  <a:cubicBezTo>
                    <a:pt x="622" y="335"/>
                    <a:pt x="622" y="335"/>
                    <a:pt x="622" y="335"/>
                  </a:cubicBezTo>
                  <a:cubicBezTo>
                    <a:pt x="618" y="339"/>
                    <a:pt x="618" y="339"/>
                    <a:pt x="618" y="339"/>
                  </a:cubicBezTo>
                  <a:cubicBezTo>
                    <a:pt x="605" y="340"/>
                    <a:pt x="605" y="340"/>
                    <a:pt x="605" y="340"/>
                  </a:cubicBezTo>
                  <a:cubicBezTo>
                    <a:pt x="598" y="352"/>
                    <a:pt x="598" y="352"/>
                    <a:pt x="598" y="352"/>
                  </a:cubicBezTo>
                  <a:cubicBezTo>
                    <a:pt x="609" y="355"/>
                    <a:pt x="609" y="355"/>
                    <a:pt x="609" y="355"/>
                  </a:cubicBezTo>
                  <a:cubicBezTo>
                    <a:pt x="639" y="347"/>
                    <a:pt x="639" y="347"/>
                    <a:pt x="639" y="347"/>
                  </a:cubicBezTo>
                  <a:cubicBezTo>
                    <a:pt x="646" y="351"/>
                    <a:pt x="646" y="351"/>
                    <a:pt x="646" y="351"/>
                  </a:cubicBezTo>
                  <a:cubicBezTo>
                    <a:pt x="658" y="346"/>
                    <a:pt x="658" y="346"/>
                    <a:pt x="658" y="346"/>
                  </a:cubicBezTo>
                  <a:cubicBezTo>
                    <a:pt x="665" y="345"/>
                    <a:pt x="665" y="345"/>
                    <a:pt x="665" y="345"/>
                  </a:cubicBezTo>
                  <a:cubicBezTo>
                    <a:pt x="666" y="353"/>
                    <a:pt x="666" y="353"/>
                    <a:pt x="666" y="353"/>
                  </a:cubicBezTo>
                  <a:cubicBezTo>
                    <a:pt x="657" y="362"/>
                    <a:pt x="657" y="362"/>
                    <a:pt x="657" y="362"/>
                  </a:cubicBezTo>
                  <a:cubicBezTo>
                    <a:pt x="655" y="379"/>
                    <a:pt x="655" y="379"/>
                    <a:pt x="655" y="379"/>
                  </a:cubicBezTo>
                  <a:cubicBezTo>
                    <a:pt x="652" y="382"/>
                    <a:pt x="652" y="382"/>
                    <a:pt x="652" y="382"/>
                  </a:cubicBezTo>
                  <a:cubicBezTo>
                    <a:pt x="646" y="376"/>
                    <a:pt x="646" y="376"/>
                    <a:pt x="646" y="376"/>
                  </a:cubicBezTo>
                  <a:cubicBezTo>
                    <a:pt x="645" y="368"/>
                    <a:pt x="645" y="368"/>
                    <a:pt x="645" y="368"/>
                  </a:cubicBezTo>
                  <a:cubicBezTo>
                    <a:pt x="634" y="371"/>
                    <a:pt x="634" y="371"/>
                    <a:pt x="634" y="371"/>
                  </a:cubicBezTo>
                  <a:cubicBezTo>
                    <a:pt x="629" y="365"/>
                    <a:pt x="629" y="365"/>
                    <a:pt x="629" y="365"/>
                  </a:cubicBezTo>
                  <a:cubicBezTo>
                    <a:pt x="615" y="365"/>
                    <a:pt x="615" y="365"/>
                    <a:pt x="615" y="365"/>
                  </a:cubicBezTo>
                  <a:cubicBezTo>
                    <a:pt x="620" y="369"/>
                    <a:pt x="620" y="369"/>
                    <a:pt x="620" y="369"/>
                  </a:cubicBezTo>
                  <a:cubicBezTo>
                    <a:pt x="616" y="376"/>
                    <a:pt x="616" y="376"/>
                    <a:pt x="616" y="376"/>
                  </a:cubicBezTo>
                  <a:cubicBezTo>
                    <a:pt x="606" y="371"/>
                    <a:pt x="606" y="371"/>
                    <a:pt x="606" y="371"/>
                  </a:cubicBezTo>
                  <a:cubicBezTo>
                    <a:pt x="598" y="372"/>
                    <a:pt x="598" y="372"/>
                    <a:pt x="598" y="372"/>
                  </a:cubicBezTo>
                  <a:cubicBezTo>
                    <a:pt x="608" y="379"/>
                    <a:pt x="608" y="379"/>
                    <a:pt x="608" y="379"/>
                  </a:cubicBezTo>
                  <a:cubicBezTo>
                    <a:pt x="612" y="388"/>
                    <a:pt x="612" y="388"/>
                    <a:pt x="612" y="388"/>
                  </a:cubicBezTo>
                  <a:cubicBezTo>
                    <a:pt x="606" y="388"/>
                    <a:pt x="606" y="388"/>
                    <a:pt x="606" y="388"/>
                  </a:cubicBezTo>
                  <a:cubicBezTo>
                    <a:pt x="602" y="395"/>
                    <a:pt x="602" y="395"/>
                    <a:pt x="602" y="395"/>
                  </a:cubicBezTo>
                  <a:cubicBezTo>
                    <a:pt x="604" y="404"/>
                    <a:pt x="604" y="404"/>
                    <a:pt x="604" y="404"/>
                  </a:cubicBezTo>
                  <a:cubicBezTo>
                    <a:pt x="601" y="411"/>
                    <a:pt x="601" y="411"/>
                    <a:pt x="601" y="411"/>
                  </a:cubicBezTo>
                  <a:cubicBezTo>
                    <a:pt x="596" y="402"/>
                    <a:pt x="596" y="402"/>
                    <a:pt x="596" y="402"/>
                  </a:cubicBezTo>
                  <a:cubicBezTo>
                    <a:pt x="596" y="391"/>
                    <a:pt x="596" y="391"/>
                    <a:pt x="596" y="391"/>
                  </a:cubicBezTo>
                  <a:cubicBezTo>
                    <a:pt x="587" y="380"/>
                    <a:pt x="587" y="380"/>
                    <a:pt x="587" y="380"/>
                  </a:cubicBezTo>
                  <a:cubicBezTo>
                    <a:pt x="578" y="389"/>
                    <a:pt x="578" y="389"/>
                    <a:pt x="578" y="389"/>
                  </a:cubicBezTo>
                  <a:cubicBezTo>
                    <a:pt x="568" y="391"/>
                    <a:pt x="568" y="391"/>
                    <a:pt x="568" y="391"/>
                  </a:cubicBezTo>
                  <a:cubicBezTo>
                    <a:pt x="563" y="384"/>
                    <a:pt x="563" y="384"/>
                    <a:pt x="563" y="384"/>
                  </a:cubicBezTo>
                  <a:cubicBezTo>
                    <a:pt x="567" y="379"/>
                    <a:pt x="567" y="379"/>
                    <a:pt x="567" y="379"/>
                  </a:cubicBezTo>
                  <a:cubicBezTo>
                    <a:pt x="559" y="378"/>
                    <a:pt x="559" y="378"/>
                    <a:pt x="559" y="378"/>
                  </a:cubicBezTo>
                  <a:cubicBezTo>
                    <a:pt x="549" y="389"/>
                    <a:pt x="549" y="389"/>
                    <a:pt x="549" y="389"/>
                  </a:cubicBezTo>
                  <a:cubicBezTo>
                    <a:pt x="558" y="398"/>
                    <a:pt x="558" y="398"/>
                    <a:pt x="558" y="398"/>
                  </a:cubicBezTo>
                  <a:cubicBezTo>
                    <a:pt x="572" y="397"/>
                    <a:pt x="572" y="397"/>
                    <a:pt x="572" y="397"/>
                  </a:cubicBezTo>
                  <a:cubicBezTo>
                    <a:pt x="584" y="404"/>
                    <a:pt x="584" y="404"/>
                    <a:pt x="584" y="404"/>
                  </a:cubicBezTo>
                  <a:cubicBezTo>
                    <a:pt x="577" y="413"/>
                    <a:pt x="577" y="413"/>
                    <a:pt x="577" y="413"/>
                  </a:cubicBezTo>
                  <a:cubicBezTo>
                    <a:pt x="553" y="416"/>
                    <a:pt x="553" y="416"/>
                    <a:pt x="553" y="416"/>
                  </a:cubicBezTo>
                  <a:cubicBezTo>
                    <a:pt x="548" y="412"/>
                    <a:pt x="548" y="412"/>
                    <a:pt x="548" y="412"/>
                  </a:cubicBezTo>
                  <a:cubicBezTo>
                    <a:pt x="538" y="413"/>
                    <a:pt x="538" y="413"/>
                    <a:pt x="538" y="413"/>
                  </a:cubicBezTo>
                  <a:cubicBezTo>
                    <a:pt x="533" y="424"/>
                    <a:pt x="533" y="424"/>
                    <a:pt x="533" y="424"/>
                  </a:cubicBezTo>
                  <a:cubicBezTo>
                    <a:pt x="541" y="431"/>
                    <a:pt x="541" y="431"/>
                    <a:pt x="541" y="431"/>
                  </a:cubicBezTo>
                  <a:cubicBezTo>
                    <a:pt x="533" y="441"/>
                    <a:pt x="533" y="441"/>
                    <a:pt x="533" y="441"/>
                  </a:cubicBezTo>
                  <a:cubicBezTo>
                    <a:pt x="542" y="439"/>
                    <a:pt x="542" y="439"/>
                    <a:pt x="542" y="439"/>
                  </a:cubicBezTo>
                  <a:cubicBezTo>
                    <a:pt x="555" y="426"/>
                    <a:pt x="555" y="426"/>
                    <a:pt x="555" y="426"/>
                  </a:cubicBezTo>
                  <a:cubicBezTo>
                    <a:pt x="566" y="427"/>
                    <a:pt x="566" y="427"/>
                    <a:pt x="566" y="427"/>
                  </a:cubicBezTo>
                  <a:cubicBezTo>
                    <a:pt x="572" y="435"/>
                    <a:pt x="572" y="435"/>
                    <a:pt x="572" y="435"/>
                  </a:cubicBezTo>
                  <a:cubicBezTo>
                    <a:pt x="554" y="437"/>
                    <a:pt x="554" y="437"/>
                    <a:pt x="554" y="437"/>
                  </a:cubicBezTo>
                  <a:cubicBezTo>
                    <a:pt x="551" y="449"/>
                    <a:pt x="551" y="449"/>
                    <a:pt x="551" y="449"/>
                  </a:cubicBezTo>
                  <a:cubicBezTo>
                    <a:pt x="558" y="458"/>
                    <a:pt x="558" y="458"/>
                    <a:pt x="558" y="458"/>
                  </a:cubicBezTo>
                  <a:cubicBezTo>
                    <a:pt x="572" y="466"/>
                    <a:pt x="572" y="466"/>
                    <a:pt x="572" y="466"/>
                  </a:cubicBezTo>
                  <a:cubicBezTo>
                    <a:pt x="572" y="475"/>
                    <a:pt x="572" y="475"/>
                    <a:pt x="572" y="475"/>
                  </a:cubicBezTo>
                  <a:cubicBezTo>
                    <a:pt x="562" y="468"/>
                    <a:pt x="562" y="468"/>
                    <a:pt x="562" y="468"/>
                  </a:cubicBezTo>
                  <a:cubicBezTo>
                    <a:pt x="554" y="469"/>
                    <a:pt x="554" y="469"/>
                    <a:pt x="554" y="469"/>
                  </a:cubicBezTo>
                  <a:cubicBezTo>
                    <a:pt x="543" y="457"/>
                    <a:pt x="543" y="457"/>
                    <a:pt x="543" y="457"/>
                  </a:cubicBezTo>
                  <a:cubicBezTo>
                    <a:pt x="537" y="458"/>
                    <a:pt x="537" y="458"/>
                    <a:pt x="537" y="458"/>
                  </a:cubicBezTo>
                  <a:cubicBezTo>
                    <a:pt x="529" y="466"/>
                    <a:pt x="529" y="466"/>
                    <a:pt x="529" y="466"/>
                  </a:cubicBezTo>
                  <a:cubicBezTo>
                    <a:pt x="538" y="472"/>
                    <a:pt x="538" y="472"/>
                    <a:pt x="538" y="472"/>
                  </a:cubicBezTo>
                  <a:cubicBezTo>
                    <a:pt x="526" y="473"/>
                    <a:pt x="526" y="473"/>
                    <a:pt x="526" y="473"/>
                  </a:cubicBezTo>
                  <a:cubicBezTo>
                    <a:pt x="514" y="481"/>
                    <a:pt x="514" y="481"/>
                    <a:pt x="514" y="481"/>
                  </a:cubicBezTo>
                  <a:cubicBezTo>
                    <a:pt x="514" y="488"/>
                    <a:pt x="514" y="488"/>
                    <a:pt x="514" y="488"/>
                  </a:cubicBezTo>
                  <a:cubicBezTo>
                    <a:pt x="527" y="494"/>
                    <a:pt x="527" y="494"/>
                    <a:pt x="527" y="494"/>
                  </a:cubicBezTo>
                  <a:cubicBezTo>
                    <a:pt x="538" y="487"/>
                    <a:pt x="538" y="487"/>
                    <a:pt x="538" y="487"/>
                  </a:cubicBezTo>
                  <a:cubicBezTo>
                    <a:pt x="545" y="494"/>
                    <a:pt x="545" y="494"/>
                    <a:pt x="545" y="494"/>
                  </a:cubicBezTo>
                  <a:cubicBezTo>
                    <a:pt x="556" y="490"/>
                    <a:pt x="556" y="490"/>
                    <a:pt x="556" y="490"/>
                  </a:cubicBezTo>
                  <a:cubicBezTo>
                    <a:pt x="560" y="500"/>
                    <a:pt x="560" y="500"/>
                    <a:pt x="560" y="500"/>
                  </a:cubicBezTo>
                  <a:cubicBezTo>
                    <a:pt x="568" y="504"/>
                    <a:pt x="568" y="504"/>
                    <a:pt x="568" y="504"/>
                  </a:cubicBezTo>
                  <a:cubicBezTo>
                    <a:pt x="568" y="511"/>
                    <a:pt x="568" y="511"/>
                    <a:pt x="568" y="511"/>
                  </a:cubicBezTo>
                  <a:cubicBezTo>
                    <a:pt x="551" y="501"/>
                    <a:pt x="551" y="501"/>
                    <a:pt x="551" y="501"/>
                  </a:cubicBezTo>
                  <a:cubicBezTo>
                    <a:pt x="537" y="501"/>
                    <a:pt x="537" y="501"/>
                    <a:pt x="537" y="501"/>
                  </a:cubicBezTo>
                  <a:cubicBezTo>
                    <a:pt x="530" y="505"/>
                    <a:pt x="530" y="505"/>
                    <a:pt x="530" y="505"/>
                  </a:cubicBezTo>
                  <a:cubicBezTo>
                    <a:pt x="511" y="508"/>
                    <a:pt x="511" y="508"/>
                    <a:pt x="511" y="508"/>
                  </a:cubicBezTo>
                  <a:cubicBezTo>
                    <a:pt x="511" y="517"/>
                    <a:pt x="511" y="517"/>
                    <a:pt x="511" y="517"/>
                  </a:cubicBezTo>
                  <a:cubicBezTo>
                    <a:pt x="500" y="522"/>
                    <a:pt x="500" y="522"/>
                    <a:pt x="500" y="522"/>
                  </a:cubicBezTo>
                  <a:cubicBezTo>
                    <a:pt x="496" y="518"/>
                    <a:pt x="496" y="518"/>
                    <a:pt x="496" y="518"/>
                  </a:cubicBezTo>
                  <a:cubicBezTo>
                    <a:pt x="479" y="526"/>
                    <a:pt x="479" y="526"/>
                    <a:pt x="479" y="526"/>
                  </a:cubicBezTo>
                  <a:cubicBezTo>
                    <a:pt x="470" y="527"/>
                    <a:pt x="470" y="527"/>
                    <a:pt x="470" y="527"/>
                  </a:cubicBezTo>
                  <a:cubicBezTo>
                    <a:pt x="468" y="533"/>
                    <a:pt x="468" y="533"/>
                    <a:pt x="468" y="533"/>
                  </a:cubicBezTo>
                  <a:cubicBezTo>
                    <a:pt x="479" y="537"/>
                    <a:pt x="479" y="537"/>
                    <a:pt x="479" y="537"/>
                  </a:cubicBezTo>
                  <a:cubicBezTo>
                    <a:pt x="486" y="545"/>
                    <a:pt x="486" y="545"/>
                    <a:pt x="486" y="545"/>
                  </a:cubicBezTo>
                  <a:cubicBezTo>
                    <a:pt x="477" y="548"/>
                    <a:pt x="477" y="548"/>
                    <a:pt x="477" y="548"/>
                  </a:cubicBezTo>
                  <a:cubicBezTo>
                    <a:pt x="472" y="546"/>
                    <a:pt x="472" y="546"/>
                    <a:pt x="472" y="546"/>
                  </a:cubicBezTo>
                  <a:cubicBezTo>
                    <a:pt x="469" y="549"/>
                    <a:pt x="469" y="549"/>
                    <a:pt x="469" y="549"/>
                  </a:cubicBezTo>
                  <a:cubicBezTo>
                    <a:pt x="477" y="556"/>
                    <a:pt x="477" y="556"/>
                    <a:pt x="477" y="556"/>
                  </a:cubicBezTo>
                  <a:cubicBezTo>
                    <a:pt x="474" y="560"/>
                    <a:pt x="474" y="560"/>
                    <a:pt x="474" y="560"/>
                  </a:cubicBezTo>
                  <a:cubicBezTo>
                    <a:pt x="461" y="559"/>
                    <a:pt x="461" y="559"/>
                    <a:pt x="461" y="559"/>
                  </a:cubicBezTo>
                  <a:cubicBezTo>
                    <a:pt x="460" y="555"/>
                    <a:pt x="460" y="555"/>
                    <a:pt x="460" y="555"/>
                  </a:cubicBezTo>
                  <a:cubicBezTo>
                    <a:pt x="456" y="559"/>
                    <a:pt x="456" y="559"/>
                    <a:pt x="456" y="559"/>
                  </a:cubicBezTo>
                  <a:cubicBezTo>
                    <a:pt x="464" y="566"/>
                    <a:pt x="464" y="566"/>
                    <a:pt x="464" y="566"/>
                  </a:cubicBezTo>
                  <a:cubicBezTo>
                    <a:pt x="459" y="570"/>
                    <a:pt x="459" y="570"/>
                    <a:pt x="459" y="570"/>
                  </a:cubicBezTo>
                  <a:cubicBezTo>
                    <a:pt x="460" y="577"/>
                    <a:pt x="460" y="577"/>
                    <a:pt x="460" y="577"/>
                  </a:cubicBezTo>
                  <a:cubicBezTo>
                    <a:pt x="468" y="577"/>
                    <a:pt x="468" y="577"/>
                    <a:pt x="468" y="577"/>
                  </a:cubicBezTo>
                  <a:cubicBezTo>
                    <a:pt x="460" y="581"/>
                    <a:pt x="460" y="581"/>
                    <a:pt x="460" y="581"/>
                  </a:cubicBezTo>
                  <a:cubicBezTo>
                    <a:pt x="452" y="582"/>
                    <a:pt x="452" y="582"/>
                    <a:pt x="452" y="582"/>
                  </a:cubicBezTo>
                  <a:cubicBezTo>
                    <a:pt x="448" y="578"/>
                    <a:pt x="448" y="578"/>
                    <a:pt x="448" y="578"/>
                  </a:cubicBezTo>
                  <a:cubicBezTo>
                    <a:pt x="448" y="585"/>
                    <a:pt x="448" y="585"/>
                    <a:pt x="448" y="585"/>
                  </a:cubicBezTo>
                  <a:cubicBezTo>
                    <a:pt x="443" y="592"/>
                    <a:pt x="443" y="592"/>
                    <a:pt x="443" y="592"/>
                  </a:cubicBezTo>
                  <a:cubicBezTo>
                    <a:pt x="451" y="595"/>
                    <a:pt x="451" y="595"/>
                    <a:pt x="451" y="595"/>
                  </a:cubicBezTo>
                  <a:cubicBezTo>
                    <a:pt x="469" y="600"/>
                    <a:pt x="469" y="600"/>
                    <a:pt x="469" y="600"/>
                  </a:cubicBezTo>
                  <a:cubicBezTo>
                    <a:pt x="471" y="608"/>
                    <a:pt x="471" y="608"/>
                    <a:pt x="471" y="608"/>
                  </a:cubicBezTo>
                  <a:cubicBezTo>
                    <a:pt x="478" y="610"/>
                    <a:pt x="478" y="610"/>
                    <a:pt x="478" y="610"/>
                  </a:cubicBezTo>
                  <a:cubicBezTo>
                    <a:pt x="489" y="605"/>
                    <a:pt x="489" y="605"/>
                    <a:pt x="489" y="605"/>
                  </a:cubicBezTo>
                  <a:cubicBezTo>
                    <a:pt x="480" y="612"/>
                    <a:pt x="480" y="612"/>
                    <a:pt x="480" y="612"/>
                  </a:cubicBezTo>
                  <a:cubicBezTo>
                    <a:pt x="480" y="618"/>
                    <a:pt x="480" y="618"/>
                    <a:pt x="480" y="618"/>
                  </a:cubicBezTo>
                  <a:cubicBezTo>
                    <a:pt x="469" y="618"/>
                    <a:pt x="469" y="618"/>
                    <a:pt x="469" y="618"/>
                  </a:cubicBezTo>
                  <a:cubicBezTo>
                    <a:pt x="464" y="613"/>
                    <a:pt x="464" y="613"/>
                    <a:pt x="464" y="613"/>
                  </a:cubicBezTo>
                  <a:cubicBezTo>
                    <a:pt x="446" y="614"/>
                    <a:pt x="446" y="614"/>
                    <a:pt x="446" y="614"/>
                  </a:cubicBezTo>
                  <a:cubicBezTo>
                    <a:pt x="433" y="625"/>
                    <a:pt x="433" y="625"/>
                    <a:pt x="433" y="625"/>
                  </a:cubicBezTo>
                  <a:cubicBezTo>
                    <a:pt x="437" y="628"/>
                    <a:pt x="437" y="628"/>
                    <a:pt x="437" y="628"/>
                  </a:cubicBezTo>
                  <a:cubicBezTo>
                    <a:pt x="450" y="629"/>
                    <a:pt x="450" y="629"/>
                    <a:pt x="450" y="629"/>
                  </a:cubicBezTo>
                  <a:cubicBezTo>
                    <a:pt x="451" y="637"/>
                    <a:pt x="451" y="637"/>
                    <a:pt x="451" y="637"/>
                  </a:cubicBezTo>
                  <a:cubicBezTo>
                    <a:pt x="458" y="642"/>
                    <a:pt x="458" y="642"/>
                    <a:pt x="458" y="642"/>
                  </a:cubicBezTo>
                  <a:cubicBezTo>
                    <a:pt x="457" y="652"/>
                    <a:pt x="457" y="652"/>
                    <a:pt x="457" y="65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43" y="644"/>
                    <a:pt x="443" y="644"/>
                    <a:pt x="443" y="644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9"/>
                    <a:pt x="438" y="659"/>
                    <a:pt x="438" y="659"/>
                  </a:cubicBezTo>
                  <a:cubicBezTo>
                    <a:pt x="434" y="661"/>
                    <a:pt x="434" y="661"/>
                    <a:pt x="434" y="661"/>
                  </a:cubicBezTo>
                  <a:cubicBezTo>
                    <a:pt x="440" y="668"/>
                    <a:pt x="440" y="668"/>
                    <a:pt x="440" y="668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36" y="676"/>
                    <a:pt x="436" y="676"/>
                    <a:pt x="436" y="676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4" y="673"/>
                    <a:pt x="424" y="673"/>
                    <a:pt x="424" y="673"/>
                  </a:cubicBezTo>
                  <a:cubicBezTo>
                    <a:pt x="425" y="683"/>
                    <a:pt x="425" y="683"/>
                    <a:pt x="425" y="683"/>
                  </a:cubicBezTo>
                  <a:cubicBezTo>
                    <a:pt x="436" y="685"/>
                    <a:pt x="436" y="685"/>
                    <a:pt x="436" y="685"/>
                  </a:cubicBezTo>
                  <a:cubicBezTo>
                    <a:pt x="438" y="690"/>
                    <a:pt x="438" y="690"/>
                    <a:pt x="438" y="690"/>
                  </a:cubicBezTo>
                  <a:cubicBezTo>
                    <a:pt x="437" y="697"/>
                    <a:pt x="437" y="697"/>
                    <a:pt x="437" y="697"/>
                  </a:cubicBezTo>
                  <a:cubicBezTo>
                    <a:pt x="422" y="688"/>
                    <a:pt x="422" y="688"/>
                    <a:pt x="422" y="688"/>
                  </a:cubicBezTo>
                  <a:cubicBezTo>
                    <a:pt x="416" y="691"/>
                    <a:pt x="416" y="691"/>
                    <a:pt x="416" y="691"/>
                  </a:cubicBezTo>
                  <a:cubicBezTo>
                    <a:pt x="416" y="701"/>
                    <a:pt x="416" y="701"/>
                    <a:pt x="416" y="701"/>
                  </a:cubicBezTo>
                  <a:cubicBezTo>
                    <a:pt x="420" y="702"/>
                    <a:pt x="420" y="702"/>
                    <a:pt x="420" y="702"/>
                  </a:cubicBezTo>
                  <a:cubicBezTo>
                    <a:pt x="419" y="713"/>
                    <a:pt x="419" y="713"/>
                    <a:pt x="419" y="713"/>
                  </a:cubicBezTo>
                  <a:cubicBezTo>
                    <a:pt x="424" y="723"/>
                    <a:pt x="424" y="723"/>
                    <a:pt x="424" y="723"/>
                  </a:cubicBezTo>
                  <a:cubicBezTo>
                    <a:pt x="432" y="723"/>
                    <a:pt x="432" y="723"/>
                    <a:pt x="432" y="723"/>
                  </a:cubicBezTo>
                  <a:cubicBezTo>
                    <a:pt x="438" y="713"/>
                    <a:pt x="438" y="713"/>
                    <a:pt x="438" y="713"/>
                  </a:cubicBezTo>
                  <a:cubicBezTo>
                    <a:pt x="444" y="713"/>
                    <a:pt x="444" y="713"/>
                    <a:pt x="444" y="713"/>
                  </a:cubicBezTo>
                  <a:cubicBezTo>
                    <a:pt x="438" y="727"/>
                    <a:pt x="438" y="727"/>
                    <a:pt x="438" y="727"/>
                  </a:cubicBezTo>
                  <a:cubicBezTo>
                    <a:pt x="430" y="729"/>
                    <a:pt x="430" y="729"/>
                    <a:pt x="430" y="729"/>
                  </a:cubicBezTo>
                  <a:cubicBezTo>
                    <a:pt x="419" y="740"/>
                    <a:pt x="419" y="740"/>
                    <a:pt x="419" y="740"/>
                  </a:cubicBezTo>
                  <a:cubicBezTo>
                    <a:pt x="409" y="740"/>
                    <a:pt x="409" y="740"/>
                    <a:pt x="409" y="740"/>
                  </a:cubicBezTo>
                  <a:cubicBezTo>
                    <a:pt x="401" y="743"/>
                    <a:pt x="401" y="743"/>
                    <a:pt x="401" y="743"/>
                  </a:cubicBezTo>
                  <a:cubicBezTo>
                    <a:pt x="400" y="749"/>
                    <a:pt x="400" y="749"/>
                    <a:pt x="400" y="749"/>
                  </a:cubicBezTo>
                  <a:cubicBezTo>
                    <a:pt x="390" y="753"/>
                    <a:pt x="390" y="753"/>
                    <a:pt x="390" y="753"/>
                  </a:cubicBezTo>
                  <a:cubicBezTo>
                    <a:pt x="381" y="760"/>
                    <a:pt x="381" y="760"/>
                    <a:pt x="381" y="760"/>
                  </a:cubicBezTo>
                  <a:cubicBezTo>
                    <a:pt x="390" y="764"/>
                    <a:pt x="390" y="764"/>
                    <a:pt x="390" y="764"/>
                  </a:cubicBezTo>
                  <a:cubicBezTo>
                    <a:pt x="387" y="769"/>
                    <a:pt x="387" y="769"/>
                    <a:pt x="387" y="769"/>
                  </a:cubicBezTo>
                  <a:cubicBezTo>
                    <a:pt x="370" y="771"/>
                    <a:pt x="370" y="771"/>
                    <a:pt x="370" y="771"/>
                  </a:cubicBezTo>
                  <a:cubicBezTo>
                    <a:pt x="362" y="781"/>
                    <a:pt x="362" y="781"/>
                    <a:pt x="362" y="781"/>
                  </a:cubicBezTo>
                  <a:cubicBezTo>
                    <a:pt x="363" y="785"/>
                    <a:pt x="363" y="785"/>
                    <a:pt x="363" y="785"/>
                  </a:cubicBezTo>
                  <a:cubicBezTo>
                    <a:pt x="377" y="789"/>
                    <a:pt x="377" y="789"/>
                    <a:pt x="377" y="789"/>
                  </a:cubicBezTo>
                  <a:cubicBezTo>
                    <a:pt x="367" y="794"/>
                    <a:pt x="367" y="794"/>
                    <a:pt x="367" y="794"/>
                  </a:cubicBezTo>
                  <a:cubicBezTo>
                    <a:pt x="361" y="804"/>
                    <a:pt x="361" y="804"/>
                    <a:pt x="361" y="804"/>
                  </a:cubicBezTo>
                  <a:cubicBezTo>
                    <a:pt x="351" y="805"/>
                    <a:pt x="351" y="805"/>
                    <a:pt x="351" y="805"/>
                  </a:cubicBezTo>
                  <a:cubicBezTo>
                    <a:pt x="349" y="795"/>
                    <a:pt x="349" y="795"/>
                    <a:pt x="349" y="795"/>
                  </a:cubicBezTo>
                  <a:cubicBezTo>
                    <a:pt x="342" y="791"/>
                    <a:pt x="342" y="791"/>
                    <a:pt x="342" y="791"/>
                  </a:cubicBezTo>
                  <a:cubicBezTo>
                    <a:pt x="338" y="797"/>
                    <a:pt x="338" y="797"/>
                    <a:pt x="338" y="797"/>
                  </a:cubicBezTo>
                  <a:cubicBezTo>
                    <a:pt x="330" y="797"/>
                    <a:pt x="330" y="797"/>
                    <a:pt x="330" y="797"/>
                  </a:cubicBezTo>
                  <a:cubicBezTo>
                    <a:pt x="333" y="804"/>
                    <a:pt x="333" y="804"/>
                    <a:pt x="333" y="804"/>
                  </a:cubicBezTo>
                  <a:cubicBezTo>
                    <a:pt x="326" y="809"/>
                    <a:pt x="326" y="809"/>
                    <a:pt x="326" y="809"/>
                  </a:cubicBezTo>
                  <a:cubicBezTo>
                    <a:pt x="325" y="816"/>
                    <a:pt x="325" y="816"/>
                    <a:pt x="325" y="816"/>
                  </a:cubicBezTo>
                  <a:cubicBezTo>
                    <a:pt x="329" y="822"/>
                    <a:pt x="329" y="822"/>
                    <a:pt x="329" y="822"/>
                  </a:cubicBezTo>
                  <a:cubicBezTo>
                    <a:pt x="313" y="822"/>
                    <a:pt x="313" y="822"/>
                    <a:pt x="313" y="822"/>
                  </a:cubicBezTo>
                  <a:cubicBezTo>
                    <a:pt x="306" y="826"/>
                    <a:pt x="306" y="826"/>
                    <a:pt x="306" y="826"/>
                  </a:cubicBezTo>
                  <a:cubicBezTo>
                    <a:pt x="308" y="838"/>
                    <a:pt x="308" y="838"/>
                    <a:pt x="308" y="838"/>
                  </a:cubicBezTo>
                  <a:cubicBezTo>
                    <a:pt x="296" y="845"/>
                    <a:pt x="296" y="845"/>
                    <a:pt x="296" y="845"/>
                  </a:cubicBezTo>
                  <a:cubicBezTo>
                    <a:pt x="297" y="849"/>
                    <a:pt x="297" y="849"/>
                    <a:pt x="297" y="849"/>
                  </a:cubicBezTo>
                  <a:cubicBezTo>
                    <a:pt x="295" y="862"/>
                    <a:pt x="295" y="862"/>
                    <a:pt x="295" y="862"/>
                  </a:cubicBezTo>
                  <a:cubicBezTo>
                    <a:pt x="286" y="869"/>
                    <a:pt x="286" y="869"/>
                    <a:pt x="286" y="869"/>
                  </a:cubicBezTo>
                  <a:cubicBezTo>
                    <a:pt x="275" y="879"/>
                    <a:pt x="275" y="879"/>
                    <a:pt x="275" y="879"/>
                  </a:cubicBezTo>
                  <a:cubicBezTo>
                    <a:pt x="278" y="884"/>
                    <a:pt x="278" y="884"/>
                    <a:pt x="278" y="884"/>
                  </a:cubicBezTo>
                  <a:cubicBezTo>
                    <a:pt x="292" y="876"/>
                    <a:pt x="292" y="876"/>
                    <a:pt x="292" y="876"/>
                  </a:cubicBezTo>
                  <a:cubicBezTo>
                    <a:pt x="299" y="876"/>
                    <a:pt x="299" y="876"/>
                    <a:pt x="299" y="876"/>
                  </a:cubicBezTo>
                  <a:cubicBezTo>
                    <a:pt x="298" y="883"/>
                    <a:pt x="298" y="883"/>
                    <a:pt x="298" y="883"/>
                  </a:cubicBezTo>
                  <a:cubicBezTo>
                    <a:pt x="289" y="886"/>
                    <a:pt x="289" y="886"/>
                    <a:pt x="289" y="886"/>
                  </a:cubicBezTo>
                  <a:cubicBezTo>
                    <a:pt x="288" y="899"/>
                    <a:pt x="288" y="899"/>
                    <a:pt x="288" y="899"/>
                  </a:cubicBezTo>
                  <a:cubicBezTo>
                    <a:pt x="296" y="908"/>
                    <a:pt x="296" y="908"/>
                    <a:pt x="296" y="908"/>
                  </a:cubicBezTo>
                  <a:cubicBezTo>
                    <a:pt x="310" y="900"/>
                    <a:pt x="310" y="900"/>
                    <a:pt x="310" y="900"/>
                  </a:cubicBezTo>
                  <a:cubicBezTo>
                    <a:pt x="325" y="899"/>
                    <a:pt x="325" y="899"/>
                    <a:pt x="325" y="899"/>
                  </a:cubicBezTo>
                  <a:cubicBezTo>
                    <a:pt x="346" y="880"/>
                    <a:pt x="346" y="880"/>
                    <a:pt x="346" y="880"/>
                  </a:cubicBezTo>
                  <a:cubicBezTo>
                    <a:pt x="346" y="872"/>
                    <a:pt x="346" y="872"/>
                    <a:pt x="346" y="872"/>
                  </a:cubicBezTo>
                  <a:cubicBezTo>
                    <a:pt x="335" y="875"/>
                    <a:pt x="335" y="875"/>
                    <a:pt x="335" y="875"/>
                  </a:cubicBezTo>
                  <a:cubicBezTo>
                    <a:pt x="344" y="863"/>
                    <a:pt x="344" y="863"/>
                    <a:pt x="344" y="863"/>
                  </a:cubicBezTo>
                  <a:cubicBezTo>
                    <a:pt x="347" y="850"/>
                    <a:pt x="347" y="850"/>
                    <a:pt x="347" y="850"/>
                  </a:cubicBezTo>
                  <a:cubicBezTo>
                    <a:pt x="352" y="849"/>
                    <a:pt x="352" y="849"/>
                    <a:pt x="352" y="849"/>
                  </a:cubicBezTo>
                  <a:cubicBezTo>
                    <a:pt x="358" y="844"/>
                    <a:pt x="358" y="844"/>
                    <a:pt x="358" y="844"/>
                  </a:cubicBezTo>
                  <a:cubicBezTo>
                    <a:pt x="370" y="846"/>
                    <a:pt x="370" y="846"/>
                    <a:pt x="370" y="846"/>
                  </a:cubicBezTo>
                  <a:cubicBezTo>
                    <a:pt x="377" y="846"/>
                    <a:pt x="377" y="846"/>
                    <a:pt x="377" y="846"/>
                  </a:cubicBezTo>
                  <a:cubicBezTo>
                    <a:pt x="358" y="857"/>
                    <a:pt x="358" y="857"/>
                    <a:pt x="358" y="857"/>
                  </a:cubicBezTo>
                  <a:cubicBezTo>
                    <a:pt x="357" y="865"/>
                    <a:pt x="357" y="865"/>
                    <a:pt x="357" y="865"/>
                  </a:cubicBezTo>
                  <a:cubicBezTo>
                    <a:pt x="376" y="870"/>
                    <a:pt x="376" y="870"/>
                    <a:pt x="376" y="870"/>
                  </a:cubicBezTo>
                  <a:cubicBezTo>
                    <a:pt x="370" y="877"/>
                    <a:pt x="370" y="877"/>
                    <a:pt x="370" y="877"/>
                  </a:cubicBezTo>
                  <a:cubicBezTo>
                    <a:pt x="360" y="878"/>
                    <a:pt x="360" y="878"/>
                    <a:pt x="360" y="878"/>
                  </a:cubicBezTo>
                  <a:cubicBezTo>
                    <a:pt x="341" y="897"/>
                    <a:pt x="341" y="897"/>
                    <a:pt x="341" y="897"/>
                  </a:cubicBezTo>
                  <a:cubicBezTo>
                    <a:pt x="353" y="902"/>
                    <a:pt x="353" y="902"/>
                    <a:pt x="353" y="902"/>
                  </a:cubicBezTo>
                  <a:cubicBezTo>
                    <a:pt x="346" y="910"/>
                    <a:pt x="346" y="910"/>
                    <a:pt x="346" y="910"/>
                  </a:cubicBezTo>
                  <a:cubicBezTo>
                    <a:pt x="347" y="921"/>
                    <a:pt x="347" y="921"/>
                    <a:pt x="347" y="921"/>
                  </a:cubicBezTo>
                  <a:cubicBezTo>
                    <a:pt x="335" y="921"/>
                    <a:pt x="335" y="921"/>
                    <a:pt x="335" y="921"/>
                  </a:cubicBezTo>
                  <a:cubicBezTo>
                    <a:pt x="325" y="912"/>
                    <a:pt x="325" y="912"/>
                    <a:pt x="325" y="912"/>
                  </a:cubicBezTo>
                  <a:cubicBezTo>
                    <a:pt x="311" y="912"/>
                    <a:pt x="311" y="912"/>
                    <a:pt x="311" y="912"/>
                  </a:cubicBezTo>
                  <a:cubicBezTo>
                    <a:pt x="303" y="918"/>
                    <a:pt x="303" y="918"/>
                    <a:pt x="303" y="918"/>
                  </a:cubicBezTo>
                  <a:cubicBezTo>
                    <a:pt x="302" y="928"/>
                    <a:pt x="302" y="928"/>
                    <a:pt x="302" y="928"/>
                  </a:cubicBezTo>
                  <a:cubicBezTo>
                    <a:pt x="292" y="934"/>
                    <a:pt x="292" y="934"/>
                    <a:pt x="292" y="934"/>
                  </a:cubicBezTo>
                  <a:cubicBezTo>
                    <a:pt x="281" y="939"/>
                    <a:pt x="281" y="939"/>
                    <a:pt x="281" y="939"/>
                  </a:cubicBezTo>
                  <a:cubicBezTo>
                    <a:pt x="289" y="931"/>
                    <a:pt x="289" y="931"/>
                    <a:pt x="289" y="931"/>
                  </a:cubicBezTo>
                  <a:cubicBezTo>
                    <a:pt x="295" y="928"/>
                    <a:pt x="295" y="928"/>
                    <a:pt x="295" y="928"/>
                  </a:cubicBezTo>
                  <a:cubicBezTo>
                    <a:pt x="286" y="918"/>
                    <a:pt x="286" y="918"/>
                    <a:pt x="286" y="918"/>
                  </a:cubicBezTo>
                  <a:cubicBezTo>
                    <a:pt x="286" y="906"/>
                    <a:pt x="286" y="906"/>
                    <a:pt x="286" y="906"/>
                  </a:cubicBezTo>
                  <a:cubicBezTo>
                    <a:pt x="277" y="894"/>
                    <a:pt x="277" y="894"/>
                    <a:pt x="277" y="894"/>
                  </a:cubicBezTo>
                  <a:cubicBezTo>
                    <a:pt x="268" y="894"/>
                    <a:pt x="268" y="894"/>
                    <a:pt x="268" y="894"/>
                  </a:cubicBezTo>
                  <a:cubicBezTo>
                    <a:pt x="263" y="903"/>
                    <a:pt x="263" y="903"/>
                    <a:pt x="263" y="903"/>
                  </a:cubicBezTo>
                  <a:cubicBezTo>
                    <a:pt x="250" y="904"/>
                    <a:pt x="250" y="904"/>
                    <a:pt x="250" y="904"/>
                  </a:cubicBezTo>
                  <a:cubicBezTo>
                    <a:pt x="250" y="910"/>
                    <a:pt x="250" y="910"/>
                    <a:pt x="250" y="910"/>
                  </a:cubicBezTo>
                  <a:cubicBezTo>
                    <a:pt x="266" y="910"/>
                    <a:pt x="266" y="910"/>
                    <a:pt x="266" y="910"/>
                  </a:cubicBezTo>
                  <a:cubicBezTo>
                    <a:pt x="250" y="924"/>
                    <a:pt x="250" y="924"/>
                    <a:pt x="250" y="924"/>
                  </a:cubicBezTo>
                  <a:cubicBezTo>
                    <a:pt x="238" y="919"/>
                    <a:pt x="238" y="919"/>
                    <a:pt x="238" y="919"/>
                  </a:cubicBezTo>
                  <a:cubicBezTo>
                    <a:pt x="229" y="921"/>
                    <a:pt x="229" y="921"/>
                    <a:pt x="229" y="921"/>
                  </a:cubicBezTo>
                  <a:cubicBezTo>
                    <a:pt x="216" y="931"/>
                    <a:pt x="216" y="931"/>
                    <a:pt x="216" y="931"/>
                  </a:cubicBezTo>
                  <a:cubicBezTo>
                    <a:pt x="223" y="933"/>
                    <a:pt x="223" y="933"/>
                    <a:pt x="223" y="933"/>
                  </a:cubicBezTo>
                  <a:cubicBezTo>
                    <a:pt x="230" y="930"/>
                    <a:pt x="230" y="930"/>
                    <a:pt x="230" y="930"/>
                  </a:cubicBezTo>
                  <a:cubicBezTo>
                    <a:pt x="233" y="933"/>
                    <a:pt x="233" y="933"/>
                    <a:pt x="233" y="933"/>
                  </a:cubicBezTo>
                  <a:cubicBezTo>
                    <a:pt x="219" y="941"/>
                    <a:pt x="219" y="941"/>
                    <a:pt x="219" y="941"/>
                  </a:cubicBezTo>
                  <a:cubicBezTo>
                    <a:pt x="213" y="948"/>
                    <a:pt x="213" y="948"/>
                    <a:pt x="213" y="948"/>
                  </a:cubicBezTo>
                  <a:cubicBezTo>
                    <a:pt x="207" y="942"/>
                    <a:pt x="207" y="942"/>
                    <a:pt x="207" y="942"/>
                  </a:cubicBezTo>
                  <a:cubicBezTo>
                    <a:pt x="198" y="942"/>
                    <a:pt x="198" y="942"/>
                    <a:pt x="198" y="942"/>
                  </a:cubicBezTo>
                  <a:cubicBezTo>
                    <a:pt x="196" y="948"/>
                    <a:pt x="196" y="948"/>
                    <a:pt x="196" y="948"/>
                  </a:cubicBezTo>
                  <a:cubicBezTo>
                    <a:pt x="211" y="956"/>
                    <a:pt x="211" y="956"/>
                    <a:pt x="211" y="956"/>
                  </a:cubicBezTo>
                  <a:cubicBezTo>
                    <a:pt x="229" y="956"/>
                    <a:pt x="229" y="956"/>
                    <a:pt x="229" y="956"/>
                  </a:cubicBezTo>
                  <a:cubicBezTo>
                    <a:pt x="225" y="964"/>
                    <a:pt x="225" y="964"/>
                    <a:pt x="225" y="964"/>
                  </a:cubicBezTo>
                  <a:cubicBezTo>
                    <a:pt x="233" y="967"/>
                    <a:pt x="233" y="967"/>
                    <a:pt x="233" y="967"/>
                  </a:cubicBezTo>
                  <a:cubicBezTo>
                    <a:pt x="232" y="975"/>
                    <a:pt x="232" y="975"/>
                    <a:pt x="232" y="975"/>
                  </a:cubicBezTo>
                  <a:cubicBezTo>
                    <a:pt x="217" y="971"/>
                    <a:pt x="217" y="971"/>
                    <a:pt x="217" y="971"/>
                  </a:cubicBezTo>
                  <a:cubicBezTo>
                    <a:pt x="214" y="962"/>
                    <a:pt x="214" y="962"/>
                    <a:pt x="214" y="962"/>
                  </a:cubicBezTo>
                  <a:cubicBezTo>
                    <a:pt x="202" y="962"/>
                    <a:pt x="202" y="962"/>
                    <a:pt x="202" y="962"/>
                  </a:cubicBezTo>
                  <a:cubicBezTo>
                    <a:pt x="191" y="953"/>
                    <a:pt x="191" y="953"/>
                    <a:pt x="191" y="953"/>
                  </a:cubicBezTo>
                  <a:cubicBezTo>
                    <a:pt x="188" y="945"/>
                    <a:pt x="188" y="945"/>
                    <a:pt x="188" y="945"/>
                  </a:cubicBezTo>
                  <a:cubicBezTo>
                    <a:pt x="183" y="946"/>
                    <a:pt x="183" y="946"/>
                    <a:pt x="183" y="946"/>
                  </a:cubicBezTo>
                  <a:cubicBezTo>
                    <a:pt x="181" y="955"/>
                    <a:pt x="181" y="955"/>
                    <a:pt x="181" y="955"/>
                  </a:cubicBezTo>
                  <a:cubicBezTo>
                    <a:pt x="193" y="970"/>
                    <a:pt x="193" y="970"/>
                    <a:pt x="193" y="970"/>
                  </a:cubicBezTo>
                  <a:cubicBezTo>
                    <a:pt x="205" y="978"/>
                    <a:pt x="205" y="978"/>
                    <a:pt x="205" y="978"/>
                  </a:cubicBezTo>
                  <a:cubicBezTo>
                    <a:pt x="216" y="979"/>
                    <a:pt x="216" y="979"/>
                    <a:pt x="216" y="979"/>
                  </a:cubicBezTo>
                  <a:cubicBezTo>
                    <a:pt x="222" y="985"/>
                    <a:pt x="222" y="985"/>
                    <a:pt x="222" y="985"/>
                  </a:cubicBezTo>
                  <a:cubicBezTo>
                    <a:pt x="211" y="986"/>
                    <a:pt x="211" y="986"/>
                    <a:pt x="211" y="986"/>
                  </a:cubicBezTo>
                  <a:cubicBezTo>
                    <a:pt x="192" y="979"/>
                    <a:pt x="192" y="979"/>
                    <a:pt x="192" y="979"/>
                  </a:cubicBezTo>
                  <a:cubicBezTo>
                    <a:pt x="175" y="961"/>
                    <a:pt x="175" y="961"/>
                    <a:pt x="175" y="961"/>
                  </a:cubicBezTo>
                  <a:cubicBezTo>
                    <a:pt x="166" y="966"/>
                    <a:pt x="166" y="966"/>
                    <a:pt x="166" y="966"/>
                  </a:cubicBezTo>
                  <a:cubicBezTo>
                    <a:pt x="156" y="958"/>
                    <a:pt x="156" y="958"/>
                    <a:pt x="156" y="958"/>
                  </a:cubicBezTo>
                  <a:cubicBezTo>
                    <a:pt x="142" y="958"/>
                    <a:pt x="142" y="958"/>
                    <a:pt x="142" y="958"/>
                  </a:cubicBezTo>
                  <a:cubicBezTo>
                    <a:pt x="136" y="953"/>
                    <a:pt x="136" y="953"/>
                    <a:pt x="136" y="953"/>
                  </a:cubicBezTo>
                  <a:cubicBezTo>
                    <a:pt x="131" y="959"/>
                    <a:pt x="131" y="959"/>
                    <a:pt x="131" y="959"/>
                  </a:cubicBezTo>
                  <a:cubicBezTo>
                    <a:pt x="133" y="968"/>
                    <a:pt x="133" y="968"/>
                    <a:pt x="133" y="968"/>
                  </a:cubicBezTo>
                  <a:cubicBezTo>
                    <a:pt x="125" y="974"/>
                    <a:pt x="125" y="974"/>
                    <a:pt x="125" y="974"/>
                  </a:cubicBezTo>
                  <a:cubicBezTo>
                    <a:pt x="136" y="984"/>
                    <a:pt x="136" y="984"/>
                    <a:pt x="136" y="984"/>
                  </a:cubicBezTo>
                  <a:cubicBezTo>
                    <a:pt x="158" y="978"/>
                    <a:pt x="158" y="978"/>
                    <a:pt x="158" y="978"/>
                  </a:cubicBezTo>
                  <a:cubicBezTo>
                    <a:pt x="161" y="982"/>
                    <a:pt x="161" y="982"/>
                    <a:pt x="161" y="982"/>
                  </a:cubicBezTo>
                  <a:cubicBezTo>
                    <a:pt x="152" y="988"/>
                    <a:pt x="152" y="988"/>
                    <a:pt x="152" y="988"/>
                  </a:cubicBezTo>
                  <a:cubicBezTo>
                    <a:pt x="157" y="991"/>
                    <a:pt x="157" y="991"/>
                    <a:pt x="157" y="991"/>
                  </a:cubicBezTo>
                  <a:cubicBezTo>
                    <a:pt x="174" y="984"/>
                    <a:pt x="174" y="984"/>
                    <a:pt x="174" y="984"/>
                  </a:cubicBezTo>
                  <a:cubicBezTo>
                    <a:pt x="181" y="984"/>
                    <a:pt x="181" y="984"/>
                    <a:pt x="181" y="984"/>
                  </a:cubicBezTo>
                  <a:cubicBezTo>
                    <a:pt x="177" y="990"/>
                    <a:pt x="177" y="990"/>
                    <a:pt x="177" y="990"/>
                  </a:cubicBezTo>
                  <a:cubicBezTo>
                    <a:pt x="158" y="998"/>
                    <a:pt x="158" y="998"/>
                    <a:pt x="158" y="998"/>
                  </a:cubicBezTo>
                  <a:cubicBezTo>
                    <a:pt x="150" y="1008"/>
                    <a:pt x="150" y="1008"/>
                    <a:pt x="150" y="1008"/>
                  </a:cubicBezTo>
                  <a:cubicBezTo>
                    <a:pt x="137" y="1005"/>
                    <a:pt x="137" y="1005"/>
                    <a:pt x="137" y="1005"/>
                  </a:cubicBezTo>
                  <a:cubicBezTo>
                    <a:pt x="125" y="991"/>
                    <a:pt x="125" y="991"/>
                    <a:pt x="125" y="991"/>
                  </a:cubicBezTo>
                  <a:cubicBezTo>
                    <a:pt x="120" y="991"/>
                    <a:pt x="120" y="991"/>
                    <a:pt x="120" y="991"/>
                  </a:cubicBezTo>
                  <a:cubicBezTo>
                    <a:pt x="113" y="996"/>
                    <a:pt x="113" y="996"/>
                    <a:pt x="113" y="996"/>
                  </a:cubicBezTo>
                  <a:cubicBezTo>
                    <a:pt x="103" y="988"/>
                    <a:pt x="103" y="988"/>
                    <a:pt x="103" y="988"/>
                  </a:cubicBezTo>
                  <a:cubicBezTo>
                    <a:pt x="95" y="993"/>
                    <a:pt x="95" y="993"/>
                    <a:pt x="95" y="993"/>
                  </a:cubicBezTo>
                  <a:cubicBezTo>
                    <a:pt x="90" y="990"/>
                    <a:pt x="90" y="990"/>
                    <a:pt x="90" y="990"/>
                  </a:cubicBezTo>
                  <a:cubicBezTo>
                    <a:pt x="79" y="995"/>
                    <a:pt x="79" y="995"/>
                    <a:pt x="79" y="995"/>
                  </a:cubicBezTo>
                  <a:cubicBezTo>
                    <a:pt x="82" y="1000"/>
                    <a:pt x="82" y="1000"/>
                    <a:pt x="82" y="1000"/>
                  </a:cubicBezTo>
                  <a:cubicBezTo>
                    <a:pt x="103" y="1003"/>
                    <a:pt x="103" y="1003"/>
                    <a:pt x="103" y="1003"/>
                  </a:cubicBezTo>
                  <a:cubicBezTo>
                    <a:pt x="117" y="1011"/>
                    <a:pt x="117" y="1011"/>
                    <a:pt x="117" y="1011"/>
                  </a:cubicBezTo>
                  <a:cubicBezTo>
                    <a:pt x="133" y="1019"/>
                    <a:pt x="133" y="1019"/>
                    <a:pt x="133" y="1019"/>
                  </a:cubicBezTo>
                  <a:cubicBezTo>
                    <a:pt x="129" y="1029"/>
                    <a:pt x="129" y="1029"/>
                    <a:pt x="129" y="1029"/>
                  </a:cubicBezTo>
                  <a:cubicBezTo>
                    <a:pt x="134" y="1036"/>
                    <a:pt x="134" y="1036"/>
                    <a:pt x="134" y="1036"/>
                  </a:cubicBezTo>
                  <a:cubicBezTo>
                    <a:pt x="124" y="1041"/>
                    <a:pt x="124" y="1041"/>
                    <a:pt x="124" y="1041"/>
                  </a:cubicBezTo>
                  <a:cubicBezTo>
                    <a:pt x="120" y="1036"/>
                    <a:pt x="120" y="1036"/>
                    <a:pt x="120" y="1036"/>
                  </a:cubicBezTo>
                  <a:cubicBezTo>
                    <a:pt x="120" y="1021"/>
                    <a:pt x="120" y="1021"/>
                    <a:pt x="120" y="1021"/>
                  </a:cubicBezTo>
                  <a:cubicBezTo>
                    <a:pt x="108" y="1017"/>
                    <a:pt x="108" y="1017"/>
                    <a:pt x="108" y="1017"/>
                  </a:cubicBezTo>
                  <a:cubicBezTo>
                    <a:pt x="96" y="1019"/>
                    <a:pt x="96" y="1019"/>
                    <a:pt x="96" y="1019"/>
                  </a:cubicBezTo>
                  <a:cubicBezTo>
                    <a:pt x="101" y="1027"/>
                    <a:pt x="101" y="1027"/>
                    <a:pt x="101" y="1027"/>
                  </a:cubicBezTo>
                  <a:cubicBezTo>
                    <a:pt x="99" y="1033"/>
                    <a:pt x="99" y="1033"/>
                    <a:pt x="99" y="1033"/>
                  </a:cubicBezTo>
                  <a:cubicBezTo>
                    <a:pt x="84" y="1024"/>
                    <a:pt x="84" y="1024"/>
                    <a:pt x="84" y="1024"/>
                  </a:cubicBezTo>
                  <a:cubicBezTo>
                    <a:pt x="71" y="1036"/>
                    <a:pt x="71" y="1036"/>
                    <a:pt x="71" y="1036"/>
                  </a:cubicBezTo>
                  <a:cubicBezTo>
                    <a:pt x="84" y="1044"/>
                    <a:pt x="84" y="1044"/>
                    <a:pt x="84" y="1044"/>
                  </a:cubicBezTo>
                  <a:cubicBezTo>
                    <a:pt x="74" y="1045"/>
                    <a:pt x="74" y="1045"/>
                    <a:pt x="74" y="1045"/>
                  </a:cubicBezTo>
                  <a:cubicBezTo>
                    <a:pt x="66" y="1048"/>
                    <a:pt x="66" y="1048"/>
                    <a:pt x="66" y="1048"/>
                  </a:cubicBezTo>
                  <a:cubicBezTo>
                    <a:pt x="63" y="1036"/>
                    <a:pt x="63" y="1036"/>
                    <a:pt x="63" y="1036"/>
                  </a:cubicBezTo>
                  <a:cubicBezTo>
                    <a:pt x="43" y="1036"/>
                    <a:pt x="43" y="1036"/>
                    <a:pt x="43" y="1036"/>
                  </a:cubicBezTo>
                  <a:cubicBezTo>
                    <a:pt x="50" y="1048"/>
                    <a:pt x="50" y="1048"/>
                    <a:pt x="50" y="1048"/>
                  </a:cubicBezTo>
                  <a:cubicBezTo>
                    <a:pt x="41" y="1053"/>
                    <a:pt x="41" y="1053"/>
                    <a:pt x="41" y="1053"/>
                  </a:cubicBezTo>
                  <a:cubicBezTo>
                    <a:pt x="38" y="1042"/>
                    <a:pt x="38" y="1042"/>
                    <a:pt x="38" y="1042"/>
                  </a:cubicBezTo>
                  <a:cubicBezTo>
                    <a:pt x="26" y="1032"/>
                    <a:pt x="26" y="1032"/>
                    <a:pt x="26" y="1032"/>
                  </a:cubicBezTo>
                  <a:cubicBezTo>
                    <a:pt x="20" y="1034"/>
                    <a:pt x="20" y="1034"/>
                    <a:pt x="20" y="1034"/>
                  </a:cubicBezTo>
                  <a:cubicBezTo>
                    <a:pt x="22" y="1041"/>
                    <a:pt x="22" y="1041"/>
                    <a:pt x="22" y="1041"/>
                  </a:cubicBezTo>
                  <a:cubicBezTo>
                    <a:pt x="35" y="1051"/>
                    <a:pt x="35" y="1051"/>
                    <a:pt x="35" y="1051"/>
                  </a:cubicBezTo>
                  <a:cubicBezTo>
                    <a:pt x="29" y="1058"/>
                    <a:pt x="29" y="1058"/>
                    <a:pt x="29" y="1058"/>
                  </a:cubicBezTo>
                  <a:cubicBezTo>
                    <a:pt x="35" y="1064"/>
                    <a:pt x="35" y="1064"/>
                    <a:pt x="35" y="1064"/>
                  </a:cubicBezTo>
                  <a:cubicBezTo>
                    <a:pt x="50" y="1059"/>
                    <a:pt x="50" y="1059"/>
                    <a:pt x="50" y="1059"/>
                  </a:cubicBezTo>
                  <a:cubicBezTo>
                    <a:pt x="70" y="1063"/>
                    <a:pt x="70" y="1063"/>
                    <a:pt x="70" y="1063"/>
                  </a:cubicBezTo>
                  <a:cubicBezTo>
                    <a:pt x="82" y="1071"/>
                    <a:pt x="82" y="1071"/>
                    <a:pt x="82" y="1071"/>
                  </a:cubicBezTo>
                  <a:cubicBezTo>
                    <a:pt x="102" y="1071"/>
                    <a:pt x="102" y="1071"/>
                    <a:pt x="102" y="1071"/>
                  </a:cubicBezTo>
                  <a:cubicBezTo>
                    <a:pt x="108" y="1066"/>
                    <a:pt x="108" y="1066"/>
                    <a:pt x="108" y="1066"/>
                  </a:cubicBezTo>
                  <a:cubicBezTo>
                    <a:pt x="118" y="1066"/>
                    <a:pt x="118" y="1066"/>
                    <a:pt x="118" y="1066"/>
                  </a:cubicBezTo>
                  <a:cubicBezTo>
                    <a:pt x="105" y="1078"/>
                    <a:pt x="105" y="1078"/>
                    <a:pt x="105" y="1078"/>
                  </a:cubicBezTo>
                  <a:cubicBezTo>
                    <a:pt x="87" y="1076"/>
                    <a:pt x="87" y="1076"/>
                    <a:pt x="87" y="1076"/>
                  </a:cubicBezTo>
                  <a:cubicBezTo>
                    <a:pt x="81" y="1079"/>
                    <a:pt x="81" y="1079"/>
                    <a:pt x="81" y="1079"/>
                  </a:cubicBezTo>
                  <a:cubicBezTo>
                    <a:pt x="60" y="1069"/>
                    <a:pt x="60" y="1069"/>
                    <a:pt x="60" y="1069"/>
                  </a:cubicBezTo>
                  <a:cubicBezTo>
                    <a:pt x="46" y="1072"/>
                    <a:pt x="46" y="1072"/>
                    <a:pt x="46" y="1072"/>
                  </a:cubicBezTo>
                  <a:cubicBezTo>
                    <a:pt x="40" y="1070"/>
                    <a:pt x="40" y="1070"/>
                    <a:pt x="40" y="1070"/>
                  </a:cubicBezTo>
                  <a:cubicBezTo>
                    <a:pt x="30" y="1078"/>
                    <a:pt x="30" y="1078"/>
                    <a:pt x="30" y="1078"/>
                  </a:cubicBezTo>
                  <a:cubicBezTo>
                    <a:pt x="16" y="1080"/>
                    <a:pt x="16" y="1080"/>
                    <a:pt x="16" y="1080"/>
                  </a:cubicBezTo>
                  <a:cubicBezTo>
                    <a:pt x="15" y="1085"/>
                    <a:pt x="15" y="1085"/>
                    <a:pt x="15" y="1085"/>
                  </a:cubicBezTo>
                  <a:cubicBezTo>
                    <a:pt x="37" y="1094"/>
                    <a:pt x="37" y="1094"/>
                    <a:pt x="37" y="1094"/>
                  </a:cubicBezTo>
                  <a:cubicBezTo>
                    <a:pt x="28" y="1102"/>
                    <a:pt x="28" y="1102"/>
                    <a:pt x="28" y="1102"/>
                  </a:cubicBezTo>
                  <a:cubicBezTo>
                    <a:pt x="39" y="1104"/>
                    <a:pt x="39" y="1104"/>
                    <a:pt x="39" y="1104"/>
                  </a:cubicBezTo>
                  <a:cubicBezTo>
                    <a:pt x="46" y="1100"/>
                    <a:pt x="46" y="1100"/>
                    <a:pt x="46" y="1100"/>
                  </a:cubicBezTo>
                  <a:cubicBezTo>
                    <a:pt x="64" y="1100"/>
                    <a:pt x="64" y="1100"/>
                    <a:pt x="64" y="1100"/>
                  </a:cubicBezTo>
                  <a:cubicBezTo>
                    <a:pt x="51" y="1108"/>
                    <a:pt x="51" y="1108"/>
                    <a:pt x="51" y="1108"/>
                  </a:cubicBezTo>
                  <a:cubicBezTo>
                    <a:pt x="32" y="1108"/>
                    <a:pt x="32" y="1108"/>
                    <a:pt x="32" y="1108"/>
                  </a:cubicBezTo>
                  <a:cubicBezTo>
                    <a:pt x="27" y="1111"/>
                    <a:pt x="27" y="1111"/>
                    <a:pt x="27" y="1111"/>
                  </a:cubicBezTo>
                  <a:cubicBezTo>
                    <a:pt x="21" y="1109"/>
                    <a:pt x="21" y="1109"/>
                    <a:pt x="21" y="1109"/>
                  </a:cubicBezTo>
                  <a:cubicBezTo>
                    <a:pt x="21" y="1113"/>
                    <a:pt x="21" y="1113"/>
                    <a:pt x="21" y="1113"/>
                  </a:cubicBezTo>
                  <a:cubicBezTo>
                    <a:pt x="31" y="1117"/>
                    <a:pt x="31" y="1117"/>
                    <a:pt x="31" y="1117"/>
                  </a:cubicBezTo>
                  <a:cubicBezTo>
                    <a:pt x="38" y="1117"/>
                    <a:pt x="38" y="1117"/>
                    <a:pt x="38" y="1117"/>
                  </a:cubicBezTo>
                  <a:cubicBezTo>
                    <a:pt x="26" y="1123"/>
                    <a:pt x="26" y="1123"/>
                    <a:pt x="26" y="1123"/>
                  </a:cubicBezTo>
                  <a:cubicBezTo>
                    <a:pt x="21" y="1124"/>
                    <a:pt x="21" y="1124"/>
                    <a:pt x="21" y="1124"/>
                  </a:cubicBezTo>
                  <a:cubicBezTo>
                    <a:pt x="22" y="1130"/>
                    <a:pt x="22" y="1130"/>
                    <a:pt x="22" y="1130"/>
                  </a:cubicBezTo>
                  <a:cubicBezTo>
                    <a:pt x="29" y="1134"/>
                    <a:pt x="29" y="1134"/>
                    <a:pt x="29" y="1134"/>
                  </a:cubicBezTo>
                  <a:cubicBezTo>
                    <a:pt x="33" y="1141"/>
                    <a:pt x="33" y="1141"/>
                    <a:pt x="33" y="1141"/>
                  </a:cubicBezTo>
                  <a:cubicBezTo>
                    <a:pt x="48" y="1140"/>
                    <a:pt x="48" y="1140"/>
                    <a:pt x="48" y="1140"/>
                  </a:cubicBezTo>
                  <a:cubicBezTo>
                    <a:pt x="57" y="1135"/>
                    <a:pt x="57" y="1135"/>
                    <a:pt x="57" y="1135"/>
                  </a:cubicBezTo>
                  <a:cubicBezTo>
                    <a:pt x="77" y="1132"/>
                    <a:pt x="77" y="1132"/>
                    <a:pt x="77" y="1132"/>
                  </a:cubicBezTo>
                  <a:cubicBezTo>
                    <a:pt x="91" y="1136"/>
                    <a:pt x="91" y="1136"/>
                    <a:pt x="91" y="1136"/>
                  </a:cubicBezTo>
                  <a:cubicBezTo>
                    <a:pt x="96" y="1139"/>
                    <a:pt x="96" y="1139"/>
                    <a:pt x="96" y="1139"/>
                  </a:cubicBezTo>
                  <a:cubicBezTo>
                    <a:pt x="105" y="1133"/>
                    <a:pt x="105" y="1133"/>
                    <a:pt x="105" y="1133"/>
                  </a:cubicBezTo>
                  <a:cubicBezTo>
                    <a:pt x="106" y="1125"/>
                    <a:pt x="106" y="1125"/>
                    <a:pt x="106" y="1125"/>
                  </a:cubicBezTo>
                  <a:cubicBezTo>
                    <a:pt x="115" y="1123"/>
                    <a:pt x="115" y="1123"/>
                    <a:pt x="115" y="1123"/>
                  </a:cubicBezTo>
                  <a:cubicBezTo>
                    <a:pt x="118" y="1130"/>
                    <a:pt x="118" y="1130"/>
                    <a:pt x="118" y="1130"/>
                  </a:cubicBezTo>
                  <a:cubicBezTo>
                    <a:pt x="128" y="1130"/>
                    <a:pt x="128" y="1130"/>
                    <a:pt x="128" y="1130"/>
                  </a:cubicBezTo>
                  <a:cubicBezTo>
                    <a:pt x="143" y="1120"/>
                    <a:pt x="143" y="1120"/>
                    <a:pt x="143" y="1120"/>
                  </a:cubicBezTo>
                  <a:cubicBezTo>
                    <a:pt x="149" y="1122"/>
                    <a:pt x="149" y="1122"/>
                    <a:pt x="149" y="1122"/>
                  </a:cubicBezTo>
                  <a:cubicBezTo>
                    <a:pt x="146" y="1127"/>
                    <a:pt x="146" y="1127"/>
                    <a:pt x="146" y="1127"/>
                  </a:cubicBezTo>
                  <a:cubicBezTo>
                    <a:pt x="139" y="1132"/>
                    <a:pt x="139" y="1132"/>
                    <a:pt x="139" y="1132"/>
                  </a:cubicBezTo>
                  <a:cubicBezTo>
                    <a:pt x="152" y="1135"/>
                    <a:pt x="152" y="1135"/>
                    <a:pt x="152" y="1135"/>
                  </a:cubicBezTo>
                  <a:cubicBezTo>
                    <a:pt x="158" y="1129"/>
                    <a:pt x="158" y="1129"/>
                    <a:pt x="158" y="1129"/>
                  </a:cubicBezTo>
                  <a:cubicBezTo>
                    <a:pt x="156" y="1122"/>
                    <a:pt x="156" y="1122"/>
                    <a:pt x="156" y="1122"/>
                  </a:cubicBezTo>
                  <a:cubicBezTo>
                    <a:pt x="166" y="1109"/>
                    <a:pt x="166" y="1109"/>
                    <a:pt x="166" y="1109"/>
                  </a:cubicBezTo>
                  <a:cubicBezTo>
                    <a:pt x="163" y="1119"/>
                    <a:pt x="163" y="1119"/>
                    <a:pt x="163" y="1119"/>
                  </a:cubicBezTo>
                  <a:cubicBezTo>
                    <a:pt x="174" y="1130"/>
                    <a:pt x="174" y="1130"/>
                    <a:pt x="174" y="1130"/>
                  </a:cubicBezTo>
                  <a:cubicBezTo>
                    <a:pt x="166" y="1140"/>
                    <a:pt x="166" y="1140"/>
                    <a:pt x="166" y="1140"/>
                  </a:cubicBezTo>
                  <a:cubicBezTo>
                    <a:pt x="148" y="1144"/>
                    <a:pt x="148" y="1144"/>
                    <a:pt x="148" y="1144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44" y="1153"/>
                    <a:pt x="144" y="1153"/>
                    <a:pt x="144" y="1153"/>
                  </a:cubicBezTo>
                  <a:cubicBezTo>
                    <a:pt x="138" y="1163"/>
                    <a:pt x="138" y="1163"/>
                    <a:pt x="138" y="1163"/>
                  </a:cubicBezTo>
                  <a:cubicBezTo>
                    <a:pt x="122" y="1163"/>
                    <a:pt x="122" y="1163"/>
                    <a:pt x="122" y="1163"/>
                  </a:cubicBezTo>
                  <a:cubicBezTo>
                    <a:pt x="122" y="1158"/>
                    <a:pt x="122" y="1158"/>
                    <a:pt x="122" y="1158"/>
                  </a:cubicBezTo>
                  <a:cubicBezTo>
                    <a:pt x="130" y="1152"/>
                    <a:pt x="130" y="1152"/>
                    <a:pt x="130" y="1152"/>
                  </a:cubicBezTo>
                  <a:cubicBezTo>
                    <a:pt x="128" y="1141"/>
                    <a:pt x="128" y="1141"/>
                    <a:pt x="128" y="1141"/>
                  </a:cubicBezTo>
                  <a:cubicBezTo>
                    <a:pt x="115" y="1139"/>
                    <a:pt x="115" y="1139"/>
                    <a:pt x="115" y="1139"/>
                  </a:cubicBezTo>
                  <a:cubicBezTo>
                    <a:pt x="101" y="1152"/>
                    <a:pt x="101" y="1152"/>
                    <a:pt x="101" y="1152"/>
                  </a:cubicBezTo>
                  <a:cubicBezTo>
                    <a:pt x="99" y="1158"/>
                    <a:pt x="99" y="1158"/>
                    <a:pt x="99" y="1158"/>
                  </a:cubicBezTo>
                  <a:cubicBezTo>
                    <a:pt x="90" y="1147"/>
                    <a:pt x="90" y="1147"/>
                    <a:pt x="90" y="1147"/>
                  </a:cubicBezTo>
                  <a:cubicBezTo>
                    <a:pt x="78" y="1145"/>
                    <a:pt x="78" y="1145"/>
                    <a:pt x="78" y="1145"/>
                  </a:cubicBezTo>
                  <a:cubicBezTo>
                    <a:pt x="64" y="1147"/>
                    <a:pt x="64" y="1147"/>
                    <a:pt x="64" y="1147"/>
                  </a:cubicBezTo>
                  <a:cubicBezTo>
                    <a:pt x="55" y="1145"/>
                    <a:pt x="55" y="1145"/>
                    <a:pt x="55" y="1145"/>
                  </a:cubicBezTo>
                  <a:cubicBezTo>
                    <a:pt x="39" y="1152"/>
                    <a:pt x="39" y="1152"/>
                    <a:pt x="39" y="1152"/>
                  </a:cubicBezTo>
                  <a:cubicBezTo>
                    <a:pt x="31" y="1152"/>
                    <a:pt x="31" y="1152"/>
                    <a:pt x="31" y="1152"/>
                  </a:cubicBezTo>
                  <a:cubicBezTo>
                    <a:pt x="21" y="1146"/>
                    <a:pt x="21" y="1146"/>
                    <a:pt x="21" y="1146"/>
                  </a:cubicBezTo>
                  <a:cubicBezTo>
                    <a:pt x="17" y="1147"/>
                    <a:pt x="17" y="1147"/>
                    <a:pt x="17" y="1147"/>
                  </a:cubicBezTo>
                  <a:cubicBezTo>
                    <a:pt x="23" y="1159"/>
                    <a:pt x="23" y="1159"/>
                    <a:pt x="23" y="1159"/>
                  </a:cubicBezTo>
                  <a:cubicBezTo>
                    <a:pt x="19" y="1165"/>
                    <a:pt x="19" y="1165"/>
                    <a:pt x="19" y="1165"/>
                  </a:cubicBezTo>
                  <a:cubicBezTo>
                    <a:pt x="25" y="1170"/>
                    <a:pt x="25" y="1170"/>
                    <a:pt x="25" y="1170"/>
                  </a:cubicBezTo>
                  <a:cubicBezTo>
                    <a:pt x="35" y="1168"/>
                    <a:pt x="35" y="1168"/>
                    <a:pt x="35" y="1168"/>
                  </a:cubicBezTo>
                  <a:cubicBezTo>
                    <a:pt x="41" y="1162"/>
                    <a:pt x="41" y="1162"/>
                    <a:pt x="41" y="1162"/>
                  </a:cubicBezTo>
                  <a:cubicBezTo>
                    <a:pt x="48" y="1162"/>
                    <a:pt x="48" y="1162"/>
                    <a:pt x="48" y="1162"/>
                  </a:cubicBezTo>
                  <a:cubicBezTo>
                    <a:pt x="40" y="1171"/>
                    <a:pt x="40" y="1171"/>
                    <a:pt x="40" y="1171"/>
                  </a:cubicBezTo>
                  <a:cubicBezTo>
                    <a:pt x="41" y="1181"/>
                    <a:pt x="41" y="1181"/>
                    <a:pt x="41" y="1181"/>
                  </a:cubicBezTo>
                  <a:cubicBezTo>
                    <a:pt x="35" y="1185"/>
                    <a:pt x="35" y="1185"/>
                    <a:pt x="35" y="1185"/>
                  </a:cubicBezTo>
                  <a:cubicBezTo>
                    <a:pt x="26" y="1180"/>
                    <a:pt x="26" y="1180"/>
                    <a:pt x="26" y="1180"/>
                  </a:cubicBezTo>
                  <a:cubicBezTo>
                    <a:pt x="30" y="1194"/>
                    <a:pt x="30" y="1194"/>
                    <a:pt x="30" y="1194"/>
                  </a:cubicBezTo>
                  <a:cubicBezTo>
                    <a:pt x="38" y="1200"/>
                    <a:pt x="38" y="1200"/>
                    <a:pt x="38" y="1200"/>
                  </a:cubicBezTo>
                  <a:cubicBezTo>
                    <a:pt x="57" y="1181"/>
                    <a:pt x="57" y="1181"/>
                    <a:pt x="57" y="1181"/>
                  </a:cubicBezTo>
                  <a:cubicBezTo>
                    <a:pt x="70" y="1186"/>
                    <a:pt x="70" y="1186"/>
                    <a:pt x="70" y="1186"/>
                  </a:cubicBezTo>
                  <a:cubicBezTo>
                    <a:pt x="64" y="1191"/>
                    <a:pt x="64" y="1191"/>
                    <a:pt x="64" y="1191"/>
                  </a:cubicBezTo>
                  <a:cubicBezTo>
                    <a:pt x="66" y="1201"/>
                    <a:pt x="66" y="1201"/>
                    <a:pt x="66" y="1201"/>
                  </a:cubicBezTo>
                  <a:cubicBezTo>
                    <a:pt x="50" y="1209"/>
                    <a:pt x="50" y="1209"/>
                    <a:pt x="50" y="1209"/>
                  </a:cubicBezTo>
                  <a:cubicBezTo>
                    <a:pt x="53" y="1213"/>
                    <a:pt x="53" y="1213"/>
                    <a:pt x="53" y="1213"/>
                  </a:cubicBezTo>
                  <a:cubicBezTo>
                    <a:pt x="62" y="1214"/>
                    <a:pt x="62" y="1214"/>
                    <a:pt x="62" y="1214"/>
                  </a:cubicBezTo>
                  <a:cubicBezTo>
                    <a:pt x="57" y="1222"/>
                    <a:pt x="57" y="1222"/>
                    <a:pt x="57" y="1222"/>
                  </a:cubicBezTo>
                  <a:cubicBezTo>
                    <a:pt x="64" y="1231"/>
                    <a:pt x="64" y="1231"/>
                    <a:pt x="64" y="1231"/>
                  </a:cubicBezTo>
                  <a:cubicBezTo>
                    <a:pt x="60" y="1243"/>
                    <a:pt x="60" y="1243"/>
                    <a:pt x="60" y="1243"/>
                  </a:cubicBezTo>
                  <a:cubicBezTo>
                    <a:pt x="64" y="1244"/>
                    <a:pt x="64" y="1244"/>
                    <a:pt x="64" y="1244"/>
                  </a:cubicBezTo>
                  <a:cubicBezTo>
                    <a:pt x="74" y="1229"/>
                    <a:pt x="74" y="1229"/>
                    <a:pt x="74" y="1229"/>
                  </a:cubicBezTo>
                  <a:cubicBezTo>
                    <a:pt x="83" y="1224"/>
                    <a:pt x="83" y="1224"/>
                    <a:pt x="83" y="1224"/>
                  </a:cubicBezTo>
                  <a:cubicBezTo>
                    <a:pt x="85" y="1212"/>
                    <a:pt x="85" y="1212"/>
                    <a:pt x="85" y="1212"/>
                  </a:cubicBezTo>
                  <a:cubicBezTo>
                    <a:pt x="110" y="1203"/>
                    <a:pt x="110" y="1203"/>
                    <a:pt x="110" y="1203"/>
                  </a:cubicBezTo>
                  <a:cubicBezTo>
                    <a:pt x="122" y="1204"/>
                    <a:pt x="122" y="1204"/>
                    <a:pt x="122" y="1204"/>
                  </a:cubicBezTo>
                  <a:cubicBezTo>
                    <a:pt x="133" y="1201"/>
                    <a:pt x="133" y="1201"/>
                    <a:pt x="133" y="1201"/>
                  </a:cubicBezTo>
                  <a:cubicBezTo>
                    <a:pt x="125" y="1205"/>
                    <a:pt x="125" y="1205"/>
                    <a:pt x="125" y="1205"/>
                  </a:cubicBezTo>
                  <a:cubicBezTo>
                    <a:pt x="113" y="1214"/>
                    <a:pt x="113" y="1214"/>
                    <a:pt x="113" y="1214"/>
                  </a:cubicBezTo>
                  <a:cubicBezTo>
                    <a:pt x="113" y="1229"/>
                    <a:pt x="113" y="1229"/>
                    <a:pt x="113" y="1229"/>
                  </a:cubicBezTo>
                  <a:cubicBezTo>
                    <a:pt x="117" y="1238"/>
                    <a:pt x="117" y="1238"/>
                    <a:pt x="117" y="1238"/>
                  </a:cubicBezTo>
                  <a:cubicBezTo>
                    <a:pt x="107" y="1230"/>
                    <a:pt x="107" y="1230"/>
                    <a:pt x="107" y="1230"/>
                  </a:cubicBezTo>
                  <a:cubicBezTo>
                    <a:pt x="105" y="1217"/>
                    <a:pt x="105" y="1217"/>
                    <a:pt x="105" y="1217"/>
                  </a:cubicBezTo>
                  <a:cubicBezTo>
                    <a:pt x="98" y="1216"/>
                    <a:pt x="98" y="1216"/>
                    <a:pt x="98" y="1216"/>
                  </a:cubicBezTo>
                  <a:cubicBezTo>
                    <a:pt x="89" y="1231"/>
                    <a:pt x="89" y="1231"/>
                    <a:pt x="89" y="1231"/>
                  </a:cubicBezTo>
                  <a:cubicBezTo>
                    <a:pt x="82" y="1233"/>
                    <a:pt x="82" y="1233"/>
                    <a:pt x="82" y="1233"/>
                  </a:cubicBezTo>
                  <a:cubicBezTo>
                    <a:pt x="94" y="1238"/>
                    <a:pt x="94" y="1238"/>
                    <a:pt x="94" y="1238"/>
                  </a:cubicBezTo>
                  <a:cubicBezTo>
                    <a:pt x="83" y="1251"/>
                    <a:pt x="83" y="1251"/>
                    <a:pt x="83" y="1251"/>
                  </a:cubicBezTo>
                  <a:cubicBezTo>
                    <a:pt x="75" y="1251"/>
                    <a:pt x="75" y="1251"/>
                    <a:pt x="75" y="1251"/>
                  </a:cubicBezTo>
                  <a:cubicBezTo>
                    <a:pt x="71" y="1259"/>
                    <a:pt x="71" y="1259"/>
                    <a:pt x="71" y="1259"/>
                  </a:cubicBezTo>
                  <a:cubicBezTo>
                    <a:pt x="77" y="1262"/>
                    <a:pt x="77" y="1262"/>
                    <a:pt x="77" y="1262"/>
                  </a:cubicBezTo>
                  <a:cubicBezTo>
                    <a:pt x="96" y="1262"/>
                    <a:pt x="96" y="1262"/>
                    <a:pt x="96" y="1262"/>
                  </a:cubicBezTo>
                  <a:cubicBezTo>
                    <a:pt x="100" y="1269"/>
                    <a:pt x="100" y="1269"/>
                    <a:pt x="100" y="1269"/>
                  </a:cubicBezTo>
                  <a:cubicBezTo>
                    <a:pt x="87" y="1270"/>
                    <a:pt x="87" y="1270"/>
                    <a:pt x="87" y="1270"/>
                  </a:cubicBezTo>
                  <a:cubicBezTo>
                    <a:pt x="82" y="1277"/>
                    <a:pt x="82" y="1277"/>
                    <a:pt x="82" y="1277"/>
                  </a:cubicBezTo>
                  <a:cubicBezTo>
                    <a:pt x="81" y="1285"/>
                    <a:pt x="81" y="1285"/>
                    <a:pt x="81" y="1285"/>
                  </a:cubicBezTo>
                  <a:cubicBezTo>
                    <a:pt x="67" y="1276"/>
                    <a:pt x="67" y="1276"/>
                    <a:pt x="67" y="1276"/>
                  </a:cubicBezTo>
                  <a:cubicBezTo>
                    <a:pt x="60" y="1279"/>
                    <a:pt x="60" y="1279"/>
                    <a:pt x="60" y="1279"/>
                  </a:cubicBezTo>
                  <a:cubicBezTo>
                    <a:pt x="58" y="1289"/>
                    <a:pt x="58" y="1289"/>
                    <a:pt x="58" y="1289"/>
                  </a:cubicBezTo>
                  <a:cubicBezTo>
                    <a:pt x="55" y="1277"/>
                    <a:pt x="55" y="1277"/>
                    <a:pt x="55" y="1277"/>
                  </a:cubicBezTo>
                  <a:cubicBezTo>
                    <a:pt x="46" y="1282"/>
                    <a:pt x="46" y="1282"/>
                    <a:pt x="46" y="1282"/>
                  </a:cubicBezTo>
                  <a:cubicBezTo>
                    <a:pt x="34" y="1297"/>
                    <a:pt x="34" y="1297"/>
                    <a:pt x="34" y="1297"/>
                  </a:cubicBezTo>
                  <a:cubicBezTo>
                    <a:pt x="39" y="1308"/>
                    <a:pt x="39" y="1308"/>
                    <a:pt x="39" y="1308"/>
                  </a:cubicBezTo>
                  <a:cubicBezTo>
                    <a:pt x="57" y="1325"/>
                    <a:pt x="57" y="1325"/>
                    <a:pt x="57" y="1325"/>
                  </a:cubicBezTo>
                  <a:cubicBezTo>
                    <a:pt x="60" y="1316"/>
                    <a:pt x="60" y="1316"/>
                    <a:pt x="60" y="1316"/>
                  </a:cubicBezTo>
                  <a:cubicBezTo>
                    <a:pt x="65" y="1319"/>
                    <a:pt x="65" y="1319"/>
                    <a:pt x="65" y="1319"/>
                  </a:cubicBezTo>
                  <a:cubicBezTo>
                    <a:pt x="75" y="1315"/>
                    <a:pt x="75" y="1315"/>
                    <a:pt x="75" y="1315"/>
                  </a:cubicBezTo>
                  <a:cubicBezTo>
                    <a:pt x="72" y="1310"/>
                    <a:pt x="72" y="1310"/>
                    <a:pt x="72" y="1310"/>
                  </a:cubicBezTo>
                  <a:cubicBezTo>
                    <a:pt x="78" y="1298"/>
                    <a:pt x="78" y="1298"/>
                    <a:pt x="78" y="1298"/>
                  </a:cubicBezTo>
                  <a:cubicBezTo>
                    <a:pt x="92" y="1308"/>
                    <a:pt x="92" y="1308"/>
                    <a:pt x="92" y="1308"/>
                  </a:cubicBezTo>
                  <a:cubicBezTo>
                    <a:pt x="85" y="1312"/>
                    <a:pt x="85" y="1312"/>
                    <a:pt x="85" y="1312"/>
                  </a:cubicBezTo>
                  <a:cubicBezTo>
                    <a:pt x="94" y="1320"/>
                    <a:pt x="94" y="1320"/>
                    <a:pt x="94" y="1320"/>
                  </a:cubicBezTo>
                  <a:cubicBezTo>
                    <a:pt x="91" y="1330"/>
                    <a:pt x="91" y="1330"/>
                    <a:pt x="91" y="1330"/>
                  </a:cubicBezTo>
                  <a:cubicBezTo>
                    <a:pt x="82" y="1336"/>
                    <a:pt x="82" y="1336"/>
                    <a:pt x="82" y="1336"/>
                  </a:cubicBezTo>
                  <a:cubicBezTo>
                    <a:pt x="90" y="1353"/>
                    <a:pt x="90" y="1353"/>
                    <a:pt x="90" y="1353"/>
                  </a:cubicBezTo>
                  <a:cubicBezTo>
                    <a:pt x="96" y="1346"/>
                    <a:pt x="96" y="1346"/>
                    <a:pt x="96" y="1346"/>
                  </a:cubicBezTo>
                  <a:cubicBezTo>
                    <a:pt x="112" y="1342"/>
                    <a:pt x="112" y="1342"/>
                    <a:pt x="112" y="1342"/>
                  </a:cubicBezTo>
                  <a:cubicBezTo>
                    <a:pt x="119" y="1351"/>
                    <a:pt x="119" y="1351"/>
                    <a:pt x="119" y="1351"/>
                  </a:cubicBezTo>
                  <a:cubicBezTo>
                    <a:pt x="105" y="1352"/>
                    <a:pt x="105" y="1352"/>
                    <a:pt x="105" y="1352"/>
                  </a:cubicBezTo>
                  <a:cubicBezTo>
                    <a:pt x="98" y="1356"/>
                    <a:pt x="98" y="1356"/>
                    <a:pt x="98" y="1356"/>
                  </a:cubicBezTo>
                  <a:cubicBezTo>
                    <a:pt x="105" y="1367"/>
                    <a:pt x="105" y="1367"/>
                    <a:pt x="105" y="1367"/>
                  </a:cubicBezTo>
                  <a:cubicBezTo>
                    <a:pt x="104" y="1371"/>
                    <a:pt x="104" y="1371"/>
                    <a:pt x="104" y="1371"/>
                  </a:cubicBezTo>
                  <a:cubicBezTo>
                    <a:pt x="80" y="1355"/>
                    <a:pt x="80" y="1355"/>
                    <a:pt x="80" y="1355"/>
                  </a:cubicBezTo>
                  <a:cubicBezTo>
                    <a:pt x="72" y="1358"/>
                    <a:pt x="72" y="1358"/>
                    <a:pt x="72" y="1358"/>
                  </a:cubicBezTo>
                  <a:cubicBezTo>
                    <a:pt x="64" y="1352"/>
                    <a:pt x="64" y="1352"/>
                    <a:pt x="64" y="1352"/>
                  </a:cubicBezTo>
                  <a:cubicBezTo>
                    <a:pt x="54" y="1353"/>
                    <a:pt x="54" y="1353"/>
                    <a:pt x="54" y="1353"/>
                  </a:cubicBezTo>
                  <a:cubicBezTo>
                    <a:pt x="54" y="1362"/>
                    <a:pt x="54" y="1362"/>
                    <a:pt x="54" y="1362"/>
                  </a:cubicBezTo>
                  <a:cubicBezTo>
                    <a:pt x="46" y="1369"/>
                    <a:pt x="46" y="1369"/>
                    <a:pt x="46" y="1369"/>
                  </a:cubicBezTo>
                  <a:cubicBezTo>
                    <a:pt x="63" y="1395"/>
                    <a:pt x="63" y="1395"/>
                    <a:pt x="63" y="1395"/>
                  </a:cubicBezTo>
                  <a:cubicBezTo>
                    <a:pt x="77" y="1397"/>
                    <a:pt x="77" y="1397"/>
                    <a:pt x="77" y="1397"/>
                  </a:cubicBezTo>
                  <a:cubicBezTo>
                    <a:pt x="96" y="1412"/>
                    <a:pt x="96" y="1412"/>
                    <a:pt x="96" y="1412"/>
                  </a:cubicBezTo>
                  <a:cubicBezTo>
                    <a:pt x="121" y="1421"/>
                    <a:pt x="121" y="1421"/>
                    <a:pt x="121" y="1421"/>
                  </a:cubicBezTo>
                  <a:cubicBezTo>
                    <a:pt x="124" y="1428"/>
                    <a:pt x="124" y="1428"/>
                    <a:pt x="124" y="1428"/>
                  </a:cubicBezTo>
                  <a:cubicBezTo>
                    <a:pt x="118" y="1431"/>
                    <a:pt x="118" y="1431"/>
                    <a:pt x="118" y="1431"/>
                  </a:cubicBezTo>
                  <a:cubicBezTo>
                    <a:pt x="128" y="1440"/>
                    <a:pt x="128" y="1440"/>
                    <a:pt x="128" y="1440"/>
                  </a:cubicBezTo>
                  <a:cubicBezTo>
                    <a:pt x="137" y="1436"/>
                    <a:pt x="137" y="1436"/>
                    <a:pt x="137" y="1436"/>
                  </a:cubicBezTo>
                  <a:cubicBezTo>
                    <a:pt x="133" y="1424"/>
                    <a:pt x="133" y="1424"/>
                    <a:pt x="133" y="1424"/>
                  </a:cubicBezTo>
                  <a:cubicBezTo>
                    <a:pt x="141" y="1423"/>
                    <a:pt x="141" y="1423"/>
                    <a:pt x="141" y="1423"/>
                  </a:cubicBezTo>
                  <a:cubicBezTo>
                    <a:pt x="150" y="1430"/>
                    <a:pt x="150" y="1430"/>
                    <a:pt x="150" y="1430"/>
                  </a:cubicBezTo>
                  <a:cubicBezTo>
                    <a:pt x="148" y="1433"/>
                    <a:pt x="148" y="1433"/>
                    <a:pt x="148" y="1433"/>
                  </a:cubicBezTo>
                  <a:cubicBezTo>
                    <a:pt x="162" y="1449"/>
                    <a:pt x="162" y="1449"/>
                    <a:pt x="162" y="1449"/>
                  </a:cubicBezTo>
                  <a:cubicBezTo>
                    <a:pt x="168" y="1442"/>
                    <a:pt x="168" y="1442"/>
                    <a:pt x="168" y="1442"/>
                  </a:cubicBezTo>
                  <a:cubicBezTo>
                    <a:pt x="173" y="1444"/>
                    <a:pt x="173" y="1444"/>
                    <a:pt x="173" y="1444"/>
                  </a:cubicBezTo>
                  <a:cubicBezTo>
                    <a:pt x="185" y="1439"/>
                    <a:pt x="185" y="1439"/>
                    <a:pt x="185" y="1439"/>
                  </a:cubicBezTo>
                  <a:cubicBezTo>
                    <a:pt x="199" y="1427"/>
                    <a:pt x="199" y="1427"/>
                    <a:pt x="199" y="1427"/>
                  </a:cubicBezTo>
                  <a:cubicBezTo>
                    <a:pt x="205" y="1426"/>
                    <a:pt x="205" y="1426"/>
                    <a:pt x="205" y="1426"/>
                  </a:cubicBezTo>
                  <a:cubicBezTo>
                    <a:pt x="210" y="1420"/>
                    <a:pt x="210" y="1420"/>
                    <a:pt x="210" y="1420"/>
                  </a:cubicBezTo>
                  <a:cubicBezTo>
                    <a:pt x="213" y="1421"/>
                    <a:pt x="213" y="1421"/>
                    <a:pt x="213" y="1421"/>
                  </a:cubicBezTo>
                  <a:cubicBezTo>
                    <a:pt x="217" y="1429"/>
                    <a:pt x="217" y="1429"/>
                    <a:pt x="217" y="1429"/>
                  </a:cubicBezTo>
                  <a:cubicBezTo>
                    <a:pt x="225" y="1430"/>
                    <a:pt x="225" y="1430"/>
                    <a:pt x="225" y="1430"/>
                  </a:cubicBezTo>
                  <a:cubicBezTo>
                    <a:pt x="248" y="1409"/>
                    <a:pt x="248" y="1409"/>
                    <a:pt x="248" y="1409"/>
                  </a:cubicBezTo>
                  <a:cubicBezTo>
                    <a:pt x="247" y="1401"/>
                    <a:pt x="247" y="1401"/>
                    <a:pt x="247" y="1401"/>
                  </a:cubicBezTo>
                  <a:cubicBezTo>
                    <a:pt x="237" y="1390"/>
                    <a:pt x="237" y="1390"/>
                    <a:pt x="237" y="1390"/>
                  </a:cubicBezTo>
                  <a:cubicBezTo>
                    <a:pt x="255" y="1400"/>
                    <a:pt x="255" y="1400"/>
                    <a:pt x="255" y="1400"/>
                  </a:cubicBezTo>
                  <a:cubicBezTo>
                    <a:pt x="269" y="1387"/>
                    <a:pt x="269" y="1387"/>
                    <a:pt x="269" y="1387"/>
                  </a:cubicBezTo>
                  <a:cubicBezTo>
                    <a:pt x="265" y="1382"/>
                    <a:pt x="265" y="1382"/>
                    <a:pt x="265" y="1382"/>
                  </a:cubicBezTo>
                  <a:cubicBezTo>
                    <a:pt x="274" y="1377"/>
                    <a:pt x="274" y="1377"/>
                    <a:pt x="274" y="1377"/>
                  </a:cubicBezTo>
                  <a:cubicBezTo>
                    <a:pt x="272" y="1369"/>
                    <a:pt x="272" y="1369"/>
                    <a:pt x="272" y="1369"/>
                  </a:cubicBezTo>
                  <a:cubicBezTo>
                    <a:pt x="283" y="1362"/>
                    <a:pt x="283" y="1362"/>
                    <a:pt x="283" y="1362"/>
                  </a:cubicBezTo>
                  <a:cubicBezTo>
                    <a:pt x="294" y="1360"/>
                    <a:pt x="294" y="1360"/>
                    <a:pt x="294" y="1360"/>
                  </a:cubicBezTo>
                  <a:cubicBezTo>
                    <a:pt x="297" y="1353"/>
                    <a:pt x="297" y="1353"/>
                    <a:pt x="297" y="1353"/>
                  </a:cubicBezTo>
                  <a:cubicBezTo>
                    <a:pt x="286" y="1341"/>
                    <a:pt x="286" y="1341"/>
                    <a:pt x="286" y="1341"/>
                  </a:cubicBezTo>
                  <a:cubicBezTo>
                    <a:pt x="290" y="1333"/>
                    <a:pt x="290" y="1333"/>
                    <a:pt x="290" y="1333"/>
                  </a:cubicBezTo>
                  <a:cubicBezTo>
                    <a:pt x="280" y="1321"/>
                    <a:pt x="280" y="1321"/>
                    <a:pt x="280" y="1321"/>
                  </a:cubicBezTo>
                  <a:cubicBezTo>
                    <a:pt x="269" y="1313"/>
                    <a:pt x="269" y="1313"/>
                    <a:pt x="269" y="1313"/>
                  </a:cubicBezTo>
                  <a:cubicBezTo>
                    <a:pt x="269" y="1303"/>
                    <a:pt x="269" y="1303"/>
                    <a:pt x="269" y="1303"/>
                  </a:cubicBezTo>
                  <a:cubicBezTo>
                    <a:pt x="276" y="1307"/>
                    <a:pt x="276" y="1307"/>
                    <a:pt x="276" y="1307"/>
                  </a:cubicBezTo>
                  <a:cubicBezTo>
                    <a:pt x="289" y="1320"/>
                    <a:pt x="289" y="1320"/>
                    <a:pt x="289" y="1320"/>
                  </a:cubicBezTo>
                  <a:cubicBezTo>
                    <a:pt x="294" y="1337"/>
                    <a:pt x="294" y="1337"/>
                    <a:pt x="294" y="1337"/>
                  </a:cubicBezTo>
                  <a:cubicBezTo>
                    <a:pt x="299" y="1341"/>
                    <a:pt x="299" y="1341"/>
                    <a:pt x="299" y="1341"/>
                  </a:cubicBezTo>
                  <a:cubicBezTo>
                    <a:pt x="307" y="1343"/>
                    <a:pt x="307" y="1343"/>
                    <a:pt x="307" y="1343"/>
                  </a:cubicBezTo>
                  <a:cubicBezTo>
                    <a:pt x="305" y="1349"/>
                    <a:pt x="305" y="1349"/>
                    <a:pt x="305" y="1349"/>
                  </a:cubicBezTo>
                  <a:cubicBezTo>
                    <a:pt x="311" y="1357"/>
                    <a:pt x="311" y="1357"/>
                    <a:pt x="311" y="1357"/>
                  </a:cubicBezTo>
                  <a:cubicBezTo>
                    <a:pt x="324" y="1351"/>
                    <a:pt x="324" y="1351"/>
                    <a:pt x="324" y="1351"/>
                  </a:cubicBezTo>
                  <a:cubicBezTo>
                    <a:pt x="321" y="1345"/>
                    <a:pt x="321" y="1345"/>
                    <a:pt x="321" y="1345"/>
                  </a:cubicBezTo>
                  <a:cubicBezTo>
                    <a:pt x="315" y="1340"/>
                    <a:pt x="315" y="1340"/>
                    <a:pt x="315" y="1340"/>
                  </a:cubicBezTo>
                  <a:cubicBezTo>
                    <a:pt x="320" y="1333"/>
                    <a:pt x="320" y="1333"/>
                    <a:pt x="320" y="1333"/>
                  </a:cubicBezTo>
                  <a:cubicBezTo>
                    <a:pt x="331" y="1342"/>
                    <a:pt x="331" y="1342"/>
                    <a:pt x="331" y="1342"/>
                  </a:cubicBezTo>
                  <a:cubicBezTo>
                    <a:pt x="331" y="1346"/>
                    <a:pt x="331" y="1346"/>
                    <a:pt x="331" y="1346"/>
                  </a:cubicBezTo>
                  <a:cubicBezTo>
                    <a:pt x="348" y="1332"/>
                    <a:pt x="348" y="1332"/>
                    <a:pt x="348" y="1332"/>
                  </a:cubicBezTo>
                  <a:cubicBezTo>
                    <a:pt x="352" y="1318"/>
                    <a:pt x="352" y="1318"/>
                    <a:pt x="352" y="1318"/>
                  </a:cubicBezTo>
                  <a:cubicBezTo>
                    <a:pt x="348" y="1306"/>
                    <a:pt x="348" y="1306"/>
                    <a:pt x="348" y="1306"/>
                  </a:cubicBezTo>
                  <a:cubicBezTo>
                    <a:pt x="339" y="1303"/>
                    <a:pt x="339" y="1303"/>
                    <a:pt x="339" y="1303"/>
                  </a:cubicBezTo>
                  <a:cubicBezTo>
                    <a:pt x="335" y="1296"/>
                    <a:pt x="335" y="1296"/>
                    <a:pt x="335" y="1296"/>
                  </a:cubicBezTo>
                  <a:cubicBezTo>
                    <a:pt x="341" y="1292"/>
                    <a:pt x="341" y="1292"/>
                    <a:pt x="341" y="1292"/>
                  </a:cubicBezTo>
                  <a:cubicBezTo>
                    <a:pt x="342" y="1287"/>
                    <a:pt x="342" y="1287"/>
                    <a:pt x="342" y="1287"/>
                  </a:cubicBezTo>
                  <a:cubicBezTo>
                    <a:pt x="349" y="1286"/>
                    <a:pt x="349" y="1286"/>
                    <a:pt x="349" y="1286"/>
                  </a:cubicBezTo>
                  <a:cubicBezTo>
                    <a:pt x="354" y="1281"/>
                    <a:pt x="354" y="1281"/>
                    <a:pt x="354" y="1281"/>
                  </a:cubicBezTo>
                  <a:cubicBezTo>
                    <a:pt x="347" y="1274"/>
                    <a:pt x="347" y="1274"/>
                    <a:pt x="347" y="1274"/>
                  </a:cubicBezTo>
                  <a:cubicBezTo>
                    <a:pt x="347" y="1262"/>
                    <a:pt x="347" y="1262"/>
                    <a:pt x="347" y="1262"/>
                  </a:cubicBezTo>
                  <a:cubicBezTo>
                    <a:pt x="357" y="1255"/>
                    <a:pt x="357" y="1255"/>
                    <a:pt x="357" y="1255"/>
                  </a:cubicBezTo>
                  <a:cubicBezTo>
                    <a:pt x="367" y="1264"/>
                    <a:pt x="367" y="1264"/>
                    <a:pt x="367" y="1264"/>
                  </a:cubicBezTo>
                  <a:cubicBezTo>
                    <a:pt x="359" y="1275"/>
                    <a:pt x="359" y="1275"/>
                    <a:pt x="359" y="1275"/>
                  </a:cubicBezTo>
                  <a:cubicBezTo>
                    <a:pt x="362" y="1290"/>
                    <a:pt x="362" y="1290"/>
                    <a:pt x="362" y="1290"/>
                  </a:cubicBezTo>
                  <a:cubicBezTo>
                    <a:pt x="359" y="1300"/>
                    <a:pt x="359" y="1300"/>
                    <a:pt x="359" y="1300"/>
                  </a:cubicBezTo>
                  <a:cubicBezTo>
                    <a:pt x="367" y="1311"/>
                    <a:pt x="367" y="1311"/>
                    <a:pt x="367" y="1311"/>
                  </a:cubicBezTo>
                  <a:cubicBezTo>
                    <a:pt x="369" y="1319"/>
                    <a:pt x="369" y="1319"/>
                    <a:pt x="369" y="1319"/>
                  </a:cubicBezTo>
                  <a:cubicBezTo>
                    <a:pt x="383" y="1332"/>
                    <a:pt x="383" y="1332"/>
                    <a:pt x="383" y="1332"/>
                  </a:cubicBezTo>
                  <a:cubicBezTo>
                    <a:pt x="399" y="1331"/>
                    <a:pt x="399" y="1331"/>
                    <a:pt x="399" y="1331"/>
                  </a:cubicBezTo>
                  <a:cubicBezTo>
                    <a:pt x="406" y="1336"/>
                    <a:pt x="406" y="1336"/>
                    <a:pt x="406" y="1336"/>
                  </a:cubicBezTo>
                  <a:cubicBezTo>
                    <a:pt x="402" y="1341"/>
                    <a:pt x="402" y="1341"/>
                    <a:pt x="402" y="1341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8" y="1358"/>
                    <a:pt x="418" y="1358"/>
                    <a:pt x="418" y="1358"/>
                  </a:cubicBezTo>
                  <a:cubicBezTo>
                    <a:pt x="425" y="1346"/>
                    <a:pt x="425" y="1346"/>
                    <a:pt x="425" y="1346"/>
                  </a:cubicBezTo>
                  <a:cubicBezTo>
                    <a:pt x="422" y="1308"/>
                    <a:pt x="422" y="1308"/>
                    <a:pt x="422" y="1308"/>
                  </a:cubicBezTo>
                  <a:cubicBezTo>
                    <a:pt x="412" y="1291"/>
                    <a:pt x="412" y="1291"/>
                    <a:pt x="412" y="1291"/>
                  </a:cubicBezTo>
                  <a:cubicBezTo>
                    <a:pt x="417" y="1281"/>
                    <a:pt x="417" y="1281"/>
                    <a:pt x="417" y="1281"/>
                  </a:cubicBezTo>
                  <a:cubicBezTo>
                    <a:pt x="426" y="1276"/>
                    <a:pt x="426" y="1276"/>
                    <a:pt x="426" y="1276"/>
                  </a:cubicBezTo>
                  <a:cubicBezTo>
                    <a:pt x="420" y="1264"/>
                    <a:pt x="420" y="1264"/>
                    <a:pt x="420" y="1264"/>
                  </a:cubicBezTo>
                  <a:cubicBezTo>
                    <a:pt x="424" y="1256"/>
                    <a:pt x="424" y="1256"/>
                    <a:pt x="424" y="1256"/>
                  </a:cubicBezTo>
                  <a:cubicBezTo>
                    <a:pt x="445" y="1255"/>
                    <a:pt x="445" y="1255"/>
                    <a:pt x="445" y="1255"/>
                  </a:cubicBezTo>
                  <a:cubicBezTo>
                    <a:pt x="451" y="1245"/>
                    <a:pt x="451" y="1245"/>
                    <a:pt x="451" y="1245"/>
                  </a:cubicBezTo>
                  <a:cubicBezTo>
                    <a:pt x="450" y="1232"/>
                    <a:pt x="450" y="1232"/>
                    <a:pt x="450" y="1232"/>
                  </a:cubicBezTo>
                  <a:cubicBezTo>
                    <a:pt x="460" y="1213"/>
                    <a:pt x="460" y="1213"/>
                    <a:pt x="460" y="1213"/>
                  </a:cubicBezTo>
                  <a:cubicBezTo>
                    <a:pt x="450" y="1201"/>
                    <a:pt x="450" y="1201"/>
                    <a:pt x="450" y="1201"/>
                  </a:cubicBezTo>
                  <a:cubicBezTo>
                    <a:pt x="445" y="1173"/>
                    <a:pt x="445" y="1173"/>
                    <a:pt x="445" y="1173"/>
                  </a:cubicBezTo>
                  <a:cubicBezTo>
                    <a:pt x="432" y="1150"/>
                    <a:pt x="432" y="1150"/>
                    <a:pt x="432" y="1150"/>
                  </a:cubicBezTo>
                  <a:cubicBezTo>
                    <a:pt x="433" y="1140"/>
                    <a:pt x="433" y="1140"/>
                    <a:pt x="433" y="1140"/>
                  </a:cubicBezTo>
                  <a:cubicBezTo>
                    <a:pt x="464" y="1130"/>
                    <a:pt x="464" y="1130"/>
                    <a:pt x="464" y="1130"/>
                  </a:cubicBezTo>
                  <a:cubicBezTo>
                    <a:pt x="465" y="1110"/>
                    <a:pt x="465" y="1110"/>
                    <a:pt x="465" y="1110"/>
                  </a:cubicBezTo>
                  <a:cubicBezTo>
                    <a:pt x="471" y="1097"/>
                    <a:pt x="471" y="1097"/>
                    <a:pt x="471" y="1097"/>
                  </a:cubicBezTo>
                  <a:cubicBezTo>
                    <a:pt x="447" y="1073"/>
                    <a:pt x="447" y="1073"/>
                    <a:pt x="447" y="1073"/>
                  </a:cubicBezTo>
                  <a:cubicBezTo>
                    <a:pt x="428" y="1064"/>
                    <a:pt x="428" y="1064"/>
                    <a:pt x="428" y="1064"/>
                  </a:cubicBezTo>
                  <a:cubicBezTo>
                    <a:pt x="427" y="1041"/>
                    <a:pt x="427" y="1041"/>
                    <a:pt x="427" y="1041"/>
                  </a:cubicBezTo>
                  <a:cubicBezTo>
                    <a:pt x="431" y="1018"/>
                    <a:pt x="431" y="1018"/>
                    <a:pt x="431" y="1018"/>
                  </a:cubicBezTo>
                  <a:cubicBezTo>
                    <a:pt x="428" y="993"/>
                    <a:pt x="428" y="993"/>
                    <a:pt x="428" y="993"/>
                  </a:cubicBezTo>
                  <a:cubicBezTo>
                    <a:pt x="421" y="976"/>
                    <a:pt x="421" y="976"/>
                    <a:pt x="421" y="976"/>
                  </a:cubicBezTo>
                  <a:cubicBezTo>
                    <a:pt x="426" y="957"/>
                    <a:pt x="426" y="957"/>
                    <a:pt x="426" y="957"/>
                  </a:cubicBezTo>
                  <a:cubicBezTo>
                    <a:pt x="423" y="925"/>
                    <a:pt x="423" y="925"/>
                    <a:pt x="423" y="925"/>
                  </a:cubicBezTo>
                  <a:cubicBezTo>
                    <a:pt x="416" y="893"/>
                    <a:pt x="416" y="893"/>
                    <a:pt x="416" y="893"/>
                  </a:cubicBezTo>
                  <a:cubicBezTo>
                    <a:pt x="421" y="865"/>
                    <a:pt x="421" y="865"/>
                    <a:pt x="421" y="865"/>
                  </a:cubicBezTo>
                  <a:cubicBezTo>
                    <a:pt x="436" y="841"/>
                    <a:pt x="436" y="841"/>
                    <a:pt x="436" y="841"/>
                  </a:cubicBezTo>
                  <a:cubicBezTo>
                    <a:pt x="451" y="833"/>
                    <a:pt x="451" y="833"/>
                    <a:pt x="451" y="833"/>
                  </a:cubicBezTo>
                  <a:cubicBezTo>
                    <a:pt x="469" y="836"/>
                    <a:pt x="469" y="836"/>
                    <a:pt x="469" y="836"/>
                  </a:cubicBezTo>
                  <a:cubicBezTo>
                    <a:pt x="492" y="838"/>
                    <a:pt x="492" y="838"/>
                    <a:pt x="492" y="838"/>
                  </a:cubicBezTo>
                  <a:cubicBezTo>
                    <a:pt x="504" y="823"/>
                    <a:pt x="504" y="823"/>
                    <a:pt x="504" y="823"/>
                  </a:cubicBezTo>
                  <a:cubicBezTo>
                    <a:pt x="502" y="800"/>
                    <a:pt x="502" y="800"/>
                    <a:pt x="502" y="800"/>
                  </a:cubicBezTo>
                  <a:cubicBezTo>
                    <a:pt x="495" y="791"/>
                    <a:pt x="495" y="791"/>
                    <a:pt x="495" y="791"/>
                  </a:cubicBezTo>
                  <a:cubicBezTo>
                    <a:pt x="496" y="775"/>
                    <a:pt x="496" y="775"/>
                    <a:pt x="496" y="775"/>
                  </a:cubicBezTo>
                  <a:cubicBezTo>
                    <a:pt x="519" y="724"/>
                    <a:pt x="519" y="724"/>
                    <a:pt x="519" y="724"/>
                  </a:cubicBezTo>
                  <a:cubicBezTo>
                    <a:pt x="520" y="695"/>
                    <a:pt x="520" y="695"/>
                    <a:pt x="520" y="695"/>
                  </a:cubicBezTo>
                  <a:cubicBezTo>
                    <a:pt x="527" y="667"/>
                    <a:pt x="527" y="667"/>
                    <a:pt x="527" y="667"/>
                  </a:cubicBezTo>
                  <a:cubicBezTo>
                    <a:pt x="534" y="651"/>
                    <a:pt x="534" y="651"/>
                    <a:pt x="534" y="651"/>
                  </a:cubicBezTo>
                  <a:cubicBezTo>
                    <a:pt x="533" y="633"/>
                    <a:pt x="533" y="633"/>
                    <a:pt x="533" y="633"/>
                  </a:cubicBezTo>
                  <a:cubicBezTo>
                    <a:pt x="524" y="624"/>
                    <a:pt x="524" y="624"/>
                    <a:pt x="524" y="624"/>
                  </a:cubicBezTo>
                  <a:cubicBezTo>
                    <a:pt x="524" y="612"/>
                    <a:pt x="524" y="612"/>
                    <a:pt x="524" y="612"/>
                  </a:cubicBezTo>
                  <a:cubicBezTo>
                    <a:pt x="546" y="600"/>
                    <a:pt x="546" y="600"/>
                    <a:pt x="546" y="600"/>
                  </a:cubicBezTo>
                  <a:cubicBezTo>
                    <a:pt x="569" y="596"/>
                    <a:pt x="569" y="596"/>
                    <a:pt x="569" y="596"/>
                  </a:cubicBezTo>
                  <a:cubicBezTo>
                    <a:pt x="579" y="587"/>
                    <a:pt x="579" y="587"/>
                    <a:pt x="579" y="587"/>
                  </a:cubicBezTo>
                  <a:cubicBezTo>
                    <a:pt x="580" y="575"/>
                    <a:pt x="580" y="575"/>
                    <a:pt x="580" y="575"/>
                  </a:cubicBezTo>
                  <a:cubicBezTo>
                    <a:pt x="599" y="545"/>
                    <a:pt x="599" y="545"/>
                    <a:pt x="599" y="545"/>
                  </a:cubicBezTo>
                  <a:cubicBezTo>
                    <a:pt x="618" y="521"/>
                    <a:pt x="618" y="521"/>
                    <a:pt x="618" y="521"/>
                  </a:cubicBezTo>
                  <a:cubicBezTo>
                    <a:pt x="624" y="507"/>
                    <a:pt x="624" y="507"/>
                    <a:pt x="624" y="507"/>
                  </a:cubicBezTo>
                  <a:cubicBezTo>
                    <a:pt x="617" y="489"/>
                    <a:pt x="617" y="489"/>
                    <a:pt x="617" y="489"/>
                  </a:cubicBezTo>
                  <a:cubicBezTo>
                    <a:pt x="609" y="481"/>
                    <a:pt x="609" y="481"/>
                    <a:pt x="609" y="481"/>
                  </a:cubicBezTo>
                  <a:cubicBezTo>
                    <a:pt x="609" y="452"/>
                    <a:pt x="609" y="452"/>
                    <a:pt x="609" y="452"/>
                  </a:cubicBezTo>
                  <a:cubicBezTo>
                    <a:pt x="618" y="448"/>
                    <a:pt x="618" y="448"/>
                    <a:pt x="618" y="448"/>
                  </a:cubicBezTo>
                  <a:cubicBezTo>
                    <a:pt x="626" y="438"/>
                    <a:pt x="626" y="438"/>
                    <a:pt x="626" y="438"/>
                  </a:cubicBezTo>
                  <a:cubicBezTo>
                    <a:pt x="630" y="423"/>
                    <a:pt x="630" y="423"/>
                    <a:pt x="630" y="423"/>
                  </a:cubicBezTo>
                  <a:cubicBezTo>
                    <a:pt x="639" y="418"/>
                    <a:pt x="639" y="418"/>
                    <a:pt x="639" y="418"/>
                  </a:cubicBezTo>
                  <a:cubicBezTo>
                    <a:pt x="649" y="398"/>
                    <a:pt x="649" y="398"/>
                    <a:pt x="649" y="398"/>
                  </a:cubicBezTo>
                  <a:cubicBezTo>
                    <a:pt x="663" y="388"/>
                    <a:pt x="663" y="388"/>
                    <a:pt x="663" y="388"/>
                  </a:cubicBezTo>
                  <a:cubicBezTo>
                    <a:pt x="679" y="394"/>
                    <a:pt x="679" y="394"/>
                    <a:pt x="679" y="394"/>
                  </a:cubicBezTo>
                  <a:cubicBezTo>
                    <a:pt x="685" y="401"/>
                    <a:pt x="685" y="401"/>
                    <a:pt x="685" y="401"/>
                  </a:cubicBezTo>
                  <a:cubicBezTo>
                    <a:pt x="694" y="399"/>
                    <a:pt x="694" y="399"/>
                    <a:pt x="694" y="399"/>
                  </a:cubicBezTo>
                  <a:cubicBezTo>
                    <a:pt x="704" y="391"/>
                    <a:pt x="704" y="391"/>
                    <a:pt x="704" y="391"/>
                  </a:cubicBezTo>
                  <a:cubicBezTo>
                    <a:pt x="696" y="378"/>
                    <a:pt x="696" y="378"/>
                    <a:pt x="696" y="378"/>
                  </a:cubicBezTo>
                  <a:cubicBezTo>
                    <a:pt x="704" y="371"/>
                    <a:pt x="704" y="371"/>
                    <a:pt x="704" y="371"/>
                  </a:cubicBezTo>
                  <a:cubicBezTo>
                    <a:pt x="704" y="365"/>
                    <a:pt x="704" y="365"/>
                    <a:pt x="704" y="365"/>
                  </a:cubicBezTo>
                  <a:cubicBezTo>
                    <a:pt x="707" y="358"/>
                    <a:pt x="707" y="358"/>
                    <a:pt x="707" y="358"/>
                  </a:cubicBezTo>
                  <a:cubicBezTo>
                    <a:pt x="696" y="342"/>
                    <a:pt x="696" y="342"/>
                    <a:pt x="696" y="342"/>
                  </a:cubicBezTo>
                  <a:cubicBezTo>
                    <a:pt x="703" y="338"/>
                    <a:pt x="703" y="338"/>
                    <a:pt x="703" y="338"/>
                  </a:cubicBezTo>
                  <a:cubicBezTo>
                    <a:pt x="723" y="339"/>
                    <a:pt x="723" y="339"/>
                    <a:pt x="723" y="339"/>
                  </a:cubicBezTo>
                  <a:cubicBezTo>
                    <a:pt x="737" y="332"/>
                    <a:pt x="737" y="332"/>
                    <a:pt x="737" y="332"/>
                  </a:cubicBezTo>
                  <a:cubicBezTo>
                    <a:pt x="760" y="337"/>
                    <a:pt x="760" y="337"/>
                    <a:pt x="760" y="337"/>
                  </a:cubicBezTo>
                  <a:cubicBezTo>
                    <a:pt x="773" y="346"/>
                    <a:pt x="773" y="346"/>
                    <a:pt x="773" y="346"/>
                  </a:cubicBezTo>
                  <a:cubicBezTo>
                    <a:pt x="789" y="347"/>
                    <a:pt x="789" y="347"/>
                    <a:pt x="789" y="347"/>
                  </a:cubicBezTo>
                  <a:cubicBezTo>
                    <a:pt x="798" y="354"/>
                    <a:pt x="798" y="354"/>
                    <a:pt x="798" y="354"/>
                  </a:cubicBezTo>
                  <a:cubicBezTo>
                    <a:pt x="805" y="351"/>
                    <a:pt x="805" y="351"/>
                    <a:pt x="805" y="351"/>
                  </a:cubicBezTo>
                  <a:cubicBezTo>
                    <a:pt x="811" y="355"/>
                    <a:pt x="811" y="355"/>
                    <a:pt x="811" y="355"/>
                  </a:cubicBezTo>
                  <a:cubicBezTo>
                    <a:pt x="811" y="340"/>
                    <a:pt x="811" y="340"/>
                    <a:pt x="811" y="340"/>
                  </a:cubicBezTo>
                  <a:cubicBezTo>
                    <a:pt x="804" y="330"/>
                    <a:pt x="804" y="330"/>
                    <a:pt x="804" y="330"/>
                  </a:cubicBezTo>
                  <a:cubicBezTo>
                    <a:pt x="806" y="311"/>
                    <a:pt x="806" y="311"/>
                    <a:pt x="806" y="311"/>
                  </a:cubicBezTo>
                  <a:cubicBezTo>
                    <a:pt x="816" y="305"/>
                    <a:pt x="816" y="305"/>
                    <a:pt x="816" y="305"/>
                  </a:cubicBezTo>
                  <a:cubicBezTo>
                    <a:pt x="813" y="293"/>
                    <a:pt x="813" y="293"/>
                    <a:pt x="813" y="293"/>
                  </a:cubicBezTo>
                  <a:cubicBezTo>
                    <a:pt x="802" y="287"/>
                    <a:pt x="802" y="287"/>
                    <a:pt x="802" y="287"/>
                  </a:cubicBezTo>
                  <a:cubicBezTo>
                    <a:pt x="801" y="275"/>
                    <a:pt x="801" y="275"/>
                    <a:pt x="801" y="275"/>
                  </a:cubicBezTo>
                  <a:cubicBezTo>
                    <a:pt x="817" y="279"/>
                    <a:pt x="817" y="279"/>
                    <a:pt x="817" y="279"/>
                  </a:cubicBezTo>
                  <a:cubicBezTo>
                    <a:pt x="832" y="276"/>
                    <a:pt x="832" y="276"/>
                    <a:pt x="832" y="276"/>
                  </a:cubicBezTo>
                  <a:cubicBezTo>
                    <a:pt x="837" y="274"/>
                    <a:pt x="837" y="274"/>
                    <a:pt x="837" y="274"/>
                  </a:cubicBezTo>
                  <a:cubicBezTo>
                    <a:pt x="837" y="274"/>
                    <a:pt x="837" y="274"/>
                    <a:pt x="837" y="274"/>
                  </a:cubicBezTo>
                  <a:cubicBezTo>
                    <a:pt x="840" y="270"/>
                    <a:pt x="840" y="270"/>
                    <a:pt x="840" y="270"/>
                  </a:cubicBezTo>
                  <a:cubicBezTo>
                    <a:pt x="846" y="273"/>
                    <a:pt x="846" y="273"/>
                    <a:pt x="846" y="273"/>
                  </a:cubicBezTo>
                  <a:cubicBezTo>
                    <a:pt x="850" y="270"/>
                    <a:pt x="850" y="270"/>
                    <a:pt x="850" y="270"/>
                  </a:cubicBezTo>
                  <a:cubicBezTo>
                    <a:pt x="846" y="261"/>
                    <a:pt x="846" y="261"/>
                    <a:pt x="846" y="261"/>
                  </a:cubicBezTo>
                  <a:cubicBezTo>
                    <a:pt x="849" y="250"/>
                    <a:pt x="849" y="250"/>
                    <a:pt x="849" y="250"/>
                  </a:cubicBezTo>
                  <a:cubicBezTo>
                    <a:pt x="858" y="243"/>
                    <a:pt x="858" y="243"/>
                    <a:pt x="858" y="243"/>
                  </a:cubicBezTo>
                  <a:cubicBezTo>
                    <a:pt x="871" y="245"/>
                    <a:pt x="871" y="245"/>
                    <a:pt x="871" y="245"/>
                  </a:cubicBezTo>
                  <a:cubicBezTo>
                    <a:pt x="881" y="259"/>
                    <a:pt x="881" y="259"/>
                    <a:pt x="881" y="259"/>
                  </a:cubicBezTo>
                  <a:cubicBezTo>
                    <a:pt x="910" y="280"/>
                    <a:pt x="910" y="280"/>
                    <a:pt x="910" y="280"/>
                  </a:cubicBezTo>
                  <a:cubicBezTo>
                    <a:pt x="915" y="293"/>
                    <a:pt x="915" y="293"/>
                    <a:pt x="915" y="293"/>
                  </a:cubicBezTo>
                  <a:cubicBezTo>
                    <a:pt x="926" y="306"/>
                    <a:pt x="926" y="306"/>
                    <a:pt x="926" y="306"/>
                  </a:cubicBezTo>
                  <a:cubicBezTo>
                    <a:pt x="945" y="313"/>
                    <a:pt x="945" y="313"/>
                    <a:pt x="945" y="313"/>
                  </a:cubicBezTo>
                  <a:cubicBezTo>
                    <a:pt x="977" y="314"/>
                    <a:pt x="977" y="314"/>
                    <a:pt x="977" y="314"/>
                  </a:cubicBezTo>
                  <a:cubicBezTo>
                    <a:pt x="993" y="300"/>
                    <a:pt x="993" y="300"/>
                    <a:pt x="993" y="300"/>
                  </a:cubicBezTo>
                  <a:cubicBezTo>
                    <a:pt x="1003" y="291"/>
                    <a:pt x="1003" y="291"/>
                    <a:pt x="1003" y="291"/>
                  </a:cubicBezTo>
                  <a:cubicBezTo>
                    <a:pt x="1017" y="291"/>
                    <a:pt x="1017" y="291"/>
                    <a:pt x="1017" y="291"/>
                  </a:cubicBezTo>
                  <a:cubicBezTo>
                    <a:pt x="1039" y="305"/>
                    <a:pt x="1039" y="305"/>
                    <a:pt x="1039" y="305"/>
                  </a:cubicBezTo>
                  <a:cubicBezTo>
                    <a:pt x="1054" y="308"/>
                    <a:pt x="1054" y="308"/>
                    <a:pt x="1054" y="308"/>
                  </a:cubicBezTo>
                  <a:cubicBezTo>
                    <a:pt x="1062" y="294"/>
                    <a:pt x="1062" y="294"/>
                    <a:pt x="1062" y="294"/>
                  </a:cubicBezTo>
                  <a:cubicBezTo>
                    <a:pt x="1071" y="290"/>
                    <a:pt x="1071" y="290"/>
                    <a:pt x="1071" y="290"/>
                  </a:cubicBezTo>
                  <a:cubicBezTo>
                    <a:pt x="1082" y="280"/>
                    <a:pt x="1082" y="280"/>
                    <a:pt x="1082" y="280"/>
                  </a:cubicBezTo>
                  <a:cubicBezTo>
                    <a:pt x="1094" y="281"/>
                    <a:pt x="1094" y="281"/>
                    <a:pt x="1094" y="281"/>
                  </a:cubicBezTo>
                  <a:cubicBezTo>
                    <a:pt x="1105" y="274"/>
                    <a:pt x="1105" y="274"/>
                    <a:pt x="1105" y="274"/>
                  </a:cubicBezTo>
                  <a:cubicBezTo>
                    <a:pt x="1110" y="266"/>
                    <a:pt x="1110" y="266"/>
                    <a:pt x="1110" y="266"/>
                  </a:cubicBezTo>
                  <a:cubicBezTo>
                    <a:pt x="1105" y="256"/>
                    <a:pt x="1105" y="256"/>
                    <a:pt x="1105" y="256"/>
                  </a:cubicBezTo>
                  <a:cubicBezTo>
                    <a:pt x="1099" y="237"/>
                    <a:pt x="1099" y="237"/>
                    <a:pt x="1099" y="237"/>
                  </a:cubicBezTo>
                  <a:cubicBezTo>
                    <a:pt x="1102" y="205"/>
                    <a:pt x="1102" y="205"/>
                    <a:pt x="1102" y="205"/>
                  </a:cubicBezTo>
                  <a:cubicBezTo>
                    <a:pt x="1107" y="195"/>
                    <a:pt x="1107" y="195"/>
                    <a:pt x="1107" y="195"/>
                  </a:cubicBezTo>
                  <a:cubicBezTo>
                    <a:pt x="1100" y="186"/>
                    <a:pt x="1100" y="186"/>
                    <a:pt x="1100" y="186"/>
                  </a:cubicBezTo>
                  <a:cubicBezTo>
                    <a:pt x="1108" y="182"/>
                    <a:pt x="1108" y="182"/>
                    <a:pt x="1108" y="182"/>
                  </a:cubicBezTo>
                  <a:cubicBezTo>
                    <a:pt x="1119" y="168"/>
                    <a:pt x="1119" y="168"/>
                    <a:pt x="1119" y="168"/>
                  </a:cubicBezTo>
                  <a:cubicBezTo>
                    <a:pt x="1118" y="161"/>
                    <a:pt x="1118" y="161"/>
                    <a:pt x="1118" y="161"/>
                  </a:cubicBezTo>
                  <a:cubicBezTo>
                    <a:pt x="1132" y="155"/>
                    <a:pt x="1132" y="155"/>
                    <a:pt x="1132" y="155"/>
                  </a:cubicBezTo>
                  <a:cubicBezTo>
                    <a:pt x="1150" y="158"/>
                    <a:pt x="1150" y="158"/>
                    <a:pt x="1150" y="158"/>
                  </a:cubicBezTo>
                  <a:cubicBezTo>
                    <a:pt x="1160" y="156"/>
                    <a:pt x="1160" y="156"/>
                    <a:pt x="1160" y="156"/>
                  </a:cubicBezTo>
                  <a:cubicBezTo>
                    <a:pt x="1159" y="151"/>
                    <a:pt x="1159" y="151"/>
                    <a:pt x="1159" y="151"/>
                  </a:cubicBezTo>
                  <a:cubicBezTo>
                    <a:pt x="1170" y="140"/>
                    <a:pt x="1170" y="140"/>
                    <a:pt x="1170" y="140"/>
                  </a:cubicBezTo>
                  <a:cubicBezTo>
                    <a:pt x="1199" y="139"/>
                    <a:pt x="1199" y="139"/>
                    <a:pt x="1199" y="139"/>
                  </a:cubicBezTo>
                  <a:cubicBezTo>
                    <a:pt x="1212" y="147"/>
                    <a:pt x="1212" y="147"/>
                    <a:pt x="1212" y="147"/>
                  </a:cubicBezTo>
                  <a:cubicBezTo>
                    <a:pt x="1228" y="166"/>
                    <a:pt x="1228" y="166"/>
                    <a:pt x="1228" y="166"/>
                  </a:cubicBezTo>
                  <a:cubicBezTo>
                    <a:pt x="1238" y="175"/>
                    <a:pt x="1238" y="175"/>
                    <a:pt x="1238" y="175"/>
                  </a:cubicBezTo>
                  <a:cubicBezTo>
                    <a:pt x="1253" y="180"/>
                    <a:pt x="1253" y="180"/>
                    <a:pt x="1253" y="180"/>
                  </a:cubicBezTo>
                  <a:cubicBezTo>
                    <a:pt x="1275" y="182"/>
                    <a:pt x="1275" y="182"/>
                    <a:pt x="1275" y="182"/>
                  </a:cubicBezTo>
                  <a:cubicBezTo>
                    <a:pt x="1279" y="192"/>
                    <a:pt x="1279" y="192"/>
                    <a:pt x="1279" y="192"/>
                  </a:cubicBezTo>
                  <a:cubicBezTo>
                    <a:pt x="1292" y="205"/>
                    <a:pt x="1292" y="205"/>
                    <a:pt x="1292" y="205"/>
                  </a:cubicBezTo>
                  <a:cubicBezTo>
                    <a:pt x="1290" y="218"/>
                    <a:pt x="1290" y="218"/>
                    <a:pt x="1290" y="218"/>
                  </a:cubicBezTo>
                  <a:cubicBezTo>
                    <a:pt x="1278" y="235"/>
                    <a:pt x="1278" y="235"/>
                    <a:pt x="1278" y="235"/>
                  </a:cubicBezTo>
                  <a:cubicBezTo>
                    <a:pt x="1281" y="261"/>
                    <a:pt x="1281" y="261"/>
                    <a:pt x="1281" y="261"/>
                  </a:cubicBezTo>
                  <a:close/>
                  <a:moveTo>
                    <a:pt x="61" y="1333"/>
                  </a:moveTo>
                  <a:cubicBezTo>
                    <a:pt x="70" y="1341"/>
                    <a:pt x="70" y="1341"/>
                    <a:pt x="70" y="1341"/>
                  </a:cubicBezTo>
                  <a:cubicBezTo>
                    <a:pt x="59" y="1344"/>
                    <a:pt x="59" y="1344"/>
                    <a:pt x="59" y="1344"/>
                  </a:cubicBezTo>
                  <a:cubicBezTo>
                    <a:pt x="61" y="1333"/>
                    <a:pt x="61" y="1333"/>
                    <a:pt x="61" y="1333"/>
                  </a:cubicBezTo>
                  <a:close/>
                  <a:moveTo>
                    <a:pt x="30" y="1264"/>
                  </a:moveTo>
                  <a:cubicBezTo>
                    <a:pt x="30" y="1263"/>
                    <a:pt x="38" y="1262"/>
                    <a:pt x="38" y="1262"/>
                  </a:cubicBezTo>
                  <a:cubicBezTo>
                    <a:pt x="45" y="1269"/>
                    <a:pt x="45" y="1269"/>
                    <a:pt x="45" y="1269"/>
                  </a:cubicBezTo>
                  <a:cubicBezTo>
                    <a:pt x="40" y="1278"/>
                    <a:pt x="40" y="1278"/>
                    <a:pt x="40" y="1278"/>
                  </a:cubicBezTo>
                  <a:cubicBezTo>
                    <a:pt x="30" y="1264"/>
                    <a:pt x="30" y="1264"/>
                    <a:pt x="30" y="1264"/>
                  </a:cubicBezTo>
                  <a:close/>
                  <a:moveTo>
                    <a:pt x="53" y="1240"/>
                  </a:moveTo>
                  <a:cubicBezTo>
                    <a:pt x="53" y="1250"/>
                    <a:pt x="53" y="1250"/>
                    <a:pt x="53" y="1250"/>
                  </a:cubicBezTo>
                  <a:cubicBezTo>
                    <a:pt x="48" y="1251"/>
                    <a:pt x="48" y="1251"/>
                    <a:pt x="48" y="1251"/>
                  </a:cubicBezTo>
                  <a:cubicBezTo>
                    <a:pt x="53" y="1240"/>
                    <a:pt x="53" y="1240"/>
                    <a:pt x="53" y="1240"/>
                  </a:cubicBezTo>
                  <a:close/>
                  <a:moveTo>
                    <a:pt x="42" y="1234"/>
                  </a:moveTo>
                  <a:cubicBezTo>
                    <a:pt x="40" y="1245"/>
                    <a:pt x="40" y="1245"/>
                    <a:pt x="40" y="1245"/>
                  </a:cubicBezTo>
                  <a:cubicBezTo>
                    <a:pt x="30" y="1243"/>
                    <a:pt x="30" y="1243"/>
                    <a:pt x="30" y="1243"/>
                  </a:cubicBezTo>
                  <a:cubicBezTo>
                    <a:pt x="42" y="1234"/>
                    <a:pt x="42" y="1234"/>
                    <a:pt x="42" y="1234"/>
                  </a:cubicBezTo>
                  <a:close/>
                  <a:moveTo>
                    <a:pt x="18" y="1187"/>
                  </a:moveTo>
                  <a:cubicBezTo>
                    <a:pt x="8" y="1181"/>
                    <a:pt x="8" y="1181"/>
                    <a:pt x="8" y="1181"/>
                  </a:cubicBezTo>
                  <a:cubicBezTo>
                    <a:pt x="18" y="1173"/>
                    <a:pt x="18" y="1173"/>
                    <a:pt x="18" y="1173"/>
                  </a:cubicBezTo>
                  <a:cubicBezTo>
                    <a:pt x="18" y="1173"/>
                    <a:pt x="18" y="1185"/>
                    <a:pt x="18" y="1187"/>
                  </a:cubicBezTo>
                  <a:close/>
                  <a:moveTo>
                    <a:pt x="13" y="1197"/>
                  </a:moveTo>
                  <a:cubicBezTo>
                    <a:pt x="23" y="1197"/>
                    <a:pt x="23" y="1197"/>
                    <a:pt x="23" y="1197"/>
                  </a:cubicBezTo>
                  <a:cubicBezTo>
                    <a:pt x="18" y="1202"/>
                    <a:pt x="18" y="1202"/>
                    <a:pt x="18" y="1202"/>
                  </a:cubicBezTo>
                  <a:cubicBezTo>
                    <a:pt x="13" y="1197"/>
                    <a:pt x="13" y="1197"/>
                    <a:pt x="13" y="1197"/>
                  </a:cubicBezTo>
                  <a:close/>
                  <a:moveTo>
                    <a:pt x="38" y="1208"/>
                  </a:moveTo>
                  <a:cubicBezTo>
                    <a:pt x="39" y="1209"/>
                    <a:pt x="49" y="1220"/>
                    <a:pt x="49" y="1220"/>
                  </a:cubicBezTo>
                  <a:cubicBezTo>
                    <a:pt x="44" y="1232"/>
                    <a:pt x="44" y="1232"/>
                    <a:pt x="44" y="1232"/>
                  </a:cubicBezTo>
                  <a:cubicBezTo>
                    <a:pt x="38" y="1208"/>
                    <a:pt x="38" y="1208"/>
                    <a:pt x="38" y="1208"/>
                  </a:cubicBezTo>
                  <a:close/>
                  <a:moveTo>
                    <a:pt x="20" y="1224"/>
                  </a:moveTo>
                  <a:cubicBezTo>
                    <a:pt x="11" y="1214"/>
                    <a:pt x="11" y="1214"/>
                    <a:pt x="11" y="1214"/>
                  </a:cubicBezTo>
                  <a:cubicBezTo>
                    <a:pt x="24" y="1210"/>
                    <a:pt x="24" y="1210"/>
                    <a:pt x="24" y="1210"/>
                  </a:cubicBezTo>
                  <a:cubicBezTo>
                    <a:pt x="20" y="1224"/>
                    <a:pt x="20" y="1224"/>
                    <a:pt x="20" y="1224"/>
                  </a:cubicBezTo>
                  <a:close/>
                  <a:moveTo>
                    <a:pt x="11" y="1152"/>
                  </a:moveTo>
                  <a:cubicBezTo>
                    <a:pt x="0" y="1160"/>
                    <a:pt x="0" y="1160"/>
                    <a:pt x="0" y="1160"/>
                  </a:cubicBezTo>
                  <a:cubicBezTo>
                    <a:pt x="7" y="1164"/>
                    <a:pt x="7" y="1164"/>
                    <a:pt x="7" y="1164"/>
                  </a:cubicBezTo>
                  <a:cubicBezTo>
                    <a:pt x="13" y="1158"/>
                    <a:pt x="13" y="1158"/>
                    <a:pt x="13" y="1158"/>
                  </a:cubicBezTo>
                  <a:cubicBezTo>
                    <a:pt x="11" y="1152"/>
                    <a:pt x="11" y="1152"/>
                    <a:pt x="11" y="1152"/>
                  </a:cubicBezTo>
                  <a:close/>
                  <a:moveTo>
                    <a:pt x="6" y="1066"/>
                  </a:moveTo>
                  <a:cubicBezTo>
                    <a:pt x="22" y="1072"/>
                    <a:pt x="22" y="1072"/>
                    <a:pt x="22" y="1072"/>
                  </a:cubicBezTo>
                  <a:cubicBezTo>
                    <a:pt x="9" y="1075"/>
                    <a:pt x="9" y="1075"/>
                    <a:pt x="9" y="1075"/>
                  </a:cubicBezTo>
                  <a:cubicBezTo>
                    <a:pt x="6" y="1066"/>
                    <a:pt x="6" y="1066"/>
                    <a:pt x="6" y="1066"/>
                  </a:cubicBezTo>
                  <a:close/>
                  <a:moveTo>
                    <a:pt x="10" y="1044"/>
                  </a:moveTo>
                  <a:cubicBezTo>
                    <a:pt x="23" y="1052"/>
                    <a:pt x="23" y="1052"/>
                    <a:pt x="23" y="1052"/>
                  </a:cubicBezTo>
                  <a:cubicBezTo>
                    <a:pt x="17" y="1059"/>
                    <a:pt x="17" y="1059"/>
                    <a:pt x="17" y="1059"/>
                  </a:cubicBezTo>
                  <a:cubicBezTo>
                    <a:pt x="10" y="1044"/>
                    <a:pt x="10" y="1044"/>
                    <a:pt x="10" y="1044"/>
                  </a:cubicBezTo>
                  <a:close/>
                  <a:moveTo>
                    <a:pt x="49" y="1019"/>
                  </a:moveTo>
                  <a:cubicBezTo>
                    <a:pt x="52" y="1029"/>
                    <a:pt x="52" y="1029"/>
                    <a:pt x="52" y="1029"/>
                  </a:cubicBezTo>
                  <a:cubicBezTo>
                    <a:pt x="40" y="1030"/>
                    <a:pt x="40" y="1030"/>
                    <a:pt x="40" y="1030"/>
                  </a:cubicBezTo>
                  <a:cubicBezTo>
                    <a:pt x="49" y="1019"/>
                    <a:pt x="49" y="1019"/>
                    <a:pt x="49" y="1019"/>
                  </a:cubicBezTo>
                  <a:close/>
                  <a:moveTo>
                    <a:pt x="61" y="1012"/>
                  </a:moveTo>
                  <a:cubicBezTo>
                    <a:pt x="71" y="1014"/>
                    <a:pt x="71" y="1014"/>
                    <a:pt x="71" y="1014"/>
                  </a:cubicBezTo>
                  <a:cubicBezTo>
                    <a:pt x="75" y="1022"/>
                    <a:pt x="75" y="1022"/>
                    <a:pt x="75" y="1022"/>
                  </a:cubicBezTo>
                  <a:cubicBezTo>
                    <a:pt x="61" y="1029"/>
                    <a:pt x="61" y="1029"/>
                    <a:pt x="61" y="1029"/>
                  </a:cubicBezTo>
                  <a:cubicBezTo>
                    <a:pt x="61" y="1012"/>
                    <a:pt x="61" y="1012"/>
                    <a:pt x="61" y="1012"/>
                  </a:cubicBezTo>
                  <a:close/>
                  <a:moveTo>
                    <a:pt x="181" y="935"/>
                  </a:moveTo>
                  <a:cubicBezTo>
                    <a:pt x="181" y="935"/>
                    <a:pt x="193" y="923"/>
                    <a:pt x="193" y="923"/>
                  </a:cubicBezTo>
                  <a:cubicBezTo>
                    <a:pt x="197" y="936"/>
                    <a:pt x="197" y="936"/>
                    <a:pt x="197" y="936"/>
                  </a:cubicBezTo>
                  <a:cubicBezTo>
                    <a:pt x="190" y="942"/>
                    <a:pt x="190" y="942"/>
                    <a:pt x="190" y="942"/>
                  </a:cubicBezTo>
                  <a:cubicBezTo>
                    <a:pt x="181" y="935"/>
                    <a:pt x="181" y="935"/>
                    <a:pt x="181" y="935"/>
                  </a:cubicBezTo>
                  <a:close/>
                  <a:moveTo>
                    <a:pt x="185" y="915"/>
                  </a:moveTo>
                  <a:cubicBezTo>
                    <a:pt x="185" y="915"/>
                    <a:pt x="180" y="920"/>
                    <a:pt x="180" y="920"/>
                  </a:cubicBezTo>
                  <a:cubicBezTo>
                    <a:pt x="167" y="907"/>
                    <a:pt x="167" y="907"/>
                    <a:pt x="167" y="907"/>
                  </a:cubicBezTo>
                  <a:cubicBezTo>
                    <a:pt x="181" y="906"/>
                    <a:pt x="181" y="906"/>
                    <a:pt x="181" y="906"/>
                  </a:cubicBezTo>
                  <a:cubicBezTo>
                    <a:pt x="185" y="915"/>
                    <a:pt x="185" y="915"/>
                    <a:pt x="185" y="915"/>
                  </a:cubicBezTo>
                  <a:close/>
                  <a:moveTo>
                    <a:pt x="198" y="889"/>
                  </a:moveTo>
                  <a:cubicBezTo>
                    <a:pt x="219" y="872"/>
                    <a:pt x="219" y="872"/>
                    <a:pt x="219" y="872"/>
                  </a:cubicBezTo>
                  <a:cubicBezTo>
                    <a:pt x="228" y="879"/>
                    <a:pt x="228" y="879"/>
                    <a:pt x="228" y="879"/>
                  </a:cubicBezTo>
                  <a:cubicBezTo>
                    <a:pt x="214" y="888"/>
                    <a:pt x="214" y="888"/>
                    <a:pt x="214" y="888"/>
                  </a:cubicBezTo>
                  <a:cubicBezTo>
                    <a:pt x="198" y="889"/>
                    <a:pt x="198" y="889"/>
                    <a:pt x="198" y="889"/>
                  </a:cubicBezTo>
                  <a:close/>
                  <a:moveTo>
                    <a:pt x="201" y="912"/>
                  </a:moveTo>
                  <a:cubicBezTo>
                    <a:pt x="210" y="898"/>
                    <a:pt x="210" y="898"/>
                    <a:pt x="210" y="898"/>
                  </a:cubicBezTo>
                  <a:cubicBezTo>
                    <a:pt x="223" y="898"/>
                    <a:pt x="223" y="898"/>
                    <a:pt x="223" y="898"/>
                  </a:cubicBezTo>
                  <a:cubicBezTo>
                    <a:pt x="227" y="891"/>
                    <a:pt x="227" y="891"/>
                    <a:pt x="227" y="891"/>
                  </a:cubicBezTo>
                  <a:cubicBezTo>
                    <a:pt x="238" y="891"/>
                    <a:pt x="238" y="891"/>
                    <a:pt x="238" y="891"/>
                  </a:cubicBezTo>
                  <a:cubicBezTo>
                    <a:pt x="245" y="898"/>
                    <a:pt x="245" y="898"/>
                    <a:pt x="245" y="898"/>
                  </a:cubicBezTo>
                  <a:cubicBezTo>
                    <a:pt x="235" y="909"/>
                    <a:pt x="235" y="909"/>
                    <a:pt x="235" y="909"/>
                  </a:cubicBezTo>
                  <a:cubicBezTo>
                    <a:pt x="220" y="908"/>
                    <a:pt x="220" y="908"/>
                    <a:pt x="220" y="908"/>
                  </a:cubicBezTo>
                  <a:cubicBezTo>
                    <a:pt x="211" y="913"/>
                    <a:pt x="211" y="913"/>
                    <a:pt x="211" y="913"/>
                  </a:cubicBezTo>
                  <a:cubicBezTo>
                    <a:pt x="201" y="912"/>
                    <a:pt x="201" y="912"/>
                    <a:pt x="201" y="912"/>
                  </a:cubicBezTo>
                  <a:close/>
                  <a:moveTo>
                    <a:pt x="378" y="737"/>
                  </a:moveTo>
                  <a:cubicBezTo>
                    <a:pt x="383" y="728"/>
                    <a:pt x="383" y="728"/>
                    <a:pt x="383" y="728"/>
                  </a:cubicBezTo>
                  <a:cubicBezTo>
                    <a:pt x="400" y="725"/>
                    <a:pt x="400" y="725"/>
                    <a:pt x="400" y="725"/>
                  </a:cubicBezTo>
                  <a:cubicBezTo>
                    <a:pt x="386" y="740"/>
                    <a:pt x="386" y="740"/>
                    <a:pt x="386" y="740"/>
                  </a:cubicBezTo>
                  <a:cubicBezTo>
                    <a:pt x="378" y="737"/>
                    <a:pt x="378" y="737"/>
                    <a:pt x="378" y="737"/>
                  </a:cubicBezTo>
                  <a:close/>
                  <a:moveTo>
                    <a:pt x="363" y="766"/>
                  </a:moveTo>
                  <a:cubicBezTo>
                    <a:pt x="359" y="759"/>
                    <a:pt x="359" y="759"/>
                    <a:pt x="359" y="759"/>
                  </a:cubicBezTo>
                  <a:cubicBezTo>
                    <a:pt x="346" y="760"/>
                    <a:pt x="346" y="760"/>
                    <a:pt x="346" y="760"/>
                  </a:cubicBezTo>
                  <a:cubicBezTo>
                    <a:pt x="357" y="749"/>
                    <a:pt x="357" y="749"/>
                    <a:pt x="357" y="749"/>
                  </a:cubicBezTo>
                  <a:cubicBezTo>
                    <a:pt x="376" y="747"/>
                    <a:pt x="376" y="747"/>
                    <a:pt x="376" y="747"/>
                  </a:cubicBezTo>
                  <a:cubicBezTo>
                    <a:pt x="386" y="743"/>
                    <a:pt x="386" y="743"/>
                    <a:pt x="386" y="743"/>
                  </a:cubicBezTo>
                  <a:cubicBezTo>
                    <a:pt x="370" y="761"/>
                    <a:pt x="370" y="761"/>
                    <a:pt x="370" y="761"/>
                  </a:cubicBezTo>
                  <a:cubicBezTo>
                    <a:pt x="363" y="766"/>
                    <a:pt x="363" y="766"/>
                    <a:pt x="363" y="766"/>
                  </a:cubicBezTo>
                  <a:close/>
                  <a:moveTo>
                    <a:pt x="397" y="662"/>
                  </a:moveTo>
                  <a:cubicBezTo>
                    <a:pt x="402" y="666"/>
                    <a:pt x="402" y="666"/>
                    <a:pt x="402" y="666"/>
                  </a:cubicBezTo>
                  <a:cubicBezTo>
                    <a:pt x="402" y="673"/>
                    <a:pt x="402" y="673"/>
                    <a:pt x="402" y="673"/>
                  </a:cubicBezTo>
                  <a:cubicBezTo>
                    <a:pt x="396" y="679"/>
                    <a:pt x="396" y="679"/>
                    <a:pt x="396" y="679"/>
                  </a:cubicBezTo>
                  <a:cubicBezTo>
                    <a:pt x="390" y="672"/>
                    <a:pt x="390" y="672"/>
                    <a:pt x="390" y="672"/>
                  </a:cubicBezTo>
                  <a:cubicBezTo>
                    <a:pt x="397" y="662"/>
                    <a:pt x="397" y="662"/>
                    <a:pt x="397" y="662"/>
                  </a:cubicBezTo>
                  <a:close/>
                  <a:moveTo>
                    <a:pt x="422" y="639"/>
                  </a:moveTo>
                  <a:cubicBezTo>
                    <a:pt x="428" y="633"/>
                    <a:pt x="428" y="633"/>
                    <a:pt x="428" y="633"/>
                  </a:cubicBezTo>
                  <a:cubicBezTo>
                    <a:pt x="440" y="634"/>
                    <a:pt x="440" y="634"/>
                    <a:pt x="440" y="634"/>
                  </a:cubicBezTo>
                  <a:cubicBezTo>
                    <a:pt x="424" y="646"/>
                    <a:pt x="424" y="646"/>
                    <a:pt x="424" y="646"/>
                  </a:cubicBezTo>
                  <a:cubicBezTo>
                    <a:pt x="422" y="639"/>
                    <a:pt x="422" y="639"/>
                    <a:pt x="422" y="639"/>
                  </a:cubicBezTo>
                  <a:close/>
                  <a:moveTo>
                    <a:pt x="413" y="617"/>
                  </a:moveTo>
                  <a:cubicBezTo>
                    <a:pt x="425" y="605"/>
                    <a:pt x="425" y="605"/>
                    <a:pt x="425" y="605"/>
                  </a:cubicBezTo>
                  <a:cubicBezTo>
                    <a:pt x="428" y="617"/>
                    <a:pt x="428" y="617"/>
                    <a:pt x="428" y="617"/>
                  </a:cubicBezTo>
                  <a:cubicBezTo>
                    <a:pt x="417" y="632"/>
                    <a:pt x="417" y="632"/>
                    <a:pt x="417" y="632"/>
                  </a:cubicBezTo>
                  <a:cubicBezTo>
                    <a:pt x="413" y="617"/>
                    <a:pt x="413" y="617"/>
                    <a:pt x="413" y="617"/>
                  </a:cubicBezTo>
                  <a:close/>
                  <a:moveTo>
                    <a:pt x="497" y="505"/>
                  </a:moveTo>
                  <a:cubicBezTo>
                    <a:pt x="501" y="499"/>
                    <a:pt x="501" y="499"/>
                    <a:pt x="501" y="499"/>
                  </a:cubicBezTo>
                  <a:cubicBezTo>
                    <a:pt x="509" y="501"/>
                    <a:pt x="509" y="501"/>
                    <a:pt x="509" y="501"/>
                  </a:cubicBezTo>
                  <a:cubicBezTo>
                    <a:pt x="504" y="511"/>
                    <a:pt x="504" y="511"/>
                    <a:pt x="504" y="511"/>
                  </a:cubicBezTo>
                  <a:cubicBezTo>
                    <a:pt x="497" y="505"/>
                    <a:pt x="497" y="505"/>
                    <a:pt x="497" y="505"/>
                  </a:cubicBezTo>
                  <a:close/>
                  <a:moveTo>
                    <a:pt x="416" y="442"/>
                  </a:moveTo>
                  <a:cubicBezTo>
                    <a:pt x="422" y="448"/>
                    <a:pt x="422" y="448"/>
                    <a:pt x="422" y="448"/>
                  </a:cubicBezTo>
                  <a:cubicBezTo>
                    <a:pt x="418" y="455"/>
                    <a:pt x="418" y="455"/>
                    <a:pt x="418" y="455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16" y="442"/>
                    <a:pt x="416" y="442"/>
                    <a:pt x="416" y="442"/>
                  </a:cubicBezTo>
                  <a:close/>
                  <a:moveTo>
                    <a:pt x="439" y="411"/>
                  </a:moveTo>
                  <a:cubicBezTo>
                    <a:pt x="423" y="425"/>
                    <a:pt x="423" y="425"/>
                    <a:pt x="423" y="425"/>
                  </a:cubicBezTo>
                  <a:cubicBezTo>
                    <a:pt x="423" y="413"/>
                    <a:pt x="423" y="413"/>
                    <a:pt x="423" y="413"/>
                  </a:cubicBezTo>
                  <a:cubicBezTo>
                    <a:pt x="435" y="394"/>
                    <a:pt x="435" y="394"/>
                    <a:pt x="435" y="394"/>
                  </a:cubicBezTo>
                  <a:cubicBezTo>
                    <a:pt x="439" y="411"/>
                    <a:pt x="439" y="411"/>
                    <a:pt x="439" y="411"/>
                  </a:cubicBezTo>
                  <a:close/>
                  <a:moveTo>
                    <a:pt x="448" y="402"/>
                  </a:moveTo>
                  <a:cubicBezTo>
                    <a:pt x="443" y="394"/>
                    <a:pt x="443" y="394"/>
                    <a:pt x="443" y="394"/>
                  </a:cubicBezTo>
                  <a:cubicBezTo>
                    <a:pt x="448" y="388"/>
                    <a:pt x="448" y="388"/>
                    <a:pt x="448" y="388"/>
                  </a:cubicBezTo>
                  <a:cubicBezTo>
                    <a:pt x="454" y="391"/>
                    <a:pt x="454" y="391"/>
                    <a:pt x="454" y="391"/>
                  </a:cubicBezTo>
                  <a:cubicBezTo>
                    <a:pt x="448" y="402"/>
                    <a:pt x="448" y="402"/>
                    <a:pt x="448" y="402"/>
                  </a:cubicBezTo>
                  <a:close/>
                  <a:moveTo>
                    <a:pt x="487" y="374"/>
                  </a:moveTo>
                  <a:cubicBezTo>
                    <a:pt x="486" y="384"/>
                    <a:pt x="486" y="384"/>
                    <a:pt x="486" y="384"/>
                  </a:cubicBezTo>
                  <a:cubicBezTo>
                    <a:pt x="462" y="401"/>
                    <a:pt x="462" y="401"/>
                    <a:pt x="462" y="401"/>
                  </a:cubicBezTo>
                  <a:cubicBezTo>
                    <a:pt x="465" y="379"/>
                    <a:pt x="465" y="379"/>
                    <a:pt x="465" y="379"/>
                  </a:cubicBezTo>
                  <a:cubicBezTo>
                    <a:pt x="487" y="374"/>
                    <a:pt x="487" y="374"/>
                    <a:pt x="487" y="374"/>
                  </a:cubicBezTo>
                  <a:close/>
                  <a:moveTo>
                    <a:pt x="509" y="347"/>
                  </a:moveTo>
                  <a:cubicBezTo>
                    <a:pt x="517" y="336"/>
                    <a:pt x="517" y="336"/>
                    <a:pt x="517" y="336"/>
                  </a:cubicBezTo>
                  <a:cubicBezTo>
                    <a:pt x="528" y="345"/>
                    <a:pt x="528" y="345"/>
                    <a:pt x="528" y="345"/>
                  </a:cubicBezTo>
                  <a:cubicBezTo>
                    <a:pt x="509" y="347"/>
                    <a:pt x="509" y="347"/>
                    <a:pt x="509" y="347"/>
                  </a:cubicBezTo>
                  <a:close/>
                  <a:moveTo>
                    <a:pt x="527" y="352"/>
                  </a:moveTo>
                  <a:cubicBezTo>
                    <a:pt x="527" y="376"/>
                    <a:pt x="527" y="376"/>
                    <a:pt x="527" y="376"/>
                  </a:cubicBezTo>
                  <a:cubicBezTo>
                    <a:pt x="512" y="370"/>
                    <a:pt x="512" y="370"/>
                    <a:pt x="512" y="370"/>
                  </a:cubicBezTo>
                  <a:cubicBezTo>
                    <a:pt x="494" y="381"/>
                    <a:pt x="494" y="381"/>
                    <a:pt x="494" y="381"/>
                  </a:cubicBezTo>
                  <a:cubicBezTo>
                    <a:pt x="496" y="369"/>
                    <a:pt x="496" y="369"/>
                    <a:pt x="496" y="369"/>
                  </a:cubicBezTo>
                  <a:cubicBezTo>
                    <a:pt x="527" y="352"/>
                    <a:pt x="527" y="352"/>
                    <a:pt x="527" y="352"/>
                  </a:cubicBezTo>
                  <a:close/>
                  <a:moveTo>
                    <a:pt x="536" y="292"/>
                  </a:moveTo>
                  <a:cubicBezTo>
                    <a:pt x="540" y="308"/>
                    <a:pt x="540" y="308"/>
                    <a:pt x="540" y="308"/>
                  </a:cubicBezTo>
                  <a:cubicBezTo>
                    <a:pt x="541" y="329"/>
                    <a:pt x="541" y="329"/>
                    <a:pt x="541" y="329"/>
                  </a:cubicBezTo>
                  <a:cubicBezTo>
                    <a:pt x="523" y="333"/>
                    <a:pt x="523" y="333"/>
                    <a:pt x="523" y="333"/>
                  </a:cubicBezTo>
                  <a:cubicBezTo>
                    <a:pt x="515" y="328"/>
                    <a:pt x="515" y="328"/>
                    <a:pt x="515" y="328"/>
                  </a:cubicBezTo>
                  <a:cubicBezTo>
                    <a:pt x="532" y="317"/>
                    <a:pt x="532" y="317"/>
                    <a:pt x="532" y="317"/>
                  </a:cubicBezTo>
                  <a:cubicBezTo>
                    <a:pt x="523" y="316"/>
                    <a:pt x="523" y="316"/>
                    <a:pt x="523" y="316"/>
                  </a:cubicBezTo>
                  <a:cubicBezTo>
                    <a:pt x="505" y="329"/>
                    <a:pt x="505" y="329"/>
                    <a:pt x="505" y="329"/>
                  </a:cubicBezTo>
                  <a:cubicBezTo>
                    <a:pt x="500" y="321"/>
                    <a:pt x="500" y="321"/>
                    <a:pt x="500" y="321"/>
                  </a:cubicBezTo>
                  <a:cubicBezTo>
                    <a:pt x="505" y="308"/>
                    <a:pt x="505" y="308"/>
                    <a:pt x="505" y="308"/>
                  </a:cubicBezTo>
                  <a:cubicBezTo>
                    <a:pt x="518" y="311"/>
                    <a:pt x="518" y="311"/>
                    <a:pt x="518" y="311"/>
                  </a:cubicBezTo>
                  <a:cubicBezTo>
                    <a:pt x="529" y="299"/>
                    <a:pt x="529" y="299"/>
                    <a:pt x="529" y="299"/>
                  </a:cubicBezTo>
                  <a:cubicBezTo>
                    <a:pt x="527" y="293"/>
                    <a:pt x="527" y="293"/>
                    <a:pt x="527" y="293"/>
                  </a:cubicBezTo>
                  <a:cubicBezTo>
                    <a:pt x="536" y="292"/>
                    <a:pt x="536" y="292"/>
                    <a:pt x="536" y="292"/>
                  </a:cubicBezTo>
                  <a:close/>
                  <a:moveTo>
                    <a:pt x="550" y="299"/>
                  </a:moveTo>
                  <a:cubicBezTo>
                    <a:pt x="544" y="294"/>
                    <a:pt x="544" y="294"/>
                    <a:pt x="544" y="294"/>
                  </a:cubicBezTo>
                  <a:cubicBezTo>
                    <a:pt x="545" y="276"/>
                    <a:pt x="545" y="276"/>
                    <a:pt x="545" y="276"/>
                  </a:cubicBezTo>
                  <a:cubicBezTo>
                    <a:pt x="563" y="263"/>
                    <a:pt x="563" y="263"/>
                    <a:pt x="563" y="263"/>
                  </a:cubicBezTo>
                  <a:cubicBezTo>
                    <a:pt x="563" y="252"/>
                    <a:pt x="563" y="252"/>
                    <a:pt x="563" y="252"/>
                  </a:cubicBezTo>
                  <a:cubicBezTo>
                    <a:pt x="581" y="246"/>
                    <a:pt x="581" y="246"/>
                    <a:pt x="581" y="246"/>
                  </a:cubicBezTo>
                  <a:cubicBezTo>
                    <a:pt x="584" y="257"/>
                    <a:pt x="584" y="257"/>
                    <a:pt x="584" y="257"/>
                  </a:cubicBezTo>
                  <a:cubicBezTo>
                    <a:pt x="570" y="267"/>
                    <a:pt x="570" y="267"/>
                    <a:pt x="570" y="267"/>
                  </a:cubicBezTo>
                  <a:cubicBezTo>
                    <a:pt x="569" y="279"/>
                    <a:pt x="569" y="279"/>
                    <a:pt x="569" y="279"/>
                  </a:cubicBezTo>
                  <a:cubicBezTo>
                    <a:pt x="550" y="299"/>
                    <a:pt x="550" y="299"/>
                    <a:pt x="550" y="299"/>
                  </a:cubicBezTo>
                  <a:close/>
                  <a:moveTo>
                    <a:pt x="595" y="306"/>
                  </a:moveTo>
                  <a:cubicBezTo>
                    <a:pt x="613" y="321"/>
                    <a:pt x="613" y="321"/>
                    <a:pt x="613" y="321"/>
                  </a:cubicBezTo>
                  <a:cubicBezTo>
                    <a:pt x="589" y="344"/>
                    <a:pt x="589" y="344"/>
                    <a:pt x="589" y="344"/>
                  </a:cubicBezTo>
                  <a:cubicBezTo>
                    <a:pt x="574" y="352"/>
                    <a:pt x="574" y="352"/>
                    <a:pt x="574" y="352"/>
                  </a:cubicBezTo>
                  <a:cubicBezTo>
                    <a:pt x="568" y="362"/>
                    <a:pt x="568" y="362"/>
                    <a:pt x="568" y="362"/>
                  </a:cubicBezTo>
                  <a:cubicBezTo>
                    <a:pt x="558" y="359"/>
                    <a:pt x="558" y="359"/>
                    <a:pt x="558" y="359"/>
                  </a:cubicBezTo>
                  <a:cubicBezTo>
                    <a:pt x="560" y="347"/>
                    <a:pt x="560" y="347"/>
                    <a:pt x="560" y="347"/>
                  </a:cubicBezTo>
                  <a:cubicBezTo>
                    <a:pt x="544" y="366"/>
                    <a:pt x="544" y="366"/>
                    <a:pt x="544" y="366"/>
                  </a:cubicBezTo>
                  <a:cubicBezTo>
                    <a:pt x="536" y="366"/>
                    <a:pt x="536" y="366"/>
                    <a:pt x="536" y="366"/>
                  </a:cubicBezTo>
                  <a:cubicBezTo>
                    <a:pt x="539" y="351"/>
                    <a:pt x="539" y="351"/>
                    <a:pt x="539" y="351"/>
                  </a:cubicBezTo>
                  <a:cubicBezTo>
                    <a:pt x="546" y="347"/>
                    <a:pt x="546" y="347"/>
                    <a:pt x="546" y="347"/>
                  </a:cubicBezTo>
                  <a:cubicBezTo>
                    <a:pt x="544" y="336"/>
                    <a:pt x="544" y="336"/>
                    <a:pt x="544" y="336"/>
                  </a:cubicBezTo>
                  <a:cubicBezTo>
                    <a:pt x="553" y="326"/>
                    <a:pt x="553" y="326"/>
                    <a:pt x="553" y="326"/>
                  </a:cubicBezTo>
                  <a:cubicBezTo>
                    <a:pt x="553" y="314"/>
                    <a:pt x="553" y="314"/>
                    <a:pt x="553" y="314"/>
                  </a:cubicBezTo>
                  <a:cubicBezTo>
                    <a:pt x="569" y="292"/>
                    <a:pt x="569" y="292"/>
                    <a:pt x="569" y="292"/>
                  </a:cubicBezTo>
                  <a:cubicBezTo>
                    <a:pt x="561" y="324"/>
                    <a:pt x="561" y="324"/>
                    <a:pt x="561" y="324"/>
                  </a:cubicBezTo>
                  <a:cubicBezTo>
                    <a:pt x="564" y="336"/>
                    <a:pt x="564" y="336"/>
                    <a:pt x="564" y="336"/>
                  </a:cubicBezTo>
                  <a:cubicBezTo>
                    <a:pt x="573" y="320"/>
                    <a:pt x="573" y="320"/>
                    <a:pt x="573" y="320"/>
                  </a:cubicBezTo>
                  <a:cubicBezTo>
                    <a:pt x="595" y="319"/>
                    <a:pt x="595" y="319"/>
                    <a:pt x="595" y="319"/>
                  </a:cubicBezTo>
                  <a:cubicBezTo>
                    <a:pt x="587" y="308"/>
                    <a:pt x="587" y="308"/>
                    <a:pt x="587" y="308"/>
                  </a:cubicBezTo>
                  <a:cubicBezTo>
                    <a:pt x="586" y="300"/>
                    <a:pt x="586" y="300"/>
                    <a:pt x="586" y="300"/>
                  </a:cubicBezTo>
                  <a:cubicBezTo>
                    <a:pt x="595" y="306"/>
                    <a:pt x="595" y="306"/>
                    <a:pt x="595" y="306"/>
                  </a:cubicBezTo>
                  <a:close/>
                  <a:moveTo>
                    <a:pt x="593" y="292"/>
                  </a:moveTo>
                  <a:cubicBezTo>
                    <a:pt x="589" y="288"/>
                    <a:pt x="589" y="288"/>
                    <a:pt x="589" y="288"/>
                  </a:cubicBezTo>
                  <a:cubicBezTo>
                    <a:pt x="599" y="285"/>
                    <a:pt x="599" y="285"/>
                    <a:pt x="599" y="285"/>
                  </a:cubicBezTo>
                  <a:cubicBezTo>
                    <a:pt x="613" y="291"/>
                    <a:pt x="613" y="291"/>
                    <a:pt x="613" y="291"/>
                  </a:cubicBezTo>
                  <a:cubicBezTo>
                    <a:pt x="613" y="300"/>
                    <a:pt x="613" y="300"/>
                    <a:pt x="613" y="300"/>
                  </a:cubicBezTo>
                  <a:cubicBezTo>
                    <a:pt x="593" y="292"/>
                    <a:pt x="593" y="292"/>
                    <a:pt x="593" y="292"/>
                  </a:cubicBezTo>
                  <a:close/>
                  <a:moveTo>
                    <a:pt x="630" y="310"/>
                  </a:moveTo>
                  <a:cubicBezTo>
                    <a:pt x="635" y="295"/>
                    <a:pt x="635" y="295"/>
                    <a:pt x="635" y="295"/>
                  </a:cubicBezTo>
                  <a:cubicBezTo>
                    <a:pt x="642" y="306"/>
                    <a:pt x="642" y="306"/>
                    <a:pt x="642" y="306"/>
                  </a:cubicBezTo>
                  <a:cubicBezTo>
                    <a:pt x="630" y="310"/>
                    <a:pt x="630" y="310"/>
                    <a:pt x="630" y="310"/>
                  </a:cubicBezTo>
                  <a:close/>
                  <a:moveTo>
                    <a:pt x="676" y="244"/>
                  </a:moveTo>
                  <a:cubicBezTo>
                    <a:pt x="674" y="251"/>
                    <a:pt x="674" y="251"/>
                    <a:pt x="674" y="251"/>
                  </a:cubicBezTo>
                  <a:cubicBezTo>
                    <a:pt x="677" y="261"/>
                    <a:pt x="677" y="261"/>
                    <a:pt x="677" y="261"/>
                  </a:cubicBezTo>
                  <a:cubicBezTo>
                    <a:pt x="662" y="264"/>
                    <a:pt x="662" y="264"/>
                    <a:pt x="662" y="264"/>
                  </a:cubicBezTo>
                  <a:cubicBezTo>
                    <a:pt x="657" y="271"/>
                    <a:pt x="657" y="271"/>
                    <a:pt x="657" y="271"/>
                  </a:cubicBezTo>
                  <a:cubicBezTo>
                    <a:pt x="641" y="269"/>
                    <a:pt x="641" y="269"/>
                    <a:pt x="641" y="269"/>
                  </a:cubicBezTo>
                  <a:cubicBezTo>
                    <a:pt x="638" y="285"/>
                    <a:pt x="638" y="285"/>
                    <a:pt x="638" y="285"/>
                  </a:cubicBezTo>
                  <a:cubicBezTo>
                    <a:pt x="632" y="285"/>
                    <a:pt x="632" y="285"/>
                    <a:pt x="632" y="285"/>
                  </a:cubicBezTo>
                  <a:cubicBezTo>
                    <a:pt x="631" y="273"/>
                    <a:pt x="631" y="273"/>
                    <a:pt x="631" y="273"/>
                  </a:cubicBezTo>
                  <a:cubicBezTo>
                    <a:pt x="620" y="272"/>
                    <a:pt x="620" y="272"/>
                    <a:pt x="620" y="272"/>
                  </a:cubicBezTo>
                  <a:cubicBezTo>
                    <a:pt x="631" y="259"/>
                    <a:pt x="631" y="259"/>
                    <a:pt x="631" y="259"/>
                  </a:cubicBezTo>
                  <a:cubicBezTo>
                    <a:pt x="618" y="258"/>
                    <a:pt x="618" y="258"/>
                    <a:pt x="618" y="258"/>
                  </a:cubicBezTo>
                  <a:cubicBezTo>
                    <a:pt x="624" y="243"/>
                    <a:pt x="624" y="243"/>
                    <a:pt x="624" y="243"/>
                  </a:cubicBezTo>
                  <a:cubicBezTo>
                    <a:pt x="641" y="242"/>
                    <a:pt x="641" y="242"/>
                    <a:pt x="641" y="242"/>
                  </a:cubicBezTo>
                  <a:cubicBezTo>
                    <a:pt x="625" y="235"/>
                    <a:pt x="625" y="235"/>
                    <a:pt x="625" y="235"/>
                  </a:cubicBezTo>
                  <a:cubicBezTo>
                    <a:pt x="633" y="221"/>
                    <a:pt x="633" y="221"/>
                    <a:pt x="633" y="221"/>
                  </a:cubicBezTo>
                  <a:cubicBezTo>
                    <a:pt x="644" y="229"/>
                    <a:pt x="644" y="229"/>
                    <a:pt x="644" y="229"/>
                  </a:cubicBezTo>
                  <a:cubicBezTo>
                    <a:pt x="640" y="215"/>
                    <a:pt x="640" y="215"/>
                    <a:pt x="640" y="215"/>
                  </a:cubicBezTo>
                  <a:cubicBezTo>
                    <a:pt x="661" y="217"/>
                    <a:pt x="661" y="217"/>
                    <a:pt x="661" y="217"/>
                  </a:cubicBezTo>
                  <a:cubicBezTo>
                    <a:pt x="663" y="227"/>
                    <a:pt x="663" y="227"/>
                    <a:pt x="663" y="227"/>
                  </a:cubicBezTo>
                  <a:cubicBezTo>
                    <a:pt x="673" y="230"/>
                    <a:pt x="673" y="230"/>
                    <a:pt x="673" y="230"/>
                  </a:cubicBezTo>
                  <a:cubicBezTo>
                    <a:pt x="676" y="244"/>
                    <a:pt x="676" y="244"/>
                    <a:pt x="676" y="244"/>
                  </a:cubicBezTo>
                  <a:close/>
                  <a:moveTo>
                    <a:pt x="677" y="208"/>
                  </a:moveTo>
                  <a:cubicBezTo>
                    <a:pt x="695" y="207"/>
                    <a:pt x="695" y="207"/>
                    <a:pt x="695" y="207"/>
                  </a:cubicBezTo>
                  <a:cubicBezTo>
                    <a:pt x="695" y="198"/>
                    <a:pt x="695" y="198"/>
                    <a:pt x="695" y="198"/>
                  </a:cubicBezTo>
                  <a:cubicBezTo>
                    <a:pt x="711" y="197"/>
                    <a:pt x="711" y="197"/>
                    <a:pt x="711" y="197"/>
                  </a:cubicBezTo>
                  <a:cubicBezTo>
                    <a:pt x="719" y="187"/>
                    <a:pt x="719" y="187"/>
                    <a:pt x="719" y="187"/>
                  </a:cubicBezTo>
                  <a:cubicBezTo>
                    <a:pt x="728" y="199"/>
                    <a:pt x="728" y="199"/>
                    <a:pt x="728" y="199"/>
                  </a:cubicBezTo>
                  <a:cubicBezTo>
                    <a:pt x="719" y="210"/>
                    <a:pt x="719" y="210"/>
                    <a:pt x="719" y="210"/>
                  </a:cubicBezTo>
                  <a:cubicBezTo>
                    <a:pt x="719" y="219"/>
                    <a:pt x="719" y="219"/>
                    <a:pt x="719" y="219"/>
                  </a:cubicBezTo>
                  <a:cubicBezTo>
                    <a:pt x="703" y="219"/>
                    <a:pt x="703" y="219"/>
                    <a:pt x="703" y="219"/>
                  </a:cubicBezTo>
                  <a:cubicBezTo>
                    <a:pt x="690" y="224"/>
                    <a:pt x="690" y="224"/>
                    <a:pt x="690" y="224"/>
                  </a:cubicBezTo>
                  <a:cubicBezTo>
                    <a:pt x="677" y="208"/>
                    <a:pt x="677" y="208"/>
                    <a:pt x="677" y="208"/>
                  </a:cubicBezTo>
                  <a:close/>
                  <a:moveTo>
                    <a:pt x="731" y="139"/>
                  </a:moveTo>
                  <a:cubicBezTo>
                    <a:pt x="728" y="131"/>
                    <a:pt x="728" y="131"/>
                    <a:pt x="728" y="131"/>
                  </a:cubicBezTo>
                  <a:cubicBezTo>
                    <a:pt x="740" y="127"/>
                    <a:pt x="740" y="127"/>
                    <a:pt x="740" y="127"/>
                  </a:cubicBezTo>
                  <a:cubicBezTo>
                    <a:pt x="731" y="139"/>
                    <a:pt x="731" y="139"/>
                    <a:pt x="731" y="139"/>
                  </a:cubicBezTo>
                  <a:close/>
                  <a:moveTo>
                    <a:pt x="707" y="163"/>
                  </a:moveTo>
                  <a:cubicBezTo>
                    <a:pt x="708" y="149"/>
                    <a:pt x="708" y="149"/>
                    <a:pt x="708" y="149"/>
                  </a:cubicBezTo>
                  <a:cubicBezTo>
                    <a:pt x="725" y="145"/>
                    <a:pt x="725" y="145"/>
                    <a:pt x="725" y="145"/>
                  </a:cubicBezTo>
                  <a:cubicBezTo>
                    <a:pt x="724" y="153"/>
                    <a:pt x="724" y="153"/>
                    <a:pt x="724" y="153"/>
                  </a:cubicBezTo>
                  <a:cubicBezTo>
                    <a:pt x="724" y="153"/>
                    <a:pt x="708" y="163"/>
                    <a:pt x="707" y="163"/>
                  </a:cubicBezTo>
                  <a:close/>
                  <a:moveTo>
                    <a:pt x="752" y="186"/>
                  </a:moveTo>
                  <a:cubicBezTo>
                    <a:pt x="756" y="169"/>
                    <a:pt x="756" y="169"/>
                    <a:pt x="756" y="169"/>
                  </a:cubicBezTo>
                  <a:cubicBezTo>
                    <a:pt x="762" y="181"/>
                    <a:pt x="762" y="181"/>
                    <a:pt x="762" y="181"/>
                  </a:cubicBezTo>
                  <a:cubicBezTo>
                    <a:pt x="752" y="186"/>
                    <a:pt x="752" y="186"/>
                    <a:pt x="752" y="186"/>
                  </a:cubicBezTo>
                  <a:close/>
                  <a:moveTo>
                    <a:pt x="745" y="182"/>
                  </a:moveTo>
                  <a:cubicBezTo>
                    <a:pt x="741" y="187"/>
                    <a:pt x="741" y="187"/>
                    <a:pt x="741" y="187"/>
                  </a:cubicBezTo>
                  <a:cubicBezTo>
                    <a:pt x="732" y="187"/>
                    <a:pt x="732" y="187"/>
                    <a:pt x="732" y="187"/>
                  </a:cubicBezTo>
                  <a:cubicBezTo>
                    <a:pt x="715" y="171"/>
                    <a:pt x="715" y="171"/>
                    <a:pt x="715" y="171"/>
                  </a:cubicBezTo>
                  <a:cubicBezTo>
                    <a:pt x="736" y="155"/>
                    <a:pt x="736" y="155"/>
                    <a:pt x="736" y="155"/>
                  </a:cubicBezTo>
                  <a:cubicBezTo>
                    <a:pt x="741" y="162"/>
                    <a:pt x="741" y="162"/>
                    <a:pt x="741" y="162"/>
                  </a:cubicBezTo>
                  <a:cubicBezTo>
                    <a:pt x="752" y="161"/>
                    <a:pt x="752" y="161"/>
                    <a:pt x="752" y="161"/>
                  </a:cubicBezTo>
                  <a:cubicBezTo>
                    <a:pt x="754" y="164"/>
                    <a:pt x="754" y="164"/>
                    <a:pt x="754" y="164"/>
                  </a:cubicBezTo>
                  <a:cubicBezTo>
                    <a:pt x="743" y="171"/>
                    <a:pt x="743" y="171"/>
                    <a:pt x="743" y="171"/>
                  </a:cubicBezTo>
                  <a:cubicBezTo>
                    <a:pt x="745" y="182"/>
                    <a:pt x="745" y="182"/>
                    <a:pt x="745" y="182"/>
                  </a:cubicBezTo>
                  <a:close/>
                  <a:moveTo>
                    <a:pt x="781" y="153"/>
                  </a:moveTo>
                  <a:cubicBezTo>
                    <a:pt x="775" y="157"/>
                    <a:pt x="775" y="157"/>
                    <a:pt x="775" y="157"/>
                  </a:cubicBezTo>
                  <a:cubicBezTo>
                    <a:pt x="760" y="151"/>
                    <a:pt x="760" y="151"/>
                    <a:pt x="760" y="151"/>
                  </a:cubicBezTo>
                  <a:cubicBezTo>
                    <a:pt x="759" y="140"/>
                    <a:pt x="759" y="140"/>
                    <a:pt x="759" y="140"/>
                  </a:cubicBezTo>
                  <a:cubicBezTo>
                    <a:pt x="754" y="124"/>
                    <a:pt x="754" y="124"/>
                    <a:pt x="754" y="124"/>
                  </a:cubicBezTo>
                  <a:cubicBezTo>
                    <a:pt x="762" y="119"/>
                    <a:pt x="762" y="119"/>
                    <a:pt x="762" y="119"/>
                  </a:cubicBezTo>
                  <a:cubicBezTo>
                    <a:pt x="765" y="136"/>
                    <a:pt x="765" y="136"/>
                    <a:pt x="765" y="136"/>
                  </a:cubicBezTo>
                  <a:cubicBezTo>
                    <a:pt x="777" y="145"/>
                    <a:pt x="777" y="145"/>
                    <a:pt x="777" y="145"/>
                  </a:cubicBezTo>
                  <a:cubicBezTo>
                    <a:pt x="781" y="153"/>
                    <a:pt x="781" y="153"/>
                    <a:pt x="781" y="153"/>
                  </a:cubicBezTo>
                  <a:close/>
                  <a:moveTo>
                    <a:pt x="818" y="171"/>
                  </a:moveTo>
                  <a:cubicBezTo>
                    <a:pt x="811" y="161"/>
                    <a:pt x="811" y="161"/>
                    <a:pt x="811" y="161"/>
                  </a:cubicBezTo>
                  <a:cubicBezTo>
                    <a:pt x="801" y="158"/>
                    <a:pt x="801" y="158"/>
                    <a:pt x="801" y="158"/>
                  </a:cubicBezTo>
                  <a:cubicBezTo>
                    <a:pt x="799" y="137"/>
                    <a:pt x="799" y="137"/>
                    <a:pt x="799" y="137"/>
                  </a:cubicBezTo>
                  <a:cubicBezTo>
                    <a:pt x="808" y="129"/>
                    <a:pt x="808" y="129"/>
                    <a:pt x="808" y="129"/>
                  </a:cubicBezTo>
                  <a:cubicBezTo>
                    <a:pt x="822" y="139"/>
                    <a:pt x="822" y="139"/>
                    <a:pt x="822" y="139"/>
                  </a:cubicBezTo>
                  <a:cubicBezTo>
                    <a:pt x="816" y="151"/>
                    <a:pt x="816" y="151"/>
                    <a:pt x="816" y="151"/>
                  </a:cubicBezTo>
                  <a:cubicBezTo>
                    <a:pt x="824" y="161"/>
                    <a:pt x="824" y="161"/>
                    <a:pt x="824" y="161"/>
                  </a:cubicBezTo>
                  <a:cubicBezTo>
                    <a:pt x="818" y="171"/>
                    <a:pt x="818" y="171"/>
                    <a:pt x="818" y="171"/>
                  </a:cubicBezTo>
                  <a:close/>
                  <a:moveTo>
                    <a:pt x="920" y="124"/>
                  </a:moveTo>
                  <a:cubicBezTo>
                    <a:pt x="907" y="119"/>
                    <a:pt x="907" y="119"/>
                    <a:pt x="907" y="119"/>
                  </a:cubicBezTo>
                  <a:cubicBezTo>
                    <a:pt x="892" y="113"/>
                    <a:pt x="892" y="113"/>
                    <a:pt x="892" y="113"/>
                  </a:cubicBezTo>
                  <a:cubicBezTo>
                    <a:pt x="902" y="106"/>
                    <a:pt x="902" y="106"/>
                    <a:pt x="902" y="106"/>
                  </a:cubicBezTo>
                  <a:cubicBezTo>
                    <a:pt x="916" y="107"/>
                    <a:pt x="916" y="107"/>
                    <a:pt x="916" y="107"/>
                  </a:cubicBezTo>
                  <a:cubicBezTo>
                    <a:pt x="923" y="113"/>
                    <a:pt x="923" y="113"/>
                    <a:pt x="923" y="113"/>
                  </a:cubicBezTo>
                  <a:cubicBezTo>
                    <a:pt x="920" y="124"/>
                    <a:pt x="920" y="124"/>
                    <a:pt x="920" y="124"/>
                  </a:cubicBezTo>
                  <a:close/>
                  <a:moveTo>
                    <a:pt x="938" y="114"/>
                  </a:moveTo>
                  <a:cubicBezTo>
                    <a:pt x="922" y="97"/>
                    <a:pt x="922" y="97"/>
                    <a:pt x="922" y="97"/>
                  </a:cubicBezTo>
                  <a:cubicBezTo>
                    <a:pt x="946" y="78"/>
                    <a:pt x="946" y="78"/>
                    <a:pt x="946" y="78"/>
                  </a:cubicBezTo>
                  <a:cubicBezTo>
                    <a:pt x="950" y="92"/>
                    <a:pt x="950" y="92"/>
                    <a:pt x="950" y="92"/>
                  </a:cubicBezTo>
                  <a:cubicBezTo>
                    <a:pt x="940" y="104"/>
                    <a:pt x="940" y="104"/>
                    <a:pt x="940" y="104"/>
                  </a:cubicBezTo>
                  <a:cubicBezTo>
                    <a:pt x="938" y="114"/>
                    <a:pt x="938" y="114"/>
                    <a:pt x="938" y="114"/>
                  </a:cubicBezTo>
                  <a:close/>
                  <a:moveTo>
                    <a:pt x="908" y="91"/>
                  </a:moveTo>
                  <a:cubicBezTo>
                    <a:pt x="899" y="93"/>
                    <a:pt x="899" y="93"/>
                    <a:pt x="899" y="93"/>
                  </a:cubicBezTo>
                  <a:cubicBezTo>
                    <a:pt x="878" y="87"/>
                    <a:pt x="878" y="87"/>
                    <a:pt x="878" y="87"/>
                  </a:cubicBezTo>
                  <a:cubicBezTo>
                    <a:pt x="873" y="74"/>
                    <a:pt x="873" y="74"/>
                    <a:pt x="873" y="74"/>
                  </a:cubicBezTo>
                  <a:cubicBezTo>
                    <a:pt x="885" y="77"/>
                    <a:pt x="885" y="77"/>
                    <a:pt x="885" y="77"/>
                  </a:cubicBezTo>
                  <a:cubicBezTo>
                    <a:pt x="896" y="69"/>
                    <a:pt x="896" y="69"/>
                    <a:pt x="896" y="69"/>
                  </a:cubicBezTo>
                  <a:cubicBezTo>
                    <a:pt x="904" y="77"/>
                    <a:pt x="904" y="77"/>
                    <a:pt x="904" y="77"/>
                  </a:cubicBezTo>
                  <a:cubicBezTo>
                    <a:pt x="911" y="65"/>
                    <a:pt x="911" y="65"/>
                    <a:pt x="911" y="65"/>
                  </a:cubicBezTo>
                  <a:cubicBezTo>
                    <a:pt x="919" y="69"/>
                    <a:pt x="919" y="69"/>
                    <a:pt x="919" y="69"/>
                  </a:cubicBezTo>
                  <a:cubicBezTo>
                    <a:pt x="941" y="51"/>
                    <a:pt x="941" y="51"/>
                    <a:pt x="941" y="51"/>
                  </a:cubicBezTo>
                  <a:cubicBezTo>
                    <a:pt x="944" y="59"/>
                    <a:pt x="944" y="59"/>
                    <a:pt x="944" y="59"/>
                  </a:cubicBezTo>
                  <a:cubicBezTo>
                    <a:pt x="908" y="91"/>
                    <a:pt x="908" y="91"/>
                    <a:pt x="908" y="91"/>
                  </a:cubicBezTo>
                  <a:close/>
                  <a:moveTo>
                    <a:pt x="951" y="66"/>
                  </a:moveTo>
                  <a:cubicBezTo>
                    <a:pt x="951" y="66"/>
                    <a:pt x="969" y="60"/>
                    <a:pt x="969" y="60"/>
                  </a:cubicBezTo>
                  <a:cubicBezTo>
                    <a:pt x="985" y="70"/>
                    <a:pt x="985" y="70"/>
                    <a:pt x="985" y="70"/>
                  </a:cubicBezTo>
                  <a:cubicBezTo>
                    <a:pt x="980" y="81"/>
                    <a:pt x="980" y="81"/>
                    <a:pt x="980" y="81"/>
                  </a:cubicBezTo>
                  <a:cubicBezTo>
                    <a:pt x="962" y="87"/>
                    <a:pt x="962" y="87"/>
                    <a:pt x="962" y="87"/>
                  </a:cubicBezTo>
                  <a:cubicBezTo>
                    <a:pt x="961" y="75"/>
                    <a:pt x="961" y="75"/>
                    <a:pt x="961" y="75"/>
                  </a:cubicBezTo>
                  <a:cubicBezTo>
                    <a:pt x="951" y="66"/>
                    <a:pt x="951" y="66"/>
                    <a:pt x="951" y="66"/>
                  </a:cubicBezTo>
                  <a:close/>
                  <a:moveTo>
                    <a:pt x="987" y="36"/>
                  </a:moveTo>
                  <a:cubicBezTo>
                    <a:pt x="983" y="42"/>
                    <a:pt x="983" y="42"/>
                    <a:pt x="983" y="42"/>
                  </a:cubicBezTo>
                  <a:cubicBezTo>
                    <a:pt x="977" y="44"/>
                    <a:pt x="977" y="44"/>
                    <a:pt x="977" y="44"/>
                  </a:cubicBezTo>
                  <a:cubicBezTo>
                    <a:pt x="969" y="32"/>
                    <a:pt x="969" y="32"/>
                    <a:pt x="969" y="32"/>
                  </a:cubicBezTo>
                  <a:cubicBezTo>
                    <a:pt x="980" y="29"/>
                    <a:pt x="980" y="29"/>
                    <a:pt x="980" y="29"/>
                  </a:cubicBezTo>
                  <a:cubicBezTo>
                    <a:pt x="987" y="36"/>
                    <a:pt x="987" y="36"/>
                    <a:pt x="987" y="36"/>
                  </a:cubicBezTo>
                  <a:close/>
                  <a:moveTo>
                    <a:pt x="1016" y="17"/>
                  </a:moveTo>
                  <a:cubicBezTo>
                    <a:pt x="1007" y="17"/>
                    <a:pt x="1007" y="17"/>
                    <a:pt x="1007" y="17"/>
                  </a:cubicBezTo>
                  <a:cubicBezTo>
                    <a:pt x="1012" y="8"/>
                    <a:pt x="1012" y="8"/>
                    <a:pt x="1012" y="8"/>
                  </a:cubicBezTo>
                  <a:cubicBezTo>
                    <a:pt x="1021" y="8"/>
                    <a:pt x="1021" y="8"/>
                    <a:pt x="1021" y="8"/>
                  </a:cubicBezTo>
                  <a:cubicBezTo>
                    <a:pt x="1016" y="17"/>
                    <a:pt x="1016" y="17"/>
                    <a:pt x="1016" y="17"/>
                  </a:cubicBezTo>
                  <a:close/>
                  <a:moveTo>
                    <a:pt x="1035" y="23"/>
                  </a:moveTo>
                  <a:cubicBezTo>
                    <a:pt x="1036" y="17"/>
                    <a:pt x="1036" y="17"/>
                    <a:pt x="1036" y="17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50" y="16"/>
                    <a:pt x="1050" y="16"/>
                    <a:pt x="1050" y="16"/>
                  </a:cubicBezTo>
                  <a:cubicBezTo>
                    <a:pt x="1056" y="10"/>
                    <a:pt x="1056" y="10"/>
                    <a:pt x="1056" y="10"/>
                  </a:cubicBezTo>
                  <a:cubicBezTo>
                    <a:pt x="1058" y="1"/>
                    <a:pt x="1058" y="1"/>
                    <a:pt x="1058" y="1"/>
                  </a:cubicBezTo>
                  <a:cubicBezTo>
                    <a:pt x="1066" y="6"/>
                    <a:pt x="1066" y="6"/>
                    <a:pt x="1066" y="6"/>
                  </a:cubicBezTo>
                  <a:cubicBezTo>
                    <a:pt x="1076" y="9"/>
                    <a:pt x="1076" y="9"/>
                    <a:pt x="1076" y="9"/>
                  </a:cubicBezTo>
                  <a:cubicBezTo>
                    <a:pt x="1068" y="19"/>
                    <a:pt x="1068" y="19"/>
                    <a:pt x="1068" y="19"/>
                  </a:cubicBezTo>
                  <a:cubicBezTo>
                    <a:pt x="1084" y="19"/>
                    <a:pt x="1084" y="19"/>
                    <a:pt x="1084" y="19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6"/>
                    <a:pt x="1064" y="36"/>
                    <a:pt x="1064" y="36"/>
                  </a:cubicBezTo>
                  <a:cubicBezTo>
                    <a:pt x="1050" y="26"/>
                    <a:pt x="1050" y="26"/>
                    <a:pt x="1050" y="26"/>
                  </a:cubicBezTo>
                  <a:lnTo>
                    <a:pt x="1035" y="2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2745" y="273"/>
              <a:ext cx="667" cy="1375"/>
            </a:xfrm>
            <a:custGeom>
              <a:avLst/>
              <a:gdLst>
                <a:gd name="T0" fmla="*/ 27 w 667"/>
                <a:gd name="T1" fmla="*/ 992 h 1375"/>
                <a:gd name="T2" fmla="*/ 69 w 667"/>
                <a:gd name="T3" fmla="*/ 925 h 1375"/>
                <a:gd name="T4" fmla="*/ 80 w 667"/>
                <a:gd name="T5" fmla="*/ 811 h 1375"/>
                <a:gd name="T6" fmla="*/ 36 w 667"/>
                <a:gd name="T7" fmla="*/ 673 h 1375"/>
                <a:gd name="T8" fmla="*/ 101 w 667"/>
                <a:gd name="T9" fmla="*/ 556 h 1375"/>
                <a:gd name="T10" fmla="*/ 135 w 667"/>
                <a:gd name="T11" fmla="*/ 387 h 1375"/>
                <a:gd name="T12" fmla="*/ 186 w 667"/>
                <a:gd name="T13" fmla="*/ 308 h 1375"/>
                <a:gd name="T14" fmla="*/ 216 w 667"/>
                <a:gd name="T15" fmla="*/ 175 h 1375"/>
                <a:gd name="T16" fmla="*/ 285 w 667"/>
                <a:gd name="T17" fmla="*/ 118 h 1375"/>
                <a:gd name="T18" fmla="*/ 312 w 667"/>
                <a:gd name="T19" fmla="*/ 83 h 1375"/>
                <a:gd name="T20" fmla="*/ 393 w 667"/>
                <a:gd name="T21" fmla="*/ 72 h 1375"/>
                <a:gd name="T22" fmla="*/ 420 w 667"/>
                <a:gd name="T23" fmla="*/ 30 h 1375"/>
                <a:gd name="T24" fmla="*/ 451 w 667"/>
                <a:gd name="T25" fmla="*/ 12 h 1375"/>
                <a:gd name="T26" fmla="*/ 567 w 667"/>
                <a:gd name="T27" fmla="*/ 80 h 1375"/>
                <a:gd name="T28" fmla="*/ 606 w 667"/>
                <a:gd name="T29" fmla="*/ 126 h 1375"/>
                <a:gd name="T30" fmla="*/ 622 w 667"/>
                <a:gd name="T31" fmla="*/ 211 h 1375"/>
                <a:gd name="T32" fmla="*/ 635 w 667"/>
                <a:gd name="T33" fmla="*/ 312 h 1375"/>
                <a:gd name="T34" fmla="*/ 645 w 667"/>
                <a:gd name="T35" fmla="*/ 363 h 1375"/>
                <a:gd name="T36" fmla="*/ 578 w 667"/>
                <a:gd name="T37" fmla="*/ 366 h 1375"/>
                <a:gd name="T38" fmla="*/ 533 w 667"/>
                <a:gd name="T39" fmla="*/ 371 h 1375"/>
                <a:gd name="T40" fmla="*/ 529 w 667"/>
                <a:gd name="T41" fmla="*/ 418 h 1375"/>
                <a:gd name="T42" fmla="*/ 529 w 667"/>
                <a:gd name="T43" fmla="*/ 432 h 1375"/>
                <a:gd name="T44" fmla="*/ 532 w 667"/>
                <a:gd name="T45" fmla="*/ 491 h 1375"/>
                <a:gd name="T46" fmla="*/ 511 w 667"/>
                <a:gd name="T47" fmla="*/ 549 h 1375"/>
                <a:gd name="T48" fmla="*/ 456 w 667"/>
                <a:gd name="T49" fmla="*/ 602 h 1375"/>
                <a:gd name="T50" fmla="*/ 415 w 667"/>
                <a:gd name="T51" fmla="*/ 639 h 1375"/>
                <a:gd name="T52" fmla="*/ 375 w 667"/>
                <a:gd name="T53" fmla="*/ 658 h 1375"/>
                <a:gd name="T54" fmla="*/ 345 w 667"/>
                <a:gd name="T55" fmla="*/ 709 h 1375"/>
                <a:gd name="T56" fmla="*/ 327 w 667"/>
                <a:gd name="T57" fmla="*/ 778 h 1375"/>
                <a:gd name="T58" fmla="*/ 328 w 667"/>
                <a:gd name="T59" fmla="*/ 830 h 1375"/>
                <a:gd name="T60" fmla="*/ 343 w 667"/>
                <a:gd name="T61" fmla="*/ 883 h 1375"/>
                <a:gd name="T62" fmla="*/ 404 w 667"/>
                <a:gd name="T63" fmla="*/ 923 h 1375"/>
                <a:gd name="T64" fmla="*/ 404 w 667"/>
                <a:gd name="T65" fmla="*/ 1009 h 1375"/>
                <a:gd name="T66" fmla="*/ 346 w 667"/>
                <a:gd name="T67" fmla="*/ 996 h 1375"/>
                <a:gd name="T68" fmla="*/ 288 w 667"/>
                <a:gd name="T69" fmla="*/ 1000 h 1375"/>
                <a:gd name="T70" fmla="*/ 332 w 667"/>
                <a:gd name="T71" fmla="*/ 1013 h 1375"/>
                <a:gd name="T72" fmla="*/ 408 w 667"/>
                <a:gd name="T73" fmla="*/ 1028 h 1375"/>
                <a:gd name="T74" fmla="*/ 369 w 667"/>
                <a:gd name="T75" fmla="*/ 1045 h 1375"/>
                <a:gd name="T76" fmla="*/ 336 w 667"/>
                <a:gd name="T77" fmla="*/ 1082 h 1375"/>
                <a:gd name="T78" fmla="*/ 311 w 667"/>
                <a:gd name="T79" fmla="*/ 1108 h 1375"/>
                <a:gd name="T80" fmla="*/ 317 w 667"/>
                <a:gd name="T81" fmla="*/ 1158 h 1375"/>
                <a:gd name="T82" fmla="*/ 323 w 667"/>
                <a:gd name="T83" fmla="*/ 1232 h 1375"/>
                <a:gd name="T84" fmla="*/ 265 w 667"/>
                <a:gd name="T85" fmla="*/ 1309 h 1375"/>
                <a:gd name="T86" fmla="*/ 196 w 667"/>
                <a:gd name="T87" fmla="*/ 1351 h 1375"/>
                <a:gd name="T88" fmla="*/ 121 w 667"/>
                <a:gd name="T89" fmla="*/ 1357 h 1375"/>
                <a:gd name="T90" fmla="*/ 119 w 667"/>
                <a:gd name="T91" fmla="*/ 1284 h 1375"/>
                <a:gd name="T92" fmla="*/ 57 w 667"/>
                <a:gd name="T93" fmla="*/ 1209 h 1375"/>
                <a:gd name="T94" fmla="*/ 30 w 667"/>
                <a:gd name="T95" fmla="*/ 1148 h 1375"/>
                <a:gd name="T96" fmla="*/ 26 w 667"/>
                <a:gd name="T97" fmla="*/ 1118 h 1375"/>
                <a:gd name="T98" fmla="*/ 2 w 667"/>
                <a:gd name="T99" fmla="*/ 1084 h 1375"/>
                <a:gd name="T100" fmla="*/ 419 w 667"/>
                <a:gd name="T101" fmla="*/ 1034 h 1375"/>
                <a:gd name="T102" fmla="*/ 19 w 667"/>
                <a:gd name="T103" fmla="*/ 1137 h 1375"/>
                <a:gd name="T104" fmla="*/ 467 w 667"/>
                <a:gd name="T105" fmla="*/ 1109 h 1375"/>
                <a:gd name="T106" fmla="*/ 479 w 667"/>
                <a:gd name="T107" fmla="*/ 1155 h 1375"/>
                <a:gd name="T108" fmla="*/ 436 w 667"/>
                <a:gd name="T109" fmla="*/ 1245 h 1375"/>
                <a:gd name="T110" fmla="*/ 463 w 667"/>
                <a:gd name="T111" fmla="*/ 1193 h 1375"/>
                <a:gd name="T112" fmla="*/ 436 w 667"/>
                <a:gd name="T113" fmla="*/ 1163 h 1375"/>
                <a:gd name="T114" fmla="*/ 431 w 667"/>
                <a:gd name="T115" fmla="*/ 1226 h 1375"/>
                <a:gd name="T116" fmla="*/ 323 w 667"/>
                <a:gd name="T117" fmla="*/ 1306 h 1375"/>
                <a:gd name="T118" fmla="*/ 344 w 667"/>
                <a:gd name="T119" fmla="*/ 1214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7" h="1375">
                  <a:moveTo>
                    <a:pt x="12" y="1051"/>
                  </a:moveTo>
                  <a:lnTo>
                    <a:pt x="20" y="1056"/>
                  </a:lnTo>
                  <a:lnTo>
                    <a:pt x="28" y="1068"/>
                  </a:lnTo>
                  <a:lnTo>
                    <a:pt x="35" y="1056"/>
                  </a:lnTo>
                  <a:lnTo>
                    <a:pt x="32" y="1019"/>
                  </a:lnTo>
                  <a:lnTo>
                    <a:pt x="22" y="1002"/>
                  </a:lnTo>
                  <a:lnTo>
                    <a:pt x="27" y="992"/>
                  </a:lnTo>
                  <a:lnTo>
                    <a:pt x="36" y="987"/>
                  </a:lnTo>
                  <a:lnTo>
                    <a:pt x="30" y="975"/>
                  </a:lnTo>
                  <a:lnTo>
                    <a:pt x="34" y="968"/>
                  </a:lnTo>
                  <a:lnTo>
                    <a:pt x="54" y="967"/>
                  </a:lnTo>
                  <a:lnTo>
                    <a:pt x="60" y="957"/>
                  </a:lnTo>
                  <a:lnTo>
                    <a:pt x="59" y="944"/>
                  </a:lnTo>
                  <a:lnTo>
                    <a:pt x="69" y="925"/>
                  </a:lnTo>
                  <a:lnTo>
                    <a:pt x="59" y="913"/>
                  </a:lnTo>
                  <a:lnTo>
                    <a:pt x="54" y="886"/>
                  </a:lnTo>
                  <a:lnTo>
                    <a:pt x="41" y="863"/>
                  </a:lnTo>
                  <a:lnTo>
                    <a:pt x="42" y="853"/>
                  </a:lnTo>
                  <a:lnTo>
                    <a:pt x="73" y="843"/>
                  </a:lnTo>
                  <a:lnTo>
                    <a:pt x="74" y="824"/>
                  </a:lnTo>
                  <a:lnTo>
                    <a:pt x="80" y="811"/>
                  </a:lnTo>
                  <a:lnTo>
                    <a:pt x="56" y="787"/>
                  </a:lnTo>
                  <a:lnTo>
                    <a:pt x="37" y="778"/>
                  </a:lnTo>
                  <a:lnTo>
                    <a:pt x="36" y="756"/>
                  </a:lnTo>
                  <a:lnTo>
                    <a:pt x="40" y="733"/>
                  </a:lnTo>
                  <a:lnTo>
                    <a:pt x="37" y="708"/>
                  </a:lnTo>
                  <a:lnTo>
                    <a:pt x="31" y="692"/>
                  </a:lnTo>
                  <a:lnTo>
                    <a:pt x="36" y="673"/>
                  </a:lnTo>
                  <a:lnTo>
                    <a:pt x="33" y="641"/>
                  </a:lnTo>
                  <a:lnTo>
                    <a:pt x="26" y="610"/>
                  </a:lnTo>
                  <a:lnTo>
                    <a:pt x="31" y="582"/>
                  </a:lnTo>
                  <a:lnTo>
                    <a:pt x="45" y="559"/>
                  </a:lnTo>
                  <a:lnTo>
                    <a:pt x="60" y="551"/>
                  </a:lnTo>
                  <a:lnTo>
                    <a:pt x="78" y="554"/>
                  </a:lnTo>
                  <a:lnTo>
                    <a:pt x="101" y="556"/>
                  </a:lnTo>
                  <a:lnTo>
                    <a:pt x="112" y="541"/>
                  </a:lnTo>
                  <a:lnTo>
                    <a:pt x="110" y="518"/>
                  </a:lnTo>
                  <a:lnTo>
                    <a:pt x="103" y="509"/>
                  </a:lnTo>
                  <a:lnTo>
                    <a:pt x="104" y="494"/>
                  </a:lnTo>
                  <a:lnTo>
                    <a:pt x="127" y="443"/>
                  </a:lnTo>
                  <a:lnTo>
                    <a:pt x="128" y="415"/>
                  </a:lnTo>
                  <a:lnTo>
                    <a:pt x="135" y="387"/>
                  </a:lnTo>
                  <a:lnTo>
                    <a:pt x="142" y="371"/>
                  </a:lnTo>
                  <a:lnTo>
                    <a:pt x="141" y="354"/>
                  </a:lnTo>
                  <a:lnTo>
                    <a:pt x="132" y="345"/>
                  </a:lnTo>
                  <a:lnTo>
                    <a:pt x="132" y="333"/>
                  </a:lnTo>
                  <a:lnTo>
                    <a:pt x="154" y="321"/>
                  </a:lnTo>
                  <a:lnTo>
                    <a:pt x="176" y="317"/>
                  </a:lnTo>
                  <a:lnTo>
                    <a:pt x="186" y="308"/>
                  </a:lnTo>
                  <a:lnTo>
                    <a:pt x="187" y="297"/>
                  </a:lnTo>
                  <a:lnTo>
                    <a:pt x="206" y="267"/>
                  </a:lnTo>
                  <a:lnTo>
                    <a:pt x="225" y="243"/>
                  </a:lnTo>
                  <a:lnTo>
                    <a:pt x="231" y="230"/>
                  </a:lnTo>
                  <a:lnTo>
                    <a:pt x="224" y="212"/>
                  </a:lnTo>
                  <a:lnTo>
                    <a:pt x="216" y="204"/>
                  </a:lnTo>
                  <a:lnTo>
                    <a:pt x="216" y="175"/>
                  </a:lnTo>
                  <a:lnTo>
                    <a:pt x="225" y="171"/>
                  </a:lnTo>
                  <a:lnTo>
                    <a:pt x="233" y="162"/>
                  </a:lnTo>
                  <a:lnTo>
                    <a:pt x="236" y="147"/>
                  </a:lnTo>
                  <a:lnTo>
                    <a:pt x="245" y="142"/>
                  </a:lnTo>
                  <a:lnTo>
                    <a:pt x="255" y="122"/>
                  </a:lnTo>
                  <a:lnTo>
                    <a:pt x="269" y="112"/>
                  </a:lnTo>
                  <a:lnTo>
                    <a:pt x="285" y="118"/>
                  </a:lnTo>
                  <a:lnTo>
                    <a:pt x="291" y="125"/>
                  </a:lnTo>
                  <a:lnTo>
                    <a:pt x="299" y="123"/>
                  </a:lnTo>
                  <a:lnTo>
                    <a:pt x="309" y="115"/>
                  </a:lnTo>
                  <a:lnTo>
                    <a:pt x="301" y="102"/>
                  </a:lnTo>
                  <a:lnTo>
                    <a:pt x="309" y="96"/>
                  </a:lnTo>
                  <a:lnTo>
                    <a:pt x="309" y="90"/>
                  </a:lnTo>
                  <a:lnTo>
                    <a:pt x="312" y="83"/>
                  </a:lnTo>
                  <a:lnTo>
                    <a:pt x="301" y="67"/>
                  </a:lnTo>
                  <a:lnTo>
                    <a:pt x="308" y="63"/>
                  </a:lnTo>
                  <a:lnTo>
                    <a:pt x="328" y="64"/>
                  </a:lnTo>
                  <a:lnTo>
                    <a:pt x="342" y="57"/>
                  </a:lnTo>
                  <a:lnTo>
                    <a:pt x="365" y="62"/>
                  </a:lnTo>
                  <a:lnTo>
                    <a:pt x="377" y="71"/>
                  </a:lnTo>
                  <a:lnTo>
                    <a:pt x="393" y="72"/>
                  </a:lnTo>
                  <a:lnTo>
                    <a:pt x="402" y="79"/>
                  </a:lnTo>
                  <a:lnTo>
                    <a:pt x="409" y="76"/>
                  </a:lnTo>
                  <a:lnTo>
                    <a:pt x="415" y="80"/>
                  </a:lnTo>
                  <a:lnTo>
                    <a:pt x="415" y="65"/>
                  </a:lnTo>
                  <a:lnTo>
                    <a:pt x="408" y="55"/>
                  </a:lnTo>
                  <a:lnTo>
                    <a:pt x="410" y="36"/>
                  </a:lnTo>
                  <a:lnTo>
                    <a:pt x="420" y="30"/>
                  </a:lnTo>
                  <a:lnTo>
                    <a:pt x="417" y="19"/>
                  </a:lnTo>
                  <a:lnTo>
                    <a:pt x="406" y="13"/>
                  </a:lnTo>
                  <a:lnTo>
                    <a:pt x="405" y="1"/>
                  </a:lnTo>
                  <a:lnTo>
                    <a:pt x="421" y="5"/>
                  </a:lnTo>
                  <a:lnTo>
                    <a:pt x="435" y="2"/>
                  </a:lnTo>
                  <a:lnTo>
                    <a:pt x="440" y="0"/>
                  </a:lnTo>
                  <a:lnTo>
                    <a:pt x="451" y="12"/>
                  </a:lnTo>
                  <a:lnTo>
                    <a:pt x="469" y="20"/>
                  </a:lnTo>
                  <a:lnTo>
                    <a:pt x="493" y="45"/>
                  </a:lnTo>
                  <a:lnTo>
                    <a:pt x="509" y="57"/>
                  </a:lnTo>
                  <a:lnTo>
                    <a:pt x="536" y="59"/>
                  </a:lnTo>
                  <a:lnTo>
                    <a:pt x="546" y="64"/>
                  </a:lnTo>
                  <a:lnTo>
                    <a:pt x="555" y="67"/>
                  </a:lnTo>
                  <a:lnTo>
                    <a:pt x="567" y="80"/>
                  </a:lnTo>
                  <a:lnTo>
                    <a:pt x="572" y="92"/>
                  </a:lnTo>
                  <a:lnTo>
                    <a:pt x="578" y="93"/>
                  </a:lnTo>
                  <a:lnTo>
                    <a:pt x="583" y="91"/>
                  </a:lnTo>
                  <a:lnTo>
                    <a:pt x="595" y="105"/>
                  </a:lnTo>
                  <a:lnTo>
                    <a:pt x="604" y="106"/>
                  </a:lnTo>
                  <a:lnTo>
                    <a:pt x="610" y="115"/>
                  </a:lnTo>
                  <a:lnTo>
                    <a:pt x="606" y="126"/>
                  </a:lnTo>
                  <a:lnTo>
                    <a:pt x="609" y="144"/>
                  </a:lnTo>
                  <a:lnTo>
                    <a:pt x="603" y="158"/>
                  </a:lnTo>
                  <a:lnTo>
                    <a:pt x="605" y="169"/>
                  </a:lnTo>
                  <a:lnTo>
                    <a:pt x="622" y="170"/>
                  </a:lnTo>
                  <a:lnTo>
                    <a:pt x="627" y="185"/>
                  </a:lnTo>
                  <a:lnTo>
                    <a:pt x="620" y="194"/>
                  </a:lnTo>
                  <a:lnTo>
                    <a:pt x="622" y="211"/>
                  </a:lnTo>
                  <a:lnTo>
                    <a:pt x="629" y="221"/>
                  </a:lnTo>
                  <a:lnTo>
                    <a:pt x="633" y="242"/>
                  </a:lnTo>
                  <a:lnTo>
                    <a:pt x="630" y="252"/>
                  </a:lnTo>
                  <a:lnTo>
                    <a:pt x="633" y="262"/>
                  </a:lnTo>
                  <a:lnTo>
                    <a:pt x="633" y="286"/>
                  </a:lnTo>
                  <a:lnTo>
                    <a:pt x="629" y="295"/>
                  </a:lnTo>
                  <a:lnTo>
                    <a:pt x="635" y="312"/>
                  </a:lnTo>
                  <a:lnTo>
                    <a:pt x="648" y="316"/>
                  </a:lnTo>
                  <a:lnTo>
                    <a:pt x="660" y="338"/>
                  </a:lnTo>
                  <a:lnTo>
                    <a:pt x="667" y="346"/>
                  </a:lnTo>
                  <a:lnTo>
                    <a:pt x="667" y="359"/>
                  </a:lnTo>
                  <a:lnTo>
                    <a:pt x="666" y="359"/>
                  </a:lnTo>
                  <a:lnTo>
                    <a:pt x="657" y="364"/>
                  </a:lnTo>
                  <a:lnTo>
                    <a:pt x="645" y="363"/>
                  </a:lnTo>
                  <a:lnTo>
                    <a:pt x="637" y="355"/>
                  </a:lnTo>
                  <a:lnTo>
                    <a:pt x="622" y="364"/>
                  </a:lnTo>
                  <a:lnTo>
                    <a:pt x="611" y="359"/>
                  </a:lnTo>
                  <a:lnTo>
                    <a:pt x="606" y="368"/>
                  </a:lnTo>
                  <a:lnTo>
                    <a:pt x="594" y="365"/>
                  </a:lnTo>
                  <a:lnTo>
                    <a:pt x="589" y="354"/>
                  </a:lnTo>
                  <a:lnTo>
                    <a:pt x="578" y="366"/>
                  </a:lnTo>
                  <a:lnTo>
                    <a:pt x="570" y="353"/>
                  </a:lnTo>
                  <a:lnTo>
                    <a:pt x="563" y="358"/>
                  </a:lnTo>
                  <a:lnTo>
                    <a:pt x="562" y="369"/>
                  </a:lnTo>
                  <a:lnTo>
                    <a:pt x="558" y="379"/>
                  </a:lnTo>
                  <a:lnTo>
                    <a:pt x="548" y="381"/>
                  </a:lnTo>
                  <a:lnTo>
                    <a:pt x="542" y="374"/>
                  </a:lnTo>
                  <a:lnTo>
                    <a:pt x="533" y="371"/>
                  </a:lnTo>
                  <a:lnTo>
                    <a:pt x="541" y="386"/>
                  </a:lnTo>
                  <a:lnTo>
                    <a:pt x="550" y="392"/>
                  </a:lnTo>
                  <a:lnTo>
                    <a:pt x="539" y="401"/>
                  </a:lnTo>
                  <a:lnTo>
                    <a:pt x="528" y="400"/>
                  </a:lnTo>
                  <a:lnTo>
                    <a:pt x="517" y="406"/>
                  </a:lnTo>
                  <a:lnTo>
                    <a:pt x="530" y="411"/>
                  </a:lnTo>
                  <a:lnTo>
                    <a:pt x="529" y="418"/>
                  </a:lnTo>
                  <a:lnTo>
                    <a:pt x="524" y="419"/>
                  </a:lnTo>
                  <a:lnTo>
                    <a:pt x="521" y="415"/>
                  </a:lnTo>
                  <a:lnTo>
                    <a:pt x="513" y="411"/>
                  </a:lnTo>
                  <a:lnTo>
                    <a:pt x="509" y="416"/>
                  </a:lnTo>
                  <a:lnTo>
                    <a:pt x="514" y="425"/>
                  </a:lnTo>
                  <a:lnTo>
                    <a:pt x="523" y="425"/>
                  </a:lnTo>
                  <a:lnTo>
                    <a:pt x="529" y="432"/>
                  </a:lnTo>
                  <a:lnTo>
                    <a:pt x="525" y="438"/>
                  </a:lnTo>
                  <a:lnTo>
                    <a:pt x="517" y="460"/>
                  </a:lnTo>
                  <a:lnTo>
                    <a:pt x="520" y="469"/>
                  </a:lnTo>
                  <a:lnTo>
                    <a:pt x="504" y="472"/>
                  </a:lnTo>
                  <a:lnTo>
                    <a:pt x="517" y="481"/>
                  </a:lnTo>
                  <a:lnTo>
                    <a:pt x="528" y="483"/>
                  </a:lnTo>
                  <a:lnTo>
                    <a:pt x="532" y="491"/>
                  </a:lnTo>
                  <a:lnTo>
                    <a:pt x="524" y="494"/>
                  </a:lnTo>
                  <a:lnTo>
                    <a:pt x="531" y="502"/>
                  </a:lnTo>
                  <a:lnTo>
                    <a:pt x="541" y="502"/>
                  </a:lnTo>
                  <a:lnTo>
                    <a:pt x="528" y="518"/>
                  </a:lnTo>
                  <a:lnTo>
                    <a:pt x="519" y="518"/>
                  </a:lnTo>
                  <a:lnTo>
                    <a:pt x="509" y="529"/>
                  </a:lnTo>
                  <a:lnTo>
                    <a:pt x="511" y="549"/>
                  </a:lnTo>
                  <a:lnTo>
                    <a:pt x="498" y="569"/>
                  </a:lnTo>
                  <a:lnTo>
                    <a:pt x="490" y="568"/>
                  </a:lnTo>
                  <a:lnTo>
                    <a:pt x="476" y="580"/>
                  </a:lnTo>
                  <a:lnTo>
                    <a:pt x="469" y="572"/>
                  </a:lnTo>
                  <a:lnTo>
                    <a:pt x="467" y="583"/>
                  </a:lnTo>
                  <a:lnTo>
                    <a:pt x="472" y="594"/>
                  </a:lnTo>
                  <a:lnTo>
                    <a:pt x="456" y="602"/>
                  </a:lnTo>
                  <a:lnTo>
                    <a:pt x="449" y="615"/>
                  </a:lnTo>
                  <a:lnTo>
                    <a:pt x="441" y="615"/>
                  </a:lnTo>
                  <a:lnTo>
                    <a:pt x="439" y="606"/>
                  </a:lnTo>
                  <a:lnTo>
                    <a:pt x="430" y="606"/>
                  </a:lnTo>
                  <a:lnTo>
                    <a:pt x="424" y="618"/>
                  </a:lnTo>
                  <a:lnTo>
                    <a:pt x="424" y="632"/>
                  </a:lnTo>
                  <a:lnTo>
                    <a:pt x="415" y="639"/>
                  </a:lnTo>
                  <a:lnTo>
                    <a:pt x="409" y="632"/>
                  </a:lnTo>
                  <a:lnTo>
                    <a:pt x="403" y="632"/>
                  </a:lnTo>
                  <a:lnTo>
                    <a:pt x="400" y="644"/>
                  </a:lnTo>
                  <a:lnTo>
                    <a:pt x="394" y="645"/>
                  </a:lnTo>
                  <a:lnTo>
                    <a:pt x="388" y="639"/>
                  </a:lnTo>
                  <a:lnTo>
                    <a:pt x="379" y="647"/>
                  </a:lnTo>
                  <a:lnTo>
                    <a:pt x="375" y="658"/>
                  </a:lnTo>
                  <a:lnTo>
                    <a:pt x="384" y="659"/>
                  </a:lnTo>
                  <a:lnTo>
                    <a:pt x="383" y="666"/>
                  </a:lnTo>
                  <a:lnTo>
                    <a:pt x="365" y="681"/>
                  </a:lnTo>
                  <a:lnTo>
                    <a:pt x="354" y="678"/>
                  </a:lnTo>
                  <a:lnTo>
                    <a:pt x="350" y="685"/>
                  </a:lnTo>
                  <a:lnTo>
                    <a:pt x="356" y="695"/>
                  </a:lnTo>
                  <a:lnTo>
                    <a:pt x="345" y="709"/>
                  </a:lnTo>
                  <a:lnTo>
                    <a:pt x="325" y="712"/>
                  </a:lnTo>
                  <a:lnTo>
                    <a:pt x="314" y="709"/>
                  </a:lnTo>
                  <a:lnTo>
                    <a:pt x="330" y="727"/>
                  </a:lnTo>
                  <a:lnTo>
                    <a:pt x="332" y="742"/>
                  </a:lnTo>
                  <a:lnTo>
                    <a:pt x="328" y="747"/>
                  </a:lnTo>
                  <a:lnTo>
                    <a:pt x="331" y="761"/>
                  </a:lnTo>
                  <a:lnTo>
                    <a:pt x="327" y="778"/>
                  </a:lnTo>
                  <a:lnTo>
                    <a:pt x="337" y="788"/>
                  </a:lnTo>
                  <a:lnTo>
                    <a:pt x="336" y="800"/>
                  </a:lnTo>
                  <a:lnTo>
                    <a:pt x="327" y="793"/>
                  </a:lnTo>
                  <a:lnTo>
                    <a:pt x="324" y="797"/>
                  </a:lnTo>
                  <a:lnTo>
                    <a:pt x="328" y="815"/>
                  </a:lnTo>
                  <a:lnTo>
                    <a:pt x="318" y="827"/>
                  </a:lnTo>
                  <a:lnTo>
                    <a:pt x="328" y="830"/>
                  </a:lnTo>
                  <a:lnTo>
                    <a:pt x="328" y="838"/>
                  </a:lnTo>
                  <a:lnTo>
                    <a:pt x="322" y="840"/>
                  </a:lnTo>
                  <a:lnTo>
                    <a:pt x="329" y="854"/>
                  </a:lnTo>
                  <a:lnTo>
                    <a:pt x="320" y="864"/>
                  </a:lnTo>
                  <a:lnTo>
                    <a:pt x="328" y="872"/>
                  </a:lnTo>
                  <a:lnTo>
                    <a:pt x="334" y="881"/>
                  </a:lnTo>
                  <a:lnTo>
                    <a:pt x="343" y="883"/>
                  </a:lnTo>
                  <a:lnTo>
                    <a:pt x="343" y="895"/>
                  </a:lnTo>
                  <a:lnTo>
                    <a:pt x="350" y="891"/>
                  </a:lnTo>
                  <a:lnTo>
                    <a:pt x="357" y="902"/>
                  </a:lnTo>
                  <a:lnTo>
                    <a:pt x="368" y="889"/>
                  </a:lnTo>
                  <a:lnTo>
                    <a:pt x="377" y="896"/>
                  </a:lnTo>
                  <a:lnTo>
                    <a:pt x="380" y="906"/>
                  </a:lnTo>
                  <a:lnTo>
                    <a:pt x="404" y="923"/>
                  </a:lnTo>
                  <a:lnTo>
                    <a:pt x="401" y="930"/>
                  </a:lnTo>
                  <a:lnTo>
                    <a:pt x="421" y="941"/>
                  </a:lnTo>
                  <a:lnTo>
                    <a:pt x="421" y="950"/>
                  </a:lnTo>
                  <a:lnTo>
                    <a:pt x="433" y="962"/>
                  </a:lnTo>
                  <a:lnTo>
                    <a:pt x="426" y="979"/>
                  </a:lnTo>
                  <a:lnTo>
                    <a:pt x="409" y="996"/>
                  </a:lnTo>
                  <a:lnTo>
                    <a:pt x="404" y="1009"/>
                  </a:lnTo>
                  <a:lnTo>
                    <a:pt x="385" y="1013"/>
                  </a:lnTo>
                  <a:lnTo>
                    <a:pt x="374" y="1007"/>
                  </a:lnTo>
                  <a:lnTo>
                    <a:pt x="376" y="999"/>
                  </a:lnTo>
                  <a:lnTo>
                    <a:pt x="361" y="994"/>
                  </a:lnTo>
                  <a:lnTo>
                    <a:pt x="355" y="988"/>
                  </a:lnTo>
                  <a:lnTo>
                    <a:pt x="354" y="996"/>
                  </a:lnTo>
                  <a:lnTo>
                    <a:pt x="346" y="996"/>
                  </a:lnTo>
                  <a:lnTo>
                    <a:pt x="340" y="991"/>
                  </a:lnTo>
                  <a:lnTo>
                    <a:pt x="329" y="988"/>
                  </a:lnTo>
                  <a:lnTo>
                    <a:pt x="324" y="996"/>
                  </a:lnTo>
                  <a:lnTo>
                    <a:pt x="314" y="999"/>
                  </a:lnTo>
                  <a:lnTo>
                    <a:pt x="308" y="994"/>
                  </a:lnTo>
                  <a:lnTo>
                    <a:pt x="299" y="1006"/>
                  </a:lnTo>
                  <a:lnTo>
                    <a:pt x="288" y="1000"/>
                  </a:lnTo>
                  <a:lnTo>
                    <a:pt x="278" y="1004"/>
                  </a:lnTo>
                  <a:lnTo>
                    <a:pt x="279" y="1009"/>
                  </a:lnTo>
                  <a:lnTo>
                    <a:pt x="299" y="1011"/>
                  </a:lnTo>
                  <a:lnTo>
                    <a:pt x="303" y="1014"/>
                  </a:lnTo>
                  <a:lnTo>
                    <a:pt x="305" y="1008"/>
                  </a:lnTo>
                  <a:lnTo>
                    <a:pt x="323" y="1008"/>
                  </a:lnTo>
                  <a:lnTo>
                    <a:pt x="332" y="1013"/>
                  </a:lnTo>
                  <a:lnTo>
                    <a:pt x="346" y="1015"/>
                  </a:lnTo>
                  <a:lnTo>
                    <a:pt x="355" y="1026"/>
                  </a:lnTo>
                  <a:lnTo>
                    <a:pt x="365" y="1021"/>
                  </a:lnTo>
                  <a:lnTo>
                    <a:pt x="371" y="1023"/>
                  </a:lnTo>
                  <a:lnTo>
                    <a:pt x="383" y="1017"/>
                  </a:lnTo>
                  <a:lnTo>
                    <a:pt x="399" y="1021"/>
                  </a:lnTo>
                  <a:lnTo>
                    <a:pt x="408" y="1028"/>
                  </a:lnTo>
                  <a:lnTo>
                    <a:pt x="409" y="1040"/>
                  </a:lnTo>
                  <a:lnTo>
                    <a:pt x="400" y="1046"/>
                  </a:lnTo>
                  <a:lnTo>
                    <a:pt x="391" y="1046"/>
                  </a:lnTo>
                  <a:lnTo>
                    <a:pt x="379" y="1062"/>
                  </a:lnTo>
                  <a:lnTo>
                    <a:pt x="371" y="1062"/>
                  </a:lnTo>
                  <a:lnTo>
                    <a:pt x="374" y="1050"/>
                  </a:lnTo>
                  <a:lnTo>
                    <a:pt x="369" y="1045"/>
                  </a:lnTo>
                  <a:lnTo>
                    <a:pt x="365" y="1051"/>
                  </a:lnTo>
                  <a:lnTo>
                    <a:pt x="366" y="1059"/>
                  </a:lnTo>
                  <a:lnTo>
                    <a:pt x="358" y="1060"/>
                  </a:lnTo>
                  <a:lnTo>
                    <a:pt x="349" y="1070"/>
                  </a:lnTo>
                  <a:lnTo>
                    <a:pt x="347" y="1082"/>
                  </a:lnTo>
                  <a:lnTo>
                    <a:pt x="336" y="1074"/>
                  </a:lnTo>
                  <a:lnTo>
                    <a:pt x="336" y="1082"/>
                  </a:lnTo>
                  <a:lnTo>
                    <a:pt x="329" y="1089"/>
                  </a:lnTo>
                  <a:lnTo>
                    <a:pt x="326" y="1086"/>
                  </a:lnTo>
                  <a:lnTo>
                    <a:pt x="319" y="1086"/>
                  </a:lnTo>
                  <a:lnTo>
                    <a:pt x="312" y="1094"/>
                  </a:lnTo>
                  <a:lnTo>
                    <a:pt x="323" y="1096"/>
                  </a:lnTo>
                  <a:lnTo>
                    <a:pt x="336" y="1108"/>
                  </a:lnTo>
                  <a:lnTo>
                    <a:pt x="311" y="1108"/>
                  </a:lnTo>
                  <a:lnTo>
                    <a:pt x="331" y="1115"/>
                  </a:lnTo>
                  <a:lnTo>
                    <a:pt x="332" y="1122"/>
                  </a:lnTo>
                  <a:lnTo>
                    <a:pt x="325" y="1136"/>
                  </a:lnTo>
                  <a:lnTo>
                    <a:pt x="339" y="1149"/>
                  </a:lnTo>
                  <a:lnTo>
                    <a:pt x="323" y="1151"/>
                  </a:lnTo>
                  <a:lnTo>
                    <a:pt x="309" y="1146"/>
                  </a:lnTo>
                  <a:lnTo>
                    <a:pt x="317" y="1158"/>
                  </a:lnTo>
                  <a:lnTo>
                    <a:pt x="310" y="1169"/>
                  </a:lnTo>
                  <a:lnTo>
                    <a:pt x="325" y="1176"/>
                  </a:lnTo>
                  <a:lnTo>
                    <a:pt x="313" y="1186"/>
                  </a:lnTo>
                  <a:lnTo>
                    <a:pt x="324" y="1198"/>
                  </a:lnTo>
                  <a:lnTo>
                    <a:pt x="313" y="1210"/>
                  </a:lnTo>
                  <a:lnTo>
                    <a:pt x="311" y="1223"/>
                  </a:lnTo>
                  <a:lnTo>
                    <a:pt x="323" y="1232"/>
                  </a:lnTo>
                  <a:lnTo>
                    <a:pt x="317" y="1242"/>
                  </a:lnTo>
                  <a:lnTo>
                    <a:pt x="314" y="1271"/>
                  </a:lnTo>
                  <a:lnTo>
                    <a:pt x="303" y="1282"/>
                  </a:lnTo>
                  <a:lnTo>
                    <a:pt x="299" y="1306"/>
                  </a:lnTo>
                  <a:lnTo>
                    <a:pt x="285" y="1321"/>
                  </a:lnTo>
                  <a:lnTo>
                    <a:pt x="278" y="1313"/>
                  </a:lnTo>
                  <a:lnTo>
                    <a:pt x="265" y="1309"/>
                  </a:lnTo>
                  <a:lnTo>
                    <a:pt x="251" y="1315"/>
                  </a:lnTo>
                  <a:lnTo>
                    <a:pt x="227" y="1311"/>
                  </a:lnTo>
                  <a:lnTo>
                    <a:pt x="223" y="1304"/>
                  </a:lnTo>
                  <a:lnTo>
                    <a:pt x="219" y="1322"/>
                  </a:lnTo>
                  <a:lnTo>
                    <a:pt x="198" y="1325"/>
                  </a:lnTo>
                  <a:lnTo>
                    <a:pt x="188" y="1345"/>
                  </a:lnTo>
                  <a:lnTo>
                    <a:pt x="196" y="1351"/>
                  </a:lnTo>
                  <a:lnTo>
                    <a:pt x="197" y="1361"/>
                  </a:lnTo>
                  <a:lnTo>
                    <a:pt x="184" y="1372"/>
                  </a:lnTo>
                  <a:lnTo>
                    <a:pt x="168" y="1366"/>
                  </a:lnTo>
                  <a:lnTo>
                    <a:pt x="134" y="1375"/>
                  </a:lnTo>
                  <a:lnTo>
                    <a:pt x="120" y="1375"/>
                  </a:lnTo>
                  <a:lnTo>
                    <a:pt x="113" y="1369"/>
                  </a:lnTo>
                  <a:lnTo>
                    <a:pt x="121" y="1357"/>
                  </a:lnTo>
                  <a:lnTo>
                    <a:pt x="115" y="1328"/>
                  </a:lnTo>
                  <a:lnTo>
                    <a:pt x="102" y="1325"/>
                  </a:lnTo>
                  <a:lnTo>
                    <a:pt x="100" y="1313"/>
                  </a:lnTo>
                  <a:lnTo>
                    <a:pt x="90" y="1309"/>
                  </a:lnTo>
                  <a:lnTo>
                    <a:pt x="93" y="1303"/>
                  </a:lnTo>
                  <a:lnTo>
                    <a:pt x="109" y="1301"/>
                  </a:lnTo>
                  <a:lnTo>
                    <a:pt x="119" y="1284"/>
                  </a:lnTo>
                  <a:lnTo>
                    <a:pt x="115" y="1269"/>
                  </a:lnTo>
                  <a:lnTo>
                    <a:pt x="101" y="1276"/>
                  </a:lnTo>
                  <a:lnTo>
                    <a:pt x="88" y="1265"/>
                  </a:lnTo>
                  <a:lnTo>
                    <a:pt x="85" y="1253"/>
                  </a:lnTo>
                  <a:lnTo>
                    <a:pt x="71" y="1248"/>
                  </a:lnTo>
                  <a:lnTo>
                    <a:pt x="69" y="1232"/>
                  </a:lnTo>
                  <a:lnTo>
                    <a:pt x="57" y="1209"/>
                  </a:lnTo>
                  <a:lnTo>
                    <a:pt x="51" y="1204"/>
                  </a:lnTo>
                  <a:lnTo>
                    <a:pt x="44" y="1188"/>
                  </a:lnTo>
                  <a:lnTo>
                    <a:pt x="34" y="1186"/>
                  </a:lnTo>
                  <a:lnTo>
                    <a:pt x="26" y="1176"/>
                  </a:lnTo>
                  <a:lnTo>
                    <a:pt x="32" y="1171"/>
                  </a:lnTo>
                  <a:lnTo>
                    <a:pt x="34" y="1157"/>
                  </a:lnTo>
                  <a:lnTo>
                    <a:pt x="30" y="1148"/>
                  </a:lnTo>
                  <a:lnTo>
                    <a:pt x="32" y="1138"/>
                  </a:lnTo>
                  <a:lnTo>
                    <a:pt x="45" y="1128"/>
                  </a:lnTo>
                  <a:lnTo>
                    <a:pt x="41" y="1121"/>
                  </a:lnTo>
                  <a:lnTo>
                    <a:pt x="31" y="1115"/>
                  </a:lnTo>
                  <a:lnTo>
                    <a:pt x="34" y="1109"/>
                  </a:lnTo>
                  <a:lnTo>
                    <a:pt x="28" y="1109"/>
                  </a:lnTo>
                  <a:lnTo>
                    <a:pt x="26" y="1118"/>
                  </a:lnTo>
                  <a:lnTo>
                    <a:pt x="35" y="1127"/>
                  </a:lnTo>
                  <a:lnTo>
                    <a:pt x="20" y="1133"/>
                  </a:lnTo>
                  <a:lnTo>
                    <a:pt x="22" y="1120"/>
                  </a:lnTo>
                  <a:lnTo>
                    <a:pt x="19" y="1115"/>
                  </a:lnTo>
                  <a:lnTo>
                    <a:pt x="9" y="1111"/>
                  </a:lnTo>
                  <a:lnTo>
                    <a:pt x="8" y="1091"/>
                  </a:lnTo>
                  <a:lnTo>
                    <a:pt x="2" y="1084"/>
                  </a:lnTo>
                  <a:lnTo>
                    <a:pt x="0" y="1058"/>
                  </a:lnTo>
                  <a:lnTo>
                    <a:pt x="10" y="1052"/>
                  </a:lnTo>
                  <a:lnTo>
                    <a:pt x="12" y="1051"/>
                  </a:lnTo>
                  <a:lnTo>
                    <a:pt x="12" y="1051"/>
                  </a:lnTo>
                  <a:close/>
                  <a:moveTo>
                    <a:pt x="403" y="1015"/>
                  </a:moveTo>
                  <a:lnTo>
                    <a:pt x="413" y="1030"/>
                  </a:lnTo>
                  <a:lnTo>
                    <a:pt x="419" y="1034"/>
                  </a:lnTo>
                  <a:lnTo>
                    <a:pt x="419" y="1019"/>
                  </a:lnTo>
                  <a:lnTo>
                    <a:pt x="431" y="1008"/>
                  </a:lnTo>
                  <a:lnTo>
                    <a:pt x="431" y="998"/>
                  </a:lnTo>
                  <a:lnTo>
                    <a:pt x="416" y="998"/>
                  </a:lnTo>
                  <a:lnTo>
                    <a:pt x="403" y="1015"/>
                  </a:lnTo>
                  <a:lnTo>
                    <a:pt x="403" y="1015"/>
                  </a:lnTo>
                  <a:close/>
                  <a:moveTo>
                    <a:pt x="19" y="1137"/>
                  </a:moveTo>
                  <a:lnTo>
                    <a:pt x="18" y="1146"/>
                  </a:lnTo>
                  <a:lnTo>
                    <a:pt x="25" y="1146"/>
                  </a:lnTo>
                  <a:lnTo>
                    <a:pt x="27" y="1136"/>
                  </a:lnTo>
                  <a:lnTo>
                    <a:pt x="19" y="1137"/>
                  </a:lnTo>
                  <a:lnTo>
                    <a:pt x="19" y="1137"/>
                  </a:lnTo>
                  <a:close/>
                  <a:moveTo>
                    <a:pt x="462" y="1100"/>
                  </a:moveTo>
                  <a:lnTo>
                    <a:pt x="467" y="1109"/>
                  </a:lnTo>
                  <a:lnTo>
                    <a:pt x="475" y="1102"/>
                  </a:lnTo>
                  <a:lnTo>
                    <a:pt x="467" y="1096"/>
                  </a:lnTo>
                  <a:lnTo>
                    <a:pt x="462" y="1100"/>
                  </a:lnTo>
                  <a:lnTo>
                    <a:pt x="462" y="1100"/>
                  </a:lnTo>
                  <a:close/>
                  <a:moveTo>
                    <a:pt x="467" y="1156"/>
                  </a:moveTo>
                  <a:lnTo>
                    <a:pt x="472" y="1162"/>
                  </a:lnTo>
                  <a:lnTo>
                    <a:pt x="479" y="1155"/>
                  </a:lnTo>
                  <a:lnTo>
                    <a:pt x="491" y="1152"/>
                  </a:lnTo>
                  <a:lnTo>
                    <a:pt x="488" y="1148"/>
                  </a:lnTo>
                  <a:lnTo>
                    <a:pt x="474" y="1148"/>
                  </a:lnTo>
                  <a:lnTo>
                    <a:pt x="467" y="1156"/>
                  </a:lnTo>
                  <a:lnTo>
                    <a:pt x="467" y="1156"/>
                  </a:lnTo>
                  <a:close/>
                  <a:moveTo>
                    <a:pt x="421" y="1249"/>
                  </a:moveTo>
                  <a:lnTo>
                    <a:pt x="436" y="1245"/>
                  </a:lnTo>
                  <a:lnTo>
                    <a:pt x="439" y="1239"/>
                  </a:lnTo>
                  <a:lnTo>
                    <a:pt x="434" y="1236"/>
                  </a:lnTo>
                  <a:lnTo>
                    <a:pt x="437" y="1228"/>
                  </a:lnTo>
                  <a:lnTo>
                    <a:pt x="453" y="1217"/>
                  </a:lnTo>
                  <a:lnTo>
                    <a:pt x="454" y="1209"/>
                  </a:lnTo>
                  <a:lnTo>
                    <a:pt x="464" y="1198"/>
                  </a:lnTo>
                  <a:lnTo>
                    <a:pt x="463" y="1193"/>
                  </a:lnTo>
                  <a:lnTo>
                    <a:pt x="453" y="1185"/>
                  </a:lnTo>
                  <a:lnTo>
                    <a:pt x="459" y="1175"/>
                  </a:lnTo>
                  <a:lnTo>
                    <a:pt x="460" y="1168"/>
                  </a:lnTo>
                  <a:lnTo>
                    <a:pt x="466" y="1164"/>
                  </a:lnTo>
                  <a:lnTo>
                    <a:pt x="458" y="1160"/>
                  </a:lnTo>
                  <a:lnTo>
                    <a:pt x="451" y="1164"/>
                  </a:lnTo>
                  <a:lnTo>
                    <a:pt x="436" y="1163"/>
                  </a:lnTo>
                  <a:lnTo>
                    <a:pt x="428" y="1174"/>
                  </a:lnTo>
                  <a:lnTo>
                    <a:pt x="422" y="1184"/>
                  </a:lnTo>
                  <a:lnTo>
                    <a:pt x="413" y="1193"/>
                  </a:lnTo>
                  <a:lnTo>
                    <a:pt x="417" y="1207"/>
                  </a:lnTo>
                  <a:lnTo>
                    <a:pt x="412" y="1210"/>
                  </a:lnTo>
                  <a:lnTo>
                    <a:pt x="426" y="1227"/>
                  </a:lnTo>
                  <a:lnTo>
                    <a:pt x="431" y="1226"/>
                  </a:lnTo>
                  <a:lnTo>
                    <a:pt x="428" y="1236"/>
                  </a:lnTo>
                  <a:lnTo>
                    <a:pt x="420" y="1244"/>
                  </a:lnTo>
                  <a:lnTo>
                    <a:pt x="421" y="1249"/>
                  </a:lnTo>
                  <a:lnTo>
                    <a:pt x="421" y="1249"/>
                  </a:lnTo>
                  <a:close/>
                  <a:moveTo>
                    <a:pt x="321" y="1286"/>
                  </a:moveTo>
                  <a:lnTo>
                    <a:pt x="323" y="1298"/>
                  </a:lnTo>
                  <a:lnTo>
                    <a:pt x="323" y="1306"/>
                  </a:lnTo>
                  <a:lnTo>
                    <a:pt x="327" y="1310"/>
                  </a:lnTo>
                  <a:lnTo>
                    <a:pt x="332" y="1300"/>
                  </a:lnTo>
                  <a:lnTo>
                    <a:pt x="340" y="1280"/>
                  </a:lnTo>
                  <a:lnTo>
                    <a:pt x="342" y="1260"/>
                  </a:lnTo>
                  <a:lnTo>
                    <a:pt x="349" y="1240"/>
                  </a:lnTo>
                  <a:lnTo>
                    <a:pt x="351" y="1221"/>
                  </a:lnTo>
                  <a:lnTo>
                    <a:pt x="344" y="1214"/>
                  </a:lnTo>
                  <a:lnTo>
                    <a:pt x="336" y="1226"/>
                  </a:lnTo>
                  <a:lnTo>
                    <a:pt x="338" y="1231"/>
                  </a:lnTo>
                  <a:lnTo>
                    <a:pt x="333" y="1248"/>
                  </a:lnTo>
                  <a:lnTo>
                    <a:pt x="326" y="1253"/>
                  </a:lnTo>
                  <a:lnTo>
                    <a:pt x="321" y="1286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3185" y="140"/>
              <a:ext cx="670" cy="1096"/>
            </a:xfrm>
            <a:custGeom>
              <a:avLst/>
              <a:gdLst>
                <a:gd name="T0" fmla="*/ 619 w 680"/>
                <a:gd name="T1" fmla="*/ 921 h 1112"/>
                <a:gd name="T2" fmla="*/ 629 w 680"/>
                <a:gd name="T3" fmla="*/ 749 h 1112"/>
                <a:gd name="T4" fmla="*/ 586 w 680"/>
                <a:gd name="T5" fmla="*/ 629 h 1112"/>
                <a:gd name="T6" fmla="*/ 560 w 680"/>
                <a:gd name="T7" fmla="*/ 556 h 1112"/>
                <a:gd name="T8" fmla="*/ 540 w 680"/>
                <a:gd name="T9" fmla="*/ 424 h 1112"/>
                <a:gd name="T10" fmla="*/ 521 w 680"/>
                <a:gd name="T11" fmla="*/ 276 h 1112"/>
                <a:gd name="T12" fmla="*/ 439 w 680"/>
                <a:gd name="T13" fmla="*/ 215 h 1112"/>
                <a:gd name="T14" fmla="*/ 426 w 680"/>
                <a:gd name="T15" fmla="*/ 129 h 1112"/>
                <a:gd name="T16" fmla="*/ 438 w 680"/>
                <a:gd name="T17" fmla="*/ 43 h 1112"/>
                <a:gd name="T18" fmla="*/ 333 w 680"/>
                <a:gd name="T19" fmla="*/ 1 h 1112"/>
                <a:gd name="T20" fmla="*/ 282 w 680"/>
                <a:gd name="T21" fmla="*/ 29 h 1112"/>
                <a:gd name="T22" fmla="*/ 268 w 680"/>
                <a:gd name="T23" fmla="*/ 117 h 1112"/>
                <a:gd name="T24" fmla="*/ 225 w 680"/>
                <a:gd name="T25" fmla="*/ 155 h 1112"/>
                <a:gd name="T26" fmla="*/ 140 w 680"/>
                <a:gd name="T27" fmla="*/ 175 h 1112"/>
                <a:gd name="T28" fmla="*/ 34 w 680"/>
                <a:gd name="T29" fmla="*/ 106 h 1112"/>
                <a:gd name="T30" fmla="*/ 3 w 680"/>
                <a:gd name="T31" fmla="*/ 131 h 1112"/>
                <a:gd name="T32" fmla="*/ 97 w 680"/>
                <a:gd name="T33" fmla="*/ 195 h 1112"/>
                <a:gd name="T34" fmla="*/ 145 w 680"/>
                <a:gd name="T35" fmla="*/ 227 h 1112"/>
                <a:gd name="T36" fmla="*/ 165 w 680"/>
                <a:gd name="T37" fmla="*/ 295 h 1112"/>
                <a:gd name="T38" fmla="*/ 192 w 680"/>
                <a:gd name="T39" fmla="*/ 359 h 1112"/>
                <a:gd name="T40" fmla="*/ 198 w 680"/>
                <a:gd name="T41" fmla="*/ 452 h 1112"/>
                <a:gd name="T42" fmla="*/ 247 w 680"/>
                <a:gd name="T43" fmla="*/ 504 h 1112"/>
                <a:gd name="T44" fmla="*/ 300 w 680"/>
                <a:gd name="T45" fmla="*/ 563 h 1112"/>
                <a:gd name="T46" fmla="*/ 314 w 680"/>
                <a:gd name="T47" fmla="*/ 603 h 1112"/>
                <a:gd name="T48" fmla="*/ 247 w 680"/>
                <a:gd name="T49" fmla="*/ 634 h 1112"/>
                <a:gd name="T50" fmla="*/ 202 w 680"/>
                <a:gd name="T51" fmla="*/ 674 h 1112"/>
                <a:gd name="T52" fmla="*/ 194 w 680"/>
                <a:gd name="T53" fmla="*/ 730 h 1112"/>
                <a:gd name="T54" fmla="*/ 152 w 680"/>
                <a:gd name="T55" fmla="*/ 738 h 1112"/>
                <a:gd name="T56" fmla="*/ 134 w 680"/>
                <a:gd name="T57" fmla="*/ 779 h 1112"/>
                <a:gd name="T58" fmla="*/ 103 w 680"/>
                <a:gd name="T59" fmla="*/ 788 h 1112"/>
                <a:gd name="T60" fmla="*/ 99 w 680"/>
                <a:gd name="T61" fmla="*/ 837 h 1112"/>
                <a:gd name="T62" fmla="*/ 107 w 680"/>
                <a:gd name="T63" fmla="*/ 881 h 1112"/>
                <a:gd name="T64" fmla="*/ 135 w 680"/>
                <a:gd name="T65" fmla="*/ 945 h 1112"/>
                <a:gd name="T66" fmla="*/ 122 w 680"/>
                <a:gd name="T67" fmla="*/ 1023 h 1112"/>
                <a:gd name="T68" fmla="*/ 171 w 680"/>
                <a:gd name="T69" fmla="*/ 1043 h 1112"/>
                <a:gd name="T70" fmla="*/ 216 w 680"/>
                <a:gd name="T71" fmla="*/ 1059 h 1112"/>
                <a:gd name="T72" fmla="*/ 240 w 680"/>
                <a:gd name="T73" fmla="*/ 1109 h 1112"/>
                <a:gd name="T74" fmla="*/ 284 w 680"/>
                <a:gd name="T75" fmla="*/ 1092 h 1112"/>
                <a:gd name="T76" fmla="*/ 375 w 680"/>
                <a:gd name="T77" fmla="*/ 1058 h 1112"/>
                <a:gd name="T78" fmla="*/ 404 w 680"/>
                <a:gd name="T79" fmla="*/ 1048 h 1112"/>
                <a:gd name="T80" fmla="*/ 428 w 680"/>
                <a:gd name="T81" fmla="*/ 1048 h 1112"/>
                <a:gd name="T82" fmla="*/ 474 w 680"/>
                <a:gd name="T83" fmla="*/ 1035 h 1112"/>
                <a:gd name="T84" fmla="*/ 516 w 680"/>
                <a:gd name="T85" fmla="*/ 1028 h 1112"/>
                <a:gd name="T86" fmla="*/ 267 w 680"/>
                <a:gd name="T87" fmla="*/ 583 h 1112"/>
                <a:gd name="T88" fmla="*/ 284 w 680"/>
                <a:gd name="T89" fmla="*/ 578 h 1112"/>
                <a:gd name="T90" fmla="*/ 87 w 680"/>
                <a:gd name="T91" fmla="*/ 762 h 1112"/>
                <a:gd name="T92" fmla="*/ 87 w 680"/>
                <a:gd name="T93" fmla="*/ 762 h 1112"/>
                <a:gd name="T94" fmla="*/ 228 w 680"/>
                <a:gd name="T95" fmla="*/ 1087 h 1112"/>
                <a:gd name="T96" fmla="*/ 203 w 680"/>
                <a:gd name="T97" fmla="*/ 1057 h 1112"/>
                <a:gd name="T98" fmla="*/ 168 w 680"/>
                <a:gd name="T99" fmla="*/ 1051 h 1112"/>
                <a:gd name="T100" fmla="*/ 129 w 680"/>
                <a:gd name="T101" fmla="*/ 1050 h 1112"/>
                <a:gd name="T102" fmla="*/ 43 w 680"/>
                <a:gd name="T103" fmla="*/ 1047 h 1112"/>
                <a:gd name="T104" fmla="*/ 65 w 680"/>
                <a:gd name="T105" fmla="*/ 1082 h 1112"/>
                <a:gd name="T106" fmla="*/ 37 w 680"/>
                <a:gd name="T107" fmla="*/ 1075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80" h="1112">
                  <a:moveTo>
                    <a:pt x="537" y="1028"/>
                  </a:moveTo>
                  <a:cubicBezTo>
                    <a:pt x="535" y="1011"/>
                    <a:pt x="535" y="1011"/>
                    <a:pt x="535" y="1011"/>
                  </a:cubicBezTo>
                  <a:cubicBezTo>
                    <a:pt x="566" y="983"/>
                    <a:pt x="566" y="983"/>
                    <a:pt x="566" y="983"/>
                  </a:cubicBezTo>
                  <a:cubicBezTo>
                    <a:pt x="582" y="976"/>
                    <a:pt x="582" y="976"/>
                    <a:pt x="582" y="976"/>
                  </a:cubicBezTo>
                  <a:cubicBezTo>
                    <a:pt x="600" y="947"/>
                    <a:pt x="600" y="947"/>
                    <a:pt x="600" y="947"/>
                  </a:cubicBezTo>
                  <a:cubicBezTo>
                    <a:pt x="619" y="921"/>
                    <a:pt x="619" y="921"/>
                    <a:pt x="619" y="921"/>
                  </a:cubicBezTo>
                  <a:cubicBezTo>
                    <a:pt x="633" y="890"/>
                    <a:pt x="633" y="890"/>
                    <a:pt x="633" y="890"/>
                  </a:cubicBezTo>
                  <a:cubicBezTo>
                    <a:pt x="661" y="848"/>
                    <a:pt x="661" y="848"/>
                    <a:pt x="661" y="848"/>
                  </a:cubicBezTo>
                  <a:cubicBezTo>
                    <a:pt x="680" y="804"/>
                    <a:pt x="680" y="804"/>
                    <a:pt x="680" y="804"/>
                  </a:cubicBezTo>
                  <a:cubicBezTo>
                    <a:pt x="676" y="785"/>
                    <a:pt x="676" y="785"/>
                    <a:pt x="676" y="785"/>
                  </a:cubicBezTo>
                  <a:cubicBezTo>
                    <a:pt x="647" y="754"/>
                    <a:pt x="647" y="754"/>
                    <a:pt x="647" y="754"/>
                  </a:cubicBezTo>
                  <a:cubicBezTo>
                    <a:pt x="629" y="749"/>
                    <a:pt x="629" y="749"/>
                    <a:pt x="629" y="749"/>
                  </a:cubicBezTo>
                  <a:cubicBezTo>
                    <a:pt x="598" y="709"/>
                    <a:pt x="598" y="709"/>
                    <a:pt x="598" y="709"/>
                  </a:cubicBezTo>
                  <a:cubicBezTo>
                    <a:pt x="603" y="691"/>
                    <a:pt x="603" y="691"/>
                    <a:pt x="603" y="691"/>
                  </a:cubicBezTo>
                  <a:cubicBezTo>
                    <a:pt x="616" y="675"/>
                    <a:pt x="616" y="675"/>
                    <a:pt x="616" y="675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594" y="644"/>
                    <a:pt x="594" y="644"/>
                    <a:pt x="594" y="644"/>
                  </a:cubicBezTo>
                  <a:cubicBezTo>
                    <a:pt x="586" y="629"/>
                    <a:pt x="586" y="629"/>
                    <a:pt x="586" y="629"/>
                  </a:cubicBezTo>
                  <a:cubicBezTo>
                    <a:pt x="585" y="607"/>
                    <a:pt x="585" y="607"/>
                    <a:pt x="585" y="607"/>
                  </a:cubicBezTo>
                  <a:cubicBezTo>
                    <a:pt x="591" y="601"/>
                    <a:pt x="591" y="601"/>
                    <a:pt x="591" y="601"/>
                  </a:cubicBezTo>
                  <a:cubicBezTo>
                    <a:pt x="585" y="589"/>
                    <a:pt x="585" y="589"/>
                    <a:pt x="585" y="589"/>
                  </a:cubicBezTo>
                  <a:cubicBezTo>
                    <a:pt x="568" y="587"/>
                    <a:pt x="568" y="587"/>
                    <a:pt x="568" y="587"/>
                  </a:cubicBezTo>
                  <a:cubicBezTo>
                    <a:pt x="560" y="576"/>
                    <a:pt x="560" y="576"/>
                    <a:pt x="560" y="576"/>
                  </a:cubicBezTo>
                  <a:cubicBezTo>
                    <a:pt x="560" y="556"/>
                    <a:pt x="560" y="556"/>
                    <a:pt x="560" y="556"/>
                  </a:cubicBezTo>
                  <a:cubicBezTo>
                    <a:pt x="569" y="545"/>
                    <a:pt x="569" y="545"/>
                    <a:pt x="569" y="545"/>
                  </a:cubicBezTo>
                  <a:cubicBezTo>
                    <a:pt x="556" y="542"/>
                    <a:pt x="556" y="542"/>
                    <a:pt x="556" y="542"/>
                  </a:cubicBezTo>
                  <a:cubicBezTo>
                    <a:pt x="555" y="531"/>
                    <a:pt x="555" y="531"/>
                    <a:pt x="555" y="531"/>
                  </a:cubicBezTo>
                  <a:cubicBezTo>
                    <a:pt x="558" y="491"/>
                    <a:pt x="558" y="491"/>
                    <a:pt x="558" y="491"/>
                  </a:cubicBezTo>
                  <a:cubicBezTo>
                    <a:pt x="570" y="488"/>
                    <a:pt x="570" y="488"/>
                    <a:pt x="570" y="488"/>
                  </a:cubicBezTo>
                  <a:cubicBezTo>
                    <a:pt x="540" y="424"/>
                    <a:pt x="540" y="424"/>
                    <a:pt x="540" y="424"/>
                  </a:cubicBezTo>
                  <a:cubicBezTo>
                    <a:pt x="512" y="377"/>
                    <a:pt x="512" y="377"/>
                    <a:pt x="512" y="377"/>
                  </a:cubicBezTo>
                  <a:cubicBezTo>
                    <a:pt x="506" y="360"/>
                    <a:pt x="506" y="360"/>
                    <a:pt x="506" y="360"/>
                  </a:cubicBezTo>
                  <a:cubicBezTo>
                    <a:pt x="490" y="344"/>
                    <a:pt x="490" y="344"/>
                    <a:pt x="490" y="344"/>
                  </a:cubicBezTo>
                  <a:cubicBezTo>
                    <a:pt x="501" y="314"/>
                    <a:pt x="501" y="314"/>
                    <a:pt x="501" y="314"/>
                  </a:cubicBezTo>
                  <a:cubicBezTo>
                    <a:pt x="515" y="294"/>
                    <a:pt x="515" y="294"/>
                    <a:pt x="515" y="294"/>
                  </a:cubicBezTo>
                  <a:cubicBezTo>
                    <a:pt x="521" y="276"/>
                    <a:pt x="521" y="276"/>
                    <a:pt x="521" y="276"/>
                  </a:cubicBezTo>
                  <a:cubicBezTo>
                    <a:pt x="513" y="269"/>
                    <a:pt x="513" y="269"/>
                    <a:pt x="513" y="269"/>
                  </a:cubicBezTo>
                  <a:cubicBezTo>
                    <a:pt x="482" y="251"/>
                    <a:pt x="482" y="251"/>
                    <a:pt x="482" y="251"/>
                  </a:cubicBezTo>
                  <a:cubicBezTo>
                    <a:pt x="477" y="239"/>
                    <a:pt x="477" y="239"/>
                    <a:pt x="477" y="239"/>
                  </a:cubicBezTo>
                  <a:cubicBezTo>
                    <a:pt x="467" y="225"/>
                    <a:pt x="467" y="225"/>
                    <a:pt x="467" y="225"/>
                  </a:cubicBezTo>
                  <a:cubicBezTo>
                    <a:pt x="448" y="216"/>
                    <a:pt x="448" y="216"/>
                    <a:pt x="448" y="216"/>
                  </a:cubicBezTo>
                  <a:cubicBezTo>
                    <a:pt x="439" y="215"/>
                    <a:pt x="439" y="215"/>
                    <a:pt x="439" y="215"/>
                  </a:cubicBezTo>
                  <a:cubicBezTo>
                    <a:pt x="427" y="186"/>
                    <a:pt x="427" y="186"/>
                    <a:pt x="427" y="186"/>
                  </a:cubicBezTo>
                  <a:cubicBezTo>
                    <a:pt x="418" y="176"/>
                    <a:pt x="418" y="176"/>
                    <a:pt x="418" y="176"/>
                  </a:cubicBezTo>
                  <a:cubicBezTo>
                    <a:pt x="423" y="155"/>
                    <a:pt x="423" y="155"/>
                    <a:pt x="423" y="155"/>
                  </a:cubicBezTo>
                  <a:cubicBezTo>
                    <a:pt x="426" y="139"/>
                    <a:pt x="426" y="139"/>
                    <a:pt x="426" y="139"/>
                  </a:cubicBezTo>
                  <a:cubicBezTo>
                    <a:pt x="415" y="135"/>
                    <a:pt x="415" y="135"/>
                    <a:pt x="415" y="135"/>
                  </a:cubicBezTo>
                  <a:cubicBezTo>
                    <a:pt x="426" y="129"/>
                    <a:pt x="426" y="129"/>
                    <a:pt x="426" y="129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41" y="96"/>
                    <a:pt x="441" y="96"/>
                    <a:pt x="441" y="96"/>
                  </a:cubicBezTo>
                  <a:cubicBezTo>
                    <a:pt x="453" y="79"/>
                    <a:pt x="453" y="79"/>
                    <a:pt x="453" y="79"/>
                  </a:cubicBezTo>
                  <a:cubicBezTo>
                    <a:pt x="455" y="66"/>
                    <a:pt x="455" y="66"/>
                    <a:pt x="455" y="66"/>
                  </a:cubicBezTo>
                  <a:cubicBezTo>
                    <a:pt x="442" y="53"/>
                    <a:pt x="442" y="53"/>
                    <a:pt x="442" y="53"/>
                  </a:cubicBezTo>
                  <a:cubicBezTo>
                    <a:pt x="438" y="43"/>
                    <a:pt x="438" y="43"/>
                    <a:pt x="438" y="43"/>
                  </a:cubicBezTo>
                  <a:cubicBezTo>
                    <a:pt x="416" y="41"/>
                    <a:pt x="416" y="41"/>
                    <a:pt x="416" y="41"/>
                  </a:cubicBezTo>
                  <a:cubicBezTo>
                    <a:pt x="401" y="36"/>
                    <a:pt x="401" y="36"/>
                    <a:pt x="401" y="36"/>
                  </a:cubicBezTo>
                  <a:cubicBezTo>
                    <a:pt x="391" y="27"/>
                    <a:pt x="391" y="27"/>
                    <a:pt x="391" y="27"/>
                  </a:cubicBezTo>
                  <a:cubicBezTo>
                    <a:pt x="375" y="8"/>
                    <a:pt x="375" y="8"/>
                    <a:pt x="375" y="8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22" y="12"/>
                    <a:pt x="322" y="12"/>
                    <a:pt x="322" y="12"/>
                  </a:cubicBezTo>
                  <a:cubicBezTo>
                    <a:pt x="323" y="17"/>
                    <a:pt x="323" y="17"/>
                    <a:pt x="323" y="17"/>
                  </a:cubicBezTo>
                  <a:cubicBezTo>
                    <a:pt x="313" y="19"/>
                    <a:pt x="313" y="19"/>
                    <a:pt x="313" y="19"/>
                  </a:cubicBezTo>
                  <a:cubicBezTo>
                    <a:pt x="295" y="16"/>
                    <a:pt x="295" y="16"/>
                    <a:pt x="295" y="16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71" y="43"/>
                    <a:pt x="271" y="43"/>
                    <a:pt x="271" y="43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70" y="56"/>
                    <a:pt x="270" y="56"/>
                    <a:pt x="270" y="56"/>
                  </a:cubicBezTo>
                  <a:cubicBezTo>
                    <a:pt x="265" y="66"/>
                    <a:pt x="265" y="66"/>
                    <a:pt x="265" y="66"/>
                  </a:cubicBezTo>
                  <a:cubicBezTo>
                    <a:pt x="262" y="98"/>
                    <a:pt x="262" y="98"/>
                    <a:pt x="262" y="98"/>
                  </a:cubicBezTo>
                  <a:cubicBezTo>
                    <a:pt x="268" y="117"/>
                    <a:pt x="268" y="117"/>
                    <a:pt x="268" y="117"/>
                  </a:cubicBezTo>
                  <a:cubicBezTo>
                    <a:pt x="273" y="127"/>
                    <a:pt x="273" y="127"/>
                    <a:pt x="273" y="127"/>
                  </a:cubicBezTo>
                  <a:cubicBezTo>
                    <a:pt x="268" y="135"/>
                    <a:pt x="268" y="135"/>
                    <a:pt x="268" y="135"/>
                  </a:cubicBezTo>
                  <a:cubicBezTo>
                    <a:pt x="257" y="142"/>
                    <a:pt x="257" y="142"/>
                    <a:pt x="257" y="142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34" y="151"/>
                    <a:pt x="234" y="151"/>
                    <a:pt x="234" y="151"/>
                  </a:cubicBezTo>
                  <a:cubicBezTo>
                    <a:pt x="225" y="155"/>
                    <a:pt x="225" y="155"/>
                    <a:pt x="225" y="155"/>
                  </a:cubicBezTo>
                  <a:cubicBezTo>
                    <a:pt x="217" y="169"/>
                    <a:pt x="217" y="169"/>
                    <a:pt x="217" y="169"/>
                  </a:cubicBezTo>
                  <a:cubicBezTo>
                    <a:pt x="202" y="166"/>
                    <a:pt x="202" y="166"/>
                    <a:pt x="202" y="166"/>
                  </a:cubicBezTo>
                  <a:cubicBezTo>
                    <a:pt x="180" y="152"/>
                    <a:pt x="180" y="152"/>
                    <a:pt x="180" y="15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156" y="161"/>
                    <a:pt x="156" y="161"/>
                    <a:pt x="156" y="161"/>
                  </a:cubicBezTo>
                  <a:cubicBezTo>
                    <a:pt x="140" y="175"/>
                    <a:pt x="140" y="175"/>
                    <a:pt x="140" y="175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89" y="167"/>
                    <a:pt x="89" y="167"/>
                    <a:pt x="89" y="167"/>
                  </a:cubicBezTo>
                  <a:cubicBezTo>
                    <a:pt x="78" y="154"/>
                    <a:pt x="78" y="154"/>
                    <a:pt x="78" y="154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44" y="120"/>
                    <a:pt x="44" y="120"/>
                    <a:pt x="44" y="120"/>
                  </a:cubicBezTo>
                  <a:cubicBezTo>
                    <a:pt x="34" y="106"/>
                    <a:pt x="34" y="106"/>
                    <a:pt x="34" y="106"/>
                  </a:cubicBezTo>
                  <a:cubicBezTo>
                    <a:pt x="21" y="104"/>
                    <a:pt x="21" y="104"/>
                    <a:pt x="21" y="104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9" y="122"/>
                    <a:pt x="9" y="122"/>
                    <a:pt x="9" y="122"/>
                  </a:cubicBezTo>
                  <a:cubicBezTo>
                    <a:pt x="13" y="131"/>
                    <a:pt x="13" y="131"/>
                    <a:pt x="13" y="131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1" y="147"/>
                    <a:pt x="11" y="147"/>
                    <a:pt x="11" y="147"/>
                  </a:cubicBezTo>
                  <a:cubicBezTo>
                    <a:pt x="29" y="155"/>
                    <a:pt x="29" y="155"/>
                    <a:pt x="29" y="155"/>
                  </a:cubicBezTo>
                  <a:cubicBezTo>
                    <a:pt x="53" y="181"/>
                    <a:pt x="53" y="181"/>
                    <a:pt x="53" y="181"/>
                  </a:cubicBezTo>
                  <a:cubicBezTo>
                    <a:pt x="70" y="193"/>
                    <a:pt x="70" y="193"/>
                    <a:pt x="70" y="193"/>
                  </a:cubicBezTo>
                  <a:cubicBezTo>
                    <a:pt x="97" y="195"/>
                    <a:pt x="97" y="195"/>
                    <a:pt x="97" y="195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16" y="203"/>
                    <a:pt x="116" y="203"/>
                    <a:pt x="116" y="203"/>
                  </a:cubicBezTo>
                  <a:cubicBezTo>
                    <a:pt x="129" y="216"/>
                    <a:pt x="129" y="216"/>
                    <a:pt x="129" y="216"/>
                  </a:cubicBezTo>
                  <a:cubicBezTo>
                    <a:pt x="134" y="228"/>
                    <a:pt x="134" y="228"/>
                    <a:pt x="134" y="228"/>
                  </a:cubicBezTo>
                  <a:cubicBezTo>
                    <a:pt x="140" y="229"/>
                    <a:pt x="140" y="229"/>
                    <a:pt x="140" y="229"/>
                  </a:cubicBezTo>
                  <a:cubicBezTo>
                    <a:pt x="145" y="227"/>
                    <a:pt x="145" y="227"/>
                    <a:pt x="145" y="227"/>
                  </a:cubicBezTo>
                  <a:cubicBezTo>
                    <a:pt x="157" y="242"/>
                    <a:pt x="157" y="242"/>
                    <a:pt x="157" y="242"/>
                  </a:cubicBezTo>
                  <a:cubicBezTo>
                    <a:pt x="166" y="243"/>
                    <a:pt x="166" y="243"/>
                    <a:pt x="166" y="243"/>
                  </a:cubicBezTo>
                  <a:cubicBezTo>
                    <a:pt x="172" y="252"/>
                    <a:pt x="172" y="252"/>
                    <a:pt x="172" y="252"/>
                  </a:cubicBezTo>
                  <a:cubicBezTo>
                    <a:pt x="168" y="263"/>
                    <a:pt x="168" y="263"/>
                    <a:pt x="168" y="263"/>
                  </a:cubicBezTo>
                  <a:cubicBezTo>
                    <a:pt x="171" y="281"/>
                    <a:pt x="171" y="281"/>
                    <a:pt x="171" y="281"/>
                  </a:cubicBezTo>
                  <a:cubicBezTo>
                    <a:pt x="165" y="295"/>
                    <a:pt x="165" y="295"/>
                    <a:pt x="165" y="295"/>
                  </a:cubicBezTo>
                  <a:cubicBezTo>
                    <a:pt x="167" y="307"/>
                    <a:pt x="167" y="307"/>
                    <a:pt x="167" y="307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2" y="332"/>
                    <a:pt x="182" y="332"/>
                    <a:pt x="182" y="332"/>
                  </a:cubicBezTo>
                  <a:cubicBezTo>
                    <a:pt x="184" y="349"/>
                    <a:pt x="184" y="349"/>
                    <a:pt x="184" y="349"/>
                  </a:cubicBezTo>
                  <a:cubicBezTo>
                    <a:pt x="192" y="359"/>
                    <a:pt x="192" y="359"/>
                    <a:pt x="192" y="359"/>
                  </a:cubicBezTo>
                  <a:cubicBezTo>
                    <a:pt x="196" y="381"/>
                    <a:pt x="196" y="381"/>
                    <a:pt x="196" y="381"/>
                  </a:cubicBezTo>
                  <a:cubicBezTo>
                    <a:pt x="193" y="391"/>
                    <a:pt x="193" y="391"/>
                    <a:pt x="193" y="391"/>
                  </a:cubicBezTo>
                  <a:cubicBezTo>
                    <a:pt x="196" y="401"/>
                    <a:pt x="196" y="401"/>
                    <a:pt x="196" y="401"/>
                  </a:cubicBezTo>
                  <a:cubicBezTo>
                    <a:pt x="196" y="425"/>
                    <a:pt x="196" y="425"/>
                    <a:pt x="196" y="425"/>
                  </a:cubicBezTo>
                  <a:cubicBezTo>
                    <a:pt x="192" y="434"/>
                    <a:pt x="192" y="434"/>
                    <a:pt x="192" y="434"/>
                  </a:cubicBezTo>
                  <a:cubicBezTo>
                    <a:pt x="198" y="452"/>
                    <a:pt x="198" y="452"/>
                    <a:pt x="198" y="452"/>
                  </a:cubicBezTo>
                  <a:cubicBezTo>
                    <a:pt x="211" y="456"/>
                    <a:pt x="211" y="456"/>
                    <a:pt x="211" y="456"/>
                  </a:cubicBezTo>
                  <a:cubicBezTo>
                    <a:pt x="223" y="478"/>
                    <a:pt x="223" y="478"/>
                    <a:pt x="223" y="478"/>
                  </a:cubicBezTo>
                  <a:cubicBezTo>
                    <a:pt x="230" y="486"/>
                    <a:pt x="230" y="486"/>
                    <a:pt x="230" y="486"/>
                  </a:cubicBezTo>
                  <a:cubicBezTo>
                    <a:pt x="230" y="499"/>
                    <a:pt x="230" y="499"/>
                    <a:pt x="230" y="499"/>
                  </a:cubicBezTo>
                  <a:cubicBezTo>
                    <a:pt x="234" y="504"/>
                    <a:pt x="234" y="504"/>
                    <a:pt x="234" y="504"/>
                  </a:cubicBezTo>
                  <a:cubicBezTo>
                    <a:pt x="247" y="504"/>
                    <a:pt x="247" y="504"/>
                    <a:pt x="247" y="504"/>
                  </a:cubicBezTo>
                  <a:cubicBezTo>
                    <a:pt x="259" y="516"/>
                    <a:pt x="259" y="516"/>
                    <a:pt x="259" y="516"/>
                  </a:cubicBezTo>
                  <a:cubicBezTo>
                    <a:pt x="285" y="516"/>
                    <a:pt x="285" y="516"/>
                    <a:pt x="285" y="516"/>
                  </a:cubicBezTo>
                  <a:cubicBezTo>
                    <a:pt x="303" y="531"/>
                    <a:pt x="303" y="531"/>
                    <a:pt x="303" y="531"/>
                  </a:cubicBezTo>
                  <a:cubicBezTo>
                    <a:pt x="293" y="536"/>
                    <a:pt x="293" y="536"/>
                    <a:pt x="293" y="536"/>
                  </a:cubicBezTo>
                  <a:cubicBezTo>
                    <a:pt x="299" y="544"/>
                    <a:pt x="299" y="544"/>
                    <a:pt x="299" y="544"/>
                  </a:cubicBezTo>
                  <a:cubicBezTo>
                    <a:pt x="300" y="563"/>
                    <a:pt x="300" y="563"/>
                    <a:pt x="300" y="563"/>
                  </a:cubicBezTo>
                  <a:cubicBezTo>
                    <a:pt x="296" y="566"/>
                    <a:pt x="296" y="566"/>
                    <a:pt x="296" y="566"/>
                  </a:cubicBezTo>
                  <a:cubicBezTo>
                    <a:pt x="316" y="584"/>
                    <a:pt x="316" y="584"/>
                    <a:pt x="316" y="584"/>
                  </a:cubicBezTo>
                  <a:cubicBezTo>
                    <a:pt x="302" y="581"/>
                    <a:pt x="302" y="581"/>
                    <a:pt x="302" y="581"/>
                  </a:cubicBezTo>
                  <a:cubicBezTo>
                    <a:pt x="296" y="583"/>
                    <a:pt x="296" y="583"/>
                    <a:pt x="296" y="583"/>
                  </a:cubicBezTo>
                  <a:cubicBezTo>
                    <a:pt x="313" y="596"/>
                    <a:pt x="313" y="596"/>
                    <a:pt x="313" y="596"/>
                  </a:cubicBezTo>
                  <a:cubicBezTo>
                    <a:pt x="314" y="603"/>
                    <a:pt x="314" y="603"/>
                    <a:pt x="314" y="603"/>
                  </a:cubicBezTo>
                  <a:cubicBezTo>
                    <a:pt x="293" y="593"/>
                    <a:pt x="293" y="593"/>
                    <a:pt x="293" y="593"/>
                  </a:cubicBezTo>
                  <a:cubicBezTo>
                    <a:pt x="276" y="594"/>
                    <a:pt x="276" y="594"/>
                    <a:pt x="276" y="594"/>
                  </a:cubicBezTo>
                  <a:cubicBezTo>
                    <a:pt x="258" y="604"/>
                    <a:pt x="258" y="604"/>
                    <a:pt x="258" y="604"/>
                  </a:cubicBezTo>
                  <a:cubicBezTo>
                    <a:pt x="259" y="614"/>
                    <a:pt x="259" y="614"/>
                    <a:pt x="259" y="614"/>
                  </a:cubicBezTo>
                  <a:cubicBezTo>
                    <a:pt x="247" y="626"/>
                    <a:pt x="247" y="626"/>
                    <a:pt x="247" y="626"/>
                  </a:cubicBezTo>
                  <a:cubicBezTo>
                    <a:pt x="247" y="634"/>
                    <a:pt x="247" y="634"/>
                    <a:pt x="247" y="634"/>
                  </a:cubicBezTo>
                  <a:cubicBezTo>
                    <a:pt x="241" y="638"/>
                    <a:pt x="241" y="638"/>
                    <a:pt x="241" y="638"/>
                  </a:cubicBezTo>
                  <a:cubicBezTo>
                    <a:pt x="220" y="658"/>
                    <a:pt x="220" y="658"/>
                    <a:pt x="220" y="658"/>
                  </a:cubicBezTo>
                  <a:cubicBezTo>
                    <a:pt x="217" y="678"/>
                    <a:pt x="217" y="678"/>
                    <a:pt x="217" y="678"/>
                  </a:cubicBezTo>
                  <a:cubicBezTo>
                    <a:pt x="212" y="680"/>
                    <a:pt x="212" y="680"/>
                    <a:pt x="212" y="680"/>
                  </a:cubicBezTo>
                  <a:cubicBezTo>
                    <a:pt x="208" y="673"/>
                    <a:pt x="208" y="673"/>
                    <a:pt x="208" y="673"/>
                  </a:cubicBezTo>
                  <a:cubicBezTo>
                    <a:pt x="202" y="674"/>
                    <a:pt x="202" y="674"/>
                    <a:pt x="202" y="674"/>
                  </a:cubicBezTo>
                  <a:cubicBezTo>
                    <a:pt x="207" y="687"/>
                    <a:pt x="207" y="687"/>
                    <a:pt x="207" y="687"/>
                  </a:cubicBezTo>
                  <a:cubicBezTo>
                    <a:pt x="204" y="696"/>
                    <a:pt x="204" y="696"/>
                    <a:pt x="204" y="696"/>
                  </a:cubicBezTo>
                  <a:cubicBezTo>
                    <a:pt x="190" y="698"/>
                    <a:pt x="190" y="698"/>
                    <a:pt x="190" y="698"/>
                  </a:cubicBezTo>
                  <a:cubicBezTo>
                    <a:pt x="181" y="708"/>
                    <a:pt x="181" y="708"/>
                    <a:pt x="181" y="708"/>
                  </a:cubicBezTo>
                  <a:cubicBezTo>
                    <a:pt x="185" y="724"/>
                    <a:pt x="185" y="724"/>
                    <a:pt x="185" y="724"/>
                  </a:cubicBezTo>
                  <a:cubicBezTo>
                    <a:pt x="194" y="730"/>
                    <a:pt x="194" y="730"/>
                    <a:pt x="194" y="730"/>
                  </a:cubicBezTo>
                  <a:cubicBezTo>
                    <a:pt x="178" y="725"/>
                    <a:pt x="178" y="725"/>
                    <a:pt x="178" y="725"/>
                  </a:cubicBezTo>
                  <a:cubicBezTo>
                    <a:pt x="173" y="719"/>
                    <a:pt x="173" y="719"/>
                    <a:pt x="173" y="719"/>
                  </a:cubicBezTo>
                  <a:cubicBezTo>
                    <a:pt x="164" y="723"/>
                    <a:pt x="164" y="723"/>
                    <a:pt x="164" y="723"/>
                  </a:cubicBezTo>
                  <a:cubicBezTo>
                    <a:pt x="159" y="736"/>
                    <a:pt x="159" y="736"/>
                    <a:pt x="159" y="736"/>
                  </a:cubicBezTo>
                  <a:cubicBezTo>
                    <a:pt x="161" y="742"/>
                    <a:pt x="161" y="742"/>
                    <a:pt x="161" y="742"/>
                  </a:cubicBezTo>
                  <a:cubicBezTo>
                    <a:pt x="152" y="738"/>
                    <a:pt x="152" y="738"/>
                    <a:pt x="152" y="738"/>
                  </a:cubicBezTo>
                  <a:cubicBezTo>
                    <a:pt x="148" y="743"/>
                    <a:pt x="148" y="743"/>
                    <a:pt x="148" y="743"/>
                  </a:cubicBezTo>
                  <a:cubicBezTo>
                    <a:pt x="157" y="751"/>
                    <a:pt x="157" y="751"/>
                    <a:pt x="157" y="751"/>
                  </a:cubicBezTo>
                  <a:cubicBezTo>
                    <a:pt x="158" y="757"/>
                    <a:pt x="158" y="757"/>
                    <a:pt x="158" y="757"/>
                  </a:cubicBezTo>
                  <a:cubicBezTo>
                    <a:pt x="149" y="765"/>
                    <a:pt x="149" y="765"/>
                    <a:pt x="149" y="765"/>
                  </a:cubicBezTo>
                  <a:cubicBezTo>
                    <a:pt x="146" y="772"/>
                    <a:pt x="146" y="772"/>
                    <a:pt x="146" y="772"/>
                  </a:cubicBezTo>
                  <a:cubicBezTo>
                    <a:pt x="134" y="779"/>
                    <a:pt x="134" y="779"/>
                    <a:pt x="134" y="779"/>
                  </a:cubicBezTo>
                  <a:cubicBezTo>
                    <a:pt x="127" y="775"/>
                    <a:pt x="127" y="775"/>
                    <a:pt x="127" y="775"/>
                  </a:cubicBezTo>
                  <a:cubicBezTo>
                    <a:pt x="126" y="770"/>
                    <a:pt x="126" y="770"/>
                    <a:pt x="126" y="770"/>
                  </a:cubicBezTo>
                  <a:cubicBezTo>
                    <a:pt x="117" y="768"/>
                    <a:pt x="117" y="768"/>
                    <a:pt x="117" y="768"/>
                  </a:cubicBezTo>
                  <a:cubicBezTo>
                    <a:pt x="107" y="771"/>
                    <a:pt x="107" y="771"/>
                    <a:pt x="107" y="771"/>
                  </a:cubicBezTo>
                  <a:cubicBezTo>
                    <a:pt x="111" y="782"/>
                    <a:pt x="111" y="782"/>
                    <a:pt x="111" y="782"/>
                  </a:cubicBezTo>
                  <a:cubicBezTo>
                    <a:pt x="103" y="788"/>
                    <a:pt x="103" y="788"/>
                    <a:pt x="103" y="788"/>
                  </a:cubicBezTo>
                  <a:cubicBezTo>
                    <a:pt x="108" y="799"/>
                    <a:pt x="108" y="799"/>
                    <a:pt x="108" y="799"/>
                  </a:cubicBezTo>
                  <a:cubicBezTo>
                    <a:pt x="103" y="811"/>
                    <a:pt x="103" y="811"/>
                    <a:pt x="103" y="811"/>
                  </a:cubicBezTo>
                  <a:cubicBezTo>
                    <a:pt x="97" y="812"/>
                    <a:pt x="97" y="812"/>
                    <a:pt x="97" y="812"/>
                  </a:cubicBezTo>
                  <a:cubicBezTo>
                    <a:pt x="90" y="822"/>
                    <a:pt x="90" y="822"/>
                    <a:pt x="90" y="822"/>
                  </a:cubicBezTo>
                  <a:cubicBezTo>
                    <a:pt x="95" y="835"/>
                    <a:pt x="95" y="835"/>
                    <a:pt x="95" y="835"/>
                  </a:cubicBezTo>
                  <a:cubicBezTo>
                    <a:pt x="99" y="837"/>
                    <a:pt x="99" y="837"/>
                    <a:pt x="99" y="837"/>
                  </a:cubicBezTo>
                  <a:cubicBezTo>
                    <a:pt x="95" y="849"/>
                    <a:pt x="95" y="849"/>
                    <a:pt x="95" y="849"/>
                  </a:cubicBezTo>
                  <a:cubicBezTo>
                    <a:pt x="97" y="858"/>
                    <a:pt x="97" y="858"/>
                    <a:pt x="97" y="858"/>
                  </a:cubicBezTo>
                  <a:cubicBezTo>
                    <a:pt x="106" y="854"/>
                    <a:pt x="106" y="854"/>
                    <a:pt x="106" y="854"/>
                  </a:cubicBezTo>
                  <a:cubicBezTo>
                    <a:pt x="113" y="861"/>
                    <a:pt x="113" y="861"/>
                    <a:pt x="113" y="861"/>
                  </a:cubicBezTo>
                  <a:cubicBezTo>
                    <a:pt x="111" y="874"/>
                    <a:pt x="111" y="874"/>
                    <a:pt x="111" y="874"/>
                  </a:cubicBezTo>
                  <a:cubicBezTo>
                    <a:pt x="107" y="881"/>
                    <a:pt x="107" y="881"/>
                    <a:pt x="107" y="881"/>
                  </a:cubicBezTo>
                  <a:cubicBezTo>
                    <a:pt x="112" y="892"/>
                    <a:pt x="112" y="892"/>
                    <a:pt x="112" y="892"/>
                  </a:cubicBezTo>
                  <a:cubicBezTo>
                    <a:pt x="109" y="898"/>
                    <a:pt x="109" y="898"/>
                    <a:pt x="109" y="898"/>
                  </a:cubicBezTo>
                  <a:cubicBezTo>
                    <a:pt x="122" y="918"/>
                    <a:pt x="122" y="918"/>
                    <a:pt x="122" y="918"/>
                  </a:cubicBezTo>
                  <a:cubicBezTo>
                    <a:pt x="129" y="923"/>
                    <a:pt x="129" y="923"/>
                    <a:pt x="129" y="923"/>
                  </a:cubicBezTo>
                  <a:cubicBezTo>
                    <a:pt x="125" y="930"/>
                    <a:pt x="125" y="930"/>
                    <a:pt x="125" y="930"/>
                  </a:cubicBezTo>
                  <a:cubicBezTo>
                    <a:pt x="135" y="945"/>
                    <a:pt x="135" y="945"/>
                    <a:pt x="135" y="945"/>
                  </a:cubicBezTo>
                  <a:cubicBezTo>
                    <a:pt x="125" y="948"/>
                    <a:pt x="125" y="948"/>
                    <a:pt x="125" y="948"/>
                  </a:cubicBezTo>
                  <a:cubicBezTo>
                    <a:pt x="127" y="968"/>
                    <a:pt x="127" y="968"/>
                    <a:pt x="127" y="968"/>
                  </a:cubicBezTo>
                  <a:cubicBezTo>
                    <a:pt x="122" y="975"/>
                    <a:pt x="122" y="975"/>
                    <a:pt x="122" y="975"/>
                  </a:cubicBezTo>
                  <a:cubicBezTo>
                    <a:pt x="122" y="1000"/>
                    <a:pt x="122" y="1000"/>
                    <a:pt x="122" y="1000"/>
                  </a:cubicBezTo>
                  <a:cubicBezTo>
                    <a:pt x="130" y="1009"/>
                    <a:pt x="130" y="1009"/>
                    <a:pt x="130" y="1009"/>
                  </a:cubicBezTo>
                  <a:cubicBezTo>
                    <a:pt x="122" y="1023"/>
                    <a:pt x="122" y="1023"/>
                    <a:pt x="122" y="1023"/>
                  </a:cubicBezTo>
                  <a:cubicBezTo>
                    <a:pt x="122" y="1032"/>
                    <a:pt x="122" y="1032"/>
                    <a:pt x="122" y="1032"/>
                  </a:cubicBezTo>
                  <a:cubicBezTo>
                    <a:pt x="128" y="1039"/>
                    <a:pt x="128" y="1039"/>
                    <a:pt x="128" y="1039"/>
                  </a:cubicBezTo>
                  <a:cubicBezTo>
                    <a:pt x="146" y="1031"/>
                    <a:pt x="146" y="1031"/>
                    <a:pt x="146" y="1031"/>
                  </a:cubicBezTo>
                  <a:cubicBezTo>
                    <a:pt x="152" y="1036"/>
                    <a:pt x="152" y="1036"/>
                    <a:pt x="152" y="1036"/>
                  </a:cubicBezTo>
                  <a:cubicBezTo>
                    <a:pt x="155" y="1028"/>
                    <a:pt x="155" y="1028"/>
                    <a:pt x="155" y="1028"/>
                  </a:cubicBezTo>
                  <a:cubicBezTo>
                    <a:pt x="171" y="1043"/>
                    <a:pt x="171" y="1043"/>
                    <a:pt x="171" y="1043"/>
                  </a:cubicBezTo>
                  <a:cubicBezTo>
                    <a:pt x="180" y="1042"/>
                    <a:pt x="180" y="1042"/>
                    <a:pt x="180" y="1042"/>
                  </a:cubicBezTo>
                  <a:cubicBezTo>
                    <a:pt x="189" y="1049"/>
                    <a:pt x="189" y="1049"/>
                    <a:pt x="189" y="1049"/>
                  </a:cubicBezTo>
                  <a:cubicBezTo>
                    <a:pt x="209" y="1048"/>
                    <a:pt x="209" y="1048"/>
                    <a:pt x="209" y="1048"/>
                  </a:cubicBezTo>
                  <a:cubicBezTo>
                    <a:pt x="214" y="1050"/>
                    <a:pt x="214" y="1050"/>
                    <a:pt x="214" y="1050"/>
                  </a:cubicBezTo>
                  <a:cubicBezTo>
                    <a:pt x="209" y="1059"/>
                    <a:pt x="209" y="1059"/>
                    <a:pt x="209" y="1059"/>
                  </a:cubicBezTo>
                  <a:cubicBezTo>
                    <a:pt x="216" y="1059"/>
                    <a:pt x="216" y="1059"/>
                    <a:pt x="216" y="1059"/>
                  </a:cubicBezTo>
                  <a:cubicBezTo>
                    <a:pt x="233" y="1048"/>
                    <a:pt x="233" y="1048"/>
                    <a:pt x="233" y="1048"/>
                  </a:cubicBezTo>
                  <a:cubicBezTo>
                    <a:pt x="233" y="1057"/>
                    <a:pt x="233" y="1057"/>
                    <a:pt x="233" y="1057"/>
                  </a:cubicBezTo>
                  <a:cubicBezTo>
                    <a:pt x="225" y="1067"/>
                    <a:pt x="225" y="1067"/>
                    <a:pt x="225" y="1067"/>
                  </a:cubicBezTo>
                  <a:cubicBezTo>
                    <a:pt x="242" y="1089"/>
                    <a:pt x="242" y="1089"/>
                    <a:pt x="242" y="1089"/>
                  </a:cubicBezTo>
                  <a:cubicBezTo>
                    <a:pt x="245" y="1097"/>
                    <a:pt x="245" y="1097"/>
                    <a:pt x="245" y="1097"/>
                  </a:cubicBezTo>
                  <a:cubicBezTo>
                    <a:pt x="240" y="1109"/>
                    <a:pt x="240" y="1109"/>
                    <a:pt x="240" y="1109"/>
                  </a:cubicBezTo>
                  <a:cubicBezTo>
                    <a:pt x="245" y="1112"/>
                    <a:pt x="245" y="1112"/>
                    <a:pt x="245" y="1112"/>
                  </a:cubicBezTo>
                  <a:cubicBezTo>
                    <a:pt x="252" y="1093"/>
                    <a:pt x="252" y="1093"/>
                    <a:pt x="252" y="1093"/>
                  </a:cubicBezTo>
                  <a:cubicBezTo>
                    <a:pt x="260" y="1090"/>
                    <a:pt x="260" y="1090"/>
                    <a:pt x="260" y="1090"/>
                  </a:cubicBezTo>
                  <a:cubicBezTo>
                    <a:pt x="262" y="1098"/>
                    <a:pt x="262" y="1098"/>
                    <a:pt x="262" y="1098"/>
                  </a:cubicBezTo>
                  <a:cubicBezTo>
                    <a:pt x="274" y="1093"/>
                    <a:pt x="274" y="1093"/>
                    <a:pt x="274" y="1093"/>
                  </a:cubicBezTo>
                  <a:cubicBezTo>
                    <a:pt x="284" y="1092"/>
                    <a:pt x="284" y="1092"/>
                    <a:pt x="284" y="1092"/>
                  </a:cubicBezTo>
                  <a:cubicBezTo>
                    <a:pt x="306" y="1078"/>
                    <a:pt x="306" y="1078"/>
                    <a:pt x="306" y="1078"/>
                  </a:cubicBezTo>
                  <a:cubicBezTo>
                    <a:pt x="318" y="1078"/>
                    <a:pt x="318" y="1078"/>
                    <a:pt x="318" y="1078"/>
                  </a:cubicBezTo>
                  <a:cubicBezTo>
                    <a:pt x="345" y="1062"/>
                    <a:pt x="345" y="1062"/>
                    <a:pt x="345" y="1062"/>
                  </a:cubicBezTo>
                  <a:cubicBezTo>
                    <a:pt x="346" y="1056"/>
                    <a:pt x="346" y="1056"/>
                    <a:pt x="346" y="1056"/>
                  </a:cubicBezTo>
                  <a:cubicBezTo>
                    <a:pt x="364" y="1060"/>
                    <a:pt x="364" y="1060"/>
                    <a:pt x="364" y="1060"/>
                  </a:cubicBezTo>
                  <a:cubicBezTo>
                    <a:pt x="375" y="1058"/>
                    <a:pt x="375" y="1058"/>
                    <a:pt x="375" y="1058"/>
                  </a:cubicBezTo>
                  <a:cubicBezTo>
                    <a:pt x="386" y="1043"/>
                    <a:pt x="386" y="1043"/>
                    <a:pt x="386" y="1043"/>
                  </a:cubicBezTo>
                  <a:cubicBezTo>
                    <a:pt x="389" y="1048"/>
                    <a:pt x="389" y="1048"/>
                    <a:pt x="389" y="1048"/>
                  </a:cubicBezTo>
                  <a:cubicBezTo>
                    <a:pt x="383" y="1059"/>
                    <a:pt x="383" y="1059"/>
                    <a:pt x="383" y="1059"/>
                  </a:cubicBezTo>
                  <a:cubicBezTo>
                    <a:pt x="390" y="1062"/>
                    <a:pt x="390" y="1062"/>
                    <a:pt x="390" y="1062"/>
                  </a:cubicBezTo>
                  <a:cubicBezTo>
                    <a:pt x="397" y="1047"/>
                    <a:pt x="397" y="1047"/>
                    <a:pt x="397" y="1047"/>
                  </a:cubicBezTo>
                  <a:cubicBezTo>
                    <a:pt x="404" y="1048"/>
                    <a:pt x="404" y="1048"/>
                    <a:pt x="404" y="1048"/>
                  </a:cubicBezTo>
                  <a:cubicBezTo>
                    <a:pt x="398" y="1035"/>
                    <a:pt x="398" y="1035"/>
                    <a:pt x="398" y="1035"/>
                  </a:cubicBezTo>
                  <a:cubicBezTo>
                    <a:pt x="404" y="1030"/>
                    <a:pt x="404" y="1030"/>
                    <a:pt x="404" y="1030"/>
                  </a:cubicBezTo>
                  <a:cubicBezTo>
                    <a:pt x="410" y="1042"/>
                    <a:pt x="410" y="1042"/>
                    <a:pt x="410" y="1042"/>
                  </a:cubicBezTo>
                  <a:cubicBezTo>
                    <a:pt x="418" y="1044"/>
                    <a:pt x="418" y="1044"/>
                    <a:pt x="418" y="1044"/>
                  </a:cubicBezTo>
                  <a:cubicBezTo>
                    <a:pt x="421" y="1035"/>
                    <a:pt x="421" y="1035"/>
                    <a:pt x="421" y="1035"/>
                  </a:cubicBezTo>
                  <a:cubicBezTo>
                    <a:pt x="428" y="1048"/>
                    <a:pt x="428" y="1048"/>
                    <a:pt x="428" y="1048"/>
                  </a:cubicBezTo>
                  <a:cubicBezTo>
                    <a:pt x="436" y="1046"/>
                    <a:pt x="436" y="1046"/>
                    <a:pt x="436" y="1046"/>
                  </a:cubicBezTo>
                  <a:cubicBezTo>
                    <a:pt x="437" y="1037"/>
                    <a:pt x="437" y="1037"/>
                    <a:pt x="437" y="1037"/>
                  </a:cubicBezTo>
                  <a:cubicBezTo>
                    <a:pt x="445" y="1039"/>
                    <a:pt x="445" y="1039"/>
                    <a:pt x="445" y="1039"/>
                  </a:cubicBezTo>
                  <a:cubicBezTo>
                    <a:pt x="448" y="1046"/>
                    <a:pt x="448" y="1046"/>
                    <a:pt x="448" y="1046"/>
                  </a:cubicBezTo>
                  <a:cubicBezTo>
                    <a:pt x="457" y="1038"/>
                    <a:pt x="457" y="1038"/>
                    <a:pt x="457" y="1038"/>
                  </a:cubicBezTo>
                  <a:cubicBezTo>
                    <a:pt x="474" y="1035"/>
                    <a:pt x="474" y="1035"/>
                    <a:pt x="474" y="1035"/>
                  </a:cubicBezTo>
                  <a:cubicBezTo>
                    <a:pt x="484" y="1043"/>
                    <a:pt x="484" y="1043"/>
                    <a:pt x="484" y="1043"/>
                  </a:cubicBezTo>
                  <a:cubicBezTo>
                    <a:pt x="505" y="1040"/>
                    <a:pt x="505" y="1040"/>
                    <a:pt x="505" y="1040"/>
                  </a:cubicBezTo>
                  <a:cubicBezTo>
                    <a:pt x="507" y="1034"/>
                    <a:pt x="507" y="1034"/>
                    <a:pt x="507" y="1034"/>
                  </a:cubicBezTo>
                  <a:cubicBezTo>
                    <a:pt x="501" y="1028"/>
                    <a:pt x="501" y="1028"/>
                    <a:pt x="501" y="1028"/>
                  </a:cubicBezTo>
                  <a:cubicBezTo>
                    <a:pt x="507" y="1025"/>
                    <a:pt x="507" y="1025"/>
                    <a:pt x="507" y="1025"/>
                  </a:cubicBezTo>
                  <a:cubicBezTo>
                    <a:pt x="516" y="1028"/>
                    <a:pt x="516" y="1028"/>
                    <a:pt x="516" y="1028"/>
                  </a:cubicBezTo>
                  <a:cubicBezTo>
                    <a:pt x="518" y="1035"/>
                    <a:pt x="518" y="1035"/>
                    <a:pt x="518" y="1035"/>
                  </a:cubicBezTo>
                  <a:cubicBezTo>
                    <a:pt x="532" y="1039"/>
                    <a:pt x="532" y="1039"/>
                    <a:pt x="532" y="1039"/>
                  </a:cubicBezTo>
                  <a:cubicBezTo>
                    <a:pt x="532" y="1039"/>
                    <a:pt x="535" y="1032"/>
                    <a:pt x="537" y="1028"/>
                  </a:cubicBezTo>
                  <a:close/>
                  <a:moveTo>
                    <a:pt x="284" y="578"/>
                  </a:moveTo>
                  <a:cubicBezTo>
                    <a:pt x="279" y="584"/>
                    <a:pt x="279" y="584"/>
                    <a:pt x="279" y="584"/>
                  </a:cubicBezTo>
                  <a:cubicBezTo>
                    <a:pt x="267" y="583"/>
                    <a:pt x="267" y="583"/>
                    <a:pt x="267" y="583"/>
                  </a:cubicBezTo>
                  <a:cubicBezTo>
                    <a:pt x="258" y="571"/>
                    <a:pt x="258" y="571"/>
                    <a:pt x="258" y="571"/>
                  </a:cubicBezTo>
                  <a:cubicBezTo>
                    <a:pt x="270" y="563"/>
                    <a:pt x="270" y="563"/>
                    <a:pt x="270" y="563"/>
                  </a:cubicBezTo>
                  <a:cubicBezTo>
                    <a:pt x="291" y="566"/>
                    <a:pt x="291" y="566"/>
                    <a:pt x="291" y="566"/>
                  </a:cubicBezTo>
                  <a:cubicBezTo>
                    <a:pt x="290" y="571"/>
                    <a:pt x="290" y="571"/>
                    <a:pt x="290" y="571"/>
                  </a:cubicBezTo>
                  <a:cubicBezTo>
                    <a:pt x="278" y="572"/>
                    <a:pt x="278" y="572"/>
                    <a:pt x="278" y="572"/>
                  </a:cubicBezTo>
                  <a:cubicBezTo>
                    <a:pt x="284" y="578"/>
                    <a:pt x="284" y="578"/>
                    <a:pt x="284" y="578"/>
                  </a:cubicBezTo>
                  <a:close/>
                  <a:moveTo>
                    <a:pt x="93" y="754"/>
                  </a:moveTo>
                  <a:cubicBezTo>
                    <a:pt x="95" y="746"/>
                    <a:pt x="95" y="746"/>
                    <a:pt x="95" y="746"/>
                  </a:cubicBezTo>
                  <a:cubicBezTo>
                    <a:pt x="103" y="752"/>
                    <a:pt x="103" y="752"/>
                    <a:pt x="103" y="752"/>
                  </a:cubicBezTo>
                  <a:cubicBezTo>
                    <a:pt x="97" y="758"/>
                    <a:pt x="97" y="758"/>
                    <a:pt x="97" y="758"/>
                  </a:cubicBezTo>
                  <a:cubicBezTo>
                    <a:pt x="93" y="754"/>
                    <a:pt x="93" y="754"/>
                    <a:pt x="93" y="754"/>
                  </a:cubicBezTo>
                  <a:close/>
                  <a:moveTo>
                    <a:pt x="87" y="762"/>
                  </a:moveTo>
                  <a:cubicBezTo>
                    <a:pt x="95" y="768"/>
                    <a:pt x="95" y="768"/>
                    <a:pt x="95" y="768"/>
                  </a:cubicBezTo>
                  <a:cubicBezTo>
                    <a:pt x="104" y="764"/>
                    <a:pt x="104" y="764"/>
                    <a:pt x="104" y="764"/>
                  </a:cubicBezTo>
                  <a:cubicBezTo>
                    <a:pt x="103" y="774"/>
                    <a:pt x="103" y="774"/>
                    <a:pt x="103" y="774"/>
                  </a:cubicBezTo>
                  <a:cubicBezTo>
                    <a:pt x="91" y="780"/>
                    <a:pt x="91" y="780"/>
                    <a:pt x="91" y="780"/>
                  </a:cubicBezTo>
                  <a:cubicBezTo>
                    <a:pt x="83" y="772"/>
                    <a:pt x="83" y="772"/>
                    <a:pt x="83" y="772"/>
                  </a:cubicBezTo>
                  <a:cubicBezTo>
                    <a:pt x="87" y="762"/>
                    <a:pt x="87" y="762"/>
                    <a:pt x="87" y="762"/>
                  </a:cubicBezTo>
                  <a:close/>
                  <a:moveTo>
                    <a:pt x="228" y="1087"/>
                  </a:moveTo>
                  <a:cubicBezTo>
                    <a:pt x="230" y="1096"/>
                    <a:pt x="230" y="1096"/>
                    <a:pt x="230" y="1096"/>
                  </a:cubicBezTo>
                  <a:cubicBezTo>
                    <a:pt x="222" y="1101"/>
                    <a:pt x="222" y="1101"/>
                    <a:pt x="222" y="1101"/>
                  </a:cubicBezTo>
                  <a:cubicBezTo>
                    <a:pt x="217" y="1096"/>
                    <a:pt x="217" y="1096"/>
                    <a:pt x="217" y="1096"/>
                  </a:cubicBezTo>
                  <a:cubicBezTo>
                    <a:pt x="223" y="1093"/>
                    <a:pt x="223" y="1093"/>
                    <a:pt x="223" y="1093"/>
                  </a:cubicBezTo>
                  <a:cubicBezTo>
                    <a:pt x="228" y="1087"/>
                    <a:pt x="228" y="1087"/>
                    <a:pt x="228" y="1087"/>
                  </a:cubicBezTo>
                  <a:close/>
                  <a:moveTo>
                    <a:pt x="210" y="1073"/>
                  </a:moveTo>
                  <a:cubicBezTo>
                    <a:pt x="210" y="1073"/>
                    <a:pt x="214" y="1081"/>
                    <a:pt x="214" y="1081"/>
                  </a:cubicBezTo>
                  <a:cubicBezTo>
                    <a:pt x="208" y="1083"/>
                    <a:pt x="208" y="1083"/>
                    <a:pt x="208" y="1083"/>
                  </a:cubicBezTo>
                  <a:cubicBezTo>
                    <a:pt x="210" y="1073"/>
                    <a:pt x="210" y="1073"/>
                    <a:pt x="210" y="1073"/>
                  </a:cubicBezTo>
                  <a:close/>
                  <a:moveTo>
                    <a:pt x="182" y="1061"/>
                  </a:moveTo>
                  <a:cubicBezTo>
                    <a:pt x="203" y="1057"/>
                    <a:pt x="203" y="1057"/>
                    <a:pt x="203" y="1057"/>
                  </a:cubicBezTo>
                  <a:cubicBezTo>
                    <a:pt x="201" y="1064"/>
                    <a:pt x="201" y="1064"/>
                    <a:pt x="201" y="1064"/>
                  </a:cubicBezTo>
                  <a:cubicBezTo>
                    <a:pt x="189" y="1073"/>
                    <a:pt x="189" y="1073"/>
                    <a:pt x="189" y="1073"/>
                  </a:cubicBezTo>
                  <a:cubicBezTo>
                    <a:pt x="179" y="1068"/>
                    <a:pt x="179" y="1068"/>
                    <a:pt x="179" y="1068"/>
                  </a:cubicBezTo>
                  <a:cubicBezTo>
                    <a:pt x="182" y="1061"/>
                    <a:pt x="182" y="1061"/>
                    <a:pt x="182" y="1061"/>
                  </a:cubicBezTo>
                  <a:close/>
                  <a:moveTo>
                    <a:pt x="154" y="1040"/>
                  </a:moveTo>
                  <a:cubicBezTo>
                    <a:pt x="168" y="1051"/>
                    <a:pt x="168" y="1051"/>
                    <a:pt x="168" y="1051"/>
                  </a:cubicBezTo>
                  <a:cubicBezTo>
                    <a:pt x="160" y="1056"/>
                    <a:pt x="160" y="1056"/>
                    <a:pt x="160" y="1056"/>
                  </a:cubicBezTo>
                  <a:cubicBezTo>
                    <a:pt x="154" y="1050"/>
                    <a:pt x="154" y="1050"/>
                    <a:pt x="154" y="1050"/>
                  </a:cubicBezTo>
                  <a:cubicBezTo>
                    <a:pt x="154" y="1040"/>
                    <a:pt x="154" y="1040"/>
                    <a:pt x="154" y="1040"/>
                  </a:cubicBezTo>
                  <a:close/>
                  <a:moveTo>
                    <a:pt x="123" y="1045"/>
                  </a:moveTo>
                  <a:cubicBezTo>
                    <a:pt x="136" y="1047"/>
                    <a:pt x="136" y="1047"/>
                    <a:pt x="136" y="1047"/>
                  </a:cubicBezTo>
                  <a:cubicBezTo>
                    <a:pt x="129" y="1050"/>
                    <a:pt x="129" y="1050"/>
                    <a:pt x="129" y="1050"/>
                  </a:cubicBezTo>
                  <a:cubicBezTo>
                    <a:pt x="129" y="1050"/>
                    <a:pt x="123" y="1045"/>
                    <a:pt x="123" y="1045"/>
                  </a:cubicBezTo>
                  <a:close/>
                  <a:moveTo>
                    <a:pt x="33" y="1063"/>
                  </a:moveTo>
                  <a:cubicBezTo>
                    <a:pt x="49" y="1068"/>
                    <a:pt x="49" y="1068"/>
                    <a:pt x="49" y="1068"/>
                  </a:cubicBezTo>
                  <a:cubicBezTo>
                    <a:pt x="53" y="1062"/>
                    <a:pt x="53" y="1062"/>
                    <a:pt x="53" y="1062"/>
                  </a:cubicBezTo>
                  <a:cubicBezTo>
                    <a:pt x="43" y="1056"/>
                    <a:pt x="43" y="1056"/>
                    <a:pt x="43" y="1056"/>
                  </a:cubicBezTo>
                  <a:cubicBezTo>
                    <a:pt x="43" y="1047"/>
                    <a:pt x="43" y="1047"/>
                    <a:pt x="43" y="1047"/>
                  </a:cubicBezTo>
                  <a:cubicBezTo>
                    <a:pt x="50" y="1046"/>
                    <a:pt x="50" y="1046"/>
                    <a:pt x="50" y="1046"/>
                  </a:cubicBezTo>
                  <a:cubicBezTo>
                    <a:pt x="70" y="1059"/>
                    <a:pt x="70" y="1059"/>
                    <a:pt x="70" y="1059"/>
                  </a:cubicBezTo>
                  <a:cubicBezTo>
                    <a:pt x="72" y="1068"/>
                    <a:pt x="72" y="1068"/>
                    <a:pt x="72" y="1068"/>
                  </a:cubicBezTo>
                  <a:cubicBezTo>
                    <a:pt x="62" y="1067"/>
                    <a:pt x="62" y="1067"/>
                    <a:pt x="62" y="1067"/>
                  </a:cubicBezTo>
                  <a:cubicBezTo>
                    <a:pt x="58" y="1072"/>
                    <a:pt x="58" y="1072"/>
                    <a:pt x="58" y="1072"/>
                  </a:cubicBezTo>
                  <a:cubicBezTo>
                    <a:pt x="65" y="1082"/>
                    <a:pt x="65" y="1082"/>
                    <a:pt x="65" y="1082"/>
                  </a:cubicBezTo>
                  <a:cubicBezTo>
                    <a:pt x="75" y="1081"/>
                    <a:pt x="75" y="1081"/>
                    <a:pt x="75" y="1081"/>
                  </a:cubicBezTo>
                  <a:cubicBezTo>
                    <a:pt x="78" y="1092"/>
                    <a:pt x="78" y="1092"/>
                    <a:pt x="78" y="1092"/>
                  </a:cubicBezTo>
                  <a:cubicBezTo>
                    <a:pt x="69" y="1097"/>
                    <a:pt x="69" y="1097"/>
                    <a:pt x="69" y="1097"/>
                  </a:cubicBezTo>
                  <a:cubicBezTo>
                    <a:pt x="58" y="1087"/>
                    <a:pt x="58" y="1087"/>
                    <a:pt x="58" y="1087"/>
                  </a:cubicBezTo>
                  <a:cubicBezTo>
                    <a:pt x="44" y="1083"/>
                    <a:pt x="44" y="1083"/>
                    <a:pt x="44" y="1083"/>
                  </a:cubicBezTo>
                  <a:cubicBezTo>
                    <a:pt x="37" y="1075"/>
                    <a:pt x="37" y="1075"/>
                    <a:pt x="37" y="1075"/>
                  </a:cubicBezTo>
                  <a:cubicBezTo>
                    <a:pt x="28" y="1069"/>
                    <a:pt x="28" y="1069"/>
                    <a:pt x="28" y="1069"/>
                  </a:cubicBezTo>
                  <a:lnTo>
                    <a:pt x="33" y="106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3368" y="1242"/>
              <a:ext cx="355" cy="221"/>
            </a:xfrm>
            <a:custGeom>
              <a:avLst/>
              <a:gdLst>
                <a:gd name="T0" fmla="*/ 347 w 355"/>
                <a:gd name="T1" fmla="*/ 202 h 221"/>
                <a:gd name="T2" fmla="*/ 355 w 355"/>
                <a:gd name="T3" fmla="*/ 182 h 221"/>
                <a:gd name="T4" fmla="*/ 325 w 355"/>
                <a:gd name="T5" fmla="*/ 119 h 221"/>
                <a:gd name="T6" fmla="*/ 337 w 355"/>
                <a:gd name="T7" fmla="*/ 68 h 221"/>
                <a:gd name="T8" fmla="*/ 352 w 355"/>
                <a:gd name="T9" fmla="*/ 38 h 221"/>
                <a:gd name="T10" fmla="*/ 353 w 355"/>
                <a:gd name="T11" fmla="*/ 32 h 221"/>
                <a:gd name="T12" fmla="*/ 345 w 355"/>
                <a:gd name="T13" fmla="*/ 28 h 221"/>
                <a:gd name="T14" fmla="*/ 268 w 355"/>
                <a:gd name="T15" fmla="*/ 13 h 221"/>
                <a:gd name="T16" fmla="*/ 230 w 355"/>
                <a:gd name="T17" fmla="*/ 7 h 221"/>
                <a:gd name="T18" fmla="*/ 205 w 355"/>
                <a:gd name="T19" fmla="*/ 0 h 221"/>
                <a:gd name="T20" fmla="*/ 196 w 355"/>
                <a:gd name="T21" fmla="*/ 6 h 221"/>
                <a:gd name="T22" fmla="*/ 203 w 355"/>
                <a:gd name="T23" fmla="*/ 17 h 221"/>
                <a:gd name="T24" fmla="*/ 185 w 355"/>
                <a:gd name="T25" fmla="*/ 21 h 221"/>
                <a:gd name="T26" fmla="*/ 157 w 355"/>
                <a:gd name="T27" fmla="*/ 14 h 221"/>
                <a:gd name="T28" fmla="*/ 141 w 355"/>
                <a:gd name="T29" fmla="*/ 25 h 221"/>
                <a:gd name="T30" fmla="*/ 126 w 355"/>
                <a:gd name="T31" fmla="*/ 39 h 221"/>
                <a:gd name="T32" fmla="*/ 96 w 355"/>
                <a:gd name="T33" fmla="*/ 45 h 221"/>
                <a:gd name="T34" fmla="*/ 89 w 355"/>
                <a:gd name="T35" fmla="*/ 95 h 221"/>
                <a:gd name="T36" fmla="*/ 102 w 355"/>
                <a:gd name="T37" fmla="*/ 94 h 221"/>
                <a:gd name="T38" fmla="*/ 108 w 355"/>
                <a:gd name="T39" fmla="*/ 103 h 221"/>
                <a:gd name="T40" fmla="*/ 100 w 355"/>
                <a:gd name="T41" fmla="*/ 120 h 221"/>
                <a:gd name="T42" fmla="*/ 130 w 355"/>
                <a:gd name="T43" fmla="*/ 151 h 221"/>
                <a:gd name="T44" fmla="*/ 137 w 355"/>
                <a:gd name="T45" fmla="*/ 139 h 221"/>
                <a:gd name="T46" fmla="*/ 155 w 355"/>
                <a:gd name="T47" fmla="*/ 139 h 221"/>
                <a:gd name="T48" fmla="*/ 148 w 355"/>
                <a:gd name="T49" fmla="*/ 178 h 221"/>
                <a:gd name="T50" fmla="*/ 176 w 355"/>
                <a:gd name="T51" fmla="*/ 164 h 221"/>
                <a:gd name="T52" fmla="*/ 208 w 355"/>
                <a:gd name="T53" fmla="*/ 172 h 221"/>
                <a:gd name="T54" fmla="*/ 220 w 355"/>
                <a:gd name="T55" fmla="*/ 160 h 221"/>
                <a:gd name="T56" fmla="*/ 235 w 355"/>
                <a:gd name="T57" fmla="*/ 176 h 221"/>
                <a:gd name="T58" fmla="*/ 264 w 355"/>
                <a:gd name="T59" fmla="*/ 188 h 221"/>
                <a:gd name="T60" fmla="*/ 283 w 355"/>
                <a:gd name="T61" fmla="*/ 208 h 221"/>
                <a:gd name="T62" fmla="*/ 317 w 355"/>
                <a:gd name="T63" fmla="*/ 212 h 221"/>
                <a:gd name="T64" fmla="*/ 336 w 355"/>
                <a:gd name="T65" fmla="*/ 215 h 221"/>
                <a:gd name="T66" fmla="*/ 78 w 355"/>
                <a:gd name="T67" fmla="*/ 72 h 221"/>
                <a:gd name="T68" fmla="*/ 69 w 355"/>
                <a:gd name="T69" fmla="*/ 79 h 221"/>
                <a:gd name="T70" fmla="*/ 67 w 355"/>
                <a:gd name="T71" fmla="*/ 72 h 221"/>
                <a:gd name="T72" fmla="*/ 35 w 355"/>
                <a:gd name="T73" fmla="*/ 89 h 221"/>
                <a:gd name="T74" fmla="*/ 12 w 355"/>
                <a:gd name="T75" fmla="*/ 94 h 221"/>
                <a:gd name="T76" fmla="*/ 28 w 355"/>
                <a:gd name="T77" fmla="*/ 82 h 221"/>
                <a:gd name="T78" fmla="*/ 35 w 355"/>
                <a:gd name="T79" fmla="*/ 71 h 221"/>
                <a:gd name="T80" fmla="*/ 49 w 355"/>
                <a:gd name="T81" fmla="*/ 77 h 221"/>
                <a:gd name="T82" fmla="*/ 67 w 355"/>
                <a:gd name="T83" fmla="*/ 90 h 221"/>
                <a:gd name="T84" fmla="*/ 47 w 355"/>
                <a:gd name="T85" fmla="*/ 94 h 221"/>
                <a:gd name="T86" fmla="*/ 43 w 355"/>
                <a:gd name="T87" fmla="*/ 101 h 221"/>
                <a:gd name="T88" fmla="*/ 67 w 355"/>
                <a:gd name="T89" fmla="*/ 104 h 221"/>
                <a:gd name="T90" fmla="*/ 89 w 355"/>
                <a:gd name="T91" fmla="*/ 118 h 221"/>
                <a:gd name="T92" fmla="*/ 68 w 355"/>
                <a:gd name="T93" fmla="*/ 111 h 221"/>
                <a:gd name="T94" fmla="*/ 7 w 355"/>
                <a:gd name="T95" fmla="*/ 180 h 221"/>
                <a:gd name="T96" fmla="*/ 23 w 355"/>
                <a:gd name="T97" fmla="*/ 173 h 221"/>
                <a:gd name="T98" fmla="*/ 32 w 355"/>
                <a:gd name="T99" fmla="*/ 150 h 221"/>
                <a:gd name="T100" fmla="*/ 59 w 355"/>
                <a:gd name="T101" fmla="*/ 139 h 221"/>
                <a:gd name="T102" fmla="*/ 75 w 355"/>
                <a:gd name="T103" fmla="*/ 130 h 221"/>
                <a:gd name="T104" fmla="*/ 75 w 355"/>
                <a:gd name="T105" fmla="*/ 125 h 221"/>
                <a:gd name="T106" fmla="*/ 60 w 355"/>
                <a:gd name="T107" fmla="*/ 114 h 221"/>
                <a:gd name="T108" fmla="*/ 33 w 355"/>
                <a:gd name="T109" fmla="*/ 110 h 221"/>
                <a:gd name="T110" fmla="*/ 22 w 355"/>
                <a:gd name="T111" fmla="*/ 118 h 221"/>
                <a:gd name="T112" fmla="*/ 12 w 355"/>
                <a:gd name="T113" fmla="*/ 120 h 221"/>
                <a:gd name="T114" fmla="*/ 5 w 355"/>
                <a:gd name="T115" fmla="*/ 123 h 221"/>
                <a:gd name="T116" fmla="*/ 8 w 355"/>
                <a:gd name="T117" fmla="*/ 128 h 221"/>
                <a:gd name="T118" fmla="*/ 2 w 355"/>
                <a:gd name="T119" fmla="*/ 138 h 221"/>
                <a:gd name="T120" fmla="*/ 11 w 355"/>
                <a:gd name="T121" fmla="*/ 147 h 221"/>
                <a:gd name="T122" fmla="*/ 18 w 355"/>
                <a:gd name="T123" fmla="*/ 165 h 221"/>
                <a:gd name="T124" fmla="*/ 7 w 355"/>
                <a:gd name="T125" fmla="*/ 18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5" h="221">
                  <a:moveTo>
                    <a:pt x="336" y="215"/>
                  </a:moveTo>
                  <a:lnTo>
                    <a:pt x="347" y="202"/>
                  </a:lnTo>
                  <a:lnTo>
                    <a:pt x="345" y="190"/>
                  </a:lnTo>
                  <a:lnTo>
                    <a:pt x="355" y="182"/>
                  </a:lnTo>
                  <a:lnTo>
                    <a:pt x="355" y="169"/>
                  </a:lnTo>
                  <a:lnTo>
                    <a:pt x="325" y="119"/>
                  </a:lnTo>
                  <a:lnTo>
                    <a:pt x="330" y="72"/>
                  </a:lnTo>
                  <a:lnTo>
                    <a:pt x="337" y="68"/>
                  </a:lnTo>
                  <a:lnTo>
                    <a:pt x="342" y="51"/>
                  </a:lnTo>
                  <a:lnTo>
                    <a:pt x="352" y="38"/>
                  </a:lnTo>
                  <a:lnTo>
                    <a:pt x="354" y="34"/>
                  </a:lnTo>
                  <a:lnTo>
                    <a:pt x="353" y="32"/>
                  </a:lnTo>
                  <a:lnTo>
                    <a:pt x="347" y="22"/>
                  </a:lnTo>
                  <a:lnTo>
                    <a:pt x="345" y="28"/>
                  </a:lnTo>
                  <a:lnTo>
                    <a:pt x="292" y="27"/>
                  </a:lnTo>
                  <a:lnTo>
                    <a:pt x="268" y="13"/>
                  </a:lnTo>
                  <a:lnTo>
                    <a:pt x="243" y="13"/>
                  </a:lnTo>
                  <a:lnTo>
                    <a:pt x="230" y="7"/>
                  </a:lnTo>
                  <a:lnTo>
                    <a:pt x="219" y="10"/>
                  </a:lnTo>
                  <a:lnTo>
                    <a:pt x="205" y="0"/>
                  </a:lnTo>
                  <a:lnTo>
                    <a:pt x="204" y="7"/>
                  </a:lnTo>
                  <a:lnTo>
                    <a:pt x="196" y="6"/>
                  </a:lnTo>
                  <a:lnTo>
                    <a:pt x="196" y="11"/>
                  </a:lnTo>
                  <a:lnTo>
                    <a:pt x="203" y="17"/>
                  </a:lnTo>
                  <a:lnTo>
                    <a:pt x="191" y="24"/>
                  </a:lnTo>
                  <a:lnTo>
                    <a:pt x="185" y="21"/>
                  </a:lnTo>
                  <a:lnTo>
                    <a:pt x="161" y="20"/>
                  </a:lnTo>
                  <a:lnTo>
                    <a:pt x="157" y="14"/>
                  </a:lnTo>
                  <a:lnTo>
                    <a:pt x="153" y="26"/>
                  </a:lnTo>
                  <a:lnTo>
                    <a:pt x="141" y="25"/>
                  </a:lnTo>
                  <a:lnTo>
                    <a:pt x="128" y="29"/>
                  </a:lnTo>
                  <a:lnTo>
                    <a:pt x="126" y="39"/>
                  </a:lnTo>
                  <a:lnTo>
                    <a:pt x="118" y="37"/>
                  </a:lnTo>
                  <a:lnTo>
                    <a:pt x="96" y="45"/>
                  </a:lnTo>
                  <a:lnTo>
                    <a:pt x="88" y="57"/>
                  </a:lnTo>
                  <a:lnTo>
                    <a:pt x="89" y="95"/>
                  </a:lnTo>
                  <a:lnTo>
                    <a:pt x="98" y="97"/>
                  </a:lnTo>
                  <a:lnTo>
                    <a:pt x="102" y="94"/>
                  </a:lnTo>
                  <a:lnTo>
                    <a:pt x="115" y="94"/>
                  </a:lnTo>
                  <a:lnTo>
                    <a:pt x="108" y="103"/>
                  </a:lnTo>
                  <a:lnTo>
                    <a:pt x="99" y="104"/>
                  </a:lnTo>
                  <a:lnTo>
                    <a:pt x="100" y="120"/>
                  </a:lnTo>
                  <a:lnTo>
                    <a:pt x="111" y="136"/>
                  </a:lnTo>
                  <a:lnTo>
                    <a:pt x="130" y="151"/>
                  </a:lnTo>
                  <a:lnTo>
                    <a:pt x="136" y="150"/>
                  </a:lnTo>
                  <a:lnTo>
                    <a:pt x="137" y="139"/>
                  </a:lnTo>
                  <a:lnTo>
                    <a:pt x="150" y="130"/>
                  </a:lnTo>
                  <a:lnTo>
                    <a:pt x="155" y="139"/>
                  </a:lnTo>
                  <a:lnTo>
                    <a:pt x="148" y="171"/>
                  </a:lnTo>
                  <a:lnTo>
                    <a:pt x="148" y="178"/>
                  </a:lnTo>
                  <a:lnTo>
                    <a:pt x="155" y="175"/>
                  </a:lnTo>
                  <a:lnTo>
                    <a:pt x="176" y="164"/>
                  </a:lnTo>
                  <a:lnTo>
                    <a:pt x="192" y="160"/>
                  </a:lnTo>
                  <a:lnTo>
                    <a:pt x="208" y="172"/>
                  </a:lnTo>
                  <a:lnTo>
                    <a:pt x="217" y="171"/>
                  </a:lnTo>
                  <a:lnTo>
                    <a:pt x="220" y="160"/>
                  </a:lnTo>
                  <a:lnTo>
                    <a:pt x="230" y="167"/>
                  </a:lnTo>
                  <a:lnTo>
                    <a:pt x="235" y="176"/>
                  </a:lnTo>
                  <a:lnTo>
                    <a:pt x="243" y="176"/>
                  </a:lnTo>
                  <a:lnTo>
                    <a:pt x="264" y="188"/>
                  </a:lnTo>
                  <a:lnTo>
                    <a:pt x="270" y="203"/>
                  </a:lnTo>
                  <a:lnTo>
                    <a:pt x="283" y="208"/>
                  </a:lnTo>
                  <a:lnTo>
                    <a:pt x="293" y="221"/>
                  </a:lnTo>
                  <a:lnTo>
                    <a:pt x="317" y="212"/>
                  </a:lnTo>
                  <a:lnTo>
                    <a:pt x="336" y="215"/>
                  </a:lnTo>
                  <a:lnTo>
                    <a:pt x="336" y="215"/>
                  </a:lnTo>
                  <a:close/>
                  <a:moveTo>
                    <a:pt x="67" y="72"/>
                  </a:moveTo>
                  <a:lnTo>
                    <a:pt x="78" y="72"/>
                  </a:lnTo>
                  <a:lnTo>
                    <a:pt x="81" y="77"/>
                  </a:lnTo>
                  <a:lnTo>
                    <a:pt x="69" y="79"/>
                  </a:lnTo>
                  <a:lnTo>
                    <a:pt x="67" y="72"/>
                  </a:lnTo>
                  <a:lnTo>
                    <a:pt x="67" y="72"/>
                  </a:lnTo>
                  <a:close/>
                  <a:moveTo>
                    <a:pt x="43" y="101"/>
                  </a:moveTo>
                  <a:lnTo>
                    <a:pt x="35" y="89"/>
                  </a:lnTo>
                  <a:lnTo>
                    <a:pt x="23" y="90"/>
                  </a:lnTo>
                  <a:lnTo>
                    <a:pt x="12" y="94"/>
                  </a:lnTo>
                  <a:lnTo>
                    <a:pt x="6" y="91"/>
                  </a:lnTo>
                  <a:lnTo>
                    <a:pt x="28" y="82"/>
                  </a:lnTo>
                  <a:lnTo>
                    <a:pt x="34" y="74"/>
                  </a:lnTo>
                  <a:lnTo>
                    <a:pt x="35" y="71"/>
                  </a:lnTo>
                  <a:lnTo>
                    <a:pt x="43" y="72"/>
                  </a:lnTo>
                  <a:lnTo>
                    <a:pt x="49" y="77"/>
                  </a:lnTo>
                  <a:lnTo>
                    <a:pt x="61" y="78"/>
                  </a:lnTo>
                  <a:lnTo>
                    <a:pt x="67" y="90"/>
                  </a:lnTo>
                  <a:lnTo>
                    <a:pt x="59" y="87"/>
                  </a:lnTo>
                  <a:lnTo>
                    <a:pt x="47" y="94"/>
                  </a:lnTo>
                  <a:lnTo>
                    <a:pt x="43" y="101"/>
                  </a:lnTo>
                  <a:lnTo>
                    <a:pt x="43" y="101"/>
                  </a:lnTo>
                  <a:close/>
                  <a:moveTo>
                    <a:pt x="68" y="111"/>
                  </a:moveTo>
                  <a:lnTo>
                    <a:pt x="67" y="104"/>
                  </a:lnTo>
                  <a:lnTo>
                    <a:pt x="83" y="104"/>
                  </a:lnTo>
                  <a:lnTo>
                    <a:pt x="89" y="118"/>
                  </a:lnTo>
                  <a:lnTo>
                    <a:pt x="82" y="122"/>
                  </a:lnTo>
                  <a:lnTo>
                    <a:pt x="68" y="111"/>
                  </a:lnTo>
                  <a:lnTo>
                    <a:pt x="68" y="111"/>
                  </a:lnTo>
                  <a:close/>
                  <a:moveTo>
                    <a:pt x="7" y="180"/>
                  </a:moveTo>
                  <a:lnTo>
                    <a:pt x="13" y="181"/>
                  </a:lnTo>
                  <a:lnTo>
                    <a:pt x="23" y="173"/>
                  </a:lnTo>
                  <a:lnTo>
                    <a:pt x="23" y="167"/>
                  </a:lnTo>
                  <a:lnTo>
                    <a:pt x="32" y="150"/>
                  </a:lnTo>
                  <a:lnTo>
                    <a:pt x="51" y="147"/>
                  </a:lnTo>
                  <a:lnTo>
                    <a:pt x="59" y="139"/>
                  </a:lnTo>
                  <a:lnTo>
                    <a:pt x="67" y="129"/>
                  </a:lnTo>
                  <a:lnTo>
                    <a:pt x="75" y="130"/>
                  </a:lnTo>
                  <a:lnTo>
                    <a:pt x="78" y="129"/>
                  </a:lnTo>
                  <a:lnTo>
                    <a:pt x="75" y="125"/>
                  </a:lnTo>
                  <a:lnTo>
                    <a:pt x="70" y="121"/>
                  </a:lnTo>
                  <a:lnTo>
                    <a:pt x="60" y="114"/>
                  </a:lnTo>
                  <a:lnTo>
                    <a:pt x="39" y="113"/>
                  </a:lnTo>
                  <a:lnTo>
                    <a:pt x="33" y="110"/>
                  </a:lnTo>
                  <a:lnTo>
                    <a:pt x="27" y="117"/>
                  </a:lnTo>
                  <a:lnTo>
                    <a:pt x="22" y="118"/>
                  </a:lnTo>
                  <a:lnTo>
                    <a:pt x="16" y="126"/>
                  </a:lnTo>
                  <a:lnTo>
                    <a:pt x="12" y="120"/>
                  </a:lnTo>
                  <a:lnTo>
                    <a:pt x="5" y="118"/>
                  </a:lnTo>
                  <a:lnTo>
                    <a:pt x="5" y="123"/>
                  </a:lnTo>
                  <a:lnTo>
                    <a:pt x="0" y="125"/>
                  </a:lnTo>
                  <a:lnTo>
                    <a:pt x="8" y="128"/>
                  </a:lnTo>
                  <a:lnTo>
                    <a:pt x="8" y="134"/>
                  </a:lnTo>
                  <a:lnTo>
                    <a:pt x="2" y="138"/>
                  </a:lnTo>
                  <a:lnTo>
                    <a:pt x="2" y="144"/>
                  </a:lnTo>
                  <a:lnTo>
                    <a:pt x="11" y="147"/>
                  </a:lnTo>
                  <a:lnTo>
                    <a:pt x="22" y="156"/>
                  </a:lnTo>
                  <a:lnTo>
                    <a:pt x="18" y="165"/>
                  </a:lnTo>
                  <a:lnTo>
                    <a:pt x="13" y="165"/>
                  </a:lnTo>
                  <a:lnTo>
                    <a:pt x="7" y="18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3330" y="1402"/>
              <a:ext cx="427" cy="211"/>
            </a:xfrm>
            <a:custGeom>
              <a:avLst/>
              <a:gdLst>
                <a:gd name="T0" fmla="*/ 425 w 427"/>
                <a:gd name="T1" fmla="*/ 145 h 211"/>
                <a:gd name="T2" fmla="*/ 408 w 427"/>
                <a:gd name="T3" fmla="*/ 116 h 211"/>
                <a:gd name="T4" fmla="*/ 395 w 427"/>
                <a:gd name="T5" fmla="*/ 96 h 211"/>
                <a:gd name="T6" fmla="*/ 393 w 427"/>
                <a:gd name="T7" fmla="*/ 78 h 211"/>
                <a:gd name="T8" fmla="*/ 390 w 427"/>
                <a:gd name="T9" fmla="*/ 67 h 211"/>
                <a:gd name="T10" fmla="*/ 355 w 427"/>
                <a:gd name="T11" fmla="*/ 52 h 211"/>
                <a:gd name="T12" fmla="*/ 321 w 427"/>
                <a:gd name="T13" fmla="*/ 48 h 211"/>
                <a:gd name="T14" fmla="*/ 302 w 427"/>
                <a:gd name="T15" fmla="*/ 28 h 211"/>
                <a:gd name="T16" fmla="*/ 273 w 427"/>
                <a:gd name="T17" fmla="*/ 16 h 211"/>
                <a:gd name="T18" fmla="*/ 258 w 427"/>
                <a:gd name="T19" fmla="*/ 0 h 211"/>
                <a:gd name="T20" fmla="*/ 246 w 427"/>
                <a:gd name="T21" fmla="*/ 12 h 211"/>
                <a:gd name="T22" fmla="*/ 214 w 427"/>
                <a:gd name="T23" fmla="*/ 4 h 211"/>
                <a:gd name="T24" fmla="*/ 186 w 427"/>
                <a:gd name="T25" fmla="*/ 18 h 211"/>
                <a:gd name="T26" fmla="*/ 192 w 427"/>
                <a:gd name="T27" fmla="*/ 59 h 211"/>
                <a:gd name="T28" fmla="*/ 164 w 427"/>
                <a:gd name="T29" fmla="*/ 102 h 211"/>
                <a:gd name="T30" fmla="*/ 132 w 427"/>
                <a:gd name="T31" fmla="*/ 88 h 211"/>
                <a:gd name="T32" fmla="*/ 99 w 427"/>
                <a:gd name="T33" fmla="*/ 47 h 211"/>
                <a:gd name="T34" fmla="*/ 92 w 427"/>
                <a:gd name="T35" fmla="*/ 29 h 211"/>
                <a:gd name="T36" fmla="*/ 62 w 427"/>
                <a:gd name="T37" fmla="*/ 44 h 211"/>
                <a:gd name="T38" fmla="*/ 42 w 427"/>
                <a:gd name="T39" fmla="*/ 50 h 211"/>
                <a:gd name="T40" fmla="*/ 33 w 427"/>
                <a:gd name="T41" fmla="*/ 76 h 211"/>
                <a:gd name="T42" fmla="*/ 28 w 427"/>
                <a:gd name="T43" fmla="*/ 96 h 211"/>
                <a:gd name="T44" fmla="*/ 9 w 427"/>
                <a:gd name="T45" fmla="*/ 126 h 211"/>
                <a:gd name="T46" fmla="*/ 0 w 427"/>
                <a:gd name="T47" fmla="*/ 147 h 211"/>
                <a:gd name="T48" fmla="*/ 16 w 427"/>
                <a:gd name="T49" fmla="*/ 182 h 211"/>
                <a:gd name="T50" fmla="*/ 28 w 427"/>
                <a:gd name="T51" fmla="*/ 182 h 211"/>
                <a:gd name="T52" fmla="*/ 51 w 427"/>
                <a:gd name="T53" fmla="*/ 154 h 211"/>
                <a:gd name="T54" fmla="*/ 105 w 427"/>
                <a:gd name="T55" fmla="*/ 149 h 211"/>
                <a:gd name="T56" fmla="*/ 129 w 427"/>
                <a:gd name="T57" fmla="*/ 155 h 211"/>
                <a:gd name="T58" fmla="*/ 156 w 427"/>
                <a:gd name="T59" fmla="*/ 144 h 211"/>
                <a:gd name="T60" fmla="*/ 171 w 427"/>
                <a:gd name="T61" fmla="*/ 152 h 211"/>
                <a:gd name="T62" fmla="*/ 202 w 427"/>
                <a:gd name="T63" fmla="*/ 163 h 211"/>
                <a:gd name="T64" fmla="*/ 230 w 427"/>
                <a:gd name="T65" fmla="*/ 153 h 211"/>
                <a:gd name="T66" fmla="*/ 274 w 427"/>
                <a:gd name="T67" fmla="*/ 166 h 211"/>
                <a:gd name="T68" fmla="*/ 306 w 427"/>
                <a:gd name="T69" fmla="*/ 185 h 211"/>
                <a:gd name="T70" fmla="*/ 341 w 427"/>
                <a:gd name="T71" fmla="*/ 205 h 211"/>
                <a:gd name="T72" fmla="*/ 347 w 427"/>
                <a:gd name="T73" fmla="*/ 211 h 211"/>
                <a:gd name="T74" fmla="*/ 396 w 427"/>
                <a:gd name="T75" fmla="*/ 198 h 211"/>
                <a:gd name="T76" fmla="*/ 411 w 427"/>
                <a:gd name="T77" fmla="*/ 178 h 211"/>
                <a:gd name="T78" fmla="*/ 427 w 427"/>
                <a:gd name="T79" fmla="*/ 16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7" h="211">
                  <a:moveTo>
                    <a:pt x="427" y="163"/>
                  </a:moveTo>
                  <a:lnTo>
                    <a:pt x="425" y="145"/>
                  </a:lnTo>
                  <a:lnTo>
                    <a:pt x="415" y="134"/>
                  </a:lnTo>
                  <a:lnTo>
                    <a:pt x="408" y="116"/>
                  </a:lnTo>
                  <a:lnTo>
                    <a:pt x="404" y="111"/>
                  </a:lnTo>
                  <a:lnTo>
                    <a:pt x="395" y="96"/>
                  </a:lnTo>
                  <a:lnTo>
                    <a:pt x="397" y="88"/>
                  </a:lnTo>
                  <a:lnTo>
                    <a:pt x="393" y="78"/>
                  </a:lnTo>
                  <a:lnTo>
                    <a:pt x="387" y="73"/>
                  </a:lnTo>
                  <a:lnTo>
                    <a:pt x="390" y="67"/>
                  </a:lnTo>
                  <a:lnTo>
                    <a:pt x="388" y="56"/>
                  </a:lnTo>
                  <a:lnTo>
                    <a:pt x="355" y="52"/>
                  </a:lnTo>
                  <a:lnTo>
                    <a:pt x="331" y="61"/>
                  </a:lnTo>
                  <a:lnTo>
                    <a:pt x="321" y="48"/>
                  </a:lnTo>
                  <a:lnTo>
                    <a:pt x="308" y="43"/>
                  </a:lnTo>
                  <a:lnTo>
                    <a:pt x="302" y="28"/>
                  </a:lnTo>
                  <a:lnTo>
                    <a:pt x="281" y="16"/>
                  </a:lnTo>
                  <a:lnTo>
                    <a:pt x="273" y="16"/>
                  </a:lnTo>
                  <a:lnTo>
                    <a:pt x="268" y="7"/>
                  </a:lnTo>
                  <a:lnTo>
                    <a:pt x="258" y="0"/>
                  </a:lnTo>
                  <a:lnTo>
                    <a:pt x="255" y="11"/>
                  </a:lnTo>
                  <a:lnTo>
                    <a:pt x="246" y="12"/>
                  </a:lnTo>
                  <a:lnTo>
                    <a:pt x="230" y="0"/>
                  </a:lnTo>
                  <a:lnTo>
                    <a:pt x="214" y="4"/>
                  </a:lnTo>
                  <a:lnTo>
                    <a:pt x="193" y="15"/>
                  </a:lnTo>
                  <a:lnTo>
                    <a:pt x="186" y="18"/>
                  </a:lnTo>
                  <a:lnTo>
                    <a:pt x="186" y="33"/>
                  </a:lnTo>
                  <a:lnTo>
                    <a:pt x="192" y="59"/>
                  </a:lnTo>
                  <a:lnTo>
                    <a:pt x="184" y="81"/>
                  </a:lnTo>
                  <a:lnTo>
                    <a:pt x="164" y="102"/>
                  </a:lnTo>
                  <a:lnTo>
                    <a:pt x="148" y="102"/>
                  </a:lnTo>
                  <a:lnTo>
                    <a:pt x="132" y="88"/>
                  </a:lnTo>
                  <a:lnTo>
                    <a:pt x="130" y="77"/>
                  </a:lnTo>
                  <a:lnTo>
                    <a:pt x="99" y="47"/>
                  </a:lnTo>
                  <a:lnTo>
                    <a:pt x="98" y="29"/>
                  </a:lnTo>
                  <a:lnTo>
                    <a:pt x="92" y="29"/>
                  </a:lnTo>
                  <a:lnTo>
                    <a:pt x="81" y="40"/>
                  </a:lnTo>
                  <a:lnTo>
                    <a:pt x="62" y="44"/>
                  </a:lnTo>
                  <a:lnTo>
                    <a:pt x="55" y="49"/>
                  </a:lnTo>
                  <a:lnTo>
                    <a:pt x="42" y="50"/>
                  </a:lnTo>
                  <a:lnTo>
                    <a:pt x="32" y="64"/>
                  </a:lnTo>
                  <a:lnTo>
                    <a:pt x="33" y="76"/>
                  </a:lnTo>
                  <a:lnTo>
                    <a:pt x="28" y="75"/>
                  </a:lnTo>
                  <a:lnTo>
                    <a:pt x="28" y="96"/>
                  </a:lnTo>
                  <a:lnTo>
                    <a:pt x="10" y="114"/>
                  </a:lnTo>
                  <a:lnTo>
                    <a:pt x="9" y="126"/>
                  </a:lnTo>
                  <a:lnTo>
                    <a:pt x="10" y="138"/>
                  </a:lnTo>
                  <a:lnTo>
                    <a:pt x="0" y="147"/>
                  </a:lnTo>
                  <a:lnTo>
                    <a:pt x="8" y="176"/>
                  </a:lnTo>
                  <a:lnTo>
                    <a:pt x="16" y="182"/>
                  </a:lnTo>
                  <a:lnTo>
                    <a:pt x="16" y="184"/>
                  </a:lnTo>
                  <a:lnTo>
                    <a:pt x="28" y="182"/>
                  </a:lnTo>
                  <a:lnTo>
                    <a:pt x="33" y="169"/>
                  </a:lnTo>
                  <a:lnTo>
                    <a:pt x="51" y="154"/>
                  </a:lnTo>
                  <a:lnTo>
                    <a:pt x="81" y="147"/>
                  </a:lnTo>
                  <a:lnTo>
                    <a:pt x="105" y="149"/>
                  </a:lnTo>
                  <a:lnTo>
                    <a:pt x="120" y="148"/>
                  </a:lnTo>
                  <a:lnTo>
                    <a:pt x="129" y="155"/>
                  </a:lnTo>
                  <a:lnTo>
                    <a:pt x="142" y="145"/>
                  </a:lnTo>
                  <a:lnTo>
                    <a:pt x="156" y="144"/>
                  </a:lnTo>
                  <a:lnTo>
                    <a:pt x="159" y="151"/>
                  </a:lnTo>
                  <a:lnTo>
                    <a:pt x="171" y="152"/>
                  </a:lnTo>
                  <a:lnTo>
                    <a:pt x="181" y="163"/>
                  </a:lnTo>
                  <a:lnTo>
                    <a:pt x="202" y="163"/>
                  </a:lnTo>
                  <a:lnTo>
                    <a:pt x="208" y="165"/>
                  </a:lnTo>
                  <a:lnTo>
                    <a:pt x="230" y="153"/>
                  </a:lnTo>
                  <a:lnTo>
                    <a:pt x="253" y="163"/>
                  </a:lnTo>
                  <a:lnTo>
                    <a:pt x="274" y="166"/>
                  </a:lnTo>
                  <a:lnTo>
                    <a:pt x="292" y="183"/>
                  </a:lnTo>
                  <a:lnTo>
                    <a:pt x="306" y="185"/>
                  </a:lnTo>
                  <a:lnTo>
                    <a:pt x="321" y="205"/>
                  </a:lnTo>
                  <a:lnTo>
                    <a:pt x="341" y="205"/>
                  </a:lnTo>
                  <a:lnTo>
                    <a:pt x="347" y="211"/>
                  </a:lnTo>
                  <a:lnTo>
                    <a:pt x="347" y="211"/>
                  </a:lnTo>
                  <a:lnTo>
                    <a:pt x="369" y="202"/>
                  </a:lnTo>
                  <a:lnTo>
                    <a:pt x="396" y="198"/>
                  </a:lnTo>
                  <a:lnTo>
                    <a:pt x="399" y="182"/>
                  </a:lnTo>
                  <a:lnTo>
                    <a:pt x="411" y="178"/>
                  </a:lnTo>
                  <a:lnTo>
                    <a:pt x="416" y="165"/>
                  </a:lnTo>
                  <a:lnTo>
                    <a:pt x="427" y="16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3346" y="1546"/>
              <a:ext cx="331" cy="221"/>
            </a:xfrm>
            <a:custGeom>
              <a:avLst/>
              <a:gdLst>
                <a:gd name="T0" fmla="*/ 107 w 331"/>
                <a:gd name="T1" fmla="*/ 161 h 221"/>
                <a:gd name="T2" fmla="*/ 105 w 331"/>
                <a:gd name="T3" fmla="*/ 140 h 221"/>
                <a:gd name="T4" fmla="*/ 113 w 331"/>
                <a:gd name="T5" fmla="*/ 130 h 221"/>
                <a:gd name="T6" fmla="*/ 106 w 331"/>
                <a:gd name="T7" fmla="*/ 123 h 221"/>
                <a:gd name="T8" fmla="*/ 97 w 331"/>
                <a:gd name="T9" fmla="*/ 121 h 221"/>
                <a:gd name="T10" fmla="*/ 95 w 331"/>
                <a:gd name="T11" fmla="*/ 109 h 221"/>
                <a:gd name="T12" fmla="*/ 87 w 331"/>
                <a:gd name="T13" fmla="*/ 105 h 221"/>
                <a:gd name="T14" fmla="*/ 62 w 331"/>
                <a:gd name="T15" fmla="*/ 110 h 221"/>
                <a:gd name="T16" fmla="*/ 44 w 331"/>
                <a:gd name="T17" fmla="*/ 103 h 221"/>
                <a:gd name="T18" fmla="*/ 27 w 331"/>
                <a:gd name="T19" fmla="*/ 80 h 221"/>
                <a:gd name="T20" fmla="*/ 3 w 331"/>
                <a:gd name="T21" fmla="*/ 85 h 221"/>
                <a:gd name="T22" fmla="*/ 0 w 331"/>
                <a:gd name="T23" fmla="*/ 83 h 221"/>
                <a:gd name="T24" fmla="*/ 6 w 331"/>
                <a:gd name="T25" fmla="*/ 74 h 221"/>
                <a:gd name="T26" fmla="*/ 1 w 331"/>
                <a:gd name="T27" fmla="*/ 59 h 221"/>
                <a:gd name="T28" fmla="*/ 0 w 331"/>
                <a:gd name="T29" fmla="*/ 40 h 221"/>
                <a:gd name="T30" fmla="*/ 12 w 331"/>
                <a:gd name="T31" fmla="*/ 38 h 221"/>
                <a:gd name="T32" fmla="*/ 17 w 331"/>
                <a:gd name="T33" fmla="*/ 25 h 221"/>
                <a:gd name="T34" fmla="*/ 35 w 331"/>
                <a:gd name="T35" fmla="*/ 10 h 221"/>
                <a:gd name="T36" fmla="*/ 65 w 331"/>
                <a:gd name="T37" fmla="*/ 3 h 221"/>
                <a:gd name="T38" fmla="*/ 89 w 331"/>
                <a:gd name="T39" fmla="*/ 5 h 221"/>
                <a:gd name="T40" fmla="*/ 104 w 331"/>
                <a:gd name="T41" fmla="*/ 4 h 221"/>
                <a:gd name="T42" fmla="*/ 113 w 331"/>
                <a:gd name="T43" fmla="*/ 11 h 221"/>
                <a:gd name="T44" fmla="*/ 126 w 331"/>
                <a:gd name="T45" fmla="*/ 1 h 221"/>
                <a:gd name="T46" fmla="*/ 140 w 331"/>
                <a:gd name="T47" fmla="*/ 0 h 221"/>
                <a:gd name="T48" fmla="*/ 143 w 331"/>
                <a:gd name="T49" fmla="*/ 7 h 221"/>
                <a:gd name="T50" fmla="*/ 155 w 331"/>
                <a:gd name="T51" fmla="*/ 8 h 221"/>
                <a:gd name="T52" fmla="*/ 165 w 331"/>
                <a:gd name="T53" fmla="*/ 19 h 221"/>
                <a:gd name="T54" fmla="*/ 186 w 331"/>
                <a:gd name="T55" fmla="*/ 19 h 221"/>
                <a:gd name="T56" fmla="*/ 192 w 331"/>
                <a:gd name="T57" fmla="*/ 21 h 221"/>
                <a:gd name="T58" fmla="*/ 214 w 331"/>
                <a:gd name="T59" fmla="*/ 9 h 221"/>
                <a:gd name="T60" fmla="*/ 237 w 331"/>
                <a:gd name="T61" fmla="*/ 19 h 221"/>
                <a:gd name="T62" fmla="*/ 258 w 331"/>
                <a:gd name="T63" fmla="*/ 22 h 221"/>
                <a:gd name="T64" fmla="*/ 276 w 331"/>
                <a:gd name="T65" fmla="*/ 39 h 221"/>
                <a:gd name="T66" fmla="*/ 290 w 331"/>
                <a:gd name="T67" fmla="*/ 41 h 221"/>
                <a:gd name="T68" fmla="*/ 305 w 331"/>
                <a:gd name="T69" fmla="*/ 61 h 221"/>
                <a:gd name="T70" fmla="*/ 325 w 331"/>
                <a:gd name="T71" fmla="*/ 61 h 221"/>
                <a:gd name="T72" fmla="*/ 331 w 331"/>
                <a:gd name="T73" fmla="*/ 67 h 221"/>
                <a:gd name="T74" fmla="*/ 316 w 331"/>
                <a:gd name="T75" fmla="*/ 85 h 221"/>
                <a:gd name="T76" fmla="*/ 326 w 331"/>
                <a:gd name="T77" fmla="*/ 90 h 221"/>
                <a:gd name="T78" fmla="*/ 326 w 331"/>
                <a:gd name="T79" fmla="*/ 102 h 221"/>
                <a:gd name="T80" fmla="*/ 303 w 331"/>
                <a:gd name="T81" fmla="*/ 111 h 221"/>
                <a:gd name="T82" fmla="*/ 290 w 331"/>
                <a:gd name="T83" fmla="*/ 132 h 221"/>
                <a:gd name="T84" fmla="*/ 281 w 331"/>
                <a:gd name="T85" fmla="*/ 133 h 221"/>
                <a:gd name="T86" fmla="*/ 277 w 331"/>
                <a:gd name="T87" fmla="*/ 152 h 221"/>
                <a:gd name="T88" fmla="*/ 294 w 331"/>
                <a:gd name="T89" fmla="*/ 160 h 221"/>
                <a:gd name="T90" fmla="*/ 294 w 331"/>
                <a:gd name="T91" fmla="*/ 173 h 221"/>
                <a:gd name="T92" fmla="*/ 280 w 331"/>
                <a:gd name="T93" fmla="*/ 173 h 221"/>
                <a:gd name="T94" fmla="*/ 275 w 331"/>
                <a:gd name="T95" fmla="*/ 166 h 221"/>
                <a:gd name="T96" fmla="*/ 264 w 331"/>
                <a:gd name="T97" fmla="*/ 170 h 221"/>
                <a:gd name="T98" fmla="*/ 257 w 331"/>
                <a:gd name="T99" fmla="*/ 185 h 221"/>
                <a:gd name="T100" fmla="*/ 237 w 331"/>
                <a:gd name="T101" fmla="*/ 186 h 221"/>
                <a:gd name="T102" fmla="*/ 244 w 331"/>
                <a:gd name="T103" fmla="*/ 204 h 221"/>
                <a:gd name="T104" fmla="*/ 232 w 331"/>
                <a:gd name="T105" fmla="*/ 205 h 221"/>
                <a:gd name="T106" fmla="*/ 216 w 331"/>
                <a:gd name="T107" fmla="*/ 213 h 221"/>
                <a:gd name="T108" fmla="*/ 198 w 331"/>
                <a:gd name="T109" fmla="*/ 205 h 221"/>
                <a:gd name="T110" fmla="*/ 174 w 331"/>
                <a:gd name="T111" fmla="*/ 212 h 221"/>
                <a:gd name="T112" fmla="*/ 159 w 331"/>
                <a:gd name="T113" fmla="*/ 221 h 221"/>
                <a:gd name="T114" fmla="*/ 151 w 331"/>
                <a:gd name="T115" fmla="*/ 209 h 221"/>
                <a:gd name="T116" fmla="*/ 152 w 331"/>
                <a:gd name="T117" fmla="*/ 194 h 221"/>
                <a:gd name="T118" fmla="*/ 145 w 331"/>
                <a:gd name="T119" fmla="*/ 172 h 221"/>
                <a:gd name="T120" fmla="*/ 136 w 331"/>
                <a:gd name="T121" fmla="*/ 171 h 221"/>
                <a:gd name="T122" fmla="*/ 120 w 331"/>
                <a:gd name="T123" fmla="*/ 160 h 221"/>
                <a:gd name="T124" fmla="*/ 107 w 331"/>
                <a:gd name="T125" fmla="*/ 16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1" h="221">
                  <a:moveTo>
                    <a:pt x="107" y="161"/>
                  </a:moveTo>
                  <a:lnTo>
                    <a:pt x="105" y="140"/>
                  </a:lnTo>
                  <a:lnTo>
                    <a:pt x="113" y="130"/>
                  </a:lnTo>
                  <a:lnTo>
                    <a:pt x="106" y="123"/>
                  </a:lnTo>
                  <a:lnTo>
                    <a:pt x="97" y="121"/>
                  </a:lnTo>
                  <a:lnTo>
                    <a:pt x="95" y="109"/>
                  </a:lnTo>
                  <a:lnTo>
                    <a:pt x="87" y="105"/>
                  </a:lnTo>
                  <a:lnTo>
                    <a:pt x="62" y="110"/>
                  </a:lnTo>
                  <a:lnTo>
                    <a:pt x="44" y="103"/>
                  </a:lnTo>
                  <a:lnTo>
                    <a:pt x="27" y="80"/>
                  </a:lnTo>
                  <a:lnTo>
                    <a:pt x="3" y="85"/>
                  </a:lnTo>
                  <a:lnTo>
                    <a:pt x="0" y="83"/>
                  </a:lnTo>
                  <a:lnTo>
                    <a:pt x="6" y="74"/>
                  </a:lnTo>
                  <a:lnTo>
                    <a:pt x="1" y="59"/>
                  </a:lnTo>
                  <a:lnTo>
                    <a:pt x="0" y="40"/>
                  </a:lnTo>
                  <a:lnTo>
                    <a:pt x="12" y="38"/>
                  </a:lnTo>
                  <a:lnTo>
                    <a:pt x="17" y="25"/>
                  </a:lnTo>
                  <a:lnTo>
                    <a:pt x="35" y="10"/>
                  </a:lnTo>
                  <a:lnTo>
                    <a:pt x="65" y="3"/>
                  </a:lnTo>
                  <a:lnTo>
                    <a:pt x="89" y="5"/>
                  </a:lnTo>
                  <a:lnTo>
                    <a:pt x="104" y="4"/>
                  </a:lnTo>
                  <a:lnTo>
                    <a:pt x="113" y="11"/>
                  </a:lnTo>
                  <a:lnTo>
                    <a:pt x="126" y="1"/>
                  </a:lnTo>
                  <a:lnTo>
                    <a:pt x="140" y="0"/>
                  </a:lnTo>
                  <a:lnTo>
                    <a:pt x="143" y="7"/>
                  </a:lnTo>
                  <a:lnTo>
                    <a:pt x="155" y="8"/>
                  </a:lnTo>
                  <a:lnTo>
                    <a:pt x="165" y="19"/>
                  </a:lnTo>
                  <a:lnTo>
                    <a:pt x="186" y="19"/>
                  </a:lnTo>
                  <a:lnTo>
                    <a:pt x="192" y="21"/>
                  </a:lnTo>
                  <a:lnTo>
                    <a:pt x="214" y="9"/>
                  </a:lnTo>
                  <a:lnTo>
                    <a:pt x="237" y="19"/>
                  </a:lnTo>
                  <a:lnTo>
                    <a:pt x="258" y="22"/>
                  </a:lnTo>
                  <a:lnTo>
                    <a:pt x="276" y="39"/>
                  </a:lnTo>
                  <a:lnTo>
                    <a:pt x="290" y="41"/>
                  </a:lnTo>
                  <a:lnTo>
                    <a:pt x="305" y="61"/>
                  </a:lnTo>
                  <a:lnTo>
                    <a:pt x="325" y="61"/>
                  </a:lnTo>
                  <a:lnTo>
                    <a:pt x="331" y="67"/>
                  </a:lnTo>
                  <a:lnTo>
                    <a:pt x="316" y="85"/>
                  </a:lnTo>
                  <a:lnTo>
                    <a:pt x="326" y="90"/>
                  </a:lnTo>
                  <a:lnTo>
                    <a:pt x="326" y="102"/>
                  </a:lnTo>
                  <a:lnTo>
                    <a:pt x="303" y="111"/>
                  </a:lnTo>
                  <a:lnTo>
                    <a:pt x="290" y="132"/>
                  </a:lnTo>
                  <a:lnTo>
                    <a:pt x="281" y="133"/>
                  </a:lnTo>
                  <a:lnTo>
                    <a:pt x="277" y="152"/>
                  </a:lnTo>
                  <a:lnTo>
                    <a:pt x="294" y="160"/>
                  </a:lnTo>
                  <a:lnTo>
                    <a:pt x="294" y="173"/>
                  </a:lnTo>
                  <a:lnTo>
                    <a:pt x="280" y="173"/>
                  </a:lnTo>
                  <a:lnTo>
                    <a:pt x="275" y="166"/>
                  </a:lnTo>
                  <a:lnTo>
                    <a:pt x="264" y="170"/>
                  </a:lnTo>
                  <a:lnTo>
                    <a:pt x="257" y="185"/>
                  </a:lnTo>
                  <a:lnTo>
                    <a:pt x="237" y="186"/>
                  </a:lnTo>
                  <a:lnTo>
                    <a:pt x="244" y="204"/>
                  </a:lnTo>
                  <a:lnTo>
                    <a:pt x="232" y="205"/>
                  </a:lnTo>
                  <a:lnTo>
                    <a:pt x="216" y="213"/>
                  </a:lnTo>
                  <a:lnTo>
                    <a:pt x="198" y="205"/>
                  </a:lnTo>
                  <a:lnTo>
                    <a:pt x="174" y="212"/>
                  </a:lnTo>
                  <a:lnTo>
                    <a:pt x="159" y="221"/>
                  </a:lnTo>
                  <a:lnTo>
                    <a:pt x="151" y="209"/>
                  </a:lnTo>
                  <a:lnTo>
                    <a:pt x="152" y="194"/>
                  </a:lnTo>
                  <a:lnTo>
                    <a:pt x="145" y="172"/>
                  </a:lnTo>
                  <a:lnTo>
                    <a:pt x="136" y="171"/>
                  </a:lnTo>
                  <a:lnTo>
                    <a:pt x="120" y="160"/>
                  </a:lnTo>
                  <a:lnTo>
                    <a:pt x="107" y="16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3505" y="1563"/>
              <a:ext cx="560" cy="393"/>
            </a:xfrm>
            <a:custGeom>
              <a:avLst/>
              <a:gdLst>
                <a:gd name="T0" fmla="*/ 15 w 560"/>
                <a:gd name="T1" fmla="*/ 195 h 393"/>
                <a:gd name="T2" fmla="*/ 57 w 560"/>
                <a:gd name="T3" fmla="*/ 196 h 393"/>
                <a:gd name="T4" fmla="*/ 85 w 560"/>
                <a:gd name="T5" fmla="*/ 187 h 393"/>
                <a:gd name="T6" fmla="*/ 98 w 560"/>
                <a:gd name="T7" fmla="*/ 168 h 393"/>
                <a:gd name="T8" fmla="*/ 116 w 560"/>
                <a:gd name="T9" fmla="*/ 149 h 393"/>
                <a:gd name="T10" fmla="*/ 135 w 560"/>
                <a:gd name="T11" fmla="*/ 156 h 393"/>
                <a:gd name="T12" fmla="*/ 118 w 560"/>
                <a:gd name="T13" fmla="*/ 135 h 393"/>
                <a:gd name="T14" fmla="*/ 131 w 560"/>
                <a:gd name="T15" fmla="*/ 115 h 393"/>
                <a:gd name="T16" fmla="*/ 167 w 560"/>
                <a:gd name="T17" fmla="*/ 85 h 393"/>
                <a:gd name="T18" fmla="*/ 157 w 560"/>
                <a:gd name="T19" fmla="*/ 68 h 393"/>
                <a:gd name="T20" fmla="*/ 194 w 560"/>
                <a:gd name="T21" fmla="*/ 41 h 393"/>
                <a:gd name="T22" fmla="*/ 224 w 560"/>
                <a:gd name="T23" fmla="*/ 21 h 393"/>
                <a:gd name="T24" fmla="*/ 241 w 560"/>
                <a:gd name="T25" fmla="*/ 4 h 393"/>
                <a:gd name="T26" fmla="*/ 268 w 560"/>
                <a:gd name="T27" fmla="*/ 8 h 393"/>
                <a:gd name="T28" fmla="*/ 297 w 560"/>
                <a:gd name="T29" fmla="*/ 19 h 393"/>
                <a:gd name="T30" fmla="*/ 328 w 560"/>
                <a:gd name="T31" fmla="*/ 14 h 393"/>
                <a:gd name="T32" fmla="*/ 357 w 560"/>
                <a:gd name="T33" fmla="*/ 21 h 393"/>
                <a:gd name="T34" fmla="*/ 385 w 560"/>
                <a:gd name="T35" fmla="*/ 25 h 393"/>
                <a:gd name="T36" fmla="*/ 423 w 560"/>
                <a:gd name="T37" fmla="*/ 34 h 393"/>
                <a:gd name="T38" fmla="*/ 422 w 560"/>
                <a:gd name="T39" fmla="*/ 65 h 393"/>
                <a:gd name="T40" fmla="*/ 434 w 560"/>
                <a:gd name="T41" fmla="*/ 95 h 393"/>
                <a:gd name="T42" fmla="*/ 457 w 560"/>
                <a:gd name="T43" fmla="*/ 127 h 393"/>
                <a:gd name="T44" fmla="*/ 487 w 560"/>
                <a:gd name="T45" fmla="*/ 157 h 393"/>
                <a:gd name="T46" fmla="*/ 516 w 560"/>
                <a:gd name="T47" fmla="*/ 183 h 393"/>
                <a:gd name="T48" fmla="*/ 542 w 560"/>
                <a:gd name="T49" fmla="*/ 215 h 393"/>
                <a:gd name="T50" fmla="*/ 552 w 560"/>
                <a:gd name="T51" fmla="*/ 231 h 393"/>
                <a:gd name="T52" fmla="*/ 504 w 560"/>
                <a:gd name="T53" fmla="*/ 256 h 393"/>
                <a:gd name="T54" fmla="*/ 483 w 560"/>
                <a:gd name="T55" fmla="*/ 254 h 393"/>
                <a:gd name="T56" fmla="*/ 498 w 560"/>
                <a:gd name="T57" fmla="*/ 288 h 393"/>
                <a:gd name="T58" fmla="*/ 512 w 560"/>
                <a:gd name="T59" fmla="*/ 320 h 393"/>
                <a:gd name="T60" fmla="*/ 510 w 560"/>
                <a:gd name="T61" fmla="*/ 336 h 393"/>
                <a:gd name="T62" fmla="*/ 461 w 560"/>
                <a:gd name="T63" fmla="*/ 344 h 393"/>
                <a:gd name="T64" fmla="*/ 451 w 560"/>
                <a:gd name="T65" fmla="*/ 388 h 393"/>
                <a:gd name="T66" fmla="*/ 425 w 560"/>
                <a:gd name="T67" fmla="*/ 380 h 393"/>
                <a:gd name="T68" fmla="*/ 393 w 560"/>
                <a:gd name="T69" fmla="*/ 379 h 393"/>
                <a:gd name="T70" fmla="*/ 368 w 560"/>
                <a:gd name="T71" fmla="*/ 393 h 393"/>
                <a:gd name="T72" fmla="*/ 354 w 560"/>
                <a:gd name="T73" fmla="*/ 378 h 393"/>
                <a:gd name="T74" fmla="*/ 315 w 560"/>
                <a:gd name="T75" fmla="*/ 388 h 393"/>
                <a:gd name="T76" fmla="*/ 285 w 560"/>
                <a:gd name="T77" fmla="*/ 381 h 393"/>
                <a:gd name="T78" fmla="*/ 270 w 560"/>
                <a:gd name="T79" fmla="*/ 387 h 393"/>
                <a:gd name="T80" fmla="*/ 236 w 560"/>
                <a:gd name="T81" fmla="*/ 386 h 393"/>
                <a:gd name="T82" fmla="*/ 217 w 560"/>
                <a:gd name="T83" fmla="*/ 371 h 393"/>
                <a:gd name="T84" fmla="*/ 162 w 560"/>
                <a:gd name="T85" fmla="*/ 358 h 393"/>
                <a:gd name="T86" fmla="*/ 140 w 560"/>
                <a:gd name="T87" fmla="*/ 368 h 393"/>
                <a:gd name="T88" fmla="*/ 72 w 560"/>
                <a:gd name="T89" fmla="*/ 375 h 393"/>
                <a:gd name="T90" fmla="*/ 39 w 560"/>
                <a:gd name="T91" fmla="*/ 370 h 393"/>
                <a:gd name="T92" fmla="*/ 29 w 560"/>
                <a:gd name="T93" fmla="*/ 365 h 393"/>
                <a:gd name="T94" fmla="*/ 10 w 560"/>
                <a:gd name="T95" fmla="*/ 328 h 393"/>
                <a:gd name="T96" fmla="*/ 34 w 560"/>
                <a:gd name="T97" fmla="*/ 309 h 393"/>
                <a:gd name="T98" fmla="*/ 25 w 560"/>
                <a:gd name="T99" fmla="*/ 265 h 393"/>
                <a:gd name="T100" fmla="*/ 13 w 560"/>
                <a:gd name="T101" fmla="*/ 237 h 393"/>
                <a:gd name="T102" fmla="*/ 0 w 560"/>
                <a:gd name="T103" fmla="*/ 204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0" h="393">
                  <a:moveTo>
                    <a:pt x="0" y="204"/>
                  </a:moveTo>
                  <a:lnTo>
                    <a:pt x="15" y="195"/>
                  </a:lnTo>
                  <a:lnTo>
                    <a:pt x="39" y="188"/>
                  </a:lnTo>
                  <a:lnTo>
                    <a:pt x="57" y="196"/>
                  </a:lnTo>
                  <a:lnTo>
                    <a:pt x="73" y="188"/>
                  </a:lnTo>
                  <a:lnTo>
                    <a:pt x="85" y="187"/>
                  </a:lnTo>
                  <a:lnTo>
                    <a:pt x="78" y="169"/>
                  </a:lnTo>
                  <a:lnTo>
                    <a:pt x="98" y="168"/>
                  </a:lnTo>
                  <a:lnTo>
                    <a:pt x="105" y="153"/>
                  </a:lnTo>
                  <a:lnTo>
                    <a:pt x="116" y="149"/>
                  </a:lnTo>
                  <a:lnTo>
                    <a:pt x="121" y="156"/>
                  </a:lnTo>
                  <a:lnTo>
                    <a:pt x="135" y="156"/>
                  </a:lnTo>
                  <a:lnTo>
                    <a:pt x="135" y="143"/>
                  </a:lnTo>
                  <a:lnTo>
                    <a:pt x="118" y="135"/>
                  </a:lnTo>
                  <a:lnTo>
                    <a:pt x="122" y="116"/>
                  </a:lnTo>
                  <a:lnTo>
                    <a:pt x="131" y="115"/>
                  </a:lnTo>
                  <a:lnTo>
                    <a:pt x="144" y="94"/>
                  </a:lnTo>
                  <a:lnTo>
                    <a:pt x="167" y="85"/>
                  </a:lnTo>
                  <a:lnTo>
                    <a:pt x="167" y="73"/>
                  </a:lnTo>
                  <a:lnTo>
                    <a:pt x="157" y="68"/>
                  </a:lnTo>
                  <a:lnTo>
                    <a:pt x="172" y="50"/>
                  </a:lnTo>
                  <a:lnTo>
                    <a:pt x="194" y="41"/>
                  </a:lnTo>
                  <a:lnTo>
                    <a:pt x="221" y="37"/>
                  </a:lnTo>
                  <a:lnTo>
                    <a:pt x="224" y="21"/>
                  </a:lnTo>
                  <a:lnTo>
                    <a:pt x="236" y="17"/>
                  </a:lnTo>
                  <a:lnTo>
                    <a:pt x="241" y="4"/>
                  </a:lnTo>
                  <a:lnTo>
                    <a:pt x="257" y="1"/>
                  </a:lnTo>
                  <a:lnTo>
                    <a:pt x="268" y="8"/>
                  </a:lnTo>
                  <a:lnTo>
                    <a:pt x="283" y="0"/>
                  </a:lnTo>
                  <a:lnTo>
                    <a:pt x="297" y="19"/>
                  </a:lnTo>
                  <a:lnTo>
                    <a:pt x="313" y="12"/>
                  </a:lnTo>
                  <a:lnTo>
                    <a:pt x="328" y="14"/>
                  </a:lnTo>
                  <a:lnTo>
                    <a:pt x="340" y="34"/>
                  </a:lnTo>
                  <a:lnTo>
                    <a:pt x="357" y="21"/>
                  </a:lnTo>
                  <a:lnTo>
                    <a:pt x="377" y="17"/>
                  </a:lnTo>
                  <a:lnTo>
                    <a:pt x="385" y="25"/>
                  </a:lnTo>
                  <a:lnTo>
                    <a:pt x="393" y="25"/>
                  </a:lnTo>
                  <a:lnTo>
                    <a:pt x="423" y="34"/>
                  </a:lnTo>
                  <a:lnTo>
                    <a:pt x="427" y="49"/>
                  </a:lnTo>
                  <a:lnTo>
                    <a:pt x="422" y="65"/>
                  </a:lnTo>
                  <a:lnTo>
                    <a:pt x="434" y="77"/>
                  </a:lnTo>
                  <a:lnTo>
                    <a:pt x="434" y="95"/>
                  </a:lnTo>
                  <a:lnTo>
                    <a:pt x="449" y="110"/>
                  </a:lnTo>
                  <a:lnTo>
                    <a:pt x="457" y="127"/>
                  </a:lnTo>
                  <a:lnTo>
                    <a:pt x="474" y="149"/>
                  </a:lnTo>
                  <a:lnTo>
                    <a:pt x="487" y="157"/>
                  </a:lnTo>
                  <a:lnTo>
                    <a:pt x="493" y="178"/>
                  </a:lnTo>
                  <a:lnTo>
                    <a:pt x="516" y="183"/>
                  </a:lnTo>
                  <a:lnTo>
                    <a:pt x="540" y="204"/>
                  </a:lnTo>
                  <a:lnTo>
                    <a:pt x="542" y="215"/>
                  </a:lnTo>
                  <a:lnTo>
                    <a:pt x="560" y="225"/>
                  </a:lnTo>
                  <a:lnTo>
                    <a:pt x="552" y="231"/>
                  </a:lnTo>
                  <a:lnTo>
                    <a:pt x="538" y="252"/>
                  </a:lnTo>
                  <a:lnTo>
                    <a:pt x="504" y="256"/>
                  </a:lnTo>
                  <a:lnTo>
                    <a:pt x="489" y="244"/>
                  </a:lnTo>
                  <a:lnTo>
                    <a:pt x="483" y="254"/>
                  </a:lnTo>
                  <a:lnTo>
                    <a:pt x="484" y="269"/>
                  </a:lnTo>
                  <a:lnTo>
                    <a:pt x="498" y="288"/>
                  </a:lnTo>
                  <a:lnTo>
                    <a:pt x="496" y="304"/>
                  </a:lnTo>
                  <a:lnTo>
                    <a:pt x="512" y="320"/>
                  </a:lnTo>
                  <a:lnTo>
                    <a:pt x="512" y="336"/>
                  </a:lnTo>
                  <a:lnTo>
                    <a:pt x="510" y="336"/>
                  </a:lnTo>
                  <a:lnTo>
                    <a:pt x="481" y="342"/>
                  </a:lnTo>
                  <a:lnTo>
                    <a:pt x="461" y="344"/>
                  </a:lnTo>
                  <a:lnTo>
                    <a:pt x="452" y="367"/>
                  </a:lnTo>
                  <a:lnTo>
                    <a:pt x="451" y="388"/>
                  </a:lnTo>
                  <a:lnTo>
                    <a:pt x="436" y="390"/>
                  </a:lnTo>
                  <a:lnTo>
                    <a:pt x="425" y="380"/>
                  </a:lnTo>
                  <a:lnTo>
                    <a:pt x="405" y="386"/>
                  </a:lnTo>
                  <a:lnTo>
                    <a:pt x="393" y="379"/>
                  </a:lnTo>
                  <a:lnTo>
                    <a:pt x="380" y="379"/>
                  </a:lnTo>
                  <a:lnTo>
                    <a:pt x="368" y="393"/>
                  </a:lnTo>
                  <a:lnTo>
                    <a:pt x="357" y="390"/>
                  </a:lnTo>
                  <a:lnTo>
                    <a:pt x="354" y="378"/>
                  </a:lnTo>
                  <a:lnTo>
                    <a:pt x="335" y="376"/>
                  </a:lnTo>
                  <a:lnTo>
                    <a:pt x="315" y="388"/>
                  </a:lnTo>
                  <a:lnTo>
                    <a:pt x="306" y="384"/>
                  </a:lnTo>
                  <a:lnTo>
                    <a:pt x="285" y="381"/>
                  </a:lnTo>
                  <a:lnTo>
                    <a:pt x="279" y="386"/>
                  </a:lnTo>
                  <a:lnTo>
                    <a:pt x="270" y="387"/>
                  </a:lnTo>
                  <a:lnTo>
                    <a:pt x="260" y="378"/>
                  </a:lnTo>
                  <a:lnTo>
                    <a:pt x="236" y="386"/>
                  </a:lnTo>
                  <a:lnTo>
                    <a:pt x="233" y="379"/>
                  </a:lnTo>
                  <a:lnTo>
                    <a:pt x="217" y="371"/>
                  </a:lnTo>
                  <a:lnTo>
                    <a:pt x="179" y="366"/>
                  </a:lnTo>
                  <a:lnTo>
                    <a:pt x="162" y="358"/>
                  </a:lnTo>
                  <a:lnTo>
                    <a:pt x="154" y="358"/>
                  </a:lnTo>
                  <a:lnTo>
                    <a:pt x="140" y="368"/>
                  </a:lnTo>
                  <a:lnTo>
                    <a:pt x="119" y="369"/>
                  </a:lnTo>
                  <a:lnTo>
                    <a:pt x="72" y="375"/>
                  </a:lnTo>
                  <a:lnTo>
                    <a:pt x="61" y="381"/>
                  </a:lnTo>
                  <a:lnTo>
                    <a:pt x="39" y="370"/>
                  </a:lnTo>
                  <a:lnTo>
                    <a:pt x="28" y="372"/>
                  </a:lnTo>
                  <a:lnTo>
                    <a:pt x="29" y="365"/>
                  </a:lnTo>
                  <a:lnTo>
                    <a:pt x="15" y="346"/>
                  </a:lnTo>
                  <a:lnTo>
                    <a:pt x="10" y="328"/>
                  </a:lnTo>
                  <a:lnTo>
                    <a:pt x="20" y="313"/>
                  </a:lnTo>
                  <a:lnTo>
                    <a:pt x="34" y="309"/>
                  </a:lnTo>
                  <a:lnTo>
                    <a:pt x="33" y="271"/>
                  </a:lnTo>
                  <a:lnTo>
                    <a:pt x="25" y="265"/>
                  </a:lnTo>
                  <a:lnTo>
                    <a:pt x="22" y="249"/>
                  </a:lnTo>
                  <a:lnTo>
                    <a:pt x="13" y="237"/>
                  </a:lnTo>
                  <a:lnTo>
                    <a:pt x="3" y="209"/>
                  </a:lnTo>
                  <a:lnTo>
                    <a:pt x="0" y="20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464" y="1877"/>
              <a:ext cx="1101" cy="624"/>
            </a:xfrm>
            <a:custGeom>
              <a:avLst/>
              <a:gdLst>
                <a:gd name="T0" fmla="*/ 160 w 1101"/>
                <a:gd name="T1" fmla="*/ 55 h 624"/>
                <a:gd name="T2" fmla="*/ 258 w 1101"/>
                <a:gd name="T3" fmla="*/ 57 h 624"/>
                <a:gd name="T4" fmla="*/ 320 w 1101"/>
                <a:gd name="T5" fmla="*/ 72 h 624"/>
                <a:gd name="T6" fmla="*/ 395 w 1101"/>
                <a:gd name="T7" fmla="*/ 64 h 624"/>
                <a:gd name="T8" fmla="*/ 446 w 1101"/>
                <a:gd name="T9" fmla="*/ 72 h 624"/>
                <a:gd name="T10" fmla="*/ 502 w 1101"/>
                <a:gd name="T11" fmla="*/ 30 h 624"/>
                <a:gd name="T12" fmla="*/ 577 w 1101"/>
                <a:gd name="T13" fmla="*/ 8 h 624"/>
                <a:gd name="T14" fmla="*/ 687 w 1101"/>
                <a:gd name="T15" fmla="*/ 3 h 624"/>
                <a:gd name="T16" fmla="*/ 759 w 1101"/>
                <a:gd name="T17" fmla="*/ 72 h 624"/>
                <a:gd name="T18" fmla="*/ 794 w 1101"/>
                <a:gd name="T19" fmla="*/ 133 h 624"/>
                <a:gd name="T20" fmla="*/ 885 w 1101"/>
                <a:gd name="T21" fmla="*/ 156 h 624"/>
                <a:gd name="T22" fmla="*/ 960 w 1101"/>
                <a:gd name="T23" fmla="*/ 192 h 624"/>
                <a:gd name="T24" fmla="*/ 1038 w 1101"/>
                <a:gd name="T25" fmla="*/ 194 h 624"/>
                <a:gd name="T26" fmla="*/ 1100 w 1101"/>
                <a:gd name="T27" fmla="*/ 217 h 624"/>
                <a:gd name="T28" fmla="*/ 1091 w 1101"/>
                <a:gd name="T29" fmla="*/ 288 h 624"/>
                <a:gd name="T30" fmla="*/ 1043 w 1101"/>
                <a:gd name="T31" fmla="*/ 354 h 624"/>
                <a:gd name="T32" fmla="*/ 1003 w 1101"/>
                <a:gd name="T33" fmla="*/ 404 h 624"/>
                <a:gd name="T34" fmla="*/ 948 w 1101"/>
                <a:gd name="T35" fmla="*/ 425 h 624"/>
                <a:gd name="T36" fmla="*/ 894 w 1101"/>
                <a:gd name="T37" fmla="*/ 449 h 624"/>
                <a:gd name="T38" fmla="*/ 833 w 1101"/>
                <a:gd name="T39" fmla="*/ 447 h 624"/>
                <a:gd name="T40" fmla="*/ 823 w 1101"/>
                <a:gd name="T41" fmla="*/ 489 h 624"/>
                <a:gd name="T42" fmla="*/ 828 w 1101"/>
                <a:gd name="T43" fmla="*/ 465 h 624"/>
                <a:gd name="T44" fmla="*/ 783 w 1101"/>
                <a:gd name="T45" fmla="*/ 497 h 624"/>
                <a:gd name="T46" fmla="*/ 735 w 1101"/>
                <a:gd name="T47" fmla="*/ 500 h 624"/>
                <a:gd name="T48" fmla="*/ 788 w 1101"/>
                <a:gd name="T49" fmla="*/ 515 h 624"/>
                <a:gd name="T50" fmla="*/ 799 w 1101"/>
                <a:gd name="T51" fmla="*/ 529 h 624"/>
                <a:gd name="T52" fmla="*/ 823 w 1101"/>
                <a:gd name="T53" fmla="*/ 558 h 624"/>
                <a:gd name="T54" fmla="*/ 792 w 1101"/>
                <a:gd name="T55" fmla="*/ 498 h 624"/>
                <a:gd name="T56" fmla="*/ 853 w 1101"/>
                <a:gd name="T57" fmla="*/ 559 h 624"/>
                <a:gd name="T58" fmla="*/ 910 w 1101"/>
                <a:gd name="T59" fmla="*/ 540 h 624"/>
                <a:gd name="T60" fmla="*/ 915 w 1101"/>
                <a:gd name="T61" fmla="*/ 574 h 624"/>
                <a:gd name="T62" fmla="*/ 817 w 1101"/>
                <a:gd name="T63" fmla="*/ 593 h 624"/>
                <a:gd name="T64" fmla="*/ 731 w 1101"/>
                <a:gd name="T65" fmla="*/ 610 h 624"/>
                <a:gd name="T66" fmla="*/ 695 w 1101"/>
                <a:gd name="T67" fmla="*/ 559 h 624"/>
                <a:gd name="T68" fmla="*/ 731 w 1101"/>
                <a:gd name="T69" fmla="*/ 526 h 624"/>
                <a:gd name="T70" fmla="*/ 714 w 1101"/>
                <a:gd name="T71" fmla="*/ 506 h 624"/>
                <a:gd name="T72" fmla="*/ 646 w 1101"/>
                <a:gd name="T73" fmla="*/ 497 h 624"/>
                <a:gd name="T74" fmla="*/ 618 w 1101"/>
                <a:gd name="T75" fmla="*/ 474 h 624"/>
                <a:gd name="T76" fmla="*/ 637 w 1101"/>
                <a:gd name="T77" fmla="*/ 467 h 624"/>
                <a:gd name="T78" fmla="*/ 623 w 1101"/>
                <a:gd name="T79" fmla="*/ 450 h 624"/>
                <a:gd name="T80" fmla="*/ 595 w 1101"/>
                <a:gd name="T81" fmla="*/ 455 h 624"/>
                <a:gd name="T82" fmla="*/ 549 w 1101"/>
                <a:gd name="T83" fmla="*/ 488 h 624"/>
                <a:gd name="T84" fmla="*/ 499 w 1101"/>
                <a:gd name="T85" fmla="*/ 539 h 624"/>
                <a:gd name="T86" fmla="*/ 495 w 1101"/>
                <a:gd name="T87" fmla="*/ 566 h 624"/>
                <a:gd name="T88" fmla="*/ 428 w 1101"/>
                <a:gd name="T89" fmla="*/ 566 h 624"/>
                <a:gd name="T90" fmla="*/ 420 w 1101"/>
                <a:gd name="T91" fmla="*/ 530 h 624"/>
                <a:gd name="T92" fmla="*/ 453 w 1101"/>
                <a:gd name="T93" fmla="*/ 473 h 624"/>
                <a:gd name="T94" fmla="*/ 495 w 1101"/>
                <a:gd name="T95" fmla="*/ 458 h 624"/>
                <a:gd name="T96" fmla="*/ 457 w 1101"/>
                <a:gd name="T97" fmla="*/ 406 h 624"/>
                <a:gd name="T98" fmla="*/ 402 w 1101"/>
                <a:gd name="T99" fmla="*/ 337 h 624"/>
                <a:gd name="T100" fmla="*/ 333 w 1101"/>
                <a:gd name="T101" fmla="*/ 324 h 624"/>
                <a:gd name="T102" fmla="*/ 286 w 1101"/>
                <a:gd name="T103" fmla="*/ 314 h 624"/>
                <a:gd name="T104" fmla="*/ 276 w 1101"/>
                <a:gd name="T105" fmla="*/ 353 h 624"/>
                <a:gd name="T106" fmla="*/ 174 w 1101"/>
                <a:gd name="T107" fmla="*/ 383 h 624"/>
                <a:gd name="T108" fmla="*/ 97 w 1101"/>
                <a:gd name="T109" fmla="*/ 366 h 624"/>
                <a:gd name="T110" fmla="*/ 34 w 1101"/>
                <a:gd name="T111" fmla="*/ 350 h 624"/>
                <a:gd name="T112" fmla="*/ 20 w 1101"/>
                <a:gd name="T113" fmla="*/ 278 h 624"/>
                <a:gd name="T114" fmla="*/ 78 w 1101"/>
                <a:gd name="T115" fmla="*/ 183 h 624"/>
                <a:gd name="T116" fmla="*/ 96 w 1101"/>
                <a:gd name="T117" fmla="*/ 138 h 624"/>
                <a:gd name="T118" fmla="*/ 68 w 1101"/>
                <a:gd name="T119" fmla="*/ 68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1" h="624">
                  <a:moveTo>
                    <a:pt x="69" y="58"/>
                  </a:moveTo>
                  <a:lnTo>
                    <a:pt x="80" y="56"/>
                  </a:lnTo>
                  <a:lnTo>
                    <a:pt x="102" y="67"/>
                  </a:lnTo>
                  <a:lnTo>
                    <a:pt x="113" y="61"/>
                  </a:lnTo>
                  <a:lnTo>
                    <a:pt x="160" y="55"/>
                  </a:lnTo>
                  <a:lnTo>
                    <a:pt x="181" y="54"/>
                  </a:lnTo>
                  <a:lnTo>
                    <a:pt x="195" y="44"/>
                  </a:lnTo>
                  <a:lnTo>
                    <a:pt x="203" y="44"/>
                  </a:lnTo>
                  <a:lnTo>
                    <a:pt x="220" y="52"/>
                  </a:lnTo>
                  <a:lnTo>
                    <a:pt x="258" y="57"/>
                  </a:lnTo>
                  <a:lnTo>
                    <a:pt x="274" y="65"/>
                  </a:lnTo>
                  <a:lnTo>
                    <a:pt x="277" y="72"/>
                  </a:lnTo>
                  <a:lnTo>
                    <a:pt x="301" y="64"/>
                  </a:lnTo>
                  <a:lnTo>
                    <a:pt x="311" y="73"/>
                  </a:lnTo>
                  <a:lnTo>
                    <a:pt x="320" y="72"/>
                  </a:lnTo>
                  <a:lnTo>
                    <a:pt x="326" y="67"/>
                  </a:lnTo>
                  <a:lnTo>
                    <a:pt x="347" y="70"/>
                  </a:lnTo>
                  <a:lnTo>
                    <a:pt x="356" y="74"/>
                  </a:lnTo>
                  <a:lnTo>
                    <a:pt x="376" y="62"/>
                  </a:lnTo>
                  <a:lnTo>
                    <a:pt x="395" y="64"/>
                  </a:lnTo>
                  <a:lnTo>
                    <a:pt x="398" y="76"/>
                  </a:lnTo>
                  <a:lnTo>
                    <a:pt x="409" y="79"/>
                  </a:lnTo>
                  <a:lnTo>
                    <a:pt x="421" y="65"/>
                  </a:lnTo>
                  <a:lnTo>
                    <a:pt x="434" y="65"/>
                  </a:lnTo>
                  <a:lnTo>
                    <a:pt x="446" y="72"/>
                  </a:lnTo>
                  <a:lnTo>
                    <a:pt x="466" y="66"/>
                  </a:lnTo>
                  <a:lnTo>
                    <a:pt x="477" y="76"/>
                  </a:lnTo>
                  <a:lnTo>
                    <a:pt x="492" y="74"/>
                  </a:lnTo>
                  <a:lnTo>
                    <a:pt x="493" y="53"/>
                  </a:lnTo>
                  <a:lnTo>
                    <a:pt x="502" y="30"/>
                  </a:lnTo>
                  <a:lnTo>
                    <a:pt x="522" y="28"/>
                  </a:lnTo>
                  <a:lnTo>
                    <a:pt x="551" y="22"/>
                  </a:lnTo>
                  <a:lnTo>
                    <a:pt x="564" y="24"/>
                  </a:lnTo>
                  <a:lnTo>
                    <a:pt x="578" y="21"/>
                  </a:lnTo>
                  <a:lnTo>
                    <a:pt x="577" y="8"/>
                  </a:lnTo>
                  <a:lnTo>
                    <a:pt x="587" y="0"/>
                  </a:lnTo>
                  <a:lnTo>
                    <a:pt x="621" y="10"/>
                  </a:lnTo>
                  <a:lnTo>
                    <a:pt x="655" y="10"/>
                  </a:lnTo>
                  <a:lnTo>
                    <a:pt x="672" y="2"/>
                  </a:lnTo>
                  <a:lnTo>
                    <a:pt x="687" y="3"/>
                  </a:lnTo>
                  <a:lnTo>
                    <a:pt x="697" y="31"/>
                  </a:lnTo>
                  <a:lnTo>
                    <a:pt x="711" y="42"/>
                  </a:lnTo>
                  <a:lnTo>
                    <a:pt x="703" y="55"/>
                  </a:lnTo>
                  <a:lnTo>
                    <a:pt x="721" y="77"/>
                  </a:lnTo>
                  <a:lnTo>
                    <a:pt x="759" y="72"/>
                  </a:lnTo>
                  <a:lnTo>
                    <a:pt x="772" y="83"/>
                  </a:lnTo>
                  <a:lnTo>
                    <a:pt x="774" y="96"/>
                  </a:lnTo>
                  <a:lnTo>
                    <a:pt x="786" y="97"/>
                  </a:lnTo>
                  <a:lnTo>
                    <a:pt x="786" y="113"/>
                  </a:lnTo>
                  <a:lnTo>
                    <a:pt x="794" y="133"/>
                  </a:lnTo>
                  <a:lnTo>
                    <a:pt x="825" y="161"/>
                  </a:lnTo>
                  <a:lnTo>
                    <a:pt x="836" y="148"/>
                  </a:lnTo>
                  <a:lnTo>
                    <a:pt x="855" y="157"/>
                  </a:lnTo>
                  <a:lnTo>
                    <a:pt x="871" y="153"/>
                  </a:lnTo>
                  <a:lnTo>
                    <a:pt x="885" y="156"/>
                  </a:lnTo>
                  <a:lnTo>
                    <a:pt x="907" y="140"/>
                  </a:lnTo>
                  <a:lnTo>
                    <a:pt x="918" y="139"/>
                  </a:lnTo>
                  <a:lnTo>
                    <a:pt x="933" y="169"/>
                  </a:lnTo>
                  <a:lnTo>
                    <a:pt x="954" y="180"/>
                  </a:lnTo>
                  <a:lnTo>
                    <a:pt x="960" y="192"/>
                  </a:lnTo>
                  <a:lnTo>
                    <a:pt x="969" y="184"/>
                  </a:lnTo>
                  <a:lnTo>
                    <a:pt x="993" y="188"/>
                  </a:lnTo>
                  <a:lnTo>
                    <a:pt x="1011" y="189"/>
                  </a:lnTo>
                  <a:lnTo>
                    <a:pt x="1024" y="196"/>
                  </a:lnTo>
                  <a:lnTo>
                    <a:pt x="1038" y="194"/>
                  </a:lnTo>
                  <a:lnTo>
                    <a:pt x="1055" y="204"/>
                  </a:lnTo>
                  <a:lnTo>
                    <a:pt x="1076" y="207"/>
                  </a:lnTo>
                  <a:lnTo>
                    <a:pt x="1086" y="198"/>
                  </a:lnTo>
                  <a:lnTo>
                    <a:pt x="1091" y="212"/>
                  </a:lnTo>
                  <a:lnTo>
                    <a:pt x="1100" y="217"/>
                  </a:lnTo>
                  <a:lnTo>
                    <a:pt x="1101" y="233"/>
                  </a:lnTo>
                  <a:lnTo>
                    <a:pt x="1090" y="247"/>
                  </a:lnTo>
                  <a:lnTo>
                    <a:pt x="1076" y="249"/>
                  </a:lnTo>
                  <a:lnTo>
                    <a:pt x="1072" y="276"/>
                  </a:lnTo>
                  <a:lnTo>
                    <a:pt x="1091" y="288"/>
                  </a:lnTo>
                  <a:lnTo>
                    <a:pt x="1093" y="306"/>
                  </a:lnTo>
                  <a:lnTo>
                    <a:pt x="1086" y="328"/>
                  </a:lnTo>
                  <a:lnTo>
                    <a:pt x="1088" y="343"/>
                  </a:lnTo>
                  <a:lnTo>
                    <a:pt x="1076" y="352"/>
                  </a:lnTo>
                  <a:lnTo>
                    <a:pt x="1043" y="354"/>
                  </a:lnTo>
                  <a:lnTo>
                    <a:pt x="1029" y="375"/>
                  </a:lnTo>
                  <a:lnTo>
                    <a:pt x="1021" y="378"/>
                  </a:lnTo>
                  <a:lnTo>
                    <a:pt x="1017" y="406"/>
                  </a:lnTo>
                  <a:lnTo>
                    <a:pt x="1004" y="411"/>
                  </a:lnTo>
                  <a:lnTo>
                    <a:pt x="1003" y="404"/>
                  </a:lnTo>
                  <a:lnTo>
                    <a:pt x="996" y="403"/>
                  </a:lnTo>
                  <a:lnTo>
                    <a:pt x="979" y="410"/>
                  </a:lnTo>
                  <a:lnTo>
                    <a:pt x="962" y="408"/>
                  </a:lnTo>
                  <a:lnTo>
                    <a:pt x="954" y="414"/>
                  </a:lnTo>
                  <a:lnTo>
                    <a:pt x="948" y="425"/>
                  </a:lnTo>
                  <a:lnTo>
                    <a:pt x="933" y="426"/>
                  </a:lnTo>
                  <a:lnTo>
                    <a:pt x="926" y="435"/>
                  </a:lnTo>
                  <a:lnTo>
                    <a:pt x="912" y="449"/>
                  </a:lnTo>
                  <a:lnTo>
                    <a:pt x="907" y="448"/>
                  </a:lnTo>
                  <a:lnTo>
                    <a:pt x="894" y="449"/>
                  </a:lnTo>
                  <a:lnTo>
                    <a:pt x="883" y="456"/>
                  </a:lnTo>
                  <a:lnTo>
                    <a:pt x="865" y="453"/>
                  </a:lnTo>
                  <a:lnTo>
                    <a:pt x="851" y="460"/>
                  </a:lnTo>
                  <a:lnTo>
                    <a:pt x="842" y="459"/>
                  </a:lnTo>
                  <a:lnTo>
                    <a:pt x="833" y="447"/>
                  </a:lnTo>
                  <a:lnTo>
                    <a:pt x="828" y="447"/>
                  </a:lnTo>
                  <a:lnTo>
                    <a:pt x="831" y="453"/>
                  </a:lnTo>
                  <a:lnTo>
                    <a:pt x="839" y="462"/>
                  </a:lnTo>
                  <a:lnTo>
                    <a:pt x="836" y="470"/>
                  </a:lnTo>
                  <a:lnTo>
                    <a:pt x="823" y="489"/>
                  </a:lnTo>
                  <a:lnTo>
                    <a:pt x="814" y="493"/>
                  </a:lnTo>
                  <a:lnTo>
                    <a:pt x="811" y="488"/>
                  </a:lnTo>
                  <a:lnTo>
                    <a:pt x="816" y="485"/>
                  </a:lnTo>
                  <a:lnTo>
                    <a:pt x="829" y="470"/>
                  </a:lnTo>
                  <a:lnTo>
                    <a:pt x="828" y="465"/>
                  </a:lnTo>
                  <a:lnTo>
                    <a:pt x="821" y="461"/>
                  </a:lnTo>
                  <a:lnTo>
                    <a:pt x="818" y="468"/>
                  </a:lnTo>
                  <a:lnTo>
                    <a:pt x="798" y="488"/>
                  </a:lnTo>
                  <a:lnTo>
                    <a:pt x="785" y="489"/>
                  </a:lnTo>
                  <a:lnTo>
                    <a:pt x="783" y="497"/>
                  </a:lnTo>
                  <a:lnTo>
                    <a:pt x="769" y="497"/>
                  </a:lnTo>
                  <a:lnTo>
                    <a:pt x="760" y="490"/>
                  </a:lnTo>
                  <a:lnTo>
                    <a:pt x="752" y="497"/>
                  </a:lnTo>
                  <a:lnTo>
                    <a:pt x="737" y="495"/>
                  </a:lnTo>
                  <a:lnTo>
                    <a:pt x="735" y="500"/>
                  </a:lnTo>
                  <a:lnTo>
                    <a:pt x="744" y="505"/>
                  </a:lnTo>
                  <a:lnTo>
                    <a:pt x="764" y="504"/>
                  </a:lnTo>
                  <a:lnTo>
                    <a:pt x="772" y="513"/>
                  </a:lnTo>
                  <a:lnTo>
                    <a:pt x="781" y="517"/>
                  </a:lnTo>
                  <a:lnTo>
                    <a:pt x="788" y="515"/>
                  </a:lnTo>
                  <a:lnTo>
                    <a:pt x="793" y="520"/>
                  </a:lnTo>
                  <a:lnTo>
                    <a:pt x="786" y="527"/>
                  </a:lnTo>
                  <a:lnTo>
                    <a:pt x="787" y="533"/>
                  </a:lnTo>
                  <a:lnTo>
                    <a:pt x="793" y="529"/>
                  </a:lnTo>
                  <a:lnTo>
                    <a:pt x="799" y="529"/>
                  </a:lnTo>
                  <a:lnTo>
                    <a:pt x="797" y="539"/>
                  </a:lnTo>
                  <a:lnTo>
                    <a:pt x="805" y="532"/>
                  </a:lnTo>
                  <a:lnTo>
                    <a:pt x="812" y="536"/>
                  </a:lnTo>
                  <a:lnTo>
                    <a:pt x="815" y="550"/>
                  </a:lnTo>
                  <a:lnTo>
                    <a:pt x="823" y="558"/>
                  </a:lnTo>
                  <a:lnTo>
                    <a:pt x="838" y="562"/>
                  </a:lnTo>
                  <a:lnTo>
                    <a:pt x="844" y="559"/>
                  </a:lnTo>
                  <a:lnTo>
                    <a:pt x="823" y="539"/>
                  </a:lnTo>
                  <a:lnTo>
                    <a:pt x="799" y="514"/>
                  </a:lnTo>
                  <a:lnTo>
                    <a:pt x="792" y="498"/>
                  </a:lnTo>
                  <a:lnTo>
                    <a:pt x="798" y="495"/>
                  </a:lnTo>
                  <a:lnTo>
                    <a:pt x="808" y="508"/>
                  </a:lnTo>
                  <a:lnTo>
                    <a:pt x="813" y="523"/>
                  </a:lnTo>
                  <a:lnTo>
                    <a:pt x="845" y="556"/>
                  </a:lnTo>
                  <a:lnTo>
                    <a:pt x="853" y="559"/>
                  </a:lnTo>
                  <a:lnTo>
                    <a:pt x="864" y="548"/>
                  </a:lnTo>
                  <a:lnTo>
                    <a:pt x="872" y="547"/>
                  </a:lnTo>
                  <a:lnTo>
                    <a:pt x="885" y="555"/>
                  </a:lnTo>
                  <a:lnTo>
                    <a:pt x="890" y="542"/>
                  </a:lnTo>
                  <a:lnTo>
                    <a:pt x="910" y="540"/>
                  </a:lnTo>
                  <a:lnTo>
                    <a:pt x="928" y="541"/>
                  </a:lnTo>
                  <a:lnTo>
                    <a:pt x="923" y="549"/>
                  </a:lnTo>
                  <a:lnTo>
                    <a:pt x="917" y="554"/>
                  </a:lnTo>
                  <a:lnTo>
                    <a:pt x="923" y="565"/>
                  </a:lnTo>
                  <a:lnTo>
                    <a:pt x="915" y="574"/>
                  </a:lnTo>
                  <a:lnTo>
                    <a:pt x="892" y="576"/>
                  </a:lnTo>
                  <a:lnTo>
                    <a:pt x="866" y="572"/>
                  </a:lnTo>
                  <a:lnTo>
                    <a:pt x="850" y="580"/>
                  </a:lnTo>
                  <a:lnTo>
                    <a:pt x="838" y="594"/>
                  </a:lnTo>
                  <a:lnTo>
                    <a:pt x="817" y="593"/>
                  </a:lnTo>
                  <a:lnTo>
                    <a:pt x="786" y="615"/>
                  </a:lnTo>
                  <a:lnTo>
                    <a:pt x="763" y="624"/>
                  </a:lnTo>
                  <a:lnTo>
                    <a:pt x="739" y="624"/>
                  </a:lnTo>
                  <a:lnTo>
                    <a:pt x="727" y="615"/>
                  </a:lnTo>
                  <a:lnTo>
                    <a:pt x="731" y="610"/>
                  </a:lnTo>
                  <a:lnTo>
                    <a:pt x="739" y="588"/>
                  </a:lnTo>
                  <a:lnTo>
                    <a:pt x="738" y="580"/>
                  </a:lnTo>
                  <a:lnTo>
                    <a:pt x="716" y="565"/>
                  </a:lnTo>
                  <a:lnTo>
                    <a:pt x="709" y="566"/>
                  </a:lnTo>
                  <a:lnTo>
                    <a:pt x="695" y="559"/>
                  </a:lnTo>
                  <a:lnTo>
                    <a:pt x="686" y="566"/>
                  </a:lnTo>
                  <a:lnTo>
                    <a:pt x="674" y="561"/>
                  </a:lnTo>
                  <a:lnTo>
                    <a:pt x="688" y="542"/>
                  </a:lnTo>
                  <a:lnTo>
                    <a:pt x="711" y="529"/>
                  </a:lnTo>
                  <a:lnTo>
                    <a:pt x="731" y="526"/>
                  </a:lnTo>
                  <a:lnTo>
                    <a:pt x="736" y="523"/>
                  </a:lnTo>
                  <a:lnTo>
                    <a:pt x="729" y="515"/>
                  </a:lnTo>
                  <a:lnTo>
                    <a:pt x="726" y="500"/>
                  </a:lnTo>
                  <a:lnTo>
                    <a:pt x="719" y="497"/>
                  </a:lnTo>
                  <a:lnTo>
                    <a:pt x="714" y="506"/>
                  </a:lnTo>
                  <a:lnTo>
                    <a:pt x="704" y="500"/>
                  </a:lnTo>
                  <a:lnTo>
                    <a:pt x="689" y="494"/>
                  </a:lnTo>
                  <a:lnTo>
                    <a:pt x="673" y="497"/>
                  </a:lnTo>
                  <a:lnTo>
                    <a:pt x="658" y="504"/>
                  </a:lnTo>
                  <a:lnTo>
                    <a:pt x="646" y="497"/>
                  </a:lnTo>
                  <a:lnTo>
                    <a:pt x="637" y="496"/>
                  </a:lnTo>
                  <a:lnTo>
                    <a:pt x="628" y="488"/>
                  </a:lnTo>
                  <a:lnTo>
                    <a:pt x="634" y="484"/>
                  </a:lnTo>
                  <a:lnTo>
                    <a:pt x="637" y="480"/>
                  </a:lnTo>
                  <a:lnTo>
                    <a:pt x="618" y="474"/>
                  </a:lnTo>
                  <a:lnTo>
                    <a:pt x="593" y="474"/>
                  </a:lnTo>
                  <a:lnTo>
                    <a:pt x="588" y="466"/>
                  </a:lnTo>
                  <a:lnTo>
                    <a:pt x="603" y="466"/>
                  </a:lnTo>
                  <a:lnTo>
                    <a:pt x="626" y="463"/>
                  </a:lnTo>
                  <a:lnTo>
                    <a:pt x="637" y="467"/>
                  </a:lnTo>
                  <a:lnTo>
                    <a:pt x="646" y="462"/>
                  </a:lnTo>
                  <a:lnTo>
                    <a:pt x="661" y="454"/>
                  </a:lnTo>
                  <a:lnTo>
                    <a:pt x="640" y="459"/>
                  </a:lnTo>
                  <a:lnTo>
                    <a:pt x="631" y="456"/>
                  </a:lnTo>
                  <a:lnTo>
                    <a:pt x="623" y="450"/>
                  </a:lnTo>
                  <a:lnTo>
                    <a:pt x="618" y="444"/>
                  </a:lnTo>
                  <a:lnTo>
                    <a:pt x="612" y="452"/>
                  </a:lnTo>
                  <a:lnTo>
                    <a:pt x="607" y="459"/>
                  </a:lnTo>
                  <a:lnTo>
                    <a:pt x="594" y="459"/>
                  </a:lnTo>
                  <a:lnTo>
                    <a:pt x="595" y="455"/>
                  </a:lnTo>
                  <a:lnTo>
                    <a:pt x="587" y="449"/>
                  </a:lnTo>
                  <a:lnTo>
                    <a:pt x="574" y="464"/>
                  </a:lnTo>
                  <a:lnTo>
                    <a:pt x="559" y="465"/>
                  </a:lnTo>
                  <a:lnTo>
                    <a:pt x="549" y="472"/>
                  </a:lnTo>
                  <a:lnTo>
                    <a:pt x="549" y="488"/>
                  </a:lnTo>
                  <a:lnTo>
                    <a:pt x="535" y="504"/>
                  </a:lnTo>
                  <a:lnTo>
                    <a:pt x="528" y="504"/>
                  </a:lnTo>
                  <a:lnTo>
                    <a:pt x="532" y="512"/>
                  </a:lnTo>
                  <a:lnTo>
                    <a:pt x="507" y="539"/>
                  </a:lnTo>
                  <a:lnTo>
                    <a:pt x="499" y="539"/>
                  </a:lnTo>
                  <a:lnTo>
                    <a:pt x="493" y="531"/>
                  </a:lnTo>
                  <a:lnTo>
                    <a:pt x="493" y="540"/>
                  </a:lnTo>
                  <a:lnTo>
                    <a:pt x="491" y="547"/>
                  </a:lnTo>
                  <a:lnTo>
                    <a:pt x="498" y="555"/>
                  </a:lnTo>
                  <a:lnTo>
                    <a:pt x="495" y="566"/>
                  </a:lnTo>
                  <a:lnTo>
                    <a:pt x="495" y="566"/>
                  </a:lnTo>
                  <a:lnTo>
                    <a:pt x="484" y="557"/>
                  </a:lnTo>
                  <a:lnTo>
                    <a:pt x="463" y="559"/>
                  </a:lnTo>
                  <a:lnTo>
                    <a:pt x="452" y="566"/>
                  </a:lnTo>
                  <a:lnTo>
                    <a:pt x="428" y="566"/>
                  </a:lnTo>
                  <a:lnTo>
                    <a:pt x="409" y="562"/>
                  </a:lnTo>
                  <a:lnTo>
                    <a:pt x="398" y="545"/>
                  </a:lnTo>
                  <a:lnTo>
                    <a:pt x="408" y="538"/>
                  </a:lnTo>
                  <a:lnTo>
                    <a:pt x="419" y="542"/>
                  </a:lnTo>
                  <a:lnTo>
                    <a:pt x="420" y="530"/>
                  </a:lnTo>
                  <a:lnTo>
                    <a:pt x="432" y="510"/>
                  </a:lnTo>
                  <a:lnTo>
                    <a:pt x="438" y="511"/>
                  </a:lnTo>
                  <a:lnTo>
                    <a:pt x="438" y="496"/>
                  </a:lnTo>
                  <a:lnTo>
                    <a:pt x="440" y="474"/>
                  </a:lnTo>
                  <a:lnTo>
                    <a:pt x="453" y="473"/>
                  </a:lnTo>
                  <a:lnTo>
                    <a:pt x="470" y="468"/>
                  </a:lnTo>
                  <a:lnTo>
                    <a:pt x="481" y="476"/>
                  </a:lnTo>
                  <a:lnTo>
                    <a:pt x="500" y="475"/>
                  </a:lnTo>
                  <a:lnTo>
                    <a:pt x="503" y="469"/>
                  </a:lnTo>
                  <a:lnTo>
                    <a:pt x="495" y="458"/>
                  </a:lnTo>
                  <a:lnTo>
                    <a:pt x="498" y="449"/>
                  </a:lnTo>
                  <a:lnTo>
                    <a:pt x="496" y="438"/>
                  </a:lnTo>
                  <a:lnTo>
                    <a:pt x="476" y="427"/>
                  </a:lnTo>
                  <a:lnTo>
                    <a:pt x="460" y="413"/>
                  </a:lnTo>
                  <a:lnTo>
                    <a:pt x="457" y="406"/>
                  </a:lnTo>
                  <a:lnTo>
                    <a:pt x="442" y="399"/>
                  </a:lnTo>
                  <a:lnTo>
                    <a:pt x="444" y="385"/>
                  </a:lnTo>
                  <a:lnTo>
                    <a:pt x="439" y="364"/>
                  </a:lnTo>
                  <a:lnTo>
                    <a:pt x="423" y="356"/>
                  </a:lnTo>
                  <a:lnTo>
                    <a:pt x="402" y="337"/>
                  </a:lnTo>
                  <a:lnTo>
                    <a:pt x="396" y="337"/>
                  </a:lnTo>
                  <a:lnTo>
                    <a:pt x="392" y="344"/>
                  </a:lnTo>
                  <a:lnTo>
                    <a:pt x="370" y="341"/>
                  </a:lnTo>
                  <a:lnTo>
                    <a:pt x="350" y="324"/>
                  </a:lnTo>
                  <a:lnTo>
                    <a:pt x="333" y="324"/>
                  </a:lnTo>
                  <a:lnTo>
                    <a:pt x="323" y="311"/>
                  </a:lnTo>
                  <a:lnTo>
                    <a:pt x="317" y="315"/>
                  </a:lnTo>
                  <a:lnTo>
                    <a:pt x="303" y="315"/>
                  </a:lnTo>
                  <a:lnTo>
                    <a:pt x="299" y="321"/>
                  </a:lnTo>
                  <a:lnTo>
                    <a:pt x="286" y="314"/>
                  </a:lnTo>
                  <a:lnTo>
                    <a:pt x="283" y="318"/>
                  </a:lnTo>
                  <a:lnTo>
                    <a:pt x="273" y="314"/>
                  </a:lnTo>
                  <a:lnTo>
                    <a:pt x="275" y="330"/>
                  </a:lnTo>
                  <a:lnTo>
                    <a:pt x="273" y="337"/>
                  </a:lnTo>
                  <a:lnTo>
                    <a:pt x="276" y="353"/>
                  </a:lnTo>
                  <a:lnTo>
                    <a:pt x="260" y="355"/>
                  </a:lnTo>
                  <a:lnTo>
                    <a:pt x="244" y="364"/>
                  </a:lnTo>
                  <a:lnTo>
                    <a:pt x="200" y="371"/>
                  </a:lnTo>
                  <a:lnTo>
                    <a:pt x="189" y="382"/>
                  </a:lnTo>
                  <a:lnTo>
                    <a:pt x="174" y="383"/>
                  </a:lnTo>
                  <a:lnTo>
                    <a:pt x="154" y="389"/>
                  </a:lnTo>
                  <a:lnTo>
                    <a:pt x="140" y="383"/>
                  </a:lnTo>
                  <a:lnTo>
                    <a:pt x="133" y="374"/>
                  </a:lnTo>
                  <a:lnTo>
                    <a:pt x="115" y="367"/>
                  </a:lnTo>
                  <a:lnTo>
                    <a:pt x="97" y="366"/>
                  </a:lnTo>
                  <a:lnTo>
                    <a:pt x="73" y="354"/>
                  </a:lnTo>
                  <a:lnTo>
                    <a:pt x="60" y="354"/>
                  </a:lnTo>
                  <a:lnTo>
                    <a:pt x="51" y="361"/>
                  </a:lnTo>
                  <a:lnTo>
                    <a:pt x="38" y="362"/>
                  </a:lnTo>
                  <a:lnTo>
                    <a:pt x="34" y="350"/>
                  </a:lnTo>
                  <a:lnTo>
                    <a:pt x="17" y="340"/>
                  </a:lnTo>
                  <a:lnTo>
                    <a:pt x="0" y="326"/>
                  </a:lnTo>
                  <a:lnTo>
                    <a:pt x="3" y="325"/>
                  </a:lnTo>
                  <a:lnTo>
                    <a:pt x="6" y="305"/>
                  </a:lnTo>
                  <a:lnTo>
                    <a:pt x="20" y="278"/>
                  </a:lnTo>
                  <a:lnTo>
                    <a:pt x="33" y="278"/>
                  </a:lnTo>
                  <a:lnTo>
                    <a:pt x="34" y="260"/>
                  </a:lnTo>
                  <a:lnTo>
                    <a:pt x="31" y="244"/>
                  </a:lnTo>
                  <a:lnTo>
                    <a:pt x="72" y="201"/>
                  </a:lnTo>
                  <a:lnTo>
                    <a:pt x="78" y="183"/>
                  </a:lnTo>
                  <a:lnTo>
                    <a:pt x="88" y="174"/>
                  </a:lnTo>
                  <a:lnTo>
                    <a:pt x="99" y="173"/>
                  </a:lnTo>
                  <a:lnTo>
                    <a:pt x="103" y="155"/>
                  </a:lnTo>
                  <a:lnTo>
                    <a:pt x="98" y="147"/>
                  </a:lnTo>
                  <a:lnTo>
                    <a:pt x="96" y="138"/>
                  </a:lnTo>
                  <a:lnTo>
                    <a:pt x="102" y="131"/>
                  </a:lnTo>
                  <a:lnTo>
                    <a:pt x="85" y="122"/>
                  </a:lnTo>
                  <a:lnTo>
                    <a:pt x="78" y="104"/>
                  </a:lnTo>
                  <a:lnTo>
                    <a:pt x="69" y="96"/>
                  </a:lnTo>
                  <a:lnTo>
                    <a:pt x="68" y="68"/>
                  </a:lnTo>
                  <a:lnTo>
                    <a:pt x="69" y="5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3737" y="2188"/>
              <a:ext cx="230" cy="234"/>
            </a:xfrm>
            <a:custGeom>
              <a:avLst/>
              <a:gdLst>
                <a:gd name="T0" fmla="*/ 3 w 230"/>
                <a:gd name="T1" fmla="*/ 42 h 234"/>
                <a:gd name="T2" fmla="*/ 0 w 230"/>
                <a:gd name="T3" fmla="*/ 26 h 234"/>
                <a:gd name="T4" fmla="*/ 2 w 230"/>
                <a:gd name="T5" fmla="*/ 19 h 234"/>
                <a:gd name="T6" fmla="*/ 0 w 230"/>
                <a:gd name="T7" fmla="*/ 3 h 234"/>
                <a:gd name="T8" fmla="*/ 10 w 230"/>
                <a:gd name="T9" fmla="*/ 7 h 234"/>
                <a:gd name="T10" fmla="*/ 13 w 230"/>
                <a:gd name="T11" fmla="*/ 3 h 234"/>
                <a:gd name="T12" fmla="*/ 26 w 230"/>
                <a:gd name="T13" fmla="*/ 10 h 234"/>
                <a:gd name="T14" fmla="*/ 30 w 230"/>
                <a:gd name="T15" fmla="*/ 4 h 234"/>
                <a:gd name="T16" fmla="*/ 44 w 230"/>
                <a:gd name="T17" fmla="*/ 4 h 234"/>
                <a:gd name="T18" fmla="*/ 50 w 230"/>
                <a:gd name="T19" fmla="*/ 0 h 234"/>
                <a:gd name="T20" fmla="*/ 60 w 230"/>
                <a:gd name="T21" fmla="*/ 13 h 234"/>
                <a:gd name="T22" fmla="*/ 77 w 230"/>
                <a:gd name="T23" fmla="*/ 13 h 234"/>
                <a:gd name="T24" fmla="*/ 97 w 230"/>
                <a:gd name="T25" fmla="*/ 30 h 234"/>
                <a:gd name="T26" fmla="*/ 119 w 230"/>
                <a:gd name="T27" fmla="*/ 33 h 234"/>
                <a:gd name="T28" fmla="*/ 123 w 230"/>
                <a:gd name="T29" fmla="*/ 26 h 234"/>
                <a:gd name="T30" fmla="*/ 129 w 230"/>
                <a:gd name="T31" fmla="*/ 26 h 234"/>
                <a:gd name="T32" fmla="*/ 150 w 230"/>
                <a:gd name="T33" fmla="*/ 45 h 234"/>
                <a:gd name="T34" fmla="*/ 166 w 230"/>
                <a:gd name="T35" fmla="*/ 53 h 234"/>
                <a:gd name="T36" fmla="*/ 171 w 230"/>
                <a:gd name="T37" fmla="*/ 74 h 234"/>
                <a:gd name="T38" fmla="*/ 169 w 230"/>
                <a:gd name="T39" fmla="*/ 88 h 234"/>
                <a:gd name="T40" fmla="*/ 184 w 230"/>
                <a:gd name="T41" fmla="*/ 95 h 234"/>
                <a:gd name="T42" fmla="*/ 187 w 230"/>
                <a:gd name="T43" fmla="*/ 102 h 234"/>
                <a:gd name="T44" fmla="*/ 203 w 230"/>
                <a:gd name="T45" fmla="*/ 116 h 234"/>
                <a:gd name="T46" fmla="*/ 223 w 230"/>
                <a:gd name="T47" fmla="*/ 127 h 234"/>
                <a:gd name="T48" fmla="*/ 225 w 230"/>
                <a:gd name="T49" fmla="*/ 138 h 234"/>
                <a:gd name="T50" fmla="*/ 222 w 230"/>
                <a:gd name="T51" fmla="*/ 147 h 234"/>
                <a:gd name="T52" fmla="*/ 230 w 230"/>
                <a:gd name="T53" fmla="*/ 158 h 234"/>
                <a:gd name="T54" fmla="*/ 227 w 230"/>
                <a:gd name="T55" fmla="*/ 164 h 234"/>
                <a:gd name="T56" fmla="*/ 208 w 230"/>
                <a:gd name="T57" fmla="*/ 165 h 234"/>
                <a:gd name="T58" fmla="*/ 197 w 230"/>
                <a:gd name="T59" fmla="*/ 157 h 234"/>
                <a:gd name="T60" fmla="*/ 180 w 230"/>
                <a:gd name="T61" fmla="*/ 162 h 234"/>
                <a:gd name="T62" fmla="*/ 167 w 230"/>
                <a:gd name="T63" fmla="*/ 163 h 234"/>
                <a:gd name="T64" fmla="*/ 165 w 230"/>
                <a:gd name="T65" fmla="*/ 185 h 234"/>
                <a:gd name="T66" fmla="*/ 165 w 230"/>
                <a:gd name="T67" fmla="*/ 200 h 234"/>
                <a:gd name="T68" fmla="*/ 159 w 230"/>
                <a:gd name="T69" fmla="*/ 199 h 234"/>
                <a:gd name="T70" fmla="*/ 147 w 230"/>
                <a:gd name="T71" fmla="*/ 219 h 234"/>
                <a:gd name="T72" fmla="*/ 146 w 230"/>
                <a:gd name="T73" fmla="*/ 231 h 234"/>
                <a:gd name="T74" fmla="*/ 135 w 230"/>
                <a:gd name="T75" fmla="*/ 227 h 234"/>
                <a:gd name="T76" fmla="*/ 125 w 230"/>
                <a:gd name="T77" fmla="*/ 234 h 234"/>
                <a:gd name="T78" fmla="*/ 124 w 230"/>
                <a:gd name="T79" fmla="*/ 233 h 234"/>
                <a:gd name="T80" fmla="*/ 115 w 230"/>
                <a:gd name="T81" fmla="*/ 216 h 234"/>
                <a:gd name="T82" fmla="*/ 118 w 230"/>
                <a:gd name="T83" fmla="*/ 159 h 234"/>
                <a:gd name="T84" fmla="*/ 107 w 230"/>
                <a:gd name="T85" fmla="*/ 141 h 234"/>
                <a:gd name="T86" fmla="*/ 102 w 230"/>
                <a:gd name="T87" fmla="*/ 125 h 234"/>
                <a:gd name="T88" fmla="*/ 66 w 230"/>
                <a:gd name="T89" fmla="*/ 99 h 234"/>
                <a:gd name="T90" fmla="*/ 64 w 230"/>
                <a:gd name="T91" fmla="*/ 86 h 234"/>
                <a:gd name="T92" fmla="*/ 36 w 230"/>
                <a:gd name="T93" fmla="*/ 65 h 234"/>
                <a:gd name="T94" fmla="*/ 29 w 230"/>
                <a:gd name="T95" fmla="*/ 38 h 234"/>
                <a:gd name="T96" fmla="*/ 3 w 230"/>
                <a:gd name="T97" fmla="*/ 42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0" h="234">
                  <a:moveTo>
                    <a:pt x="3" y="42"/>
                  </a:moveTo>
                  <a:lnTo>
                    <a:pt x="0" y="26"/>
                  </a:lnTo>
                  <a:lnTo>
                    <a:pt x="2" y="19"/>
                  </a:lnTo>
                  <a:lnTo>
                    <a:pt x="0" y="3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26" y="10"/>
                  </a:lnTo>
                  <a:lnTo>
                    <a:pt x="30" y="4"/>
                  </a:lnTo>
                  <a:lnTo>
                    <a:pt x="44" y="4"/>
                  </a:lnTo>
                  <a:lnTo>
                    <a:pt x="50" y="0"/>
                  </a:lnTo>
                  <a:lnTo>
                    <a:pt x="60" y="13"/>
                  </a:lnTo>
                  <a:lnTo>
                    <a:pt x="77" y="13"/>
                  </a:lnTo>
                  <a:lnTo>
                    <a:pt x="97" y="30"/>
                  </a:lnTo>
                  <a:lnTo>
                    <a:pt x="119" y="33"/>
                  </a:lnTo>
                  <a:lnTo>
                    <a:pt x="123" y="26"/>
                  </a:lnTo>
                  <a:lnTo>
                    <a:pt x="129" y="26"/>
                  </a:lnTo>
                  <a:lnTo>
                    <a:pt x="150" y="45"/>
                  </a:lnTo>
                  <a:lnTo>
                    <a:pt x="166" y="53"/>
                  </a:lnTo>
                  <a:lnTo>
                    <a:pt x="171" y="74"/>
                  </a:lnTo>
                  <a:lnTo>
                    <a:pt x="169" y="88"/>
                  </a:lnTo>
                  <a:lnTo>
                    <a:pt x="184" y="95"/>
                  </a:lnTo>
                  <a:lnTo>
                    <a:pt x="187" y="102"/>
                  </a:lnTo>
                  <a:lnTo>
                    <a:pt x="203" y="116"/>
                  </a:lnTo>
                  <a:lnTo>
                    <a:pt x="223" y="127"/>
                  </a:lnTo>
                  <a:lnTo>
                    <a:pt x="225" y="138"/>
                  </a:lnTo>
                  <a:lnTo>
                    <a:pt x="222" y="147"/>
                  </a:lnTo>
                  <a:lnTo>
                    <a:pt x="230" y="158"/>
                  </a:lnTo>
                  <a:lnTo>
                    <a:pt x="227" y="164"/>
                  </a:lnTo>
                  <a:lnTo>
                    <a:pt x="208" y="165"/>
                  </a:lnTo>
                  <a:lnTo>
                    <a:pt x="197" y="157"/>
                  </a:lnTo>
                  <a:lnTo>
                    <a:pt x="180" y="162"/>
                  </a:lnTo>
                  <a:lnTo>
                    <a:pt x="167" y="163"/>
                  </a:lnTo>
                  <a:lnTo>
                    <a:pt x="165" y="185"/>
                  </a:lnTo>
                  <a:lnTo>
                    <a:pt x="165" y="200"/>
                  </a:lnTo>
                  <a:lnTo>
                    <a:pt x="159" y="199"/>
                  </a:lnTo>
                  <a:lnTo>
                    <a:pt x="147" y="219"/>
                  </a:lnTo>
                  <a:lnTo>
                    <a:pt x="146" y="231"/>
                  </a:lnTo>
                  <a:lnTo>
                    <a:pt x="135" y="227"/>
                  </a:lnTo>
                  <a:lnTo>
                    <a:pt x="125" y="234"/>
                  </a:lnTo>
                  <a:lnTo>
                    <a:pt x="124" y="233"/>
                  </a:lnTo>
                  <a:lnTo>
                    <a:pt x="115" y="216"/>
                  </a:lnTo>
                  <a:lnTo>
                    <a:pt x="118" y="159"/>
                  </a:lnTo>
                  <a:lnTo>
                    <a:pt x="107" y="141"/>
                  </a:lnTo>
                  <a:lnTo>
                    <a:pt x="102" y="125"/>
                  </a:lnTo>
                  <a:lnTo>
                    <a:pt x="66" y="99"/>
                  </a:lnTo>
                  <a:lnTo>
                    <a:pt x="64" y="86"/>
                  </a:lnTo>
                  <a:lnTo>
                    <a:pt x="36" y="65"/>
                  </a:lnTo>
                  <a:lnTo>
                    <a:pt x="29" y="38"/>
                  </a:lnTo>
                  <a:lnTo>
                    <a:pt x="3" y="4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369" y="2226"/>
              <a:ext cx="590" cy="344"/>
            </a:xfrm>
            <a:custGeom>
              <a:avLst/>
              <a:gdLst>
                <a:gd name="T0" fmla="*/ 146 w 590"/>
                <a:gd name="T1" fmla="*/ 12 h 344"/>
                <a:gd name="T2" fmla="*/ 168 w 590"/>
                <a:gd name="T3" fmla="*/ 5 h 344"/>
                <a:gd name="T4" fmla="*/ 210 w 590"/>
                <a:gd name="T5" fmla="*/ 18 h 344"/>
                <a:gd name="T6" fmla="*/ 235 w 590"/>
                <a:gd name="T7" fmla="*/ 34 h 344"/>
                <a:gd name="T8" fmla="*/ 269 w 590"/>
                <a:gd name="T9" fmla="*/ 34 h 344"/>
                <a:gd name="T10" fmla="*/ 295 w 590"/>
                <a:gd name="T11" fmla="*/ 22 h 344"/>
                <a:gd name="T12" fmla="*/ 355 w 590"/>
                <a:gd name="T13" fmla="*/ 6 h 344"/>
                <a:gd name="T14" fmla="*/ 404 w 590"/>
                <a:gd name="T15" fmla="*/ 27 h 344"/>
                <a:gd name="T16" fmla="*/ 434 w 590"/>
                <a:gd name="T17" fmla="*/ 61 h 344"/>
                <a:gd name="T18" fmla="*/ 475 w 590"/>
                <a:gd name="T19" fmla="*/ 103 h 344"/>
                <a:gd name="T20" fmla="*/ 483 w 590"/>
                <a:gd name="T21" fmla="*/ 178 h 344"/>
                <a:gd name="T22" fmla="*/ 504 w 590"/>
                <a:gd name="T23" fmla="*/ 213 h 344"/>
                <a:gd name="T24" fmla="*/ 547 w 590"/>
                <a:gd name="T25" fmla="*/ 217 h 344"/>
                <a:gd name="T26" fmla="*/ 579 w 590"/>
                <a:gd name="T27" fmla="*/ 208 h 344"/>
                <a:gd name="T28" fmla="*/ 583 w 590"/>
                <a:gd name="T29" fmla="*/ 223 h 344"/>
                <a:gd name="T30" fmla="*/ 590 w 590"/>
                <a:gd name="T31" fmla="*/ 237 h 344"/>
                <a:gd name="T32" fmla="*/ 566 w 590"/>
                <a:gd name="T33" fmla="*/ 255 h 344"/>
                <a:gd name="T34" fmla="*/ 539 w 590"/>
                <a:gd name="T35" fmla="*/ 270 h 344"/>
                <a:gd name="T36" fmla="*/ 536 w 590"/>
                <a:gd name="T37" fmla="*/ 287 h 344"/>
                <a:gd name="T38" fmla="*/ 529 w 590"/>
                <a:gd name="T39" fmla="*/ 316 h 344"/>
                <a:gd name="T40" fmla="*/ 517 w 590"/>
                <a:gd name="T41" fmla="*/ 330 h 344"/>
                <a:gd name="T42" fmla="*/ 497 w 590"/>
                <a:gd name="T43" fmla="*/ 316 h 344"/>
                <a:gd name="T44" fmla="*/ 477 w 590"/>
                <a:gd name="T45" fmla="*/ 313 h 344"/>
                <a:gd name="T46" fmla="*/ 434 w 590"/>
                <a:gd name="T47" fmla="*/ 303 h 344"/>
                <a:gd name="T48" fmla="*/ 378 w 590"/>
                <a:gd name="T49" fmla="*/ 323 h 344"/>
                <a:gd name="T50" fmla="*/ 355 w 590"/>
                <a:gd name="T51" fmla="*/ 337 h 344"/>
                <a:gd name="T52" fmla="*/ 322 w 590"/>
                <a:gd name="T53" fmla="*/ 339 h 344"/>
                <a:gd name="T54" fmla="*/ 297 w 590"/>
                <a:gd name="T55" fmla="*/ 335 h 344"/>
                <a:gd name="T56" fmla="*/ 272 w 590"/>
                <a:gd name="T57" fmla="*/ 336 h 344"/>
                <a:gd name="T58" fmla="*/ 230 w 590"/>
                <a:gd name="T59" fmla="*/ 336 h 344"/>
                <a:gd name="T60" fmla="*/ 216 w 590"/>
                <a:gd name="T61" fmla="*/ 331 h 344"/>
                <a:gd name="T62" fmla="*/ 182 w 590"/>
                <a:gd name="T63" fmla="*/ 340 h 344"/>
                <a:gd name="T64" fmla="*/ 180 w 590"/>
                <a:gd name="T65" fmla="*/ 322 h 344"/>
                <a:gd name="T66" fmla="*/ 172 w 590"/>
                <a:gd name="T67" fmla="*/ 306 h 344"/>
                <a:gd name="T68" fmla="*/ 150 w 590"/>
                <a:gd name="T69" fmla="*/ 292 h 344"/>
                <a:gd name="T70" fmla="*/ 159 w 590"/>
                <a:gd name="T71" fmla="*/ 271 h 344"/>
                <a:gd name="T72" fmla="*/ 125 w 590"/>
                <a:gd name="T73" fmla="*/ 281 h 344"/>
                <a:gd name="T74" fmla="*/ 100 w 590"/>
                <a:gd name="T75" fmla="*/ 277 h 344"/>
                <a:gd name="T76" fmla="*/ 72 w 590"/>
                <a:gd name="T77" fmla="*/ 260 h 344"/>
                <a:gd name="T78" fmla="*/ 77 w 590"/>
                <a:gd name="T79" fmla="*/ 238 h 344"/>
                <a:gd name="T80" fmla="*/ 42 w 590"/>
                <a:gd name="T81" fmla="*/ 218 h 344"/>
                <a:gd name="T82" fmla="*/ 16 w 590"/>
                <a:gd name="T83" fmla="*/ 184 h 344"/>
                <a:gd name="T84" fmla="*/ 0 w 590"/>
                <a:gd name="T85" fmla="*/ 172 h 344"/>
                <a:gd name="T86" fmla="*/ 25 w 590"/>
                <a:gd name="T87" fmla="*/ 158 h 344"/>
                <a:gd name="T88" fmla="*/ 49 w 590"/>
                <a:gd name="T89" fmla="*/ 148 h 344"/>
                <a:gd name="T90" fmla="*/ 61 w 590"/>
                <a:gd name="T91" fmla="*/ 125 h 344"/>
                <a:gd name="T92" fmla="*/ 98 w 590"/>
                <a:gd name="T93" fmla="*/ 56 h 344"/>
                <a:gd name="T94" fmla="*/ 128 w 590"/>
                <a:gd name="T95" fmla="*/ 30 h 344"/>
                <a:gd name="T96" fmla="*/ 133 w 590"/>
                <a:gd name="T97" fmla="*/ 13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0" h="344">
                  <a:moveTo>
                    <a:pt x="133" y="13"/>
                  </a:moveTo>
                  <a:lnTo>
                    <a:pt x="146" y="12"/>
                  </a:lnTo>
                  <a:lnTo>
                    <a:pt x="155" y="5"/>
                  </a:lnTo>
                  <a:lnTo>
                    <a:pt x="168" y="5"/>
                  </a:lnTo>
                  <a:lnTo>
                    <a:pt x="192" y="17"/>
                  </a:lnTo>
                  <a:lnTo>
                    <a:pt x="210" y="18"/>
                  </a:lnTo>
                  <a:lnTo>
                    <a:pt x="228" y="25"/>
                  </a:lnTo>
                  <a:lnTo>
                    <a:pt x="235" y="34"/>
                  </a:lnTo>
                  <a:lnTo>
                    <a:pt x="249" y="40"/>
                  </a:lnTo>
                  <a:lnTo>
                    <a:pt x="269" y="34"/>
                  </a:lnTo>
                  <a:lnTo>
                    <a:pt x="284" y="33"/>
                  </a:lnTo>
                  <a:lnTo>
                    <a:pt x="295" y="22"/>
                  </a:lnTo>
                  <a:lnTo>
                    <a:pt x="339" y="15"/>
                  </a:lnTo>
                  <a:lnTo>
                    <a:pt x="355" y="6"/>
                  </a:lnTo>
                  <a:lnTo>
                    <a:pt x="397" y="0"/>
                  </a:lnTo>
                  <a:lnTo>
                    <a:pt x="404" y="27"/>
                  </a:lnTo>
                  <a:lnTo>
                    <a:pt x="432" y="48"/>
                  </a:lnTo>
                  <a:lnTo>
                    <a:pt x="434" y="61"/>
                  </a:lnTo>
                  <a:lnTo>
                    <a:pt x="470" y="87"/>
                  </a:lnTo>
                  <a:lnTo>
                    <a:pt x="475" y="103"/>
                  </a:lnTo>
                  <a:lnTo>
                    <a:pt x="486" y="121"/>
                  </a:lnTo>
                  <a:lnTo>
                    <a:pt x="483" y="178"/>
                  </a:lnTo>
                  <a:lnTo>
                    <a:pt x="492" y="195"/>
                  </a:lnTo>
                  <a:lnTo>
                    <a:pt x="504" y="213"/>
                  </a:lnTo>
                  <a:lnTo>
                    <a:pt x="523" y="217"/>
                  </a:lnTo>
                  <a:lnTo>
                    <a:pt x="547" y="217"/>
                  </a:lnTo>
                  <a:lnTo>
                    <a:pt x="558" y="210"/>
                  </a:lnTo>
                  <a:lnTo>
                    <a:pt x="579" y="208"/>
                  </a:lnTo>
                  <a:lnTo>
                    <a:pt x="590" y="217"/>
                  </a:lnTo>
                  <a:lnTo>
                    <a:pt x="583" y="223"/>
                  </a:lnTo>
                  <a:lnTo>
                    <a:pt x="590" y="228"/>
                  </a:lnTo>
                  <a:lnTo>
                    <a:pt x="590" y="237"/>
                  </a:lnTo>
                  <a:lnTo>
                    <a:pt x="580" y="253"/>
                  </a:lnTo>
                  <a:lnTo>
                    <a:pt x="566" y="255"/>
                  </a:lnTo>
                  <a:lnTo>
                    <a:pt x="543" y="257"/>
                  </a:lnTo>
                  <a:lnTo>
                    <a:pt x="539" y="270"/>
                  </a:lnTo>
                  <a:lnTo>
                    <a:pt x="530" y="278"/>
                  </a:lnTo>
                  <a:lnTo>
                    <a:pt x="536" y="287"/>
                  </a:lnTo>
                  <a:lnTo>
                    <a:pt x="535" y="304"/>
                  </a:lnTo>
                  <a:lnTo>
                    <a:pt x="529" y="316"/>
                  </a:lnTo>
                  <a:lnTo>
                    <a:pt x="532" y="330"/>
                  </a:lnTo>
                  <a:lnTo>
                    <a:pt x="517" y="330"/>
                  </a:lnTo>
                  <a:lnTo>
                    <a:pt x="514" y="324"/>
                  </a:lnTo>
                  <a:lnTo>
                    <a:pt x="497" y="316"/>
                  </a:lnTo>
                  <a:lnTo>
                    <a:pt x="484" y="320"/>
                  </a:lnTo>
                  <a:lnTo>
                    <a:pt x="477" y="313"/>
                  </a:lnTo>
                  <a:lnTo>
                    <a:pt x="455" y="305"/>
                  </a:lnTo>
                  <a:lnTo>
                    <a:pt x="434" y="303"/>
                  </a:lnTo>
                  <a:lnTo>
                    <a:pt x="417" y="306"/>
                  </a:lnTo>
                  <a:lnTo>
                    <a:pt x="378" y="323"/>
                  </a:lnTo>
                  <a:lnTo>
                    <a:pt x="372" y="332"/>
                  </a:lnTo>
                  <a:lnTo>
                    <a:pt x="355" y="337"/>
                  </a:lnTo>
                  <a:lnTo>
                    <a:pt x="347" y="342"/>
                  </a:lnTo>
                  <a:lnTo>
                    <a:pt x="322" y="339"/>
                  </a:lnTo>
                  <a:lnTo>
                    <a:pt x="310" y="339"/>
                  </a:lnTo>
                  <a:lnTo>
                    <a:pt x="297" y="335"/>
                  </a:lnTo>
                  <a:lnTo>
                    <a:pt x="285" y="339"/>
                  </a:lnTo>
                  <a:lnTo>
                    <a:pt x="272" y="336"/>
                  </a:lnTo>
                  <a:lnTo>
                    <a:pt x="254" y="344"/>
                  </a:lnTo>
                  <a:lnTo>
                    <a:pt x="230" y="336"/>
                  </a:lnTo>
                  <a:lnTo>
                    <a:pt x="223" y="338"/>
                  </a:lnTo>
                  <a:lnTo>
                    <a:pt x="216" y="331"/>
                  </a:lnTo>
                  <a:lnTo>
                    <a:pt x="199" y="330"/>
                  </a:lnTo>
                  <a:lnTo>
                    <a:pt x="182" y="340"/>
                  </a:lnTo>
                  <a:lnTo>
                    <a:pt x="175" y="329"/>
                  </a:lnTo>
                  <a:lnTo>
                    <a:pt x="180" y="322"/>
                  </a:lnTo>
                  <a:lnTo>
                    <a:pt x="181" y="313"/>
                  </a:lnTo>
                  <a:lnTo>
                    <a:pt x="172" y="306"/>
                  </a:lnTo>
                  <a:lnTo>
                    <a:pt x="154" y="304"/>
                  </a:lnTo>
                  <a:lnTo>
                    <a:pt x="150" y="292"/>
                  </a:lnTo>
                  <a:lnTo>
                    <a:pt x="148" y="283"/>
                  </a:lnTo>
                  <a:lnTo>
                    <a:pt x="159" y="271"/>
                  </a:lnTo>
                  <a:lnTo>
                    <a:pt x="135" y="267"/>
                  </a:lnTo>
                  <a:lnTo>
                    <a:pt x="125" y="281"/>
                  </a:lnTo>
                  <a:lnTo>
                    <a:pt x="114" y="272"/>
                  </a:lnTo>
                  <a:lnTo>
                    <a:pt x="100" y="277"/>
                  </a:lnTo>
                  <a:lnTo>
                    <a:pt x="94" y="267"/>
                  </a:lnTo>
                  <a:lnTo>
                    <a:pt x="72" y="260"/>
                  </a:lnTo>
                  <a:lnTo>
                    <a:pt x="69" y="254"/>
                  </a:lnTo>
                  <a:lnTo>
                    <a:pt x="77" y="238"/>
                  </a:lnTo>
                  <a:lnTo>
                    <a:pt x="60" y="227"/>
                  </a:lnTo>
                  <a:lnTo>
                    <a:pt x="42" y="218"/>
                  </a:lnTo>
                  <a:lnTo>
                    <a:pt x="38" y="207"/>
                  </a:lnTo>
                  <a:lnTo>
                    <a:pt x="16" y="184"/>
                  </a:lnTo>
                  <a:lnTo>
                    <a:pt x="12" y="176"/>
                  </a:lnTo>
                  <a:lnTo>
                    <a:pt x="0" y="172"/>
                  </a:lnTo>
                  <a:lnTo>
                    <a:pt x="13" y="161"/>
                  </a:lnTo>
                  <a:lnTo>
                    <a:pt x="25" y="158"/>
                  </a:lnTo>
                  <a:lnTo>
                    <a:pt x="31" y="147"/>
                  </a:lnTo>
                  <a:lnTo>
                    <a:pt x="49" y="148"/>
                  </a:lnTo>
                  <a:lnTo>
                    <a:pt x="61" y="137"/>
                  </a:lnTo>
                  <a:lnTo>
                    <a:pt x="61" y="125"/>
                  </a:lnTo>
                  <a:lnTo>
                    <a:pt x="84" y="94"/>
                  </a:lnTo>
                  <a:lnTo>
                    <a:pt x="98" y="56"/>
                  </a:lnTo>
                  <a:lnTo>
                    <a:pt x="112" y="33"/>
                  </a:lnTo>
                  <a:lnTo>
                    <a:pt x="128" y="30"/>
                  </a:lnTo>
                  <a:lnTo>
                    <a:pt x="135" y="17"/>
                  </a:lnTo>
                  <a:lnTo>
                    <a:pt x="133" y="1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119" y="2203"/>
              <a:ext cx="385" cy="229"/>
            </a:xfrm>
            <a:custGeom>
              <a:avLst/>
              <a:gdLst>
                <a:gd name="T0" fmla="*/ 250 w 385"/>
                <a:gd name="T1" fmla="*/ 195 h 229"/>
                <a:gd name="T2" fmla="*/ 263 w 385"/>
                <a:gd name="T3" fmla="*/ 184 h 229"/>
                <a:gd name="T4" fmla="*/ 275 w 385"/>
                <a:gd name="T5" fmla="*/ 181 h 229"/>
                <a:gd name="T6" fmla="*/ 281 w 385"/>
                <a:gd name="T7" fmla="*/ 170 h 229"/>
                <a:gd name="T8" fmla="*/ 299 w 385"/>
                <a:gd name="T9" fmla="*/ 171 h 229"/>
                <a:gd name="T10" fmla="*/ 311 w 385"/>
                <a:gd name="T11" fmla="*/ 160 h 229"/>
                <a:gd name="T12" fmla="*/ 311 w 385"/>
                <a:gd name="T13" fmla="*/ 148 h 229"/>
                <a:gd name="T14" fmla="*/ 334 w 385"/>
                <a:gd name="T15" fmla="*/ 117 h 229"/>
                <a:gd name="T16" fmla="*/ 348 w 385"/>
                <a:gd name="T17" fmla="*/ 79 h 229"/>
                <a:gd name="T18" fmla="*/ 362 w 385"/>
                <a:gd name="T19" fmla="*/ 56 h 229"/>
                <a:gd name="T20" fmla="*/ 378 w 385"/>
                <a:gd name="T21" fmla="*/ 53 h 229"/>
                <a:gd name="T22" fmla="*/ 385 w 385"/>
                <a:gd name="T23" fmla="*/ 40 h 229"/>
                <a:gd name="T24" fmla="*/ 379 w 385"/>
                <a:gd name="T25" fmla="*/ 24 h 229"/>
                <a:gd name="T26" fmla="*/ 362 w 385"/>
                <a:gd name="T27" fmla="*/ 14 h 229"/>
                <a:gd name="T28" fmla="*/ 345 w 385"/>
                <a:gd name="T29" fmla="*/ 0 h 229"/>
                <a:gd name="T30" fmla="*/ 330 w 385"/>
                <a:gd name="T31" fmla="*/ 9 h 229"/>
                <a:gd name="T32" fmla="*/ 310 w 385"/>
                <a:gd name="T33" fmla="*/ 5 h 229"/>
                <a:gd name="T34" fmla="*/ 283 w 385"/>
                <a:gd name="T35" fmla="*/ 7 h 229"/>
                <a:gd name="T36" fmla="*/ 267 w 385"/>
                <a:gd name="T37" fmla="*/ 3 h 229"/>
                <a:gd name="T38" fmla="*/ 246 w 385"/>
                <a:gd name="T39" fmla="*/ 4 h 229"/>
                <a:gd name="T40" fmla="*/ 234 w 385"/>
                <a:gd name="T41" fmla="*/ 21 h 229"/>
                <a:gd name="T42" fmla="*/ 222 w 385"/>
                <a:gd name="T43" fmla="*/ 30 h 229"/>
                <a:gd name="T44" fmla="*/ 220 w 385"/>
                <a:gd name="T45" fmla="*/ 41 h 229"/>
                <a:gd name="T46" fmla="*/ 201 w 385"/>
                <a:gd name="T47" fmla="*/ 23 h 229"/>
                <a:gd name="T48" fmla="*/ 180 w 385"/>
                <a:gd name="T49" fmla="*/ 40 h 229"/>
                <a:gd name="T50" fmla="*/ 161 w 385"/>
                <a:gd name="T51" fmla="*/ 46 h 229"/>
                <a:gd name="T52" fmla="*/ 159 w 385"/>
                <a:gd name="T53" fmla="*/ 56 h 229"/>
                <a:gd name="T54" fmla="*/ 123 w 385"/>
                <a:gd name="T55" fmla="*/ 59 h 229"/>
                <a:gd name="T56" fmla="*/ 101 w 385"/>
                <a:gd name="T57" fmla="*/ 67 h 229"/>
                <a:gd name="T58" fmla="*/ 77 w 385"/>
                <a:gd name="T59" fmla="*/ 63 h 229"/>
                <a:gd name="T60" fmla="*/ 33 w 385"/>
                <a:gd name="T61" fmla="*/ 40 h 229"/>
                <a:gd name="T62" fmla="*/ 34 w 385"/>
                <a:gd name="T63" fmla="*/ 48 h 229"/>
                <a:gd name="T64" fmla="*/ 36 w 385"/>
                <a:gd name="T65" fmla="*/ 59 h 229"/>
                <a:gd name="T66" fmla="*/ 34 w 385"/>
                <a:gd name="T67" fmla="*/ 72 h 229"/>
                <a:gd name="T68" fmla="*/ 4 w 385"/>
                <a:gd name="T69" fmla="*/ 72 h 229"/>
                <a:gd name="T70" fmla="*/ 1 w 385"/>
                <a:gd name="T71" fmla="*/ 77 h 229"/>
                <a:gd name="T72" fmla="*/ 14 w 385"/>
                <a:gd name="T73" fmla="*/ 90 h 229"/>
                <a:gd name="T74" fmla="*/ 8 w 385"/>
                <a:gd name="T75" fmla="*/ 104 h 229"/>
                <a:gd name="T76" fmla="*/ 6 w 385"/>
                <a:gd name="T77" fmla="*/ 116 h 229"/>
                <a:gd name="T78" fmla="*/ 14 w 385"/>
                <a:gd name="T79" fmla="*/ 126 h 229"/>
                <a:gd name="T80" fmla="*/ 3 w 385"/>
                <a:gd name="T81" fmla="*/ 138 h 229"/>
                <a:gd name="T82" fmla="*/ 0 w 385"/>
                <a:gd name="T83" fmla="*/ 139 h 229"/>
                <a:gd name="T84" fmla="*/ 17 w 385"/>
                <a:gd name="T85" fmla="*/ 157 h 229"/>
                <a:gd name="T86" fmla="*/ 20 w 385"/>
                <a:gd name="T87" fmla="*/ 177 h 229"/>
                <a:gd name="T88" fmla="*/ 32 w 385"/>
                <a:gd name="T89" fmla="*/ 180 h 229"/>
                <a:gd name="T90" fmla="*/ 59 w 385"/>
                <a:gd name="T91" fmla="*/ 203 h 229"/>
                <a:gd name="T92" fmla="*/ 73 w 385"/>
                <a:gd name="T93" fmla="*/ 208 h 229"/>
                <a:gd name="T94" fmla="*/ 84 w 385"/>
                <a:gd name="T95" fmla="*/ 215 h 229"/>
                <a:gd name="T96" fmla="*/ 119 w 385"/>
                <a:gd name="T97" fmla="*/ 221 h 229"/>
                <a:gd name="T98" fmla="*/ 143 w 385"/>
                <a:gd name="T99" fmla="*/ 229 h 229"/>
                <a:gd name="T100" fmla="*/ 153 w 385"/>
                <a:gd name="T101" fmla="*/ 216 h 229"/>
                <a:gd name="T102" fmla="*/ 161 w 385"/>
                <a:gd name="T103" fmla="*/ 220 h 229"/>
                <a:gd name="T104" fmla="*/ 170 w 385"/>
                <a:gd name="T105" fmla="*/ 210 h 229"/>
                <a:gd name="T106" fmla="*/ 186 w 385"/>
                <a:gd name="T107" fmla="*/ 203 h 229"/>
                <a:gd name="T108" fmla="*/ 196 w 385"/>
                <a:gd name="T109" fmla="*/ 204 h 229"/>
                <a:gd name="T110" fmla="*/ 200 w 385"/>
                <a:gd name="T111" fmla="*/ 199 h 229"/>
                <a:gd name="T112" fmla="*/ 216 w 385"/>
                <a:gd name="T113" fmla="*/ 187 h 229"/>
                <a:gd name="T114" fmla="*/ 227 w 385"/>
                <a:gd name="T115" fmla="*/ 190 h 229"/>
                <a:gd name="T116" fmla="*/ 241 w 385"/>
                <a:gd name="T117" fmla="*/ 192 h 229"/>
                <a:gd name="T118" fmla="*/ 250 w 385"/>
                <a:gd name="T119" fmla="*/ 19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5" h="229">
                  <a:moveTo>
                    <a:pt x="250" y="195"/>
                  </a:moveTo>
                  <a:lnTo>
                    <a:pt x="263" y="184"/>
                  </a:lnTo>
                  <a:lnTo>
                    <a:pt x="275" y="181"/>
                  </a:lnTo>
                  <a:lnTo>
                    <a:pt x="281" y="170"/>
                  </a:lnTo>
                  <a:lnTo>
                    <a:pt x="299" y="171"/>
                  </a:lnTo>
                  <a:lnTo>
                    <a:pt x="311" y="160"/>
                  </a:lnTo>
                  <a:lnTo>
                    <a:pt x="311" y="148"/>
                  </a:lnTo>
                  <a:lnTo>
                    <a:pt x="334" y="117"/>
                  </a:lnTo>
                  <a:lnTo>
                    <a:pt x="348" y="79"/>
                  </a:lnTo>
                  <a:lnTo>
                    <a:pt x="362" y="56"/>
                  </a:lnTo>
                  <a:lnTo>
                    <a:pt x="378" y="53"/>
                  </a:lnTo>
                  <a:lnTo>
                    <a:pt x="385" y="40"/>
                  </a:lnTo>
                  <a:lnTo>
                    <a:pt x="379" y="24"/>
                  </a:lnTo>
                  <a:lnTo>
                    <a:pt x="362" y="14"/>
                  </a:lnTo>
                  <a:lnTo>
                    <a:pt x="345" y="0"/>
                  </a:lnTo>
                  <a:lnTo>
                    <a:pt x="330" y="9"/>
                  </a:lnTo>
                  <a:lnTo>
                    <a:pt x="310" y="5"/>
                  </a:lnTo>
                  <a:lnTo>
                    <a:pt x="283" y="7"/>
                  </a:lnTo>
                  <a:lnTo>
                    <a:pt x="267" y="3"/>
                  </a:lnTo>
                  <a:lnTo>
                    <a:pt x="246" y="4"/>
                  </a:lnTo>
                  <a:lnTo>
                    <a:pt x="234" y="21"/>
                  </a:lnTo>
                  <a:lnTo>
                    <a:pt x="222" y="30"/>
                  </a:lnTo>
                  <a:lnTo>
                    <a:pt x="220" y="41"/>
                  </a:lnTo>
                  <a:lnTo>
                    <a:pt x="201" y="23"/>
                  </a:lnTo>
                  <a:lnTo>
                    <a:pt x="180" y="40"/>
                  </a:lnTo>
                  <a:lnTo>
                    <a:pt x="161" y="46"/>
                  </a:lnTo>
                  <a:lnTo>
                    <a:pt x="159" y="56"/>
                  </a:lnTo>
                  <a:lnTo>
                    <a:pt x="123" y="59"/>
                  </a:lnTo>
                  <a:lnTo>
                    <a:pt x="101" y="67"/>
                  </a:lnTo>
                  <a:lnTo>
                    <a:pt x="77" y="63"/>
                  </a:lnTo>
                  <a:lnTo>
                    <a:pt x="33" y="40"/>
                  </a:lnTo>
                  <a:lnTo>
                    <a:pt x="34" y="48"/>
                  </a:lnTo>
                  <a:lnTo>
                    <a:pt x="36" y="59"/>
                  </a:lnTo>
                  <a:lnTo>
                    <a:pt x="34" y="72"/>
                  </a:lnTo>
                  <a:lnTo>
                    <a:pt x="4" y="72"/>
                  </a:lnTo>
                  <a:lnTo>
                    <a:pt x="1" y="77"/>
                  </a:lnTo>
                  <a:lnTo>
                    <a:pt x="14" y="90"/>
                  </a:lnTo>
                  <a:lnTo>
                    <a:pt x="8" y="104"/>
                  </a:lnTo>
                  <a:lnTo>
                    <a:pt x="6" y="116"/>
                  </a:lnTo>
                  <a:lnTo>
                    <a:pt x="14" y="126"/>
                  </a:lnTo>
                  <a:lnTo>
                    <a:pt x="3" y="138"/>
                  </a:lnTo>
                  <a:lnTo>
                    <a:pt x="0" y="139"/>
                  </a:lnTo>
                  <a:lnTo>
                    <a:pt x="17" y="157"/>
                  </a:lnTo>
                  <a:lnTo>
                    <a:pt x="20" y="177"/>
                  </a:lnTo>
                  <a:lnTo>
                    <a:pt x="32" y="180"/>
                  </a:lnTo>
                  <a:lnTo>
                    <a:pt x="59" y="203"/>
                  </a:lnTo>
                  <a:lnTo>
                    <a:pt x="73" y="208"/>
                  </a:lnTo>
                  <a:lnTo>
                    <a:pt x="84" y="215"/>
                  </a:lnTo>
                  <a:lnTo>
                    <a:pt x="119" y="221"/>
                  </a:lnTo>
                  <a:lnTo>
                    <a:pt x="143" y="229"/>
                  </a:lnTo>
                  <a:lnTo>
                    <a:pt x="153" y="216"/>
                  </a:lnTo>
                  <a:lnTo>
                    <a:pt x="161" y="220"/>
                  </a:lnTo>
                  <a:lnTo>
                    <a:pt x="170" y="210"/>
                  </a:lnTo>
                  <a:lnTo>
                    <a:pt x="186" y="203"/>
                  </a:lnTo>
                  <a:lnTo>
                    <a:pt x="196" y="204"/>
                  </a:lnTo>
                  <a:lnTo>
                    <a:pt x="200" y="199"/>
                  </a:lnTo>
                  <a:lnTo>
                    <a:pt x="216" y="187"/>
                  </a:lnTo>
                  <a:lnTo>
                    <a:pt x="227" y="190"/>
                  </a:lnTo>
                  <a:lnTo>
                    <a:pt x="241" y="192"/>
                  </a:lnTo>
                  <a:lnTo>
                    <a:pt x="250" y="19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3148" y="2138"/>
              <a:ext cx="336" cy="132"/>
            </a:xfrm>
            <a:custGeom>
              <a:avLst/>
              <a:gdLst>
                <a:gd name="T0" fmla="*/ 4 w 336"/>
                <a:gd name="T1" fmla="*/ 105 h 132"/>
                <a:gd name="T2" fmla="*/ 48 w 336"/>
                <a:gd name="T3" fmla="*/ 128 h 132"/>
                <a:gd name="T4" fmla="*/ 72 w 336"/>
                <a:gd name="T5" fmla="*/ 132 h 132"/>
                <a:gd name="T6" fmla="*/ 94 w 336"/>
                <a:gd name="T7" fmla="*/ 124 h 132"/>
                <a:gd name="T8" fmla="*/ 130 w 336"/>
                <a:gd name="T9" fmla="*/ 121 h 132"/>
                <a:gd name="T10" fmla="*/ 132 w 336"/>
                <a:gd name="T11" fmla="*/ 111 h 132"/>
                <a:gd name="T12" fmla="*/ 151 w 336"/>
                <a:gd name="T13" fmla="*/ 105 h 132"/>
                <a:gd name="T14" fmla="*/ 172 w 336"/>
                <a:gd name="T15" fmla="*/ 88 h 132"/>
                <a:gd name="T16" fmla="*/ 191 w 336"/>
                <a:gd name="T17" fmla="*/ 106 h 132"/>
                <a:gd name="T18" fmla="*/ 193 w 336"/>
                <a:gd name="T19" fmla="*/ 95 h 132"/>
                <a:gd name="T20" fmla="*/ 205 w 336"/>
                <a:gd name="T21" fmla="*/ 86 h 132"/>
                <a:gd name="T22" fmla="*/ 217 w 336"/>
                <a:gd name="T23" fmla="*/ 69 h 132"/>
                <a:gd name="T24" fmla="*/ 238 w 336"/>
                <a:gd name="T25" fmla="*/ 68 h 132"/>
                <a:gd name="T26" fmla="*/ 254 w 336"/>
                <a:gd name="T27" fmla="*/ 72 h 132"/>
                <a:gd name="T28" fmla="*/ 281 w 336"/>
                <a:gd name="T29" fmla="*/ 70 h 132"/>
                <a:gd name="T30" fmla="*/ 301 w 336"/>
                <a:gd name="T31" fmla="*/ 74 h 132"/>
                <a:gd name="T32" fmla="*/ 319 w 336"/>
                <a:gd name="T33" fmla="*/ 64 h 132"/>
                <a:gd name="T34" fmla="*/ 322 w 336"/>
                <a:gd name="T35" fmla="*/ 44 h 132"/>
                <a:gd name="T36" fmla="*/ 336 w 336"/>
                <a:gd name="T37" fmla="*/ 17 h 132"/>
                <a:gd name="T38" fmla="*/ 335 w 336"/>
                <a:gd name="T39" fmla="*/ 16 h 132"/>
                <a:gd name="T40" fmla="*/ 306 w 336"/>
                <a:gd name="T41" fmla="*/ 1 h 132"/>
                <a:gd name="T42" fmla="*/ 282 w 336"/>
                <a:gd name="T43" fmla="*/ 0 h 132"/>
                <a:gd name="T44" fmla="*/ 273 w 336"/>
                <a:gd name="T45" fmla="*/ 4 h 132"/>
                <a:gd name="T46" fmla="*/ 263 w 336"/>
                <a:gd name="T47" fmla="*/ 0 h 132"/>
                <a:gd name="T48" fmla="*/ 252 w 336"/>
                <a:gd name="T49" fmla="*/ 1 h 132"/>
                <a:gd name="T50" fmla="*/ 243 w 336"/>
                <a:gd name="T51" fmla="*/ 9 h 132"/>
                <a:gd name="T52" fmla="*/ 234 w 336"/>
                <a:gd name="T53" fmla="*/ 3 h 132"/>
                <a:gd name="T54" fmla="*/ 218 w 336"/>
                <a:gd name="T55" fmla="*/ 3 h 132"/>
                <a:gd name="T56" fmla="*/ 208 w 336"/>
                <a:gd name="T57" fmla="*/ 2 h 132"/>
                <a:gd name="T58" fmla="*/ 197 w 336"/>
                <a:gd name="T59" fmla="*/ 5 h 132"/>
                <a:gd name="T60" fmla="*/ 189 w 336"/>
                <a:gd name="T61" fmla="*/ 16 h 132"/>
                <a:gd name="T62" fmla="*/ 176 w 336"/>
                <a:gd name="T63" fmla="*/ 17 h 132"/>
                <a:gd name="T64" fmla="*/ 173 w 336"/>
                <a:gd name="T65" fmla="*/ 15 h 132"/>
                <a:gd name="T66" fmla="*/ 173 w 336"/>
                <a:gd name="T67" fmla="*/ 16 h 132"/>
                <a:gd name="T68" fmla="*/ 143 w 336"/>
                <a:gd name="T69" fmla="*/ 13 h 132"/>
                <a:gd name="T70" fmla="*/ 128 w 336"/>
                <a:gd name="T71" fmla="*/ 25 h 132"/>
                <a:gd name="T72" fmla="*/ 111 w 336"/>
                <a:gd name="T73" fmla="*/ 26 h 132"/>
                <a:gd name="T74" fmla="*/ 93 w 336"/>
                <a:gd name="T75" fmla="*/ 44 h 132"/>
                <a:gd name="T76" fmla="*/ 68 w 336"/>
                <a:gd name="T77" fmla="*/ 47 h 132"/>
                <a:gd name="T78" fmla="*/ 42 w 336"/>
                <a:gd name="T79" fmla="*/ 54 h 132"/>
                <a:gd name="T80" fmla="*/ 36 w 336"/>
                <a:gd name="T81" fmla="*/ 50 h 132"/>
                <a:gd name="T82" fmla="*/ 21 w 336"/>
                <a:gd name="T83" fmla="*/ 51 h 132"/>
                <a:gd name="T84" fmla="*/ 5 w 336"/>
                <a:gd name="T85" fmla="*/ 60 h 132"/>
                <a:gd name="T86" fmla="*/ 1 w 336"/>
                <a:gd name="T87" fmla="*/ 59 h 132"/>
                <a:gd name="T88" fmla="*/ 0 w 336"/>
                <a:gd name="T89" fmla="*/ 79 h 132"/>
                <a:gd name="T90" fmla="*/ 4 w 336"/>
                <a:gd name="T91" fmla="*/ 10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36" h="132">
                  <a:moveTo>
                    <a:pt x="4" y="105"/>
                  </a:moveTo>
                  <a:lnTo>
                    <a:pt x="48" y="128"/>
                  </a:lnTo>
                  <a:lnTo>
                    <a:pt x="72" y="132"/>
                  </a:lnTo>
                  <a:lnTo>
                    <a:pt x="94" y="124"/>
                  </a:lnTo>
                  <a:lnTo>
                    <a:pt x="130" y="121"/>
                  </a:lnTo>
                  <a:lnTo>
                    <a:pt x="132" y="111"/>
                  </a:lnTo>
                  <a:lnTo>
                    <a:pt x="151" y="105"/>
                  </a:lnTo>
                  <a:lnTo>
                    <a:pt x="172" y="88"/>
                  </a:lnTo>
                  <a:lnTo>
                    <a:pt x="191" y="106"/>
                  </a:lnTo>
                  <a:lnTo>
                    <a:pt x="193" y="95"/>
                  </a:lnTo>
                  <a:lnTo>
                    <a:pt x="205" y="86"/>
                  </a:lnTo>
                  <a:lnTo>
                    <a:pt x="217" y="69"/>
                  </a:lnTo>
                  <a:lnTo>
                    <a:pt x="238" y="68"/>
                  </a:lnTo>
                  <a:lnTo>
                    <a:pt x="254" y="72"/>
                  </a:lnTo>
                  <a:lnTo>
                    <a:pt x="281" y="70"/>
                  </a:lnTo>
                  <a:lnTo>
                    <a:pt x="301" y="74"/>
                  </a:lnTo>
                  <a:lnTo>
                    <a:pt x="319" y="64"/>
                  </a:lnTo>
                  <a:lnTo>
                    <a:pt x="322" y="44"/>
                  </a:lnTo>
                  <a:lnTo>
                    <a:pt x="336" y="17"/>
                  </a:lnTo>
                  <a:lnTo>
                    <a:pt x="335" y="16"/>
                  </a:lnTo>
                  <a:lnTo>
                    <a:pt x="306" y="1"/>
                  </a:lnTo>
                  <a:lnTo>
                    <a:pt x="282" y="0"/>
                  </a:lnTo>
                  <a:lnTo>
                    <a:pt x="273" y="4"/>
                  </a:lnTo>
                  <a:lnTo>
                    <a:pt x="263" y="0"/>
                  </a:lnTo>
                  <a:lnTo>
                    <a:pt x="252" y="1"/>
                  </a:lnTo>
                  <a:lnTo>
                    <a:pt x="243" y="9"/>
                  </a:lnTo>
                  <a:lnTo>
                    <a:pt x="234" y="3"/>
                  </a:lnTo>
                  <a:lnTo>
                    <a:pt x="218" y="3"/>
                  </a:lnTo>
                  <a:lnTo>
                    <a:pt x="208" y="2"/>
                  </a:lnTo>
                  <a:lnTo>
                    <a:pt x="197" y="5"/>
                  </a:lnTo>
                  <a:lnTo>
                    <a:pt x="189" y="16"/>
                  </a:lnTo>
                  <a:lnTo>
                    <a:pt x="176" y="17"/>
                  </a:lnTo>
                  <a:lnTo>
                    <a:pt x="173" y="15"/>
                  </a:lnTo>
                  <a:lnTo>
                    <a:pt x="173" y="16"/>
                  </a:lnTo>
                  <a:lnTo>
                    <a:pt x="143" y="13"/>
                  </a:lnTo>
                  <a:lnTo>
                    <a:pt x="128" y="25"/>
                  </a:lnTo>
                  <a:lnTo>
                    <a:pt x="111" y="26"/>
                  </a:lnTo>
                  <a:lnTo>
                    <a:pt x="93" y="44"/>
                  </a:lnTo>
                  <a:lnTo>
                    <a:pt x="68" y="47"/>
                  </a:lnTo>
                  <a:lnTo>
                    <a:pt x="42" y="54"/>
                  </a:lnTo>
                  <a:lnTo>
                    <a:pt x="36" y="50"/>
                  </a:lnTo>
                  <a:lnTo>
                    <a:pt x="21" y="51"/>
                  </a:lnTo>
                  <a:lnTo>
                    <a:pt x="5" y="60"/>
                  </a:lnTo>
                  <a:lnTo>
                    <a:pt x="1" y="59"/>
                  </a:lnTo>
                  <a:lnTo>
                    <a:pt x="0" y="79"/>
                  </a:lnTo>
                  <a:lnTo>
                    <a:pt x="4" y="10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516" y="2529"/>
              <a:ext cx="386" cy="224"/>
            </a:xfrm>
            <a:custGeom>
              <a:avLst/>
              <a:gdLst>
                <a:gd name="T0" fmla="*/ 25 w 386"/>
                <a:gd name="T1" fmla="*/ 3 h 224"/>
                <a:gd name="T2" fmla="*/ 33 w 386"/>
                <a:gd name="T3" fmla="*/ 19 h 224"/>
                <a:gd name="T4" fmla="*/ 35 w 386"/>
                <a:gd name="T5" fmla="*/ 37 h 224"/>
                <a:gd name="T6" fmla="*/ 69 w 386"/>
                <a:gd name="T7" fmla="*/ 28 h 224"/>
                <a:gd name="T8" fmla="*/ 83 w 386"/>
                <a:gd name="T9" fmla="*/ 33 h 224"/>
                <a:gd name="T10" fmla="*/ 125 w 386"/>
                <a:gd name="T11" fmla="*/ 33 h 224"/>
                <a:gd name="T12" fmla="*/ 150 w 386"/>
                <a:gd name="T13" fmla="*/ 32 h 224"/>
                <a:gd name="T14" fmla="*/ 175 w 386"/>
                <a:gd name="T15" fmla="*/ 36 h 224"/>
                <a:gd name="T16" fmla="*/ 208 w 386"/>
                <a:gd name="T17" fmla="*/ 34 h 224"/>
                <a:gd name="T18" fmla="*/ 231 w 386"/>
                <a:gd name="T19" fmla="*/ 20 h 224"/>
                <a:gd name="T20" fmla="*/ 287 w 386"/>
                <a:gd name="T21" fmla="*/ 0 h 224"/>
                <a:gd name="T22" fmla="*/ 330 w 386"/>
                <a:gd name="T23" fmla="*/ 10 h 224"/>
                <a:gd name="T24" fmla="*/ 350 w 386"/>
                <a:gd name="T25" fmla="*/ 13 h 224"/>
                <a:gd name="T26" fmla="*/ 370 w 386"/>
                <a:gd name="T27" fmla="*/ 27 h 224"/>
                <a:gd name="T28" fmla="*/ 386 w 386"/>
                <a:gd name="T29" fmla="*/ 30 h 224"/>
                <a:gd name="T30" fmla="*/ 376 w 386"/>
                <a:gd name="T31" fmla="*/ 61 h 224"/>
                <a:gd name="T32" fmla="*/ 345 w 386"/>
                <a:gd name="T33" fmla="*/ 74 h 224"/>
                <a:gd name="T34" fmla="*/ 344 w 386"/>
                <a:gd name="T35" fmla="*/ 113 h 224"/>
                <a:gd name="T36" fmla="*/ 327 w 386"/>
                <a:gd name="T37" fmla="*/ 133 h 224"/>
                <a:gd name="T38" fmla="*/ 352 w 386"/>
                <a:gd name="T39" fmla="*/ 151 h 224"/>
                <a:gd name="T40" fmla="*/ 362 w 386"/>
                <a:gd name="T41" fmla="*/ 167 h 224"/>
                <a:gd name="T42" fmla="*/ 337 w 386"/>
                <a:gd name="T43" fmla="*/ 170 h 224"/>
                <a:gd name="T44" fmla="*/ 300 w 386"/>
                <a:gd name="T45" fmla="*/ 157 h 224"/>
                <a:gd name="T46" fmla="*/ 282 w 386"/>
                <a:gd name="T47" fmla="*/ 166 h 224"/>
                <a:gd name="T48" fmla="*/ 271 w 386"/>
                <a:gd name="T49" fmla="*/ 177 h 224"/>
                <a:gd name="T50" fmla="*/ 247 w 386"/>
                <a:gd name="T51" fmla="*/ 189 h 224"/>
                <a:gd name="T52" fmla="*/ 251 w 386"/>
                <a:gd name="T53" fmla="*/ 212 h 224"/>
                <a:gd name="T54" fmla="*/ 214 w 386"/>
                <a:gd name="T55" fmla="*/ 217 h 224"/>
                <a:gd name="T56" fmla="*/ 189 w 386"/>
                <a:gd name="T57" fmla="*/ 217 h 224"/>
                <a:gd name="T58" fmla="*/ 168 w 386"/>
                <a:gd name="T59" fmla="*/ 224 h 224"/>
                <a:gd name="T60" fmla="*/ 153 w 386"/>
                <a:gd name="T61" fmla="*/ 212 h 224"/>
                <a:gd name="T62" fmla="*/ 120 w 386"/>
                <a:gd name="T63" fmla="*/ 210 h 224"/>
                <a:gd name="T64" fmla="*/ 91 w 386"/>
                <a:gd name="T65" fmla="*/ 224 h 224"/>
                <a:gd name="T66" fmla="*/ 62 w 386"/>
                <a:gd name="T67" fmla="*/ 221 h 224"/>
                <a:gd name="T68" fmla="*/ 59 w 386"/>
                <a:gd name="T69" fmla="*/ 209 h 224"/>
                <a:gd name="T70" fmla="*/ 39 w 386"/>
                <a:gd name="T71" fmla="*/ 166 h 224"/>
                <a:gd name="T72" fmla="*/ 13 w 386"/>
                <a:gd name="T73" fmla="*/ 147 h 224"/>
                <a:gd name="T74" fmla="*/ 9 w 386"/>
                <a:gd name="T75" fmla="*/ 124 h 224"/>
                <a:gd name="T76" fmla="*/ 31 w 386"/>
                <a:gd name="T77" fmla="*/ 94 h 224"/>
                <a:gd name="T78" fmla="*/ 26 w 386"/>
                <a:gd name="T79" fmla="*/ 66 h 224"/>
                <a:gd name="T80" fmla="*/ 0 w 386"/>
                <a:gd name="T81" fmla="*/ 23 h 224"/>
                <a:gd name="T82" fmla="*/ 7 w 386"/>
                <a:gd name="T83" fmla="*/ 1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6" h="224">
                  <a:moveTo>
                    <a:pt x="7" y="1"/>
                  </a:moveTo>
                  <a:lnTo>
                    <a:pt x="25" y="3"/>
                  </a:lnTo>
                  <a:lnTo>
                    <a:pt x="34" y="10"/>
                  </a:lnTo>
                  <a:lnTo>
                    <a:pt x="33" y="19"/>
                  </a:lnTo>
                  <a:lnTo>
                    <a:pt x="28" y="26"/>
                  </a:lnTo>
                  <a:lnTo>
                    <a:pt x="35" y="37"/>
                  </a:lnTo>
                  <a:lnTo>
                    <a:pt x="52" y="27"/>
                  </a:lnTo>
                  <a:lnTo>
                    <a:pt x="69" y="28"/>
                  </a:lnTo>
                  <a:lnTo>
                    <a:pt x="76" y="35"/>
                  </a:lnTo>
                  <a:lnTo>
                    <a:pt x="83" y="33"/>
                  </a:lnTo>
                  <a:lnTo>
                    <a:pt x="107" y="41"/>
                  </a:lnTo>
                  <a:lnTo>
                    <a:pt x="125" y="33"/>
                  </a:lnTo>
                  <a:lnTo>
                    <a:pt x="138" y="36"/>
                  </a:lnTo>
                  <a:lnTo>
                    <a:pt x="150" y="32"/>
                  </a:lnTo>
                  <a:lnTo>
                    <a:pt x="163" y="36"/>
                  </a:lnTo>
                  <a:lnTo>
                    <a:pt x="175" y="36"/>
                  </a:lnTo>
                  <a:lnTo>
                    <a:pt x="200" y="39"/>
                  </a:lnTo>
                  <a:lnTo>
                    <a:pt x="208" y="34"/>
                  </a:lnTo>
                  <a:lnTo>
                    <a:pt x="225" y="29"/>
                  </a:lnTo>
                  <a:lnTo>
                    <a:pt x="231" y="20"/>
                  </a:lnTo>
                  <a:lnTo>
                    <a:pt x="270" y="3"/>
                  </a:lnTo>
                  <a:lnTo>
                    <a:pt x="287" y="0"/>
                  </a:lnTo>
                  <a:lnTo>
                    <a:pt x="308" y="2"/>
                  </a:lnTo>
                  <a:lnTo>
                    <a:pt x="330" y="10"/>
                  </a:lnTo>
                  <a:lnTo>
                    <a:pt x="337" y="17"/>
                  </a:lnTo>
                  <a:lnTo>
                    <a:pt x="350" y="13"/>
                  </a:lnTo>
                  <a:lnTo>
                    <a:pt x="367" y="21"/>
                  </a:lnTo>
                  <a:lnTo>
                    <a:pt x="370" y="27"/>
                  </a:lnTo>
                  <a:lnTo>
                    <a:pt x="385" y="27"/>
                  </a:lnTo>
                  <a:lnTo>
                    <a:pt x="386" y="30"/>
                  </a:lnTo>
                  <a:lnTo>
                    <a:pt x="384" y="54"/>
                  </a:lnTo>
                  <a:lnTo>
                    <a:pt x="376" y="61"/>
                  </a:lnTo>
                  <a:lnTo>
                    <a:pt x="364" y="60"/>
                  </a:lnTo>
                  <a:lnTo>
                    <a:pt x="345" y="74"/>
                  </a:lnTo>
                  <a:lnTo>
                    <a:pt x="348" y="101"/>
                  </a:lnTo>
                  <a:lnTo>
                    <a:pt x="344" y="113"/>
                  </a:lnTo>
                  <a:lnTo>
                    <a:pt x="325" y="126"/>
                  </a:lnTo>
                  <a:lnTo>
                    <a:pt x="327" y="133"/>
                  </a:lnTo>
                  <a:lnTo>
                    <a:pt x="339" y="134"/>
                  </a:lnTo>
                  <a:lnTo>
                    <a:pt x="352" y="151"/>
                  </a:lnTo>
                  <a:lnTo>
                    <a:pt x="362" y="166"/>
                  </a:lnTo>
                  <a:lnTo>
                    <a:pt x="362" y="167"/>
                  </a:lnTo>
                  <a:lnTo>
                    <a:pt x="347" y="163"/>
                  </a:lnTo>
                  <a:lnTo>
                    <a:pt x="337" y="170"/>
                  </a:lnTo>
                  <a:lnTo>
                    <a:pt x="319" y="157"/>
                  </a:lnTo>
                  <a:lnTo>
                    <a:pt x="300" y="157"/>
                  </a:lnTo>
                  <a:lnTo>
                    <a:pt x="292" y="165"/>
                  </a:lnTo>
                  <a:lnTo>
                    <a:pt x="282" y="166"/>
                  </a:lnTo>
                  <a:lnTo>
                    <a:pt x="271" y="177"/>
                  </a:lnTo>
                  <a:lnTo>
                    <a:pt x="271" y="177"/>
                  </a:lnTo>
                  <a:lnTo>
                    <a:pt x="263" y="177"/>
                  </a:lnTo>
                  <a:lnTo>
                    <a:pt x="247" y="189"/>
                  </a:lnTo>
                  <a:lnTo>
                    <a:pt x="246" y="202"/>
                  </a:lnTo>
                  <a:lnTo>
                    <a:pt x="251" y="212"/>
                  </a:lnTo>
                  <a:lnTo>
                    <a:pt x="243" y="219"/>
                  </a:lnTo>
                  <a:lnTo>
                    <a:pt x="214" y="217"/>
                  </a:lnTo>
                  <a:lnTo>
                    <a:pt x="201" y="223"/>
                  </a:lnTo>
                  <a:lnTo>
                    <a:pt x="189" y="217"/>
                  </a:lnTo>
                  <a:lnTo>
                    <a:pt x="177" y="217"/>
                  </a:lnTo>
                  <a:lnTo>
                    <a:pt x="168" y="224"/>
                  </a:lnTo>
                  <a:lnTo>
                    <a:pt x="155" y="223"/>
                  </a:lnTo>
                  <a:lnTo>
                    <a:pt x="153" y="212"/>
                  </a:lnTo>
                  <a:lnTo>
                    <a:pt x="136" y="213"/>
                  </a:lnTo>
                  <a:lnTo>
                    <a:pt x="120" y="210"/>
                  </a:lnTo>
                  <a:lnTo>
                    <a:pt x="108" y="220"/>
                  </a:lnTo>
                  <a:lnTo>
                    <a:pt x="91" y="224"/>
                  </a:lnTo>
                  <a:lnTo>
                    <a:pt x="69" y="224"/>
                  </a:lnTo>
                  <a:lnTo>
                    <a:pt x="62" y="221"/>
                  </a:lnTo>
                  <a:lnTo>
                    <a:pt x="61" y="221"/>
                  </a:lnTo>
                  <a:lnTo>
                    <a:pt x="59" y="209"/>
                  </a:lnTo>
                  <a:lnTo>
                    <a:pt x="56" y="195"/>
                  </a:lnTo>
                  <a:lnTo>
                    <a:pt x="39" y="166"/>
                  </a:lnTo>
                  <a:lnTo>
                    <a:pt x="12" y="147"/>
                  </a:lnTo>
                  <a:lnTo>
                    <a:pt x="13" y="147"/>
                  </a:lnTo>
                  <a:lnTo>
                    <a:pt x="17" y="135"/>
                  </a:lnTo>
                  <a:lnTo>
                    <a:pt x="9" y="124"/>
                  </a:lnTo>
                  <a:lnTo>
                    <a:pt x="7" y="114"/>
                  </a:lnTo>
                  <a:lnTo>
                    <a:pt x="31" y="94"/>
                  </a:lnTo>
                  <a:lnTo>
                    <a:pt x="35" y="81"/>
                  </a:lnTo>
                  <a:lnTo>
                    <a:pt x="26" y="66"/>
                  </a:lnTo>
                  <a:lnTo>
                    <a:pt x="7" y="48"/>
                  </a:lnTo>
                  <a:lnTo>
                    <a:pt x="0" y="23"/>
                  </a:lnTo>
                  <a:lnTo>
                    <a:pt x="10" y="13"/>
                  </a:lnTo>
                  <a:lnTo>
                    <a:pt x="7" y="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412" y="2676"/>
              <a:ext cx="165" cy="123"/>
            </a:xfrm>
            <a:custGeom>
              <a:avLst/>
              <a:gdLst>
                <a:gd name="T0" fmla="*/ 116 w 165"/>
                <a:gd name="T1" fmla="*/ 0 h 123"/>
                <a:gd name="T2" fmla="*/ 143 w 165"/>
                <a:gd name="T3" fmla="*/ 19 h 123"/>
                <a:gd name="T4" fmla="*/ 160 w 165"/>
                <a:gd name="T5" fmla="*/ 48 h 123"/>
                <a:gd name="T6" fmla="*/ 163 w 165"/>
                <a:gd name="T7" fmla="*/ 62 h 123"/>
                <a:gd name="T8" fmla="*/ 165 w 165"/>
                <a:gd name="T9" fmla="*/ 74 h 123"/>
                <a:gd name="T10" fmla="*/ 158 w 165"/>
                <a:gd name="T11" fmla="*/ 81 h 123"/>
                <a:gd name="T12" fmla="*/ 146 w 165"/>
                <a:gd name="T13" fmla="*/ 81 h 123"/>
                <a:gd name="T14" fmla="*/ 130 w 165"/>
                <a:gd name="T15" fmla="*/ 90 h 123"/>
                <a:gd name="T16" fmla="*/ 96 w 165"/>
                <a:gd name="T17" fmla="*/ 89 h 123"/>
                <a:gd name="T18" fmla="*/ 83 w 165"/>
                <a:gd name="T19" fmla="*/ 96 h 123"/>
                <a:gd name="T20" fmla="*/ 82 w 165"/>
                <a:gd name="T21" fmla="*/ 102 h 123"/>
                <a:gd name="T22" fmla="*/ 63 w 165"/>
                <a:gd name="T23" fmla="*/ 108 h 123"/>
                <a:gd name="T24" fmla="*/ 36 w 165"/>
                <a:gd name="T25" fmla="*/ 123 h 123"/>
                <a:gd name="T26" fmla="*/ 36 w 165"/>
                <a:gd name="T27" fmla="*/ 123 h 123"/>
                <a:gd name="T28" fmla="*/ 23 w 165"/>
                <a:gd name="T29" fmla="*/ 115 h 123"/>
                <a:gd name="T30" fmla="*/ 16 w 165"/>
                <a:gd name="T31" fmla="*/ 100 h 123"/>
                <a:gd name="T32" fmla="*/ 5 w 165"/>
                <a:gd name="T33" fmla="*/ 83 h 123"/>
                <a:gd name="T34" fmla="*/ 0 w 165"/>
                <a:gd name="T35" fmla="*/ 60 h 123"/>
                <a:gd name="T36" fmla="*/ 3 w 165"/>
                <a:gd name="T37" fmla="*/ 40 h 123"/>
                <a:gd name="T38" fmla="*/ 4 w 165"/>
                <a:gd name="T39" fmla="*/ 42 h 123"/>
                <a:gd name="T40" fmla="*/ 9 w 165"/>
                <a:gd name="T41" fmla="*/ 37 h 123"/>
                <a:gd name="T42" fmla="*/ 9 w 165"/>
                <a:gd name="T43" fmla="*/ 27 h 123"/>
                <a:gd name="T44" fmla="*/ 25 w 165"/>
                <a:gd name="T45" fmla="*/ 19 h 123"/>
                <a:gd name="T46" fmla="*/ 38 w 165"/>
                <a:gd name="T47" fmla="*/ 15 h 123"/>
                <a:gd name="T48" fmla="*/ 49 w 165"/>
                <a:gd name="T49" fmla="*/ 8 h 123"/>
                <a:gd name="T50" fmla="*/ 75 w 165"/>
                <a:gd name="T51" fmla="*/ 2 h 123"/>
                <a:gd name="T52" fmla="*/ 88 w 165"/>
                <a:gd name="T53" fmla="*/ 4 h 123"/>
                <a:gd name="T54" fmla="*/ 106 w 165"/>
                <a:gd name="T55" fmla="*/ 0 h 123"/>
                <a:gd name="T56" fmla="*/ 116 w 165"/>
                <a:gd name="T57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5" h="123">
                  <a:moveTo>
                    <a:pt x="116" y="0"/>
                  </a:moveTo>
                  <a:lnTo>
                    <a:pt x="143" y="19"/>
                  </a:lnTo>
                  <a:lnTo>
                    <a:pt x="160" y="48"/>
                  </a:lnTo>
                  <a:lnTo>
                    <a:pt x="163" y="62"/>
                  </a:lnTo>
                  <a:lnTo>
                    <a:pt x="165" y="74"/>
                  </a:lnTo>
                  <a:lnTo>
                    <a:pt x="158" y="81"/>
                  </a:lnTo>
                  <a:lnTo>
                    <a:pt x="146" y="81"/>
                  </a:lnTo>
                  <a:lnTo>
                    <a:pt x="130" y="90"/>
                  </a:lnTo>
                  <a:lnTo>
                    <a:pt x="96" y="89"/>
                  </a:lnTo>
                  <a:lnTo>
                    <a:pt x="83" y="96"/>
                  </a:lnTo>
                  <a:lnTo>
                    <a:pt x="82" y="102"/>
                  </a:lnTo>
                  <a:lnTo>
                    <a:pt x="63" y="108"/>
                  </a:lnTo>
                  <a:lnTo>
                    <a:pt x="36" y="123"/>
                  </a:lnTo>
                  <a:lnTo>
                    <a:pt x="36" y="123"/>
                  </a:lnTo>
                  <a:lnTo>
                    <a:pt x="23" y="115"/>
                  </a:lnTo>
                  <a:lnTo>
                    <a:pt x="16" y="100"/>
                  </a:lnTo>
                  <a:lnTo>
                    <a:pt x="5" y="83"/>
                  </a:lnTo>
                  <a:lnTo>
                    <a:pt x="0" y="60"/>
                  </a:lnTo>
                  <a:lnTo>
                    <a:pt x="3" y="40"/>
                  </a:lnTo>
                  <a:lnTo>
                    <a:pt x="4" y="42"/>
                  </a:lnTo>
                  <a:lnTo>
                    <a:pt x="9" y="37"/>
                  </a:lnTo>
                  <a:lnTo>
                    <a:pt x="9" y="27"/>
                  </a:lnTo>
                  <a:lnTo>
                    <a:pt x="25" y="19"/>
                  </a:lnTo>
                  <a:lnTo>
                    <a:pt x="38" y="15"/>
                  </a:lnTo>
                  <a:lnTo>
                    <a:pt x="49" y="8"/>
                  </a:lnTo>
                  <a:lnTo>
                    <a:pt x="75" y="2"/>
                  </a:lnTo>
                  <a:lnTo>
                    <a:pt x="88" y="4"/>
                  </a:lnTo>
                  <a:lnTo>
                    <a:pt x="10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325" y="2656"/>
              <a:ext cx="123" cy="221"/>
            </a:xfrm>
            <a:custGeom>
              <a:avLst/>
              <a:gdLst>
                <a:gd name="T0" fmla="*/ 90 w 123"/>
                <a:gd name="T1" fmla="*/ 60 h 221"/>
                <a:gd name="T2" fmla="*/ 87 w 123"/>
                <a:gd name="T3" fmla="*/ 80 h 221"/>
                <a:gd name="T4" fmla="*/ 92 w 123"/>
                <a:gd name="T5" fmla="*/ 103 h 221"/>
                <a:gd name="T6" fmla="*/ 103 w 123"/>
                <a:gd name="T7" fmla="*/ 120 h 221"/>
                <a:gd name="T8" fmla="*/ 110 w 123"/>
                <a:gd name="T9" fmla="*/ 135 h 221"/>
                <a:gd name="T10" fmla="*/ 123 w 123"/>
                <a:gd name="T11" fmla="*/ 143 h 221"/>
                <a:gd name="T12" fmla="*/ 120 w 123"/>
                <a:gd name="T13" fmla="*/ 159 h 221"/>
                <a:gd name="T14" fmla="*/ 111 w 123"/>
                <a:gd name="T15" fmla="*/ 177 h 221"/>
                <a:gd name="T16" fmla="*/ 84 w 123"/>
                <a:gd name="T17" fmla="*/ 185 h 221"/>
                <a:gd name="T18" fmla="*/ 83 w 123"/>
                <a:gd name="T19" fmla="*/ 199 h 221"/>
                <a:gd name="T20" fmla="*/ 73 w 123"/>
                <a:gd name="T21" fmla="*/ 217 h 221"/>
                <a:gd name="T22" fmla="*/ 65 w 123"/>
                <a:gd name="T23" fmla="*/ 221 h 221"/>
                <a:gd name="T24" fmla="*/ 53 w 123"/>
                <a:gd name="T25" fmla="*/ 213 h 221"/>
                <a:gd name="T26" fmla="*/ 41 w 123"/>
                <a:gd name="T27" fmla="*/ 185 h 221"/>
                <a:gd name="T28" fmla="*/ 17 w 123"/>
                <a:gd name="T29" fmla="*/ 184 h 221"/>
                <a:gd name="T30" fmla="*/ 10 w 123"/>
                <a:gd name="T31" fmla="*/ 177 h 221"/>
                <a:gd name="T32" fmla="*/ 15 w 123"/>
                <a:gd name="T33" fmla="*/ 163 h 221"/>
                <a:gd name="T34" fmla="*/ 7 w 123"/>
                <a:gd name="T35" fmla="*/ 152 h 221"/>
                <a:gd name="T36" fmla="*/ 7 w 123"/>
                <a:gd name="T37" fmla="*/ 138 h 221"/>
                <a:gd name="T38" fmla="*/ 14 w 123"/>
                <a:gd name="T39" fmla="*/ 124 h 221"/>
                <a:gd name="T40" fmla="*/ 5 w 123"/>
                <a:gd name="T41" fmla="*/ 105 h 221"/>
                <a:gd name="T42" fmla="*/ 12 w 123"/>
                <a:gd name="T43" fmla="*/ 78 h 221"/>
                <a:gd name="T44" fmla="*/ 18 w 123"/>
                <a:gd name="T45" fmla="*/ 75 h 221"/>
                <a:gd name="T46" fmla="*/ 20 w 123"/>
                <a:gd name="T47" fmla="*/ 66 h 221"/>
                <a:gd name="T48" fmla="*/ 0 w 123"/>
                <a:gd name="T49" fmla="*/ 57 h 221"/>
                <a:gd name="T50" fmla="*/ 1 w 123"/>
                <a:gd name="T51" fmla="*/ 35 h 221"/>
                <a:gd name="T52" fmla="*/ 10 w 123"/>
                <a:gd name="T53" fmla="*/ 17 h 221"/>
                <a:gd name="T54" fmla="*/ 25 w 123"/>
                <a:gd name="T55" fmla="*/ 2 h 221"/>
                <a:gd name="T56" fmla="*/ 30 w 123"/>
                <a:gd name="T57" fmla="*/ 3 h 221"/>
                <a:gd name="T58" fmla="*/ 38 w 123"/>
                <a:gd name="T59" fmla="*/ 13 h 221"/>
                <a:gd name="T60" fmla="*/ 49 w 123"/>
                <a:gd name="T61" fmla="*/ 1 h 221"/>
                <a:gd name="T62" fmla="*/ 49 w 123"/>
                <a:gd name="T63" fmla="*/ 0 h 221"/>
                <a:gd name="T64" fmla="*/ 54 w 123"/>
                <a:gd name="T65" fmla="*/ 4 h 221"/>
                <a:gd name="T66" fmla="*/ 63 w 123"/>
                <a:gd name="T67" fmla="*/ 16 h 221"/>
                <a:gd name="T68" fmla="*/ 69 w 123"/>
                <a:gd name="T69" fmla="*/ 18 h 221"/>
                <a:gd name="T70" fmla="*/ 83 w 123"/>
                <a:gd name="T71" fmla="*/ 26 h 221"/>
                <a:gd name="T72" fmla="*/ 87 w 123"/>
                <a:gd name="T73" fmla="*/ 35 h 221"/>
                <a:gd name="T74" fmla="*/ 87 w 123"/>
                <a:gd name="T75" fmla="*/ 54 h 221"/>
                <a:gd name="T76" fmla="*/ 90 w 123"/>
                <a:gd name="T77" fmla="*/ 6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3" h="221">
                  <a:moveTo>
                    <a:pt x="90" y="60"/>
                  </a:moveTo>
                  <a:lnTo>
                    <a:pt x="87" y="80"/>
                  </a:lnTo>
                  <a:lnTo>
                    <a:pt x="92" y="103"/>
                  </a:lnTo>
                  <a:lnTo>
                    <a:pt x="103" y="120"/>
                  </a:lnTo>
                  <a:lnTo>
                    <a:pt x="110" y="135"/>
                  </a:lnTo>
                  <a:lnTo>
                    <a:pt x="123" y="143"/>
                  </a:lnTo>
                  <a:lnTo>
                    <a:pt x="120" y="159"/>
                  </a:lnTo>
                  <a:lnTo>
                    <a:pt x="111" y="177"/>
                  </a:lnTo>
                  <a:lnTo>
                    <a:pt x="84" y="185"/>
                  </a:lnTo>
                  <a:lnTo>
                    <a:pt x="83" y="199"/>
                  </a:lnTo>
                  <a:lnTo>
                    <a:pt x="73" y="217"/>
                  </a:lnTo>
                  <a:lnTo>
                    <a:pt x="65" y="221"/>
                  </a:lnTo>
                  <a:lnTo>
                    <a:pt x="53" y="213"/>
                  </a:lnTo>
                  <a:lnTo>
                    <a:pt x="41" y="185"/>
                  </a:lnTo>
                  <a:lnTo>
                    <a:pt x="17" y="184"/>
                  </a:lnTo>
                  <a:lnTo>
                    <a:pt x="10" y="177"/>
                  </a:lnTo>
                  <a:lnTo>
                    <a:pt x="15" y="163"/>
                  </a:lnTo>
                  <a:lnTo>
                    <a:pt x="7" y="152"/>
                  </a:lnTo>
                  <a:lnTo>
                    <a:pt x="7" y="138"/>
                  </a:lnTo>
                  <a:lnTo>
                    <a:pt x="14" y="124"/>
                  </a:lnTo>
                  <a:lnTo>
                    <a:pt x="5" y="105"/>
                  </a:lnTo>
                  <a:lnTo>
                    <a:pt x="12" y="78"/>
                  </a:lnTo>
                  <a:lnTo>
                    <a:pt x="18" y="75"/>
                  </a:lnTo>
                  <a:lnTo>
                    <a:pt x="20" y="66"/>
                  </a:lnTo>
                  <a:lnTo>
                    <a:pt x="0" y="57"/>
                  </a:lnTo>
                  <a:lnTo>
                    <a:pt x="1" y="35"/>
                  </a:lnTo>
                  <a:lnTo>
                    <a:pt x="10" y="17"/>
                  </a:lnTo>
                  <a:lnTo>
                    <a:pt x="25" y="2"/>
                  </a:lnTo>
                  <a:lnTo>
                    <a:pt x="30" y="3"/>
                  </a:lnTo>
                  <a:lnTo>
                    <a:pt x="38" y="13"/>
                  </a:lnTo>
                  <a:lnTo>
                    <a:pt x="49" y="1"/>
                  </a:lnTo>
                  <a:lnTo>
                    <a:pt x="49" y="0"/>
                  </a:lnTo>
                  <a:lnTo>
                    <a:pt x="54" y="4"/>
                  </a:lnTo>
                  <a:lnTo>
                    <a:pt x="63" y="16"/>
                  </a:lnTo>
                  <a:lnTo>
                    <a:pt x="69" y="18"/>
                  </a:lnTo>
                  <a:lnTo>
                    <a:pt x="83" y="26"/>
                  </a:lnTo>
                  <a:lnTo>
                    <a:pt x="87" y="35"/>
                  </a:lnTo>
                  <a:lnTo>
                    <a:pt x="87" y="54"/>
                  </a:lnTo>
                  <a:lnTo>
                    <a:pt x="90" y="6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3280" y="2390"/>
              <a:ext cx="271" cy="328"/>
            </a:xfrm>
            <a:custGeom>
              <a:avLst/>
              <a:gdLst>
                <a:gd name="T0" fmla="*/ 9 w 271"/>
                <a:gd name="T1" fmla="*/ 23 h 328"/>
                <a:gd name="T2" fmla="*/ 35 w 271"/>
                <a:gd name="T3" fmla="*/ 17 h 328"/>
                <a:gd name="T4" fmla="*/ 55 w 271"/>
                <a:gd name="T5" fmla="*/ 0 h 328"/>
                <a:gd name="T6" fmla="*/ 80 w 271"/>
                <a:gd name="T7" fmla="*/ 5 h 328"/>
                <a:gd name="T8" fmla="*/ 105 w 271"/>
                <a:gd name="T9" fmla="*/ 20 h 328"/>
                <a:gd name="T10" fmla="*/ 131 w 271"/>
                <a:gd name="T11" fmla="*/ 54 h 328"/>
                <a:gd name="T12" fmla="*/ 166 w 271"/>
                <a:gd name="T13" fmla="*/ 74 h 328"/>
                <a:gd name="T14" fmla="*/ 161 w 271"/>
                <a:gd name="T15" fmla="*/ 96 h 328"/>
                <a:gd name="T16" fmla="*/ 189 w 271"/>
                <a:gd name="T17" fmla="*/ 113 h 328"/>
                <a:gd name="T18" fmla="*/ 214 w 271"/>
                <a:gd name="T19" fmla="*/ 117 h 328"/>
                <a:gd name="T20" fmla="*/ 248 w 271"/>
                <a:gd name="T21" fmla="*/ 107 h 328"/>
                <a:gd name="T22" fmla="*/ 239 w 271"/>
                <a:gd name="T23" fmla="*/ 128 h 328"/>
                <a:gd name="T24" fmla="*/ 236 w 271"/>
                <a:gd name="T25" fmla="*/ 162 h 328"/>
                <a:gd name="T26" fmla="*/ 262 w 271"/>
                <a:gd name="T27" fmla="*/ 205 h 328"/>
                <a:gd name="T28" fmla="*/ 267 w 271"/>
                <a:gd name="T29" fmla="*/ 233 h 328"/>
                <a:gd name="T30" fmla="*/ 245 w 271"/>
                <a:gd name="T31" fmla="*/ 263 h 328"/>
                <a:gd name="T32" fmla="*/ 249 w 271"/>
                <a:gd name="T33" fmla="*/ 286 h 328"/>
                <a:gd name="T34" fmla="*/ 220 w 271"/>
                <a:gd name="T35" fmla="*/ 290 h 328"/>
                <a:gd name="T36" fmla="*/ 181 w 271"/>
                <a:gd name="T37" fmla="*/ 294 h 328"/>
                <a:gd name="T38" fmla="*/ 157 w 271"/>
                <a:gd name="T39" fmla="*/ 305 h 328"/>
                <a:gd name="T40" fmla="*/ 141 w 271"/>
                <a:gd name="T41" fmla="*/ 323 h 328"/>
                <a:gd name="T42" fmla="*/ 132 w 271"/>
                <a:gd name="T43" fmla="*/ 320 h 328"/>
                <a:gd name="T44" fmla="*/ 128 w 271"/>
                <a:gd name="T45" fmla="*/ 292 h 328"/>
                <a:gd name="T46" fmla="*/ 108 w 271"/>
                <a:gd name="T47" fmla="*/ 282 h 328"/>
                <a:gd name="T48" fmla="*/ 94 w 271"/>
                <a:gd name="T49" fmla="*/ 266 h 328"/>
                <a:gd name="T50" fmla="*/ 106 w 271"/>
                <a:gd name="T51" fmla="*/ 252 h 328"/>
                <a:gd name="T52" fmla="*/ 89 w 271"/>
                <a:gd name="T53" fmla="*/ 236 h 328"/>
                <a:gd name="T54" fmla="*/ 63 w 271"/>
                <a:gd name="T55" fmla="*/ 226 h 328"/>
                <a:gd name="T56" fmla="*/ 56 w 271"/>
                <a:gd name="T57" fmla="*/ 210 h 328"/>
                <a:gd name="T58" fmla="*/ 47 w 271"/>
                <a:gd name="T59" fmla="*/ 194 h 328"/>
                <a:gd name="T60" fmla="*/ 32 w 271"/>
                <a:gd name="T61" fmla="*/ 165 h 328"/>
                <a:gd name="T62" fmla="*/ 50 w 271"/>
                <a:gd name="T63" fmla="*/ 166 h 328"/>
                <a:gd name="T64" fmla="*/ 47 w 271"/>
                <a:gd name="T65" fmla="*/ 152 h 328"/>
                <a:gd name="T66" fmla="*/ 18 w 271"/>
                <a:gd name="T67" fmla="*/ 138 h 328"/>
                <a:gd name="T68" fmla="*/ 30 w 271"/>
                <a:gd name="T69" fmla="*/ 111 h 328"/>
                <a:gd name="T70" fmla="*/ 25 w 271"/>
                <a:gd name="T71" fmla="*/ 94 h 328"/>
                <a:gd name="T72" fmla="*/ 15 w 271"/>
                <a:gd name="T73" fmla="*/ 94 h 328"/>
                <a:gd name="T74" fmla="*/ 27 w 271"/>
                <a:gd name="T75" fmla="*/ 80 h 328"/>
                <a:gd name="T76" fmla="*/ 32 w 271"/>
                <a:gd name="T77" fmla="*/ 75 h 328"/>
                <a:gd name="T78" fmla="*/ 13 w 271"/>
                <a:gd name="T79" fmla="*/ 68 h 328"/>
                <a:gd name="T80" fmla="*/ 1 w 271"/>
                <a:gd name="T81" fmla="*/ 34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71" h="328">
                  <a:moveTo>
                    <a:pt x="0" y="33"/>
                  </a:moveTo>
                  <a:lnTo>
                    <a:pt x="9" y="23"/>
                  </a:lnTo>
                  <a:lnTo>
                    <a:pt x="25" y="16"/>
                  </a:lnTo>
                  <a:lnTo>
                    <a:pt x="35" y="17"/>
                  </a:lnTo>
                  <a:lnTo>
                    <a:pt x="39" y="12"/>
                  </a:lnTo>
                  <a:lnTo>
                    <a:pt x="55" y="0"/>
                  </a:lnTo>
                  <a:lnTo>
                    <a:pt x="66" y="3"/>
                  </a:lnTo>
                  <a:lnTo>
                    <a:pt x="80" y="5"/>
                  </a:lnTo>
                  <a:lnTo>
                    <a:pt x="101" y="12"/>
                  </a:lnTo>
                  <a:lnTo>
                    <a:pt x="105" y="20"/>
                  </a:lnTo>
                  <a:lnTo>
                    <a:pt x="127" y="43"/>
                  </a:lnTo>
                  <a:lnTo>
                    <a:pt x="131" y="54"/>
                  </a:lnTo>
                  <a:lnTo>
                    <a:pt x="149" y="63"/>
                  </a:lnTo>
                  <a:lnTo>
                    <a:pt x="166" y="74"/>
                  </a:lnTo>
                  <a:lnTo>
                    <a:pt x="158" y="90"/>
                  </a:lnTo>
                  <a:lnTo>
                    <a:pt x="161" y="96"/>
                  </a:lnTo>
                  <a:lnTo>
                    <a:pt x="183" y="103"/>
                  </a:lnTo>
                  <a:lnTo>
                    <a:pt x="189" y="113"/>
                  </a:lnTo>
                  <a:lnTo>
                    <a:pt x="203" y="108"/>
                  </a:lnTo>
                  <a:lnTo>
                    <a:pt x="214" y="117"/>
                  </a:lnTo>
                  <a:lnTo>
                    <a:pt x="224" y="103"/>
                  </a:lnTo>
                  <a:lnTo>
                    <a:pt x="248" y="107"/>
                  </a:lnTo>
                  <a:lnTo>
                    <a:pt x="237" y="119"/>
                  </a:lnTo>
                  <a:lnTo>
                    <a:pt x="239" y="128"/>
                  </a:lnTo>
                  <a:lnTo>
                    <a:pt x="246" y="152"/>
                  </a:lnTo>
                  <a:lnTo>
                    <a:pt x="236" y="162"/>
                  </a:lnTo>
                  <a:lnTo>
                    <a:pt x="243" y="187"/>
                  </a:lnTo>
                  <a:lnTo>
                    <a:pt x="262" y="205"/>
                  </a:lnTo>
                  <a:lnTo>
                    <a:pt x="271" y="220"/>
                  </a:lnTo>
                  <a:lnTo>
                    <a:pt x="267" y="233"/>
                  </a:lnTo>
                  <a:lnTo>
                    <a:pt x="243" y="253"/>
                  </a:lnTo>
                  <a:lnTo>
                    <a:pt x="245" y="263"/>
                  </a:lnTo>
                  <a:lnTo>
                    <a:pt x="253" y="274"/>
                  </a:lnTo>
                  <a:lnTo>
                    <a:pt x="249" y="286"/>
                  </a:lnTo>
                  <a:lnTo>
                    <a:pt x="238" y="286"/>
                  </a:lnTo>
                  <a:lnTo>
                    <a:pt x="220" y="290"/>
                  </a:lnTo>
                  <a:lnTo>
                    <a:pt x="207" y="288"/>
                  </a:lnTo>
                  <a:lnTo>
                    <a:pt x="181" y="294"/>
                  </a:lnTo>
                  <a:lnTo>
                    <a:pt x="170" y="301"/>
                  </a:lnTo>
                  <a:lnTo>
                    <a:pt x="157" y="305"/>
                  </a:lnTo>
                  <a:lnTo>
                    <a:pt x="141" y="313"/>
                  </a:lnTo>
                  <a:lnTo>
                    <a:pt x="141" y="323"/>
                  </a:lnTo>
                  <a:lnTo>
                    <a:pt x="136" y="328"/>
                  </a:lnTo>
                  <a:lnTo>
                    <a:pt x="132" y="320"/>
                  </a:lnTo>
                  <a:lnTo>
                    <a:pt x="132" y="301"/>
                  </a:lnTo>
                  <a:lnTo>
                    <a:pt x="128" y="292"/>
                  </a:lnTo>
                  <a:lnTo>
                    <a:pt x="114" y="284"/>
                  </a:lnTo>
                  <a:lnTo>
                    <a:pt x="108" y="282"/>
                  </a:lnTo>
                  <a:lnTo>
                    <a:pt x="99" y="270"/>
                  </a:lnTo>
                  <a:lnTo>
                    <a:pt x="94" y="266"/>
                  </a:lnTo>
                  <a:lnTo>
                    <a:pt x="96" y="260"/>
                  </a:lnTo>
                  <a:lnTo>
                    <a:pt x="106" y="252"/>
                  </a:lnTo>
                  <a:lnTo>
                    <a:pt x="105" y="239"/>
                  </a:lnTo>
                  <a:lnTo>
                    <a:pt x="89" y="236"/>
                  </a:lnTo>
                  <a:lnTo>
                    <a:pt x="78" y="226"/>
                  </a:lnTo>
                  <a:lnTo>
                    <a:pt x="63" y="226"/>
                  </a:lnTo>
                  <a:lnTo>
                    <a:pt x="56" y="220"/>
                  </a:lnTo>
                  <a:lnTo>
                    <a:pt x="56" y="210"/>
                  </a:lnTo>
                  <a:lnTo>
                    <a:pt x="42" y="198"/>
                  </a:lnTo>
                  <a:lnTo>
                    <a:pt x="47" y="194"/>
                  </a:lnTo>
                  <a:lnTo>
                    <a:pt x="32" y="178"/>
                  </a:lnTo>
                  <a:lnTo>
                    <a:pt x="32" y="165"/>
                  </a:lnTo>
                  <a:lnTo>
                    <a:pt x="38" y="161"/>
                  </a:lnTo>
                  <a:lnTo>
                    <a:pt x="50" y="166"/>
                  </a:lnTo>
                  <a:lnTo>
                    <a:pt x="54" y="159"/>
                  </a:lnTo>
                  <a:lnTo>
                    <a:pt x="47" y="152"/>
                  </a:lnTo>
                  <a:lnTo>
                    <a:pt x="36" y="151"/>
                  </a:lnTo>
                  <a:lnTo>
                    <a:pt x="18" y="138"/>
                  </a:lnTo>
                  <a:lnTo>
                    <a:pt x="17" y="130"/>
                  </a:lnTo>
                  <a:lnTo>
                    <a:pt x="30" y="111"/>
                  </a:lnTo>
                  <a:lnTo>
                    <a:pt x="32" y="95"/>
                  </a:lnTo>
                  <a:lnTo>
                    <a:pt x="25" y="94"/>
                  </a:lnTo>
                  <a:lnTo>
                    <a:pt x="19" y="98"/>
                  </a:lnTo>
                  <a:lnTo>
                    <a:pt x="15" y="94"/>
                  </a:lnTo>
                  <a:lnTo>
                    <a:pt x="13" y="84"/>
                  </a:lnTo>
                  <a:lnTo>
                    <a:pt x="27" y="80"/>
                  </a:lnTo>
                  <a:lnTo>
                    <a:pt x="32" y="80"/>
                  </a:lnTo>
                  <a:lnTo>
                    <a:pt x="32" y="75"/>
                  </a:lnTo>
                  <a:lnTo>
                    <a:pt x="20" y="72"/>
                  </a:lnTo>
                  <a:lnTo>
                    <a:pt x="13" y="68"/>
                  </a:lnTo>
                  <a:lnTo>
                    <a:pt x="10" y="52"/>
                  </a:lnTo>
                  <a:lnTo>
                    <a:pt x="1" y="34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265" y="2577"/>
              <a:ext cx="121" cy="136"/>
            </a:xfrm>
            <a:custGeom>
              <a:avLst/>
              <a:gdLst>
                <a:gd name="T0" fmla="*/ 60 w 121"/>
                <a:gd name="T1" fmla="*/ 136 h 136"/>
                <a:gd name="T2" fmla="*/ 61 w 121"/>
                <a:gd name="T3" fmla="*/ 114 h 136"/>
                <a:gd name="T4" fmla="*/ 70 w 121"/>
                <a:gd name="T5" fmla="*/ 96 h 136"/>
                <a:gd name="T6" fmla="*/ 85 w 121"/>
                <a:gd name="T7" fmla="*/ 81 h 136"/>
                <a:gd name="T8" fmla="*/ 90 w 121"/>
                <a:gd name="T9" fmla="*/ 82 h 136"/>
                <a:gd name="T10" fmla="*/ 98 w 121"/>
                <a:gd name="T11" fmla="*/ 92 h 136"/>
                <a:gd name="T12" fmla="*/ 109 w 121"/>
                <a:gd name="T13" fmla="*/ 80 h 136"/>
                <a:gd name="T14" fmla="*/ 111 w 121"/>
                <a:gd name="T15" fmla="*/ 73 h 136"/>
                <a:gd name="T16" fmla="*/ 121 w 121"/>
                <a:gd name="T17" fmla="*/ 65 h 136"/>
                <a:gd name="T18" fmla="*/ 120 w 121"/>
                <a:gd name="T19" fmla="*/ 52 h 136"/>
                <a:gd name="T20" fmla="*/ 104 w 121"/>
                <a:gd name="T21" fmla="*/ 49 h 136"/>
                <a:gd name="T22" fmla="*/ 93 w 121"/>
                <a:gd name="T23" fmla="*/ 39 h 136"/>
                <a:gd name="T24" fmla="*/ 78 w 121"/>
                <a:gd name="T25" fmla="*/ 39 h 136"/>
                <a:gd name="T26" fmla="*/ 71 w 121"/>
                <a:gd name="T27" fmla="*/ 33 h 136"/>
                <a:gd name="T28" fmla="*/ 71 w 121"/>
                <a:gd name="T29" fmla="*/ 23 h 136"/>
                <a:gd name="T30" fmla="*/ 57 w 121"/>
                <a:gd name="T31" fmla="*/ 11 h 136"/>
                <a:gd name="T32" fmla="*/ 56 w 121"/>
                <a:gd name="T33" fmla="*/ 12 h 136"/>
                <a:gd name="T34" fmla="*/ 45 w 121"/>
                <a:gd name="T35" fmla="*/ 9 h 136"/>
                <a:gd name="T36" fmla="*/ 32 w 121"/>
                <a:gd name="T37" fmla="*/ 0 h 136"/>
                <a:gd name="T38" fmla="*/ 24 w 121"/>
                <a:gd name="T39" fmla="*/ 6 h 136"/>
                <a:gd name="T40" fmla="*/ 24 w 121"/>
                <a:gd name="T41" fmla="*/ 15 h 136"/>
                <a:gd name="T42" fmla="*/ 36 w 121"/>
                <a:gd name="T43" fmla="*/ 21 h 136"/>
                <a:gd name="T44" fmla="*/ 41 w 121"/>
                <a:gd name="T45" fmla="*/ 30 h 136"/>
                <a:gd name="T46" fmla="*/ 30 w 121"/>
                <a:gd name="T47" fmla="*/ 35 h 136"/>
                <a:gd name="T48" fmla="*/ 21 w 121"/>
                <a:gd name="T49" fmla="*/ 36 h 136"/>
                <a:gd name="T50" fmla="*/ 15 w 121"/>
                <a:gd name="T51" fmla="*/ 48 h 136"/>
                <a:gd name="T52" fmla="*/ 15 w 121"/>
                <a:gd name="T53" fmla="*/ 65 h 136"/>
                <a:gd name="T54" fmla="*/ 7 w 121"/>
                <a:gd name="T55" fmla="*/ 78 h 136"/>
                <a:gd name="T56" fmla="*/ 0 w 121"/>
                <a:gd name="T57" fmla="*/ 81 h 136"/>
                <a:gd name="T58" fmla="*/ 5 w 121"/>
                <a:gd name="T59" fmla="*/ 87 h 136"/>
                <a:gd name="T60" fmla="*/ 18 w 121"/>
                <a:gd name="T61" fmla="*/ 91 h 136"/>
                <a:gd name="T62" fmla="*/ 43 w 121"/>
                <a:gd name="T63" fmla="*/ 120 h 136"/>
                <a:gd name="T64" fmla="*/ 45 w 121"/>
                <a:gd name="T65" fmla="*/ 130 h 136"/>
                <a:gd name="T66" fmla="*/ 60 w 121"/>
                <a:gd name="T6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1" h="136">
                  <a:moveTo>
                    <a:pt x="60" y="136"/>
                  </a:moveTo>
                  <a:lnTo>
                    <a:pt x="61" y="114"/>
                  </a:lnTo>
                  <a:lnTo>
                    <a:pt x="70" y="96"/>
                  </a:lnTo>
                  <a:lnTo>
                    <a:pt x="85" y="81"/>
                  </a:lnTo>
                  <a:lnTo>
                    <a:pt x="90" y="82"/>
                  </a:lnTo>
                  <a:lnTo>
                    <a:pt x="98" y="92"/>
                  </a:lnTo>
                  <a:lnTo>
                    <a:pt x="109" y="80"/>
                  </a:lnTo>
                  <a:lnTo>
                    <a:pt x="111" y="73"/>
                  </a:lnTo>
                  <a:lnTo>
                    <a:pt x="121" y="65"/>
                  </a:lnTo>
                  <a:lnTo>
                    <a:pt x="120" y="52"/>
                  </a:lnTo>
                  <a:lnTo>
                    <a:pt x="104" y="49"/>
                  </a:lnTo>
                  <a:lnTo>
                    <a:pt x="93" y="39"/>
                  </a:lnTo>
                  <a:lnTo>
                    <a:pt x="78" y="39"/>
                  </a:lnTo>
                  <a:lnTo>
                    <a:pt x="71" y="33"/>
                  </a:lnTo>
                  <a:lnTo>
                    <a:pt x="71" y="23"/>
                  </a:lnTo>
                  <a:lnTo>
                    <a:pt x="57" y="11"/>
                  </a:lnTo>
                  <a:lnTo>
                    <a:pt x="56" y="12"/>
                  </a:lnTo>
                  <a:lnTo>
                    <a:pt x="45" y="9"/>
                  </a:lnTo>
                  <a:lnTo>
                    <a:pt x="32" y="0"/>
                  </a:lnTo>
                  <a:lnTo>
                    <a:pt x="24" y="6"/>
                  </a:lnTo>
                  <a:lnTo>
                    <a:pt x="24" y="15"/>
                  </a:lnTo>
                  <a:lnTo>
                    <a:pt x="36" y="21"/>
                  </a:lnTo>
                  <a:lnTo>
                    <a:pt x="41" y="30"/>
                  </a:lnTo>
                  <a:lnTo>
                    <a:pt x="30" y="35"/>
                  </a:lnTo>
                  <a:lnTo>
                    <a:pt x="21" y="36"/>
                  </a:lnTo>
                  <a:lnTo>
                    <a:pt x="15" y="48"/>
                  </a:lnTo>
                  <a:lnTo>
                    <a:pt x="15" y="65"/>
                  </a:lnTo>
                  <a:lnTo>
                    <a:pt x="7" y="78"/>
                  </a:lnTo>
                  <a:lnTo>
                    <a:pt x="0" y="81"/>
                  </a:lnTo>
                  <a:lnTo>
                    <a:pt x="5" y="87"/>
                  </a:lnTo>
                  <a:lnTo>
                    <a:pt x="18" y="91"/>
                  </a:lnTo>
                  <a:lnTo>
                    <a:pt x="43" y="120"/>
                  </a:lnTo>
                  <a:lnTo>
                    <a:pt x="45" y="130"/>
                  </a:lnTo>
                  <a:lnTo>
                    <a:pt x="60" y="136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3"/>
            <p:cNvSpPr>
              <a:spLocks noEditPoints="1"/>
            </p:cNvSpPr>
            <p:nvPr/>
          </p:nvSpPr>
          <p:spPr bwMode="auto">
            <a:xfrm>
              <a:off x="2949" y="2380"/>
              <a:ext cx="363" cy="258"/>
            </a:xfrm>
            <a:custGeom>
              <a:avLst/>
              <a:gdLst>
                <a:gd name="T0" fmla="*/ 363 w 369"/>
                <a:gd name="T1" fmla="*/ 92 h 262"/>
                <a:gd name="T2" fmla="*/ 356 w 369"/>
                <a:gd name="T3" fmla="*/ 84 h 262"/>
                <a:gd name="T4" fmla="*/ 337 w 369"/>
                <a:gd name="T5" fmla="*/ 45 h 262"/>
                <a:gd name="T6" fmla="*/ 293 w 369"/>
                <a:gd name="T7" fmla="*/ 45 h 262"/>
                <a:gd name="T8" fmla="*/ 233 w 369"/>
                <a:gd name="T9" fmla="*/ 27 h 262"/>
                <a:gd name="T10" fmla="*/ 193 w 369"/>
                <a:gd name="T11" fmla="*/ 3 h 262"/>
                <a:gd name="T12" fmla="*/ 120 w 369"/>
                <a:gd name="T13" fmla="*/ 39 h 262"/>
                <a:gd name="T14" fmla="*/ 80 w 369"/>
                <a:gd name="T15" fmla="*/ 71 h 262"/>
                <a:gd name="T16" fmla="*/ 24 w 369"/>
                <a:gd name="T17" fmla="*/ 75 h 262"/>
                <a:gd name="T18" fmla="*/ 4 w 369"/>
                <a:gd name="T19" fmla="*/ 102 h 262"/>
                <a:gd name="T20" fmla="*/ 24 w 369"/>
                <a:gd name="T21" fmla="*/ 125 h 262"/>
                <a:gd name="T22" fmla="*/ 53 w 369"/>
                <a:gd name="T23" fmla="*/ 77 h 262"/>
                <a:gd name="T24" fmla="*/ 87 w 369"/>
                <a:gd name="T25" fmla="*/ 98 h 262"/>
                <a:gd name="T26" fmla="*/ 121 w 369"/>
                <a:gd name="T27" fmla="*/ 151 h 262"/>
                <a:gd name="T28" fmla="*/ 128 w 369"/>
                <a:gd name="T29" fmla="*/ 160 h 262"/>
                <a:gd name="T30" fmla="*/ 117 w 369"/>
                <a:gd name="T31" fmla="*/ 183 h 262"/>
                <a:gd name="T32" fmla="*/ 161 w 369"/>
                <a:gd name="T33" fmla="*/ 201 h 262"/>
                <a:gd name="T34" fmla="*/ 189 w 369"/>
                <a:gd name="T35" fmla="*/ 216 h 262"/>
                <a:gd name="T36" fmla="*/ 268 w 369"/>
                <a:gd name="T37" fmla="*/ 257 h 262"/>
                <a:gd name="T38" fmla="*/ 252 w 369"/>
                <a:gd name="T39" fmla="*/ 259 h 262"/>
                <a:gd name="T40" fmla="*/ 271 w 369"/>
                <a:gd name="T41" fmla="*/ 252 h 262"/>
                <a:gd name="T42" fmla="*/ 167 w 369"/>
                <a:gd name="T43" fmla="*/ 152 h 262"/>
                <a:gd name="T44" fmla="*/ 160 w 369"/>
                <a:gd name="T45" fmla="*/ 127 h 262"/>
                <a:gd name="T46" fmla="*/ 137 w 369"/>
                <a:gd name="T47" fmla="*/ 105 h 262"/>
                <a:gd name="T48" fmla="*/ 148 w 369"/>
                <a:gd name="T49" fmla="*/ 78 h 262"/>
                <a:gd name="T50" fmla="*/ 178 w 369"/>
                <a:gd name="T51" fmla="*/ 96 h 262"/>
                <a:gd name="T52" fmla="*/ 199 w 369"/>
                <a:gd name="T53" fmla="*/ 86 h 262"/>
                <a:gd name="T54" fmla="*/ 222 w 369"/>
                <a:gd name="T55" fmla="*/ 80 h 262"/>
                <a:gd name="T56" fmla="*/ 248 w 369"/>
                <a:gd name="T57" fmla="*/ 87 h 262"/>
                <a:gd name="T58" fmla="*/ 277 w 369"/>
                <a:gd name="T59" fmla="*/ 92 h 262"/>
                <a:gd name="T60" fmla="*/ 317 w 369"/>
                <a:gd name="T61" fmla="*/ 94 h 262"/>
                <a:gd name="T62" fmla="*/ 351 w 369"/>
                <a:gd name="T63" fmla="*/ 106 h 262"/>
                <a:gd name="T64" fmla="*/ 242 w 369"/>
                <a:gd name="T65" fmla="*/ 260 h 262"/>
                <a:gd name="T66" fmla="*/ 194 w 369"/>
                <a:gd name="T67" fmla="*/ 239 h 262"/>
                <a:gd name="T68" fmla="*/ 194 w 369"/>
                <a:gd name="T69" fmla="*/ 239 h 262"/>
                <a:gd name="T70" fmla="*/ 228 w 369"/>
                <a:gd name="T71" fmla="*/ 229 h 262"/>
                <a:gd name="T72" fmla="*/ 195 w 369"/>
                <a:gd name="T73" fmla="*/ 225 h 262"/>
                <a:gd name="T74" fmla="*/ 115 w 369"/>
                <a:gd name="T75" fmla="*/ 159 h 262"/>
                <a:gd name="T76" fmla="*/ 87 w 369"/>
                <a:gd name="T77" fmla="*/ 130 h 262"/>
                <a:gd name="T78" fmla="*/ 87 w 369"/>
                <a:gd name="T79" fmla="*/ 130 h 262"/>
                <a:gd name="T80" fmla="*/ 107 w 369"/>
                <a:gd name="T81" fmla="*/ 188 h 262"/>
                <a:gd name="T82" fmla="*/ 83 w 369"/>
                <a:gd name="T83" fmla="*/ 151 h 262"/>
                <a:gd name="T84" fmla="*/ 49 w 369"/>
                <a:gd name="T85" fmla="*/ 113 h 262"/>
                <a:gd name="T86" fmla="*/ 67 w 369"/>
                <a:gd name="T87" fmla="*/ 141 h 262"/>
                <a:gd name="T88" fmla="*/ 49 w 369"/>
                <a:gd name="T89" fmla="*/ 113 h 262"/>
                <a:gd name="T90" fmla="*/ 70 w 369"/>
                <a:gd name="T91" fmla="*/ 119 h 262"/>
                <a:gd name="T92" fmla="*/ 54 w 369"/>
                <a:gd name="T93" fmla="*/ 93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9" h="262">
                  <a:moveTo>
                    <a:pt x="351" y="106"/>
                  </a:moveTo>
                  <a:cubicBezTo>
                    <a:pt x="349" y="96"/>
                    <a:pt x="349" y="96"/>
                    <a:pt x="349" y="96"/>
                  </a:cubicBezTo>
                  <a:cubicBezTo>
                    <a:pt x="363" y="92"/>
                    <a:pt x="363" y="92"/>
                    <a:pt x="363" y="92"/>
                  </a:cubicBezTo>
                  <a:cubicBezTo>
                    <a:pt x="369" y="92"/>
                    <a:pt x="369" y="92"/>
                    <a:pt x="369" y="92"/>
                  </a:cubicBezTo>
                  <a:cubicBezTo>
                    <a:pt x="369" y="87"/>
                    <a:pt x="369" y="87"/>
                    <a:pt x="369" y="87"/>
                  </a:cubicBezTo>
                  <a:cubicBezTo>
                    <a:pt x="356" y="84"/>
                    <a:pt x="356" y="84"/>
                    <a:pt x="356" y="84"/>
                  </a:cubicBezTo>
                  <a:cubicBezTo>
                    <a:pt x="349" y="79"/>
                    <a:pt x="349" y="79"/>
                    <a:pt x="349" y="79"/>
                  </a:cubicBezTo>
                  <a:cubicBezTo>
                    <a:pt x="346" y="63"/>
                    <a:pt x="346" y="63"/>
                    <a:pt x="346" y="63"/>
                  </a:cubicBezTo>
                  <a:cubicBezTo>
                    <a:pt x="337" y="45"/>
                    <a:pt x="337" y="45"/>
                    <a:pt x="337" y="45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293" y="45"/>
                    <a:pt x="293" y="45"/>
                    <a:pt x="293" y="45"/>
                  </a:cubicBezTo>
                  <a:cubicBezTo>
                    <a:pt x="258" y="39"/>
                    <a:pt x="258" y="39"/>
                    <a:pt x="258" y="39"/>
                  </a:cubicBezTo>
                  <a:cubicBezTo>
                    <a:pt x="247" y="32"/>
                    <a:pt x="247" y="32"/>
                    <a:pt x="247" y="32"/>
                  </a:cubicBezTo>
                  <a:cubicBezTo>
                    <a:pt x="233" y="27"/>
                    <a:pt x="233" y="27"/>
                    <a:pt x="233" y="27"/>
                  </a:cubicBezTo>
                  <a:cubicBezTo>
                    <a:pt x="205" y="3"/>
                    <a:pt x="205" y="3"/>
                    <a:pt x="205" y="3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64" y="3"/>
                    <a:pt x="164" y="3"/>
                    <a:pt x="164" y="3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19" y="116"/>
                    <a:pt x="19" y="116"/>
                    <a:pt x="19" y="116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24" y="125"/>
                    <a:pt x="24" y="125"/>
                    <a:pt x="24" y="125"/>
                  </a:cubicBezTo>
                  <a:cubicBezTo>
                    <a:pt x="40" y="101"/>
                    <a:pt x="40" y="101"/>
                    <a:pt x="40" y="101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21" y="151"/>
                    <a:pt x="121" y="151"/>
                    <a:pt x="121" y="151"/>
                  </a:cubicBezTo>
                  <a:cubicBezTo>
                    <a:pt x="126" y="152"/>
                    <a:pt x="126" y="152"/>
                    <a:pt x="126" y="152"/>
                  </a:cubicBezTo>
                  <a:cubicBezTo>
                    <a:pt x="138" y="164"/>
                    <a:pt x="138" y="164"/>
                    <a:pt x="138" y="164"/>
                  </a:cubicBezTo>
                  <a:cubicBezTo>
                    <a:pt x="128" y="160"/>
                    <a:pt x="128" y="160"/>
                    <a:pt x="128" y="160"/>
                  </a:cubicBezTo>
                  <a:cubicBezTo>
                    <a:pt x="116" y="162"/>
                    <a:pt x="116" y="162"/>
                    <a:pt x="116" y="162"/>
                  </a:cubicBezTo>
                  <a:cubicBezTo>
                    <a:pt x="111" y="172"/>
                    <a:pt x="111" y="172"/>
                    <a:pt x="111" y="172"/>
                  </a:cubicBezTo>
                  <a:cubicBezTo>
                    <a:pt x="117" y="183"/>
                    <a:pt x="117" y="183"/>
                    <a:pt x="117" y="183"/>
                  </a:cubicBezTo>
                  <a:cubicBezTo>
                    <a:pt x="132" y="183"/>
                    <a:pt x="132" y="183"/>
                    <a:pt x="132" y="183"/>
                  </a:cubicBezTo>
                  <a:cubicBezTo>
                    <a:pt x="147" y="196"/>
                    <a:pt x="147" y="196"/>
                    <a:pt x="147" y="196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67" y="211"/>
                    <a:pt x="167" y="211"/>
                    <a:pt x="167" y="211"/>
                  </a:cubicBezTo>
                  <a:cubicBezTo>
                    <a:pt x="174" y="219"/>
                    <a:pt x="174" y="219"/>
                    <a:pt x="174" y="219"/>
                  </a:cubicBezTo>
                  <a:cubicBezTo>
                    <a:pt x="189" y="216"/>
                    <a:pt x="189" y="216"/>
                    <a:pt x="189" y="216"/>
                  </a:cubicBezTo>
                  <a:cubicBezTo>
                    <a:pt x="219" y="218"/>
                    <a:pt x="219" y="218"/>
                    <a:pt x="219" y="218"/>
                  </a:cubicBezTo>
                  <a:cubicBezTo>
                    <a:pt x="235" y="226"/>
                    <a:pt x="235" y="226"/>
                    <a:pt x="235" y="226"/>
                  </a:cubicBezTo>
                  <a:cubicBezTo>
                    <a:pt x="268" y="257"/>
                    <a:pt x="268" y="257"/>
                    <a:pt x="268" y="257"/>
                  </a:cubicBezTo>
                  <a:cubicBezTo>
                    <a:pt x="259" y="258"/>
                    <a:pt x="259" y="258"/>
                    <a:pt x="259" y="258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52" y="259"/>
                    <a:pt x="252" y="259"/>
                    <a:pt x="252" y="259"/>
                  </a:cubicBezTo>
                  <a:cubicBezTo>
                    <a:pt x="266" y="262"/>
                    <a:pt x="266" y="262"/>
                    <a:pt x="266" y="262"/>
                  </a:cubicBezTo>
                  <a:cubicBezTo>
                    <a:pt x="266" y="262"/>
                    <a:pt x="266" y="262"/>
                    <a:pt x="266" y="262"/>
                  </a:cubicBezTo>
                  <a:cubicBezTo>
                    <a:pt x="271" y="252"/>
                    <a:pt x="271" y="252"/>
                    <a:pt x="271" y="252"/>
                  </a:cubicBezTo>
                  <a:cubicBezTo>
                    <a:pt x="223" y="203"/>
                    <a:pt x="223" y="203"/>
                    <a:pt x="223" y="203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7" y="152"/>
                    <a:pt x="167" y="152"/>
                    <a:pt x="167" y="152"/>
                  </a:cubicBezTo>
                  <a:cubicBezTo>
                    <a:pt x="171" y="148"/>
                    <a:pt x="171" y="148"/>
                    <a:pt x="171" y="148"/>
                  </a:cubicBezTo>
                  <a:cubicBezTo>
                    <a:pt x="162" y="138"/>
                    <a:pt x="162" y="138"/>
                    <a:pt x="162" y="138"/>
                  </a:cubicBezTo>
                  <a:cubicBezTo>
                    <a:pt x="160" y="127"/>
                    <a:pt x="160" y="127"/>
                    <a:pt x="160" y="127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37" y="114"/>
                    <a:pt x="137" y="114"/>
                    <a:pt x="137" y="114"/>
                  </a:cubicBezTo>
                  <a:cubicBezTo>
                    <a:pt x="137" y="105"/>
                    <a:pt x="137" y="105"/>
                    <a:pt x="137" y="105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42" y="84"/>
                    <a:pt x="142" y="84"/>
                    <a:pt x="142" y="84"/>
                  </a:cubicBezTo>
                  <a:cubicBezTo>
                    <a:pt x="148" y="78"/>
                    <a:pt x="148" y="78"/>
                    <a:pt x="148" y="78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91" y="85"/>
                    <a:pt x="191" y="85"/>
                    <a:pt x="191" y="85"/>
                  </a:cubicBezTo>
                  <a:cubicBezTo>
                    <a:pt x="199" y="86"/>
                    <a:pt x="199" y="86"/>
                    <a:pt x="199" y="86"/>
                  </a:cubicBezTo>
                  <a:cubicBezTo>
                    <a:pt x="206" y="79"/>
                    <a:pt x="206" y="79"/>
                    <a:pt x="206" y="79"/>
                  </a:cubicBezTo>
                  <a:cubicBezTo>
                    <a:pt x="217" y="85"/>
                    <a:pt x="217" y="85"/>
                    <a:pt x="217" y="85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9" y="93"/>
                    <a:pt x="239" y="93"/>
                    <a:pt x="239" y="93"/>
                  </a:cubicBezTo>
                  <a:cubicBezTo>
                    <a:pt x="248" y="87"/>
                    <a:pt x="248" y="87"/>
                    <a:pt x="248" y="87"/>
                  </a:cubicBezTo>
                  <a:cubicBezTo>
                    <a:pt x="263" y="92"/>
                    <a:pt x="263" y="92"/>
                    <a:pt x="263" y="92"/>
                  </a:cubicBezTo>
                  <a:cubicBezTo>
                    <a:pt x="274" y="88"/>
                    <a:pt x="274" y="88"/>
                    <a:pt x="274" y="88"/>
                  </a:cubicBezTo>
                  <a:cubicBezTo>
                    <a:pt x="277" y="92"/>
                    <a:pt x="277" y="92"/>
                    <a:pt x="277" y="92"/>
                  </a:cubicBezTo>
                  <a:cubicBezTo>
                    <a:pt x="294" y="90"/>
                    <a:pt x="294" y="90"/>
                    <a:pt x="294" y="90"/>
                  </a:cubicBezTo>
                  <a:cubicBezTo>
                    <a:pt x="308" y="95"/>
                    <a:pt x="308" y="95"/>
                    <a:pt x="308" y="95"/>
                  </a:cubicBezTo>
                  <a:cubicBezTo>
                    <a:pt x="317" y="94"/>
                    <a:pt x="317" y="94"/>
                    <a:pt x="317" y="94"/>
                  </a:cubicBezTo>
                  <a:cubicBezTo>
                    <a:pt x="330" y="104"/>
                    <a:pt x="330" y="104"/>
                    <a:pt x="330" y="104"/>
                  </a:cubicBezTo>
                  <a:cubicBezTo>
                    <a:pt x="349" y="104"/>
                    <a:pt x="349" y="104"/>
                    <a:pt x="349" y="104"/>
                  </a:cubicBezTo>
                  <a:cubicBezTo>
                    <a:pt x="351" y="106"/>
                    <a:pt x="351" y="106"/>
                    <a:pt x="351" y="106"/>
                  </a:cubicBezTo>
                  <a:close/>
                  <a:moveTo>
                    <a:pt x="210" y="253"/>
                  </a:moveTo>
                  <a:cubicBezTo>
                    <a:pt x="211" y="252"/>
                    <a:pt x="233" y="252"/>
                    <a:pt x="233" y="252"/>
                  </a:cubicBezTo>
                  <a:cubicBezTo>
                    <a:pt x="242" y="260"/>
                    <a:pt x="242" y="260"/>
                    <a:pt x="242" y="260"/>
                  </a:cubicBezTo>
                  <a:cubicBezTo>
                    <a:pt x="222" y="259"/>
                    <a:pt x="222" y="259"/>
                    <a:pt x="222" y="259"/>
                  </a:cubicBezTo>
                  <a:cubicBezTo>
                    <a:pt x="210" y="253"/>
                    <a:pt x="210" y="253"/>
                    <a:pt x="210" y="253"/>
                  </a:cubicBezTo>
                  <a:close/>
                  <a:moveTo>
                    <a:pt x="194" y="239"/>
                  </a:moveTo>
                  <a:cubicBezTo>
                    <a:pt x="229" y="240"/>
                    <a:pt x="229" y="240"/>
                    <a:pt x="229" y="240"/>
                  </a:cubicBezTo>
                  <a:cubicBezTo>
                    <a:pt x="215" y="246"/>
                    <a:pt x="215" y="246"/>
                    <a:pt x="215" y="246"/>
                  </a:cubicBezTo>
                  <a:cubicBezTo>
                    <a:pt x="194" y="239"/>
                    <a:pt x="194" y="239"/>
                    <a:pt x="194" y="239"/>
                  </a:cubicBezTo>
                  <a:close/>
                  <a:moveTo>
                    <a:pt x="195" y="225"/>
                  </a:moveTo>
                  <a:cubicBezTo>
                    <a:pt x="222" y="225"/>
                    <a:pt x="222" y="225"/>
                    <a:pt x="222" y="225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14" y="234"/>
                    <a:pt x="214" y="234"/>
                    <a:pt x="214" y="234"/>
                  </a:cubicBezTo>
                  <a:cubicBezTo>
                    <a:pt x="201" y="233"/>
                    <a:pt x="201" y="233"/>
                    <a:pt x="201" y="233"/>
                  </a:cubicBezTo>
                  <a:cubicBezTo>
                    <a:pt x="195" y="225"/>
                    <a:pt x="195" y="225"/>
                    <a:pt x="195" y="225"/>
                  </a:cubicBezTo>
                  <a:close/>
                  <a:moveTo>
                    <a:pt x="98" y="146"/>
                  </a:moveTo>
                  <a:cubicBezTo>
                    <a:pt x="106" y="148"/>
                    <a:pt x="106" y="148"/>
                    <a:pt x="106" y="148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0" y="162"/>
                    <a:pt x="110" y="162"/>
                    <a:pt x="110" y="162"/>
                  </a:cubicBezTo>
                  <a:cubicBezTo>
                    <a:pt x="98" y="146"/>
                    <a:pt x="98" y="146"/>
                    <a:pt x="98" y="146"/>
                  </a:cubicBezTo>
                  <a:close/>
                  <a:moveTo>
                    <a:pt x="87" y="130"/>
                  </a:moveTo>
                  <a:cubicBezTo>
                    <a:pt x="100" y="141"/>
                    <a:pt x="100" y="141"/>
                    <a:pt x="100" y="141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7" y="130"/>
                    <a:pt x="87" y="130"/>
                    <a:pt x="87" y="130"/>
                  </a:cubicBezTo>
                  <a:close/>
                  <a:moveTo>
                    <a:pt x="90" y="167"/>
                  </a:moveTo>
                  <a:cubicBezTo>
                    <a:pt x="104" y="177"/>
                    <a:pt x="104" y="177"/>
                    <a:pt x="104" y="177"/>
                  </a:cubicBezTo>
                  <a:cubicBezTo>
                    <a:pt x="107" y="188"/>
                    <a:pt x="107" y="188"/>
                    <a:pt x="107" y="188"/>
                  </a:cubicBezTo>
                  <a:cubicBezTo>
                    <a:pt x="90" y="167"/>
                    <a:pt x="90" y="167"/>
                    <a:pt x="90" y="167"/>
                  </a:cubicBezTo>
                  <a:close/>
                  <a:moveTo>
                    <a:pt x="73" y="147"/>
                  </a:moveTo>
                  <a:cubicBezTo>
                    <a:pt x="83" y="151"/>
                    <a:pt x="83" y="151"/>
                    <a:pt x="83" y="15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73" y="147"/>
                    <a:pt x="73" y="147"/>
                    <a:pt x="73" y="147"/>
                  </a:cubicBezTo>
                  <a:close/>
                  <a:moveTo>
                    <a:pt x="49" y="113"/>
                  </a:moveTo>
                  <a:cubicBezTo>
                    <a:pt x="66" y="124"/>
                    <a:pt x="66" y="124"/>
                    <a:pt x="66" y="124"/>
                  </a:cubicBezTo>
                  <a:cubicBezTo>
                    <a:pt x="72" y="140"/>
                    <a:pt x="72" y="140"/>
                    <a:pt x="72" y="140"/>
                  </a:cubicBezTo>
                  <a:cubicBezTo>
                    <a:pt x="67" y="141"/>
                    <a:pt x="67" y="141"/>
                    <a:pt x="67" y="141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8" y="126"/>
                    <a:pt x="58" y="126"/>
                    <a:pt x="58" y="126"/>
                  </a:cubicBezTo>
                  <a:cubicBezTo>
                    <a:pt x="49" y="113"/>
                    <a:pt x="49" y="113"/>
                    <a:pt x="49" y="113"/>
                  </a:cubicBezTo>
                  <a:close/>
                  <a:moveTo>
                    <a:pt x="60" y="88"/>
                  </a:moveTo>
                  <a:cubicBezTo>
                    <a:pt x="80" y="115"/>
                    <a:pt x="80" y="115"/>
                    <a:pt x="80" y="115"/>
                  </a:cubicBezTo>
                  <a:cubicBezTo>
                    <a:pt x="70" y="119"/>
                    <a:pt x="70" y="119"/>
                    <a:pt x="70" y="119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9" y="88"/>
                    <a:pt x="60" y="8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3084" y="2457"/>
              <a:ext cx="250" cy="201"/>
            </a:xfrm>
            <a:custGeom>
              <a:avLst/>
              <a:gdLst>
                <a:gd name="T0" fmla="*/ 132 w 250"/>
                <a:gd name="T1" fmla="*/ 171 h 201"/>
                <a:gd name="T2" fmla="*/ 31 w 250"/>
                <a:gd name="T3" fmla="*/ 79 h 201"/>
                <a:gd name="T4" fmla="*/ 33 w 250"/>
                <a:gd name="T5" fmla="*/ 69 h 201"/>
                <a:gd name="T6" fmla="*/ 23 w 250"/>
                <a:gd name="T7" fmla="*/ 48 h 201"/>
                <a:gd name="T8" fmla="*/ 0 w 250"/>
                <a:gd name="T9" fmla="*/ 35 h 201"/>
                <a:gd name="T10" fmla="*/ 5 w 250"/>
                <a:gd name="T11" fmla="*/ 21 h 201"/>
                <a:gd name="T12" fmla="*/ 11 w 250"/>
                <a:gd name="T13" fmla="*/ 0 h 201"/>
                <a:gd name="T14" fmla="*/ 31 w 250"/>
                <a:gd name="T15" fmla="*/ 19 h 201"/>
                <a:gd name="T16" fmla="*/ 40 w 250"/>
                <a:gd name="T17" fmla="*/ 8 h 201"/>
                <a:gd name="T18" fmla="*/ 61 w 250"/>
                <a:gd name="T19" fmla="*/ 7 h 201"/>
                <a:gd name="T20" fmla="*/ 79 w 250"/>
                <a:gd name="T21" fmla="*/ 6 h 201"/>
                <a:gd name="T22" fmla="*/ 94 w 250"/>
                <a:gd name="T23" fmla="*/ 4 h 201"/>
                <a:gd name="T24" fmla="*/ 109 w 250"/>
                <a:gd name="T25" fmla="*/ 8 h 201"/>
                <a:gd name="T26" fmla="*/ 135 w 250"/>
                <a:gd name="T27" fmla="*/ 9 h 201"/>
                <a:gd name="T28" fmla="*/ 155 w 250"/>
                <a:gd name="T29" fmla="*/ 11 h 201"/>
                <a:gd name="T30" fmla="*/ 177 w 250"/>
                <a:gd name="T31" fmla="*/ 15 h 201"/>
                <a:gd name="T32" fmla="*/ 209 w 250"/>
                <a:gd name="T33" fmla="*/ 25 h 201"/>
                <a:gd name="T34" fmla="*/ 221 w 250"/>
                <a:gd name="T35" fmla="*/ 27 h 201"/>
                <a:gd name="T36" fmla="*/ 226 w 250"/>
                <a:gd name="T37" fmla="*/ 44 h 201"/>
                <a:gd name="T38" fmla="*/ 214 w 250"/>
                <a:gd name="T39" fmla="*/ 71 h 201"/>
                <a:gd name="T40" fmla="*/ 243 w 250"/>
                <a:gd name="T41" fmla="*/ 85 h 201"/>
                <a:gd name="T42" fmla="*/ 246 w 250"/>
                <a:gd name="T43" fmla="*/ 99 h 201"/>
                <a:gd name="T44" fmla="*/ 228 w 250"/>
                <a:gd name="T45" fmla="*/ 98 h 201"/>
                <a:gd name="T46" fmla="*/ 243 w 250"/>
                <a:gd name="T47" fmla="*/ 127 h 201"/>
                <a:gd name="T48" fmla="*/ 226 w 250"/>
                <a:gd name="T49" fmla="*/ 129 h 201"/>
                <a:gd name="T50" fmla="*/ 205 w 250"/>
                <a:gd name="T51" fmla="*/ 126 h 201"/>
                <a:gd name="T52" fmla="*/ 217 w 250"/>
                <a:gd name="T53" fmla="*/ 141 h 201"/>
                <a:gd name="T54" fmla="*/ 211 w 250"/>
                <a:gd name="T55" fmla="*/ 155 h 201"/>
                <a:gd name="T56" fmla="*/ 196 w 250"/>
                <a:gd name="T57" fmla="*/ 168 h 201"/>
                <a:gd name="T58" fmla="*/ 188 w 250"/>
                <a:gd name="T59" fmla="*/ 198 h 201"/>
                <a:gd name="T60" fmla="*/ 167 w 250"/>
                <a:gd name="T61" fmla="*/ 184 h 201"/>
                <a:gd name="T62" fmla="*/ 135 w 250"/>
                <a:gd name="T63" fmla="*/ 183 h 201"/>
                <a:gd name="T64" fmla="*/ 127 w 250"/>
                <a:gd name="T65" fmla="*/ 18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0" h="201">
                  <a:moveTo>
                    <a:pt x="127" y="181"/>
                  </a:moveTo>
                  <a:lnTo>
                    <a:pt x="132" y="171"/>
                  </a:lnTo>
                  <a:lnTo>
                    <a:pt x="85" y="123"/>
                  </a:lnTo>
                  <a:lnTo>
                    <a:pt x="31" y="79"/>
                  </a:lnTo>
                  <a:lnTo>
                    <a:pt x="29" y="72"/>
                  </a:lnTo>
                  <a:lnTo>
                    <a:pt x="33" y="69"/>
                  </a:lnTo>
                  <a:lnTo>
                    <a:pt x="25" y="59"/>
                  </a:lnTo>
                  <a:lnTo>
                    <a:pt x="23" y="48"/>
                  </a:lnTo>
                  <a:lnTo>
                    <a:pt x="9" y="34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5" y="21"/>
                  </a:lnTo>
                  <a:lnTo>
                    <a:pt x="5" y="5"/>
                  </a:lnTo>
                  <a:lnTo>
                    <a:pt x="11" y="0"/>
                  </a:lnTo>
                  <a:lnTo>
                    <a:pt x="26" y="10"/>
                  </a:lnTo>
                  <a:lnTo>
                    <a:pt x="31" y="19"/>
                  </a:lnTo>
                  <a:lnTo>
                    <a:pt x="40" y="17"/>
                  </a:lnTo>
                  <a:lnTo>
                    <a:pt x="40" y="8"/>
                  </a:lnTo>
                  <a:lnTo>
                    <a:pt x="53" y="6"/>
                  </a:lnTo>
                  <a:lnTo>
                    <a:pt x="61" y="7"/>
                  </a:lnTo>
                  <a:lnTo>
                    <a:pt x="68" y="1"/>
                  </a:lnTo>
                  <a:lnTo>
                    <a:pt x="79" y="6"/>
                  </a:lnTo>
                  <a:lnTo>
                    <a:pt x="84" y="2"/>
                  </a:lnTo>
                  <a:lnTo>
                    <a:pt x="94" y="4"/>
                  </a:lnTo>
                  <a:lnTo>
                    <a:pt x="100" y="14"/>
                  </a:lnTo>
                  <a:lnTo>
                    <a:pt x="109" y="8"/>
                  </a:lnTo>
                  <a:lnTo>
                    <a:pt x="124" y="13"/>
                  </a:lnTo>
                  <a:lnTo>
                    <a:pt x="135" y="9"/>
                  </a:lnTo>
                  <a:lnTo>
                    <a:pt x="138" y="13"/>
                  </a:lnTo>
                  <a:lnTo>
                    <a:pt x="155" y="11"/>
                  </a:lnTo>
                  <a:lnTo>
                    <a:pt x="168" y="16"/>
                  </a:lnTo>
                  <a:lnTo>
                    <a:pt x="177" y="15"/>
                  </a:lnTo>
                  <a:lnTo>
                    <a:pt x="190" y="25"/>
                  </a:lnTo>
                  <a:lnTo>
                    <a:pt x="209" y="25"/>
                  </a:lnTo>
                  <a:lnTo>
                    <a:pt x="215" y="31"/>
                  </a:lnTo>
                  <a:lnTo>
                    <a:pt x="221" y="27"/>
                  </a:lnTo>
                  <a:lnTo>
                    <a:pt x="228" y="28"/>
                  </a:lnTo>
                  <a:lnTo>
                    <a:pt x="226" y="44"/>
                  </a:lnTo>
                  <a:lnTo>
                    <a:pt x="213" y="63"/>
                  </a:lnTo>
                  <a:lnTo>
                    <a:pt x="214" y="71"/>
                  </a:lnTo>
                  <a:lnTo>
                    <a:pt x="232" y="84"/>
                  </a:lnTo>
                  <a:lnTo>
                    <a:pt x="243" y="85"/>
                  </a:lnTo>
                  <a:lnTo>
                    <a:pt x="250" y="92"/>
                  </a:lnTo>
                  <a:lnTo>
                    <a:pt x="246" y="99"/>
                  </a:lnTo>
                  <a:lnTo>
                    <a:pt x="234" y="94"/>
                  </a:lnTo>
                  <a:lnTo>
                    <a:pt x="228" y="98"/>
                  </a:lnTo>
                  <a:lnTo>
                    <a:pt x="228" y="111"/>
                  </a:lnTo>
                  <a:lnTo>
                    <a:pt x="243" y="127"/>
                  </a:lnTo>
                  <a:lnTo>
                    <a:pt x="237" y="132"/>
                  </a:lnTo>
                  <a:lnTo>
                    <a:pt x="226" y="129"/>
                  </a:lnTo>
                  <a:lnTo>
                    <a:pt x="213" y="120"/>
                  </a:lnTo>
                  <a:lnTo>
                    <a:pt x="205" y="126"/>
                  </a:lnTo>
                  <a:lnTo>
                    <a:pt x="205" y="135"/>
                  </a:lnTo>
                  <a:lnTo>
                    <a:pt x="217" y="141"/>
                  </a:lnTo>
                  <a:lnTo>
                    <a:pt x="222" y="150"/>
                  </a:lnTo>
                  <a:lnTo>
                    <a:pt x="211" y="155"/>
                  </a:lnTo>
                  <a:lnTo>
                    <a:pt x="202" y="156"/>
                  </a:lnTo>
                  <a:lnTo>
                    <a:pt x="196" y="168"/>
                  </a:lnTo>
                  <a:lnTo>
                    <a:pt x="196" y="185"/>
                  </a:lnTo>
                  <a:lnTo>
                    <a:pt x="188" y="198"/>
                  </a:lnTo>
                  <a:lnTo>
                    <a:pt x="181" y="201"/>
                  </a:lnTo>
                  <a:lnTo>
                    <a:pt x="167" y="184"/>
                  </a:lnTo>
                  <a:lnTo>
                    <a:pt x="160" y="187"/>
                  </a:lnTo>
                  <a:lnTo>
                    <a:pt x="135" y="183"/>
                  </a:lnTo>
                  <a:lnTo>
                    <a:pt x="127" y="181"/>
                  </a:lnTo>
                  <a:lnTo>
                    <a:pt x="127" y="18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943" y="2342"/>
              <a:ext cx="196" cy="114"/>
            </a:xfrm>
            <a:custGeom>
              <a:avLst/>
              <a:gdLst>
                <a:gd name="T0" fmla="*/ 6 w 196"/>
                <a:gd name="T1" fmla="*/ 114 h 114"/>
                <a:gd name="T2" fmla="*/ 30 w 196"/>
                <a:gd name="T3" fmla="*/ 112 h 114"/>
                <a:gd name="T4" fmla="*/ 46 w 196"/>
                <a:gd name="T5" fmla="*/ 101 h 114"/>
                <a:gd name="T6" fmla="*/ 60 w 196"/>
                <a:gd name="T7" fmla="*/ 97 h 114"/>
                <a:gd name="T8" fmla="*/ 85 w 196"/>
                <a:gd name="T9" fmla="*/ 108 h 114"/>
                <a:gd name="T10" fmla="*/ 99 w 196"/>
                <a:gd name="T11" fmla="*/ 107 h 114"/>
                <a:gd name="T12" fmla="*/ 102 w 196"/>
                <a:gd name="T13" fmla="*/ 86 h 114"/>
                <a:gd name="T14" fmla="*/ 124 w 196"/>
                <a:gd name="T15" fmla="*/ 76 h 114"/>
                <a:gd name="T16" fmla="*/ 127 w 196"/>
                <a:gd name="T17" fmla="*/ 60 h 114"/>
                <a:gd name="T18" fmla="*/ 167 w 196"/>
                <a:gd name="T19" fmla="*/ 41 h 114"/>
                <a:gd name="T20" fmla="*/ 196 w 196"/>
                <a:gd name="T21" fmla="*/ 41 h 114"/>
                <a:gd name="T22" fmla="*/ 193 w 196"/>
                <a:gd name="T23" fmla="*/ 18 h 114"/>
                <a:gd name="T24" fmla="*/ 176 w 196"/>
                <a:gd name="T25" fmla="*/ 0 h 114"/>
                <a:gd name="T26" fmla="*/ 161 w 196"/>
                <a:gd name="T27" fmla="*/ 5 h 114"/>
                <a:gd name="T28" fmla="*/ 131 w 196"/>
                <a:gd name="T29" fmla="*/ 20 h 114"/>
                <a:gd name="T30" fmla="*/ 124 w 196"/>
                <a:gd name="T31" fmla="*/ 20 h 114"/>
                <a:gd name="T32" fmla="*/ 114 w 196"/>
                <a:gd name="T33" fmla="*/ 21 h 114"/>
                <a:gd name="T34" fmla="*/ 100 w 196"/>
                <a:gd name="T35" fmla="*/ 27 h 114"/>
                <a:gd name="T36" fmla="*/ 85 w 196"/>
                <a:gd name="T37" fmla="*/ 27 h 114"/>
                <a:gd name="T38" fmla="*/ 69 w 196"/>
                <a:gd name="T39" fmla="*/ 33 h 114"/>
                <a:gd name="T40" fmla="*/ 60 w 196"/>
                <a:gd name="T41" fmla="*/ 23 h 114"/>
                <a:gd name="T42" fmla="*/ 31 w 196"/>
                <a:gd name="T43" fmla="*/ 24 h 114"/>
                <a:gd name="T44" fmla="*/ 20 w 196"/>
                <a:gd name="T45" fmla="*/ 23 h 114"/>
                <a:gd name="T46" fmla="*/ 4 w 196"/>
                <a:gd name="T47" fmla="*/ 43 h 114"/>
                <a:gd name="T48" fmla="*/ 9 w 196"/>
                <a:gd name="T49" fmla="*/ 52 h 114"/>
                <a:gd name="T50" fmla="*/ 0 w 196"/>
                <a:gd name="T51" fmla="*/ 64 h 114"/>
                <a:gd name="T52" fmla="*/ 4 w 196"/>
                <a:gd name="T53" fmla="*/ 85 h 114"/>
                <a:gd name="T54" fmla="*/ 5 w 196"/>
                <a:gd name="T55" fmla="*/ 86 h 114"/>
                <a:gd name="T56" fmla="*/ 18 w 196"/>
                <a:gd name="T57" fmla="*/ 91 h 114"/>
                <a:gd name="T58" fmla="*/ 18 w 196"/>
                <a:gd name="T59" fmla="*/ 100 h 114"/>
                <a:gd name="T60" fmla="*/ 6 w 196"/>
                <a:gd name="T61" fmla="*/ 102 h 114"/>
                <a:gd name="T62" fmla="*/ 6 w 196"/>
                <a:gd name="T6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114">
                  <a:moveTo>
                    <a:pt x="6" y="114"/>
                  </a:moveTo>
                  <a:lnTo>
                    <a:pt x="30" y="112"/>
                  </a:lnTo>
                  <a:lnTo>
                    <a:pt x="46" y="101"/>
                  </a:lnTo>
                  <a:lnTo>
                    <a:pt x="60" y="97"/>
                  </a:lnTo>
                  <a:lnTo>
                    <a:pt x="85" y="108"/>
                  </a:lnTo>
                  <a:lnTo>
                    <a:pt x="99" y="107"/>
                  </a:lnTo>
                  <a:lnTo>
                    <a:pt x="102" y="86"/>
                  </a:lnTo>
                  <a:lnTo>
                    <a:pt x="124" y="76"/>
                  </a:lnTo>
                  <a:lnTo>
                    <a:pt x="127" y="60"/>
                  </a:lnTo>
                  <a:lnTo>
                    <a:pt x="167" y="41"/>
                  </a:lnTo>
                  <a:lnTo>
                    <a:pt x="196" y="41"/>
                  </a:lnTo>
                  <a:lnTo>
                    <a:pt x="193" y="18"/>
                  </a:lnTo>
                  <a:lnTo>
                    <a:pt x="176" y="0"/>
                  </a:lnTo>
                  <a:lnTo>
                    <a:pt x="161" y="5"/>
                  </a:lnTo>
                  <a:lnTo>
                    <a:pt x="131" y="20"/>
                  </a:lnTo>
                  <a:lnTo>
                    <a:pt x="124" y="20"/>
                  </a:lnTo>
                  <a:lnTo>
                    <a:pt x="114" y="21"/>
                  </a:lnTo>
                  <a:lnTo>
                    <a:pt x="100" y="27"/>
                  </a:lnTo>
                  <a:lnTo>
                    <a:pt x="85" y="27"/>
                  </a:lnTo>
                  <a:lnTo>
                    <a:pt x="69" y="33"/>
                  </a:lnTo>
                  <a:lnTo>
                    <a:pt x="60" y="23"/>
                  </a:lnTo>
                  <a:lnTo>
                    <a:pt x="31" y="24"/>
                  </a:lnTo>
                  <a:lnTo>
                    <a:pt x="20" y="23"/>
                  </a:lnTo>
                  <a:lnTo>
                    <a:pt x="4" y="43"/>
                  </a:lnTo>
                  <a:lnTo>
                    <a:pt x="9" y="52"/>
                  </a:lnTo>
                  <a:lnTo>
                    <a:pt x="0" y="64"/>
                  </a:lnTo>
                  <a:lnTo>
                    <a:pt x="4" y="85"/>
                  </a:lnTo>
                  <a:lnTo>
                    <a:pt x="5" y="86"/>
                  </a:lnTo>
                  <a:lnTo>
                    <a:pt x="18" y="91"/>
                  </a:lnTo>
                  <a:lnTo>
                    <a:pt x="18" y="100"/>
                  </a:lnTo>
                  <a:lnTo>
                    <a:pt x="6" y="102"/>
                  </a:lnTo>
                  <a:lnTo>
                    <a:pt x="6" y="11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2690" y="2170"/>
              <a:ext cx="465" cy="205"/>
            </a:xfrm>
            <a:custGeom>
              <a:avLst/>
              <a:gdLst>
                <a:gd name="T0" fmla="*/ 284 w 465"/>
                <a:gd name="T1" fmla="*/ 196 h 205"/>
                <a:gd name="T2" fmla="*/ 322 w 465"/>
                <a:gd name="T3" fmla="*/ 205 h 205"/>
                <a:gd name="T4" fmla="*/ 353 w 465"/>
                <a:gd name="T5" fmla="*/ 199 h 205"/>
                <a:gd name="T6" fmla="*/ 377 w 465"/>
                <a:gd name="T7" fmla="*/ 192 h 205"/>
                <a:gd name="T8" fmla="*/ 414 w 465"/>
                <a:gd name="T9" fmla="*/ 177 h 205"/>
                <a:gd name="T10" fmla="*/ 443 w 465"/>
                <a:gd name="T11" fmla="*/ 159 h 205"/>
                <a:gd name="T12" fmla="*/ 437 w 465"/>
                <a:gd name="T13" fmla="*/ 137 h 205"/>
                <a:gd name="T14" fmla="*/ 430 w 465"/>
                <a:gd name="T15" fmla="*/ 110 h 205"/>
                <a:gd name="T16" fmla="*/ 463 w 465"/>
                <a:gd name="T17" fmla="*/ 105 h 205"/>
                <a:gd name="T18" fmla="*/ 463 w 465"/>
                <a:gd name="T19" fmla="*/ 81 h 205"/>
                <a:gd name="T20" fmla="*/ 459 w 465"/>
                <a:gd name="T21" fmla="*/ 27 h 205"/>
                <a:gd name="T22" fmla="*/ 421 w 465"/>
                <a:gd name="T23" fmla="*/ 14 h 205"/>
                <a:gd name="T24" fmla="*/ 385 w 465"/>
                <a:gd name="T25" fmla="*/ 17 h 205"/>
                <a:gd name="T26" fmla="*/ 345 w 465"/>
                <a:gd name="T27" fmla="*/ 5 h 205"/>
                <a:gd name="T28" fmla="*/ 325 w 465"/>
                <a:gd name="T29" fmla="*/ 12 h 205"/>
                <a:gd name="T30" fmla="*/ 318 w 465"/>
                <a:gd name="T31" fmla="*/ 26 h 205"/>
                <a:gd name="T32" fmla="*/ 293 w 465"/>
                <a:gd name="T33" fmla="*/ 34 h 205"/>
                <a:gd name="T34" fmla="*/ 250 w 465"/>
                <a:gd name="T35" fmla="*/ 16 h 205"/>
                <a:gd name="T36" fmla="*/ 248 w 465"/>
                <a:gd name="T37" fmla="*/ 39 h 205"/>
                <a:gd name="T38" fmla="*/ 230 w 465"/>
                <a:gd name="T39" fmla="*/ 51 h 205"/>
                <a:gd name="T40" fmla="*/ 197 w 465"/>
                <a:gd name="T41" fmla="*/ 79 h 205"/>
                <a:gd name="T42" fmla="*/ 214 w 465"/>
                <a:gd name="T43" fmla="*/ 93 h 205"/>
                <a:gd name="T44" fmla="*/ 209 w 465"/>
                <a:gd name="T45" fmla="*/ 109 h 205"/>
                <a:gd name="T46" fmla="*/ 178 w 465"/>
                <a:gd name="T47" fmla="*/ 105 h 205"/>
                <a:gd name="T48" fmla="*/ 153 w 465"/>
                <a:gd name="T49" fmla="*/ 103 h 205"/>
                <a:gd name="T50" fmla="*/ 120 w 465"/>
                <a:gd name="T51" fmla="*/ 118 h 205"/>
                <a:gd name="T52" fmla="*/ 97 w 465"/>
                <a:gd name="T53" fmla="*/ 117 h 205"/>
                <a:gd name="T54" fmla="*/ 70 w 465"/>
                <a:gd name="T55" fmla="*/ 109 h 205"/>
                <a:gd name="T56" fmla="*/ 53 w 465"/>
                <a:gd name="T57" fmla="*/ 120 h 205"/>
                <a:gd name="T58" fmla="*/ 32 w 465"/>
                <a:gd name="T59" fmla="*/ 121 h 205"/>
                <a:gd name="T60" fmla="*/ 11 w 465"/>
                <a:gd name="T61" fmla="*/ 115 h 205"/>
                <a:gd name="T62" fmla="*/ 0 w 465"/>
                <a:gd name="T63" fmla="*/ 119 h 205"/>
                <a:gd name="T64" fmla="*/ 8 w 465"/>
                <a:gd name="T65" fmla="*/ 133 h 205"/>
                <a:gd name="T66" fmla="*/ 15 w 465"/>
                <a:gd name="T67" fmla="*/ 150 h 205"/>
                <a:gd name="T68" fmla="*/ 33 w 465"/>
                <a:gd name="T69" fmla="*/ 147 h 205"/>
                <a:gd name="T70" fmla="*/ 59 w 465"/>
                <a:gd name="T71" fmla="*/ 150 h 205"/>
                <a:gd name="T72" fmla="*/ 75 w 465"/>
                <a:gd name="T73" fmla="*/ 159 h 205"/>
                <a:gd name="T74" fmla="*/ 97 w 465"/>
                <a:gd name="T75" fmla="*/ 168 h 205"/>
                <a:gd name="T76" fmla="*/ 147 w 465"/>
                <a:gd name="T77" fmla="*/ 154 h 205"/>
                <a:gd name="T78" fmla="*/ 167 w 465"/>
                <a:gd name="T79" fmla="*/ 163 h 205"/>
                <a:gd name="T80" fmla="*/ 241 w 465"/>
                <a:gd name="T81" fmla="*/ 188 h 205"/>
                <a:gd name="T82" fmla="*/ 273 w 465"/>
                <a:gd name="T83" fmla="*/ 194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65" h="205">
                  <a:moveTo>
                    <a:pt x="273" y="195"/>
                  </a:moveTo>
                  <a:lnTo>
                    <a:pt x="284" y="196"/>
                  </a:lnTo>
                  <a:lnTo>
                    <a:pt x="313" y="195"/>
                  </a:lnTo>
                  <a:lnTo>
                    <a:pt x="322" y="205"/>
                  </a:lnTo>
                  <a:lnTo>
                    <a:pt x="338" y="199"/>
                  </a:lnTo>
                  <a:lnTo>
                    <a:pt x="353" y="199"/>
                  </a:lnTo>
                  <a:lnTo>
                    <a:pt x="367" y="193"/>
                  </a:lnTo>
                  <a:lnTo>
                    <a:pt x="377" y="192"/>
                  </a:lnTo>
                  <a:lnTo>
                    <a:pt x="384" y="192"/>
                  </a:lnTo>
                  <a:lnTo>
                    <a:pt x="414" y="177"/>
                  </a:lnTo>
                  <a:lnTo>
                    <a:pt x="432" y="171"/>
                  </a:lnTo>
                  <a:lnTo>
                    <a:pt x="443" y="159"/>
                  </a:lnTo>
                  <a:lnTo>
                    <a:pt x="435" y="149"/>
                  </a:lnTo>
                  <a:lnTo>
                    <a:pt x="437" y="137"/>
                  </a:lnTo>
                  <a:lnTo>
                    <a:pt x="443" y="123"/>
                  </a:lnTo>
                  <a:lnTo>
                    <a:pt x="430" y="110"/>
                  </a:lnTo>
                  <a:lnTo>
                    <a:pt x="433" y="105"/>
                  </a:lnTo>
                  <a:lnTo>
                    <a:pt x="463" y="105"/>
                  </a:lnTo>
                  <a:lnTo>
                    <a:pt x="465" y="92"/>
                  </a:lnTo>
                  <a:lnTo>
                    <a:pt x="463" y="81"/>
                  </a:lnTo>
                  <a:lnTo>
                    <a:pt x="458" y="47"/>
                  </a:lnTo>
                  <a:lnTo>
                    <a:pt x="459" y="27"/>
                  </a:lnTo>
                  <a:lnTo>
                    <a:pt x="433" y="21"/>
                  </a:lnTo>
                  <a:lnTo>
                    <a:pt x="421" y="14"/>
                  </a:lnTo>
                  <a:lnTo>
                    <a:pt x="404" y="18"/>
                  </a:lnTo>
                  <a:lnTo>
                    <a:pt x="385" y="17"/>
                  </a:lnTo>
                  <a:lnTo>
                    <a:pt x="368" y="6"/>
                  </a:lnTo>
                  <a:lnTo>
                    <a:pt x="345" y="5"/>
                  </a:lnTo>
                  <a:lnTo>
                    <a:pt x="331" y="0"/>
                  </a:lnTo>
                  <a:lnTo>
                    <a:pt x="325" y="12"/>
                  </a:lnTo>
                  <a:lnTo>
                    <a:pt x="319" y="18"/>
                  </a:lnTo>
                  <a:lnTo>
                    <a:pt x="318" y="26"/>
                  </a:lnTo>
                  <a:lnTo>
                    <a:pt x="299" y="27"/>
                  </a:lnTo>
                  <a:lnTo>
                    <a:pt x="293" y="34"/>
                  </a:lnTo>
                  <a:lnTo>
                    <a:pt x="260" y="17"/>
                  </a:lnTo>
                  <a:lnTo>
                    <a:pt x="250" y="16"/>
                  </a:lnTo>
                  <a:lnTo>
                    <a:pt x="248" y="26"/>
                  </a:lnTo>
                  <a:lnTo>
                    <a:pt x="248" y="39"/>
                  </a:lnTo>
                  <a:lnTo>
                    <a:pt x="238" y="39"/>
                  </a:lnTo>
                  <a:lnTo>
                    <a:pt x="230" y="51"/>
                  </a:lnTo>
                  <a:lnTo>
                    <a:pt x="215" y="58"/>
                  </a:lnTo>
                  <a:lnTo>
                    <a:pt x="197" y="79"/>
                  </a:lnTo>
                  <a:lnTo>
                    <a:pt x="197" y="87"/>
                  </a:lnTo>
                  <a:lnTo>
                    <a:pt x="214" y="93"/>
                  </a:lnTo>
                  <a:lnTo>
                    <a:pt x="216" y="105"/>
                  </a:lnTo>
                  <a:lnTo>
                    <a:pt x="209" y="109"/>
                  </a:lnTo>
                  <a:lnTo>
                    <a:pt x="194" y="101"/>
                  </a:lnTo>
                  <a:lnTo>
                    <a:pt x="178" y="105"/>
                  </a:lnTo>
                  <a:lnTo>
                    <a:pt x="163" y="101"/>
                  </a:lnTo>
                  <a:lnTo>
                    <a:pt x="153" y="103"/>
                  </a:lnTo>
                  <a:lnTo>
                    <a:pt x="132" y="116"/>
                  </a:lnTo>
                  <a:lnTo>
                    <a:pt x="120" y="118"/>
                  </a:lnTo>
                  <a:lnTo>
                    <a:pt x="109" y="115"/>
                  </a:lnTo>
                  <a:lnTo>
                    <a:pt x="97" y="117"/>
                  </a:lnTo>
                  <a:lnTo>
                    <a:pt x="89" y="112"/>
                  </a:lnTo>
                  <a:lnTo>
                    <a:pt x="70" y="109"/>
                  </a:lnTo>
                  <a:lnTo>
                    <a:pt x="52" y="111"/>
                  </a:lnTo>
                  <a:lnTo>
                    <a:pt x="53" y="120"/>
                  </a:lnTo>
                  <a:lnTo>
                    <a:pt x="49" y="125"/>
                  </a:lnTo>
                  <a:lnTo>
                    <a:pt x="32" y="121"/>
                  </a:lnTo>
                  <a:lnTo>
                    <a:pt x="24" y="111"/>
                  </a:lnTo>
                  <a:lnTo>
                    <a:pt x="11" y="115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8" y="124"/>
                  </a:lnTo>
                  <a:lnTo>
                    <a:pt x="8" y="133"/>
                  </a:lnTo>
                  <a:lnTo>
                    <a:pt x="15" y="138"/>
                  </a:lnTo>
                  <a:lnTo>
                    <a:pt x="15" y="150"/>
                  </a:lnTo>
                  <a:lnTo>
                    <a:pt x="26" y="150"/>
                  </a:lnTo>
                  <a:lnTo>
                    <a:pt x="33" y="147"/>
                  </a:lnTo>
                  <a:lnTo>
                    <a:pt x="47" y="159"/>
                  </a:lnTo>
                  <a:lnTo>
                    <a:pt x="59" y="150"/>
                  </a:lnTo>
                  <a:lnTo>
                    <a:pt x="69" y="150"/>
                  </a:lnTo>
                  <a:lnTo>
                    <a:pt x="75" y="159"/>
                  </a:lnTo>
                  <a:lnTo>
                    <a:pt x="75" y="159"/>
                  </a:lnTo>
                  <a:lnTo>
                    <a:pt x="97" y="168"/>
                  </a:lnTo>
                  <a:lnTo>
                    <a:pt x="132" y="150"/>
                  </a:lnTo>
                  <a:lnTo>
                    <a:pt x="147" y="154"/>
                  </a:lnTo>
                  <a:lnTo>
                    <a:pt x="169" y="152"/>
                  </a:lnTo>
                  <a:lnTo>
                    <a:pt x="167" y="163"/>
                  </a:lnTo>
                  <a:lnTo>
                    <a:pt x="201" y="181"/>
                  </a:lnTo>
                  <a:lnTo>
                    <a:pt x="241" y="188"/>
                  </a:lnTo>
                  <a:lnTo>
                    <a:pt x="263" y="186"/>
                  </a:lnTo>
                  <a:lnTo>
                    <a:pt x="273" y="194"/>
                  </a:lnTo>
                  <a:lnTo>
                    <a:pt x="273" y="19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952" y="1682"/>
              <a:ext cx="615" cy="473"/>
            </a:xfrm>
            <a:custGeom>
              <a:avLst/>
              <a:gdLst>
                <a:gd name="T0" fmla="*/ 372 w 615"/>
                <a:gd name="T1" fmla="*/ 473 h 473"/>
                <a:gd name="T2" fmla="*/ 393 w 615"/>
                <a:gd name="T3" fmla="*/ 461 h 473"/>
                <a:gd name="T4" fmla="*/ 414 w 615"/>
                <a:gd name="T5" fmla="*/ 459 h 473"/>
                <a:gd name="T6" fmla="*/ 439 w 615"/>
                <a:gd name="T7" fmla="*/ 465 h 473"/>
                <a:gd name="T8" fmla="*/ 459 w 615"/>
                <a:gd name="T9" fmla="*/ 456 h 473"/>
                <a:gd name="T10" fmla="*/ 478 w 615"/>
                <a:gd name="T11" fmla="*/ 456 h 473"/>
                <a:gd name="T12" fmla="*/ 531 w 615"/>
                <a:gd name="T13" fmla="*/ 472 h 473"/>
                <a:gd name="T14" fmla="*/ 546 w 615"/>
                <a:gd name="T15" fmla="*/ 455 h 473"/>
                <a:gd name="T16" fmla="*/ 584 w 615"/>
                <a:gd name="T17" fmla="*/ 396 h 473"/>
                <a:gd name="T18" fmla="*/ 600 w 615"/>
                <a:gd name="T19" fmla="*/ 369 h 473"/>
                <a:gd name="T20" fmla="*/ 615 w 615"/>
                <a:gd name="T21" fmla="*/ 350 h 473"/>
                <a:gd name="T22" fmla="*/ 608 w 615"/>
                <a:gd name="T23" fmla="*/ 333 h 473"/>
                <a:gd name="T24" fmla="*/ 597 w 615"/>
                <a:gd name="T25" fmla="*/ 317 h 473"/>
                <a:gd name="T26" fmla="*/ 581 w 615"/>
                <a:gd name="T27" fmla="*/ 291 h 473"/>
                <a:gd name="T28" fmla="*/ 582 w 615"/>
                <a:gd name="T29" fmla="*/ 246 h 473"/>
                <a:gd name="T30" fmla="*/ 563 w 615"/>
                <a:gd name="T31" fmla="*/ 209 h 473"/>
                <a:gd name="T32" fmla="*/ 587 w 615"/>
                <a:gd name="T33" fmla="*/ 190 h 473"/>
                <a:gd name="T34" fmla="*/ 578 w 615"/>
                <a:gd name="T35" fmla="*/ 146 h 473"/>
                <a:gd name="T36" fmla="*/ 566 w 615"/>
                <a:gd name="T37" fmla="*/ 118 h 473"/>
                <a:gd name="T38" fmla="*/ 545 w 615"/>
                <a:gd name="T39" fmla="*/ 73 h 473"/>
                <a:gd name="T40" fmla="*/ 539 w 615"/>
                <a:gd name="T41" fmla="*/ 36 h 473"/>
                <a:gd name="T42" fmla="*/ 514 w 615"/>
                <a:gd name="T43" fmla="*/ 24 h 473"/>
                <a:gd name="T44" fmla="*/ 342 w 615"/>
                <a:gd name="T45" fmla="*/ 28 h 473"/>
                <a:gd name="T46" fmla="*/ 311 w 615"/>
                <a:gd name="T47" fmla="*/ 48 h 473"/>
                <a:gd name="T48" fmla="*/ 287 w 615"/>
                <a:gd name="T49" fmla="*/ 48 h 473"/>
                <a:gd name="T50" fmla="*/ 324 w 615"/>
                <a:gd name="T51" fmla="*/ 23 h 473"/>
                <a:gd name="T52" fmla="*/ 303 w 615"/>
                <a:gd name="T53" fmla="*/ 36 h 473"/>
                <a:gd name="T54" fmla="*/ 250 w 615"/>
                <a:gd name="T55" fmla="*/ 38 h 473"/>
                <a:gd name="T56" fmla="*/ 248 w 615"/>
                <a:gd name="T57" fmla="*/ 15 h 473"/>
                <a:gd name="T58" fmla="*/ 271 w 615"/>
                <a:gd name="T59" fmla="*/ 21 h 473"/>
                <a:gd name="T60" fmla="*/ 252 w 615"/>
                <a:gd name="T61" fmla="*/ 8 h 473"/>
                <a:gd name="T62" fmla="*/ 192 w 615"/>
                <a:gd name="T63" fmla="*/ 13 h 473"/>
                <a:gd name="T64" fmla="*/ 154 w 615"/>
                <a:gd name="T65" fmla="*/ 18 h 473"/>
                <a:gd name="T66" fmla="*/ 122 w 615"/>
                <a:gd name="T67" fmla="*/ 34 h 473"/>
                <a:gd name="T68" fmla="*/ 110 w 615"/>
                <a:gd name="T69" fmla="*/ 56 h 473"/>
                <a:gd name="T70" fmla="*/ 58 w 615"/>
                <a:gd name="T71" fmla="*/ 72 h 473"/>
                <a:gd name="T72" fmla="*/ 29 w 615"/>
                <a:gd name="T73" fmla="*/ 88 h 473"/>
                <a:gd name="T74" fmla="*/ 20 w 615"/>
                <a:gd name="T75" fmla="*/ 105 h 473"/>
                <a:gd name="T76" fmla="*/ 14 w 615"/>
                <a:gd name="T77" fmla="*/ 111 h 473"/>
                <a:gd name="T78" fmla="*/ 20 w 615"/>
                <a:gd name="T79" fmla="*/ 159 h 473"/>
                <a:gd name="T80" fmla="*/ 0 w 615"/>
                <a:gd name="T81" fmla="*/ 176 h 473"/>
                <a:gd name="T82" fmla="*/ 19 w 615"/>
                <a:gd name="T83" fmla="*/ 209 h 473"/>
                <a:gd name="T84" fmla="*/ 28 w 615"/>
                <a:gd name="T85" fmla="*/ 230 h 473"/>
                <a:gd name="T86" fmla="*/ 28 w 615"/>
                <a:gd name="T87" fmla="*/ 252 h 473"/>
                <a:gd name="T88" fmla="*/ 49 w 615"/>
                <a:gd name="T89" fmla="*/ 282 h 473"/>
                <a:gd name="T90" fmla="*/ 59 w 615"/>
                <a:gd name="T91" fmla="*/ 324 h 473"/>
                <a:gd name="T92" fmla="*/ 60 w 615"/>
                <a:gd name="T93" fmla="*/ 339 h 473"/>
                <a:gd name="T94" fmla="*/ 77 w 615"/>
                <a:gd name="T95" fmla="*/ 335 h 473"/>
                <a:gd name="T96" fmla="*/ 111 w 615"/>
                <a:gd name="T97" fmla="*/ 335 h 473"/>
                <a:gd name="T98" fmla="*/ 121 w 615"/>
                <a:gd name="T99" fmla="*/ 353 h 473"/>
                <a:gd name="T100" fmla="*/ 142 w 615"/>
                <a:gd name="T101" fmla="*/ 360 h 473"/>
                <a:gd name="T102" fmla="*/ 141 w 615"/>
                <a:gd name="T103" fmla="*/ 380 h 473"/>
                <a:gd name="T104" fmla="*/ 146 w 615"/>
                <a:gd name="T105" fmla="*/ 394 h 473"/>
                <a:gd name="T106" fmla="*/ 160 w 615"/>
                <a:gd name="T107" fmla="*/ 391 h 473"/>
                <a:gd name="T108" fmla="*/ 154 w 615"/>
                <a:gd name="T109" fmla="*/ 374 h 473"/>
                <a:gd name="T110" fmla="*/ 191 w 615"/>
                <a:gd name="T111" fmla="*/ 385 h 473"/>
                <a:gd name="T112" fmla="*/ 208 w 615"/>
                <a:gd name="T113" fmla="*/ 393 h 473"/>
                <a:gd name="T114" fmla="*/ 247 w 615"/>
                <a:gd name="T115" fmla="*/ 399 h 473"/>
                <a:gd name="T116" fmla="*/ 307 w 615"/>
                <a:gd name="T117" fmla="*/ 432 h 473"/>
                <a:gd name="T118" fmla="*/ 332 w 615"/>
                <a:gd name="T119" fmla="*/ 451 h 473"/>
                <a:gd name="T120" fmla="*/ 355 w 615"/>
                <a:gd name="T121" fmla="*/ 445 h 473"/>
                <a:gd name="T122" fmla="*/ 369 w 615"/>
                <a:gd name="T123" fmla="*/ 471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5" h="473">
                  <a:moveTo>
                    <a:pt x="369" y="471"/>
                  </a:moveTo>
                  <a:lnTo>
                    <a:pt x="372" y="473"/>
                  </a:lnTo>
                  <a:lnTo>
                    <a:pt x="385" y="472"/>
                  </a:lnTo>
                  <a:lnTo>
                    <a:pt x="393" y="461"/>
                  </a:lnTo>
                  <a:lnTo>
                    <a:pt x="404" y="458"/>
                  </a:lnTo>
                  <a:lnTo>
                    <a:pt x="414" y="459"/>
                  </a:lnTo>
                  <a:lnTo>
                    <a:pt x="430" y="459"/>
                  </a:lnTo>
                  <a:lnTo>
                    <a:pt x="439" y="465"/>
                  </a:lnTo>
                  <a:lnTo>
                    <a:pt x="448" y="457"/>
                  </a:lnTo>
                  <a:lnTo>
                    <a:pt x="459" y="456"/>
                  </a:lnTo>
                  <a:lnTo>
                    <a:pt x="469" y="460"/>
                  </a:lnTo>
                  <a:lnTo>
                    <a:pt x="478" y="456"/>
                  </a:lnTo>
                  <a:lnTo>
                    <a:pt x="502" y="457"/>
                  </a:lnTo>
                  <a:lnTo>
                    <a:pt x="531" y="472"/>
                  </a:lnTo>
                  <a:lnTo>
                    <a:pt x="545" y="473"/>
                  </a:lnTo>
                  <a:lnTo>
                    <a:pt x="546" y="455"/>
                  </a:lnTo>
                  <a:lnTo>
                    <a:pt x="543" y="439"/>
                  </a:lnTo>
                  <a:lnTo>
                    <a:pt x="584" y="396"/>
                  </a:lnTo>
                  <a:lnTo>
                    <a:pt x="590" y="378"/>
                  </a:lnTo>
                  <a:lnTo>
                    <a:pt x="600" y="369"/>
                  </a:lnTo>
                  <a:lnTo>
                    <a:pt x="611" y="368"/>
                  </a:lnTo>
                  <a:lnTo>
                    <a:pt x="615" y="350"/>
                  </a:lnTo>
                  <a:lnTo>
                    <a:pt x="610" y="342"/>
                  </a:lnTo>
                  <a:lnTo>
                    <a:pt x="608" y="333"/>
                  </a:lnTo>
                  <a:lnTo>
                    <a:pt x="614" y="326"/>
                  </a:lnTo>
                  <a:lnTo>
                    <a:pt x="597" y="317"/>
                  </a:lnTo>
                  <a:lnTo>
                    <a:pt x="590" y="299"/>
                  </a:lnTo>
                  <a:lnTo>
                    <a:pt x="581" y="291"/>
                  </a:lnTo>
                  <a:lnTo>
                    <a:pt x="580" y="263"/>
                  </a:lnTo>
                  <a:lnTo>
                    <a:pt x="582" y="246"/>
                  </a:lnTo>
                  <a:lnTo>
                    <a:pt x="568" y="227"/>
                  </a:lnTo>
                  <a:lnTo>
                    <a:pt x="563" y="209"/>
                  </a:lnTo>
                  <a:lnTo>
                    <a:pt x="573" y="194"/>
                  </a:lnTo>
                  <a:lnTo>
                    <a:pt x="587" y="190"/>
                  </a:lnTo>
                  <a:lnTo>
                    <a:pt x="586" y="152"/>
                  </a:lnTo>
                  <a:lnTo>
                    <a:pt x="578" y="146"/>
                  </a:lnTo>
                  <a:lnTo>
                    <a:pt x="575" y="130"/>
                  </a:lnTo>
                  <a:lnTo>
                    <a:pt x="566" y="118"/>
                  </a:lnTo>
                  <a:lnTo>
                    <a:pt x="556" y="90"/>
                  </a:lnTo>
                  <a:lnTo>
                    <a:pt x="545" y="73"/>
                  </a:lnTo>
                  <a:lnTo>
                    <a:pt x="546" y="58"/>
                  </a:lnTo>
                  <a:lnTo>
                    <a:pt x="539" y="36"/>
                  </a:lnTo>
                  <a:lnTo>
                    <a:pt x="530" y="35"/>
                  </a:lnTo>
                  <a:lnTo>
                    <a:pt x="514" y="24"/>
                  </a:lnTo>
                  <a:lnTo>
                    <a:pt x="426" y="32"/>
                  </a:lnTo>
                  <a:lnTo>
                    <a:pt x="342" y="28"/>
                  </a:lnTo>
                  <a:lnTo>
                    <a:pt x="334" y="31"/>
                  </a:lnTo>
                  <a:lnTo>
                    <a:pt x="311" y="48"/>
                  </a:lnTo>
                  <a:lnTo>
                    <a:pt x="291" y="52"/>
                  </a:lnTo>
                  <a:lnTo>
                    <a:pt x="287" y="48"/>
                  </a:lnTo>
                  <a:lnTo>
                    <a:pt x="306" y="38"/>
                  </a:lnTo>
                  <a:lnTo>
                    <a:pt x="324" y="23"/>
                  </a:lnTo>
                  <a:lnTo>
                    <a:pt x="318" y="23"/>
                  </a:lnTo>
                  <a:lnTo>
                    <a:pt x="303" y="36"/>
                  </a:lnTo>
                  <a:lnTo>
                    <a:pt x="279" y="46"/>
                  </a:lnTo>
                  <a:lnTo>
                    <a:pt x="250" y="38"/>
                  </a:lnTo>
                  <a:lnTo>
                    <a:pt x="244" y="25"/>
                  </a:lnTo>
                  <a:lnTo>
                    <a:pt x="248" y="15"/>
                  </a:lnTo>
                  <a:lnTo>
                    <a:pt x="264" y="17"/>
                  </a:lnTo>
                  <a:lnTo>
                    <a:pt x="271" y="21"/>
                  </a:lnTo>
                  <a:lnTo>
                    <a:pt x="271" y="17"/>
                  </a:lnTo>
                  <a:lnTo>
                    <a:pt x="252" y="8"/>
                  </a:lnTo>
                  <a:lnTo>
                    <a:pt x="219" y="0"/>
                  </a:lnTo>
                  <a:lnTo>
                    <a:pt x="192" y="13"/>
                  </a:lnTo>
                  <a:lnTo>
                    <a:pt x="173" y="11"/>
                  </a:lnTo>
                  <a:lnTo>
                    <a:pt x="154" y="18"/>
                  </a:lnTo>
                  <a:lnTo>
                    <a:pt x="142" y="34"/>
                  </a:lnTo>
                  <a:lnTo>
                    <a:pt x="122" y="34"/>
                  </a:lnTo>
                  <a:lnTo>
                    <a:pt x="110" y="46"/>
                  </a:lnTo>
                  <a:lnTo>
                    <a:pt x="110" y="56"/>
                  </a:lnTo>
                  <a:lnTo>
                    <a:pt x="90" y="56"/>
                  </a:lnTo>
                  <a:lnTo>
                    <a:pt x="58" y="72"/>
                  </a:lnTo>
                  <a:lnTo>
                    <a:pt x="36" y="73"/>
                  </a:lnTo>
                  <a:lnTo>
                    <a:pt x="29" y="88"/>
                  </a:lnTo>
                  <a:lnTo>
                    <a:pt x="25" y="103"/>
                  </a:lnTo>
                  <a:lnTo>
                    <a:pt x="20" y="105"/>
                  </a:lnTo>
                  <a:lnTo>
                    <a:pt x="21" y="111"/>
                  </a:lnTo>
                  <a:lnTo>
                    <a:pt x="14" y="111"/>
                  </a:lnTo>
                  <a:lnTo>
                    <a:pt x="21" y="139"/>
                  </a:lnTo>
                  <a:lnTo>
                    <a:pt x="20" y="159"/>
                  </a:lnTo>
                  <a:lnTo>
                    <a:pt x="0" y="168"/>
                  </a:lnTo>
                  <a:lnTo>
                    <a:pt x="0" y="176"/>
                  </a:lnTo>
                  <a:lnTo>
                    <a:pt x="21" y="196"/>
                  </a:lnTo>
                  <a:lnTo>
                    <a:pt x="19" y="209"/>
                  </a:lnTo>
                  <a:lnTo>
                    <a:pt x="28" y="220"/>
                  </a:lnTo>
                  <a:lnTo>
                    <a:pt x="28" y="230"/>
                  </a:lnTo>
                  <a:lnTo>
                    <a:pt x="34" y="242"/>
                  </a:lnTo>
                  <a:lnTo>
                    <a:pt x="28" y="252"/>
                  </a:lnTo>
                  <a:lnTo>
                    <a:pt x="41" y="278"/>
                  </a:lnTo>
                  <a:lnTo>
                    <a:pt x="49" y="282"/>
                  </a:lnTo>
                  <a:lnTo>
                    <a:pt x="58" y="292"/>
                  </a:lnTo>
                  <a:lnTo>
                    <a:pt x="59" y="324"/>
                  </a:lnTo>
                  <a:lnTo>
                    <a:pt x="55" y="329"/>
                  </a:lnTo>
                  <a:lnTo>
                    <a:pt x="60" y="339"/>
                  </a:lnTo>
                  <a:lnTo>
                    <a:pt x="66" y="333"/>
                  </a:lnTo>
                  <a:lnTo>
                    <a:pt x="77" y="335"/>
                  </a:lnTo>
                  <a:lnTo>
                    <a:pt x="84" y="331"/>
                  </a:lnTo>
                  <a:lnTo>
                    <a:pt x="111" y="335"/>
                  </a:lnTo>
                  <a:lnTo>
                    <a:pt x="110" y="342"/>
                  </a:lnTo>
                  <a:lnTo>
                    <a:pt x="121" y="353"/>
                  </a:lnTo>
                  <a:lnTo>
                    <a:pt x="132" y="352"/>
                  </a:lnTo>
                  <a:lnTo>
                    <a:pt x="142" y="360"/>
                  </a:lnTo>
                  <a:lnTo>
                    <a:pt x="136" y="373"/>
                  </a:lnTo>
                  <a:lnTo>
                    <a:pt x="141" y="380"/>
                  </a:lnTo>
                  <a:lnTo>
                    <a:pt x="146" y="382"/>
                  </a:lnTo>
                  <a:lnTo>
                    <a:pt x="146" y="394"/>
                  </a:lnTo>
                  <a:lnTo>
                    <a:pt x="155" y="398"/>
                  </a:lnTo>
                  <a:lnTo>
                    <a:pt x="160" y="391"/>
                  </a:lnTo>
                  <a:lnTo>
                    <a:pt x="169" y="391"/>
                  </a:lnTo>
                  <a:lnTo>
                    <a:pt x="154" y="374"/>
                  </a:lnTo>
                  <a:lnTo>
                    <a:pt x="160" y="370"/>
                  </a:lnTo>
                  <a:lnTo>
                    <a:pt x="191" y="385"/>
                  </a:lnTo>
                  <a:lnTo>
                    <a:pt x="211" y="383"/>
                  </a:lnTo>
                  <a:lnTo>
                    <a:pt x="208" y="393"/>
                  </a:lnTo>
                  <a:lnTo>
                    <a:pt x="223" y="404"/>
                  </a:lnTo>
                  <a:lnTo>
                    <a:pt x="247" y="399"/>
                  </a:lnTo>
                  <a:lnTo>
                    <a:pt x="267" y="404"/>
                  </a:lnTo>
                  <a:lnTo>
                    <a:pt x="307" y="432"/>
                  </a:lnTo>
                  <a:lnTo>
                    <a:pt x="320" y="451"/>
                  </a:lnTo>
                  <a:lnTo>
                    <a:pt x="332" y="451"/>
                  </a:lnTo>
                  <a:lnTo>
                    <a:pt x="338" y="445"/>
                  </a:lnTo>
                  <a:lnTo>
                    <a:pt x="355" y="445"/>
                  </a:lnTo>
                  <a:lnTo>
                    <a:pt x="365" y="455"/>
                  </a:lnTo>
                  <a:lnTo>
                    <a:pt x="369" y="47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2830" y="2010"/>
              <a:ext cx="491" cy="194"/>
            </a:xfrm>
            <a:custGeom>
              <a:avLst/>
              <a:gdLst>
                <a:gd name="T0" fmla="*/ 182 w 491"/>
                <a:gd name="T1" fmla="*/ 11 h 194"/>
                <a:gd name="T2" fmla="*/ 199 w 491"/>
                <a:gd name="T3" fmla="*/ 7 h 194"/>
                <a:gd name="T4" fmla="*/ 233 w 491"/>
                <a:gd name="T5" fmla="*/ 7 h 194"/>
                <a:gd name="T6" fmla="*/ 243 w 491"/>
                <a:gd name="T7" fmla="*/ 25 h 194"/>
                <a:gd name="T8" fmla="*/ 264 w 491"/>
                <a:gd name="T9" fmla="*/ 32 h 194"/>
                <a:gd name="T10" fmla="*/ 263 w 491"/>
                <a:gd name="T11" fmla="*/ 52 h 194"/>
                <a:gd name="T12" fmla="*/ 268 w 491"/>
                <a:gd name="T13" fmla="*/ 66 h 194"/>
                <a:gd name="T14" fmla="*/ 282 w 491"/>
                <a:gd name="T15" fmla="*/ 63 h 194"/>
                <a:gd name="T16" fmla="*/ 276 w 491"/>
                <a:gd name="T17" fmla="*/ 46 h 194"/>
                <a:gd name="T18" fmla="*/ 313 w 491"/>
                <a:gd name="T19" fmla="*/ 57 h 194"/>
                <a:gd name="T20" fmla="*/ 330 w 491"/>
                <a:gd name="T21" fmla="*/ 65 h 194"/>
                <a:gd name="T22" fmla="*/ 369 w 491"/>
                <a:gd name="T23" fmla="*/ 71 h 194"/>
                <a:gd name="T24" fmla="*/ 429 w 491"/>
                <a:gd name="T25" fmla="*/ 104 h 194"/>
                <a:gd name="T26" fmla="*/ 454 w 491"/>
                <a:gd name="T27" fmla="*/ 123 h 194"/>
                <a:gd name="T28" fmla="*/ 477 w 491"/>
                <a:gd name="T29" fmla="*/ 117 h 194"/>
                <a:gd name="T30" fmla="*/ 491 w 491"/>
                <a:gd name="T31" fmla="*/ 144 h 194"/>
                <a:gd name="T32" fmla="*/ 446 w 491"/>
                <a:gd name="T33" fmla="*/ 153 h 194"/>
                <a:gd name="T34" fmla="*/ 411 w 491"/>
                <a:gd name="T35" fmla="*/ 172 h 194"/>
                <a:gd name="T36" fmla="*/ 360 w 491"/>
                <a:gd name="T37" fmla="*/ 182 h 194"/>
                <a:gd name="T38" fmla="*/ 339 w 491"/>
                <a:gd name="T39" fmla="*/ 179 h 194"/>
                <a:gd name="T40" fmla="*/ 293 w 491"/>
                <a:gd name="T41" fmla="*/ 181 h 194"/>
                <a:gd name="T42" fmla="*/ 264 w 491"/>
                <a:gd name="T43" fmla="*/ 178 h 194"/>
                <a:gd name="T44" fmla="*/ 228 w 491"/>
                <a:gd name="T45" fmla="*/ 166 h 194"/>
                <a:gd name="T46" fmla="*/ 191 w 491"/>
                <a:gd name="T47" fmla="*/ 160 h 194"/>
                <a:gd name="T48" fmla="*/ 179 w 491"/>
                <a:gd name="T49" fmla="*/ 178 h 194"/>
                <a:gd name="T50" fmla="*/ 159 w 491"/>
                <a:gd name="T51" fmla="*/ 187 h 194"/>
                <a:gd name="T52" fmla="*/ 120 w 491"/>
                <a:gd name="T53" fmla="*/ 177 h 194"/>
                <a:gd name="T54" fmla="*/ 110 w 491"/>
                <a:gd name="T55" fmla="*/ 176 h 194"/>
                <a:gd name="T56" fmla="*/ 71 w 491"/>
                <a:gd name="T57" fmla="*/ 139 h 194"/>
                <a:gd name="T58" fmla="*/ 34 w 491"/>
                <a:gd name="T59" fmla="*/ 118 h 194"/>
                <a:gd name="T60" fmla="*/ 31 w 491"/>
                <a:gd name="T61" fmla="*/ 95 h 194"/>
                <a:gd name="T62" fmla="*/ 0 w 491"/>
                <a:gd name="T63" fmla="*/ 65 h 194"/>
                <a:gd name="T64" fmla="*/ 6 w 491"/>
                <a:gd name="T65" fmla="*/ 51 h 194"/>
                <a:gd name="T66" fmla="*/ 22 w 491"/>
                <a:gd name="T67" fmla="*/ 61 h 194"/>
                <a:gd name="T68" fmla="*/ 58 w 491"/>
                <a:gd name="T69" fmla="*/ 41 h 194"/>
                <a:gd name="T70" fmla="*/ 85 w 491"/>
                <a:gd name="T71" fmla="*/ 27 h 194"/>
                <a:gd name="T72" fmla="*/ 115 w 491"/>
                <a:gd name="T73" fmla="*/ 16 h 194"/>
                <a:gd name="T74" fmla="*/ 136 w 491"/>
                <a:gd name="T75" fmla="*/ 12 h 194"/>
                <a:gd name="T76" fmla="*/ 156 w 491"/>
                <a:gd name="T77" fmla="*/ 6 h 194"/>
                <a:gd name="T78" fmla="*/ 174 w 491"/>
                <a:gd name="T79" fmla="*/ 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91" h="194">
                  <a:moveTo>
                    <a:pt x="177" y="1"/>
                  </a:moveTo>
                  <a:lnTo>
                    <a:pt x="182" y="11"/>
                  </a:lnTo>
                  <a:lnTo>
                    <a:pt x="188" y="5"/>
                  </a:lnTo>
                  <a:lnTo>
                    <a:pt x="199" y="7"/>
                  </a:lnTo>
                  <a:lnTo>
                    <a:pt x="206" y="3"/>
                  </a:lnTo>
                  <a:lnTo>
                    <a:pt x="233" y="7"/>
                  </a:lnTo>
                  <a:lnTo>
                    <a:pt x="232" y="14"/>
                  </a:lnTo>
                  <a:lnTo>
                    <a:pt x="243" y="25"/>
                  </a:lnTo>
                  <a:lnTo>
                    <a:pt x="254" y="24"/>
                  </a:lnTo>
                  <a:lnTo>
                    <a:pt x="264" y="32"/>
                  </a:lnTo>
                  <a:lnTo>
                    <a:pt x="258" y="45"/>
                  </a:lnTo>
                  <a:lnTo>
                    <a:pt x="263" y="52"/>
                  </a:lnTo>
                  <a:lnTo>
                    <a:pt x="268" y="54"/>
                  </a:lnTo>
                  <a:lnTo>
                    <a:pt x="268" y="66"/>
                  </a:lnTo>
                  <a:lnTo>
                    <a:pt x="277" y="70"/>
                  </a:lnTo>
                  <a:lnTo>
                    <a:pt x="282" y="63"/>
                  </a:lnTo>
                  <a:lnTo>
                    <a:pt x="291" y="63"/>
                  </a:lnTo>
                  <a:lnTo>
                    <a:pt x="276" y="46"/>
                  </a:lnTo>
                  <a:lnTo>
                    <a:pt x="282" y="42"/>
                  </a:lnTo>
                  <a:lnTo>
                    <a:pt x="313" y="57"/>
                  </a:lnTo>
                  <a:lnTo>
                    <a:pt x="333" y="55"/>
                  </a:lnTo>
                  <a:lnTo>
                    <a:pt x="330" y="65"/>
                  </a:lnTo>
                  <a:lnTo>
                    <a:pt x="345" y="76"/>
                  </a:lnTo>
                  <a:lnTo>
                    <a:pt x="369" y="71"/>
                  </a:lnTo>
                  <a:lnTo>
                    <a:pt x="389" y="76"/>
                  </a:lnTo>
                  <a:lnTo>
                    <a:pt x="429" y="104"/>
                  </a:lnTo>
                  <a:lnTo>
                    <a:pt x="442" y="123"/>
                  </a:lnTo>
                  <a:lnTo>
                    <a:pt x="454" y="123"/>
                  </a:lnTo>
                  <a:lnTo>
                    <a:pt x="460" y="117"/>
                  </a:lnTo>
                  <a:lnTo>
                    <a:pt x="477" y="117"/>
                  </a:lnTo>
                  <a:lnTo>
                    <a:pt x="487" y="127"/>
                  </a:lnTo>
                  <a:lnTo>
                    <a:pt x="491" y="144"/>
                  </a:lnTo>
                  <a:lnTo>
                    <a:pt x="461" y="141"/>
                  </a:lnTo>
                  <a:lnTo>
                    <a:pt x="446" y="153"/>
                  </a:lnTo>
                  <a:lnTo>
                    <a:pt x="429" y="154"/>
                  </a:lnTo>
                  <a:lnTo>
                    <a:pt x="411" y="172"/>
                  </a:lnTo>
                  <a:lnTo>
                    <a:pt x="386" y="175"/>
                  </a:lnTo>
                  <a:lnTo>
                    <a:pt x="360" y="182"/>
                  </a:lnTo>
                  <a:lnTo>
                    <a:pt x="354" y="178"/>
                  </a:lnTo>
                  <a:lnTo>
                    <a:pt x="339" y="179"/>
                  </a:lnTo>
                  <a:lnTo>
                    <a:pt x="323" y="188"/>
                  </a:lnTo>
                  <a:lnTo>
                    <a:pt x="293" y="181"/>
                  </a:lnTo>
                  <a:lnTo>
                    <a:pt x="281" y="174"/>
                  </a:lnTo>
                  <a:lnTo>
                    <a:pt x="264" y="178"/>
                  </a:lnTo>
                  <a:lnTo>
                    <a:pt x="245" y="177"/>
                  </a:lnTo>
                  <a:lnTo>
                    <a:pt x="228" y="166"/>
                  </a:lnTo>
                  <a:lnTo>
                    <a:pt x="205" y="165"/>
                  </a:lnTo>
                  <a:lnTo>
                    <a:pt x="191" y="160"/>
                  </a:lnTo>
                  <a:lnTo>
                    <a:pt x="185" y="172"/>
                  </a:lnTo>
                  <a:lnTo>
                    <a:pt x="179" y="178"/>
                  </a:lnTo>
                  <a:lnTo>
                    <a:pt x="178" y="186"/>
                  </a:lnTo>
                  <a:lnTo>
                    <a:pt x="159" y="187"/>
                  </a:lnTo>
                  <a:lnTo>
                    <a:pt x="153" y="194"/>
                  </a:lnTo>
                  <a:lnTo>
                    <a:pt x="120" y="177"/>
                  </a:lnTo>
                  <a:lnTo>
                    <a:pt x="110" y="176"/>
                  </a:lnTo>
                  <a:lnTo>
                    <a:pt x="110" y="176"/>
                  </a:lnTo>
                  <a:lnTo>
                    <a:pt x="83" y="147"/>
                  </a:lnTo>
                  <a:lnTo>
                    <a:pt x="71" y="139"/>
                  </a:lnTo>
                  <a:lnTo>
                    <a:pt x="47" y="124"/>
                  </a:lnTo>
                  <a:lnTo>
                    <a:pt x="34" y="118"/>
                  </a:lnTo>
                  <a:lnTo>
                    <a:pt x="30" y="110"/>
                  </a:lnTo>
                  <a:lnTo>
                    <a:pt x="31" y="95"/>
                  </a:lnTo>
                  <a:lnTo>
                    <a:pt x="17" y="74"/>
                  </a:lnTo>
                  <a:lnTo>
                    <a:pt x="0" y="65"/>
                  </a:lnTo>
                  <a:lnTo>
                    <a:pt x="0" y="55"/>
                  </a:lnTo>
                  <a:lnTo>
                    <a:pt x="6" y="51"/>
                  </a:lnTo>
                  <a:lnTo>
                    <a:pt x="12" y="56"/>
                  </a:lnTo>
                  <a:lnTo>
                    <a:pt x="22" y="61"/>
                  </a:lnTo>
                  <a:lnTo>
                    <a:pt x="46" y="42"/>
                  </a:lnTo>
                  <a:lnTo>
                    <a:pt x="58" y="41"/>
                  </a:lnTo>
                  <a:lnTo>
                    <a:pt x="71" y="28"/>
                  </a:lnTo>
                  <a:lnTo>
                    <a:pt x="85" y="27"/>
                  </a:lnTo>
                  <a:lnTo>
                    <a:pt x="92" y="17"/>
                  </a:lnTo>
                  <a:lnTo>
                    <a:pt x="115" y="16"/>
                  </a:lnTo>
                  <a:lnTo>
                    <a:pt x="124" y="19"/>
                  </a:lnTo>
                  <a:lnTo>
                    <a:pt x="136" y="12"/>
                  </a:lnTo>
                  <a:lnTo>
                    <a:pt x="136" y="1"/>
                  </a:lnTo>
                  <a:lnTo>
                    <a:pt x="156" y="6"/>
                  </a:lnTo>
                  <a:lnTo>
                    <a:pt x="164" y="0"/>
                  </a:lnTo>
                  <a:lnTo>
                    <a:pt x="174" y="5"/>
                  </a:lnTo>
                  <a:lnTo>
                    <a:pt x="177" y="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2452" y="1686"/>
              <a:ext cx="559" cy="609"/>
            </a:xfrm>
            <a:custGeom>
              <a:avLst/>
              <a:gdLst>
                <a:gd name="T0" fmla="*/ 204 w 559"/>
                <a:gd name="T1" fmla="*/ 10 h 609"/>
                <a:gd name="T2" fmla="*/ 235 w 559"/>
                <a:gd name="T3" fmla="*/ 35 h 609"/>
                <a:gd name="T4" fmla="*/ 247 w 559"/>
                <a:gd name="T5" fmla="*/ 61 h 609"/>
                <a:gd name="T6" fmla="*/ 271 w 559"/>
                <a:gd name="T7" fmla="*/ 51 h 609"/>
                <a:gd name="T8" fmla="*/ 308 w 559"/>
                <a:gd name="T9" fmla="*/ 52 h 609"/>
                <a:gd name="T10" fmla="*/ 279 w 559"/>
                <a:gd name="T11" fmla="*/ 79 h 609"/>
                <a:gd name="T12" fmla="*/ 319 w 559"/>
                <a:gd name="T13" fmla="*/ 89 h 609"/>
                <a:gd name="T14" fmla="*/ 369 w 559"/>
                <a:gd name="T15" fmla="*/ 64 h 609"/>
                <a:gd name="T16" fmla="*/ 391 w 559"/>
                <a:gd name="T17" fmla="*/ 43 h 609"/>
                <a:gd name="T18" fmla="*/ 387 w 559"/>
                <a:gd name="T19" fmla="*/ 53 h 609"/>
                <a:gd name="T20" fmla="*/ 413 w 559"/>
                <a:gd name="T21" fmla="*/ 54 h 609"/>
                <a:gd name="T22" fmla="*/ 452 w 559"/>
                <a:gd name="T23" fmla="*/ 75 h 609"/>
                <a:gd name="T24" fmla="*/ 482 w 559"/>
                <a:gd name="T25" fmla="*/ 103 h 609"/>
                <a:gd name="T26" fmla="*/ 521 w 559"/>
                <a:gd name="T27" fmla="*/ 135 h 609"/>
                <a:gd name="T28" fmla="*/ 521 w 559"/>
                <a:gd name="T29" fmla="*/ 192 h 609"/>
                <a:gd name="T30" fmla="*/ 534 w 559"/>
                <a:gd name="T31" fmla="*/ 238 h 609"/>
                <a:gd name="T32" fmla="*/ 558 w 559"/>
                <a:gd name="T33" fmla="*/ 288 h 609"/>
                <a:gd name="T34" fmla="*/ 534 w 559"/>
                <a:gd name="T35" fmla="*/ 330 h 609"/>
                <a:gd name="T36" fmla="*/ 493 w 559"/>
                <a:gd name="T37" fmla="*/ 340 h 609"/>
                <a:gd name="T38" fmla="*/ 436 w 559"/>
                <a:gd name="T39" fmla="*/ 365 h 609"/>
                <a:gd name="T40" fmla="*/ 384 w 559"/>
                <a:gd name="T41" fmla="*/ 375 h 609"/>
                <a:gd name="T42" fmla="*/ 409 w 559"/>
                <a:gd name="T43" fmla="*/ 419 h 609"/>
                <a:gd name="T44" fmla="*/ 449 w 559"/>
                <a:gd name="T45" fmla="*/ 463 h 609"/>
                <a:gd name="T46" fmla="*/ 486 w 559"/>
                <a:gd name="T47" fmla="*/ 523 h 609"/>
                <a:gd name="T48" fmla="*/ 435 w 559"/>
                <a:gd name="T49" fmla="*/ 563 h 609"/>
                <a:gd name="T50" fmla="*/ 447 w 559"/>
                <a:gd name="T51" fmla="*/ 593 h 609"/>
                <a:gd name="T52" fmla="*/ 391 w 559"/>
                <a:gd name="T53" fmla="*/ 587 h 609"/>
                <a:gd name="T54" fmla="*/ 335 w 559"/>
                <a:gd name="T55" fmla="*/ 601 h 609"/>
                <a:gd name="T56" fmla="*/ 291 w 559"/>
                <a:gd name="T57" fmla="*/ 604 h 609"/>
                <a:gd name="T58" fmla="*/ 249 w 559"/>
                <a:gd name="T59" fmla="*/ 599 h 609"/>
                <a:gd name="T60" fmla="*/ 213 w 559"/>
                <a:gd name="T61" fmla="*/ 586 h 609"/>
                <a:gd name="T62" fmla="*/ 184 w 559"/>
                <a:gd name="T63" fmla="*/ 577 h 609"/>
                <a:gd name="T64" fmla="*/ 151 w 559"/>
                <a:gd name="T65" fmla="*/ 592 h 609"/>
                <a:gd name="T66" fmla="*/ 122 w 559"/>
                <a:gd name="T67" fmla="*/ 583 h 609"/>
                <a:gd name="T68" fmla="*/ 126 w 559"/>
                <a:gd name="T69" fmla="*/ 530 h 609"/>
                <a:gd name="T70" fmla="*/ 134 w 559"/>
                <a:gd name="T71" fmla="*/ 480 h 609"/>
                <a:gd name="T72" fmla="*/ 85 w 559"/>
                <a:gd name="T73" fmla="*/ 474 h 609"/>
                <a:gd name="T74" fmla="*/ 51 w 559"/>
                <a:gd name="T75" fmla="*/ 461 h 609"/>
                <a:gd name="T76" fmla="*/ 32 w 559"/>
                <a:gd name="T77" fmla="*/ 428 h 609"/>
                <a:gd name="T78" fmla="*/ 17 w 559"/>
                <a:gd name="T79" fmla="*/ 379 h 609"/>
                <a:gd name="T80" fmla="*/ 3 w 559"/>
                <a:gd name="T81" fmla="*/ 333 h 609"/>
                <a:gd name="T82" fmla="*/ 8 w 559"/>
                <a:gd name="T83" fmla="*/ 282 h 609"/>
                <a:gd name="T84" fmla="*/ 60 w 559"/>
                <a:gd name="T85" fmla="*/ 259 h 609"/>
                <a:gd name="T86" fmla="*/ 72 w 559"/>
                <a:gd name="T87" fmla="*/ 224 h 609"/>
                <a:gd name="T88" fmla="*/ 51 w 559"/>
                <a:gd name="T89" fmla="*/ 203 h 609"/>
                <a:gd name="T90" fmla="*/ 80 w 559"/>
                <a:gd name="T91" fmla="*/ 178 h 609"/>
                <a:gd name="T92" fmla="*/ 90 w 559"/>
                <a:gd name="T93" fmla="*/ 155 h 609"/>
                <a:gd name="T94" fmla="*/ 67 w 559"/>
                <a:gd name="T95" fmla="*/ 130 h 609"/>
                <a:gd name="T96" fmla="*/ 124 w 559"/>
                <a:gd name="T97" fmla="*/ 117 h 609"/>
                <a:gd name="T98" fmla="*/ 135 w 559"/>
                <a:gd name="T99" fmla="*/ 126 h 609"/>
                <a:gd name="T100" fmla="*/ 149 w 559"/>
                <a:gd name="T101" fmla="*/ 136 h 609"/>
                <a:gd name="T102" fmla="*/ 155 w 559"/>
                <a:gd name="T103" fmla="*/ 112 h 609"/>
                <a:gd name="T104" fmla="*/ 198 w 559"/>
                <a:gd name="T105" fmla="*/ 99 h 609"/>
                <a:gd name="T106" fmla="*/ 200 w 559"/>
                <a:gd name="T107" fmla="*/ 95 h 609"/>
                <a:gd name="T108" fmla="*/ 186 w 559"/>
                <a:gd name="T109" fmla="*/ 72 h 609"/>
                <a:gd name="T110" fmla="*/ 161 w 559"/>
                <a:gd name="T111" fmla="*/ 45 h 609"/>
                <a:gd name="T112" fmla="*/ 171 w 559"/>
                <a:gd name="T113" fmla="*/ 20 h 609"/>
                <a:gd name="T114" fmla="*/ 155 w 559"/>
                <a:gd name="T115" fmla="*/ 1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9" h="609">
                  <a:moveTo>
                    <a:pt x="155" y="1"/>
                  </a:moveTo>
                  <a:lnTo>
                    <a:pt x="173" y="0"/>
                  </a:lnTo>
                  <a:lnTo>
                    <a:pt x="198" y="6"/>
                  </a:lnTo>
                  <a:lnTo>
                    <a:pt x="204" y="10"/>
                  </a:lnTo>
                  <a:lnTo>
                    <a:pt x="216" y="8"/>
                  </a:lnTo>
                  <a:lnTo>
                    <a:pt x="229" y="20"/>
                  </a:lnTo>
                  <a:lnTo>
                    <a:pt x="242" y="22"/>
                  </a:lnTo>
                  <a:lnTo>
                    <a:pt x="235" y="35"/>
                  </a:lnTo>
                  <a:lnTo>
                    <a:pt x="228" y="41"/>
                  </a:lnTo>
                  <a:lnTo>
                    <a:pt x="232" y="48"/>
                  </a:lnTo>
                  <a:lnTo>
                    <a:pt x="243" y="51"/>
                  </a:lnTo>
                  <a:lnTo>
                    <a:pt x="247" y="61"/>
                  </a:lnTo>
                  <a:lnTo>
                    <a:pt x="257" y="54"/>
                  </a:lnTo>
                  <a:lnTo>
                    <a:pt x="261" y="48"/>
                  </a:lnTo>
                  <a:lnTo>
                    <a:pt x="266" y="44"/>
                  </a:lnTo>
                  <a:lnTo>
                    <a:pt x="271" y="51"/>
                  </a:lnTo>
                  <a:lnTo>
                    <a:pt x="289" y="62"/>
                  </a:lnTo>
                  <a:lnTo>
                    <a:pt x="292" y="57"/>
                  </a:lnTo>
                  <a:lnTo>
                    <a:pt x="303" y="50"/>
                  </a:lnTo>
                  <a:lnTo>
                    <a:pt x="308" y="52"/>
                  </a:lnTo>
                  <a:lnTo>
                    <a:pt x="309" y="63"/>
                  </a:lnTo>
                  <a:lnTo>
                    <a:pt x="300" y="73"/>
                  </a:lnTo>
                  <a:lnTo>
                    <a:pt x="291" y="72"/>
                  </a:lnTo>
                  <a:lnTo>
                    <a:pt x="279" y="79"/>
                  </a:lnTo>
                  <a:lnTo>
                    <a:pt x="297" y="84"/>
                  </a:lnTo>
                  <a:lnTo>
                    <a:pt x="303" y="81"/>
                  </a:lnTo>
                  <a:lnTo>
                    <a:pt x="315" y="82"/>
                  </a:lnTo>
                  <a:lnTo>
                    <a:pt x="319" y="89"/>
                  </a:lnTo>
                  <a:lnTo>
                    <a:pt x="332" y="88"/>
                  </a:lnTo>
                  <a:lnTo>
                    <a:pt x="335" y="79"/>
                  </a:lnTo>
                  <a:lnTo>
                    <a:pt x="344" y="67"/>
                  </a:lnTo>
                  <a:lnTo>
                    <a:pt x="369" y="64"/>
                  </a:lnTo>
                  <a:lnTo>
                    <a:pt x="370" y="58"/>
                  </a:lnTo>
                  <a:lnTo>
                    <a:pt x="383" y="52"/>
                  </a:lnTo>
                  <a:lnTo>
                    <a:pt x="385" y="45"/>
                  </a:lnTo>
                  <a:lnTo>
                    <a:pt x="391" y="43"/>
                  </a:lnTo>
                  <a:lnTo>
                    <a:pt x="407" y="44"/>
                  </a:lnTo>
                  <a:lnTo>
                    <a:pt x="394" y="49"/>
                  </a:lnTo>
                  <a:lnTo>
                    <a:pt x="389" y="54"/>
                  </a:lnTo>
                  <a:lnTo>
                    <a:pt x="387" y="53"/>
                  </a:lnTo>
                  <a:lnTo>
                    <a:pt x="380" y="59"/>
                  </a:lnTo>
                  <a:lnTo>
                    <a:pt x="385" y="64"/>
                  </a:lnTo>
                  <a:lnTo>
                    <a:pt x="398" y="55"/>
                  </a:lnTo>
                  <a:lnTo>
                    <a:pt x="413" y="54"/>
                  </a:lnTo>
                  <a:lnTo>
                    <a:pt x="419" y="51"/>
                  </a:lnTo>
                  <a:lnTo>
                    <a:pt x="423" y="57"/>
                  </a:lnTo>
                  <a:lnTo>
                    <a:pt x="435" y="59"/>
                  </a:lnTo>
                  <a:lnTo>
                    <a:pt x="452" y="75"/>
                  </a:lnTo>
                  <a:lnTo>
                    <a:pt x="465" y="72"/>
                  </a:lnTo>
                  <a:lnTo>
                    <a:pt x="473" y="83"/>
                  </a:lnTo>
                  <a:lnTo>
                    <a:pt x="470" y="95"/>
                  </a:lnTo>
                  <a:lnTo>
                    <a:pt x="482" y="103"/>
                  </a:lnTo>
                  <a:lnTo>
                    <a:pt x="494" y="101"/>
                  </a:lnTo>
                  <a:lnTo>
                    <a:pt x="502" y="108"/>
                  </a:lnTo>
                  <a:lnTo>
                    <a:pt x="514" y="107"/>
                  </a:lnTo>
                  <a:lnTo>
                    <a:pt x="521" y="135"/>
                  </a:lnTo>
                  <a:lnTo>
                    <a:pt x="520" y="155"/>
                  </a:lnTo>
                  <a:lnTo>
                    <a:pt x="500" y="164"/>
                  </a:lnTo>
                  <a:lnTo>
                    <a:pt x="500" y="172"/>
                  </a:lnTo>
                  <a:lnTo>
                    <a:pt x="521" y="192"/>
                  </a:lnTo>
                  <a:lnTo>
                    <a:pt x="519" y="205"/>
                  </a:lnTo>
                  <a:lnTo>
                    <a:pt x="528" y="216"/>
                  </a:lnTo>
                  <a:lnTo>
                    <a:pt x="528" y="226"/>
                  </a:lnTo>
                  <a:lnTo>
                    <a:pt x="534" y="238"/>
                  </a:lnTo>
                  <a:lnTo>
                    <a:pt x="528" y="248"/>
                  </a:lnTo>
                  <a:lnTo>
                    <a:pt x="541" y="274"/>
                  </a:lnTo>
                  <a:lnTo>
                    <a:pt x="549" y="278"/>
                  </a:lnTo>
                  <a:lnTo>
                    <a:pt x="558" y="288"/>
                  </a:lnTo>
                  <a:lnTo>
                    <a:pt x="559" y="320"/>
                  </a:lnTo>
                  <a:lnTo>
                    <a:pt x="552" y="329"/>
                  </a:lnTo>
                  <a:lnTo>
                    <a:pt x="542" y="324"/>
                  </a:lnTo>
                  <a:lnTo>
                    <a:pt x="534" y="330"/>
                  </a:lnTo>
                  <a:lnTo>
                    <a:pt x="514" y="325"/>
                  </a:lnTo>
                  <a:lnTo>
                    <a:pt x="514" y="336"/>
                  </a:lnTo>
                  <a:lnTo>
                    <a:pt x="502" y="343"/>
                  </a:lnTo>
                  <a:lnTo>
                    <a:pt x="493" y="340"/>
                  </a:lnTo>
                  <a:lnTo>
                    <a:pt x="470" y="341"/>
                  </a:lnTo>
                  <a:lnTo>
                    <a:pt x="463" y="351"/>
                  </a:lnTo>
                  <a:lnTo>
                    <a:pt x="449" y="352"/>
                  </a:lnTo>
                  <a:lnTo>
                    <a:pt x="436" y="365"/>
                  </a:lnTo>
                  <a:lnTo>
                    <a:pt x="424" y="366"/>
                  </a:lnTo>
                  <a:lnTo>
                    <a:pt x="400" y="385"/>
                  </a:lnTo>
                  <a:lnTo>
                    <a:pt x="390" y="380"/>
                  </a:lnTo>
                  <a:lnTo>
                    <a:pt x="384" y="375"/>
                  </a:lnTo>
                  <a:lnTo>
                    <a:pt x="378" y="379"/>
                  </a:lnTo>
                  <a:lnTo>
                    <a:pt x="378" y="389"/>
                  </a:lnTo>
                  <a:lnTo>
                    <a:pt x="395" y="398"/>
                  </a:lnTo>
                  <a:lnTo>
                    <a:pt x="409" y="419"/>
                  </a:lnTo>
                  <a:lnTo>
                    <a:pt x="408" y="434"/>
                  </a:lnTo>
                  <a:lnTo>
                    <a:pt x="412" y="442"/>
                  </a:lnTo>
                  <a:lnTo>
                    <a:pt x="425" y="448"/>
                  </a:lnTo>
                  <a:lnTo>
                    <a:pt x="449" y="463"/>
                  </a:lnTo>
                  <a:lnTo>
                    <a:pt x="461" y="471"/>
                  </a:lnTo>
                  <a:lnTo>
                    <a:pt x="488" y="500"/>
                  </a:lnTo>
                  <a:lnTo>
                    <a:pt x="486" y="510"/>
                  </a:lnTo>
                  <a:lnTo>
                    <a:pt x="486" y="523"/>
                  </a:lnTo>
                  <a:lnTo>
                    <a:pt x="476" y="523"/>
                  </a:lnTo>
                  <a:lnTo>
                    <a:pt x="468" y="535"/>
                  </a:lnTo>
                  <a:lnTo>
                    <a:pt x="453" y="542"/>
                  </a:lnTo>
                  <a:lnTo>
                    <a:pt x="435" y="563"/>
                  </a:lnTo>
                  <a:lnTo>
                    <a:pt x="435" y="571"/>
                  </a:lnTo>
                  <a:lnTo>
                    <a:pt x="452" y="577"/>
                  </a:lnTo>
                  <a:lnTo>
                    <a:pt x="454" y="589"/>
                  </a:lnTo>
                  <a:lnTo>
                    <a:pt x="447" y="593"/>
                  </a:lnTo>
                  <a:lnTo>
                    <a:pt x="432" y="585"/>
                  </a:lnTo>
                  <a:lnTo>
                    <a:pt x="416" y="589"/>
                  </a:lnTo>
                  <a:lnTo>
                    <a:pt x="401" y="585"/>
                  </a:lnTo>
                  <a:lnTo>
                    <a:pt x="391" y="587"/>
                  </a:lnTo>
                  <a:lnTo>
                    <a:pt x="370" y="600"/>
                  </a:lnTo>
                  <a:lnTo>
                    <a:pt x="358" y="602"/>
                  </a:lnTo>
                  <a:lnTo>
                    <a:pt x="347" y="599"/>
                  </a:lnTo>
                  <a:lnTo>
                    <a:pt x="335" y="601"/>
                  </a:lnTo>
                  <a:lnTo>
                    <a:pt x="327" y="596"/>
                  </a:lnTo>
                  <a:lnTo>
                    <a:pt x="308" y="593"/>
                  </a:lnTo>
                  <a:lnTo>
                    <a:pt x="290" y="595"/>
                  </a:lnTo>
                  <a:lnTo>
                    <a:pt x="291" y="604"/>
                  </a:lnTo>
                  <a:lnTo>
                    <a:pt x="287" y="609"/>
                  </a:lnTo>
                  <a:lnTo>
                    <a:pt x="270" y="605"/>
                  </a:lnTo>
                  <a:lnTo>
                    <a:pt x="262" y="595"/>
                  </a:lnTo>
                  <a:lnTo>
                    <a:pt x="249" y="599"/>
                  </a:lnTo>
                  <a:lnTo>
                    <a:pt x="242" y="603"/>
                  </a:lnTo>
                  <a:lnTo>
                    <a:pt x="238" y="603"/>
                  </a:lnTo>
                  <a:lnTo>
                    <a:pt x="231" y="599"/>
                  </a:lnTo>
                  <a:lnTo>
                    <a:pt x="213" y="586"/>
                  </a:lnTo>
                  <a:lnTo>
                    <a:pt x="203" y="586"/>
                  </a:lnTo>
                  <a:lnTo>
                    <a:pt x="198" y="592"/>
                  </a:lnTo>
                  <a:lnTo>
                    <a:pt x="189" y="589"/>
                  </a:lnTo>
                  <a:lnTo>
                    <a:pt x="184" y="577"/>
                  </a:lnTo>
                  <a:lnTo>
                    <a:pt x="171" y="582"/>
                  </a:lnTo>
                  <a:lnTo>
                    <a:pt x="172" y="589"/>
                  </a:lnTo>
                  <a:lnTo>
                    <a:pt x="167" y="597"/>
                  </a:lnTo>
                  <a:lnTo>
                    <a:pt x="151" y="592"/>
                  </a:lnTo>
                  <a:lnTo>
                    <a:pt x="138" y="598"/>
                  </a:lnTo>
                  <a:lnTo>
                    <a:pt x="128" y="595"/>
                  </a:lnTo>
                  <a:lnTo>
                    <a:pt x="129" y="595"/>
                  </a:lnTo>
                  <a:lnTo>
                    <a:pt x="122" y="583"/>
                  </a:lnTo>
                  <a:lnTo>
                    <a:pt x="111" y="576"/>
                  </a:lnTo>
                  <a:lnTo>
                    <a:pt x="110" y="559"/>
                  </a:lnTo>
                  <a:lnTo>
                    <a:pt x="116" y="538"/>
                  </a:lnTo>
                  <a:lnTo>
                    <a:pt x="126" y="530"/>
                  </a:lnTo>
                  <a:lnTo>
                    <a:pt x="126" y="520"/>
                  </a:lnTo>
                  <a:lnTo>
                    <a:pt x="132" y="503"/>
                  </a:lnTo>
                  <a:lnTo>
                    <a:pt x="147" y="488"/>
                  </a:lnTo>
                  <a:lnTo>
                    <a:pt x="134" y="480"/>
                  </a:lnTo>
                  <a:lnTo>
                    <a:pt x="122" y="480"/>
                  </a:lnTo>
                  <a:lnTo>
                    <a:pt x="106" y="474"/>
                  </a:lnTo>
                  <a:lnTo>
                    <a:pt x="94" y="477"/>
                  </a:lnTo>
                  <a:lnTo>
                    <a:pt x="85" y="474"/>
                  </a:lnTo>
                  <a:lnTo>
                    <a:pt x="73" y="474"/>
                  </a:lnTo>
                  <a:lnTo>
                    <a:pt x="63" y="478"/>
                  </a:lnTo>
                  <a:lnTo>
                    <a:pt x="51" y="469"/>
                  </a:lnTo>
                  <a:lnTo>
                    <a:pt x="51" y="461"/>
                  </a:lnTo>
                  <a:lnTo>
                    <a:pt x="39" y="452"/>
                  </a:lnTo>
                  <a:lnTo>
                    <a:pt x="39" y="452"/>
                  </a:lnTo>
                  <a:lnTo>
                    <a:pt x="40" y="434"/>
                  </a:lnTo>
                  <a:lnTo>
                    <a:pt x="32" y="428"/>
                  </a:lnTo>
                  <a:lnTo>
                    <a:pt x="29" y="415"/>
                  </a:lnTo>
                  <a:lnTo>
                    <a:pt x="13" y="396"/>
                  </a:lnTo>
                  <a:lnTo>
                    <a:pt x="9" y="396"/>
                  </a:lnTo>
                  <a:lnTo>
                    <a:pt x="17" y="379"/>
                  </a:lnTo>
                  <a:lnTo>
                    <a:pt x="8" y="369"/>
                  </a:lnTo>
                  <a:lnTo>
                    <a:pt x="9" y="361"/>
                  </a:lnTo>
                  <a:lnTo>
                    <a:pt x="0" y="342"/>
                  </a:lnTo>
                  <a:lnTo>
                    <a:pt x="3" y="333"/>
                  </a:lnTo>
                  <a:lnTo>
                    <a:pt x="1" y="333"/>
                  </a:lnTo>
                  <a:lnTo>
                    <a:pt x="7" y="319"/>
                  </a:lnTo>
                  <a:lnTo>
                    <a:pt x="12" y="300"/>
                  </a:lnTo>
                  <a:lnTo>
                    <a:pt x="8" y="282"/>
                  </a:lnTo>
                  <a:lnTo>
                    <a:pt x="16" y="272"/>
                  </a:lnTo>
                  <a:lnTo>
                    <a:pt x="25" y="259"/>
                  </a:lnTo>
                  <a:lnTo>
                    <a:pt x="43" y="255"/>
                  </a:lnTo>
                  <a:lnTo>
                    <a:pt x="60" y="259"/>
                  </a:lnTo>
                  <a:lnTo>
                    <a:pt x="69" y="254"/>
                  </a:lnTo>
                  <a:lnTo>
                    <a:pt x="62" y="242"/>
                  </a:lnTo>
                  <a:lnTo>
                    <a:pt x="70" y="237"/>
                  </a:lnTo>
                  <a:lnTo>
                    <a:pt x="72" y="224"/>
                  </a:lnTo>
                  <a:lnTo>
                    <a:pt x="76" y="217"/>
                  </a:lnTo>
                  <a:lnTo>
                    <a:pt x="69" y="211"/>
                  </a:lnTo>
                  <a:lnTo>
                    <a:pt x="53" y="211"/>
                  </a:lnTo>
                  <a:lnTo>
                    <a:pt x="51" y="203"/>
                  </a:lnTo>
                  <a:lnTo>
                    <a:pt x="57" y="191"/>
                  </a:lnTo>
                  <a:lnTo>
                    <a:pt x="71" y="197"/>
                  </a:lnTo>
                  <a:lnTo>
                    <a:pt x="79" y="190"/>
                  </a:lnTo>
                  <a:lnTo>
                    <a:pt x="80" y="178"/>
                  </a:lnTo>
                  <a:lnTo>
                    <a:pt x="85" y="168"/>
                  </a:lnTo>
                  <a:lnTo>
                    <a:pt x="86" y="162"/>
                  </a:lnTo>
                  <a:lnTo>
                    <a:pt x="90" y="157"/>
                  </a:lnTo>
                  <a:lnTo>
                    <a:pt x="90" y="155"/>
                  </a:lnTo>
                  <a:lnTo>
                    <a:pt x="91" y="155"/>
                  </a:lnTo>
                  <a:lnTo>
                    <a:pt x="88" y="143"/>
                  </a:lnTo>
                  <a:lnTo>
                    <a:pt x="73" y="141"/>
                  </a:lnTo>
                  <a:lnTo>
                    <a:pt x="67" y="130"/>
                  </a:lnTo>
                  <a:lnTo>
                    <a:pt x="70" y="118"/>
                  </a:lnTo>
                  <a:lnTo>
                    <a:pt x="100" y="111"/>
                  </a:lnTo>
                  <a:lnTo>
                    <a:pt x="109" y="107"/>
                  </a:lnTo>
                  <a:lnTo>
                    <a:pt x="124" y="117"/>
                  </a:lnTo>
                  <a:lnTo>
                    <a:pt x="124" y="131"/>
                  </a:lnTo>
                  <a:lnTo>
                    <a:pt x="134" y="143"/>
                  </a:lnTo>
                  <a:lnTo>
                    <a:pt x="141" y="136"/>
                  </a:lnTo>
                  <a:lnTo>
                    <a:pt x="135" y="126"/>
                  </a:lnTo>
                  <a:lnTo>
                    <a:pt x="135" y="117"/>
                  </a:lnTo>
                  <a:lnTo>
                    <a:pt x="141" y="114"/>
                  </a:lnTo>
                  <a:lnTo>
                    <a:pt x="150" y="122"/>
                  </a:lnTo>
                  <a:lnTo>
                    <a:pt x="149" y="136"/>
                  </a:lnTo>
                  <a:lnTo>
                    <a:pt x="164" y="152"/>
                  </a:lnTo>
                  <a:lnTo>
                    <a:pt x="158" y="140"/>
                  </a:lnTo>
                  <a:lnTo>
                    <a:pt x="158" y="122"/>
                  </a:lnTo>
                  <a:lnTo>
                    <a:pt x="155" y="112"/>
                  </a:lnTo>
                  <a:lnTo>
                    <a:pt x="163" y="100"/>
                  </a:lnTo>
                  <a:lnTo>
                    <a:pt x="174" y="99"/>
                  </a:lnTo>
                  <a:lnTo>
                    <a:pt x="185" y="103"/>
                  </a:lnTo>
                  <a:lnTo>
                    <a:pt x="198" y="99"/>
                  </a:lnTo>
                  <a:lnTo>
                    <a:pt x="220" y="119"/>
                  </a:lnTo>
                  <a:lnTo>
                    <a:pt x="249" y="125"/>
                  </a:lnTo>
                  <a:lnTo>
                    <a:pt x="221" y="114"/>
                  </a:lnTo>
                  <a:lnTo>
                    <a:pt x="200" y="95"/>
                  </a:lnTo>
                  <a:lnTo>
                    <a:pt x="184" y="94"/>
                  </a:lnTo>
                  <a:lnTo>
                    <a:pt x="175" y="89"/>
                  </a:lnTo>
                  <a:lnTo>
                    <a:pt x="175" y="80"/>
                  </a:lnTo>
                  <a:lnTo>
                    <a:pt x="186" y="72"/>
                  </a:lnTo>
                  <a:lnTo>
                    <a:pt x="174" y="65"/>
                  </a:lnTo>
                  <a:lnTo>
                    <a:pt x="174" y="51"/>
                  </a:lnTo>
                  <a:lnTo>
                    <a:pt x="162" y="55"/>
                  </a:lnTo>
                  <a:lnTo>
                    <a:pt x="161" y="45"/>
                  </a:lnTo>
                  <a:lnTo>
                    <a:pt x="173" y="45"/>
                  </a:lnTo>
                  <a:lnTo>
                    <a:pt x="185" y="40"/>
                  </a:lnTo>
                  <a:lnTo>
                    <a:pt x="170" y="29"/>
                  </a:lnTo>
                  <a:lnTo>
                    <a:pt x="171" y="20"/>
                  </a:lnTo>
                  <a:lnTo>
                    <a:pt x="164" y="20"/>
                  </a:lnTo>
                  <a:lnTo>
                    <a:pt x="155" y="14"/>
                  </a:lnTo>
                  <a:lnTo>
                    <a:pt x="156" y="4"/>
                  </a:lnTo>
                  <a:lnTo>
                    <a:pt x="155" y="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2694" y="2303"/>
              <a:ext cx="11" cy="17"/>
            </a:xfrm>
            <a:custGeom>
              <a:avLst/>
              <a:gdLst>
                <a:gd name="T0" fmla="*/ 4 w 11"/>
                <a:gd name="T1" fmla="*/ 0 h 17"/>
                <a:gd name="T2" fmla="*/ 11 w 11"/>
                <a:gd name="T3" fmla="*/ 5 h 17"/>
                <a:gd name="T4" fmla="*/ 11 w 11"/>
                <a:gd name="T5" fmla="*/ 17 h 17"/>
                <a:gd name="T6" fmla="*/ 4 w 11"/>
                <a:gd name="T7" fmla="*/ 16 h 17"/>
                <a:gd name="T8" fmla="*/ 0 w 11"/>
                <a:gd name="T9" fmla="*/ 9 h 17"/>
                <a:gd name="T10" fmla="*/ 3 w 11"/>
                <a:gd name="T11" fmla="*/ 1 h 17"/>
                <a:gd name="T12" fmla="*/ 4 w 11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7">
                  <a:moveTo>
                    <a:pt x="4" y="0"/>
                  </a:moveTo>
                  <a:lnTo>
                    <a:pt x="11" y="5"/>
                  </a:lnTo>
                  <a:lnTo>
                    <a:pt x="11" y="17"/>
                  </a:lnTo>
                  <a:lnTo>
                    <a:pt x="4" y="16"/>
                  </a:lnTo>
                  <a:lnTo>
                    <a:pt x="0" y="9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2464" y="2263"/>
              <a:ext cx="301" cy="156"/>
            </a:xfrm>
            <a:custGeom>
              <a:avLst/>
              <a:gdLst>
                <a:gd name="T0" fmla="*/ 126 w 301"/>
                <a:gd name="T1" fmla="*/ 21 h 156"/>
                <a:gd name="T2" fmla="*/ 155 w 301"/>
                <a:gd name="T3" fmla="*/ 20 h 156"/>
                <a:gd name="T4" fmla="*/ 159 w 301"/>
                <a:gd name="T5" fmla="*/ 5 h 156"/>
                <a:gd name="T6" fmla="*/ 177 w 301"/>
                <a:gd name="T7" fmla="*/ 12 h 156"/>
                <a:gd name="T8" fmla="*/ 191 w 301"/>
                <a:gd name="T9" fmla="*/ 9 h 156"/>
                <a:gd name="T10" fmla="*/ 219 w 301"/>
                <a:gd name="T11" fmla="*/ 22 h 156"/>
                <a:gd name="T12" fmla="*/ 233 w 301"/>
                <a:gd name="T13" fmla="*/ 41 h 156"/>
                <a:gd name="T14" fmla="*/ 234 w 301"/>
                <a:gd name="T15" fmla="*/ 56 h 156"/>
                <a:gd name="T16" fmla="*/ 259 w 301"/>
                <a:gd name="T17" fmla="*/ 54 h 156"/>
                <a:gd name="T18" fmla="*/ 285 w 301"/>
                <a:gd name="T19" fmla="*/ 57 h 156"/>
                <a:gd name="T20" fmla="*/ 301 w 301"/>
                <a:gd name="T21" fmla="*/ 66 h 156"/>
                <a:gd name="T22" fmla="*/ 294 w 301"/>
                <a:gd name="T23" fmla="*/ 101 h 156"/>
                <a:gd name="T24" fmla="*/ 265 w 301"/>
                <a:gd name="T25" fmla="*/ 129 h 156"/>
                <a:gd name="T26" fmla="*/ 243 w 301"/>
                <a:gd name="T27" fmla="*/ 121 h 156"/>
                <a:gd name="T28" fmla="*/ 213 w 301"/>
                <a:gd name="T29" fmla="*/ 131 h 156"/>
                <a:gd name="T30" fmla="*/ 193 w 301"/>
                <a:gd name="T31" fmla="*/ 140 h 156"/>
                <a:gd name="T32" fmla="*/ 174 w 301"/>
                <a:gd name="T33" fmla="*/ 117 h 156"/>
                <a:gd name="T34" fmla="*/ 134 w 301"/>
                <a:gd name="T35" fmla="*/ 145 h 156"/>
                <a:gd name="T36" fmla="*/ 91 w 301"/>
                <a:gd name="T37" fmla="*/ 156 h 156"/>
                <a:gd name="T38" fmla="*/ 74 w 301"/>
                <a:gd name="T39" fmla="*/ 140 h 156"/>
                <a:gd name="T40" fmla="*/ 61 w 301"/>
                <a:gd name="T41" fmla="*/ 121 h 156"/>
                <a:gd name="T42" fmla="*/ 36 w 301"/>
                <a:gd name="T43" fmla="*/ 108 h 156"/>
                <a:gd name="T44" fmla="*/ 33 w 301"/>
                <a:gd name="T45" fmla="*/ 131 h 156"/>
                <a:gd name="T46" fmla="*/ 1 w 301"/>
                <a:gd name="T47" fmla="*/ 135 h 156"/>
                <a:gd name="T48" fmla="*/ 8 w 301"/>
                <a:gd name="T49" fmla="*/ 122 h 156"/>
                <a:gd name="T50" fmla="*/ 16 w 301"/>
                <a:gd name="T51" fmla="*/ 111 h 156"/>
                <a:gd name="T52" fmla="*/ 36 w 301"/>
                <a:gd name="T53" fmla="*/ 67 h 156"/>
                <a:gd name="T54" fmla="*/ 59 w 301"/>
                <a:gd name="T55" fmla="*/ 48 h 156"/>
                <a:gd name="T56" fmla="*/ 68 w 301"/>
                <a:gd name="T57" fmla="*/ 32 h 156"/>
                <a:gd name="T58" fmla="*/ 63 w 301"/>
                <a:gd name="T59" fmla="*/ 16 h 156"/>
                <a:gd name="T60" fmla="*/ 82 w 301"/>
                <a:gd name="T61" fmla="*/ 23 h 156"/>
                <a:gd name="T62" fmla="*/ 116 w 301"/>
                <a:gd name="T63" fmla="*/ 1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1" h="156">
                  <a:moveTo>
                    <a:pt x="116" y="18"/>
                  </a:moveTo>
                  <a:lnTo>
                    <a:pt x="126" y="21"/>
                  </a:lnTo>
                  <a:lnTo>
                    <a:pt x="139" y="15"/>
                  </a:lnTo>
                  <a:lnTo>
                    <a:pt x="155" y="20"/>
                  </a:lnTo>
                  <a:lnTo>
                    <a:pt x="160" y="12"/>
                  </a:lnTo>
                  <a:lnTo>
                    <a:pt x="159" y="5"/>
                  </a:lnTo>
                  <a:lnTo>
                    <a:pt x="172" y="0"/>
                  </a:lnTo>
                  <a:lnTo>
                    <a:pt x="177" y="12"/>
                  </a:lnTo>
                  <a:lnTo>
                    <a:pt x="186" y="15"/>
                  </a:lnTo>
                  <a:lnTo>
                    <a:pt x="191" y="9"/>
                  </a:lnTo>
                  <a:lnTo>
                    <a:pt x="201" y="9"/>
                  </a:lnTo>
                  <a:lnTo>
                    <a:pt x="219" y="22"/>
                  </a:lnTo>
                  <a:lnTo>
                    <a:pt x="234" y="31"/>
                  </a:lnTo>
                  <a:lnTo>
                    <a:pt x="233" y="41"/>
                  </a:lnTo>
                  <a:lnTo>
                    <a:pt x="230" y="49"/>
                  </a:lnTo>
                  <a:lnTo>
                    <a:pt x="234" y="56"/>
                  </a:lnTo>
                  <a:lnTo>
                    <a:pt x="252" y="57"/>
                  </a:lnTo>
                  <a:lnTo>
                    <a:pt x="259" y="54"/>
                  </a:lnTo>
                  <a:lnTo>
                    <a:pt x="273" y="66"/>
                  </a:lnTo>
                  <a:lnTo>
                    <a:pt x="285" y="57"/>
                  </a:lnTo>
                  <a:lnTo>
                    <a:pt x="295" y="57"/>
                  </a:lnTo>
                  <a:lnTo>
                    <a:pt x="301" y="66"/>
                  </a:lnTo>
                  <a:lnTo>
                    <a:pt x="288" y="81"/>
                  </a:lnTo>
                  <a:lnTo>
                    <a:pt x="294" y="101"/>
                  </a:lnTo>
                  <a:lnTo>
                    <a:pt x="268" y="106"/>
                  </a:lnTo>
                  <a:lnTo>
                    <a:pt x="265" y="129"/>
                  </a:lnTo>
                  <a:lnTo>
                    <a:pt x="253" y="120"/>
                  </a:lnTo>
                  <a:lnTo>
                    <a:pt x="243" y="121"/>
                  </a:lnTo>
                  <a:lnTo>
                    <a:pt x="213" y="114"/>
                  </a:lnTo>
                  <a:lnTo>
                    <a:pt x="213" y="131"/>
                  </a:lnTo>
                  <a:lnTo>
                    <a:pt x="200" y="152"/>
                  </a:lnTo>
                  <a:lnTo>
                    <a:pt x="193" y="140"/>
                  </a:lnTo>
                  <a:lnTo>
                    <a:pt x="172" y="131"/>
                  </a:lnTo>
                  <a:lnTo>
                    <a:pt x="174" y="117"/>
                  </a:lnTo>
                  <a:lnTo>
                    <a:pt x="158" y="108"/>
                  </a:lnTo>
                  <a:lnTo>
                    <a:pt x="134" y="145"/>
                  </a:lnTo>
                  <a:lnTo>
                    <a:pt x="117" y="138"/>
                  </a:lnTo>
                  <a:lnTo>
                    <a:pt x="91" y="156"/>
                  </a:lnTo>
                  <a:lnTo>
                    <a:pt x="76" y="151"/>
                  </a:lnTo>
                  <a:lnTo>
                    <a:pt x="74" y="140"/>
                  </a:lnTo>
                  <a:lnTo>
                    <a:pt x="66" y="135"/>
                  </a:lnTo>
                  <a:lnTo>
                    <a:pt x="61" y="121"/>
                  </a:lnTo>
                  <a:lnTo>
                    <a:pt x="55" y="109"/>
                  </a:lnTo>
                  <a:lnTo>
                    <a:pt x="36" y="108"/>
                  </a:lnTo>
                  <a:lnTo>
                    <a:pt x="26" y="116"/>
                  </a:lnTo>
                  <a:lnTo>
                    <a:pt x="33" y="131"/>
                  </a:lnTo>
                  <a:lnTo>
                    <a:pt x="16" y="136"/>
                  </a:lnTo>
                  <a:lnTo>
                    <a:pt x="1" y="135"/>
                  </a:lnTo>
                  <a:lnTo>
                    <a:pt x="0" y="126"/>
                  </a:lnTo>
                  <a:lnTo>
                    <a:pt x="8" y="122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8" y="92"/>
                  </a:lnTo>
                  <a:lnTo>
                    <a:pt x="36" y="67"/>
                  </a:lnTo>
                  <a:lnTo>
                    <a:pt x="46" y="63"/>
                  </a:lnTo>
                  <a:lnTo>
                    <a:pt x="59" y="48"/>
                  </a:lnTo>
                  <a:lnTo>
                    <a:pt x="71" y="44"/>
                  </a:lnTo>
                  <a:lnTo>
                    <a:pt x="68" y="32"/>
                  </a:lnTo>
                  <a:lnTo>
                    <a:pt x="55" y="25"/>
                  </a:lnTo>
                  <a:lnTo>
                    <a:pt x="63" y="16"/>
                  </a:lnTo>
                  <a:lnTo>
                    <a:pt x="79" y="15"/>
                  </a:lnTo>
                  <a:lnTo>
                    <a:pt x="82" y="23"/>
                  </a:lnTo>
                  <a:lnTo>
                    <a:pt x="95" y="24"/>
                  </a:lnTo>
                  <a:lnTo>
                    <a:pt x="116" y="1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2"/>
            <p:cNvSpPr>
              <a:spLocks noEditPoints="1"/>
            </p:cNvSpPr>
            <p:nvPr/>
          </p:nvSpPr>
          <p:spPr bwMode="auto">
            <a:xfrm>
              <a:off x="2305" y="1819"/>
              <a:ext cx="237" cy="200"/>
            </a:xfrm>
            <a:custGeom>
              <a:avLst/>
              <a:gdLst>
                <a:gd name="T0" fmla="*/ 154 w 237"/>
                <a:gd name="T1" fmla="*/ 186 h 200"/>
                <a:gd name="T2" fmla="*/ 155 w 237"/>
                <a:gd name="T3" fmla="*/ 149 h 200"/>
                <a:gd name="T4" fmla="*/ 172 w 237"/>
                <a:gd name="T5" fmla="*/ 126 h 200"/>
                <a:gd name="T6" fmla="*/ 207 w 237"/>
                <a:gd name="T7" fmla="*/ 126 h 200"/>
                <a:gd name="T8" fmla="*/ 209 w 237"/>
                <a:gd name="T9" fmla="*/ 109 h 200"/>
                <a:gd name="T10" fmla="*/ 219 w 237"/>
                <a:gd name="T11" fmla="*/ 91 h 200"/>
                <a:gd name="T12" fmla="*/ 216 w 237"/>
                <a:gd name="T13" fmla="*/ 78 h 200"/>
                <a:gd name="T14" fmla="*/ 198 w 237"/>
                <a:gd name="T15" fmla="*/ 70 h 200"/>
                <a:gd name="T16" fmla="*/ 218 w 237"/>
                <a:gd name="T17" fmla="*/ 64 h 200"/>
                <a:gd name="T18" fmla="*/ 227 w 237"/>
                <a:gd name="T19" fmla="*/ 45 h 200"/>
                <a:gd name="T20" fmla="*/ 233 w 237"/>
                <a:gd name="T21" fmla="*/ 29 h 200"/>
                <a:gd name="T22" fmla="*/ 237 w 237"/>
                <a:gd name="T23" fmla="*/ 22 h 200"/>
                <a:gd name="T24" fmla="*/ 214 w 237"/>
                <a:gd name="T25" fmla="*/ 9 h 200"/>
                <a:gd name="T26" fmla="*/ 176 w 237"/>
                <a:gd name="T27" fmla="*/ 3 h 200"/>
                <a:gd name="T28" fmla="*/ 153 w 237"/>
                <a:gd name="T29" fmla="*/ 8 h 200"/>
                <a:gd name="T30" fmla="*/ 130 w 237"/>
                <a:gd name="T31" fmla="*/ 13 h 200"/>
                <a:gd name="T32" fmla="*/ 90 w 237"/>
                <a:gd name="T33" fmla="*/ 40 h 200"/>
                <a:gd name="T34" fmla="*/ 72 w 237"/>
                <a:gd name="T35" fmla="*/ 42 h 200"/>
                <a:gd name="T36" fmla="*/ 58 w 237"/>
                <a:gd name="T37" fmla="*/ 66 h 200"/>
                <a:gd name="T38" fmla="*/ 59 w 237"/>
                <a:gd name="T39" fmla="*/ 93 h 200"/>
                <a:gd name="T40" fmla="*/ 49 w 237"/>
                <a:gd name="T41" fmla="*/ 111 h 200"/>
                <a:gd name="T42" fmla="*/ 39 w 237"/>
                <a:gd name="T43" fmla="*/ 127 h 200"/>
                <a:gd name="T44" fmla="*/ 57 w 237"/>
                <a:gd name="T45" fmla="*/ 142 h 200"/>
                <a:gd name="T46" fmla="*/ 45 w 237"/>
                <a:gd name="T47" fmla="*/ 149 h 200"/>
                <a:gd name="T48" fmla="*/ 47 w 237"/>
                <a:gd name="T49" fmla="*/ 160 h 200"/>
                <a:gd name="T50" fmla="*/ 55 w 237"/>
                <a:gd name="T51" fmla="*/ 167 h 200"/>
                <a:gd name="T52" fmla="*/ 32 w 237"/>
                <a:gd name="T53" fmla="*/ 156 h 200"/>
                <a:gd name="T54" fmla="*/ 10 w 237"/>
                <a:gd name="T55" fmla="*/ 156 h 200"/>
                <a:gd name="T56" fmla="*/ 23 w 237"/>
                <a:gd name="T57" fmla="*/ 162 h 200"/>
                <a:gd name="T58" fmla="*/ 37 w 237"/>
                <a:gd name="T59" fmla="*/ 169 h 200"/>
                <a:gd name="T60" fmla="*/ 37 w 237"/>
                <a:gd name="T61" fmla="*/ 172 h 200"/>
                <a:gd name="T62" fmla="*/ 12 w 237"/>
                <a:gd name="T63" fmla="*/ 168 h 200"/>
                <a:gd name="T64" fmla="*/ 0 w 237"/>
                <a:gd name="T65" fmla="*/ 168 h 200"/>
                <a:gd name="T66" fmla="*/ 14 w 237"/>
                <a:gd name="T67" fmla="*/ 179 h 200"/>
                <a:gd name="T68" fmla="*/ 30 w 237"/>
                <a:gd name="T69" fmla="*/ 186 h 200"/>
                <a:gd name="T70" fmla="*/ 50 w 237"/>
                <a:gd name="T71" fmla="*/ 177 h 200"/>
                <a:gd name="T72" fmla="*/ 63 w 237"/>
                <a:gd name="T73" fmla="*/ 172 h 200"/>
                <a:gd name="T74" fmla="*/ 89 w 237"/>
                <a:gd name="T75" fmla="*/ 165 h 200"/>
                <a:gd name="T76" fmla="*/ 108 w 237"/>
                <a:gd name="T77" fmla="*/ 171 h 200"/>
                <a:gd name="T78" fmla="*/ 133 w 237"/>
                <a:gd name="T79" fmla="*/ 178 h 200"/>
                <a:gd name="T80" fmla="*/ 138 w 237"/>
                <a:gd name="T81" fmla="*/ 196 h 200"/>
                <a:gd name="T82" fmla="*/ 148 w 237"/>
                <a:gd name="T83" fmla="*/ 200 h 200"/>
                <a:gd name="T84" fmla="*/ 33 w 237"/>
                <a:gd name="T85" fmla="*/ 143 h 200"/>
                <a:gd name="T86" fmla="*/ 31 w 237"/>
                <a:gd name="T87" fmla="*/ 151 h 200"/>
                <a:gd name="T88" fmla="*/ 21 w 237"/>
                <a:gd name="T89" fmla="*/ 148 h 200"/>
                <a:gd name="T90" fmla="*/ 27 w 237"/>
                <a:gd name="T91" fmla="*/ 135 h 200"/>
                <a:gd name="T92" fmla="*/ 49 w 237"/>
                <a:gd name="T93" fmla="*/ 140 h 200"/>
                <a:gd name="T94" fmla="*/ 39 w 237"/>
                <a:gd name="T95" fmla="*/ 141 h 200"/>
                <a:gd name="T96" fmla="*/ 29 w 237"/>
                <a:gd name="T97" fmla="*/ 1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7" h="200">
                  <a:moveTo>
                    <a:pt x="148" y="200"/>
                  </a:moveTo>
                  <a:lnTo>
                    <a:pt x="154" y="186"/>
                  </a:lnTo>
                  <a:lnTo>
                    <a:pt x="159" y="167"/>
                  </a:lnTo>
                  <a:lnTo>
                    <a:pt x="155" y="149"/>
                  </a:lnTo>
                  <a:lnTo>
                    <a:pt x="163" y="139"/>
                  </a:lnTo>
                  <a:lnTo>
                    <a:pt x="172" y="126"/>
                  </a:lnTo>
                  <a:lnTo>
                    <a:pt x="190" y="122"/>
                  </a:lnTo>
                  <a:lnTo>
                    <a:pt x="207" y="126"/>
                  </a:lnTo>
                  <a:lnTo>
                    <a:pt x="216" y="121"/>
                  </a:lnTo>
                  <a:lnTo>
                    <a:pt x="209" y="109"/>
                  </a:lnTo>
                  <a:lnTo>
                    <a:pt x="217" y="104"/>
                  </a:lnTo>
                  <a:lnTo>
                    <a:pt x="219" y="91"/>
                  </a:lnTo>
                  <a:lnTo>
                    <a:pt x="223" y="84"/>
                  </a:lnTo>
                  <a:lnTo>
                    <a:pt x="216" y="78"/>
                  </a:lnTo>
                  <a:lnTo>
                    <a:pt x="200" y="78"/>
                  </a:lnTo>
                  <a:lnTo>
                    <a:pt x="198" y="70"/>
                  </a:lnTo>
                  <a:lnTo>
                    <a:pt x="204" y="58"/>
                  </a:lnTo>
                  <a:lnTo>
                    <a:pt x="218" y="64"/>
                  </a:lnTo>
                  <a:lnTo>
                    <a:pt x="226" y="57"/>
                  </a:lnTo>
                  <a:lnTo>
                    <a:pt x="227" y="45"/>
                  </a:lnTo>
                  <a:lnTo>
                    <a:pt x="232" y="35"/>
                  </a:lnTo>
                  <a:lnTo>
                    <a:pt x="233" y="29"/>
                  </a:lnTo>
                  <a:lnTo>
                    <a:pt x="237" y="24"/>
                  </a:lnTo>
                  <a:lnTo>
                    <a:pt x="237" y="22"/>
                  </a:lnTo>
                  <a:lnTo>
                    <a:pt x="224" y="18"/>
                  </a:lnTo>
                  <a:lnTo>
                    <a:pt x="214" y="9"/>
                  </a:lnTo>
                  <a:lnTo>
                    <a:pt x="196" y="0"/>
                  </a:lnTo>
                  <a:lnTo>
                    <a:pt x="176" y="3"/>
                  </a:lnTo>
                  <a:lnTo>
                    <a:pt x="164" y="13"/>
                  </a:lnTo>
                  <a:lnTo>
                    <a:pt x="153" y="8"/>
                  </a:lnTo>
                  <a:lnTo>
                    <a:pt x="147" y="13"/>
                  </a:lnTo>
                  <a:lnTo>
                    <a:pt x="130" y="13"/>
                  </a:lnTo>
                  <a:lnTo>
                    <a:pt x="115" y="29"/>
                  </a:lnTo>
                  <a:lnTo>
                    <a:pt x="90" y="40"/>
                  </a:lnTo>
                  <a:lnTo>
                    <a:pt x="85" y="36"/>
                  </a:lnTo>
                  <a:lnTo>
                    <a:pt x="72" y="42"/>
                  </a:lnTo>
                  <a:lnTo>
                    <a:pt x="71" y="57"/>
                  </a:lnTo>
                  <a:lnTo>
                    <a:pt x="58" y="66"/>
                  </a:lnTo>
                  <a:lnTo>
                    <a:pt x="62" y="80"/>
                  </a:lnTo>
                  <a:lnTo>
                    <a:pt x="59" y="93"/>
                  </a:lnTo>
                  <a:lnTo>
                    <a:pt x="53" y="103"/>
                  </a:lnTo>
                  <a:lnTo>
                    <a:pt x="49" y="111"/>
                  </a:lnTo>
                  <a:lnTo>
                    <a:pt x="38" y="118"/>
                  </a:lnTo>
                  <a:lnTo>
                    <a:pt x="39" y="127"/>
                  </a:lnTo>
                  <a:lnTo>
                    <a:pt x="54" y="140"/>
                  </a:lnTo>
                  <a:lnTo>
                    <a:pt x="57" y="142"/>
                  </a:lnTo>
                  <a:lnTo>
                    <a:pt x="53" y="143"/>
                  </a:lnTo>
                  <a:lnTo>
                    <a:pt x="45" y="149"/>
                  </a:lnTo>
                  <a:lnTo>
                    <a:pt x="41" y="153"/>
                  </a:lnTo>
                  <a:lnTo>
                    <a:pt x="47" y="160"/>
                  </a:lnTo>
                  <a:lnTo>
                    <a:pt x="55" y="161"/>
                  </a:lnTo>
                  <a:lnTo>
                    <a:pt x="55" y="167"/>
                  </a:lnTo>
                  <a:lnTo>
                    <a:pt x="43" y="167"/>
                  </a:lnTo>
                  <a:lnTo>
                    <a:pt x="32" y="156"/>
                  </a:lnTo>
                  <a:lnTo>
                    <a:pt x="20" y="151"/>
                  </a:lnTo>
                  <a:lnTo>
                    <a:pt x="10" y="156"/>
                  </a:lnTo>
                  <a:lnTo>
                    <a:pt x="14" y="161"/>
                  </a:lnTo>
                  <a:lnTo>
                    <a:pt x="23" y="162"/>
                  </a:lnTo>
                  <a:lnTo>
                    <a:pt x="33" y="170"/>
                  </a:lnTo>
                  <a:lnTo>
                    <a:pt x="37" y="169"/>
                  </a:lnTo>
                  <a:lnTo>
                    <a:pt x="40" y="171"/>
                  </a:lnTo>
                  <a:lnTo>
                    <a:pt x="37" y="172"/>
                  </a:lnTo>
                  <a:lnTo>
                    <a:pt x="30" y="172"/>
                  </a:lnTo>
                  <a:lnTo>
                    <a:pt x="12" y="168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7" y="170"/>
                  </a:lnTo>
                  <a:lnTo>
                    <a:pt x="14" y="179"/>
                  </a:lnTo>
                  <a:lnTo>
                    <a:pt x="23" y="179"/>
                  </a:lnTo>
                  <a:lnTo>
                    <a:pt x="30" y="186"/>
                  </a:lnTo>
                  <a:lnTo>
                    <a:pt x="37" y="179"/>
                  </a:lnTo>
                  <a:lnTo>
                    <a:pt x="50" y="177"/>
                  </a:lnTo>
                  <a:lnTo>
                    <a:pt x="53" y="173"/>
                  </a:lnTo>
                  <a:lnTo>
                    <a:pt x="63" y="172"/>
                  </a:lnTo>
                  <a:lnTo>
                    <a:pt x="67" y="164"/>
                  </a:lnTo>
                  <a:lnTo>
                    <a:pt x="89" y="165"/>
                  </a:lnTo>
                  <a:lnTo>
                    <a:pt x="96" y="171"/>
                  </a:lnTo>
                  <a:lnTo>
                    <a:pt x="108" y="171"/>
                  </a:lnTo>
                  <a:lnTo>
                    <a:pt x="114" y="179"/>
                  </a:lnTo>
                  <a:lnTo>
                    <a:pt x="133" y="178"/>
                  </a:lnTo>
                  <a:lnTo>
                    <a:pt x="139" y="189"/>
                  </a:lnTo>
                  <a:lnTo>
                    <a:pt x="138" y="196"/>
                  </a:lnTo>
                  <a:lnTo>
                    <a:pt x="148" y="200"/>
                  </a:lnTo>
                  <a:lnTo>
                    <a:pt x="148" y="200"/>
                  </a:lnTo>
                  <a:close/>
                  <a:moveTo>
                    <a:pt x="21" y="148"/>
                  </a:moveTo>
                  <a:lnTo>
                    <a:pt x="33" y="143"/>
                  </a:lnTo>
                  <a:lnTo>
                    <a:pt x="38" y="149"/>
                  </a:lnTo>
                  <a:lnTo>
                    <a:pt x="31" y="151"/>
                  </a:lnTo>
                  <a:lnTo>
                    <a:pt x="29" y="148"/>
                  </a:lnTo>
                  <a:lnTo>
                    <a:pt x="21" y="148"/>
                  </a:lnTo>
                  <a:lnTo>
                    <a:pt x="21" y="148"/>
                  </a:lnTo>
                  <a:close/>
                  <a:moveTo>
                    <a:pt x="27" y="135"/>
                  </a:moveTo>
                  <a:lnTo>
                    <a:pt x="36" y="135"/>
                  </a:lnTo>
                  <a:lnTo>
                    <a:pt x="49" y="140"/>
                  </a:lnTo>
                  <a:lnTo>
                    <a:pt x="46" y="143"/>
                  </a:lnTo>
                  <a:lnTo>
                    <a:pt x="39" y="141"/>
                  </a:lnTo>
                  <a:lnTo>
                    <a:pt x="37" y="138"/>
                  </a:lnTo>
                  <a:lnTo>
                    <a:pt x="29" y="140"/>
                  </a:lnTo>
                  <a:lnTo>
                    <a:pt x="27" y="13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2282" y="1983"/>
              <a:ext cx="187" cy="146"/>
            </a:xfrm>
            <a:custGeom>
              <a:avLst/>
              <a:gdLst>
                <a:gd name="T0" fmla="*/ 179 w 187"/>
                <a:gd name="T1" fmla="*/ 99 h 146"/>
                <a:gd name="T2" fmla="*/ 187 w 187"/>
                <a:gd name="T3" fmla="*/ 82 h 146"/>
                <a:gd name="T4" fmla="*/ 178 w 187"/>
                <a:gd name="T5" fmla="*/ 72 h 146"/>
                <a:gd name="T6" fmla="*/ 179 w 187"/>
                <a:gd name="T7" fmla="*/ 64 h 146"/>
                <a:gd name="T8" fmla="*/ 170 w 187"/>
                <a:gd name="T9" fmla="*/ 45 h 146"/>
                <a:gd name="T10" fmla="*/ 173 w 187"/>
                <a:gd name="T11" fmla="*/ 36 h 146"/>
                <a:gd name="T12" fmla="*/ 161 w 187"/>
                <a:gd name="T13" fmla="*/ 32 h 146"/>
                <a:gd name="T14" fmla="*/ 162 w 187"/>
                <a:gd name="T15" fmla="*/ 25 h 146"/>
                <a:gd name="T16" fmla="*/ 156 w 187"/>
                <a:gd name="T17" fmla="*/ 14 h 146"/>
                <a:gd name="T18" fmla="*/ 137 w 187"/>
                <a:gd name="T19" fmla="*/ 15 h 146"/>
                <a:gd name="T20" fmla="*/ 131 w 187"/>
                <a:gd name="T21" fmla="*/ 7 h 146"/>
                <a:gd name="T22" fmla="*/ 119 w 187"/>
                <a:gd name="T23" fmla="*/ 7 h 146"/>
                <a:gd name="T24" fmla="*/ 112 w 187"/>
                <a:gd name="T25" fmla="*/ 1 h 146"/>
                <a:gd name="T26" fmla="*/ 90 w 187"/>
                <a:gd name="T27" fmla="*/ 0 h 146"/>
                <a:gd name="T28" fmla="*/ 86 w 187"/>
                <a:gd name="T29" fmla="*/ 8 h 146"/>
                <a:gd name="T30" fmla="*/ 76 w 187"/>
                <a:gd name="T31" fmla="*/ 9 h 146"/>
                <a:gd name="T32" fmla="*/ 73 w 187"/>
                <a:gd name="T33" fmla="*/ 13 h 146"/>
                <a:gd name="T34" fmla="*/ 60 w 187"/>
                <a:gd name="T35" fmla="*/ 15 h 146"/>
                <a:gd name="T36" fmla="*/ 53 w 187"/>
                <a:gd name="T37" fmla="*/ 22 h 146"/>
                <a:gd name="T38" fmla="*/ 46 w 187"/>
                <a:gd name="T39" fmla="*/ 15 h 146"/>
                <a:gd name="T40" fmla="*/ 37 w 187"/>
                <a:gd name="T41" fmla="*/ 15 h 146"/>
                <a:gd name="T42" fmla="*/ 30 w 187"/>
                <a:gd name="T43" fmla="*/ 6 h 146"/>
                <a:gd name="T44" fmla="*/ 23 w 187"/>
                <a:gd name="T45" fmla="*/ 4 h 146"/>
                <a:gd name="T46" fmla="*/ 9 w 187"/>
                <a:gd name="T47" fmla="*/ 13 h 146"/>
                <a:gd name="T48" fmla="*/ 0 w 187"/>
                <a:gd name="T49" fmla="*/ 28 h 146"/>
                <a:gd name="T50" fmla="*/ 7 w 187"/>
                <a:gd name="T51" fmla="*/ 34 h 146"/>
                <a:gd name="T52" fmla="*/ 10 w 187"/>
                <a:gd name="T53" fmla="*/ 55 h 146"/>
                <a:gd name="T54" fmla="*/ 26 w 187"/>
                <a:gd name="T55" fmla="*/ 60 h 146"/>
                <a:gd name="T56" fmla="*/ 29 w 187"/>
                <a:gd name="T57" fmla="*/ 71 h 146"/>
                <a:gd name="T58" fmla="*/ 47 w 187"/>
                <a:gd name="T59" fmla="*/ 84 h 146"/>
                <a:gd name="T60" fmla="*/ 55 w 187"/>
                <a:gd name="T61" fmla="*/ 83 h 146"/>
                <a:gd name="T62" fmla="*/ 63 w 187"/>
                <a:gd name="T63" fmla="*/ 90 h 146"/>
                <a:gd name="T64" fmla="*/ 72 w 187"/>
                <a:gd name="T65" fmla="*/ 94 h 146"/>
                <a:gd name="T66" fmla="*/ 73 w 187"/>
                <a:gd name="T67" fmla="*/ 111 h 146"/>
                <a:gd name="T68" fmla="*/ 88 w 187"/>
                <a:gd name="T69" fmla="*/ 117 h 146"/>
                <a:gd name="T70" fmla="*/ 95 w 187"/>
                <a:gd name="T71" fmla="*/ 113 h 146"/>
                <a:gd name="T72" fmla="*/ 103 w 187"/>
                <a:gd name="T73" fmla="*/ 113 h 146"/>
                <a:gd name="T74" fmla="*/ 108 w 187"/>
                <a:gd name="T75" fmla="*/ 119 h 146"/>
                <a:gd name="T76" fmla="*/ 117 w 187"/>
                <a:gd name="T77" fmla="*/ 121 h 146"/>
                <a:gd name="T78" fmla="*/ 133 w 187"/>
                <a:gd name="T79" fmla="*/ 139 h 146"/>
                <a:gd name="T80" fmla="*/ 146 w 187"/>
                <a:gd name="T81" fmla="*/ 139 h 146"/>
                <a:gd name="T82" fmla="*/ 158 w 187"/>
                <a:gd name="T83" fmla="*/ 146 h 146"/>
                <a:gd name="T84" fmla="*/ 164 w 187"/>
                <a:gd name="T85" fmla="*/ 143 h 146"/>
                <a:gd name="T86" fmla="*/ 173 w 187"/>
                <a:gd name="T87" fmla="*/ 143 h 146"/>
                <a:gd name="T88" fmla="*/ 173 w 187"/>
                <a:gd name="T89" fmla="*/ 137 h 146"/>
                <a:gd name="T90" fmla="*/ 169 w 187"/>
                <a:gd name="T91" fmla="*/ 133 h 146"/>
                <a:gd name="T92" fmla="*/ 169 w 187"/>
                <a:gd name="T93" fmla="*/ 124 h 146"/>
                <a:gd name="T94" fmla="*/ 164 w 187"/>
                <a:gd name="T95" fmla="*/ 119 h 146"/>
                <a:gd name="T96" fmla="*/ 171 w 187"/>
                <a:gd name="T97" fmla="*/ 110 h 146"/>
                <a:gd name="T98" fmla="*/ 175 w 187"/>
                <a:gd name="T99" fmla="*/ 99 h 146"/>
                <a:gd name="T100" fmla="*/ 179 w 187"/>
                <a:gd name="T101" fmla="*/ 9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7" h="146">
                  <a:moveTo>
                    <a:pt x="179" y="99"/>
                  </a:moveTo>
                  <a:lnTo>
                    <a:pt x="187" y="82"/>
                  </a:lnTo>
                  <a:lnTo>
                    <a:pt x="178" y="72"/>
                  </a:lnTo>
                  <a:lnTo>
                    <a:pt x="179" y="64"/>
                  </a:lnTo>
                  <a:lnTo>
                    <a:pt x="170" y="45"/>
                  </a:lnTo>
                  <a:lnTo>
                    <a:pt x="173" y="36"/>
                  </a:lnTo>
                  <a:lnTo>
                    <a:pt x="161" y="32"/>
                  </a:lnTo>
                  <a:lnTo>
                    <a:pt x="162" y="25"/>
                  </a:lnTo>
                  <a:lnTo>
                    <a:pt x="156" y="14"/>
                  </a:lnTo>
                  <a:lnTo>
                    <a:pt x="137" y="15"/>
                  </a:lnTo>
                  <a:lnTo>
                    <a:pt x="131" y="7"/>
                  </a:lnTo>
                  <a:lnTo>
                    <a:pt x="119" y="7"/>
                  </a:lnTo>
                  <a:lnTo>
                    <a:pt x="112" y="1"/>
                  </a:lnTo>
                  <a:lnTo>
                    <a:pt x="90" y="0"/>
                  </a:lnTo>
                  <a:lnTo>
                    <a:pt x="86" y="8"/>
                  </a:lnTo>
                  <a:lnTo>
                    <a:pt x="76" y="9"/>
                  </a:lnTo>
                  <a:lnTo>
                    <a:pt x="73" y="13"/>
                  </a:lnTo>
                  <a:lnTo>
                    <a:pt x="60" y="15"/>
                  </a:lnTo>
                  <a:lnTo>
                    <a:pt x="53" y="22"/>
                  </a:lnTo>
                  <a:lnTo>
                    <a:pt x="46" y="15"/>
                  </a:lnTo>
                  <a:lnTo>
                    <a:pt x="37" y="15"/>
                  </a:lnTo>
                  <a:lnTo>
                    <a:pt x="30" y="6"/>
                  </a:lnTo>
                  <a:lnTo>
                    <a:pt x="23" y="4"/>
                  </a:lnTo>
                  <a:lnTo>
                    <a:pt x="9" y="13"/>
                  </a:lnTo>
                  <a:lnTo>
                    <a:pt x="0" y="28"/>
                  </a:lnTo>
                  <a:lnTo>
                    <a:pt x="7" y="34"/>
                  </a:lnTo>
                  <a:lnTo>
                    <a:pt x="10" y="55"/>
                  </a:lnTo>
                  <a:lnTo>
                    <a:pt x="26" y="60"/>
                  </a:lnTo>
                  <a:lnTo>
                    <a:pt x="29" y="71"/>
                  </a:lnTo>
                  <a:lnTo>
                    <a:pt x="47" y="84"/>
                  </a:lnTo>
                  <a:lnTo>
                    <a:pt x="55" y="83"/>
                  </a:lnTo>
                  <a:lnTo>
                    <a:pt x="63" y="90"/>
                  </a:lnTo>
                  <a:lnTo>
                    <a:pt x="72" y="94"/>
                  </a:lnTo>
                  <a:lnTo>
                    <a:pt x="73" y="111"/>
                  </a:lnTo>
                  <a:lnTo>
                    <a:pt x="88" y="117"/>
                  </a:lnTo>
                  <a:lnTo>
                    <a:pt x="95" y="113"/>
                  </a:lnTo>
                  <a:lnTo>
                    <a:pt x="103" y="113"/>
                  </a:lnTo>
                  <a:lnTo>
                    <a:pt x="108" y="119"/>
                  </a:lnTo>
                  <a:lnTo>
                    <a:pt x="117" y="121"/>
                  </a:lnTo>
                  <a:lnTo>
                    <a:pt x="133" y="139"/>
                  </a:lnTo>
                  <a:lnTo>
                    <a:pt x="146" y="139"/>
                  </a:lnTo>
                  <a:lnTo>
                    <a:pt x="158" y="146"/>
                  </a:lnTo>
                  <a:lnTo>
                    <a:pt x="164" y="143"/>
                  </a:lnTo>
                  <a:lnTo>
                    <a:pt x="173" y="143"/>
                  </a:lnTo>
                  <a:lnTo>
                    <a:pt x="173" y="137"/>
                  </a:lnTo>
                  <a:lnTo>
                    <a:pt x="169" y="133"/>
                  </a:lnTo>
                  <a:lnTo>
                    <a:pt x="169" y="124"/>
                  </a:lnTo>
                  <a:lnTo>
                    <a:pt x="164" y="119"/>
                  </a:lnTo>
                  <a:lnTo>
                    <a:pt x="171" y="110"/>
                  </a:lnTo>
                  <a:lnTo>
                    <a:pt x="175" y="99"/>
                  </a:lnTo>
                  <a:lnTo>
                    <a:pt x="179" y="9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2446" y="2082"/>
              <a:ext cx="46" cy="59"/>
            </a:xfrm>
            <a:custGeom>
              <a:avLst/>
              <a:gdLst>
                <a:gd name="T0" fmla="*/ 9 w 46"/>
                <a:gd name="T1" fmla="*/ 44 h 59"/>
                <a:gd name="T2" fmla="*/ 9 w 46"/>
                <a:gd name="T3" fmla="*/ 38 h 59"/>
                <a:gd name="T4" fmla="*/ 5 w 46"/>
                <a:gd name="T5" fmla="*/ 34 h 59"/>
                <a:gd name="T6" fmla="*/ 5 w 46"/>
                <a:gd name="T7" fmla="*/ 25 h 59"/>
                <a:gd name="T8" fmla="*/ 0 w 46"/>
                <a:gd name="T9" fmla="*/ 20 h 59"/>
                <a:gd name="T10" fmla="*/ 7 w 46"/>
                <a:gd name="T11" fmla="*/ 11 h 59"/>
                <a:gd name="T12" fmla="*/ 11 w 46"/>
                <a:gd name="T13" fmla="*/ 0 h 59"/>
                <a:gd name="T14" fmla="*/ 19 w 46"/>
                <a:gd name="T15" fmla="*/ 0 h 59"/>
                <a:gd name="T16" fmla="*/ 35 w 46"/>
                <a:gd name="T17" fmla="*/ 19 h 59"/>
                <a:gd name="T18" fmla="*/ 38 w 46"/>
                <a:gd name="T19" fmla="*/ 32 h 59"/>
                <a:gd name="T20" fmla="*/ 46 w 46"/>
                <a:gd name="T21" fmla="*/ 38 h 59"/>
                <a:gd name="T22" fmla="*/ 45 w 46"/>
                <a:gd name="T23" fmla="*/ 56 h 59"/>
                <a:gd name="T24" fmla="*/ 35 w 46"/>
                <a:gd name="T25" fmla="*/ 59 h 59"/>
                <a:gd name="T26" fmla="*/ 18 w 46"/>
                <a:gd name="T27" fmla="*/ 56 h 59"/>
                <a:gd name="T28" fmla="*/ 10 w 46"/>
                <a:gd name="T29" fmla="*/ 44 h 59"/>
                <a:gd name="T30" fmla="*/ 9 w 46"/>
                <a:gd name="T31" fmla="*/ 4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59">
                  <a:moveTo>
                    <a:pt x="9" y="44"/>
                  </a:moveTo>
                  <a:lnTo>
                    <a:pt x="9" y="38"/>
                  </a:lnTo>
                  <a:lnTo>
                    <a:pt x="5" y="34"/>
                  </a:lnTo>
                  <a:lnTo>
                    <a:pt x="5" y="25"/>
                  </a:lnTo>
                  <a:lnTo>
                    <a:pt x="0" y="20"/>
                  </a:lnTo>
                  <a:lnTo>
                    <a:pt x="7" y="11"/>
                  </a:lnTo>
                  <a:lnTo>
                    <a:pt x="11" y="0"/>
                  </a:lnTo>
                  <a:lnTo>
                    <a:pt x="19" y="0"/>
                  </a:lnTo>
                  <a:lnTo>
                    <a:pt x="35" y="19"/>
                  </a:lnTo>
                  <a:lnTo>
                    <a:pt x="38" y="32"/>
                  </a:lnTo>
                  <a:lnTo>
                    <a:pt x="46" y="38"/>
                  </a:lnTo>
                  <a:lnTo>
                    <a:pt x="45" y="56"/>
                  </a:lnTo>
                  <a:lnTo>
                    <a:pt x="35" y="59"/>
                  </a:lnTo>
                  <a:lnTo>
                    <a:pt x="18" y="56"/>
                  </a:lnTo>
                  <a:lnTo>
                    <a:pt x="10" y="44"/>
                  </a:lnTo>
                  <a:lnTo>
                    <a:pt x="9" y="44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1701" y="1003"/>
              <a:ext cx="48" cy="99"/>
            </a:xfrm>
            <a:custGeom>
              <a:avLst/>
              <a:gdLst>
                <a:gd name="T0" fmla="*/ 25 w 49"/>
                <a:gd name="T1" fmla="*/ 77 h 100"/>
                <a:gd name="T2" fmla="*/ 35 w 49"/>
                <a:gd name="T3" fmla="*/ 100 h 100"/>
                <a:gd name="T4" fmla="*/ 34 w 49"/>
                <a:gd name="T5" fmla="*/ 88 h 100"/>
                <a:gd name="T6" fmla="*/ 35 w 49"/>
                <a:gd name="T7" fmla="*/ 82 h 100"/>
                <a:gd name="T8" fmla="*/ 25 w 49"/>
                <a:gd name="T9" fmla="*/ 77 h 100"/>
                <a:gd name="T10" fmla="*/ 32 w 49"/>
                <a:gd name="T11" fmla="*/ 48 h 100"/>
                <a:gd name="T12" fmla="*/ 26 w 49"/>
                <a:gd name="T13" fmla="*/ 52 h 100"/>
                <a:gd name="T14" fmla="*/ 36 w 49"/>
                <a:gd name="T15" fmla="*/ 62 h 100"/>
                <a:gd name="T16" fmla="*/ 37 w 49"/>
                <a:gd name="T17" fmla="*/ 54 h 100"/>
                <a:gd name="T18" fmla="*/ 32 w 49"/>
                <a:gd name="T19" fmla="*/ 48 h 100"/>
                <a:gd name="T20" fmla="*/ 0 w 49"/>
                <a:gd name="T21" fmla="*/ 13 h 100"/>
                <a:gd name="T22" fmla="*/ 2 w 49"/>
                <a:gd name="T23" fmla="*/ 24 h 100"/>
                <a:gd name="T24" fmla="*/ 12 w 49"/>
                <a:gd name="T25" fmla="*/ 27 h 100"/>
                <a:gd name="T26" fmla="*/ 0 w 49"/>
                <a:gd name="T27" fmla="*/ 13 h 100"/>
                <a:gd name="T28" fmla="*/ 41 w 49"/>
                <a:gd name="T29" fmla="*/ 0 h 100"/>
                <a:gd name="T30" fmla="*/ 49 w 49"/>
                <a:gd name="T31" fmla="*/ 8 h 100"/>
                <a:gd name="T32" fmla="*/ 46 w 49"/>
                <a:gd name="T33" fmla="*/ 0 h 100"/>
                <a:gd name="T34" fmla="*/ 41 w 49"/>
                <a:gd name="T35" fmla="*/ 0 h 100"/>
                <a:gd name="T36" fmla="*/ 20 w 49"/>
                <a:gd name="T37" fmla="*/ 0 h 100"/>
                <a:gd name="T38" fmla="*/ 27 w 49"/>
                <a:gd name="T39" fmla="*/ 0 h 100"/>
                <a:gd name="T40" fmla="*/ 40 w 49"/>
                <a:gd name="T41" fmla="*/ 9 h 100"/>
                <a:gd name="T42" fmla="*/ 41 w 49"/>
                <a:gd name="T43" fmla="*/ 19 h 100"/>
                <a:gd name="T44" fmla="*/ 31 w 49"/>
                <a:gd name="T45" fmla="*/ 16 h 100"/>
                <a:gd name="T46" fmla="*/ 20 w 49"/>
                <a:gd name="T47" fmla="*/ 0 h 100"/>
                <a:gd name="T48" fmla="*/ 14 w 49"/>
                <a:gd name="T49" fmla="*/ 2 h 100"/>
                <a:gd name="T50" fmla="*/ 31 w 49"/>
                <a:gd name="T51" fmla="*/ 28 h 100"/>
                <a:gd name="T52" fmla="*/ 44 w 49"/>
                <a:gd name="T53" fmla="*/ 37 h 100"/>
                <a:gd name="T54" fmla="*/ 33 w 49"/>
                <a:gd name="T55" fmla="*/ 37 h 100"/>
                <a:gd name="T56" fmla="*/ 15 w 49"/>
                <a:gd name="T57" fmla="*/ 21 h 100"/>
                <a:gd name="T58" fmla="*/ 10 w 49"/>
                <a:gd name="T59" fmla="*/ 7 h 100"/>
                <a:gd name="T60" fmla="*/ 14 w 49"/>
                <a:gd name="T61" fmla="*/ 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" h="100">
                  <a:moveTo>
                    <a:pt x="25" y="77"/>
                  </a:moveTo>
                  <a:cubicBezTo>
                    <a:pt x="35" y="100"/>
                    <a:pt x="35" y="100"/>
                    <a:pt x="35" y="100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25" y="77"/>
                    <a:pt x="25" y="77"/>
                    <a:pt x="25" y="77"/>
                  </a:cubicBezTo>
                  <a:close/>
                  <a:moveTo>
                    <a:pt x="32" y="48"/>
                  </a:moveTo>
                  <a:cubicBezTo>
                    <a:pt x="26" y="52"/>
                    <a:pt x="26" y="52"/>
                    <a:pt x="26" y="5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2" y="48"/>
                    <a:pt x="32" y="48"/>
                    <a:pt x="32" y="48"/>
                  </a:cubicBezTo>
                  <a:close/>
                  <a:moveTo>
                    <a:pt x="0" y="13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0" y="13"/>
                    <a:pt x="0" y="13"/>
                    <a:pt x="0" y="13"/>
                  </a:cubicBezTo>
                  <a:close/>
                  <a:moveTo>
                    <a:pt x="41" y="0"/>
                  </a:moveTo>
                  <a:cubicBezTo>
                    <a:pt x="49" y="8"/>
                    <a:pt x="49" y="8"/>
                    <a:pt x="49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1" y="0"/>
                    <a:pt x="41" y="0"/>
                    <a:pt x="41" y="0"/>
                  </a:cubicBezTo>
                  <a:close/>
                  <a:moveTo>
                    <a:pt x="20" y="0"/>
                  </a:moveTo>
                  <a:cubicBezTo>
                    <a:pt x="19" y="0"/>
                    <a:pt x="27" y="0"/>
                    <a:pt x="27" y="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20" y="0"/>
                    <a:pt x="20" y="0"/>
                    <a:pt x="20" y="0"/>
                  </a:cubicBezTo>
                  <a:close/>
                  <a:moveTo>
                    <a:pt x="14" y="2"/>
                  </a:moveTo>
                  <a:cubicBezTo>
                    <a:pt x="31" y="28"/>
                    <a:pt x="31" y="28"/>
                    <a:pt x="31" y="28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0" y="7"/>
                    <a:pt x="10" y="7"/>
                    <a:pt x="10" y="7"/>
                  </a:cubicBezTo>
                  <a:lnTo>
                    <a:pt x="14" y="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1492" y="1647"/>
              <a:ext cx="269" cy="323"/>
            </a:xfrm>
            <a:custGeom>
              <a:avLst/>
              <a:gdLst>
                <a:gd name="T0" fmla="*/ 111 w 269"/>
                <a:gd name="T1" fmla="*/ 315 h 323"/>
                <a:gd name="T2" fmla="*/ 135 w 269"/>
                <a:gd name="T3" fmla="*/ 294 h 323"/>
                <a:gd name="T4" fmla="*/ 157 w 269"/>
                <a:gd name="T5" fmla="*/ 289 h 323"/>
                <a:gd name="T6" fmla="*/ 207 w 269"/>
                <a:gd name="T7" fmla="*/ 274 h 323"/>
                <a:gd name="T8" fmla="*/ 224 w 269"/>
                <a:gd name="T9" fmla="*/ 269 h 323"/>
                <a:gd name="T10" fmla="*/ 238 w 269"/>
                <a:gd name="T11" fmla="*/ 256 h 323"/>
                <a:gd name="T12" fmla="*/ 255 w 269"/>
                <a:gd name="T13" fmla="*/ 231 h 323"/>
                <a:gd name="T14" fmla="*/ 264 w 269"/>
                <a:gd name="T15" fmla="*/ 181 h 323"/>
                <a:gd name="T16" fmla="*/ 266 w 269"/>
                <a:gd name="T17" fmla="*/ 158 h 323"/>
                <a:gd name="T18" fmla="*/ 249 w 269"/>
                <a:gd name="T19" fmla="*/ 128 h 323"/>
                <a:gd name="T20" fmla="*/ 248 w 269"/>
                <a:gd name="T21" fmla="*/ 113 h 323"/>
                <a:gd name="T22" fmla="*/ 207 w 269"/>
                <a:gd name="T23" fmla="*/ 79 h 323"/>
                <a:gd name="T24" fmla="*/ 185 w 269"/>
                <a:gd name="T25" fmla="*/ 103 h 323"/>
                <a:gd name="T26" fmla="*/ 185 w 269"/>
                <a:gd name="T27" fmla="*/ 50 h 323"/>
                <a:gd name="T28" fmla="*/ 205 w 269"/>
                <a:gd name="T29" fmla="*/ 29 h 323"/>
                <a:gd name="T30" fmla="*/ 224 w 269"/>
                <a:gd name="T31" fmla="*/ 14 h 323"/>
                <a:gd name="T32" fmla="*/ 204 w 269"/>
                <a:gd name="T33" fmla="*/ 7 h 323"/>
                <a:gd name="T34" fmla="*/ 183 w 269"/>
                <a:gd name="T35" fmla="*/ 34 h 323"/>
                <a:gd name="T36" fmla="*/ 183 w 269"/>
                <a:gd name="T37" fmla="*/ 9 h 323"/>
                <a:gd name="T38" fmla="*/ 170 w 269"/>
                <a:gd name="T39" fmla="*/ 18 h 323"/>
                <a:gd name="T40" fmla="*/ 146 w 269"/>
                <a:gd name="T41" fmla="*/ 25 h 323"/>
                <a:gd name="T42" fmla="*/ 144 w 269"/>
                <a:gd name="T43" fmla="*/ 39 h 323"/>
                <a:gd name="T44" fmla="*/ 133 w 269"/>
                <a:gd name="T45" fmla="*/ 49 h 323"/>
                <a:gd name="T46" fmla="*/ 138 w 269"/>
                <a:gd name="T47" fmla="*/ 62 h 323"/>
                <a:gd name="T48" fmla="*/ 156 w 269"/>
                <a:gd name="T49" fmla="*/ 62 h 323"/>
                <a:gd name="T50" fmla="*/ 128 w 269"/>
                <a:gd name="T51" fmla="*/ 88 h 323"/>
                <a:gd name="T52" fmla="*/ 91 w 269"/>
                <a:gd name="T53" fmla="*/ 96 h 323"/>
                <a:gd name="T54" fmla="*/ 56 w 269"/>
                <a:gd name="T55" fmla="*/ 86 h 323"/>
                <a:gd name="T56" fmla="*/ 44 w 269"/>
                <a:gd name="T57" fmla="*/ 91 h 323"/>
                <a:gd name="T58" fmla="*/ 54 w 269"/>
                <a:gd name="T59" fmla="*/ 113 h 323"/>
                <a:gd name="T60" fmla="*/ 29 w 269"/>
                <a:gd name="T61" fmla="*/ 108 h 323"/>
                <a:gd name="T62" fmla="*/ 65 w 269"/>
                <a:gd name="T63" fmla="*/ 127 h 323"/>
                <a:gd name="T64" fmla="*/ 51 w 269"/>
                <a:gd name="T65" fmla="*/ 142 h 323"/>
                <a:gd name="T66" fmla="*/ 31 w 269"/>
                <a:gd name="T67" fmla="*/ 155 h 323"/>
                <a:gd name="T68" fmla="*/ 43 w 269"/>
                <a:gd name="T69" fmla="*/ 164 h 323"/>
                <a:gd name="T70" fmla="*/ 99 w 269"/>
                <a:gd name="T71" fmla="*/ 176 h 323"/>
                <a:gd name="T72" fmla="*/ 65 w 269"/>
                <a:gd name="T73" fmla="*/ 203 h 323"/>
                <a:gd name="T74" fmla="*/ 37 w 269"/>
                <a:gd name="T75" fmla="*/ 231 h 323"/>
                <a:gd name="T76" fmla="*/ 67 w 269"/>
                <a:gd name="T77" fmla="*/ 227 h 323"/>
                <a:gd name="T78" fmla="*/ 94 w 269"/>
                <a:gd name="T79" fmla="*/ 222 h 323"/>
                <a:gd name="T80" fmla="*/ 55 w 269"/>
                <a:gd name="T81" fmla="*/ 232 h 323"/>
                <a:gd name="T82" fmla="*/ 41 w 269"/>
                <a:gd name="T83" fmla="*/ 250 h 323"/>
                <a:gd name="T84" fmla="*/ 34 w 269"/>
                <a:gd name="T85" fmla="*/ 260 h 323"/>
                <a:gd name="T86" fmla="*/ 18 w 269"/>
                <a:gd name="T87" fmla="*/ 254 h 323"/>
                <a:gd name="T88" fmla="*/ 42 w 269"/>
                <a:gd name="T89" fmla="*/ 265 h 323"/>
                <a:gd name="T90" fmla="*/ 6 w 269"/>
                <a:gd name="T91" fmla="*/ 292 h 323"/>
                <a:gd name="T92" fmla="*/ 50 w 269"/>
                <a:gd name="T93" fmla="*/ 289 h 323"/>
                <a:gd name="T94" fmla="*/ 34 w 269"/>
                <a:gd name="T95" fmla="*/ 311 h 323"/>
                <a:gd name="T96" fmla="*/ 36 w 269"/>
                <a:gd name="T97" fmla="*/ 316 h 323"/>
                <a:gd name="T98" fmla="*/ 59 w 269"/>
                <a:gd name="T99" fmla="*/ 31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" h="323">
                  <a:moveTo>
                    <a:pt x="68" y="323"/>
                  </a:moveTo>
                  <a:lnTo>
                    <a:pt x="91" y="321"/>
                  </a:lnTo>
                  <a:lnTo>
                    <a:pt x="111" y="315"/>
                  </a:lnTo>
                  <a:lnTo>
                    <a:pt x="128" y="305"/>
                  </a:lnTo>
                  <a:lnTo>
                    <a:pt x="122" y="293"/>
                  </a:lnTo>
                  <a:lnTo>
                    <a:pt x="135" y="294"/>
                  </a:lnTo>
                  <a:lnTo>
                    <a:pt x="132" y="301"/>
                  </a:lnTo>
                  <a:lnTo>
                    <a:pt x="145" y="301"/>
                  </a:lnTo>
                  <a:lnTo>
                    <a:pt x="157" y="289"/>
                  </a:lnTo>
                  <a:lnTo>
                    <a:pt x="167" y="289"/>
                  </a:lnTo>
                  <a:lnTo>
                    <a:pt x="170" y="278"/>
                  </a:lnTo>
                  <a:lnTo>
                    <a:pt x="207" y="274"/>
                  </a:lnTo>
                  <a:lnTo>
                    <a:pt x="210" y="267"/>
                  </a:lnTo>
                  <a:lnTo>
                    <a:pt x="216" y="275"/>
                  </a:lnTo>
                  <a:lnTo>
                    <a:pt x="224" y="269"/>
                  </a:lnTo>
                  <a:lnTo>
                    <a:pt x="232" y="272"/>
                  </a:lnTo>
                  <a:lnTo>
                    <a:pt x="250" y="272"/>
                  </a:lnTo>
                  <a:lnTo>
                    <a:pt x="238" y="256"/>
                  </a:lnTo>
                  <a:lnTo>
                    <a:pt x="247" y="252"/>
                  </a:lnTo>
                  <a:lnTo>
                    <a:pt x="257" y="241"/>
                  </a:lnTo>
                  <a:lnTo>
                    <a:pt x="255" y="231"/>
                  </a:lnTo>
                  <a:lnTo>
                    <a:pt x="266" y="220"/>
                  </a:lnTo>
                  <a:lnTo>
                    <a:pt x="269" y="208"/>
                  </a:lnTo>
                  <a:lnTo>
                    <a:pt x="264" y="181"/>
                  </a:lnTo>
                  <a:lnTo>
                    <a:pt x="256" y="176"/>
                  </a:lnTo>
                  <a:lnTo>
                    <a:pt x="266" y="170"/>
                  </a:lnTo>
                  <a:lnTo>
                    <a:pt x="266" y="158"/>
                  </a:lnTo>
                  <a:lnTo>
                    <a:pt x="257" y="146"/>
                  </a:lnTo>
                  <a:lnTo>
                    <a:pt x="259" y="134"/>
                  </a:lnTo>
                  <a:lnTo>
                    <a:pt x="249" y="128"/>
                  </a:lnTo>
                  <a:lnTo>
                    <a:pt x="254" y="120"/>
                  </a:lnTo>
                  <a:lnTo>
                    <a:pt x="262" y="122"/>
                  </a:lnTo>
                  <a:lnTo>
                    <a:pt x="248" y="113"/>
                  </a:lnTo>
                  <a:lnTo>
                    <a:pt x="238" y="111"/>
                  </a:lnTo>
                  <a:lnTo>
                    <a:pt x="226" y="88"/>
                  </a:lnTo>
                  <a:lnTo>
                    <a:pt x="207" y="79"/>
                  </a:lnTo>
                  <a:lnTo>
                    <a:pt x="199" y="84"/>
                  </a:lnTo>
                  <a:lnTo>
                    <a:pt x="195" y="101"/>
                  </a:lnTo>
                  <a:lnTo>
                    <a:pt x="185" y="103"/>
                  </a:lnTo>
                  <a:lnTo>
                    <a:pt x="158" y="79"/>
                  </a:lnTo>
                  <a:lnTo>
                    <a:pt x="172" y="52"/>
                  </a:lnTo>
                  <a:lnTo>
                    <a:pt x="185" y="50"/>
                  </a:lnTo>
                  <a:lnTo>
                    <a:pt x="189" y="40"/>
                  </a:lnTo>
                  <a:lnTo>
                    <a:pt x="198" y="35"/>
                  </a:lnTo>
                  <a:lnTo>
                    <a:pt x="205" y="29"/>
                  </a:lnTo>
                  <a:lnTo>
                    <a:pt x="198" y="30"/>
                  </a:lnTo>
                  <a:lnTo>
                    <a:pt x="212" y="20"/>
                  </a:lnTo>
                  <a:lnTo>
                    <a:pt x="224" y="14"/>
                  </a:lnTo>
                  <a:lnTo>
                    <a:pt x="210" y="7"/>
                  </a:lnTo>
                  <a:lnTo>
                    <a:pt x="200" y="0"/>
                  </a:lnTo>
                  <a:lnTo>
                    <a:pt x="204" y="7"/>
                  </a:lnTo>
                  <a:lnTo>
                    <a:pt x="190" y="7"/>
                  </a:lnTo>
                  <a:lnTo>
                    <a:pt x="193" y="21"/>
                  </a:lnTo>
                  <a:lnTo>
                    <a:pt x="183" y="34"/>
                  </a:lnTo>
                  <a:lnTo>
                    <a:pt x="184" y="26"/>
                  </a:lnTo>
                  <a:lnTo>
                    <a:pt x="190" y="20"/>
                  </a:lnTo>
                  <a:lnTo>
                    <a:pt x="183" y="9"/>
                  </a:lnTo>
                  <a:lnTo>
                    <a:pt x="174" y="11"/>
                  </a:lnTo>
                  <a:lnTo>
                    <a:pt x="179" y="18"/>
                  </a:lnTo>
                  <a:lnTo>
                    <a:pt x="170" y="18"/>
                  </a:lnTo>
                  <a:lnTo>
                    <a:pt x="164" y="13"/>
                  </a:lnTo>
                  <a:lnTo>
                    <a:pt x="146" y="17"/>
                  </a:lnTo>
                  <a:lnTo>
                    <a:pt x="146" y="25"/>
                  </a:lnTo>
                  <a:lnTo>
                    <a:pt x="140" y="26"/>
                  </a:lnTo>
                  <a:lnTo>
                    <a:pt x="135" y="36"/>
                  </a:lnTo>
                  <a:lnTo>
                    <a:pt x="144" y="39"/>
                  </a:lnTo>
                  <a:lnTo>
                    <a:pt x="142" y="44"/>
                  </a:lnTo>
                  <a:lnTo>
                    <a:pt x="132" y="44"/>
                  </a:lnTo>
                  <a:lnTo>
                    <a:pt x="133" y="49"/>
                  </a:lnTo>
                  <a:lnTo>
                    <a:pt x="120" y="52"/>
                  </a:lnTo>
                  <a:lnTo>
                    <a:pt x="124" y="62"/>
                  </a:lnTo>
                  <a:lnTo>
                    <a:pt x="138" y="62"/>
                  </a:lnTo>
                  <a:lnTo>
                    <a:pt x="136" y="65"/>
                  </a:lnTo>
                  <a:lnTo>
                    <a:pt x="148" y="62"/>
                  </a:lnTo>
                  <a:lnTo>
                    <a:pt x="156" y="62"/>
                  </a:lnTo>
                  <a:lnTo>
                    <a:pt x="140" y="76"/>
                  </a:lnTo>
                  <a:lnTo>
                    <a:pt x="121" y="82"/>
                  </a:lnTo>
                  <a:lnTo>
                    <a:pt x="128" y="88"/>
                  </a:lnTo>
                  <a:lnTo>
                    <a:pt x="109" y="91"/>
                  </a:lnTo>
                  <a:lnTo>
                    <a:pt x="100" y="87"/>
                  </a:lnTo>
                  <a:lnTo>
                    <a:pt x="91" y="96"/>
                  </a:lnTo>
                  <a:lnTo>
                    <a:pt x="87" y="85"/>
                  </a:lnTo>
                  <a:lnTo>
                    <a:pt x="56" y="81"/>
                  </a:lnTo>
                  <a:lnTo>
                    <a:pt x="56" y="86"/>
                  </a:lnTo>
                  <a:lnTo>
                    <a:pt x="40" y="81"/>
                  </a:lnTo>
                  <a:lnTo>
                    <a:pt x="37" y="98"/>
                  </a:lnTo>
                  <a:lnTo>
                    <a:pt x="44" y="91"/>
                  </a:lnTo>
                  <a:lnTo>
                    <a:pt x="46" y="101"/>
                  </a:lnTo>
                  <a:lnTo>
                    <a:pt x="50" y="103"/>
                  </a:lnTo>
                  <a:lnTo>
                    <a:pt x="54" y="113"/>
                  </a:lnTo>
                  <a:lnTo>
                    <a:pt x="46" y="113"/>
                  </a:lnTo>
                  <a:lnTo>
                    <a:pt x="45" y="107"/>
                  </a:lnTo>
                  <a:lnTo>
                    <a:pt x="29" y="108"/>
                  </a:lnTo>
                  <a:lnTo>
                    <a:pt x="48" y="121"/>
                  </a:lnTo>
                  <a:lnTo>
                    <a:pt x="61" y="117"/>
                  </a:lnTo>
                  <a:lnTo>
                    <a:pt x="65" y="127"/>
                  </a:lnTo>
                  <a:lnTo>
                    <a:pt x="48" y="130"/>
                  </a:lnTo>
                  <a:lnTo>
                    <a:pt x="46" y="137"/>
                  </a:lnTo>
                  <a:lnTo>
                    <a:pt x="51" y="142"/>
                  </a:lnTo>
                  <a:lnTo>
                    <a:pt x="33" y="143"/>
                  </a:lnTo>
                  <a:lnTo>
                    <a:pt x="37" y="153"/>
                  </a:lnTo>
                  <a:lnTo>
                    <a:pt x="31" y="155"/>
                  </a:lnTo>
                  <a:lnTo>
                    <a:pt x="41" y="161"/>
                  </a:lnTo>
                  <a:lnTo>
                    <a:pt x="48" y="158"/>
                  </a:lnTo>
                  <a:lnTo>
                    <a:pt x="43" y="164"/>
                  </a:lnTo>
                  <a:lnTo>
                    <a:pt x="59" y="161"/>
                  </a:lnTo>
                  <a:lnTo>
                    <a:pt x="63" y="176"/>
                  </a:lnTo>
                  <a:lnTo>
                    <a:pt x="99" y="176"/>
                  </a:lnTo>
                  <a:lnTo>
                    <a:pt x="87" y="187"/>
                  </a:lnTo>
                  <a:lnTo>
                    <a:pt x="79" y="182"/>
                  </a:lnTo>
                  <a:lnTo>
                    <a:pt x="65" y="203"/>
                  </a:lnTo>
                  <a:lnTo>
                    <a:pt x="71" y="203"/>
                  </a:lnTo>
                  <a:lnTo>
                    <a:pt x="60" y="216"/>
                  </a:lnTo>
                  <a:lnTo>
                    <a:pt x="37" y="231"/>
                  </a:lnTo>
                  <a:lnTo>
                    <a:pt x="46" y="231"/>
                  </a:lnTo>
                  <a:lnTo>
                    <a:pt x="59" y="223"/>
                  </a:lnTo>
                  <a:lnTo>
                    <a:pt x="67" y="227"/>
                  </a:lnTo>
                  <a:lnTo>
                    <a:pt x="83" y="228"/>
                  </a:lnTo>
                  <a:lnTo>
                    <a:pt x="93" y="218"/>
                  </a:lnTo>
                  <a:lnTo>
                    <a:pt x="94" y="222"/>
                  </a:lnTo>
                  <a:lnTo>
                    <a:pt x="107" y="224"/>
                  </a:lnTo>
                  <a:lnTo>
                    <a:pt x="78" y="231"/>
                  </a:lnTo>
                  <a:lnTo>
                    <a:pt x="55" y="232"/>
                  </a:lnTo>
                  <a:lnTo>
                    <a:pt x="50" y="240"/>
                  </a:lnTo>
                  <a:lnTo>
                    <a:pt x="36" y="244"/>
                  </a:lnTo>
                  <a:lnTo>
                    <a:pt x="41" y="250"/>
                  </a:lnTo>
                  <a:lnTo>
                    <a:pt x="38" y="256"/>
                  </a:lnTo>
                  <a:lnTo>
                    <a:pt x="44" y="258"/>
                  </a:lnTo>
                  <a:lnTo>
                    <a:pt x="34" y="260"/>
                  </a:lnTo>
                  <a:lnTo>
                    <a:pt x="25" y="253"/>
                  </a:lnTo>
                  <a:lnTo>
                    <a:pt x="21" y="258"/>
                  </a:lnTo>
                  <a:lnTo>
                    <a:pt x="18" y="254"/>
                  </a:lnTo>
                  <a:lnTo>
                    <a:pt x="0" y="263"/>
                  </a:lnTo>
                  <a:lnTo>
                    <a:pt x="2" y="267"/>
                  </a:lnTo>
                  <a:lnTo>
                    <a:pt x="42" y="265"/>
                  </a:lnTo>
                  <a:lnTo>
                    <a:pt x="29" y="275"/>
                  </a:lnTo>
                  <a:lnTo>
                    <a:pt x="12" y="278"/>
                  </a:lnTo>
                  <a:lnTo>
                    <a:pt x="6" y="292"/>
                  </a:lnTo>
                  <a:lnTo>
                    <a:pt x="17" y="292"/>
                  </a:lnTo>
                  <a:lnTo>
                    <a:pt x="20" y="299"/>
                  </a:lnTo>
                  <a:lnTo>
                    <a:pt x="50" y="289"/>
                  </a:lnTo>
                  <a:lnTo>
                    <a:pt x="27" y="304"/>
                  </a:lnTo>
                  <a:lnTo>
                    <a:pt x="17" y="311"/>
                  </a:lnTo>
                  <a:lnTo>
                    <a:pt x="34" y="311"/>
                  </a:lnTo>
                  <a:lnTo>
                    <a:pt x="55" y="300"/>
                  </a:lnTo>
                  <a:lnTo>
                    <a:pt x="54" y="308"/>
                  </a:lnTo>
                  <a:lnTo>
                    <a:pt x="36" y="316"/>
                  </a:lnTo>
                  <a:lnTo>
                    <a:pt x="46" y="316"/>
                  </a:lnTo>
                  <a:lnTo>
                    <a:pt x="43" y="322"/>
                  </a:lnTo>
                  <a:lnTo>
                    <a:pt x="59" y="318"/>
                  </a:lnTo>
                  <a:lnTo>
                    <a:pt x="68" y="323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1650" y="1147"/>
              <a:ext cx="577" cy="964"/>
            </a:xfrm>
            <a:custGeom>
              <a:avLst/>
              <a:gdLst>
                <a:gd name="T0" fmla="*/ 28 w 586"/>
                <a:gd name="T1" fmla="*/ 558 h 978"/>
                <a:gd name="T2" fmla="*/ 137 w 586"/>
                <a:gd name="T3" fmla="*/ 566 h 978"/>
                <a:gd name="T4" fmla="*/ 125 w 586"/>
                <a:gd name="T5" fmla="*/ 616 h 978"/>
                <a:gd name="T6" fmla="*/ 421 w 586"/>
                <a:gd name="T7" fmla="*/ 0 h 978"/>
                <a:gd name="T8" fmla="*/ 407 w 586"/>
                <a:gd name="T9" fmla="*/ 16 h 978"/>
                <a:gd name="T10" fmla="*/ 394 w 586"/>
                <a:gd name="T11" fmla="*/ 39 h 978"/>
                <a:gd name="T12" fmla="*/ 539 w 586"/>
                <a:gd name="T13" fmla="*/ 845 h 978"/>
                <a:gd name="T14" fmla="*/ 389 w 586"/>
                <a:gd name="T15" fmla="*/ 917 h 978"/>
                <a:gd name="T16" fmla="*/ 69 w 586"/>
                <a:gd name="T17" fmla="*/ 410 h 978"/>
                <a:gd name="T18" fmla="*/ 100 w 586"/>
                <a:gd name="T19" fmla="*/ 366 h 978"/>
                <a:gd name="T20" fmla="*/ 280 w 586"/>
                <a:gd name="T21" fmla="*/ 194 h 978"/>
                <a:gd name="T22" fmla="*/ 268 w 586"/>
                <a:gd name="T23" fmla="*/ 218 h 978"/>
                <a:gd name="T24" fmla="*/ 117 w 586"/>
                <a:gd name="T25" fmla="*/ 255 h 978"/>
                <a:gd name="T26" fmla="*/ 79 w 586"/>
                <a:gd name="T27" fmla="*/ 290 h 978"/>
                <a:gd name="T28" fmla="*/ 48 w 586"/>
                <a:gd name="T29" fmla="*/ 330 h 978"/>
                <a:gd name="T30" fmla="*/ 57 w 586"/>
                <a:gd name="T31" fmla="*/ 343 h 978"/>
                <a:gd name="T32" fmla="*/ 99 w 586"/>
                <a:gd name="T33" fmla="*/ 338 h 978"/>
                <a:gd name="T34" fmla="*/ 115 w 586"/>
                <a:gd name="T35" fmla="*/ 342 h 978"/>
                <a:gd name="T36" fmla="*/ 135 w 586"/>
                <a:gd name="T37" fmla="*/ 413 h 978"/>
                <a:gd name="T38" fmla="*/ 129 w 586"/>
                <a:gd name="T39" fmla="*/ 466 h 978"/>
                <a:gd name="T40" fmla="*/ 170 w 586"/>
                <a:gd name="T41" fmla="*/ 511 h 978"/>
                <a:gd name="T42" fmla="*/ 186 w 586"/>
                <a:gd name="T43" fmla="*/ 627 h 978"/>
                <a:gd name="T44" fmla="*/ 174 w 586"/>
                <a:gd name="T45" fmla="*/ 963 h 978"/>
                <a:gd name="T46" fmla="*/ 260 w 586"/>
                <a:gd name="T47" fmla="*/ 957 h 978"/>
                <a:gd name="T48" fmla="*/ 339 w 586"/>
                <a:gd name="T49" fmla="*/ 922 h 978"/>
                <a:gd name="T50" fmla="*/ 439 w 586"/>
                <a:gd name="T51" fmla="*/ 909 h 978"/>
                <a:gd name="T52" fmla="*/ 548 w 586"/>
                <a:gd name="T53" fmla="*/ 882 h 978"/>
                <a:gd name="T54" fmla="*/ 524 w 586"/>
                <a:gd name="T55" fmla="*/ 845 h 978"/>
                <a:gd name="T56" fmla="*/ 541 w 586"/>
                <a:gd name="T57" fmla="*/ 812 h 978"/>
                <a:gd name="T58" fmla="*/ 577 w 586"/>
                <a:gd name="T59" fmla="*/ 786 h 978"/>
                <a:gd name="T60" fmla="*/ 474 w 586"/>
                <a:gd name="T61" fmla="*/ 720 h 978"/>
                <a:gd name="T62" fmla="*/ 437 w 586"/>
                <a:gd name="T63" fmla="*/ 650 h 978"/>
                <a:gd name="T64" fmla="*/ 453 w 586"/>
                <a:gd name="T65" fmla="*/ 612 h 978"/>
                <a:gd name="T66" fmla="*/ 362 w 586"/>
                <a:gd name="T67" fmla="*/ 492 h 978"/>
                <a:gd name="T68" fmla="*/ 245 w 586"/>
                <a:gd name="T69" fmla="*/ 450 h 978"/>
                <a:gd name="T70" fmla="*/ 272 w 586"/>
                <a:gd name="T71" fmla="*/ 423 h 978"/>
                <a:gd name="T72" fmla="*/ 341 w 586"/>
                <a:gd name="T73" fmla="*/ 341 h 978"/>
                <a:gd name="T74" fmla="*/ 257 w 586"/>
                <a:gd name="T75" fmla="*/ 313 h 978"/>
                <a:gd name="T76" fmla="*/ 233 w 586"/>
                <a:gd name="T77" fmla="*/ 289 h 978"/>
                <a:gd name="T78" fmla="*/ 240 w 586"/>
                <a:gd name="T79" fmla="*/ 237 h 978"/>
                <a:gd name="T80" fmla="*/ 172 w 586"/>
                <a:gd name="T81" fmla="*/ 243 h 978"/>
                <a:gd name="T82" fmla="*/ 155 w 586"/>
                <a:gd name="T83" fmla="*/ 296 h 978"/>
                <a:gd name="T84" fmla="*/ 142 w 586"/>
                <a:gd name="T85" fmla="*/ 327 h 978"/>
                <a:gd name="T86" fmla="*/ 147 w 586"/>
                <a:gd name="T87" fmla="*/ 349 h 978"/>
                <a:gd name="T88" fmla="*/ 132 w 586"/>
                <a:gd name="T89" fmla="*/ 385 h 978"/>
                <a:gd name="T90" fmla="*/ 141 w 586"/>
                <a:gd name="T91" fmla="*/ 414 h 978"/>
                <a:gd name="T92" fmla="*/ 139 w 586"/>
                <a:gd name="T93" fmla="*/ 471 h 978"/>
                <a:gd name="T94" fmla="*/ 157 w 586"/>
                <a:gd name="T95" fmla="*/ 477 h 978"/>
                <a:gd name="T96" fmla="*/ 183 w 586"/>
                <a:gd name="T97" fmla="*/ 443 h 978"/>
                <a:gd name="T98" fmla="*/ 179 w 586"/>
                <a:gd name="T99" fmla="*/ 550 h 978"/>
                <a:gd name="T100" fmla="*/ 241 w 586"/>
                <a:gd name="T101" fmla="*/ 560 h 978"/>
                <a:gd name="T102" fmla="*/ 304 w 586"/>
                <a:gd name="T103" fmla="*/ 613 h 978"/>
                <a:gd name="T104" fmla="*/ 291 w 586"/>
                <a:gd name="T105" fmla="*/ 681 h 978"/>
                <a:gd name="T106" fmla="*/ 189 w 586"/>
                <a:gd name="T107" fmla="*/ 736 h 978"/>
                <a:gd name="T108" fmla="*/ 210 w 586"/>
                <a:gd name="T109" fmla="*/ 787 h 978"/>
                <a:gd name="T110" fmla="*/ 177 w 586"/>
                <a:gd name="T111" fmla="*/ 836 h 978"/>
                <a:gd name="T112" fmla="*/ 256 w 586"/>
                <a:gd name="T113" fmla="*/ 847 h 978"/>
                <a:gd name="T114" fmla="*/ 289 w 586"/>
                <a:gd name="T115" fmla="*/ 874 h 978"/>
                <a:gd name="T116" fmla="*/ 173 w 586"/>
                <a:gd name="T117" fmla="*/ 930 h 978"/>
                <a:gd name="T118" fmla="*/ 160 w 586"/>
                <a:gd name="T119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86" h="978">
                  <a:moveTo>
                    <a:pt x="106" y="631"/>
                  </a:moveTo>
                  <a:cubicBezTo>
                    <a:pt x="92" y="622"/>
                    <a:pt x="92" y="622"/>
                    <a:pt x="92" y="622"/>
                  </a:cubicBezTo>
                  <a:cubicBezTo>
                    <a:pt x="82" y="620"/>
                    <a:pt x="82" y="620"/>
                    <a:pt x="82" y="620"/>
                  </a:cubicBezTo>
                  <a:cubicBezTo>
                    <a:pt x="69" y="597"/>
                    <a:pt x="69" y="597"/>
                    <a:pt x="69" y="597"/>
                  </a:cubicBezTo>
                  <a:cubicBezTo>
                    <a:pt x="50" y="588"/>
                    <a:pt x="50" y="588"/>
                    <a:pt x="50" y="588"/>
                  </a:cubicBezTo>
                  <a:cubicBezTo>
                    <a:pt x="42" y="593"/>
                    <a:pt x="42" y="593"/>
                    <a:pt x="42" y="593"/>
                  </a:cubicBezTo>
                  <a:cubicBezTo>
                    <a:pt x="38" y="610"/>
                    <a:pt x="38" y="610"/>
                    <a:pt x="38" y="610"/>
                  </a:cubicBezTo>
                  <a:cubicBezTo>
                    <a:pt x="28" y="612"/>
                    <a:pt x="28" y="612"/>
                    <a:pt x="28" y="612"/>
                  </a:cubicBezTo>
                  <a:cubicBezTo>
                    <a:pt x="0" y="588"/>
                    <a:pt x="0" y="588"/>
                    <a:pt x="0" y="588"/>
                  </a:cubicBezTo>
                  <a:cubicBezTo>
                    <a:pt x="14" y="560"/>
                    <a:pt x="14" y="560"/>
                    <a:pt x="14" y="560"/>
                  </a:cubicBezTo>
                  <a:cubicBezTo>
                    <a:pt x="28" y="558"/>
                    <a:pt x="28" y="558"/>
                    <a:pt x="28" y="558"/>
                  </a:cubicBezTo>
                  <a:cubicBezTo>
                    <a:pt x="32" y="548"/>
                    <a:pt x="32" y="548"/>
                    <a:pt x="32" y="548"/>
                  </a:cubicBezTo>
                  <a:cubicBezTo>
                    <a:pt x="41" y="543"/>
                    <a:pt x="41" y="543"/>
                    <a:pt x="41" y="543"/>
                  </a:cubicBezTo>
                  <a:cubicBezTo>
                    <a:pt x="48" y="537"/>
                    <a:pt x="48" y="537"/>
                    <a:pt x="48" y="537"/>
                  </a:cubicBezTo>
                  <a:cubicBezTo>
                    <a:pt x="60" y="535"/>
                    <a:pt x="60" y="535"/>
                    <a:pt x="60" y="535"/>
                  </a:cubicBezTo>
                  <a:cubicBezTo>
                    <a:pt x="64" y="530"/>
                    <a:pt x="64" y="530"/>
                    <a:pt x="64" y="530"/>
                  </a:cubicBezTo>
                  <a:cubicBezTo>
                    <a:pt x="72" y="530"/>
                    <a:pt x="72" y="530"/>
                    <a:pt x="72" y="530"/>
                  </a:cubicBezTo>
                  <a:cubicBezTo>
                    <a:pt x="85" y="522"/>
                    <a:pt x="85" y="522"/>
                    <a:pt x="85" y="522"/>
                  </a:cubicBezTo>
                  <a:cubicBezTo>
                    <a:pt x="106" y="524"/>
                    <a:pt x="106" y="524"/>
                    <a:pt x="106" y="524"/>
                  </a:cubicBezTo>
                  <a:cubicBezTo>
                    <a:pt x="116" y="529"/>
                    <a:pt x="116" y="529"/>
                    <a:pt x="116" y="529"/>
                  </a:cubicBezTo>
                  <a:cubicBezTo>
                    <a:pt x="117" y="540"/>
                    <a:pt x="117" y="540"/>
                    <a:pt x="117" y="540"/>
                  </a:cubicBezTo>
                  <a:cubicBezTo>
                    <a:pt x="137" y="566"/>
                    <a:pt x="137" y="566"/>
                    <a:pt x="137" y="566"/>
                  </a:cubicBezTo>
                  <a:cubicBezTo>
                    <a:pt x="127" y="572"/>
                    <a:pt x="127" y="572"/>
                    <a:pt x="127" y="572"/>
                  </a:cubicBezTo>
                  <a:cubicBezTo>
                    <a:pt x="145" y="573"/>
                    <a:pt x="145" y="573"/>
                    <a:pt x="145" y="573"/>
                  </a:cubicBezTo>
                  <a:cubicBezTo>
                    <a:pt x="149" y="600"/>
                    <a:pt x="149" y="600"/>
                    <a:pt x="149" y="600"/>
                  </a:cubicBezTo>
                  <a:cubicBezTo>
                    <a:pt x="141" y="579"/>
                    <a:pt x="141" y="579"/>
                    <a:pt x="141" y="579"/>
                  </a:cubicBezTo>
                  <a:cubicBezTo>
                    <a:pt x="134" y="580"/>
                    <a:pt x="134" y="580"/>
                    <a:pt x="134" y="580"/>
                  </a:cubicBezTo>
                  <a:cubicBezTo>
                    <a:pt x="138" y="587"/>
                    <a:pt x="138" y="587"/>
                    <a:pt x="138" y="587"/>
                  </a:cubicBezTo>
                  <a:cubicBezTo>
                    <a:pt x="134" y="597"/>
                    <a:pt x="134" y="597"/>
                    <a:pt x="134" y="597"/>
                  </a:cubicBezTo>
                  <a:cubicBezTo>
                    <a:pt x="144" y="599"/>
                    <a:pt x="144" y="599"/>
                    <a:pt x="144" y="599"/>
                  </a:cubicBezTo>
                  <a:cubicBezTo>
                    <a:pt x="141" y="609"/>
                    <a:pt x="141" y="609"/>
                    <a:pt x="141" y="609"/>
                  </a:cubicBezTo>
                  <a:cubicBezTo>
                    <a:pt x="126" y="607"/>
                    <a:pt x="126" y="607"/>
                    <a:pt x="126" y="607"/>
                  </a:cubicBezTo>
                  <a:cubicBezTo>
                    <a:pt x="125" y="616"/>
                    <a:pt x="125" y="616"/>
                    <a:pt x="125" y="616"/>
                  </a:cubicBezTo>
                  <a:cubicBezTo>
                    <a:pt x="114" y="623"/>
                    <a:pt x="114" y="623"/>
                    <a:pt x="114" y="623"/>
                  </a:cubicBezTo>
                  <a:cubicBezTo>
                    <a:pt x="108" y="622"/>
                    <a:pt x="108" y="622"/>
                    <a:pt x="108" y="622"/>
                  </a:cubicBezTo>
                  <a:cubicBezTo>
                    <a:pt x="109" y="631"/>
                    <a:pt x="109" y="631"/>
                    <a:pt x="109" y="631"/>
                  </a:cubicBezTo>
                  <a:cubicBezTo>
                    <a:pt x="106" y="631"/>
                    <a:pt x="106" y="631"/>
                    <a:pt x="106" y="631"/>
                  </a:cubicBezTo>
                  <a:close/>
                  <a:moveTo>
                    <a:pt x="391" y="88"/>
                  </a:moveTo>
                  <a:cubicBezTo>
                    <a:pt x="397" y="78"/>
                    <a:pt x="397" y="78"/>
                    <a:pt x="397" y="78"/>
                  </a:cubicBezTo>
                  <a:cubicBezTo>
                    <a:pt x="401" y="81"/>
                    <a:pt x="401" y="81"/>
                    <a:pt x="401" y="81"/>
                  </a:cubicBezTo>
                  <a:cubicBezTo>
                    <a:pt x="391" y="88"/>
                    <a:pt x="391" y="88"/>
                    <a:pt x="391" y="88"/>
                  </a:cubicBezTo>
                  <a:close/>
                  <a:moveTo>
                    <a:pt x="416" y="14"/>
                  </a:moveTo>
                  <a:cubicBezTo>
                    <a:pt x="413" y="8"/>
                    <a:pt x="413" y="8"/>
                    <a:pt x="413" y="8"/>
                  </a:cubicBezTo>
                  <a:cubicBezTo>
                    <a:pt x="421" y="0"/>
                    <a:pt x="421" y="0"/>
                    <a:pt x="421" y="0"/>
                  </a:cubicBezTo>
                  <a:cubicBezTo>
                    <a:pt x="416" y="14"/>
                    <a:pt x="416" y="14"/>
                    <a:pt x="416" y="14"/>
                  </a:cubicBezTo>
                  <a:close/>
                  <a:moveTo>
                    <a:pt x="388" y="43"/>
                  </a:moveTo>
                  <a:cubicBezTo>
                    <a:pt x="390" y="28"/>
                    <a:pt x="390" y="28"/>
                    <a:pt x="390" y="28"/>
                  </a:cubicBezTo>
                  <a:cubicBezTo>
                    <a:pt x="381" y="30"/>
                    <a:pt x="381" y="30"/>
                    <a:pt x="381" y="30"/>
                  </a:cubicBezTo>
                  <a:cubicBezTo>
                    <a:pt x="378" y="38"/>
                    <a:pt x="378" y="38"/>
                    <a:pt x="378" y="38"/>
                  </a:cubicBezTo>
                  <a:cubicBezTo>
                    <a:pt x="378" y="38"/>
                    <a:pt x="388" y="43"/>
                    <a:pt x="388" y="43"/>
                  </a:cubicBezTo>
                  <a:close/>
                  <a:moveTo>
                    <a:pt x="403" y="35"/>
                  </a:moveTo>
                  <a:cubicBezTo>
                    <a:pt x="396" y="28"/>
                    <a:pt x="396" y="28"/>
                    <a:pt x="396" y="28"/>
                  </a:cubicBezTo>
                  <a:cubicBezTo>
                    <a:pt x="401" y="21"/>
                    <a:pt x="401" y="21"/>
                    <a:pt x="401" y="21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407" y="16"/>
                    <a:pt x="407" y="16"/>
                    <a:pt x="407" y="16"/>
                  </a:cubicBezTo>
                  <a:cubicBezTo>
                    <a:pt x="407" y="30"/>
                    <a:pt x="407" y="30"/>
                    <a:pt x="407" y="30"/>
                  </a:cubicBezTo>
                  <a:cubicBezTo>
                    <a:pt x="403" y="35"/>
                    <a:pt x="403" y="35"/>
                    <a:pt x="403" y="35"/>
                  </a:cubicBezTo>
                  <a:close/>
                  <a:moveTo>
                    <a:pt x="396" y="7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75" y="61"/>
                    <a:pt x="375" y="61"/>
                    <a:pt x="375" y="61"/>
                  </a:cubicBezTo>
                  <a:cubicBezTo>
                    <a:pt x="370" y="55"/>
                    <a:pt x="370" y="55"/>
                    <a:pt x="370" y="55"/>
                  </a:cubicBezTo>
                  <a:cubicBezTo>
                    <a:pt x="378" y="52"/>
                    <a:pt x="378" y="52"/>
                    <a:pt x="378" y="52"/>
                  </a:cubicBezTo>
                  <a:cubicBezTo>
                    <a:pt x="392" y="53"/>
                    <a:pt x="392" y="53"/>
                    <a:pt x="392" y="53"/>
                  </a:cubicBezTo>
                  <a:cubicBezTo>
                    <a:pt x="393" y="47"/>
                    <a:pt x="393" y="47"/>
                    <a:pt x="393" y="47"/>
                  </a:cubicBezTo>
                  <a:cubicBezTo>
                    <a:pt x="390" y="43"/>
                    <a:pt x="390" y="43"/>
                    <a:pt x="390" y="43"/>
                  </a:cubicBezTo>
                  <a:cubicBezTo>
                    <a:pt x="394" y="39"/>
                    <a:pt x="394" y="39"/>
                    <a:pt x="394" y="39"/>
                  </a:cubicBezTo>
                  <a:cubicBezTo>
                    <a:pt x="402" y="43"/>
                    <a:pt x="402" y="43"/>
                    <a:pt x="402" y="43"/>
                  </a:cubicBezTo>
                  <a:cubicBezTo>
                    <a:pt x="411" y="46"/>
                    <a:pt x="411" y="46"/>
                    <a:pt x="411" y="46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7" y="58"/>
                    <a:pt x="407" y="58"/>
                    <a:pt x="407" y="58"/>
                  </a:cubicBezTo>
                  <a:cubicBezTo>
                    <a:pt x="401" y="64"/>
                    <a:pt x="401" y="64"/>
                    <a:pt x="401" y="64"/>
                  </a:cubicBezTo>
                  <a:cubicBezTo>
                    <a:pt x="404" y="74"/>
                    <a:pt x="404" y="74"/>
                    <a:pt x="404" y="74"/>
                  </a:cubicBezTo>
                  <a:cubicBezTo>
                    <a:pt x="396" y="71"/>
                    <a:pt x="396" y="71"/>
                    <a:pt x="396" y="71"/>
                  </a:cubicBezTo>
                  <a:close/>
                  <a:moveTo>
                    <a:pt x="528" y="847"/>
                  </a:moveTo>
                  <a:cubicBezTo>
                    <a:pt x="536" y="851"/>
                    <a:pt x="536" y="851"/>
                    <a:pt x="536" y="851"/>
                  </a:cubicBezTo>
                  <a:cubicBezTo>
                    <a:pt x="543" y="849"/>
                    <a:pt x="543" y="849"/>
                    <a:pt x="543" y="849"/>
                  </a:cubicBezTo>
                  <a:cubicBezTo>
                    <a:pt x="539" y="845"/>
                    <a:pt x="539" y="845"/>
                    <a:pt x="539" y="845"/>
                  </a:cubicBezTo>
                  <a:cubicBezTo>
                    <a:pt x="533" y="844"/>
                    <a:pt x="533" y="844"/>
                    <a:pt x="533" y="844"/>
                  </a:cubicBezTo>
                  <a:cubicBezTo>
                    <a:pt x="528" y="847"/>
                    <a:pt x="528" y="847"/>
                    <a:pt x="528" y="847"/>
                  </a:cubicBezTo>
                  <a:close/>
                  <a:moveTo>
                    <a:pt x="389" y="917"/>
                  </a:moveTo>
                  <a:cubicBezTo>
                    <a:pt x="407" y="909"/>
                    <a:pt x="407" y="909"/>
                    <a:pt x="407" y="909"/>
                  </a:cubicBezTo>
                  <a:cubicBezTo>
                    <a:pt x="413" y="913"/>
                    <a:pt x="413" y="913"/>
                    <a:pt x="413" y="913"/>
                  </a:cubicBezTo>
                  <a:cubicBezTo>
                    <a:pt x="420" y="912"/>
                    <a:pt x="420" y="912"/>
                    <a:pt x="420" y="912"/>
                  </a:cubicBezTo>
                  <a:cubicBezTo>
                    <a:pt x="416" y="919"/>
                    <a:pt x="416" y="919"/>
                    <a:pt x="416" y="919"/>
                  </a:cubicBezTo>
                  <a:cubicBezTo>
                    <a:pt x="416" y="924"/>
                    <a:pt x="416" y="924"/>
                    <a:pt x="416" y="924"/>
                  </a:cubicBezTo>
                  <a:cubicBezTo>
                    <a:pt x="407" y="925"/>
                    <a:pt x="407" y="925"/>
                    <a:pt x="407" y="925"/>
                  </a:cubicBezTo>
                  <a:cubicBezTo>
                    <a:pt x="398" y="919"/>
                    <a:pt x="398" y="919"/>
                    <a:pt x="398" y="919"/>
                  </a:cubicBezTo>
                  <a:cubicBezTo>
                    <a:pt x="389" y="917"/>
                    <a:pt x="389" y="917"/>
                    <a:pt x="389" y="917"/>
                  </a:cubicBezTo>
                  <a:close/>
                  <a:moveTo>
                    <a:pt x="169" y="467"/>
                  </a:moveTo>
                  <a:cubicBezTo>
                    <a:pt x="168" y="476"/>
                    <a:pt x="168" y="476"/>
                    <a:pt x="168" y="476"/>
                  </a:cubicBezTo>
                  <a:cubicBezTo>
                    <a:pt x="176" y="481"/>
                    <a:pt x="176" y="481"/>
                    <a:pt x="176" y="481"/>
                  </a:cubicBezTo>
                  <a:cubicBezTo>
                    <a:pt x="175" y="472"/>
                    <a:pt x="175" y="472"/>
                    <a:pt x="175" y="472"/>
                  </a:cubicBezTo>
                  <a:cubicBezTo>
                    <a:pt x="169" y="467"/>
                    <a:pt x="169" y="467"/>
                    <a:pt x="169" y="467"/>
                  </a:cubicBezTo>
                  <a:close/>
                  <a:moveTo>
                    <a:pt x="106" y="457"/>
                  </a:moveTo>
                  <a:cubicBezTo>
                    <a:pt x="110" y="446"/>
                    <a:pt x="110" y="446"/>
                    <a:pt x="110" y="446"/>
                  </a:cubicBezTo>
                  <a:cubicBezTo>
                    <a:pt x="112" y="452"/>
                    <a:pt x="112" y="452"/>
                    <a:pt x="112" y="452"/>
                  </a:cubicBezTo>
                  <a:cubicBezTo>
                    <a:pt x="106" y="457"/>
                    <a:pt x="106" y="457"/>
                    <a:pt x="106" y="457"/>
                  </a:cubicBezTo>
                  <a:close/>
                  <a:moveTo>
                    <a:pt x="68" y="419"/>
                  </a:moveTo>
                  <a:cubicBezTo>
                    <a:pt x="69" y="410"/>
                    <a:pt x="69" y="410"/>
                    <a:pt x="69" y="410"/>
                  </a:cubicBezTo>
                  <a:cubicBezTo>
                    <a:pt x="80" y="411"/>
                    <a:pt x="80" y="411"/>
                    <a:pt x="80" y="411"/>
                  </a:cubicBezTo>
                  <a:cubicBezTo>
                    <a:pt x="68" y="419"/>
                    <a:pt x="68" y="419"/>
                    <a:pt x="68" y="419"/>
                  </a:cubicBezTo>
                  <a:close/>
                  <a:moveTo>
                    <a:pt x="85" y="406"/>
                  </a:moveTo>
                  <a:cubicBezTo>
                    <a:pt x="97" y="394"/>
                    <a:pt x="97" y="394"/>
                    <a:pt x="97" y="394"/>
                  </a:cubicBezTo>
                  <a:cubicBezTo>
                    <a:pt x="94" y="403"/>
                    <a:pt x="94" y="403"/>
                    <a:pt x="94" y="403"/>
                  </a:cubicBezTo>
                  <a:cubicBezTo>
                    <a:pt x="85" y="406"/>
                    <a:pt x="85" y="406"/>
                    <a:pt x="85" y="406"/>
                  </a:cubicBezTo>
                  <a:close/>
                  <a:moveTo>
                    <a:pt x="112" y="382"/>
                  </a:moveTo>
                  <a:cubicBezTo>
                    <a:pt x="118" y="376"/>
                    <a:pt x="118" y="376"/>
                    <a:pt x="118" y="376"/>
                  </a:cubicBezTo>
                  <a:cubicBezTo>
                    <a:pt x="112" y="376"/>
                    <a:pt x="112" y="376"/>
                    <a:pt x="112" y="376"/>
                  </a:cubicBezTo>
                  <a:cubicBezTo>
                    <a:pt x="112" y="382"/>
                    <a:pt x="112" y="382"/>
                    <a:pt x="112" y="382"/>
                  </a:cubicBezTo>
                  <a:close/>
                  <a:moveTo>
                    <a:pt x="100" y="366"/>
                  </a:moveTo>
                  <a:cubicBezTo>
                    <a:pt x="105" y="376"/>
                    <a:pt x="105" y="376"/>
                    <a:pt x="105" y="376"/>
                  </a:cubicBezTo>
                  <a:cubicBezTo>
                    <a:pt x="110" y="372"/>
                    <a:pt x="110" y="372"/>
                    <a:pt x="110" y="372"/>
                  </a:cubicBezTo>
                  <a:cubicBezTo>
                    <a:pt x="106" y="365"/>
                    <a:pt x="106" y="365"/>
                    <a:pt x="106" y="365"/>
                  </a:cubicBezTo>
                  <a:cubicBezTo>
                    <a:pt x="100" y="366"/>
                    <a:pt x="100" y="366"/>
                    <a:pt x="100" y="366"/>
                  </a:cubicBezTo>
                  <a:close/>
                  <a:moveTo>
                    <a:pt x="276" y="183"/>
                  </a:moveTo>
                  <a:cubicBezTo>
                    <a:pt x="281" y="188"/>
                    <a:pt x="281" y="188"/>
                    <a:pt x="281" y="188"/>
                  </a:cubicBezTo>
                  <a:cubicBezTo>
                    <a:pt x="282" y="182"/>
                    <a:pt x="282" y="182"/>
                    <a:pt x="282" y="182"/>
                  </a:cubicBezTo>
                  <a:cubicBezTo>
                    <a:pt x="276" y="183"/>
                    <a:pt x="276" y="183"/>
                    <a:pt x="276" y="183"/>
                  </a:cubicBezTo>
                  <a:close/>
                  <a:moveTo>
                    <a:pt x="262" y="187"/>
                  </a:moveTo>
                  <a:cubicBezTo>
                    <a:pt x="272" y="187"/>
                    <a:pt x="272" y="187"/>
                    <a:pt x="272" y="187"/>
                  </a:cubicBezTo>
                  <a:cubicBezTo>
                    <a:pt x="280" y="194"/>
                    <a:pt x="280" y="194"/>
                    <a:pt x="280" y="194"/>
                  </a:cubicBezTo>
                  <a:cubicBezTo>
                    <a:pt x="275" y="199"/>
                    <a:pt x="275" y="199"/>
                    <a:pt x="275" y="199"/>
                  </a:cubicBezTo>
                  <a:cubicBezTo>
                    <a:pt x="290" y="198"/>
                    <a:pt x="290" y="198"/>
                    <a:pt x="290" y="198"/>
                  </a:cubicBezTo>
                  <a:cubicBezTo>
                    <a:pt x="290" y="207"/>
                    <a:pt x="290" y="207"/>
                    <a:pt x="290" y="207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70" y="204"/>
                    <a:pt x="270" y="204"/>
                    <a:pt x="270" y="204"/>
                  </a:cubicBezTo>
                  <a:cubicBezTo>
                    <a:pt x="269" y="196"/>
                    <a:pt x="269" y="196"/>
                    <a:pt x="269" y="196"/>
                  </a:cubicBezTo>
                  <a:cubicBezTo>
                    <a:pt x="266" y="203"/>
                    <a:pt x="266" y="203"/>
                    <a:pt x="266" y="203"/>
                  </a:cubicBezTo>
                  <a:cubicBezTo>
                    <a:pt x="262" y="198"/>
                    <a:pt x="262" y="198"/>
                    <a:pt x="262" y="198"/>
                  </a:cubicBezTo>
                  <a:cubicBezTo>
                    <a:pt x="262" y="187"/>
                    <a:pt x="262" y="187"/>
                    <a:pt x="262" y="187"/>
                  </a:cubicBezTo>
                  <a:close/>
                  <a:moveTo>
                    <a:pt x="261" y="208"/>
                  </a:moveTo>
                  <a:cubicBezTo>
                    <a:pt x="268" y="218"/>
                    <a:pt x="268" y="218"/>
                    <a:pt x="268" y="218"/>
                  </a:cubicBezTo>
                  <a:cubicBezTo>
                    <a:pt x="271" y="213"/>
                    <a:pt x="271" y="213"/>
                    <a:pt x="271" y="213"/>
                  </a:cubicBezTo>
                  <a:cubicBezTo>
                    <a:pt x="267" y="207"/>
                    <a:pt x="267" y="207"/>
                    <a:pt x="267" y="207"/>
                  </a:cubicBezTo>
                  <a:cubicBezTo>
                    <a:pt x="261" y="208"/>
                    <a:pt x="261" y="208"/>
                    <a:pt x="261" y="208"/>
                  </a:cubicBezTo>
                  <a:close/>
                  <a:moveTo>
                    <a:pt x="67" y="282"/>
                  </a:moveTo>
                  <a:cubicBezTo>
                    <a:pt x="73" y="278"/>
                    <a:pt x="73" y="278"/>
                    <a:pt x="73" y="278"/>
                  </a:cubicBezTo>
                  <a:cubicBezTo>
                    <a:pt x="66" y="271"/>
                    <a:pt x="66" y="271"/>
                    <a:pt x="66" y="271"/>
                  </a:cubicBezTo>
                  <a:cubicBezTo>
                    <a:pt x="73" y="262"/>
                    <a:pt x="73" y="262"/>
                    <a:pt x="73" y="262"/>
                  </a:cubicBezTo>
                  <a:cubicBezTo>
                    <a:pt x="88" y="268"/>
                    <a:pt x="88" y="268"/>
                    <a:pt x="88" y="268"/>
                  </a:cubicBezTo>
                  <a:cubicBezTo>
                    <a:pt x="84" y="259"/>
                    <a:pt x="84" y="259"/>
                    <a:pt x="84" y="259"/>
                  </a:cubicBezTo>
                  <a:cubicBezTo>
                    <a:pt x="115" y="239"/>
                    <a:pt x="115" y="239"/>
                    <a:pt x="115" y="239"/>
                  </a:cubicBezTo>
                  <a:cubicBezTo>
                    <a:pt x="117" y="255"/>
                    <a:pt x="117" y="255"/>
                    <a:pt x="117" y="255"/>
                  </a:cubicBezTo>
                  <a:cubicBezTo>
                    <a:pt x="105" y="265"/>
                    <a:pt x="105" y="265"/>
                    <a:pt x="105" y="265"/>
                  </a:cubicBezTo>
                  <a:cubicBezTo>
                    <a:pt x="101" y="274"/>
                    <a:pt x="101" y="274"/>
                    <a:pt x="101" y="274"/>
                  </a:cubicBezTo>
                  <a:cubicBezTo>
                    <a:pt x="105" y="277"/>
                    <a:pt x="105" y="277"/>
                    <a:pt x="105" y="277"/>
                  </a:cubicBezTo>
                  <a:cubicBezTo>
                    <a:pt x="97" y="288"/>
                    <a:pt x="97" y="288"/>
                    <a:pt x="97" y="288"/>
                  </a:cubicBezTo>
                  <a:cubicBezTo>
                    <a:pt x="85" y="285"/>
                    <a:pt x="85" y="285"/>
                    <a:pt x="85" y="285"/>
                  </a:cubicBezTo>
                  <a:cubicBezTo>
                    <a:pt x="73" y="287"/>
                    <a:pt x="73" y="287"/>
                    <a:pt x="73" y="287"/>
                  </a:cubicBezTo>
                  <a:cubicBezTo>
                    <a:pt x="67" y="282"/>
                    <a:pt x="67" y="282"/>
                    <a:pt x="67" y="282"/>
                  </a:cubicBezTo>
                  <a:close/>
                  <a:moveTo>
                    <a:pt x="67" y="300"/>
                  </a:moveTo>
                  <a:cubicBezTo>
                    <a:pt x="75" y="306"/>
                    <a:pt x="75" y="306"/>
                    <a:pt x="75" y="306"/>
                  </a:cubicBezTo>
                  <a:cubicBezTo>
                    <a:pt x="90" y="294"/>
                    <a:pt x="90" y="294"/>
                    <a:pt x="90" y="294"/>
                  </a:cubicBezTo>
                  <a:cubicBezTo>
                    <a:pt x="79" y="290"/>
                    <a:pt x="79" y="290"/>
                    <a:pt x="79" y="290"/>
                  </a:cubicBezTo>
                  <a:cubicBezTo>
                    <a:pt x="74" y="292"/>
                    <a:pt x="74" y="292"/>
                    <a:pt x="74" y="292"/>
                  </a:cubicBezTo>
                  <a:cubicBezTo>
                    <a:pt x="71" y="297"/>
                    <a:pt x="71" y="297"/>
                    <a:pt x="71" y="297"/>
                  </a:cubicBezTo>
                  <a:cubicBezTo>
                    <a:pt x="67" y="300"/>
                    <a:pt x="67" y="300"/>
                    <a:pt x="67" y="300"/>
                  </a:cubicBezTo>
                  <a:close/>
                  <a:moveTo>
                    <a:pt x="63" y="319"/>
                  </a:moveTo>
                  <a:cubicBezTo>
                    <a:pt x="52" y="322"/>
                    <a:pt x="52" y="322"/>
                    <a:pt x="52" y="322"/>
                  </a:cubicBezTo>
                  <a:cubicBezTo>
                    <a:pt x="42" y="313"/>
                    <a:pt x="42" y="313"/>
                    <a:pt x="42" y="313"/>
                  </a:cubicBezTo>
                  <a:cubicBezTo>
                    <a:pt x="48" y="311"/>
                    <a:pt x="48" y="311"/>
                    <a:pt x="48" y="311"/>
                  </a:cubicBezTo>
                  <a:cubicBezTo>
                    <a:pt x="64" y="312"/>
                    <a:pt x="64" y="312"/>
                    <a:pt x="64" y="312"/>
                  </a:cubicBezTo>
                  <a:cubicBezTo>
                    <a:pt x="63" y="319"/>
                    <a:pt x="63" y="319"/>
                    <a:pt x="63" y="319"/>
                  </a:cubicBezTo>
                  <a:close/>
                  <a:moveTo>
                    <a:pt x="57" y="333"/>
                  </a:moveTo>
                  <a:cubicBezTo>
                    <a:pt x="48" y="330"/>
                    <a:pt x="48" y="330"/>
                    <a:pt x="48" y="330"/>
                  </a:cubicBezTo>
                  <a:cubicBezTo>
                    <a:pt x="48" y="326"/>
                    <a:pt x="48" y="326"/>
                    <a:pt x="48" y="326"/>
                  </a:cubicBezTo>
                  <a:cubicBezTo>
                    <a:pt x="60" y="325"/>
                    <a:pt x="60" y="325"/>
                    <a:pt x="60" y="325"/>
                  </a:cubicBezTo>
                  <a:cubicBezTo>
                    <a:pt x="57" y="333"/>
                    <a:pt x="57" y="333"/>
                    <a:pt x="57" y="333"/>
                  </a:cubicBezTo>
                  <a:close/>
                  <a:moveTo>
                    <a:pt x="45" y="363"/>
                  </a:moveTo>
                  <a:cubicBezTo>
                    <a:pt x="48" y="371"/>
                    <a:pt x="48" y="371"/>
                    <a:pt x="48" y="371"/>
                  </a:cubicBezTo>
                  <a:cubicBezTo>
                    <a:pt x="39" y="376"/>
                    <a:pt x="39" y="376"/>
                    <a:pt x="39" y="376"/>
                  </a:cubicBezTo>
                  <a:cubicBezTo>
                    <a:pt x="39" y="369"/>
                    <a:pt x="39" y="369"/>
                    <a:pt x="39" y="369"/>
                  </a:cubicBezTo>
                  <a:cubicBezTo>
                    <a:pt x="45" y="363"/>
                    <a:pt x="45" y="363"/>
                    <a:pt x="45" y="363"/>
                  </a:cubicBezTo>
                  <a:close/>
                  <a:moveTo>
                    <a:pt x="56" y="359"/>
                  </a:moveTo>
                  <a:cubicBezTo>
                    <a:pt x="54" y="349"/>
                    <a:pt x="54" y="349"/>
                    <a:pt x="54" y="349"/>
                  </a:cubicBezTo>
                  <a:cubicBezTo>
                    <a:pt x="57" y="343"/>
                    <a:pt x="57" y="343"/>
                    <a:pt x="57" y="343"/>
                  </a:cubicBezTo>
                  <a:cubicBezTo>
                    <a:pt x="56" y="336"/>
                    <a:pt x="56" y="336"/>
                    <a:pt x="56" y="336"/>
                  </a:cubicBezTo>
                  <a:cubicBezTo>
                    <a:pt x="49" y="335"/>
                    <a:pt x="49" y="335"/>
                    <a:pt x="49" y="335"/>
                  </a:cubicBezTo>
                  <a:cubicBezTo>
                    <a:pt x="49" y="342"/>
                    <a:pt x="49" y="342"/>
                    <a:pt x="49" y="342"/>
                  </a:cubicBezTo>
                  <a:cubicBezTo>
                    <a:pt x="46" y="349"/>
                    <a:pt x="46" y="349"/>
                    <a:pt x="46" y="349"/>
                  </a:cubicBezTo>
                  <a:cubicBezTo>
                    <a:pt x="48" y="357"/>
                    <a:pt x="48" y="357"/>
                    <a:pt x="48" y="357"/>
                  </a:cubicBezTo>
                  <a:cubicBezTo>
                    <a:pt x="56" y="359"/>
                    <a:pt x="56" y="359"/>
                    <a:pt x="56" y="359"/>
                  </a:cubicBezTo>
                  <a:close/>
                  <a:moveTo>
                    <a:pt x="123" y="366"/>
                  </a:moveTo>
                  <a:cubicBezTo>
                    <a:pt x="122" y="355"/>
                    <a:pt x="122" y="355"/>
                    <a:pt x="122" y="355"/>
                  </a:cubicBezTo>
                  <a:cubicBezTo>
                    <a:pt x="106" y="356"/>
                    <a:pt x="106" y="356"/>
                    <a:pt x="106" y="356"/>
                  </a:cubicBezTo>
                  <a:cubicBezTo>
                    <a:pt x="97" y="341"/>
                    <a:pt x="97" y="341"/>
                    <a:pt x="97" y="341"/>
                  </a:cubicBezTo>
                  <a:cubicBezTo>
                    <a:pt x="99" y="338"/>
                    <a:pt x="99" y="338"/>
                    <a:pt x="99" y="338"/>
                  </a:cubicBezTo>
                  <a:cubicBezTo>
                    <a:pt x="94" y="334"/>
                    <a:pt x="94" y="334"/>
                    <a:pt x="94" y="334"/>
                  </a:cubicBezTo>
                  <a:cubicBezTo>
                    <a:pt x="94" y="339"/>
                    <a:pt x="94" y="339"/>
                    <a:pt x="94" y="339"/>
                  </a:cubicBezTo>
                  <a:cubicBezTo>
                    <a:pt x="81" y="330"/>
                    <a:pt x="81" y="330"/>
                    <a:pt x="81" y="330"/>
                  </a:cubicBezTo>
                  <a:cubicBezTo>
                    <a:pt x="87" y="326"/>
                    <a:pt x="87" y="326"/>
                    <a:pt x="87" y="326"/>
                  </a:cubicBezTo>
                  <a:cubicBezTo>
                    <a:pt x="91" y="329"/>
                    <a:pt x="91" y="329"/>
                    <a:pt x="91" y="329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105" y="327"/>
                    <a:pt x="105" y="327"/>
                    <a:pt x="105" y="327"/>
                  </a:cubicBezTo>
                  <a:cubicBezTo>
                    <a:pt x="103" y="313"/>
                    <a:pt x="103" y="313"/>
                    <a:pt x="103" y="313"/>
                  </a:cubicBezTo>
                  <a:cubicBezTo>
                    <a:pt x="110" y="310"/>
                    <a:pt x="110" y="310"/>
                    <a:pt x="110" y="310"/>
                  </a:cubicBezTo>
                  <a:cubicBezTo>
                    <a:pt x="117" y="321"/>
                    <a:pt x="117" y="321"/>
                    <a:pt x="117" y="321"/>
                  </a:cubicBezTo>
                  <a:cubicBezTo>
                    <a:pt x="115" y="342"/>
                    <a:pt x="115" y="342"/>
                    <a:pt x="115" y="342"/>
                  </a:cubicBezTo>
                  <a:cubicBezTo>
                    <a:pt x="129" y="348"/>
                    <a:pt x="129" y="348"/>
                    <a:pt x="129" y="348"/>
                  </a:cubicBezTo>
                  <a:cubicBezTo>
                    <a:pt x="137" y="347"/>
                    <a:pt x="137" y="347"/>
                    <a:pt x="137" y="347"/>
                  </a:cubicBezTo>
                  <a:cubicBezTo>
                    <a:pt x="141" y="350"/>
                    <a:pt x="141" y="350"/>
                    <a:pt x="141" y="350"/>
                  </a:cubicBezTo>
                  <a:cubicBezTo>
                    <a:pt x="132" y="355"/>
                    <a:pt x="132" y="355"/>
                    <a:pt x="132" y="355"/>
                  </a:cubicBezTo>
                  <a:cubicBezTo>
                    <a:pt x="128" y="366"/>
                    <a:pt x="128" y="366"/>
                    <a:pt x="128" y="366"/>
                  </a:cubicBezTo>
                  <a:cubicBezTo>
                    <a:pt x="123" y="366"/>
                    <a:pt x="123" y="366"/>
                    <a:pt x="123" y="366"/>
                  </a:cubicBezTo>
                  <a:close/>
                  <a:moveTo>
                    <a:pt x="102" y="433"/>
                  </a:moveTo>
                  <a:cubicBezTo>
                    <a:pt x="127" y="428"/>
                    <a:pt x="127" y="428"/>
                    <a:pt x="127" y="428"/>
                  </a:cubicBezTo>
                  <a:cubicBezTo>
                    <a:pt x="128" y="431"/>
                    <a:pt x="128" y="431"/>
                    <a:pt x="128" y="431"/>
                  </a:cubicBezTo>
                  <a:cubicBezTo>
                    <a:pt x="140" y="423"/>
                    <a:pt x="140" y="423"/>
                    <a:pt x="140" y="423"/>
                  </a:cubicBezTo>
                  <a:cubicBezTo>
                    <a:pt x="135" y="413"/>
                    <a:pt x="135" y="413"/>
                    <a:pt x="135" y="413"/>
                  </a:cubicBezTo>
                  <a:cubicBezTo>
                    <a:pt x="126" y="412"/>
                    <a:pt x="126" y="412"/>
                    <a:pt x="126" y="412"/>
                  </a:cubicBezTo>
                  <a:cubicBezTo>
                    <a:pt x="116" y="401"/>
                    <a:pt x="116" y="401"/>
                    <a:pt x="116" y="401"/>
                  </a:cubicBezTo>
                  <a:cubicBezTo>
                    <a:pt x="103" y="409"/>
                    <a:pt x="103" y="409"/>
                    <a:pt x="103" y="409"/>
                  </a:cubicBezTo>
                  <a:cubicBezTo>
                    <a:pt x="121" y="417"/>
                    <a:pt x="121" y="417"/>
                    <a:pt x="121" y="417"/>
                  </a:cubicBezTo>
                  <a:cubicBezTo>
                    <a:pt x="111" y="421"/>
                    <a:pt x="111" y="421"/>
                    <a:pt x="111" y="421"/>
                  </a:cubicBezTo>
                  <a:cubicBezTo>
                    <a:pt x="113" y="425"/>
                    <a:pt x="113" y="425"/>
                    <a:pt x="113" y="425"/>
                  </a:cubicBezTo>
                  <a:cubicBezTo>
                    <a:pt x="102" y="433"/>
                    <a:pt x="102" y="433"/>
                    <a:pt x="102" y="433"/>
                  </a:cubicBezTo>
                  <a:close/>
                  <a:moveTo>
                    <a:pt x="121" y="476"/>
                  </a:moveTo>
                  <a:cubicBezTo>
                    <a:pt x="116" y="465"/>
                    <a:pt x="116" y="465"/>
                    <a:pt x="116" y="465"/>
                  </a:cubicBezTo>
                  <a:cubicBezTo>
                    <a:pt x="139" y="445"/>
                    <a:pt x="139" y="445"/>
                    <a:pt x="139" y="445"/>
                  </a:cubicBezTo>
                  <a:cubicBezTo>
                    <a:pt x="129" y="466"/>
                    <a:pt x="129" y="466"/>
                    <a:pt x="129" y="466"/>
                  </a:cubicBezTo>
                  <a:cubicBezTo>
                    <a:pt x="121" y="476"/>
                    <a:pt x="121" y="476"/>
                    <a:pt x="121" y="476"/>
                  </a:cubicBezTo>
                  <a:close/>
                  <a:moveTo>
                    <a:pt x="104" y="491"/>
                  </a:moveTo>
                  <a:cubicBezTo>
                    <a:pt x="118" y="484"/>
                    <a:pt x="118" y="484"/>
                    <a:pt x="118" y="484"/>
                  </a:cubicBezTo>
                  <a:cubicBezTo>
                    <a:pt x="112" y="464"/>
                    <a:pt x="112" y="464"/>
                    <a:pt x="112" y="464"/>
                  </a:cubicBezTo>
                  <a:cubicBezTo>
                    <a:pt x="93" y="471"/>
                    <a:pt x="93" y="471"/>
                    <a:pt x="93" y="471"/>
                  </a:cubicBezTo>
                  <a:cubicBezTo>
                    <a:pt x="93" y="486"/>
                    <a:pt x="93" y="486"/>
                    <a:pt x="93" y="486"/>
                  </a:cubicBezTo>
                  <a:cubicBezTo>
                    <a:pt x="105" y="479"/>
                    <a:pt x="105" y="479"/>
                    <a:pt x="105" y="479"/>
                  </a:cubicBezTo>
                  <a:cubicBezTo>
                    <a:pt x="104" y="491"/>
                    <a:pt x="104" y="491"/>
                    <a:pt x="104" y="491"/>
                  </a:cubicBezTo>
                  <a:close/>
                  <a:moveTo>
                    <a:pt x="154" y="489"/>
                  </a:moveTo>
                  <a:cubicBezTo>
                    <a:pt x="157" y="507"/>
                    <a:pt x="157" y="507"/>
                    <a:pt x="157" y="507"/>
                  </a:cubicBezTo>
                  <a:cubicBezTo>
                    <a:pt x="170" y="511"/>
                    <a:pt x="170" y="511"/>
                    <a:pt x="170" y="511"/>
                  </a:cubicBezTo>
                  <a:cubicBezTo>
                    <a:pt x="174" y="499"/>
                    <a:pt x="174" y="499"/>
                    <a:pt x="174" y="499"/>
                  </a:cubicBezTo>
                  <a:cubicBezTo>
                    <a:pt x="164" y="482"/>
                    <a:pt x="164" y="482"/>
                    <a:pt x="164" y="482"/>
                  </a:cubicBezTo>
                  <a:cubicBezTo>
                    <a:pt x="154" y="489"/>
                    <a:pt x="154" y="489"/>
                    <a:pt x="154" y="489"/>
                  </a:cubicBezTo>
                  <a:close/>
                  <a:moveTo>
                    <a:pt x="198" y="692"/>
                  </a:moveTo>
                  <a:cubicBezTo>
                    <a:pt x="217" y="701"/>
                    <a:pt x="217" y="701"/>
                    <a:pt x="217" y="701"/>
                  </a:cubicBezTo>
                  <a:cubicBezTo>
                    <a:pt x="233" y="689"/>
                    <a:pt x="233" y="689"/>
                    <a:pt x="233" y="689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02" y="682"/>
                    <a:pt x="202" y="682"/>
                    <a:pt x="202" y="682"/>
                  </a:cubicBezTo>
                  <a:cubicBezTo>
                    <a:pt x="202" y="682"/>
                    <a:pt x="198" y="692"/>
                    <a:pt x="198" y="692"/>
                  </a:cubicBezTo>
                  <a:close/>
                  <a:moveTo>
                    <a:pt x="186" y="627"/>
                  </a:moveTo>
                  <a:cubicBezTo>
                    <a:pt x="191" y="611"/>
                    <a:pt x="191" y="611"/>
                    <a:pt x="191" y="611"/>
                  </a:cubicBezTo>
                  <a:cubicBezTo>
                    <a:pt x="213" y="593"/>
                    <a:pt x="213" y="593"/>
                    <a:pt x="213" y="593"/>
                  </a:cubicBezTo>
                  <a:cubicBezTo>
                    <a:pt x="210" y="604"/>
                    <a:pt x="210" y="604"/>
                    <a:pt x="210" y="604"/>
                  </a:cubicBezTo>
                  <a:cubicBezTo>
                    <a:pt x="213" y="610"/>
                    <a:pt x="213" y="610"/>
                    <a:pt x="213" y="610"/>
                  </a:cubicBezTo>
                  <a:cubicBezTo>
                    <a:pt x="197" y="625"/>
                    <a:pt x="197" y="625"/>
                    <a:pt x="197" y="625"/>
                  </a:cubicBezTo>
                  <a:cubicBezTo>
                    <a:pt x="186" y="627"/>
                    <a:pt x="186" y="627"/>
                    <a:pt x="186" y="627"/>
                  </a:cubicBezTo>
                  <a:close/>
                  <a:moveTo>
                    <a:pt x="160" y="978"/>
                  </a:moveTo>
                  <a:cubicBezTo>
                    <a:pt x="167" y="972"/>
                    <a:pt x="167" y="972"/>
                    <a:pt x="167" y="972"/>
                  </a:cubicBezTo>
                  <a:cubicBezTo>
                    <a:pt x="164" y="967"/>
                    <a:pt x="164" y="967"/>
                    <a:pt x="164" y="967"/>
                  </a:cubicBezTo>
                  <a:cubicBezTo>
                    <a:pt x="171" y="959"/>
                    <a:pt x="171" y="959"/>
                    <a:pt x="171" y="959"/>
                  </a:cubicBezTo>
                  <a:cubicBezTo>
                    <a:pt x="174" y="963"/>
                    <a:pt x="174" y="963"/>
                    <a:pt x="174" y="963"/>
                  </a:cubicBezTo>
                  <a:cubicBezTo>
                    <a:pt x="182" y="956"/>
                    <a:pt x="182" y="956"/>
                    <a:pt x="182" y="956"/>
                  </a:cubicBezTo>
                  <a:cubicBezTo>
                    <a:pt x="188" y="956"/>
                    <a:pt x="188" y="956"/>
                    <a:pt x="188" y="956"/>
                  </a:cubicBezTo>
                  <a:cubicBezTo>
                    <a:pt x="192" y="947"/>
                    <a:pt x="192" y="947"/>
                    <a:pt x="192" y="947"/>
                  </a:cubicBezTo>
                  <a:cubicBezTo>
                    <a:pt x="204" y="950"/>
                    <a:pt x="204" y="950"/>
                    <a:pt x="204" y="950"/>
                  </a:cubicBezTo>
                  <a:cubicBezTo>
                    <a:pt x="214" y="946"/>
                    <a:pt x="214" y="946"/>
                    <a:pt x="214" y="946"/>
                  </a:cubicBezTo>
                  <a:cubicBezTo>
                    <a:pt x="222" y="947"/>
                    <a:pt x="222" y="947"/>
                    <a:pt x="222" y="947"/>
                  </a:cubicBezTo>
                  <a:cubicBezTo>
                    <a:pt x="228" y="944"/>
                    <a:pt x="228" y="944"/>
                    <a:pt x="228" y="944"/>
                  </a:cubicBezTo>
                  <a:cubicBezTo>
                    <a:pt x="233" y="951"/>
                    <a:pt x="233" y="951"/>
                    <a:pt x="233" y="951"/>
                  </a:cubicBezTo>
                  <a:cubicBezTo>
                    <a:pt x="240" y="951"/>
                    <a:pt x="240" y="951"/>
                    <a:pt x="240" y="951"/>
                  </a:cubicBezTo>
                  <a:cubicBezTo>
                    <a:pt x="249" y="958"/>
                    <a:pt x="249" y="958"/>
                    <a:pt x="249" y="958"/>
                  </a:cubicBezTo>
                  <a:cubicBezTo>
                    <a:pt x="260" y="957"/>
                    <a:pt x="260" y="957"/>
                    <a:pt x="260" y="957"/>
                  </a:cubicBezTo>
                  <a:cubicBezTo>
                    <a:pt x="258" y="951"/>
                    <a:pt x="258" y="951"/>
                    <a:pt x="258" y="951"/>
                  </a:cubicBezTo>
                  <a:cubicBezTo>
                    <a:pt x="266" y="947"/>
                    <a:pt x="266" y="947"/>
                    <a:pt x="266" y="947"/>
                  </a:cubicBezTo>
                  <a:cubicBezTo>
                    <a:pt x="269" y="941"/>
                    <a:pt x="269" y="941"/>
                    <a:pt x="269" y="941"/>
                  </a:cubicBezTo>
                  <a:cubicBezTo>
                    <a:pt x="266" y="930"/>
                    <a:pt x="266" y="930"/>
                    <a:pt x="266" y="930"/>
                  </a:cubicBezTo>
                  <a:cubicBezTo>
                    <a:pt x="274" y="924"/>
                    <a:pt x="274" y="924"/>
                    <a:pt x="274" y="924"/>
                  </a:cubicBezTo>
                  <a:cubicBezTo>
                    <a:pt x="280" y="923"/>
                    <a:pt x="280" y="923"/>
                    <a:pt x="280" y="923"/>
                  </a:cubicBezTo>
                  <a:cubicBezTo>
                    <a:pt x="283" y="919"/>
                    <a:pt x="283" y="919"/>
                    <a:pt x="283" y="919"/>
                  </a:cubicBezTo>
                  <a:cubicBezTo>
                    <a:pt x="307" y="914"/>
                    <a:pt x="307" y="914"/>
                    <a:pt x="307" y="914"/>
                  </a:cubicBezTo>
                  <a:cubicBezTo>
                    <a:pt x="319" y="915"/>
                    <a:pt x="319" y="915"/>
                    <a:pt x="319" y="915"/>
                  </a:cubicBezTo>
                  <a:cubicBezTo>
                    <a:pt x="334" y="924"/>
                    <a:pt x="334" y="924"/>
                    <a:pt x="334" y="924"/>
                  </a:cubicBezTo>
                  <a:cubicBezTo>
                    <a:pt x="339" y="922"/>
                    <a:pt x="339" y="922"/>
                    <a:pt x="339" y="922"/>
                  </a:cubicBezTo>
                  <a:cubicBezTo>
                    <a:pt x="355" y="923"/>
                    <a:pt x="355" y="923"/>
                    <a:pt x="355" y="923"/>
                  </a:cubicBezTo>
                  <a:cubicBezTo>
                    <a:pt x="364" y="925"/>
                    <a:pt x="364" y="925"/>
                    <a:pt x="364" y="925"/>
                  </a:cubicBezTo>
                  <a:cubicBezTo>
                    <a:pt x="368" y="916"/>
                    <a:pt x="368" y="916"/>
                    <a:pt x="368" y="916"/>
                  </a:cubicBezTo>
                  <a:cubicBezTo>
                    <a:pt x="382" y="909"/>
                    <a:pt x="382" y="909"/>
                    <a:pt x="382" y="909"/>
                  </a:cubicBezTo>
                  <a:cubicBezTo>
                    <a:pt x="392" y="912"/>
                    <a:pt x="392" y="912"/>
                    <a:pt x="392" y="912"/>
                  </a:cubicBezTo>
                  <a:cubicBezTo>
                    <a:pt x="406" y="903"/>
                    <a:pt x="406" y="903"/>
                    <a:pt x="406" y="903"/>
                  </a:cubicBezTo>
                  <a:cubicBezTo>
                    <a:pt x="416" y="905"/>
                    <a:pt x="416" y="905"/>
                    <a:pt x="416" y="905"/>
                  </a:cubicBezTo>
                  <a:cubicBezTo>
                    <a:pt x="422" y="905"/>
                    <a:pt x="422" y="905"/>
                    <a:pt x="422" y="905"/>
                  </a:cubicBezTo>
                  <a:cubicBezTo>
                    <a:pt x="429" y="900"/>
                    <a:pt x="429" y="900"/>
                    <a:pt x="429" y="900"/>
                  </a:cubicBezTo>
                  <a:cubicBezTo>
                    <a:pt x="431" y="905"/>
                    <a:pt x="431" y="905"/>
                    <a:pt x="431" y="905"/>
                  </a:cubicBezTo>
                  <a:cubicBezTo>
                    <a:pt x="439" y="909"/>
                    <a:pt x="439" y="909"/>
                    <a:pt x="439" y="909"/>
                  </a:cubicBezTo>
                  <a:cubicBezTo>
                    <a:pt x="449" y="903"/>
                    <a:pt x="449" y="903"/>
                    <a:pt x="449" y="903"/>
                  </a:cubicBezTo>
                  <a:cubicBezTo>
                    <a:pt x="471" y="903"/>
                    <a:pt x="471" y="903"/>
                    <a:pt x="471" y="903"/>
                  </a:cubicBezTo>
                  <a:cubicBezTo>
                    <a:pt x="485" y="900"/>
                    <a:pt x="485" y="900"/>
                    <a:pt x="485" y="900"/>
                  </a:cubicBezTo>
                  <a:cubicBezTo>
                    <a:pt x="498" y="904"/>
                    <a:pt x="498" y="904"/>
                    <a:pt x="498" y="904"/>
                  </a:cubicBezTo>
                  <a:cubicBezTo>
                    <a:pt x="505" y="905"/>
                    <a:pt x="505" y="905"/>
                    <a:pt x="505" y="905"/>
                  </a:cubicBezTo>
                  <a:cubicBezTo>
                    <a:pt x="515" y="898"/>
                    <a:pt x="515" y="898"/>
                    <a:pt x="515" y="898"/>
                  </a:cubicBezTo>
                  <a:cubicBezTo>
                    <a:pt x="526" y="896"/>
                    <a:pt x="526" y="896"/>
                    <a:pt x="526" y="896"/>
                  </a:cubicBezTo>
                  <a:cubicBezTo>
                    <a:pt x="536" y="888"/>
                    <a:pt x="536" y="888"/>
                    <a:pt x="536" y="888"/>
                  </a:cubicBezTo>
                  <a:cubicBezTo>
                    <a:pt x="542" y="887"/>
                    <a:pt x="542" y="887"/>
                    <a:pt x="542" y="887"/>
                  </a:cubicBezTo>
                  <a:cubicBezTo>
                    <a:pt x="549" y="889"/>
                    <a:pt x="549" y="889"/>
                    <a:pt x="549" y="889"/>
                  </a:cubicBezTo>
                  <a:cubicBezTo>
                    <a:pt x="548" y="882"/>
                    <a:pt x="548" y="882"/>
                    <a:pt x="548" y="882"/>
                  </a:cubicBezTo>
                  <a:cubicBezTo>
                    <a:pt x="563" y="872"/>
                    <a:pt x="563" y="872"/>
                    <a:pt x="563" y="872"/>
                  </a:cubicBezTo>
                  <a:cubicBezTo>
                    <a:pt x="573" y="870"/>
                    <a:pt x="573" y="870"/>
                    <a:pt x="573" y="870"/>
                  </a:cubicBezTo>
                  <a:cubicBezTo>
                    <a:pt x="574" y="861"/>
                    <a:pt x="574" y="861"/>
                    <a:pt x="574" y="861"/>
                  </a:cubicBezTo>
                  <a:cubicBezTo>
                    <a:pt x="571" y="855"/>
                    <a:pt x="571" y="855"/>
                    <a:pt x="571" y="855"/>
                  </a:cubicBezTo>
                  <a:cubicBezTo>
                    <a:pt x="574" y="847"/>
                    <a:pt x="574" y="847"/>
                    <a:pt x="574" y="847"/>
                  </a:cubicBezTo>
                  <a:cubicBezTo>
                    <a:pt x="556" y="848"/>
                    <a:pt x="556" y="848"/>
                    <a:pt x="556" y="848"/>
                  </a:cubicBezTo>
                  <a:cubicBezTo>
                    <a:pt x="544" y="852"/>
                    <a:pt x="544" y="852"/>
                    <a:pt x="544" y="852"/>
                  </a:cubicBezTo>
                  <a:cubicBezTo>
                    <a:pt x="536" y="853"/>
                    <a:pt x="536" y="853"/>
                    <a:pt x="536" y="853"/>
                  </a:cubicBezTo>
                  <a:cubicBezTo>
                    <a:pt x="525" y="849"/>
                    <a:pt x="525" y="849"/>
                    <a:pt x="525" y="849"/>
                  </a:cubicBezTo>
                  <a:cubicBezTo>
                    <a:pt x="520" y="848"/>
                    <a:pt x="520" y="848"/>
                    <a:pt x="520" y="848"/>
                  </a:cubicBezTo>
                  <a:cubicBezTo>
                    <a:pt x="524" y="845"/>
                    <a:pt x="524" y="845"/>
                    <a:pt x="524" y="845"/>
                  </a:cubicBezTo>
                  <a:cubicBezTo>
                    <a:pt x="528" y="844"/>
                    <a:pt x="528" y="844"/>
                    <a:pt x="528" y="844"/>
                  </a:cubicBezTo>
                  <a:cubicBezTo>
                    <a:pt x="529" y="842"/>
                    <a:pt x="529" y="842"/>
                    <a:pt x="529" y="842"/>
                  </a:cubicBezTo>
                  <a:cubicBezTo>
                    <a:pt x="518" y="840"/>
                    <a:pt x="518" y="840"/>
                    <a:pt x="518" y="840"/>
                  </a:cubicBezTo>
                  <a:cubicBezTo>
                    <a:pt x="509" y="843"/>
                    <a:pt x="509" y="843"/>
                    <a:pt x="509" y="843"/>
                  </a:cubicBezTo>
                  <a:cubicBezTo>
                    <a:pt x="522" y="835"/>
                    <a:pt x="522" y="835"/>
                    <a:pt x="522" y="835"/>
                  </a:cubicBezTo>
                  <a:cubicBezTo>
                    <a:pt x="531" y="835"/>
                    <a:pt x="531" y="835"/>
                    <a:pt x="531" y="835"/>
                  </a:cubicBezTo>
                  <a:cubicBezTo>
                    <a:pt x="541" y="831"/>
                    <a:pt x="541" y="831"/>
                    <a:pt x="541" y="831"/>
                  </a:cubicBezTo>
                  <a:cubicBezTo>
                    <a:pt x="538" y="823"/>
                    <a:pt x="538" y="823"/>
                    <a:pt x="538" y="823"/>
                  </a:cubicBezTo>
                  <a:cubicBezTo>
                    <a:pt x="528" y="823"/>
                    <a:pt x="528" y="823"/>
                    <a:pt x="528" y="823"/>
                  </a:cubicBezTo>
                  <a:cubicBezTo>
                    <a:pt x="536" y="817"/>
                    <a:pt x="536" y="817"/>
                    <a:pt x="536" y="817"/>
                  </a:cubicBezTo>
                  <a:cubicBezTo>
                    <a:pt x="541" y="812"/>
                    <a:pt x="541" y="812"/>
                    <a:pt x="541" y="812"/>
                  </a:cubicBezTo>
                  <a:cubicBezTo>
                    <a:pt x="547" y="816"/>
                    <a:pt x="547" y="816"/>
                    <a:pt x="547" y="816"/>
                  </a:cubicBezTo>
                  <a:cubicBezTo>
                    <a:pt x="557" y="810"/>
                    <a:pt x="557" y="810"/>
                    <a:pt x="557" y="810"/>
                  </a:cubicBezTo>
                  <a:cubicBezTo>
                    <a:pt x="561" y="805"/>
                    <a:pt x="561" y="805"/>
                    <a:pt x="561" y="805"/>
                  </a:cubicBezTo>
                  <a:cubicBezTo>
                    <a:pt x="556" y="804"/>
                    <a:pt x="556" y="804"/>
                    <a:pt x="556" y="804"/>
                  </a:cubicBezTo>
                  <a:cubicBezTo>
                    <a:pt x="559" y="799"/>
                    <a:pt x="559" y="799"/>
                    <a:pt x="559" y="799"/>
                  </a:cubicBezTo>
                  <a:cubicBezTo>
                    <a:pt x="548" y="798"/>
                    <a:pt x="548" y="798"/>
                    <a:pt x="548" y="798"/>
                  </a:cubicBezTo>
                  <a:cubicBezTo>
                    <a:pt x="552" y="792"/>
                    <a:pt x="552" y="792"/>
                    <a:pt x="552" y="792"/>
                  </a:cubicBezTo>
                  <a:cubicBezTo>
                    <a:pt x="559" y="793"/>
                    <a:pt x="559" y="793"/>
                    <a:pt x="559" y="793"/>
                  </a:cubicBezTo>
                  <a:cubicBezTo>
                    <a:pt x="561" y="798"/>
                    <a:pt x="561" y="798"/>
                    <a:pt x="561" y="798"/>
                  </a:cubicBezTo>
                  <a:cubicBezTo>
                    <a:pt x="569" y="789"/>
                    <a:pt x="569" y="789"/>
                    <a:pt x="569" y="789"/>
                  </a:cubicBezTo>
                  <a:cubicBezTo>
                    <a:pt x="577" y="786"/>
                    <a:pt x="577" y="786"/>
                    <a:pt x="577" y="786"/>
                  </a:cubicBezTo>
                  <a:cubicBezTo>
                    <a:pt x="578" y="768"/>
                    <a:pt x="578" y="768"/>
                    <a:pt x="578" y="768"/>
                  </a:cubicBezTo>
                  <a:cubicBezTo>
                    <a:pt x="586" y="751"/>
                    <a:pt x="586" y="751"/>
                    <a:pt x="586" y="751"/>
                  </a:cubicBezTo>
                  <a:cubicBezTo>
                    <a:pt x="580" y="744"/>
                    <a:pt x="580" y="744"/>
                    <a:pt x="580" y="744"/>
                  </a:cubicBezTo>
                  <a:cubicBezTo>
                    <a:pt x="577" y="729"/>
                    <a:pt x="577" y="729"/>
                    <a:pt x="577" y="729"/>
                  </a:cubicBezTo>
                  <a:cubicBezTo>
                    <a:pt x="554" y="713"/>
                    <a:pt x="554" y="713"/>
                    <a:pt x="554" y="713"/>
                  </a:cubicBezTo>
                  <a:cubicBezTo>
                    <a:pt x="523" y="712"/>
                    <a:pt x="523" y="712"/>
                    <a:pt x="523" y="712"/>
                  </a:cubicBezTo>
                  <a:cubicBezTo>
                    <a:pt x="503" y="712"/>
                    <a:pt x="503" y="712"/>
                    <a:pt x="503" y="712"/>
                  </a:cubicBezTo>
                  <a:cubicBezTo>
                    <a:pt x="502" y="726"/>
                    <a:pt x="502" y="726"/>
                    <a:pt x="502" y="726"/>
                  </a:cubicBezTo>
                  <a:cubicBezTo>
                    <a:pt x="497" y="733"/>
                    <a:pt x="497" y="733"/>
                    <a:pt x="497" y="733"/>
                  </a:cubicBezTo>
                  <a:cubicBezTo>
                    <a:pt x="486" y="723"/>
                    <a:pt x="486" y="723"/>
                    <a:pt x="486" y="723"/>
                  </a:cubicBezTo>
                  <a:cubicBezTo>
                    <a:pt x="474" y="720"/>
                    <a:pt x="474" y="720"/>
                    <a:pt x="474" y="720"/>
                  </a:cubicBezTo>
                  <a:cubicBezTo>
                    <a:pt x="493" y="702"/>
                    <a:pt x="493" y="702"/>
                    <a:pt x="493" y="702"/>
                  </a:cubicBezTo>
                  <a:cubicBezTo>
                    <a:pt x="493" y="691"/>
                    <a:pt x="493" y="691"/>
                    <a:pt x="493" y="691"/>
                  </a:cubicBezTo>
                  <a:cubicBezTo>
                    <a:pt x="478" y="669"/>
                    <a:pt x="478" y="669"/>
                    <a:pt x="478" y="669"/>
                  </a:cubicBezTo>
                  <a:cubicBezTo>
                    <a:pt x="472" y="668"/>
                    <a:pt x="472" y="668"/>
                    <a:pt x="472" y="668"/>
                  </a:cubicBezTo>
                  <a:cubicBezTo>
                    <a:pt x="458" y="660"/>
                    <a:pt x="458" y="660"/>
                    <a:pt x="458" y="660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46" y="653"/>
                    <a:pt x="446" y="653"/>
                    <a:pt x="446" y="653"/>
                  </a:cubicBezTo>
                  <a:cubicBezTo>
                    <a:pt x="441" y="654"/>
                    <a:pt x="441" y="654"/>
                    <a:pt x="441" y="654"/>
                  </a:cubicBezTo>
                  <a:cubicBezTo>
                    <a:pt x="433" y="652"/>
                    <a:pt x="433" y="652"/>
                    <a:pt x="433" y="652"/>
                  </a:cubicBezTo>
                  <a:cubicBezTo>
                    <a:pt x="428" y="652"/>
                    <a:pt x="428" y="652"/>
                    <a:pt x="428" y="652"/>
                  </a:cubicBezTo>
                  <a:cubicBezTo>
                    <a:pt x="437" y="650"/>
                    <a:pt x="437" y="650"/>
                    <a:pt x="437" y="650"/>
                  </a:cubicBezTo>
                  <a:cubicBezTo>
                    <a:pt x="443" y="651"/>
                    <a:pt x="443" y="651"/>
                    <a:pt x="443" y="651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9" y="652"/>
                    <a:pt x="459" y="652"/>
                    <a:pt x="459" y="652"/>
                  </a:cubicBezTo>
                  <a:cubicBezTo>
                    <a:pt x="464" y="657"/>
                    <a:pt x="464" y="657"/>
                    <a:pt x="464" y="657"/>
                  </a:cubicBezTo>
                  <a:cubicBezTo>
                    <a:pt x="471" y="655"/>
                    <a:pt x="471" y="655"/>
                    <a:pt x="471" y="655"/>
                  </a:cubicBezTo>
                  <a:cubicBezTo>
                    <a:pt x="478" y="657"/>
                    <a:pt x="478" y="657"/>
                    <a:pt x="478" y="657"/>
                  </a:cubicBezTo>
                  <a:cubicBezTo>
                    <a:pt x="460" y="636"/>
                    <a:pt x="460" y="636"/>
                    <a:pt x="460" y="636"/>
                  </a:cubicBezTo>
                  <a:cubicBezTo>
                    <a:pt x="451" y="626"/>
                    <a:pt x="451" y="626"/>
                    <a:pt x="451" y="626"/>
                  </a:cubicBezTo>
                  <a:cubicBezTo>
                    <a:pt x="457" y="618"/>
                    <a:pt x="457" y="618"/>
                    <a:pt x="457" y="618"/>
                  </a:cubicBezTo>
                  <a:cubicBezTo>
                    <a:pt x="462" y="617"/>
                    <a:pt x="462" y="617"/>
                    <a:pt x="462" y="617"/>
                  </a:cubicBezTo>
                  <a:cubicBezTo>
                    <a:pt x="453" y="612"/>
                    <a:pt x="453" y="612"/>
                    <a:pt x="453" y="612"/>
                  </a:cubicBezTo>
                  <a:cubicBezTo>
                    <a:pt x="449" y="606"/>
                    <a:pt x="449" y="606"/>
                    <a:pt x="449" y="606"/>
                  </a:cubicBezTo>
                  <a:cubicBezTo>
                    <a:pt x="445" y="606"/>
                    <a:pt x="445" y="606"/>
                    <a:pt x="445" y="606"/>
                  </a:cubicBezTo>
                  <a:cubicBezTo>
                    <a:pt x="434" y="588"/>
                    <a:pt x="434" y="588"/>
                    <a:pt x="434" y="588"/>
                  </a:cubicBezTo>
                  <a:cubicBezTo>
                    <a:pt x="418" y="580"/>
                    <a:pt x="418" y="580"/>
                    <a:pt x="418" y="580"/>
                  </a:cubicBezTo>
                  <a:cubicBezTo>
                    <a:pt x="396" y="576"/>
                    <a:pt x="396" y="576"/>
                    <a:pt x="396" y="576"/>
                  </a:cubicBezTo>
                  <a:cubicBezTo>
                    <a:pt x="395" y="567"/>
                    <a:pt x="395" y="567"/>
                    <a:pt x="395" y="567"/>
                  </a:cubicBezTo>
                  <a:cubicBezTo>
                    <a:pt x="390" y="565"/>
                    <a:pt x="390" y="565"/>
                    <a:pt x="390" y="565"/>
                  </a:cubicBezTo>
                  <a:cubicBezTo>
                    <a:pt x="382" y="542"/>
                    <a:pt x="382" y="542"/>
                    <a:pt x="382" y="542"/>
                  </a:cubicBezTo>
                  <a:cubicBezTo>
                    <a:pt x="374" y="530"/>
                    <a:pt x="374" y="530"/>
                    <a:pt x="374" y="530"/>
                  </a:cubicBezTo>
                  <a:cubicBezTo>
                    <a:pt x="368" y="501"/>
                    <a:pt x="368" y="501"/>
                    <a:pt x="368" y="501"/>
                  </a:cubicBezTo>
                  <a:cubicBezTo>
                    <a:pt x="362" y="492"/>
                    <a:pt x="362" y="492"/>
                    <a:pt x="362" y="492"/>
                  </a:cubicBezTo>
                  <a:cubicBezTo>
                    <a:pt x="356" y="492"/>
                    <a:pt x="356" y="492"/>
                    <a:pt x="356" y="492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25" y="464"/>
                    <a:pt x="325" y="464"/>
                    <a:pt x="325" y="464"/>
                  </a:cubicBezTo>
                  <a:cubicBezTo>
                    <a:pt x="316" y="457"/>
                    <a:pt x="316" y="457"/>
                    <a:pt x="316" y="457"/>
                  </a:cubicBezTo>
                  <a:cubicBezTo>
                    <a:pt x="302" y="452"/>
                    <a:pt x="302" y="452"/>
                    <a:pt x="302" y="452"/>
                  </a:cubicBezTo>
                  <a:cubicBezTo>
                    <a:pt x="296" y="457"/>
                    <a:pt x="296" y="457"/>
                    <a:pt x="296" y="457"/>
                  </a:cubicBezTo>
                  <a:cubicBezTo>
                    <a:pt x="285" y="463"/>
                    <a:pt x="285" y="463"/>
                    <a:pt x="285" y="463"/>
                  </a:cubicBezTo>
                  <a:cubicBezTo>
                    <a:pt x="269" y="459"/>
                    <a:pt x="269" y="459"/>
                    <a:pt x="269" y="459"/>
                  </a:cubicBezTo>
                  <a:cubicBezTo>
                    <a:pt x="262" y="460"/>
                    <a:pt x="262" y="460"/>
                    <a:pt x="262" y="460"/>
                  </a:cubicBezTo>
                  <a:cubicBezTo>
                    <a:pt x="249" y="456"/>
                    <a:pt x="249" y="456"/>
                    <a:pt x="249" y="456"/>
                  </a:cubicBezTo>
                  <a:cubicBezTo>
                    <a:pt x="245" y="450"/>
                    <a:pt x="245" y="450"/>
                    <a:pt x="245" y="450"/>
                  </a:cubicBezTo>
                  <a:cubicBezTo>
                    <a:pt x="253" y="453"/>
                    <a:pt x="253" y="453"/>
                    <a:pt x="253" y="453"/>
                  </a:cubicBezTo>
                  <a:cubicBezTo>
                    <a:pt x="268" y="454"/>
                    <a:pt x="268" y="454"/>
                    <a:pt x="268" y="454"/>
                  </a:cubicBezTo>
                  <a:cubicBezTo>
                    <a:pt x="281" y="450"/>
                    <a:pt x="281" y="450"/>
                    <a:pt x="281" y="450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98" y="442"/>
                    <a:pt x="298" y="442"/>
                    <a:pt x="298" y="442"/>
                  </a:cubicBezTo>
                  <a:cubicBezTo>
                    <a:pt x="310" y="433"/>
                    <a:pt x="310" y="433"/>
                    <a:pt x="310" y="433"/>
                  </a:cubicBezTo>
                  <a:cubicBezTo>
                    <a:pt x="297" y="428"/>
                    <a:pt x="297" y="428"/>
                    <a:pt x="297" y="428"/>
                  </a:cubicBezTo>
                  <a:cubicBezTo>
                    <a:pt x="297" y="422"/>
                    <a:pt x="297" y="422"/>
                    <a:pt x="297" y="422"/>
                  </a:cubicBezTo>
                  <a:cubicBezTo>
                    <a:pt x="292" y="418"/>
                    <a:pt x="292" y="418"/>
                    <a:pt x="292" y="418"/>
                  </a:cubicBezTo>
                  <a:cubicBezTo>
                    <a:pt x="275" y="426"/>
                    <a:pt x="275" y="426"/>
                    <a:pt x="275" y="426"/>
                  </a:cubicBezTo>
                  <a:cubicBezTo>
                    <a:pt x="272" y="423"/>
                    <a:pt x="272" y="423"/>
                    <a:pt x="272" y="423"/>
                  </a:cubicBezTo>
                  <a:cubicBezTo>
                    <a:pt x="285" y="415"/>
                    <a:pt x="285" y="415"/>
                    <a:pt x="285" y="415"/>
                  </a:cubicBezTo>
                  <a:cubicBezTo>
                    <a:pt x="301" y="416"/>
                    <a:pt x="301" y="416"/>
                    <a:pt x="301" y="416"/>
                  </a:cubicBezTo>
                  <a:cubicBezTo>
                    <a:pt x="310" y="409"/>
                    <a:pt x="310" y="409"/>
                    <a:pt x="310" y="409"/>
                  </a:cubicBezTo>
                  <a:cubicBezTo>
                    <a:pt x="311" y="402"/>
                    <a:pt x="311" y="402"/>
                    <a:pt x="311" y="402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32" y="375"/>
                    <a:pt x="332" y="375"/>
                    <a:pt x="332" y="375"/>
                  </a:cubicBezTo>
                  <a:cubicBezTo>
                    <a:pt x="331" y="370"/>
                    <a:pt x="331" y="370"/>
                    <a:pt x="331" y="370"/>
                  </a:cubicBezTo>
                  <a:cubicBezTo>
                    <a:pt x="337" y="359"/>
                    <a:pt x="337" y="359"/>
                    <a:pt x="337" y="359"/>
                  </a:cubicBezTo>
                  <a:cubicBezTo>
                    <a:pt x="335" y="355"/>
                    <a:pt x="335" y="355"/>
                    <a:pt x="335" y="355"/>
                  </a:cubicBezTo>
                  <a:cubicBezTo>
                    <a:pt x="341" y="341"/>
                    <a:pt x="341" y="341"/>
                    <a:pt x="341" y="341"/>
                  </a:cubicBezTo>
                  <a:cubicBezTo>
                    <a:pt x="352" y="332"/>
                    <a:pt x="352" y="332"/>
                    <a:pt x="352" y="332"/>
                  </a:cubicBezTo>
                  <a:cubicBezTo>
                    <a:pt x="352" y="323"/>
                    <a:pt x="352" y="323"/>
                    <a:pt x="352" y="323"/>
                  </a:cubicBezTo>
                  <a:cubicBezTo>
                    <a:pt x="336" y="310"/>
                    <a:pt x="336" y="310"/>
                    <a:pt x="336" y="310"/>
                  </a:cubicBezTo>
                  <a:cubicBezTo>
                    <a:pt x="332" y="312"/>
                    <a:pt x="332" y="312"/>
                    <a:pt x="332" y="312"/>
                  </a:cubicBezTo>
                  <a:cubicBezTo>
                    <a:pt x="305" y="313"/>
                    <a:pt x="305" y="313"/>
                    <a:pt x="305" y="313"/>
                  </a:cubicBezTo>
                  <a:cubicBezTo>
                    <a:pt x="288" y="310"/>
                    <a:pt x="288" y="310"/>
                    <a:pt x="288" y="310"/>
                  </a:cubicBezTo>
                  <a:cubicBezTo>
                    <a:pt x="284" y="313"/>
                    <a:pt x="284" y="313"/>
                    <a:pt x="284" y="313"/>
                  </a:cubicBezTo>
                  <a:cubicBezTo>
                    <a:pt x="275" y="313"/>
                    <a:pt x="275" y="313"/>
                    <a:pt x="275" y="313"/>
                  </a:cubicBezTo>
                  <a:cubicBezTo>
                    <a:pt x="265" y="310"/>
                    <a:pt x="265" y="310"/>
                    <a:pt x="265" y="310"/>
                  </a:cubicBezTo>
                  <a:cubicBezTo>
                    <a:pt x="258" y="310"/>
                    <a:pt x="258" y="310"/>
                    <a:pt x="258" y="310"/>
                  </a:cubicBezTo>
                  <a:cubicBezTo>
                    <a:pt x="257" y="313"/>
                    <a:pt x="257" y="313"/>
                    <a:pt x="257" y="313"/>
                  </a:cubicBezTo>
                  <a:cubicBezTo>
                    <a:pt x="247" y="316"/>
                    <a:pt x="247" y="316"/>
                    <a:pt x="247" y="316"/>
                  </a:cubicBezTo>
                  <a:cubicBezTo>
                    <a:pt x="236" y="322"/>
                    <a:pt x="236" y="322"/>
                    <a:pt x="236" y="322"/>
                  </a:cubicBezTo>
                  <a:cubicBezTo>
                    <a:pt x="231" y="322"/>
                    <a:pt x="231" y="322"/>
                    <a:pt x="231" y="322"/>
                  </a:cubicBezTo>
                  <a:cubicBezTo>
                    <a:pt x="224" y="327"/>
                    <a:pt x="224" y="327"/>
                    <a:pt x="224" y="327"/>
                  </a:cubicBezTo>
                  <a:cubicBezTo>
                    <a:pt x="222" y="325"/>
                    <a:pt x="222" y="325"/>
                    <a:pt x="222" y="325"/>
                  </a:cubicBezTo>
                  <a:cubicBezTo>
                    <a:pt x="232" y="315"/>
                    <a:pt x="232" y="315"/>
                    <a:pt x="232" y="315"/>
                  </a:cubicBezTo>
                  <a:cubicBezTo>
                    <a:pt x="242" y="299"/>
                    <a:pt x="242" y="299"/>
                    <a:pt x="242" y="299"/>
                  </a:cubicBezTo>
                  <a:cubicBezTo>
                    <a:pt x="234" y="303"/>
                    <a:pt x="234" y="303"/>
                    <a:pt x="234" y="303"/>
                  </a:cubicBezTo>
                  <a:cubicBezTo>
                    <a:pt x="225" y="300"/>
                    <a:pt x="225" y="300"/>
                    <a:pt x="225" y="300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3" y="289"/>
                    <a:pt x="233" y="289"/>
                    <a:pt x="233" y="289"/>
                  </a:cubicBezTo>
                  <a:cubicBezTo>
                    <a:pt x="259" y="271"/>
                    <a:pt x="259" y="271"/>
                    <a:pt x="259" y="271"/>
                  </a:cubicBezTo>
                  <a:cubicBezTo>
                    <a:pt x="267" y="259"/>
                    <a:pt x="267" y="259"/>
                    <a:pt x="267" y="259"/>
                  </a:cubicBezTo>
                  <a:cubicBezTo>
                    <a:pt x="276" y="256"/>
                    <a:pt x="276" y="256"/>
                    <a:pt x="276" y="256"/>
                  </a:cubicBezTo>
                  <a:cubicBezTo>
                    <a:pt x="280" y="245"/>
                    <a:pt x="280" y="245"/>
                    <a:pt x="280" y="245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81" y="233"/>
                    <a:pt x="281" y="233"/>
                    <a:pt x="281" y="233"/>
                  </a:cubicBezTo>
                  <a:cubicBezTo>
                    <a:pt x="280" y="228"/>
                    <a:pt x="280" y="228"/>
                    <a:pt x="280" y="228"/>
                  </a:cubicBezTo>
                  <a:cubicBezTo>
                    <a:pt x="267" y="228"/>
                    <a:pt x="267" y="228"/>
                    <a:pt x="267" y="228"/>
                  </a:cubicBezTo>
                  <a:cubicBezTo>
                    <a:pt x="261" y="234"/>
                    <a:pt x="261" y="234"/>
                    <a:pt x="261" y="234"/>
                  </a:cubicBezTo>
                  <a:cubicBezTo>
                    <a:pt x="253" y="231"/>
                    <a:pt x="253" y="231"/>
                    <a:pt x="253" y="231"/>
                  </a:cubicBezTo>
                  <a:cubicBezTo>
                    <a:pt x="240" y="237"/>
                    <a:pt x="240" y="237"/>
                    <a:pt x="240" y="237"/>
                  </a:cubicBezTo>
                  <a:cubicBezTo>
                    <a:pt x="228" y="235"/>
                    <a:pt x="228" y="235"/>
                    <a:pt x="228" y="235"/>
                  </a:cubicBezTo>
                  <a:cubicBezTo>
                    <a:pt x="218" y="239"/>
                    <a:pt x="218" y="239"/>
                    <a:pt x="218" y="239"/>
                  </a:cubicBezTo>
                  <a:cubicBezTo>
                    <a:pt x="213" y="239"/>
                    <a:pt x="213" y="239"/>
                    <a:pt x="213" y="239"/>
                  </a:cubicBezTo>
                  <a:cubicBezTo>
                    <a:pt x="207" y="244"/>
                    <a:pt x="207" y="244"/>
                    <a:pt x="207" y="244"/>
                  </a:cubicBezTo>
                  <a:cubicBezTo>
                    <a:pt x="208" y="239"/>
                    <a:pt x="208" y="239"/>
                    <a:pt x="208" y="239"/>
                  </a:cubicBezTo>
                  <a:cubicBezTo>
                    <a:pt x="203" y="237"/>
                    <a:pt x="203" y="237"/>
                    <a:pt x="203" y="237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195" y="238"/>
                    <a:pt x="195" y="238"/>
                    <a:pt x="195" y="238"/>
                  </a:cubicBezTo>
                  <a:cubicBezTo>
                    <a:pt x="180" y="231"/>
                    <a:pt x="180" y="231"/>
                    <a:pt x="180" y="231"/>
                  </a:cubicBezTo>
                  <a:cubicBezTo>
                    <a:pt x="177" y="240"/>
                    <a:pt x="177" y="240"/>
                    <a:pt x="177" y="240"/>
                  </a:cubicBezTo>
                  <a:cubicBezTo>
                    <a:pt x="172" y="243"/>
                    <a:pt x="172" y="243"/>
                    <a:pt x="172" y="243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0" y="252"/>
                    <a:pt x="170" y="252"/>
                    <a:pt x="170" y="252"/>
                  </a:cubicBezTo>
                  <a:cubicBezTo>
                    <a:pt x="171" y="261"/>
                    <a:pt x="171" y="261"/>
                    <a:pt x="171" y="261"/>
                  </a:cubicBezTo>
                  <a:cubicBezTo>
                    <a:pt x="160" y="263"/>
                    <a:pt x="160" y="263"/>
                    <a:pt x="160" y="263"/>
                  </a:cubicBezTo>
                  <a:cubicBezTo>
                    <a:pt x="165" y="272"/>
                    <a:pt x="165" y="272"/>
                    <a:pt x="165" y="272"/>
                  </a:cubicBezTo>
                  <a:cubicBezTo>
                    <a:pt x="161" y="280"/>
                    <a:pt x="161" y="280"/>
                    <a:pt x="161" y="280"/>
                  </a:cubicBezTo>
                  <a:cubicBezTo>
                    <a:pt x="155" y="280"/>
                    <a:pt x="155" y="280"/>
                    <a:pt x="155" y="280"/>
                  </a:cubicBezTo>
                  <a:cubicBezTo>
                    <a:pt x="168" y="291"/>
                    <a:pt x="168" y="291"/>
                    <a:pt x="168" y="291"/>
                  </a:cubicBezTo>
                  <a:cubicBezTo>
                    <a:pt x="173" y="299"/>
                    <a:pt x="173" y="299"/>
                    <a:pt x="173" y="299"/>
                  </a:cubicBezTo>
                  <a:cubicBezTo>
                    <a:pt x="160" y="292"/>
                    <a:pt x="160" y="292"/>
                    <a:pt x="160" y="292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45" y="290"/>
                    <a:pt x="145" y="290"/>
                    <a:pt x="145" y="290"/>
                  </a:cubicBezTo>
                  <a:cubicBezTo>
                    <a:pt x="145" y="295"/>
                    <a:pt x="145" y="295"/>
                    <a:pt x="145" y="295"/>
                  </a:cubicBezTo>
                  <a:cubicBezTo>
                    <a:pt x="147" y="300"/>
                    <a:pt x="147" y="300"/>
                    <a:pt x="147" y="300"/>
                  </a:cubicBezTo>
                  <a:cubicBezTo>
                    <a:pt x="144" y="305"/>
                    <a:pt x="144" y="305"/>
                    <a:pt x="144" y="305"/>
                  </a:cubicBezTo>
                  <a:cubicBezTo>
                    <a:pt x="139" y="295"/>
                    <a:pt x="139" y="295"/>
                    <a:pt x="139" y="295"/>
                  </a:cubicBezTo>
                  <a:cubicBezTo>
                    <a:pt x="134" y="305"/>
                    <a:pt x="134" y="305"/>
                    <a:pt x="134" y="305"/>
                  </a:cubicBezTo>
                  <a:cubicBezTo>
                    <a:pt x="139" y="310"/>
                    <a:pt x="139" y="310"/>
                    <a:pt x="139" y="310"/>
                  </a:cubicBezTo>
                  <a:cubicBezTo>
                    <a:pt x="135" y="315"/>
                    <a:pt x="135" y="315"/>
                    <a:pt x="135" y="315"/>
                  </a:cubicBezTo>
                  <a:cubicBezTo>
                    <a:pt x="143" y="324"/>
                    <a:pt x="143" y="324"/>
                    <a:pt x="143" y="324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42" y="327"/>
                    <a:pt x="142" y="327"/>
                    <a:pt x="142" y="327"/>
                  </a:cubicBezTo>
                  <a:cubicBezTo>
                    <a:pt x="133" y="322"/>
                    <a:pt x="133" y="322"/>
                    <a:pt x="133" y="322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40"/>
                    <a:pt x="135" y="340"/>
                    <a:pt x="135" y="340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40" y="343"/>
                    <a:pt x="140" y="343"/>
                    <a:pt x="140" y="343"/>
                  </a:cubicBezTo>
                  <a:cubicBezTo>
                    <a:pt x="139" y="346"/>
                    <a:pt x="139" y="346"/>
                    <a:pt x="139" y="346"/>
                  </a:cubicBezTo>
                  <a:cubicBezTo>
                    <a:pt x="143" y="348"/>
                    <a:pt x="143" y="348"/>
                    <a:pt x="143" y="348"/>
                  </a:cubicBezTo>
                  <a:cubicBezTo>
                    <a:pt x="154" y="344"/>
                    <a:pt x="154" y="344"/>
                    <a:pt x="154" y="344"/>
                  </a:cubicBezTo>
                  <a:cubicBezTo>
                    <a:pt x="151" y="347"/>
                    <a:pt x="151" y="347"/>
                    <a:pt x="151" y="347"/>
                  </a:cubicBezTo>
                  <a:cubicBezTo>
                    <a:pt x="155" y="352"/>
                    <a:pt x="155" y="352"/>
                    <a:pt x="155" y="352"/>
                  </a:cubicBezTo>
                  <a:cubicBezTo>
                    <a:pt x="147" y="349"/>
                    <a:pt x="147" y="349"/>
                    <a:pt x="147" y="349"/>
                  </a:cubicBezTo>
                  <a:cubicBezTo>
                    <a:pt x="144" y="351"/>
                    <a:pt x="144" y="351"/>
                    <a:pt x="144" y="351"/>
                  </a:cubicBezTo>
                  <a:cubicBezTo>
                    <a:pt x="142" y="357"/>
                    <a:pt x="142" y="357"/>
                    <a:pt x="142" y="357"/>
                  </a:cubicBezTo>
                  <a:cubicBezTo>
                    <a:pt x="146" y="360"/>
                    <a:pt x="146" y="360"/>
                    <a:pt x="146" y="360"/>
                  </a:cubicBezTo>
                  <a:cubicBezTo>
                    <a:pt x="140" y="361"/>
                    <a:pt x="140" y="361"/>
                    <a:pt x="140" y="361"/>
                  </a:cubicBezTo>
                  <a:cubicBezTo>
                    <a:pt x="136" y="367"/>
                    <a:pt x="136" y="367"/>
                    <a:pt x="136" y="367"/>
                  </a:cubicBezTo>
                  <a:cubicBezTo>
                    <a:pt x="143" y="369"/>
                    <a:pt x="143" y="369"/>
                    <a:pt x="143" y="369"/>
                  </a:cubicBezTo>
                  <a:cubicBezTo>
                    <a:pt x="145" y="374"/>
                    <a:pt x="145" y="374"/>
                    <a:pt x="145" y="374"/>
                  </a:cubicBezTo>
                  <a:cubicBezTo>
                    <a:pt x="133" y="370"/>
                    <a:pt x="133" y="370"/>
                    <a:pt x="133" y="370"/>
                  </a:cubicBezTo>
                  <a:cubicBezTo>
                    <a:pt x="130" y="377"/>
                    <a:pt x="130" y="377"/>
                    <a:pt x="130" y="377"/>
                  </a:cubicBezTo>
                  <a:cubicBezTo>
                    <a:pt x="135" y="380"/>
                    <a:pt x="135" y="380"/>
                    <a:pt x="135" y="380"/>
                  </a:cubicBezTo>
                  <a:cubicBezTo>
                    <a:pt x="132" y="385"/>
                    <a:pt x="132" y="385"/>
                    <a:pt x="132" y="385"/>
                  </a:cubicBezTo>
                  <a:cubicBezTo>
                    <a:pt x="127" y="389"/>
                    <a:pt x="127" y="389"/>
                    <a:pt x="127" y="389"/>
                  </a:cubicBezTo>
                  <a:cubicBezTo>
                    <a:pt x="115" y="389"/>
                    <a:pt x="115" y="389"/>
                    <a:pt x="115" y="389"/>
                  </a:cubicBezTo>
                  <a:cubicBezTo>
                    <a:pt x="110" y="394"/>
                    <a:pt x="110" y="394"/>
                    <a:pt x="110" y="394"/>
                  </a:cubicBezTo>
                  <a:cubicBezTo>
                    <a:pt x="114" y="397"/>
                    <a:pt x="114" y="397"/>
                    <a:pt x="114" y="397"/>
                  </a:cubicBezTo>
                  <a:cubicBezTo>
                    <a:pt x="124" y="396"/>
                    <a:pt x="124" y="396"/>
                    <a:pt x="124" y="396"/>
                  </a:cubicBezTo>
                  <a:cubicBezTo>
                    <a:pt x="131" y="398"/>
                    <a:pt x="131" y="398"/>
                    <a:pt x="131" y="398"/>
                  </a:cubicBezTo>
                  <a:cubicBezTo>
                    <a:pt x="130" y="401"/>
                    <a:pt x="130" y="401"/>
                    <a:pt x="130" y="401"/>
                  </a:cubicBezTo>
                  <a:cubicBezTo>
                    <a:pt x="122" y="401"/>
                    <a:pt x="122" y="401"/>
                    <a:pt x="122" y="401"/>
                  </a:cubicBezTo>
                  <a:cubicBezTo>
                    <a:pt x="132" y="410"/>
                    <a:pt x="132" y="410"/>
                    <a:pt x="132" y="410"/>
                  </a:cubicBezTo>
                  <a:cubicBezTo>
                    <a:pt x="136" y="408"/>
                    <a:pt x="136" y="408"/>
                    <a:pt x="136" y="408"/>
                  </a:cubicBezTo>
                  <a:cubicBezTo>
                    <a:pt x="141" y="414"/>
                    <a:pt x="141" y="414"/>
                    <a:pt x="141" y="414"/>
                  </a:cubicBezTo>
                  <a:cubicBezTo>
                    <a:pt x="168" y="388"/>
                    <a:pt x="168" y="388"/>
                    <a:pt x="168" y="388"/>
                  </a:cubicBezTo>
                  <a:cubicBezTo>
                    <a:pt x="164" y="396"/>
                    <a:pt x="164" y="396"/>
                    <a:pt x="164" y="396"/>
                  </a:cubicBezTo>
                  <a:cubicBezTo>
                    <a:pt x="168" y="398"/>
                    <a:pt x="168" y="398"/>
                    <a:pt x="168" y="398"/>
                  </a:cubicBezTo>
                  <a:cubicBezTo>
                    <a:pt x="160" y="401"/>
                    <a:pt x="160" y="401"/>
                    <a:pt x="160" y="401"/>
                  </a:cubicBezTo>
                  <a:cubicBezTo>
                    <a:pt x="153" y="415"/>
                    <a:pt x="153" y="415"/>
                    <a:pt x="153" y="415"/>
                  </a:cubicBezTo>
                  <a:cubicBezTo>
                    <a:pt x="154" y="419"/>
                    <a:pt x="154" y="419"/>
                    <a:pt x="154" y="419"/>
                  </a:cubicBezTo>
                  <a:cubicBezTo>
                    <a:pt x="146" y="434"/>
                    <a:pt x="146" y="434"/>
                    <a:pt x="146" y="434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2" y="453"/>
                    <a:pt x="142" y="453"/>
                    <a:pt x="142" y="453"/>
                  </a:cubicBezTo>
                  <a:cubicBezTo>
                    <a:pt x="144" y="465"/>
                    <a:pt x="144" y="465"/>
                    <a:pt x="144" y="465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2" y="477"/>
                    <a:pt x="142" y="477"/>
                    <a:pt x="142" y="477"/>
                  </a:cubicBezTo>
                  <a:cubicBezTo>
                    <a:pt x="147" y="475"/>
                    <a:pt x="147" y="475"/>
                    <a:pt x="147" y="475"/>
                  </a:cubicBezTo>
                  <a:cubicBezTo>
                    <a:pt x="139" y="488"/>
                    <a:pt x="139" y="488"/>
                    <a:pt x="139" y="488"/>
                  </a:cubicBezTo>
                  <a:cubicBezTo>
                    <a:pt x="137" y="505"/>
                    <a:pt x="137" y="505"/>
                    <a:pt x="137" y="505"/>
                  </a:cubicBezTo>
                  <a:cubicBezTo>
                    <a:pt x="131" y="511"/>
                    <a:pt x="131" y="511"/>
                    <a:pt x="131" y="511"/>
                  </a:cubicBezTo>
                  <a:cubicBezTo>
                    <a:pt x="131" y="515"/>
                    <a:pt x="131" y="515"/>
                    <a:pt x="131" y="515"/>
                  </a:cubicBezTo>
                  <a:cubicBezTo>
                    <a:pt x="146" y="515"/>
                    <a:pt x="146" y="515"/>
                    <a:pt x="146" y="515"/>
                  </a:cubicBezTo>
                  <a:cubicBezTo>
                    <a:pt x="144" y="506"/>
                    <a:pt x="144" y="506"/>
                    <a:pt x="144" y="506"/>
                  </a:cubicBezTo>
                  <a:cubicBezTo>
                    <a:pt x="150" y="493"/>
                    <a:pt x="150" y="493"/>
                    <a:pt x="150" y="493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1" y="455"/>
                    <a:pt x="151" y="455"/>
                    <a:pt x="151" y="455"/>
                  </a:cubicBezTo>
                  <a:cubicBezTo>
                    <a:pt x="156" y="455"/>
                    <a:pt x="156" y="455"/>
                    <a:pt x="156" y="455"/>
                  </a:cubicBezTo>
                  <a:cubicBezTo>
                    <a:pt x="173" y="436"/>
                    <a:pt x="173" y="436"/>
                    <a:pt x="173" y="436"/>
                  </a:cubicBezTo>
                  <a:cubicBezTo>
                    <a:pt x="160" y="454"/>
                    <a:pt x="160" y="454"/>
                    <a:pt x="160" y="454"/>
                  </a:cubicBezTo>
                  <a:cubicBezTo>
                    <a:pt x="159" y="467"/>
                    <a:pt x="159" y="467"/>
                    <a:pt x="159" y="467"/>
                  </a:cubicBezTo>
                  <a:cubicBezTo>
                    <a:pt x="164" y="470"/>
                    <a:pt x="164" y="470"/>
                    <a:pt x="164" y="470"/>
                  </a:cubicBezTo>
                  <a:cubicBezTo>
                    <a:pt x="165" y="462"/>
                    <a:pt x="165" y="462"/>
                    <a:pt x="165" y="462"/>
                  </a:cubicBezTo>
                  <a:cubicBezTo>
                    <a:pt x="173" y="456"/>
                    <a:pt x="173" y="456"/>
                    <a:pt x="173" y="456"/>
                  </a:cubicBezTo>
                  <a:cubicBezTo>
                    <a:pt x="177" y="468"/>
                    <a:pt x="177" y="468"/>
                    <a:pt x="177" y="468"/>
                  </a:cubicBezTo>
                  <a:cubicBezTo>
                    <a:pt x="184" y="453"/>
                    <a:pt x="184" y="453"/>
                    <a:pt x="184" y="453"/>
                  </a:cubicBezTo>
                  <a:cubicBezTo>
                    <a:pt x="183" y="443"/>
                    <a:pt x="183" y="443"/>
                    <a:pt x="183" y="443"/>
                  </a:cubicBezTo>
                  <a:cubicBezTo>
                    <a:pt x="188" y="441"/>
                    <a:pt x="188" y="441"/>
                    <a:pt x="188" y="441"/>
                  </a:cubicBezTo>
                  <a:cubicBezTo>
                    <a:pt x="186" y="454"/>
                    <a:pt x="186" y="454"/>
                    <a:pt x="186" y="454"/>
                  </a:cubicBezTo>
                  <a:cubicBezTo>
                    <a:pt x="200" y="464"/>
                    <a:pt x="200" y="464"/>
                    <a:pt x="200" y="464"/>
                  </a:cubicBezTo>
                  <a:cubicBezTo>
                    <a:pt x="188" y="460"/>
                    <a:pt x="188" y="460"/>
                    <a:pt x="188" y="460"/>
                  </a:cubicBezTo>
                  <a:cubicBezTo>
                    <a:pt x="184" y="477"/>
                    <a:pt x="184" y="477"/>
                    <a:pt x="184" y="477"/>
                  </a:cubicBezTo>
                  <a:cubicBezTo>
                    <a:pt x="186" y="489"/>
                    <a:pt x="186" y="489"/>
                    <a:pt x="186" y="489"/>
                  </a:cubicBezTo>
                  <a:cubicBezTo>
                    <a:pt x="194" y="491"/>
                    <a:pt x="194" y="491"/>
                    <a:pt x="194" y="491"/>
                  </a:cubicBezTo>
                  <a:cubicBezTo>
                    <a:pt x="198" y="501"/>
                    <a:pt x="198" y="501"/>
                    <a:pt x="198" y="501"/>
                  </a:cubicBezTo>
                  <a:cubicBezTo>
                    <a:pt x="187" y="512"/>
                    <a:pt x="187" y="512"/>
                    <a:pt x="187" y="512"/>
                  </a:cubicBezTo>
                  <a:cubicBezTo>
                    <a:pt x="176" y="538"/>
                    <a:pt x="176" y="538"/>
                    <a:pt x="176" y="538"/>
                  </a:cubicBezTo>
                  <a:cubicBezTo>
                    <a:pt x="179" y="550"/>
                    <a:pt x="179" y="550"/>
                    <a:pt x="179" y="550"/>
                  </a:cubicBezTo>
                  <a:cubicBezTo>
                    <a:pt x="169" y="544"/>
                    <a:pt x="169" y="544"/>
                    <a:pt x="169" y="544"/>
                  </a:cubicBezTo>
                  <a:cubicBezTo>
                    <a:pt x="169" y="557"/>
                    <a:pt x="169" y="557"/>
                    <a:pt x="169" y="557"/>
                  </a:cubicBezTo>
                  <a:cubicBezTo>
                    <a:pt x="183" y="574"/>
                    <a:pt x="183" y="574"/>
                    <a:pt x="183" y="574"/>
                  </a:cubicBezTo>
                  <a:cubicBezTo>
                    <a:pt x="179" y="559"/>
                    <a:pt x="179" y="559"/>
                    <a:pt x="179" y="559"/>
                  </a:cubicBezTo>
                  <a:cubicBezTo>
                    <a:pt x="188" y="556"/>
                    <a:pt x="188" y="556"/>
                    <a:pt x="188" y="556"/>
                  </a:cubicBezTo>
                  <a:cubicBezTo>
                    <a:pt x="211" y="572"/>
                    <a:pt x="211" y="572"/>
                    <a:pt x="211" y="572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2" y="552"/>
                    <a:pt x="202" y="552"/>
                    <a:pt x="202" y="552"/>
                  </a:cubicBezTo>
                  <a:cubicBezTo>
                    <a:pt x="208" y="551"/>
                    <a:pt x="208" y="551"/>
                    <a:pt x="208" y="551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41" y="560"/>
                    <a:pt x="241" y="560"/>
                    <a:pt x="241" y="560"/>
                  </a:cubicBezTo>
                  <a:cubicBezTo>
                    <a:pt x="241" y="555"/>
                    <a:pt x="241" y="555"/>
                    <a:pt x="241" y="555"/>
                  </a:cubicBezTo>
                  <a:cubicBezTo>
                    <a:pt x="253" y="555"/>
                    <a:pt x="253" y="555"/>
                    <a:pt x="253" y="555"/>
                  </a:cubicBezTo>
                  <a:cubicBezTo>
                    <a:pt x="257" y="545"/>
                    <a:pt x="257" y="545"/>
                    <a:pt x="257" y="545"/>
                  </a:cubicBezTo>
                  <a:cubicBezTo>
                    <a:pt x="290" y="546"/>
                    <a:pt x="290" y="546"/>
                    <a:pt x="290" y="546"/>
                  </a:cubicBezTo>
                  <a:cubicBezTo>
                    <a:pt x="268" y="551"/>
                    <a:pt x="268" y="551"/>
                    <a:pt x="268" y="551"/>
                  </a:cubicBezTo>
                  <a:cubicBezTo>
                    <a:pt x="255" y="586"/>
                    <a:pt x="255" y="586"/>
                    <a:pt x="255" y="586"/>
                  </a:cubicBezTo>
                  <a:cubicBezTo>
                    <a:pt x="271" y="613"/>
                    <a:pt x="271" y="613"/>
                    <a:pt x="271" y="613"/>
                  </a:cubicBezTo>
                  <a:cubicBezTo>
                    <a:pt x="279" y="609"/>
                    <a:pt x="279" y="609"/>
                    <a:pt x="279" y="609"/>
                  </a:cubicBezTo>
                  <a:cubicBezTo>
                    <a:pt x="279" y="623"/>
                    <a:pt x="279" y="623"/>
                    <a:pt x="279" y="623"/>
                  </a:cubicBezTo>
                  <a:cubicBezTo>
                    <a:pt x="290" y="611"/>
                    <a:pt x="290" y="611"/>
                    <a:pt x="290" y="611"/>
                  </a:cubicBezTo>
                  <a:cubicBezTo>
                    <a:pt x="304" y="613"/>
                    <a:pt x="304" y="613"/>
                    <a:pt x="304" y="613"/>
                  </a:cubicBezTo>
                  <a:cubicBezTo>
                    <a:pt x="299" y="628"/>
                    <a:pt x="299" y="628"/>
                    <a:pt x="299" y="628"/>
                  </a:cubicBezTo>
                  <a:cubicBezTo>
                    <a:pt x="303" y="630"/>
                    <a:pt x="303" y="630"/>
                    <a:pt x="303" y="630"/>
                  </a:cubicBezTo>
                  <a:cubicBezTo>
                    <a:pt x="290" y="640"/>
                    <a:pt x="290" y="640"/>
                    <a:pt x="290" y="640"/>
                  </a:cubicBezTo>
                  <a:cubicBezTo>
                    <a:pt x="294" y="656"/>
                    <a:pt x="294" y="656"/>
                    <a:pt x="294" y="656"/>
                  </a:cubicBezTo>
                  <a:cubicBezTo>
                    <a:pt x="287" y="669"/>
                    <a:pt x="287" y="669"/>
                    <a:pt x="287" y="669"/>
                  </a:cubicBezTo>
                  <a:cubicBezTo>
                    <a:pt x="295" y="679"/>
                    <a:pt x="295" y="679"/>
                    <a:pt x="295" y="679"/>
                  </a:cubicBezTo>
                  <a:cubicBezTo>
                    <a:pt x="305" y="686"/>
                    <a:pt x="305" y="686"/>
                    <a:pt x="305" y="686"/>
                  </a:cubicBezTo>
                  <a:cubicBezTo>
                    <a:pt x="313" y="687"/>
                    <a:pt x="313" y="687"/>
                    <a:pt x="313" y="687"/>
                  </a:cubicBezTo>
                  <a:cubicBezTo>
                    <a:pt x="307" y="691"/>
                    <a:pt x="307" y="691"/>
                    <a:pt x="307" y="691"/>
                  </a:cubicBezTo>
                  <a:cubicBezTo>
                    <a:pt x="298" y="691"/>
                    <a:pt x="298" y="691"/>
                    <a:pt x="298" y="691"/>
                  </a:cubicBezTo>
                  <a:cubicBezTo>
                    <a:pt x="291" y="681"/>
                    <a:pt x="291" y="681"/>
                    <a:pt x="291" y="681"/>
                  </a:cubicBezTo>
                  <a:cubicBezTo>
                    <a:pt x="283" y="684"/>
                    <a:pt x="283" y="684"/>
                    <a:pt x="283" y="684"/>
                  </a:cubicBezTo>
                  <a:cubicBezTo>
                    <a:pt x="289" y="694"/>
                    <a:pt x="289" y="694"/>
                    <a:pt x="289" y="694"/>
                  </a:cubicBezTo>
                  <a:cubicBezTo>
                    <a:pt x="296" y="697"/>
                    <a:pt x="296" y="697"/>
                    <a:pt x="296" y="697"/>
                  </a:cubicBezTo>
                  <a:cubicBezTo>
                    <a:pt x="285" y="695"/>
                    <a:pt x="285" y="695"/>
                    <a:pt x="285" y="695"/>
                  </a:cubicBezTo>
                  <a:cubicBezTo>
                    <a:pt x="277" y="687"/>
                    <a:pt x="277" y="687"/>
                    <a:pt x="277" y="687"/>
                  </a:cubicBezTo>
                  <a:cubicBezTo>
                    <a:pt x="255" y="694"/>
                    <a:pt x="255" y="694"/>
                    <a:pt x="255" y="694"/>
                  </a:cubicBezTo>
                  <a:cubicBezTo>
                    <a:pt x="246" y="692"/>
                    <a:pt x="246" y="692"/>
                    <a:pt x="246" y="692"/>
                  </a:cubicBezTo>
                  <a:cubicBezTo>
                    <a:pt x="223" y="702"/>
                    <a:pt x="223" y="702"/>
                    <a:pt x="223" y="702"/>
                  </a:cubicBezTo>
                  <a:cubicBezTo>
                    <a:pt x="212" y="717"/>
                    <a:pt x="212" y="717"/>
                    <a:pt x="212" y="717"/>
                  </a:cubicBezTo>
                  <a:cubicBezTo>
                    <a:pt x="196" y="726"/>
                    <a:pt x="196" y="726"/>
                    <a:pt x="196" y="726"/>
                  </a:cubicBezTo>
                  <a:cubicBezTo>
                    <a:pt x="189" y="736"/>
                    <a:pt x="189" y="736"/>
                    <a:pt x="189" y="736"/>
                  </a:cubicBezTo>
                  <a:cubicBezTo>
                    <a:pt x="199" y="734"/>
                    <a:pt x="199" y="734"/>
                    <a:pt x="199" y="734"/>
                  </a:cubicBezTo>
                  <a:cubicBezTo>
                    <a:pt x="204" y="735"/>
                    <a:pt x="204" y="735"/>
                    <a:pt x="204" y="735"/>
                  </a:cubicBezTo>
                  <a:cubicBezTo>
                    <a:pt x="206" y="730"/>
                    <a:pt x="206" y="730"/>
                    <a:pt x="206" y="730"/>
                  </a:cubicBezTo>
                  <a:cubicBezTo>
                    <a:pt x="228" y="724"/>
                    <a:pt x="228" y="724"/>
                    <a:pt x="228" y="724"/>
                  </a:cubicBezTo>
                  <a:cubicBezTo>
                    <a:pt x="226" y="735"/>
                    <a:pt x="226" y="735"/>
                    <a:pt x="226" y="735"/>
                  </a:cubicBezTo>
                  <a:cubicBezTo>
                    <a:pt x="234" y="743"/>
                    <a:pt x="234" y="743"/>
                    <a:pt x="234" y="743"/>
                  </a:cubicBezTo>
                  <a:cubicBezTo>
                    <a:pt x="226" y="749"/>
                    <a:pt x="226" y="749"/>
                    <a:pt x="226" y="749"/>
                  </a:cubicBezTo>
                  <a:cubicBezTo>
                    <a:pt x="231" y="757"/>
                    <a:pt x="231" y="757"/>
                    <a:pt x="231" y="757"/>
                  </a:cubicBezTo>
                  <a:cubicBezTo>
                    <a:pt x="236" y="758"/>
                    <a:pt x="236" y="758"/>
                    <a:pt x="236" y="758"/>
                  </a:cubicBezTo>
                  <a:cubicBezTo>
                    <a:pt x="221" y="784"/>
                    <a:pt x="221" y="784"/>
                    <a:pt x="221" y="784"/>
                  </a:cubicBezTo>
                  <a:cubicBezTo>
                    <a:pt x="210" y="787"/>
                    <a:pt x="210" y="787"/>
                    <a:pt x="210" y="787"/>
                  </a:cubicBezTo>
                  <a:cubicBezTo>
                    <a:pt x="200" y="795"/>
                    <a:pt x="200" y="795"/>
                    <a:pt x="200" y="795"/>
                  </a:cubicBezTo>
                  <a:cubicBezTo>
                    <a:pt x="194" y="795"/>
                    <a:pt x="194" y="795"/>
                    <a:pt x="194" y="795"/>
                  </a:cubicBezTo>
                  <a:cubicBezTo>
                    <a:pt x="180" y="803"/>
                    <a:pt x="180" y="803"/>
                    <a:pt x="180" y="803"/>
                  </a:cubicBezTo>
                  <a:cubicBezTo>
                    <a:pt x="170" y="803"/>
                    <a:pt x="170" y="803"/>
                    <a:pt x="170" y="803"/>
                  </a:cubicBezTo>
                  <a:cubicBezTo>
                    <a:pt x="154" y="813"/>
                    <a:pt x="154" y="813"/>
                    <a:pt x="154" y="813"/>
                  </a:cubicBezTo>
                  <a:cubicBezTo>
                    <a:pt x="167" y="814"/>
                    <a:pt x="167" y="814"/>
                    <a:pt x="167" y="814"/>
                  </a:cubicBezTo>
                  <a:cubicBezTo>
                    <a:pt x="168" y="823"/>
                    <a:pt x="168" y="823"/>
                    <a:pt x="168" y="823"/>
                  </a:cubicBezTo>
                  <a:cubicBezTo>
                    <a:pt x="159" y="827"/>
                    <a:pt x="159" y="827"/>
                    <a:pt x="159" y="827"/>
                  </a:cubicBezTo>
                  <a:cubicBezTo>
                    <a:pt x="175" y="829"/>
                    <a:pt x="175" y="829"/>
                    <a:pt x="175" y="829"/>
                  </a:cubicBezTo>
                  <a:cubicBezTo>
                    <a:pt x="171" y="833"/>
                    <a:pt x="171" y="833"/>
                    <a:pt x="171" y="833"/>
                  </a:cubicBezTo>
                  <a:cubicBezTo>
                    <a:pt x="177" y="836"/>
                    <a:pt x="177" y="836"/>
                    <a:pt x="177" y="836"/>
                  </a:cubicBezTo>
                  <a:cubicBezTo>
                    <a:pt x="187" y="834"/>
                    <a:pt x="187" y="834"/>
                    <a:pt x="187" y="834"/>
                  </a:cubicBezTo>
                  <a:cubicBezTo>
                    <a:pt x="197" y="828"/>
                    <a:pt x="197" y="828"/>
                    <a:pt x="197" y="828"/>
                  </a:cubicBezTo>
                  <a:cubicBezTo>
                    <a:pt x="215" y="823"/>
                    <a:pt x="215" y="823"/>
                    <a:pt x="215" y="823"/>
                  </a:cubicBezTo>
                  <a:cubicBezTo>
                    <a:pt x="216" y="830"/>
                    <a:pt x="216" y="830"/>
                    <a:pt x="216" y="830"/>
                  </a:cubicBezTo>
                  <a:cubicBezTo>
                    <a:pt x="230" y="833"/>
                    <a:pt x="230" y="833"/>
                    <a:pt x="230" y="833"/>
                  </a:cubicBezTo>
                  <a:cubicBezTo>
                    <a:pt x="219" y="836"/>
                    <a:pt x="219" y="836"/>
                    <a:pt x="219" y="836"/>
                  </a:cubicBezTo>
                  <a:cubicBezTo>
                    <a:pt x="218" y="842"/>
                    <a:pt x="218" y="842"/>
                    <a:pt x="218" y="842"/>
                  </a:cubicBezTo>
                  <a:cubicBezTo>
                    <a:pt x="237" y="842"/>
                    <a:pt x="237" y="842"/>
                    <a:pt x="237" y="842"/>
                  </a:cubicBezTo>
                  <a:cubicBezTo>
                    <a:pt x="237" y="839"/>
                    <a:pt x="237" y="839"/>
                    <a:pt x="237" y="839"/>
                  </a:cubicBezTo>
                  <a:cubicBezTo>
                    <a:pt x="246" y="836"/>
                    <a:pt x="246" y="836"/>
                    <a:pt x="246" y="836"/>
                  </a:cubicBezTo>
                  <a:cubicBezTo>
                    <a:pt x="256" y="847"/>
                    <a:pt x="256" y="847"/>
                    <a:pt x="256" y="847"/>
                  </a:cubicBezTo>
                  <a:cubicBezTo>
                    <a:pt x="265" y="856"/>
                    <a:pt x="265" y="856"/>
                    <a:pt x="265" y="856"/>
                  </a:cubicBezTo>
                  <a:cubicBezTo>
                    <a:pt x="286" y="856"/>
                    <a:pt x="286" y="856"/>
                    <a:pt x="286" y="856"/>
                  </a:cubicBezTo>
                  <a:cubicBezTo>
                    <a:pt x="292" y="848"/>
                    <a:pt x="292" y="848"/>
                    <a:pt x="292" y="848"/>
                  </a:cubicBezTo>
                  <a:cubicBezTo>
                    <a:pt x="302" y="844"/>
                    <a:pt x="302" y="844"/>
                    <a:pt x="302" y="844"/>
                  </a:cubicBezTo>
                  <a:cubicBezTo>
                    <a:pt x="316" y="839"/>
                    <a:pt x="316" y="839"/>
                    <a:pt x="316" y="839"/>
                  </a:cubicBezTo>
                  <a:cubicBezTo>
                    <a:pt x="321" y="832"/>
                    <a:pt x="321" y="832"/>
                    <a:pt x="321" y="832"/>
                  </a:cubicBezTo>
                  <a:cubicBezTo>
                    <a:pt x="333" y="827"/>
                    <a:pt x="333" y="827"/>
                    <a:pt x="333" y="827"/>
                  </a:cubicBezTo>
                  <a:cubicBezTo>
                    <a:pt x="317" y="844"/>
                    <a:pt x="317" y="844"/>
                    <a:pt x="317" y="844"/>
                  </a:cubicBezTo>
                  <a:cubicBezTo>
                    <a:pt x="301" y="858"/>
                    <a:pt x="301" y="858"/>
                    <a:pt x="301" y="858"/>
                  </a:cubicBezTo>
                  <a:cubicBezTo>
                    <a:pt x="300" y="875"/>
                    <a:pt x="300" y="875"/>
                    <a:pt x="300" y="875"/>
                  </a:cubicBezTo>
                  <a:cubicBezTo>
                    <a:pt x="289" y="874"/>
                    <a:pt x="289" y="874"/>
                    <a:pt x="289" y="874"/>
                  </a:cubicBezTo>
                  <a:cubicBezTo>
                    <a:pt x="280" y="877"/>
                    <a:pt x="280" y="877"/>
                    <a:pt x="280" y="877"/>
                  </a:cubicBezTo>
                  <a:cubicBezTo>
                    <a:pt x="270" y="872"/>
                    <a:pt x="270" y="872"/>
                    <a:pt x="270" y="872"/>
                  </a:cubicBezTo>
                  <a:cubicBezTo>
                    <a:pt x="242" y="870"/>
                    <a:pt x="242" y="870"/>
                    <a:pt x="242" y="870"/>
                  </a:cubicBezTo>
                  <a:cubicBezTo>
                    <a:pt x="222" y="874"/>
                    <a:pt x="222" y="874"/>
                    <a:pt x="222" y="874"/>
                  </a:cubicBezTo>
                  <a:cubicBezTo>
                    <a:pt x="222" y="884"/>
                    <a:pt x="222" y="884"/>
                    <a:pt x="222" y="884"/>
                  </a:cubicBezTo>
                  <a:cubicBezTo>
                    <a:pt x="214" y="891"/>
                    <a:pt x="214" y="891"/>
                    <a:pt x="214" y="891"/>
                  </a:cubicBezTo>
                  <a:cubicBezTo>
                    <a:pt x="203" y="891"/>
                    <a:pt x="203" y="891"/>
                    <a:pt x="203" y="891"/>
                  </a:cubicBezTo>
                  <a:cubicBezTo>
                    <a:pt x="201" y="912"/>
                    <a:pt x="201" y="912"/>
                    <a:pt x="201" y="912"/>
                  </a:cubicBezTo>
                  <a:cubicBezTo>
                    <a:pt x="189" y="922"/>
                    <a:pt x="189" y="922"/>
                    <a:pt x="189" y="922"/>
                  </a:cubicBezTo>
                  <a:cubicBezTo>
                    <a:pt x="186" y="927"/>
                    <a:pt x="186" y="927"/>
                    <a:pt x="186" y="927"/>
                  </a:cubicBezTo>
                  <a:cubicBezTo>
                    <a:pt x="173" y="930"/>
                    <a:pt x="173" y="930"/>
                    <a:pt x="173" y="930"/>
                  </a:cubicBezTo>
                  <a:cubicBezTo>
                    <a:pt x="170" y="942"/>
                    <a:pt x="170" y="942"/>
                    <a:pt x="170" y="942"/>
                  </a:cubicBezTo>
                  <a:cubicBezTo>
                    <a:pt x="164" y="942"/>
                    <a:pt x="164" y="942"/>
                    <a:pt x="164" y="942"/>
                  </a:cubicBezTo>
                  <a:cubicBezTo>
                    <a:pt x="161" y="948"/>
                    <a:pt x="161" y="948"/>
                    <a:pt x="161" y="948"/>
                  </a:cubicBezTo>
                  <a:cubicBezTo>
                    <a:pt x="145" y="959"/>
                    <a:pt x="145" y="959"/>
                    <a:pt x="145" y="959"/>
                  </a:cubicBezTo>
                  <a:cubicBezTo>
                    <a:pt x="138" y="956"/>
                    <a:pt x="138" y="956"/>
                    <a:pt x="138" y="956"/>
                  </a:cubicBezTo>
                  <a:cubicBezTo>
                    <a:pt x="127" y="964"/>
                    <a:pt x="127" y="964"/>
                    <a:pt x="127" y="964"/>
                  </a:cubicBezTo>
                  <a:cubicBezTo>
                    <a:pt x="127" y="973"/>
                    <a:pt x="127" y="973"/>
                    <a:pt x="127" y="973"/>
                  </a:cubicBezTo>
                  <a:cubicBezTo>
                    <a:pt x="139" y="973"/>
                    <a:pt x="139" y="973"/>
                    <a:pt x="139" y="973"/>
                  </a:cubicBezTo>
                  <a:cubicBezTo>
                    <a:pt x="139" y="965"/>
                    <a:pt x="139" y="965"/>
                    <a:pt x="139" y="965"/>
                  </a:cubicBezTo>
                  <a:cubicBezTo>
                    <a:pt x="154" y="969"/>
                    <a:pt x="154" y="969"/>
                    <a:pt x="154" y="969"/>
                  </a:cubicBezTo>
                  <a:lnTo>
                    <a:pt x="160" y="97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8"/>
            <p:cNvSpPr>
              <a:spLocks noEditPoints="1"/>
            </p:cNvSpPr>
            <p:nvPr/>
          </p:nvSpPr>
          <p:spPr bwMode="auto">
            <a:xfrm>
              <a:off x="1837" y="2011"/>
              <a:ext cx="871" cy="738"/>
            </a:xfrm>
            <a:custGeom>
              <a:avLst/>
              <a:gdLst>
                <a:gd name="T0" fmla="*/ 682 w 871"/>
                <a:gd name="T1" fmla="*/ 361 h 738"/>
                <a:gd name="T2" fmla="*/ 628 w 871"/>
                <a:gd name="T3" fmla="*/ 387 h 738"/>
                <a:gd name="T4" fmla="*/ 645 w 871"/>
                <a:gd name="T5" fmla="*/ 344 h 738"/>
                <a:gd name="T6" fmla="*/ 695 w 871"/>
                <a:gd name="T7" fmla="*/ 284 h 738"/>
                <a:gd name="T8" fmla="*/ 722 w 871"/>
                <a:gd name="T9" fmla="*/ 276 h 738"/>
                <a:gd name="T10" fmla="*/ 731 w 871"/>
                <a:gd name="T11" fmla="*/ 213 h 738"/>
                <a:gd name="T12" fmla="*/ 749 w 871"/>
                <a:gd name="T13" fmla="*/ 155 h 738"/>
                <a:gd name="T14" fmla="*/ 688 w 871"/>
                <a:gd name="T15" fmla="*/ 149 h 738"/>
                <a:gd name="T16" fmla="*/ 644 w 871"/>
                <a:gd name="T17" fmla="*/ 130 h 738"/>
                <a:gd name="T18" fmla="*/ 591 w 871"/>
                <a:gd name="T19" fmla="*/ 111 h 738"/>
                <a:gd name="T20" fmla="*/ 540 w 871"/>
                <a:gd name="T21" fmla="*/ 85 h 738"/>
                <a:gd name="T22" fmla="*/ 500 w 871"/>
                <a:gd name="T23" fmla="*/ 55 h 738"/>
                <a:gd name="T24" fmla="*/ 452 w 871"/>
                <a:gd name="T25" fmla="*/ 6 h 738"/>
                <a:gd name="T26" fmla="*/ 394 w 871"/>
                <a:gd name="T27" fmla="*/ 17 h 738"/>
                <a:gd name="T28" fmla="*/ 369 w 871"/>
                <a:gd name="T29" fmla="*/ 91 h 738"/>
                <a:gd name="T30" fmla="*/ 293 w 871"/>
                <a:gd name="T31" fmla="*/ 115 h 738"/>
                <a:gd name="T32" fmla="*/ 249 w 871"/>
                <a:gd name="T33" fmla="*/ 137 h 738"/>
                <a:gd name="T34" fmla="*/ 219 w 871"/>
                <a:gd name="T35" fmla="*/ 113 h 738"/>
                <a:gd name="T36" fmla="*/ 179 w 871"/>
                <a:gd name="T37" fmla="*/ 122 h 738"/>
                <a:gd name="T38" fmla="*/ 195 w 871"/>
                <a:gd name="T39" fmla="*/ 172 h 738"/>
                <a:gd name="T40" fmla="*/ 160 w 871"/>
                <a:gd name="T41" fmla="*/ 189 h 738"/>
                <a:gd name="T42" fmla="*/ 100 w 871"/>
                <a:gd name="T43" fmla="*/ 173 h 738"/>
                <a:gd name="T44" fmla="*/ 52 w 871"/>
                <a:gd name="T45" fmla="*/ 185 h 738"/>
                <a:gd name="T46" fmla="*/ 5 w 871"/>
                <a:gd name="T47" fmla="*/ 214 h 738"/>
                <a:gd name="T48" fmla="*/ 12 w 871"/>
                <a:gd name="T49" fmla="*/ 216 h 738"/>
                <a:gd name="T50" fmla="*/ 23 w 871"/>
                <a:gd name="T51" fmla="*/ 233 h 738"/>
                <a:gd name="T52" fmla="*/ 25 w 871"/>
                <a:gd name="T53" fmla="*/ 260 h 738"/>
                <a:gd name="T54" fmla="*/ 83 w 871"/>
                <a:gd name="T55" fmla="*/ 267 h 738"/>
                <a:gd name="T56" fmla="*/ 121 w 871"/>
                <a:gd name="T57" fmla="*/ 276 h 738"/>
                <a:gd name="T58" fmla="*/ 143 w 871"/>
                <a:gd name="T59" fmla="*/ 301 h 738"/>
                <a:gd name="T60" fmla="*/ 175 w 871"/>
                <a:gd name="T61" fmla="*/ 300 h 738"/>
                <a:gd name="T62" fmla="*/ 159 w 871"/>
                <a:gd name="T63" fmla="*/ 335 h 738"/>
                <a:gd name="T64" fmla="*/ 222 w 871"/>
                <a:gd name="T65" fmla="*/ 374 h 738"/>
                <a:gd name="T66" fmla="*/ 216 w 871"/>
                <a:gd name="T67" fmla="*/ 417 h 738"/>
                <a:gd name="T68" fmla="*/ 241 w 871"/>
                <a:gd name="T69" fmla="*/ 439 h 738"/>
                <a:gd name="T70" fmla="*/ 225 w 871"/>
                <a:gd name="T71" fmla="*/ 495 h 738"/>
                <a:gd name="T72" fmla="*/ 197 w 871"/>
                <a:gd name="T73" fmla="*/ 592 h 738"/>
                <a:gd name="T74" fmla="*/ 227 w 871"/>
                <a:gd name="T75" fmla="*/ 617 h 738"/>
                <a:gd name="T76" fmla="*/ 313 w 871"/>
                <a:gd name="T77" fmla="*/ 647 h 738"/>
                <a:gd name="T78" fmla="*/ 394 w 871"/>
                <a:gd name="T79" fmla="*/ 644 h 738"/>
                <a:gd name="T80" fmla="*/ 474 w 871"/>
                <a:gd name="T81" fmla="*/ 659 h 738"/>
                <a:gd name="T82" fmla="*/ 514 w 871"/>
                <a:gd name="T83" fmla="*/ 576 h 738"/>
                <a:gd name="T84" fmla="*/ 571 w 871"/>
                <a:gd name="T85" fmla="*/ 591 h 738"/>
                <a:gd name="T86" fmla="*/ 673 w 871"/>
                <a:gd name="T87" fmla="*/ 616 h 738"/>
                <a:gd name="T88" fmla="*/ 739 w 871"/>
                <a:gd name="T89" fmla="*/ 558 h 738"/>
                <a:gd name="T90" fmla="*/ 698 w 871"/>
                <a:gd name="T91" fmla="*/ 482 h 738"/>
                <a:gd name="T92" fmla="*/ 698 w 871"/>
                <a:gd name="T93" fmla="*/ 424 h 738"/>
                <a:gd name="T94" fmla="*/ 843 w 871"/>
                <a:gd name="T95" fmla="*/ 738 h 738"/>
                <a:gd name="T96" fmla="*/ 825 w 871"/>
                <a:gd name="T97" fmla="*/ 714 h 738"/>
                <a:gd name="T98" fmla="*/ 813 w 871"/>
                <a:gd name="T99" fmla="*/ 692 h 738"/>
                <a:gd name="T100" fmla="*/ 812 w 871"/>
                <a:gd name="T101" fmla="*/ 668 h 738"/>
                <a:gd name="T102" fmla="*/ 849 w 871"/>
                <a:gd name="T103" fmla="*/ 641 h 738"/>
                <a:gd name="T104" fmla="*/ 861 w 871"/>
                <a:gd name="T105" fmla="*/ 611 h 738"/>
                <a:gd name="T106" fmla="*/ 863 w 871"/>
                <a:gd name="T107" fmla="*/ 713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71" h="738">
                  <a:moveTo>
                    <a:pt x="703" y="403"/>
                  </a:moveTo>
                  <a:lnTo>
                    <a:pt x="701" y="392"/>
                  </a:lnTo>
                  <a:lnTo>
                    <a:pt x="693" y="387"/>
                  </a:lnTo>
                  <a:lnTo>
                    <a:pt x="688" y="373"/>
                  </a:lnTo>
                  <a:lnTo>
                    <a:pt x="682" y="361"/>
                  </a:lnTo>
                  <a:lnTo>
                    <a:pt x="663" y="360"/>
                  </a:lnTo>
                  <a:lnTo>
                    <a:pt x="653" y="368"/>
                  </a:lnTo>
                  <a:lnTo>
                    <a:pt x="660" y="383"/>
                  </a:lnTo>
                  <a:lnTo>
                    <a:pt x="643" y="388"/>
                  </a:lnTo>
                  <a:lnTo>
                    <a:pt x="628" y="387"/>
                  </a:lnTo>
                  <a:lnTo>
                    <a:pt x="627" y="378"/>
                  </a:lnTo>
                  <a:lnTo>
                    <a:pt x="635" y="374"/>
                  </a:lnTo>
                  <a:lnTo>
                    <a:pt x="643" y="375"/>
                  </a:lnTo>
                  <a:lnTo>
                    <a:pt x="643" y="363"/>
                  </a:lnTo>
                  <a:lnTo>
                    <a:pt x="645" y="344"/>
                  </a:lnTo>
                  <a:lnTo>
                    <a:pt x="663" y="319"/>
                  </a:lnTo>
                  <a:lnTo>
                    <a:pt x="673" y="315"/>
                  </a:lnTo>
                  <a:lnTo>
                    <a:pt x="686" y="300"/>
                  </a:lnTo>
                  <a:lnTo>
                    <a:pt x="698" y="296"/>
                  </a:lnTo>
                  <a:lnTo>
                    <a:pt x="695" y="284"/>
                  </a:lnTo>
                  <a:lnTo>
                    <a:pt x="682" y="277"/>
                  </a:lnTo>
                  <a:lnTo>
                    <a:pt x="690" y="268"/>
                  </a:lnTo>
                  <a:lnTo>
                    <a:pt x="706" y="267"/>
                  </a:lnTo>
                  <a:lnTo>
                    <a:pt x="709" y="275"/>
                  </a:lnTo>
                  <a:lnTo>
                    <a:pt x="722" y="276"/>
                  </a:lnTo>
                  <a:lnTo>
                    <a:pt x="744" y="270"/>
                  </a:lnTo>
                  <a:lnTo>
                    <a:pt x="737" y="258"/>
                  </a:lnTo>
                  <a:lnTo>
                    <a:pt x="726" y="251"/>
                  </a:lnTo>
                  <a:lnTo>
                    <a:pt x="725" y="234"/>
                  </a:lnTo>
                  <a:lnTo>
                    <a:pt x="731" y="213"/>
                  </a:lnTo>
                  <a:lnTo>
                    <a:pt x="741" y="205"/>
                  </a:lnTo>
                  <a:lnTo>
                    <a:pt x="741" y="195"/>
                  </a:lnTo>
                  <a:lnTo>
                    <a:pt x="747" y="178"/>
                  </a:lnTo>
                  <a:lnTo>
                    <a:pt x="762" y="163"/>
                  </a:lnTo>
                  <a:lnTo>
                    <a:pt x="749" y="155"/>
                  </a:lnTo>
                  <a:lnTo>
                    <a:pt x="737" y="155"/>
                  </a:lnTo>
                  <a:lnTo>
                    <a:pt x="721" y="149"/>
                  </a:lnTo>
                  <a:lnTo>
                    <a:pt x="709" y="152"/>
                  </a:lnTo>
                  <a:lnTo>
                    <a:pt x="700" y="149"/>
                  </a:lnTo>
                  <a:lnTo>
                    <a:pt x="688" y="149"/>
                  </a:lnTo>
                  <a:lnTo>
                    <a:pt x="678" y="153"/>
                  </a:lnTo>
                  <a:lnTo>
                    <a:pt x="666" y="144"/>
                  </a:lnTo>
                  <a:lnTo>
                    <a:pt x="666" y="136"/>
                  </a:lnTo>
                  <a:lnTo>
                    <a:pt x="654" y="127"/>
                  </a:lnTo>
                  <a:lnTo>
                    <a:pt x="644" y="130"/>
                  </a:lnTo>
                  <a:lnTo>
                    <a:pt x="627" y="127"/>
                  </a:lnTo>
                  <a:lnTo>
                    <a:pt x="619" y="115"/>
                  </a:lnTo>
                  <a:lnTo>
                    <a:pt x="609" y="115"/>
                  </a:lnTo>
                  <a:lnTo>
                    <a:pt x="603" y="118"/>
                  </a:lnTo>
                  <a:lnTo>
                    <a:pt x="591" y="111"/>
                  </a:lnTo>
                  <a:lnTo>
                    <a:pt x="578" y="111"/>
                  </a:lnTo>
                  <a:lnTo>
                    <a:pt x="562" y="93"/>
                  </a:lnTo>
                  <a:lnTo>
                    <a:pt x="553" y="91"/>
                  </a:lnTo>
                  <a:lnTo>
                    <a:pt x="548" y="85"/>
                  </a:lnTo>
                  <a:lnTo>
                    <a:pt x="540" y="85"/>
                  </a:lnTo>
                  <a:lnTo>
                    <a:pt x="533" y="89"/>
                  </a:lnTo>
                  <a:lnTo>
                    <a:pt x="518" y="83"/>
                  </a:lnTo>
                  <a:lnTo>
                    <a:pt x="517" y="66"/>
                  </a:lnTo>
                  <a:lnTo>
                    <a:pt x="508" y="62"/>
                  </a:lnTo>
                  <a:lnTo>
                    <a:pt x="500" y="55"/>
                  </a:lnTo>
                  <a:lnTo>
                    <a:pt x="492" y="56"/>
                  </a:lnTo>
                  <a:lnTo>
                    <a:pt x="474" y="43"/>
                  </a:lnTo>
                  <a:lnTo>
                    <a:pt x="471" y="32"/>
                  </a:lnTo>
                  <a:lnTo>
                    <a:pt x="455" y="27"/>
                  </a:lnTo>
                  <a:lnTo>
                    <a:pt x="452" y="6"/>
                  </a:lnTo>
                  <a:lnTo>
                    <a:pt x="445" y="0"/>
                  </a:lnTo>
                  <a:lnTo>
                    <a:pt x="443" y="4"/>
                  </a:lnTo>
                  <a:lnTo>
                    <a:pt x="419" y="11"/>
                  </a:lnTo>
                  <a:lnTo>
                    <a:pt x="414" y="7"/>
                  </a:lnTo>
                  <a:lnTo>
                    <a:pt x="394" y="17"/>
                  </a:lnTo>
                  <a:lnTo>
                    <a:pt x="390" y="29"/>
                  </a:lnTo>
                  <a:lnTo>
                    <a:pt x="393" y="44"/>
                  </a:lnTo>
                  <a:lnTo>
                    <a:pt x="389" y="66"/>
                  </a:lnTo>
                  <a:lnTo>
                    <a:pt x="369" y="83"/>
                  </a:lnTo>
                  <a:lnTo>
                    <a:pt x="369" y="91"/>
                  </a:lnTo>
                  <a:lnTo>
                    <a:pt x="349" y="96"/>
                  </a:lnTo>
                  <a:lnTo>
                    <a:pt x="337" y="97"/>
                  </a:lnTo>
                  <a:lnTo>
                    <a:pt x="325" y="93"/>
                  </a:lnTo>
                  <a:lnTo>
                    <a:pt x="300" y="106"/>
                  </a:lnTo>
                  <a:lnTo>
                    <a:pt x="293" y="115"/>
                  </a:lnTo>
                  <a:lnTo>
                    <a:pt x="298" y="123"/>
                  </a:lnTo>
                  <a:lnTo>
                    <a:pt x="310" y="127"/>
                  </a:lnTo>
                  <a:lnTo>
                    <a:pt x="294" y="137"/>
                  </a:lnTo>
                  <a:lnTo>
                    <a:pt x="275" y="141"/>
                  </a:lnTo>
                  <a:lnTo>
                    <a:pt x="249" y="137"/>
                  </a:lnTo>
                  <a:lnTo>
                    <a:pt x="237" y="132"/>
                  </a:lnTo>
                  <a:lnTo>
                    <a:pt x="227" y="137"/>
                  </a:lnTo>
                  <a:lnTo>
                    <a:pt x="223" y="128"/>
                  </a:lnTo>
                  <a:lnTo>
                    <a:pt x="215" y="122"/>
                  </a:lnTo>
                  <a:lnTo>
                    <a:pt x="219" y="113"/>
                  </a:lnTo>
                  <a:lnTo>
                    <a:pt x="209" y="109"/>
                  </a:lnTo>
                  <a:lnTo>
                    <a:pt x="197" y="113"/>
                  </a:lnTo>
                  <a:lnTo>
                    <a:pt x="181" y="112"/>
                  </a:lnTo>
                  <a:lnTo>
                    <a:pt x="174" y="109"/>
                  </a:lnTo>
                  <a:lnTo>
                    <a:pt x="179" y="122"/>
                  </a:lnTo>
                  <a:lnTo>
                    <a:pt x="176" y="128"/>
                  </a:lnTo>
                  <a:lnTo>
                    <a:pt x="199" y="148"/>
                  </a:lnTo>
                  <a:lnTo>
                    <a:pt x="195" y="154"/>
                  </a:lnTo>
                  <a:lnTo>
                    <a:pt x="198" y="163"/>
                  </a:lnTo>
                  <a:lnTo>
                    <a:pt x="195" y="172"/>
                  </a:lnTo>
                  <a:lnTo>
                    <a:pt x="203" y="180"/>
                  </a:lnTo>
                  <a:lnTo>
                    <a:pt x="204" y="191"/>
                  </a:lnTo>
                  <a:lnTo>
                    <a:pt x="180" y="188"/>
                  </a:lnTo>
                  <a:lnTo>
                    <a:pt x="170" y="191"/>
                  </a:lnTo>
                  <a:lnTo>
                    <a:pt x="160" y="189"/>
                  </a:lnTo>
                  <a:lnTo>
                    <a:pt x="150" y="191"/>
                  </a:lnTo>
                  <a:lnTo>
                    <a:pt x="145" y="187"/>
                  </a:lnTo>
                  <a:lnTo>
                    <a:pt x="130" y="198"/>
                  </a:lnTo>
                  <a:lnTo>
                    <a:pt x="111" y="177"/>
                  </a:lnTo>
                  <a:lnTo>
                    <a:pt x="100" y="173"/>
                  </a:lnTo>
                  <a:lnTo>
                    <a:pt x="85" y="177"/>
                  </a:lnTo>
                  <a:lnTo>
                    <a:pt x="73" y="186"/>
                  </a:lnTo>
                  <a:lnTo>
                    <a:pt x="66" y="183"/>
                  </a:lnTo>
                  <a:lnTo>
                    <a:pt x="58" y="190"/>
                  </a:lnTo>
                  <a:lnTo>
                    <a:pt x="52" y="185"/>
                  </a:lnTo>
                  <a:lnTo>
                    <a:pt x="38" y="187"/>
                  </a:lnTo>
                  <a:lnTo>
                    <a:pt x="29" y="195"/>
                  </a:lnTo>
                  <a:lnTo>
                    <a:pt x="10" y="196"/>
                  </a:lnTo>
                  <a:lnTo>
                    <a:pt x="0" y="206"/>
                  </a:lnTo>
                  <a:lnTo>
                    <a:pt x="5" y="214"/>
                  </a:lnTo>
                  <a:lnTo>
                    <a:pt x="17" y="210"/>
                  </a:lnTo>
                  <a:lnTo>
                    <a:pt x="28" y="213"/>
                  </a:lnTo>
                  <a:lnTo>
                    <a:pt x="31" y="218"/>
                  </a:lnTo>
                  <a:lnTo>
                    <a:pt x="19" y="215"/>
                  </a:lnTo>
                  <a:lnTo>
                    <a:pt x="12" y="216"/>
                  </a:lnTo>
                  <a:lnTo>
                    <a:pt x="16" y="228"/>
                  </a:lnTo>
                  <a:lnTo>
                    <a:pt x="20" y="219"/>
                  </a:lnTo>
                  <a:lnTo>
                    <a:pt x="28" y="222"/>
                  </a:lnTo>
                  <a:lnTo>
                    <a:pt x="30" y="230"/>
                  </a:lnTo>
                  <a:lnTo>
                    <a:pt x="23" y="233"/>
                  </a:lnTo>
                  <a:lnTo>
                    <a:pt x="11" y="237"/>
                  </a:lnTo>
                  <a:lnTo>
                    <a:pt x="11" y="240"/>
                  </a:lnTo>
                  <a:lnTo>
                    <a:pt x="23" y="240"/>
                  </a:lnTo>
                  <a:lnTo>
                    <a:pt x="27" y="252"/>
                  </a:lnTo>
                  <a:lnTo>
                    <a:pt x="25" y="260"/>
                  </a:lnTo>
                  <a:lnTo>
                    <a:pt x="39" y="251"/>
                  </a:lnTo>
                  <a:lnTo>
                    <a:pt x="49" y="254"/>
                  </a:lnTo>
                  <a:lnTo>
                    <a:pt x="57" y="252"/>
                  </a:lnTo>
                  <a:lnTo>
                    <a:pt x="79" y="260"/>
                  </a:lnTo>
                  <a:lnTo>
                    <a:pt x="83" y="267"/>
                  </a:lnTo>
                  <a:lnTo>
                    <a:pt x="91" y="267"/>
                  </a:lnTo>
                  <a:lnTo>
                    <a:pt x="106" y="276"/>
                  </a:lnTo>
                  <a:lnTo>
                    <a:pt x="117" y="267"/>
                  </a:lnTo>
                  <a:lnTo>
                    <a:pt x="123" y="269"/>
                  </a:lnTo>
                  <a:lnTo>
                    <a:pt x="121" y="276"/>
                  </a:lnTo>
                  <a:lnTo>
                    <a:pt x="125" y="280"/>
                  </a:lnTo>
                  <a:lnTo>
                    <a:pt x="136" y="274"/>
                  </a:lnTo>
                  <a:lnTo>
                    <a:pt x="142" y="280"/>
                  </a:lnTo>
                  <a:lnTo>
                    <a:pt x="137" y="292"/>
                  </a:lnTo>
                  <a:lnTo>
                    <a:pt x="143" y="301"/>
                  </a:lnTo>
                  <a:lnTo>
                    <a:pt x="152" y="301"/>
                  </a:lnTo>
                  <a:lnTo>
                    <a:pt x="164" y="294"/>
                  </a:lnTo>
                  <a:lnTo>
                    <a:pt x="177" y="295"/>
                  </a:lnTo>
                  <a:lnTo>
                    <a:pt x="186" y="306"/>
                  </a:lnTo>
                  <a:lnTo>
                    <a:pt x="175" y="300"/>
                  </a:lnTo>
                  <a:lnTo>
                    <a:pt x="163" y="301"/>
                  </a:lnTo>
                  <a:lnTo>
                    <a:pt x="156" y="311"/>
                  </a:lnTo>
                  <a:lnTo>
                    <a:pt x="162" y="313"/>
                  </a:lnTo>
                  <a:lnTo>
                    <a:pt x="165" y="325"/>
                  </a:lnTo>
                  <a:lnTo>
                    <a:pt x="159" y="335"/>
                  </a:lnTo>
                  <a:lnTo>
                    <a:pt x="161" y="343"/>
                  </a:lnTo>
                  <a:lnTo>
                    <a:pt x="173" y="344"/>
                  </a:lnTo>
                  <a:lnTo>
                    <a:pt x="190" y="363"/>
                  </a:lnTo>
                  <a:lnTo>
                    <a:pt x="206" y="366"/>
                  </a:lnTo>
                  <a:lnTo>
                    <a:pt x="222" y="374"/>
                  </a:lnTo>
                  <a:lnTo>
                    <a:pt x="221" y="384"/>
                  </a:lnTo>
                  <a:lnTo>
                    <a:pt x="227" y="393"/>
                  </a:lnTo>
                  <a:lnTo>
                    <a:pt x="222" y="405"/>
                  </a:lnTo>
                  <a:lnTo>
                    <a:pt x="219" y="406"/>
                  </a:lnTo>
                  <a:lnTo>
                    <a:pt x="216" y="417"/>
                  </a:lnTo>
                  <a:lnTo>
                    <a:pt x="227" y="419"/>
                  </a:lnTo>
                  <a:lnTo>
                    <a:pt x="247" y="434"/>
                  </a:lnTo>
                  <a:lnTo>
                    <a:pt x="263" y="468"/>
                  </a:lnTo>
                  <a:lnTo>
                    <a:pt x="246" y="453"/>
                  </a:lnTo>
                  <a:lnTo>
                    <a:pt x="241" y="439"/>
                  </a:lnTo>
                  <a:lnTo>
                    <a:pt x="227" y="432"/>
                  </a:lnTo>
                  <a:lnTo>
                    <a:pt x="221" y="436"/>
                  </a:lnTo>
                  <a:lnTo>
                    <a:pt x="215" y="466"/>
                  </a:lnTo>
                  <a:lnTo>
                    <a:pt x="215" y="489"/>
                  </a:lnTo>
                  <a:lnTo>
                    <a:pt x="225" y="495"/>
                  </a:lnTo>
                  <a:lnTo>
                    <a:pt x="217" y="501"/>
                  </a:lnTo>
                  <a:lnTo>
                    <a:pt x="214" y="542"/>
                  </a:lnTo>
                  <a:lnTo>
                    <a:pt x="201" y="579"/>
                  </a:lnTo>
                  <a:lnTo>
                    <a:pt x="186" y="586"/>
                  </a:lnTo>
                  <a:lnTo>
                    <a:pt x="197" y="592"/>
                  </a:lnTo>
                  <a:lnTo>
                    <a:pt x="199" y="595"/>
                  </a:lnTo>
                  <a:lnTo>
                    <a:pt x="207" y="597"/>
                  </a:lnTo>
                  <a:lnTo>
                    <a:pt x="210" y="610"/>
                  </a:lnTo>
                  <a:lnTo>
                    <a:pt x="208" y="619"/>
                  </a:lnTo>
                  <a:lnTo>
                    <a:pt x="227" y="617"/>
                  </a:lnTo>
                  <a:lnTo>
                    <a:pt x="254" y="627"/>
                  </a:lnTo>
                  <a:lnTo>
                    <a:pt x="266" y="639"/>
                  </a:lnTo>
                  <a:lnTo>
                    <a:pt x="280" y="634"/>
                  </a:lnTo>
                  <a:lnTo>
                    <a:pt x="294" y="648"/>
                  </a:lnTo>
                  <a:lnTo>
                    <a:pt x="313" y="647"/>
                  </a:lnTo>
                  <a:lnTo>
                    <a:pt x="322" y="652"/>
                  </a:lnTo>
                  <a:lnTo>
                    <a:pt x="334" y="641"/>
                  </a:lnTo>
                  <a:lnTo>
                    <a:pt x="364" y="640"/>
                  </a:lnTo>
                  <a:lnTo>
                    <a:pt x="375" y="646"/>
                  </a:lnTo>
                  <a:lnTo>
                    <a:pt x="394" y="644"/>
                  </a:lnTo>
                  <a:lnTo>
                    <a:pt x="413" y="653"/>
                  </a:lnTo>
                  <a:lnTo>
                    <a:pt x="444" y="651"/>
                  </a:lnTo>
                  <a:lnTo>
                    <a:pt x="467" y="662"/>
                  </a:lnTo>
                  <a:lnTo>
                    <a:pt x="475" y="665"/>
                  </a:lnTo>
                  <a:lnTo>
                    <a:pt x="474" y="659"/>
                  </a:lnTo>
                  <a:lnTo>
                    <a:pt x="469" y="642"/>
                  </a:lnTo>
                  <a:lnTo>
                    <a:pt x="474" y="621"/>
                  </a:lnTo>
                  <a:lnTo>
                    <a:pt x="476" y="611"/>
                  </a:lnTo>
                  <a:lnTo>
                    <a:pt x="490" y="598"/>
                  </a:lnTo>
                  <a:lnTo>
                    <a:pt x="514" y="576"/>
                  </a:lnTo>
                  <a:lnTo>
                    <a:pt x="522" y="576"/>
                  </a:lnTo>
                  <a:lnTo>
                    <a:pt x="529" y="581"/>
                  </a:lnTo>
                  <a:lnTo>
                    <a:pt x="545" y="583"/>
                  </a:lnTo>
                  <a:lnTo>
                    <a:pt x="560" y="591"/>
                  </a:lnTo>
                  <a:lnTo>
                    <a:pt x="571" y="591"/>
                  </a:lnTo>
                  <a:lnTo>
                    <a:pt x="582" y="584"/>
                  </a:lnTo>
                  <a:lnTo>
                    <a:pt x="591" y="583"/>
                  </a:lnTo>
                  <a:lnTo>
                    <a:pt x="632" y="606"/>
                  </a:lnTo>
                  <a:lnTo>
                    <a:pt x="643" y="615"/>
                  </a:lnTo>
                  <a:lnTo>
                    <a:pt x="673" y="616"/>
                  </a:lnTo>
                  <a:lnTo>
                    <a:pt x="685" y="606"/>
                  </a:lnTo>
                  <a:lnTo>
                    <a:pt x="682" y="600"/>
                  </a:lnTo>
                  <a:lnTo>
                    <a:pt x="694" y="587"/>
                  </a:lnTo>
                  <a:lnTo>
                    <a:pt x="737" y="559"/>
                  </a:lnTo>
                  <a:lnTo>
                    <a:pt x="739" y="558"/>
                  </a:lnTo>
                  <a:lnTo>
                    <a:pt x="735" y="545"/>
                  </a:lnTo>
                  <a:lnTo>
                    <a:pt x="743" y="526"/>
                  </a:lnTo>
                  <a:lnTo>
                    <a:pt x="723" y="526"/>
                  </a:lnTo>
                  <a:lnTo>
                    <a:pt x="701" y="514"/>
                  </a:lnTo>
                  <a:lnTo>
                    <a:pt x="698" y="482"/>
                  </a:lnTo>
                  <a:lnTo>
                    <a:pt x="682" y="466"/>
                  </a:lnTo>
                  <a:lnTo>
                    <a:pt x="691" y="456"/>
                  </a:lnTo>
                  <a:lnTo>
                    <a:pt x="707" y="454"/>
                  </a:lnTo>
                  <a:lnTo>
                    <a:pt x="711" y="435"/>
                  </a:lnTo>
                  <a:lnTo>
                    <a:pt x="698" y="424"/>
                  </a:lnTo>
                  <a:lnTo>
                    <a:pt x="696" y="409"/>
                  </a:lnTo>
                  <a:lnTo>
                    <a:pt x="702" y="402"/>
                  </a:lnTo>
                  <a:lnTo>
                    <a:pt x="703" y="403"/>
                  </a:lnTo>
                  <a:lnTo>
                    <a:pt x="703" y="403"/>
                  </a:lnTo>
                  <a:close/>
                  <a:moveTo>
                    <a:pt x="843" y="738"/>
                  </a:moveTo>
                  <a:lnTo>
                    <a:pt x="822" y="730"/>
                  </a:lnTo>
                  <a:lnTo>
                    <a:pt x="819" y="724"/>
                  </a:lnTo>
                  <a:lnTo>
                    <a:pt x="823" y="718"/>
                  </a:lnTo>
                  <a:lnTo>
                    <a:pt x="829" y="719"/>
                  </a:lnTo>
                  <a:lnTo>
                    <a:pt x="825" y="714"/>
                  </a:lnTo>
                  <a:lnTo>
                    <a:pt x="820" y="714"/>
                  </a:lnTo>
                  <a:lnTo>
                    <a:pt x="821" y="705"/>
                  </a:lnTo>
                  <a:lnTo>
                    <a:pt x="813" y="701"/>
                  </a:lnTo>
                  <a:lnTo>
                    <a:pt x="809" y="695"/>
                  </a:lnTo>
                  <a:lnTo>
                    <a:pt x="813" y="692"/>
                  </a:lnTo>
                  <a:lnTo>
                    <a:pt x="813" y="687"/>
                  </a:lnTo>
                  <a:lnTo>
                    <a:pt x="804" y="682"/>
                  </a:lnTo>
                  <a:lnTo>
                    <a:pt x="801" y="674"/>
                  </a:lnTo>
                  <a:lnTo>
                    <a:pt x="809" y="674"/>
                  </a:lnTo>
                  <a:lnTo>
                    <a:pt x="812" y="668"/>
                  </a:lnTo>
                  <a:lnTo>
                    <a:pt x="804" y="661"/>
                  </a:lnTo>
                  <a:lnTo>
                    <a:pt x="813" y="647"/>
                  </a:lnTo>
                  <a:lnTo>
                    <a:pt x="833" y="641"/>
                  </a:lnTo>
                  <a:lnTo>
                    <a:pt x="841" y="633"/>
                  </a:lnTo>
                  <a:lnTo>
                    <a:pt x="849" y="641"/>
                  </a:lnTo>
                  <a:lnTo>
                    <a:pt x="854" y="641"/>
                  </a:lnTo>
                  <a:lnTo>
                    <a:pt x="856" y="630"/>
                  </a:lnTo>
                  <a:lnTo>
                    <a:pt x="852" y="622"/>
                  </a:lnTo>
                  <a:lnTo>
                    <a:pt x="855" y="611"/>
                  </a:lnTo>
                  <a:lnTo>
                    <a:pt x="861" y="611"/>
                  </a:lnTo>
                  <a:lnTo>
                    <a:pt x="865" y="629"/>
                  </a:lnTo>
                  <a:lnTo>
                    <a:pt x="863" y="645"/>
                  </a:lnTo>
                  <a:lnTo>
                    <a:pt x="871" y="669"/>
                  </a:lnTo>
                  <a:lnTo>
                    <a:pt x="862" y="697"/>
                  </a:lnTo>
                  <a:lnTo>
                    <a:pt x="863" y="713"/>
                  </a:lnTo>
                  <a:lnTo>
                    <a:pt x="856" y="732"/>
                  </a:lnTo>
                  <a:lnTo>
                    <a:pt x="843" y="73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3031" y="3150"/>
              <a:ext cx="21" cy="19"/>
            </a:xfrm>
            <a:custGeom>
              <a:avLst/>
              <a:gdLst>
                <a:gd name="T0" fmla="*/ 1 w 21"/>
                <a:gd name="T1" fmla="*/ 0 h 19"/>
                <a:gd name="T2" fmla="*/ 0 w 21"/>
                <a:gd name="T3" fmla="*/ 9 h 19"/>
                <a:gd name="T4" fmla="*/ 13 w 21"/>
                <a:gd name="T5" fmla="*/ 19 h 19"/>
                <a:gd name="T6" fmla="*/ 21 w 21"/>
                <a:gd name="T7" fmla="*/ 12 h 19"/>
                <a:gd name="T8" fmla="*/ 20 w 21"/>
                <a:gd name="T9" fmla="*/ 3 h 19"/>
                <a:gd name="T10" fmla="*/ 1 w 21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>
                  <a:moveTo>
                    <a:pt x="1" y="0"/>
                  </a:moveTo>
                  <a:lnTo>
                    <a:pt x="0" y="9"/>
                  </a:lnTo>
                  <a:lnTo>
                    <a:pt x="13" y="19"/>
                  </a:lnTo>
                  <a:lnTo>
                    <a:pt x="21" y="12"/>
                  </a:lnTo>
                  <a:lnTo>
                    <a:pt x="20" y="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2519" y="2320"/>
              <a:ext cx="761" cy="781"/>
            </a:xfrm>
            <a:custGeom>
              <a:avLst/>
              <a:gdLst>
                <a:gd name="T0" fmla="*/ 19 w 761"/>
                <a:gd name="T1" fmla="*/ 205 h 781"/>
                <a:gd name="T2" fmla="*/ 29 w 761"/>
                <a:gd name="T3" fmla="*/ 126 h 781"/>
                <a:gd name="T4" fmla="*/ 62 w 761"/>
                <a:gd name="T5" fmla="*/ 81 h 781"/>
                <a:gd name="T6" fmla="*/ 138 w 761"/>
                <a:gd name="T7" fmla="*/ 83 h 781"/>
                <a:gd name="T8" fmla="*/ 198 w 761"/>
                <a:gd name="T9" fmla="*/ 63 h 781"/>
                <a:gd name="T10" fmla="*/ 246 w 761"/>
                <a:gd name="T11" fmla="*/ 9 h 781"/>
                <a:gd name="T12" fmla="*/ 338 w 761"/>
                <a:gd name="T13" fmla="*/ 13 h 781"/>
                <a:gd name="T14" fmla="*/ 428 w 761"/>
                <a:gd name="T15" fmla="*/ 65 h 781"/>
                <a:gd name="T16" fmla="*/ 403 w 761"/>
                <a:gd name="T17" fmla="*/ 108 h 781"/>
                <a:gd name="T18" fmla="*/ 346 w 761"/>
                <a:gd name="T19" fmla="*/ 139 h 781"/>
                <a:gd name="T20" fmla="*/ 353 w 761"/>
                <a:gd name="T21" fmla="*/ 196 h 781"/>
                <a:gd name="T22" fmla="*/ 416 w 761"/>
                <a:gd name="T23" fmla="*/ 255 h 781"/>
                <a:gd name="T24" fmla="*/ 476 w 761"/>
                <a:gd name="T25" fmla="*/ 333 h 781"/>
                <a:gd name="T26" fmla="*/ 539 w 761"/>
                <a:gd name="T27" fmla="*/ 383 h 781"/>
                <a:gd name="T28" fmla="*/ 611 w 761"/>
                <a:gd name="T29" fmla="*/ 394 h 781"/>
                <a:gd name="T30" fmla="*/ 611 w 761"/>
                <a:gd name="T31" fmla="*/ 427 h 781"/>
                <a:gd name="T32" fmla="*/ 745 w 761"/>
                <a:gd name="T33" fmla="*/ 490 h 781"/>
                <a:gd name="T34" fmla="*/ 755 w 761"/>
                <a:gd name="T35" fmla="*/ 539 h 781"/>
                <a:gd name="T36" fmla="*/ 724 w 761"/>
                <a:gd name="T37" fmla="*/ 519 h 781"/>
                <a:gd name="T38" fmla="*/ 680 w 761"/>
                <a:gd name="T39" fmla="*/ 493 h 781"/>
                <a:gd name="T40" fmla="*/ 654 w 761"/>
                <a:gd name="T41" fmla="*/ 529 h 781"/>
                <a:gd name="T42" fmla="*/ 657 w 761"/>
                <a:gd name="T43" fmla="*/ 560 h 781"/>
                <a:gd name="T44" fmla="*/ 676 w 761"/>
                <a:gd name="T45" fmla="*/ 614 h 781"/>
                <a:gd name="T46" fmla="*/ 632 w 761"/>
                <a:gd name="T47" fmla="*/ 681 h 781"/>
                <a:gd name="T48" fmla="*/ 591 w 761"/>
                <a:gd name="T49" fmla="*/ 667 h 781"/>
                <a:gd name="T50" fmla="*/ 610 w 761"/>
                <a:gd name="T51" fmla="*/ 629 h 781"/>
                <a:gd name="T52" fmla="*/ 610 w 761"/>
                <a:gd name="T53" fmla="*/ 578 h 781"/>
                <a:gd name="T54" fmla="*/ 577 w 761"/>
                <a:gd name="T55" fmla="*/ 531 h 781"/>
                <a:gd name="T56" fmla="*/ 537 w 761"/>
                <a:gd name="T57" fmla="*/ 505 h 781"/>
                <a:gd name="T58" fmla="*/ 507 w 761"/>
                <a:gd name="T59" fmla="*/ 474 h 781"/>
                <a:gd name="T60" fmla="*/ 453 w 761"/>
                <a:gd name="T61" fmla="*/ 443 h 781"/>
                <a:gd name="T62" fmla="*/ 404 w 761"/>
                <a:gd name="T63" fmla="*/ 428 h 781"/>
                <a:gd name="T64" fmla="*/ 328 w 761"/>
                <a:gd name="T65" fmla="*/ 364 h 781"/>
                <a:gd name="T66" fmla="*/ 265 w 761"/>
                <a:gd name="T67" fmla="*/ 311 h 781"/>
                <a:gd name="T68" fmla="*/ 227 w 761"/>
                <a:gd name="T69" fmla="*/ 252 h 781"/>
                <a:gd name="T70" fmla="*/ 180 w 761"/>
                <a:gd name="T71" fmla="*/ 213 h 781"/>
                <a:gd name="T72" fmla="*/ 57 w 761"/>
                <a:gd name="T73" fmla="*/ 249 h 781"/>
                <a:gd name="T74" fmla="*/ 117 w 761"/>
                <a:gd name="T75" fmla="*/ 443 h 781"/>
                <a:gd name="T76" fmla="*/ 106 w 761"/>
                <a:gd name="T77" fmla="*/ 455 h 781"/>
                <a:gd name="T78" fmla="*/ 275 w 761"/>
                <a:gd name="T79" fmla="*/ 355 h 781"/>
                <a:gd name="T80" fmla="*/ 249 w 761"/>
                <a:gd name="T81" fmla="*/ 325 h 781"/>
                <a:gd name="T82" fmla="*/ 223 w 761"/>
                <a:gd name="T83" fmla="*/ 321 h 781"/>
                <a:gd name="T84" fmla="*/ 162 w 761"/>
                <a:gd name="T85" fmla="*/ 601 h 781"/>
                <a:gd name="T86" fmla="*/ 199 w 761"/>
                <a:gd name="T87" fmla="*/ 593 h 781"/>
                <a:gd name="T88" fmla="*/ 188 w 761"/>
                <a:gd name="T89" fmla="*/ 503 h 781"/>
                <a:gd name="T90" fmla="*/ 182 w 761"/>
                <a:gd name="T91" fmla="*/ 446 h 781"/>
                <a:gd name="T92" fmla="*/ 121 w 761"/>
                <a:gd name="T93" fmla="*/ 470 h 781"/>
                <a:gd name="T94" fmla="*/ 116 w 761"/>
                <a:gd name="T95" fmla="*/ 502 h 781"/>
                <a:gd name="T96" fmla="*/ 132 w 761"/>
                <a:gd name="T97" fmla="*/ 542 h 781"/>
                <a:gd name="T98" fmla="*/ 131 w 761"/>
                <a:gd name="T99" fmla="*/ 609 h 781"/>
                <a:gd name="T100" fmla="*/ 569 w 761"/>
                <a:gd name="T101" fmla="*/ 756 h 781"/>
                <a:gd name="T102" fmla="*/ 582 w 761"/>
                <a:gd name="T103" fmla="*/ 672 h 781"/>
                <a:gd name="T104" fmla="*/ 520 w 761"/>
                <a:gd name="T105" fmla="*/ 681 h 781"/>
                <a:gd name="T106" fmla="*/ 419 w 761"/>
                <a:gd name="T107" fmla="*/ 677 h 781"/>
                <a:gd name="T108" fmla="*/ 402 w 761"/>
                <a:gd name="T109" fmla="*/ 716 h 781"/>
                <a:gd name="T110" fmla="*/ 498 w 761"/>
                <a:gd name="T111" fmla="*/ 755 h 781"/>
                <a:gd name="T112" fmla="*/ 563 w 761"/>
                <a:gd name="T113" fmla="*/ 779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61" h="781">
                  <a:moveTo>
                    <a:pt x="57" y="249"/>
                  </a:moveTo>
                  <a:lnTo>
                    <a:pt x="53" y="236"/>
                  </a:lnTo>
                  <a:lnTo>
                    <a:pt x="61" y="217"/>
                  </a:lnTo>
                  <a:lnTo>
                    <a:pt x="41" y="217"/>
                  </a:lnTo>
                  <a:lnTo>
                    <a:pt x="19" y="205"/>
                  </a:lnTo>
                  <a:lnTo>
                    <a:pt x="16" y="173"/>
                  </a:lnTo>
                  <a:lnTo>
                    <a:pt x="0" y="157"/>
                  </a:lnTo>
                  <a:lnTo>
                    <a:pt x="9" y="147"/>
                  </a:lnTo>
                  <a:lnTo>
                    <a:pt x="25" y="145"/>
                  </a:lnTo>
                  <a:lnTo>
                    <a:pt x="29" y="126"/>
                  </a:lnTo>
                  <a:lnTo>
                    <a:pt x="16" y="115"/>
                  </a:lnTo>
                  <a:lnTo>
                    <a:pt x="14" y="100"/>
                  </a:lnTo>
                  <a:lnTo>
                    <a:pt x="20" y="93"/>
                  </a:lnTo>
                  <a:lnTo>
                    <a:pt x="36" y="99"/>
                  </a:lnTo>
                  <a:lnTo>
                    <a:pt x="62" y="81"/>
                  </a:lnTo>
                  <a:lnTo>
                    <a:pt x="79" y="88"/>
                  </a:lnTo>
                  <a:lnTo>
                    <a:pt x="103" y="51"/>
                  </a:lnTo>
                  <a:lnTo>
                    <a:pt x="119" y="60"/>
                  </a:lnTo>
                  <a:lnTo>
                    <a:pt x="117" y="74"/>
                  </a:lnTo>
                  <a:lnTo>
                    <a:pt x="138" y="83"/>
                  </a:lnTo>
                  <a:lnTo>
                    <a:pt x="145" y="95"/>
                  </a:lnTo>
                  <a:lnTo>
                    <a:pt x="158" y="74"/>
                  </a:lnTo>
                  <a:lnTo>
                    <a:pt x="158" y="57"/>
                  </a:lnTo>
                  <a:lnTo>
                    <a:pt x="188" y="64"/>
                  </a:lnTo>
                  <a:lnTo>
                    <a:pt x="198" y="63"/>
                  </a:lnTo>
                  <a:lnTo>
                    <a:pt x="210" y="72"/>
                  </a:lnTo>
                  <a:lnTo>
                    <a:pt x="213" y="49"/>
                  </a:lnTo>
                  <a:lnTo>
                    <a:pt x="239" y="44"/>
                  </a:lnTo>
                  <a:lnTo>
                    <a:pt x="233" y="24"/>
                  </a:lnTo>
                  <a:lnTo>
                    <a:pt x="246" y="9"/>
                  </a:lnTo>
                  <a:lnTo>
                    <a:pt x="268" y="18"/>
                  </a:lnTo>
                  <a:lnTo>
                    <a:pt x="303" y="0"/>
                  </a:lnTo>
                  <a:lnTo>
                    <a:pt x="318" y="4"/>
                  </a:lnTo>
                  <a:lnTo>
                    <a:pt x="340" y="2"/>
                  </a:lnTo>
                  <a:lnTo>
                    <a:pt x="338" y="13"/>
                  </a:lnTo>
                  <a:lnTo>
                    <a:pt x="372" y="31"/>
                  </a:lnTo>
                  <a:lnTo>
                    <a:pt x="412" y="38"/>
                  </a:lnTo>
                  <a:lnTo>
                    <a:pt x="434" y="36"/>
                  </a:lnTo>
                  <a:lnTo>
                    <a:pt x="444" y="44"/>
                  </a:lnTo>
                  <a:lnTo>
                    <a:pt x="428" y="65"/>
                  </a:lnTo>
                  <a:lnTo>
                    <a:pt x="433" y="74"/>
                  </a:lnTo>
                  <a:lnTo>
                    <a:pt x="424" y="86"/>
                  </a:lnTo>
                  <a:lnTo>
                    <a:pt x="428" y="107"/>
                  </a:lnTo>
                  <a:lnTo>
                    <a:pt x="412" y="104"/>
                  </a:lnTo>
                  <a:lnTo>
                    <a:pt x="403" y="108"/>
                  </a:lnTo>
                  <a:lnTo>
                    <a:pt x="394" y="117"/>
                  </a:lnTo>
                  <a:lnTo>
                    <a:pt x="380" y="117"/>
                  </a:lnTo>
                  <a:lnTo>
                    <a:pt x="366" y="128"/>
                  </a:lnTo>
                  <a:lnTo>
                    <a:pt x="351" y="130"/>
                  </a:lnTo>
                  <a:lnTo>
                    <a:pt x="346" y="139"/>
                  </a:lnTo>
                  <a:lnTo>
                    <a:pt x="353" y="152"/>
                  </a:lnTo>
                  <a:lnTo>
                    <a:pt x="362" y="162"/>
                  </a:lnTo>
                  <a:lnTo>
                    <a:pt x="352" y="176"/>
                  </a:lnTo>
                  <a:lnTo>
                    <a:pt x="346" y="181"/>
                  </a:lnTo>
                  <a:lnTo>
                    <a:pt x="353" y="196"/>
                  </a:lnTo>
                  <a:lnTo>
                    <a:pt x="355" y="213"/>
                  </a:lnTo>
                  <a:lnTo>
                    <a:pt x="363" y="223"/>
                  </a:lnTo>
                  <a:lnTo>
                    <a:pt x="392" y="237"/>
                  </a:lnTo>
                  <a:lnTo>
                    <a:pt x="408" y="245"/>
                  </a:lnTo>
                  <a:lnTo>
                    <a:pt x="416" y="255"/>
                  </a:lnTo>
                  <a:lnTo>
                    <a:pt x="460" y="295"/>
                  </a:lnTo>
                  <a:lnTo>
                    <a:pt x="460" y="306"/>
                  </a:lnTo>
                  <a:lnTo>
                    <a:pt x="466" y="308"/>
                  </a:lnTo>
                  <a:lnTo>
                    <a:pt x="466" y="321"/>
                  </a:lnTo>
                  <a:lnTo>
                    <a:pt x="476" y="333"/>
                  </a:lnTo>
                  <a:lnTo>
                    <a:pt x="488" y="344"/>
                  </a:lnTo>
                  <a:lnTo>
                    <a:pt x="498" y="358"/>
                  </a:lnTo>
                  <a:lnTo>
                    <a:pt x="517" y="372"/>
                  </a:lnTo>
                  <a:lnTo>
                    <a:pt x="526" y="381"/>
                  </a:lnTo>
                  <a:lnTo>
                    <a:pt x="539" y="383"/>
                  </a:lnTo>
                  <a:lnTo>
                    <a:pt x="547" y="388"/>
                  </a:lnTo>
                  <a:lnTo>
                    <a:pt x="573" y="387"/>
                  </a:lnTo>
                  <a:lnTo>
                    <a:pt x="584" y="390"/>
                  </a:lnTo>
                  <a:lnTo>
                    <a:pt x="599" y="388"/>
                  </a:lnTo>
                  <a:lnTo>
                    <a:pt x="611" y="394"/>
                  </a:lnTo>
                  <a:lnTo>
                    <a:pt x="608" y="402"/>
                  </a:lnTo>
                  <a:lnTo>
                    <a:pt x="591" y="412"/>
                  </a:lnTo>
                  <a:lnTo>
                    <a:pt x="591" y="417"/>
                  </a:lnTo>
                  <a:lnTo>
                    <a:pt x="598" y="427"/>
                  </a:lnTo>
                  <a:lnTo>
                    <a:pt x="611" y="427"/>
                  </a:lnTo>
                  <a:lnTo>
                    <a:pt x="637" y="433"/>
                  </a:lnTo>
                  <a:lnTo>
                    <a:pt x="689" y="459"/>
                  </a:lnTo>
                  <a:lnTo>
                    <a:pt x="710" y="473"/>
                  </a:lnTo>
                  <a:lnTo>
                    <a:pt x="723" y="485"/>
                  </a:lnTo>
                  <a:lnTo>
                    <a:pt x="745" y="490"/>
                  </a:lnTo>
                  <a:lnTo>
                    <a:pt x="756" y="497"/>
                  </a:lnTo>
                  <a:lnTo>
                    <a:pt x="761" y="506"/>
                  </a:lnTo>
                  <a:lnTo>
                    <a:pt x="759" y="522"/>
                  </a:lnTo>
                  <a:lnTo>
                    <a:pt x="754" y="529"/>
                  </a:lnTo>
                  <a:lnTo>
                    <a:pt x="755" y="539"/>
                  </a:lnTo>
                  <a:lnTo>
                    <a:pt x="751" y="542"/>
                  </a:lnTo>
                  <a:lnTo>
                    <a:pt x="751" y="545"/>
                  </a:lnTo>
                  <a:lnTo>
                    <a:pt x="739" y="541"/>
                  </a:lnTo>
                  <a:lnTo>
                    <a:pt x="730" y="530"/>
                  </a:lnTo>
                  <a:lnTo>
                    <a:pt x="724" y="519"/>
                  </a:lnTo>
                  <a:lnTo>
                    <a:pt x="726" y="509"/>
                  </a:lnTo>
                  <a:lnTo>
                    <a:pt x="719" y="505"/>
                  </a:lnTo>
                  <a:lnTo>
                    <a:pt x="698" y="505"/>
                  </a:lnTo>
                  <a:lnTo>
                    <a:pt x="694" y="500"/>
                  </a:lnTo>
                  <a:lnTo>
                    <a:pt x="680" y="493"/>
                  </a:lnTo>
                  <a:lnTo>
                    <a:pt x="671" y="495"/>
                  </a:lnTo>
                  <a:lnTo>
                    <a:pt x="665" y="498"/>
                  </a:lnTo>
                  <a:lnTo>
                    <a:pt x="660" y="513"/>
                  </a:lnTo>
                  <a:lnTo>
                    <a:pt x="654" y="521"/>
                  </a:lnTo>
                  <a:lnTo>
                    <a:pt x="654" y="529"/>
                  </a:lnTo>
                  <a:lnTo>
                    <a:pt x="652" y="538"/>
                  </a:lnTo>
                  <a:lnTo>
                    <a:pt x="642" y="544"/>
                  </a:lnTo>
                  <a:lnTo>
                    <a:pt x="642" y="552"/>
                  </a:lnTo>
                  <a:lnTo>
                    <a:pt x="647" y="558"/>
                  </a:lnTo>
                  <a:lnTo>
                    <a:pt x="657" y="560"/>
                  </a:lnTo>
                  <a:lnTo>
                    <a:pt x="676" y="576"/>
                  </a:lnTo>
                  <a:lnTo>
                    <a:pt x="679" y="583"/>
                  </a:lnTo>
                  <a:lnTo>
                    <a:pt x="677" y="599"/>
                  </a:lnTo>
                  <a:lnTo>
                    <a:pt x="681" y="605"/>
                  </a:lnTo>
                  <a:lnTo>
                    <a:pt x="676" y="614"/>
                  </a:lnTo>
                  <a:lnTo>
                    <a:pt x="664" y="615"/>
                  </a:lnTo>
                  <a:lnTo>
                    <a:pt x="654" y="626"/>
                  </a:lnTo>
                  <a:lnTo>
                    <a:pt x="653" y="655"/>
                  </a:lnTo>
                  <a:lnTo>
                    <a:pt x="634" y="668"/>
                  </a:lnTo>
                  <a:lnTo>
                    <a:pt x="632" y="681"/>
                  </a:lnTo>
                  <a:lnTo>
                    <a:pt x="622" y="692"/>
                  </a:lnTo>
                  <a:lnTo>
                    <a:pt x="602" y="694"/>
                  </a:lnTo>
                  <a:lnTo>
                    <a:pt x="588" y="681"/>
                  </a:lnTo>
                  <a:lnTo>
                    <a:pt x="588" y="672"/>
                  </a:lnTo>
                  <a:lnTo>
                    <a:pt x="591" y="667"/>
                  </a:lnTo>
                  <a:lnTo>
                    <a:pt x="598" y="663"/>
                  </a:lnTo>
                  <a:lnTo>
                    <a:pt x="606" y="655"/>
                  </a:lnTo>
                  <a:lnTo>
                    <a:pt x="608" y="643"/>
                  </a:lnTo>
                  <a:lnTo>
                    <a:pt x="606" y="631"/>
                  </a:lnTo>
                  <a:lnTo>
                    <a:pt x="610" y="629"/>
                  </a:lnTo>
                  <a:lnTo>
                    <a:pt x="616" y="628"/>
                  </a:lnTo>
                  <a:lnTo>
                    <a:pt x="623" y="621"/>
                  </a:lnTo>
                  <a:lnTo>
                    <a:pt x="623" y="610"/>
                  </a:lnTo>
                  <a:lnTo>
                    <a:pt x="616" y="600"/>
                  </a:lnTo>
                  <a:lnTo>
                    <a:pt x="610" y="578"/>
                  </a:lnTo>
                  <a:lnTo>
                    <a:pt x="603" y="570"/>
                  </a:lnTo>
                  <a:lnTo>
                    <a:pt x="600" y="551"/>
                  </a:lnTo>
                  <a:lnTo>
                    <a:pt x="594" y="532"/>
                  </a:lnTo>
                  <a:lnTo>
                    <a:pt x="585" y="527"/>
                  </a:lnTo>
                  <a:lnTo>
                    <a:pt x="577" y="531"/>
                  </a:lnTo>
                  <a:lnTo>
                    <a:pt x="560" y="527"/>
                  </a:lnTo>
                  <a:lnTo>
                    <a:pt x="554" y="517"/>
                  </a:lnTo>
                  <a:lnTo>
                    <a:pt x="540" y="516"/>
                  </a:lnTo>
                  <a:lnTo>
                    <a:pt x="534" y="510"/>
                  </a:lnTo>
                  <a:lnTo>
                    <a:pt x="537" y="505"/>
                  </a:lnTo>
                  <a:lnTo>
                    <a:pt x="538" y="493"/>
                  </a:lnTo>
                  <a:lnTo>
                    <a:pt x="529" y="482"/>
                  </a:lnTo>
                  <a:lnTo>
                    <a:pt x="518" y="481"/>
                  </a:lnTo>
                  <a:lnTo>
                    <a:pt x="506" y="482"/>
                  </a:lnTo>
                  <a:lnTo>
                    <a:pt x="507" y="474"/>
                  </a:lnTo>
                  <a:lnTo>
                    <a:pt x="496" y="471"/>
                  </a:lnTo>
                  <a:lnTo>
                    <a:pt x="488" y="473"/>
                  </a:lnTo>
                  <a:lnTo>
                    <a:pt x="480" y="468"/>
                  </a:lnTo>
                  <a:lnTo>
                    <a:pt x="465" y="444"/>
                  </a:lnTo>
                  <a:lnTo>
                    <a:pt x="453" y="443"/>
                  </a:lnTo>
                  <a:lnTo>
                    <a:pt x="439" y="438"/>
                  </a:lnTo>
                  <a:lnTo>
                    <a:pt x="430" y="445"/>
                  </a:lnTo>
                  <a:lnTo>
                    <a:pt x="418" y="445"/>
                  </a:lnTo>
                  <a:lnTo>
                    <a:pt x="415" y="435"/>
                  </a:lnTo>
                  <a:lnTo>
                    <a:pt x="404" y="428"/>
                  </a:lnTo>
                  <a:lnTo>
                    <a:pt x="392" y="426"/>
                  </a:lnTo>
                  <a:lnTo>
                    <a:pt x="366" y="409"/>
                  </a:lnTo>
                  <a:lnTo>
                    <a:pt x="338" y="377"/>
                  </a:lnTo>
                  <a:lnTo>
                    <a:pt x="329" y="374"/>
                  </a:lnTo>
                  <a:lnTo>
                    <a:pt x="328" y="364"/>
                  </a:lnTo>
                  <a:lnTo>
                    <a:pt x="315" y="349"/>
                  </a:lnTo>
                  <a:lnTo>
                    <a:pt x="296" y="349"/>
                  </a:lnTo>
                  <a:lnTo>
                    <a:pt x="294" y="338"/>
                  </a:lnTo>
                  <a:lnTo>
                    <a:pt x="275" y="323"/>
                  </a:lnTo>
                  <a:lnTo>
                    <a:pt x="265" y="311"/>
                  </a:lnTo>
                  <a:lnTo>
                    <a:pt x="250" y="304"/>
                  </a:lnTo>
                  <a:lnTo>
                    <a:pt x="251" y="287"/>
                  </a:lnTo>
                  <a:lnTo>
                    <a:pt x="240" y="280"/>
                  </a:lnTo>
                  <a:lnTo>
                    <a:pt x="239" y="271"/>
                  </a:lnTo>
                  <a:lnTo>
                    <a:pt x="227" y="252"/>
                  </a:lnTo>
                  <a:lnTo>
                    <a:pt x="222" y="243"/>
                  </a:lnTo>
                  <a:lnTo>
                    <a:pt x="218" y="236"/>
                  </a:lnTo>
                  <a:lnTo>
                    <a:pt x="212" y="226"/>
                  </a:lnTo>
                  <a:lnTo>
                    <a:pt x="193" y="221"/>
                  </a:lnTo>
                  <a:lnTo>
                    <a:pt x="180" y="213"/>
                  </a:lnTo>
                  <a:lnTo>
                    <a:pt x="135" y="203"/>
                  </a:lnTo>
                  <a:lnTo>
                    <a:pt x="101" y="220"/>
                  </a:lnTo>
                  <a:lnTo>
                    <a:pt x="100" y="230"/>
                  </a:lnTo>
                  <a:lnTo>
                    <a:pt x="89" y="244"/>
                  </a:lnTo>
                  <a:lnTo>
                    <a:pt x="57" y="249"/>
                  </a:lnTo>
                  <a:lnTo>
                    <a:pt x="57" y="249"/>
                  </a:lnTo>
                  <a:close/>
                  <a:moveTo>
                    <a:pt x="106" y="455"/>
                  </a:moveTo>
                  <a:lnTo>
                    <a:pt x="110" y="454"/>
                  </a:lnTo>
                  <a:lnTo>
                    <a:pt x="111" y="449"/>
                  </a:lnTo>
                  <a:lnTo>
                    <a:pt x="117" y="443"/>
                  </a:lnTo>
                  <a:lnTo>
                    <a:pt x="112" y="439"/>
                  </a:lnTo>
                  <a:lnTo>
                    <a:pt x="109" y="445"/>
                  </a:lnTo>
                  <a:lnTo>
                    <a:pt x="105" y="447"/>
                  </a:lnTo>
                  <a:lnTo>
                    <a:pt x="106" y="455"/>
                  </a:lnTo>
                  <a:lnTo>
                    <a:pt x="106" y="455"/>
                  </a:lnTo>
                  <a:close/>
                  <a:moveTo>
                    <a:pt x="275" y="355"/>
                  </a:moveTo>
                  <a:lnTo>
                    <a:pt x="283" y="358"/>
                  </a:lnTo>
                  <a:lnTo>
                    <a:pt x="281" y="353"/>
                  </a:lnTo>
                  <a:lnTo>
                    <a:pt x="275" y="355"/>
                  </a:lnTo>
                  <a:lnTo>
                    <a:pt x="275" y="355"/>
                  </a:lnTo>
                  <a:close/>
                  <a:moveTo>
                    <a:pt x="223" y="321"/>
                  </a:moveTo>
                  <a:lnTo>
                    <a:pt x="217" y="326"/>
                  </a:lnTo>
                  <a:lnTo>
                    <a:pt x="224" y="329"/>
                  </a:lnTo>
                  <a:lnTo>
                    <a:pt x="238" y="325"/>
                  </a:lnTo>
                  <a:lnTo>
                    <a:pt x="249" y="325"/>
                  </a:lnTo>
                  <a:lnTo>
                    <a:pt x="247" y="318"/>
                  </a:lnTo>
                  <a:lnTo>
                    <a:pt x="241" y="311"/>
                  </a:lnTo>
                  <a:lnTo>
                    <a:pt x="238" y="315"/>
                  </a:lnTo>
                  <a:lnTo>
                    <a:pt x="223" y="321"/>
                  </a:lnTo>
                  <a:lnTo>
                    <a:pt x="223" y="321"/>
                  </a:lnTo>
                  <a:close/>
                  <a:moveTo>
                    <a:pt x="140" y="618"/>
                  </a:moveTo>
                  <a:lnTo>
                    <a:pt x="145" y="615"/>
                  </a:lnTo>
                  <a:lnTo>
                    <a:pt x="152" y="618"/>
                  </a:lnTo>
                  <a:lnTo>
                    <a:pt x="161" y="614"/>
                  </a:lnTo>
                  <a:lnTo>
                    <a:pt x="162" y="601"/>
                  </a:lnTo>
                  <a:lnTo>
                    <a:pt x="167" y="593"/>
                  </a:lnTo>
                  <a:lnTo>
                    <a:pt x="179" y="594"/>
                  </a:lnTo>
                  <a:lnTo>
                    <a:pt x="188" y="601"/>
                  </a:lnTo>
                  <a:lnTo>
                    <a:pt x="195" y="601"/>
                  </a:lnTo>
                  <a:lnTo>
                    <a:pt x="199" y="593"/>
                  </a:lnTo>
                  <a:lnTo>
                    <a:pt x="199" y="570"/>
                  </a:lnTo>
                  <a:lnTo>
                    <a:pt x="202" y="563"/>
                  </a:lnTo>
                  <a:lnTo>
                    <a:pt x="199" y="539"/>
                  </a:lnTo>
                  <a:lnTo>
                    <a:pt x="204" y="517"/>
                  </a:lnTo>
                  <a:lnTo>
                    <a:pt x="188" y="503"/>
                  </a:lnTo>
                  <a:lnTo>
                    <a:pt x="201" y="494"/>
                  </a:lnTo>
                  <a:lnTo>
                    <a:pt x="204" y="485"/>
                  </a:lnTo>
                  <a:lnTo>
                    <a:pt x="200" y="471"/>
                  </a:lnTo>
                  <a:lnTo>
                    <a:pt x="192" y="462"/>
                  </a:lnTo>
                  <a:lnTo>
                    <a:pt x="182" y="446"/>
                  </a:lnTo>
                  <a:lnTo>
                    <a:pt x="177" y="451"/>
                  </a:lnTo>
                  <a:lnTo>
                    <a:pt x="166" y="442"/>
                  </a:lnTo>
                  <a:lnTo>
                    <a:pt x="155" y="443"/>
                  </a:lnTo>
                  <a:lnTo>
                    <a:pt x="131" y="470"/>
                  </a:lnTo>
                  <a:lnTo>
                    <a:pt x="121" y="470"/>
                  </a:lnTo>
                  <a:lnTo>
                    <a:pt x="106" y="462"/>
                  </a:lnTo>
                  <a:lnTo>
                    <a:pt x="106" y="475"/>
                  </a:lnTo>
                  <a:lnTo>
                    <a:pt x="103" y="483"/>
                  </a:lnTo>
                  <a:lnTo>
                    <a:pt x="114" y="493"/>
                  </a:lnTo>
                  <a:lnTo>
                    <a:pt x="116" y="502"/>
                  </a:lnTo>
                  <a:lnTo>
                    <a:pt x="125" y="509"/>
                  </a:lnTo>
                  <a:lnTo>
                    <a:pt x="125" y="524"/>
                  </a:lnTo>
                  <a:lnTo>
                    <a:pt x="115" y="533"/>
                  </a:lnTo>
                  <a:lnTo>
                    <a:pt x="119" y="541"/>
                  </a:lnTo>
                  <a:lnTo>
                    <a:pt x="132" y="542"/>
                  </a:lnTo>
                  <a:lnTo>
                    <a:pt x="132" y="546"/>
                  </a:lnTo>
                  <a:lnTo>
                    <a:pt x="124" y="555"/>
                  </a:lnTo>
                  <a:lnTo>
                    <a:pt x="118" y="576"/>
                  </a:lnTo>
                  <a:lnTo>
                    <a:pt x="124" y="584"/>
                  </a:lnTo>
                  <a:lnTo>
                    <a:pt x="131" y="609"/>
                  </a:lnTo>
                  <a:lnTo>
                    <a:pt x="140" y="618"/>
                  </a:lnTo>
                  <a:lnTo>
                    <a:pt x="140" y="618"/>
                  </a:lnTo>
                  <a:close/>
                  <a:moveTo>
                    <a:pt x="563" y="779"/>
                  </a:moveTo>
                  <a:lnTo>
                    <a:pt x="562" y="763"/>
                  </a:lnTo>
                  <a:lnTo>
                    <a:pt x="569" y="756"/>
                  </a:lnTo>
                  <a:lnTo>
                    <a:pt x="567" y="743"/>
                  </a:lnTo>
                  <a:lnTo>
                    <a:pt x="555" y="728"/>
                  </a:lnTo>
                  <a:lnTo>
                    <a:pt x="567" y="698"/>
                  </a:lnTo>
                  <a:lnTo>
                    <a:pt x="580" y="688"/>
                  </a:lnTo>
                  <a:lnTo>
                    <a:pt x="582" y="672"/>
                  </a:lnTo>
                  <a:lnTo>
                    <a:pt x="572" y="661"/>
                  </a:lnTo>
                  <a:lnTo>
                    <a:pt x="555" y="676"/>
                  </a:lnTo>
                  <a:lnTo>
                    <a:pt x="548" y="675"/>
                  </a:lnTo>
                  <a:lnTo>
                    <a:pt x="533" y="668"/>
                  </a:lnTo>
                  <a:lnTo>
                    <a:pt x="520" y="681"/>
                  </a:lnTo>
                  <a:lnTo>
                    <a:pt x="489" y="680"/>
                  </a:lnTo>
                  <a:lnTo>
                    <a:pt x="464" y="686"/>
                  </a:lnTo>
                  <a:lnTo>
                    <a:pt x="447" y="683"/>
                  </a:lnTo>
                  <a:lnTo>
                    <a:pt x="434" y="676"/>
                  </a:lnTo>
                  <a:lnTo>
                    <a:pt x="419" y="677"/>
                  </a:lnTo>
                  <a:lnTo>
                    <a:pt x="411" y="682"/>
                  </a:lnTo>
                  <a:lnTo>
                    <a:pt x="406" y="678"/>
                  </a:lnTo>
                  <a:lnTo>
                    <a:pt x="391" y="684"/>
                  </a:lnTo>
                  <a:lnTo>
                    <a:pt x="389" y="704"/>
                  </a:lnTo>
                  <a:lnTo>
                    <a:pt x="402" y="716"/>
                  </a:lnTo>
                  <a:lnTo>
                    <a:pt x="416" y="713"/>
                  </a:lnTo>
                  <a:lnTo>
                    <a:pt x="442" y="729"/>
                  </a:lnTo>
                  <a:lnTo>
                    <a:pt x="456" y="733"/>
                  </a:lnTo>
                  <a:lnTo>
                    <a:pt x="468" y="745"/>
                  </a:lnTo>
                  <a:lnTo>
                    <a:pt x="498" y="755"/>
                  </a:lnTo>
                  <a:lnTo>
                    <a:pt x="504" y="751"/>
                  </a:lnTo>
                  <a:lnTo>
                    <a:pt x="518" y="760"/>
                  </a:lnTo>
                  <a:lnTo>
                    <a:pt x="520" y="770"/>
                  </a:lnTo>
                  <a:lnTo>
                    <a:pt x="550" y="781"/>
                  </a:lnTo>
                  <a:lnTo>
                    <a:pt x="563" y="779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41"/>
            <p:cNvSpPr>
              <a:spLocks noEditPoints="1"/>
            </p:cNvSpPr>
            <p:nvPr/>
          </p:nvSpPr>
          <p:spPr bwMode="auto">
            <a:xfrm>
              <a:off x="1555" y="2570"/>
              <a:ext cx="826" cy="567"/>
            </a:xfrm>
            <a:custGeom>
              <a:avLst/>
              <a:gdLst>
                <a:gd name="T0" fmla="*/ 488 w 838"/>
                <a:gd name="T1" fmla="*/ 37 h 576"/>
                <a:gd name="T2" fmla="*/ 497 w 838"/>
                <a:gd name="T3" fmla="*/ 61 h 576"/>
                <a:gd name="T4" fmla="*/ 556 w 838"/>
                <a:gd name="T5" fmla="*/ 81 h 576"/>
                <a:gd name="T6" fmla="*/ 604 w 838"/>
                <a:gd name="T7" fmla="*/ 89 h 576"/>
                <a:gd name="T8" fmla="*/ 656 w 838"/>
                <a:gd name="T9" fmla="*/ 82 h 576"/>
                <a:gd name="T10" fmla="*/ 705 w 838"/>
                <a:gd name="T11" fmla="*/ 96 h 576"/>
                <a:gd name="T12" fmla="*/ 768 w 838"/>
                <a:gd name="T13" fmla="*/ 108 h 576"/>
                <a:gd name="T14" fmla="*/ 762 w 838"/>
                <a:gd name="T15" fmla="*/ 141 h 576"/>
                <a:gd name="T16" fmla="*/ 728 w 838"/>
                <a:gd name="T17" fmla="*/ 182 h 576"/>
                <a:gd name="T18" fmla="*/ 669 w 838"/>
                <a:gd name="T19" fmla="*/ 202 h 576"/>
                <a:gd name="T20" fmla="*/ 643 w 838"/>
                <a:gd name="T21" fmla="*/ 226 h 576"/>
                <a:gd name="T22" fmla="*/ 629 w 838"/>
                <a:gd name="T23" fmla="*/ 244 h 576"/>
                <a:gd name="T24" fmla="*/ 605 w 838"/>
                <a:gd name="T25" fmla="*/ 270 h 576"/>
                <a:gd name="T26" fmla="*/ 557 w 838"/>
                <a:gd name="T27" fmla="*/ 325 h 576"/>
                <a:gd name="T28" fmla="*/ 582 w 838"/>
                <a:gd name="T29" fmla="*/ 360 h 576"/>
                <a:gd name="T30" fmla="*/ 561 w 838"/>
                <a:gd name="T31" fmla="*/ 399 h 576"/>
                <a:gd name="T32" fmla="*/ 538 w 838"/>
                <a:gd name="T33" fmla="*/ 460 h 576"/>
                <a:gd name="T34" fmla="*/ 515 w 838"/>
                <a:gd name="T35" fmla="*/ 474 h 576"/>
                <a:gd name="T36" fmla="*/ 458 w 838"/>
                <a:gd name="T37" fmla="*/ 528 h 576"/>
                <a:gd name="T38" fmla="*/ 424 w 838"/>
                <a:gd name="T39" fmla="*/ 522 h 576"/>
                <a:gd name="T40" fmla="*/ 390 w 838"/>
                <a:gd name="T41" fmla="*/ 522 h 576"/>
                <a:gd name="T42" fmla="*/ 339 w 838"/>
                <a:gd name="T43" fmla="*/ 518 h 576"/>
                <a:gd name="T44" fmla="*/ 282 w 838"/>
                <a:gd name="T45" fmla="*/ 546 h 576"/>
                <a:gd name="T46" fmla="*/ 247 w 838"/>
                <a:gd name="T47" fmla="*/ 566 h 576"/>
                <a:gd name="T48" fmla="*/ 183 w 838"/>
                <a:gd name="T49" fmla="*/ 553 h 576"/>
                <a:gd name="T50" fmla="*/ 145 w 838"/>
                <a:gd name="T51" fmla="*/ 496 h 576"/>
                <a:gd name="T52" fmla="*/ 113 w 838"/>
                <a:gd name="T53" fmla="*/ 477 h 576"/>
                <a:gd name="T54" fmla="*/ 136 w 838"/>
                <a:gd name="T55" fmla="*/ 423 h 576"/>
                <a:gd name="T56" fmla="*/ 113 w 838"/>
                <a:gd name="T57" fmla="*/ 393 h 576"/>
                <a:gd name="T58" fmla="*/ 118 w 838"/>
                <a:gd name="T59" fmla="*/ 339 h 576"/>
                <a:gd name="T60" fmla="*/ 129 w 838"/>
                <a:gd name="T61" fmla="*/ 307 h 576"/>
                <a:gd name="T62" fmla="*/ 150 w 838"/>
                <a:gd name="T63" fmla="*/ 261 h 576"/>
                <a:gd name="T64" fmla="*/ 174 w 838"/>
                <a:gd name="T65" fmla="*/ 183 h 576"/>
                <a:gd name="T66" fmla="*/ 174 w 838"/>
                <a:gd name="T67" fmla="*/ 153 h 576"/>
                <a:gd name="T68" fmla="*/ 127 w 838"/>
                <a:gd name="T69" fmla="*/ 146 h 576"/>
                <a:gd name="T70" fmla="*/ 62 w 838"/>
                <a:gd name="T71" fmla="*/ 140 h 576"/>
                <a:gd name="T72" fmla="*/ 22 w 838"/>
                <a:gd name="T73" fmla="*/ 128 h 576"/>
                <a:gd name="T74" fmla="*/ 26 w 838"/>
                <a:gd name="T75" fmla="*/ 110 h 576"/>
                <a:gd name="T76" fmla="*/ 32 w 838"/>
                <a:gd name="T77" fmla="*/ 85 h 576"/>
                <a:gd name="T78" fmla="*/ 20 w 838"/>
                <a:gd name="T79" fmla="*/ 75 h 576"/>
                <a:gd name="T80" fmla="*/ 6 w 838"/>
                <a:gd name="T81" fmla="*/ 69 h 576"/>
                <a:gd name="T82" fmla="*/ 32 w 838"/>
                <a:gd name="T83" fmla="*/ 34 h 576"/>
                <a:gd name="T84" fmla="*/ 73 w 838"/>
                <a:gd name="T85" fmla="*/ 28 h 576"/>
                <a:gd name="T86" fmla="*/ 88 w 838"/>
                <a:gd name="T87" fmla="*/ 2 h 576"/>
                <a:gd name="T88" fmla="*/ 119 w 838"/>
                <a:gd name="T89" fmla="*/ 3 h 576"/>
                <a:gd name="T90" fmla="*/ 159 w 838"/>
                <a:gd name="T91" fmla="*/ 10 h 576"/>
                <a:gd name="T92" fmla="*/ 214 w 838"/>
                <a:gd name="T93" fmla="*/ 4 h 576"/>
                <a:gd name="T94" fmla="*/ 284 w 838"/>
                <a:gd name="T95" fmla="*/ 25 h 576"/>
                <a:gd name="T96" fmla="*/ 364 w 838"/>
                <a:gd name="T97" fmla="*/ 19 h 576"/>
                <a:gd name="T98" fmla="*/ 405 w 838"/>
                <a:gd name="T99" fmla="*/ 22 h 576"/>
                <a:gd name="T100" fmla="*/ 459 w 838"/>
                <a:gd name="T101" fmla="*/ 32 h 576"/>
                <a:gd name="T102" fmla="*/ 802 w 838"/>
                <a:gd name="T103" fmla="*/ 299 h 576"/>
                <a:gd name="T104" fmla="*/ 838 w 838"/>
                <a:gd name="T105" fmla="*/ 300 h 576"/>
                <a:gd name="T106" fmla="*/ 802 w 838"/>
                <a:gd name="T107" fmla="*/ 299 h 576"/>
                <a:gd name="T108" fmla="*/ 784 w 838"/>
                <a:gd name="T109" fmla="*/ 312 h 576"/>
                <a:gd name="T110" fmla="*/ 741 w 838"/>
                <a:gd name="T111" fmla="*/ 317 h 576"/>
                <a:gd name="T112" fmla="*/ 763 w 838"/>
                <a:gd name="T113" fmla="*/ 340 h 576"/>
                <a:gd name="T114" fmla="*/ 696 w 838"/>
                <a:gd name="T115" fmla="*/ 365 h 576"/>
                <a:gd name="T116" fmla="*/ 671 w 838"/>
                <a:gd name="T117" fmla="*/ 373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38" h="576">
                  <a:moveTo>
                    <a:pt x="475" y="28"/>
                  </a:moveTo>
                  <a:cubicBezTo>
                    <a:pt x="486" y="34"/>
                    <a:pt x="486" y="34"/>
                    <a:pt x="486" y="34"/>
                  </a:cubicBezTo>
                  <a:cubicBezTo>
                    <a:pt x="488" y="37"/>
                    <a:pt x="488" y="37"/>
                    <a:pt x="488" y="37"/>
                  </a:cubicBezTo>
                  <a:cubicBezTo>
                    <a:pt x="496" y="39"/>
                    <a:pt x="496" y="39"/>
                    <a:pt x="496" y="39"/>
                  </a:cubicBezTo>
                  <a:cubicBezTo>
                    <a:pt x="499" y="52"/>
                    <a:pt x="499" y="52"/>
                    <a:pt x="499" y="52"/>
                  </a:cubicBezTo>
                  <a:cubicBezTo>
                    <a:pt x="497" y="61"/>
                    <a:pt x="497" y="61"/>
                    <a:pt x="497" y="61"/>
                  </a:cubicBezTo>
                  <a:cubicBezTo>
                    <a:pt x="517" y="59"/>
                    <a:pt x="517" y="59"/>
                    <a:pt x="517" y="59"/>
                  </a:cubicBezTo>
                  <a:cubicBezTo>
                    <a:pt x="544" y="69"/>
                    <a:pt x="544" y="69"/>
                    <a:pt x="544" y="69"/>
                  </a:cubicBezTo>
                  <a:cubicBezTo>
                    <a:pt x="556" y="81"/>
                    <a:pt x="556" y="81"/>
                    <a:pt x="556" y="81"/>
                  </a:cubicBezTo>
                  <a:cubicBezTo>
                    <a:pt x="570" y="76"/>
                    <a:pt x="570" y="76"/>
                    <a:pt x="570" y="76"/>
                  </a:cubicBezTo>
                  <a:cubicBezTo>
                    <a:pt x="585" y="90"/>
                    <a:pt x="585" y="90"/>
                    <a:pt x="585" y="90"/>
                  </a:cubicBezTo>
                  <a:cubicBezTo>
                    <a:pt x="604" y="89"/>
                    <a:pt x="604" y="89"/>
                    <a:pt x="604" y="89"/>
                  </a:cubicBezTo>
                  <a:cubicBezTo>
                    <a:pt x="613" y="94"/>
                    <a:pt x="613" y="94"/>
                    <a:pt x="613" y="94"/>
                  </a:cubicBezTo>
                  <a:cubicBezTo>
                    <a:pt x="625" y="83"/>
                    <a:pt x="625" y="83"/>
                    <a:pt x="625" y="83"/>
                  </a:cubicBezTo>
                  <a:cubicBezTo>
                    <a:pt x="656" y="82"/>
                    <a:pt x="656" y="82"/>
                    <a:pt x="656" y="82"/>
                  </a:cubicBezTo>
                  <a:cubicBezTo>
                    <a:pt x="667" y="88"/>
                    <a:pt x="667" y="88"/>
                    <a:pt x="667" y="88"/>
                  </a:cubicBezTo>
                  <a:cubicBezTo>
                    <a:pt x="686" y="86"/>
                    <a:pt x="686" y="86"/>
                    <a:pt x="686" y="86"/>
                  </a:cubicBezTo>
                  <a:cubicBezTo>
                    <a:pt x="705" y="96"/>
                    <a:pt x="705" y="96"/>
                    <a:pt x="705" y="96"/>
                  </a:cubicBezTo>
                  <a:cubicBezTo>
                    <a:pt x="737" y="93"/>
                    <a:pt x="737" y="93"/>
                    <a:pt x="737" y="93"/>
                  </a:cubicBezTo>
                  <a:cubicBezTo>
                    <a:pt x="760" y="105"/>
                    <a:pt x="760" y="105"/>
                    <a:pt x="760" y="105"/>
                  </a:cubicBezTo>
                  <a:cubicBezTo>
                    <a:pt x="768" y="108"/>
                    <a:pt x="768" y="108"/>
                    <a:pt x="768" y="108"/>
                  </a:cubicBezTo>
                  <a:cubicBezTo>
                    <a:pt x="769" y="115"/>
                    <a:pt x="769" y="115"/>
                    <a:pt x="769" y="115"/>
                  </a:cubicBezTo>
                  <a:cubicBezTo>
                    <a:pt x="758" y="121"/>
                    <a:pt x="758" y="121"/>
                    <a:pt x="758" y="121"/>
                  </a:cubicBezTo>
                  <a:cubicBezTo>
                    <a:pt x="762" y="141"/>
                    <a:pt x="762" y="141"/>
                    <a:pt x="762" y="141"/>
                  </a:cubicBezTo>
                  <a:cubicBezTo>
                    <a:pt x="760" y="156"/>
                    <a:pt x="760" y="156"/>
                    <a:pt x="760" y="156"/>
                  </a:cubicBezTo>
                  <a:cubicBezTo>
                    <a:pt x="753" y="168"/>
                    <a:pt x="753" y="168"/>
                    <a:pt x="753" y="168"/>
                  </a:cubicBezTo>
                  <a:cubicBezTo>
                    <a:pt x="728" y="182"/>
                    <a:pt x="728" y="182"/>
                    <a:pt x="728" y="182"/>
                  </a:cubicBezTo>
                  <a:cubicBezTo>
                    <a:pt x="728" y="182"/>
                    <a:pt x="717" y="195"/>
                    <a:pt x="716" y="195"/>
                  </a:cubicBezTo>
                  <a:cubicBezTo>
                    <a:pt x="715" y="196"/>
                    <a:pt x="695" y="203"/>
                    <a:pt x="695" y="203"/>
                  </a:cubicBezTo>
                  <a:cubicBezTo>
                    <a:pt x="669" y="202"/>
                    <a:pt x="669" y="202"/>
                    <a:pt x="669" y="202"/>
                  </a:cubicBezTo>
                  <a:cubicBezTo>
                    <a:pt x="652" y="213"/>
                    <a:pt x="652" y="213"/>
                    <a:pt x="652" y="213"/>
                  </a:cubicBezTo>
                  <a:cubicBezTo>
                    <a:pt x="636" y="220"/>
                    <a:pt x="636" y="220"/>
                    <a:pt x="636" y="220"/>
                  </a:cubicBezTo>
                  <a:cubicBezTo>
                    <a:pt x="643" y="226"/>
                    <a:pt x="643" y="226"/>
                    <a:pt x="643" y="226"/>
                  </a:cubicBezTo>
                  <a:cubicBezTo>
                    <a:pt x="640" y="240"/>
                    <a:pt x="640" y="240"/>
                    <a:pt x="640" y="240"/>
                  </a:cubicBezTo>
                  <a:cubicBezTo>
                    <a:pt x="631" y="246"/>
                    <a:pt x="631" y="246"/>
                    <a:pt x="631" y="246"/>
                  </a:cubicBezTo>
                  <a:cubicBezTo>
                    <a:pt x="629" y="244"/>
                    <a:pt x="629" y="244"/>
                    <a:pt x="629" y="244"/>
                  </a:cubicBezTo>
                  <a:cubicBezTo>
                    <a:pt x="632" y="242"/>
                    <a:pt x="632" y="242"/>
                    <a:pt x="632" y="242"/>
                  </a:cubicBezTo>
                  <a:cubicBezTo>
                    <a:pt x="624" y="240"/>
                    <a:pt x="624" y="240"/>
                    <a:pt x="624" y="240"/>
                  </a:cubicBezTo>
                  <a:cubicBezTo>
                    <a:pt x="605" y="270"/>
                    <a:pt x="605" y="270"/>
                    <a:pt x="605" y="270"/>
                  </a:cubicBezTo>
                  <a:cubicBezTo>
                    <a:pt x="591" y="276"/>
                    <a:pt x="591" y="276"/>
                    <a:pt x="591" y="276"/>
                  </a:cubicBezTo>
                  <a:cubicBezTo>
                    <a:pt x="565" y="316"/>
                    <a:pt x="565" y="316"/>
                    <a:pt x="565" y="316"/>
                  </a:cubicBezTo>
                  <a:cubicBezTo>
                    <a:pt x="557" y="325"/>
                    <a:pt x="557" y="325"/>
                    <a:pt x="557" y="325"/>
                  </a:cubicBezTo>
                  <a:cubicBezTo>
                    <a:pt x="568" y="343"/>
                    <a:pt x="568" y="343"/>
                    <a:pt x="568" y="343"/>
                  </a:cubicBezTo>
                  <a:cubicBezTo>
                    <a:pt x="572" y="355"/>
                    <a:pt x="572" y="355"/>
                    <a:pt x="572" y="355"/>
                  </a:cubicBezTo>
                  <a:cubicBezTo>
                    <a:pt x="582" y="360"/>
                    <a:pt x="582" y="360"/>
                    <a:pt x="582" y="360"/>
                  </a:cubicBezTo>
                  <a:cubicBezTo>
                    <a:pt x="599" y="381"/>
                    <a:pt x="599" y="381"/>
                    <a:pt x="599" y="381"/>
                  </a:cubicBezTo>
                  <a:cubicBezTo>
                    <a:pt x="584" y="394"/>
                    <a:pt x="584" y="394"/>
                    <a:pt x="584" y="394"/>
                  </a:cubicBezTo>
                  <a:cubicBezTo>
                    <a:pt x="561" y="399"/>
                    <a:pt x="561" y="399"/>
                    <a:pt x="561" y="399"/>
                  </a:cubicBezTo>
                  <a:cubicBezTo>
                    <a:pt x="562" y="414"/>
                    <a:pt x="562" y="414"/>
                    <a:pt x="562" y="414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38" y="460"/>
                    <a:pt x="538" y="460"/>
                    <a:pt x="538" y="460"/>
                  </a:cubicBezTo>
                  <a:cubicBezTo>
                    <a:pt x="543" y="465"/>
                    <a:pt x="543" y="465"/>
                    <a:pt x="543" y="465"/>
                  </a:cubicBezTo>
                  <a:cubicBezTo>
                    <a:pt x="538" y="473"/>
                    <a:pt x="538" y="473"/>
                    <a:pt x="538" y="473"/>
                  </a:cubicBezTo>
                  <a:cubicBezTo>
                    <a:pt x="515" y="474"/>
                    <a:pt x="515" y="474"/>
                    <a:pt x="515" y="474"/>
                  </a:cubicBezTo>
                  <a:cubicBezTo>
                    <a:pt x="474" y="492"/>
                    <a:pt x="474" y="492"/>
                    <a:pt x="474" y="492"/>
                  </a:cubicBezTo>
                  <a:cubicBezTo>
                    <a:pt x="474" y="504"/>
                    <a:pt x="474" y="504"/>
                    <a:pt x="474" y="504"/>
                  </a:cubicBezTo>
                  <a:cubicBezTo>
                    <a:pt x="458" y="528"/>
                    <a:pt x="458" y="528"/>
                    <a:pt x="458" y="528"/>
                  </a:cubicBezTo>
                  <a:cubicBezTo>
                    <a:pt x="443" y="521"/>
                    <a:pt x="443" y="521"/>
                    <a:pt x="443" y="521"/>
                  </a:cubicBezTo>
                  <a:cubicBezTo>
                    <a:pt x="430" y="511"/>
                    <a:pt x="430" y="511"/>
                    <a:pt x="430" y="511"/>
                  </a:cubicBezTo>
                  <a:cubicBezTo>
                    <a:pt x="424" y="522"/>
                    <a:pt x="424" y="522"/>
                    <a:pt x="424" y="522"/>
                  </a:cubicBezTo>
                  <a:cubicBezTo>
                    <a:pt x="413" y="530"/>
                    <a:pt x="413" y="530"/>
                    <a:pt x="413" y="530"/>
                  </a:cubicBezTo>
                  <a:cubicBezTo>
                    <a:pt x="402" y="522"/>
                    <a:pt x="402" y="522"/>
                    <a:pt x="402" y="522"/>
                  </a:cubicBezTo>
                  <a:cubicBezTo>
                    <a:pt x="390" y="522"/>
                    <a:pt x="390" y="522"/>
                    <a:pt x="390" y="522"/>
                  </a:cubicBezTo>
                  <a:cubicBezTo>
                    <a:pt x="385" y="527"/>
                    <a:pt x="385" y="527"/>
                    <a:pt x="385" y="527"/>
                  </a:cubicBezTo>
                  <a:cubicBezTo>
                    <a:pt x="367" y="525"/>
                    <a:pt x="367" y="525"/>
                    <a:pt x="367" y="525"/>
                  </a:cubicBezTo>
                  <a:cubicBezTo>
                    <a:pt x="339" y="518"/>
                    <a:pt x="339" y="518"/>
                    <a:pt x="339" y="518"/>
                  </a:cubicBezTo>
                  <a:cubicBezTo>
                    <a:pt x="328" y="524"/>
                    <a:pt x="328" y="524"/>
                    <a:pt x="328" y="524"/>
                  </a:cubicBezTo>
                  <a:cubicBezTo>
                    <a:pt x="304" y="527"/>
                    <a:pt x="304" y="527"/>
                    <a:pt x="304" y="527"/>
                  </a:cubicBezTo>
                  <a:cubicBezTo>
                    <a:pt x="282" y="546"/>
                    <a:pt x="282" y="546"/>
                    <a:pt x="282" y="546"/>
                  </a:cubicBezTo>
                  <a:cubicBezTo>
                    <a:pt x="257" y="549"/>
                    <a:pt x="257" y="549"/>
                    <a:pt x="257" y="549"/>
                  </a:cubicBezTo>
                  <a:cubicBezTo>
                    <a:pt x="248" y="556"/>
                    <a:pt x="248" y="556"/>
                    <a:pt x="248" y="556"/>
                  </a:cubicBezTo>
                  <a:cubicBezTo>
                    <a:pt x="247" y="566"/>
                    <a:pt x="247" y="566"/>
                    <a:pt x="247" y="566"/>
                  </a:cubicBezTo>
                  <a:cubicBezTo>
                    <a:pt x="227" y="576"/>
                    <a:pt x="227" y="576"/>
                    <a:pt x="227" y="576"/>
                  </a:cubicBezTo>
                  <a:cubicBezTo>
                    <a:pt x="205" y="573"/>
                    <a:pt x="205" y="573"/>
                    <a:pt x="205" y="573"/>
                  </a:cubicBezTo>
                  <a:cubicBezTo>
                    <a:pt x="183" y="553"/>
                    <a:pt x="183" y="553"/>
                    <a:pt x="183" y="553"/>
                  </a:cubicBezTo>
                  <a:cubicBezTo>
                    <a:pt x="170" y="524"/>
                    <a:pt x="170" y="524"/>
                    <a:pt x="170" y="524"/>
                  </a:cubicBezTo>
                  <a:cubicBezTo>
                    <a:pt x="173" y="520"/>
                    <a:pt x="173" y="520"/>
                    <a:pt x="173" y="520"/>
                  </a:cubicBezTo>
                  <a:cubicBezTo>
                    <a:pt x="145" y="496"/>
                    <a:pt x="145" y="496"/>
                    <a:pt x="145" y="496"/>
                  </a:cubicBezTo>
                  <a:cubicBezTo>
                    <a:pt x="125" y="494"/>
                    <a:pt x="125" y="494"/>
                    <a:pt x="125" y="494"/>
                  </a:cubicBezTo>
                  <a:cubicBezTo>
                    <a:pt x="114" y="491"/>
                    <a:pt x="114" y="491"/>
                    <a:pt x="114" y="491"/>
                  </a:cubicBezTo>
                  <a:cubicBezTo>
                    <a:pt x="113" y="477"/>
                    <a:pt x="113" y="477"/>
                    <a:pt x="113" y="477"/>
                  </a:cubicBezTo>
                  <a:cubicBezTo>
                    <a:pt x="104" y="462"/>
                    <a:pt x="104" y="462"/>
                    <a:pt x="104" y="462"/>
                  </a:cubicBezTo>
                  <a:cubicBezTo>
                    <a:pt x="119" y="436"/>
                    <a:pt x="119" y="436"/>
                    <a:pt x="119" y="436"/>
                  </a:cubicBezTo>
                  <a:cubicBezTo>
                    <a:pt x="136" y="423"/>
                    <a:pt x="136" y="423"/>
                    <a:pt x="136" y="423"/>
                  </a:cubicBezTo>
                  <a:cubicBezTo>
                    <a:pt x="138" y="412"/>
                    <a:pt x="138" y="412"/>
                    <a:pt x="138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13" y="393"/>
                    <a:pt x="113" y="393"/>
                    <a:pt x="113" y="393"/>
                  </a:cubicBezTo>
                  <a:cubicBezTo>
                    <a:pt x="135" y="373"/>
                    <a:pt x="135" y="373"/>
                    <a:pt x="135" y="373"/>
                  </a:cubicBezTo>
                  <a:cubicBezTo>
                    <a:pt x="134" y="348"/>
                    <a:pt x="134" y="348"/>
                    <a:pt x="134" y="348"/>
                  </a:cubicBezTo>
                  <a:cubicBezTo>
                    <a:pt x="118" y="339"/>
                    <a:pt x="118" y="339"/>
                    <a:pt x="118" y="339"/>
                  </a:cubicBezTo>
                  <a:cubicBezTo>
                    <a:pt x="101" y="309"/>
                    <a:pt x="101" y="309"/>
                    <a:pt x="101" y="309"/>
                  </a:cubicBezTo>
                  <a:cubicBezTo>
                    <a:pt x="117" y="305"/>
                    <a:pt x="117" y="305"/>
                    <a:pt x="117" y="305"/>
                  </a:cubicBezTo>
                  <a:cubicBezTo>
                    <a:pt x="129" y="307"/>
                    <a:pt x="129" y="307"/>
                    <a:pt x="129" y="307"/>
                  </a:cubicBezTo>
                  <a:cubicBezTo>
                    <a:pt x="147" y="285"/>
                    <a:pt x="147" y="285"/>
                    <a:pt x="147" y="285"/>
                  </a:cubicBezTo>
                  <a:cubicBezTo>
                    <a:pt x="135" y="274"/>
                    <a:pt x="135" y="274"/>
                    <a:pt x="135" y="274"/>
                  </a:cubicBezTo>
                  <a:cubicBezTo>
                    <a:pt x="150" y="261"/>
                    <a:pt x="150" y="261"/>
                    <a:pt x="150" y="261"/>
                  </a:cubicBezTo>
                  <a:cubicBezTo>
                    <a:pt x="152" y="222"/>
                    <a:pt x="152" y="222"/>
                    <a:pt x="152" y="222"/>
                  </a:cubicBezTo>
                  <a:cubicBezTo>
                    <a:pt x="149" y="205"/>
                    <a:pt x="149" y="205"/>
                    <a:pt x="149" y="205"/>
                  </a:cubicBezTo>
                  <a:cubicBezTo>
                    <a:pt x="174" y="183"/>
                    <a:pt x="174" y="183"/>
                    <a:pt x="174" y="183"/>
                  </a:cubicBezTo>
                  <a:cubicBezTo>
                    <a:pt x="184" y="183"/>
                    <a:pt x="184" y="183"/>
                    <a:pt x="184" y="183"/>
                  </a:cubicBezTo>
                  <a:cubicBezTo>
                    <a:pt x="188" y="171"/>
                    <a:pt x="188" y="171"/>
                    <a:pt x="188" y="171"/>
                  </a:cubicBezTo>
                  <a:cubicBezTo>
                    <a:pt x="174" y="153"/>
                    <a:pt x="174" y="153"/>
                    <a:pt x="174" y="153"/>
                  </a:cubicBezTo>
                  <a:cubicBezTo>
                    <a:pt x="172" y="138"/>
                    <a:pt x="172" y="138"/>
                    <a:pt x="172" y="138"/>
                  </a:cubicBezTo>
                  <a:cubicBezTo>
                    <a:pt x="140" y="134"/>
                    <a:pt x="140" y="134"/>
                    <a:pt x="140" y="134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67" y="149"/>
                    <a:pt x="67" y="149"/>
                    <a:pt x="67" y="149"/>
                  </a:cubicBezTo>
                  <a:cubicBezTo>
                    <a:pt x="62" y="140"/>
                    <a:pt x="62" y="140"/>
                    <a:pt x="62" y="140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52" y="124"/>
                    <a:pt x="52" y="124"/>
                    <a:pt x="52" y="124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5"/>
                    <a:pt x="22" y="125"/>
                    <a:pt x="22" y="125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4" y="103"/>
                    <a:pt x="34" y="103"/>
                    <a:pt x="34" y="103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6" y="93"/>
                    <a:pt x="16" y="93"/>
                    <a:pt x="16" y="93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65" y="23"/>
                    <a:pt x="65" y="23"/>
                    <a:pt x="65" y="23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88" y="2"/>
                    <a:pt x="88" y="2"/>
                    <a:pt x="88" y="2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33" y="19"/>
                    <a:pt x="133" y="19"/>
                    <a:pt x="133" y="19"/>
                  </a:cubicBezTo>
                  <a:cubicBezTo>
                    <a:pt x="145" y="10"/>
                    <a:pt x="145" y="10"/>
                    <a:pt x="145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92" y="9"/>
                    <a:pt x="192" y="9"/>
                    <a:pt x="192" y="9"/>
                  </a:cubicBezTo>
                  <a:cubicBezTo>
                    <a:pt x="214" y="4"/>
                    <a:pt x="214" y="4"/>
                    <a:pt x="214" y="4"/>
                  </a:cubicBezTo>
                  <a:cubicBezTo>
                    <a:pt x="219" y="9"/>
                    <a:pt x="219" y="9"/>
                    <a:pt x="219" y="9"/>
                  </a:cubicBezTo>
                  <a:cubicBezTo>
                    <a:pt x="236" y="18"/>
                    <a:pt x="236" y="18"/>
                    <a:pt x="236" y="18"/>
                  </a:cubicBezTo>
                  <a:cubicBezTo>
                    <a:pt x="284" y="25"/>
                    <a:pt x="284" y="25"/>
                    <a:pt x="284" y="25"/>
                  </a:cubicBezTo>
                  <a:cubicBezTo>
                    <a:pt x="306" y="30"/>
                    <a:pt x="306" y="30"/>
                    <a:pt x="306" y="30"/>
                  </a:cubicBezTo>
                  <a:cubicBezTo>
                    <a:pt x="339" y="17"/>
                    <a:pt x="339" y="17"/>
                    <a:pt x="339" y="17"/>
                  </a:cubicBezTo>
                  <a:cubicBezTo>
                    <a:pt x="364" y="19"/>
                    <a:pt x="364" y="19"/>
                    <a:pt x="364" y="19"/>
                  </a:cubicBezTo>
                  <a:cubicBezTo>
                    <a:pt x="368" y="29"/>
                    <a:pt x="368" y="29"/>
                    <a:pt x="368" y="29"/>
                  </a:cubicBezTo>
                  <a:cubicBezTo>
                    <a:pt x="393" y="33"/>
                    <a:pt x="393" y="33"/>
                    <a:pt x="393" y="33"/>
                  </a:cubicBezTo>
                  <a:cubicBezTo>
                    <a:pt x="405" y="22"/>
                    <a:pt x="405" y="22"/>
                    <a:pt x="405" y="22"/>
                  </a:cubicBezTo>
                  <a:cubicBezTo>
                    <a:pt x="417" y="22"/>
                    <a:pt x="417" y="22"/>
                    <a:pt x="417" y="22"/>
                  </a:cubicBezTo>
                  <a:cubicBezTo>
                    <a:pt x="453" y="41"/>
                    <a:pt x="453" y="41"/>
                    <a:pt x="453" y="41"/>
                  </a:cubicBezTo>
                  <a:cubicBezTo>
                    <a:pt x="459" y="32"/>
                    <a:pt x="459" y="32"/>
                    <a:pt x="459" y="32"/>
                  </a:cubicBezTo>
                  <a:cubicBezTo>
                    <a:pt x="469" y="31"/>
                    <a:pt x="469" y="31"/>
                    <a:pt x="469" y="31"/>
                  </a:cubicBezTo>
                  <a:cubicBezTo>
                    <a:pt x="475" y="28"/>
                    <a:pt x="475" y="28"/>
                    <a:pt x="475" y="28"/>
                  </a:cubicBezTo>
                  <a:close/>
                  <a:moveTo>
                    <a:pt x="802" y="299"/>
                  </a:moveTo>
                  <a:cubicBezTo>
                    <a:pt x="824" y="301"/>
                    <a:pt x="824" y="301"/>
                    <a:pt x="824" y="301"/>
                  </a:cubicBezTo>
                  <a:cubicBezTo>
                    <a:pt x="835" y="306"/>
                    <a:pt x="835" y="306"/>
                    <a:pt x="835" y="306"/>
                  </a:cubicBezTo>
                  <a:cubicBezTo>
                    <a:pt x="838" y="300"/>
                    <a:pt x="838" y="300"/>
                    <a:pt x="838" y="300"/>
                  </a:cubicBezTo>
                  <a:cubicBezTo>
                    <a:pt x="825" y="287"/>
                    <a:pt x="825" y="287"/>
                    <a:pt x="825" y="287"/>
                  </a:cubicBezTo>
                  <a:cubicBezTo>
                    <a:pt x="805" y="290"/>
                    <a:pt x="805" y="290"/>
                    <a:pt x="805" y="290"/>
                  </a:cubicBezTo>
                  <a:cubicBezTo>
                    <a:pt x="802" y="299"/>
                    <a:pt x="802" y="299"/>
                    <a:pt x="802" y="299"/>
                  </a:cubicBezTo>
                  <a:close/>
                  <a:moveTo>
                    <a:pt x="763" y="340"/>
                  </a:moveTo>
                  <a:cubicBezTo>
                    <a:pt x="769" y="324"/>
                    <a:pt x="769" y="324"/>
                    <a:pt x="769" y="324"/>
                  </a:cubicBezTo>
                  <a:cubicBezTo>
                    <a:pt x="784" y="312"/>
                    <a:pt x="784" y="312"/>
                    <a:pt x="784" y="312"/>
                  </a:cubicBezTo>
                  <a:cubicBezTo>
                    <a:pt x="770" y="311"/>
                    <a:pt x="770" y="311"/>
                    <a:pt x="770" y="311"/>
                  </a:cubicBezTo>
                  <a:cubicBezTo>
                    <a:pt x="755" y="309"/>
                    <a:pt x="755" y="309"/>
                    <a:pt x="755" y="309"/>
                  </a:cubicBezTo>
                  <a:cubicBezTo>
                    <a:pt x="741" y="317"/>
                    <a:pt x="741" y="317"/>
                    <a:pt x="741" y="317"/>
                  </a:cubicBezTo>
                  <a:cubicBezTo>
                    <a:pt x="739" y="327"/>
                    <a:pt x="739" y="327"/>
                    <a:pt x="739" y="327"/>
                  </a:cubicBezTo>
                  <a:cubicBezTo>
                    <a:pt x="752" y="331"/>
                    <a:pt x="752" y="331"/>
                    <a:pt x="752" y="331"/>
                  </a:cubicBezTo>
                  <a:cubicBezTo>
                    <a:pt x="763" y="340"/>
                    <a:pt x="763" y="340"/>
                    <a:pt x="763" y="340"/>
                  </a:cubicBezTo>
                  <a:close/>
                  <a:moveTo>
                    <a:pt x="680" y="381"/>
                  </a:moveTo>
                  <a:cubicBezTo>
                    <a:pt x="688" y="372"/>
                    <a:pt x="688" y="372"/>
                    <a:pt x="688" y="372"/>
                  </a:cubicBezTo>
                  <a:cubicBezTo>
                    <a:pt x="696" y="365"/>
                    <a:pt x="696" y="365"/>
                    <a:pt x="696" y="365"/>
                  </a:cubicBezTo>
                  <a:cubicBezTo>
                    <a:pt x="690" y="357"/>
                    <a:pt x="690" y="357"/>
                    <a:pt x="690" y="357"/>
                  </a:cubicBezTo>
                  <a:cubicBezTo>
                    <a:pt x="673" y="362"/>
                    <a:pt x="673" y="362"/>
                    <a:pt x="673" y="362"/>
                  </a:cubicBezTo>
                  <a:cubicBezTo>
                    <a:pt x="671" y="373"/>
                    <a:pt x="671" y="373"/>
                    <a:pt x="671" y="373"/>
                  </a:cubicBezTo>
                  <a:lnTo>
                    <a:pt x="680" y="381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1533" y="2692"/>
              <a:ext cx="207" cy="378"/>
            </a:xfrm>
            <a:custGeom>
              <a:avLst/>
              <a:gdLst>
                <a:gd name="T0" fmla="*/ 133 w 207"/>
                <a:gd name="T1" fmla="*/ 348 h 378"/>
                <a:gd name="T2" fmla="*/ 139 w 207"/>
                <a:gd name="T3" fmla="*/ 308 h 378"/>
                <a:gd name="T4" fmla="*/ 158 w 207"/>
                <a:gd name="T5" fmla="*/ 284 h 378"/>
                <a:gd name="T6" fmla="*/ 133 w 207"/>
                <a:gd name="T7" fmla="*/ 265 h 378"/>
                <a:gd name="T8" fmla="*/ 154 w 207"/>
                <a:gd name="T9" fmla="*/ 221 h 378"/>
                <a:gd name="T10" fmla="*/ 122 w 207"/>
                <a:gd name="T11" fmla="*/ 182 h 378"/>
                <a:gd name="T12" fmla="*/ 149 w 207"/>
                <a:gd name="T13" fmla="*/ 180 h 378"/>
                <a:gd name="T14" fmla="*/ 155 w 207"/>
                <a:gd name="T15" fmla="*/ 148 h 378"/>
                <a:gd name="T16" fmla="*/ 172 w 207"/>
                <a:gd name="T17" fmla="*/ 97 h 378"/>
                <a:gd name="T18" fmla="*/ 194 w 207"/>
                <a:gd name="T19" fmla="*/ 58 h 378"/>
                <a:gd name="T20" fmla="*/ 207 w 207"/>
                <a:gd name="T21" fmla="*/ 46 h 378"/>
                <a:gd name="T22" fmla="*/ 192 w 207"/>
                <a:gd name="T23" fmla="*/ 14 h 378"/>
                <a:gd name="T24" fmla="*/ 147 w 207"/>
                <a:gd name="T25" fmla="*/ 22 h 378"/>
                <a:gd name="T26" fmla="*/ 88 w 207"/>
                <a:gd name="T27" fmla="*/ 25 h 378"/>
                <a:gd name="T28" fmla="*/ 84 w 207"/>
                <a:gd name="T29" fmla="*/ 3 h 378"/>
                <a:gd name="T30" fmla="*/ 44 w 207"/>
                <a:gd name="T31" fmla="*/ 4 h 378"/>
                <a:gd name="T32" fmla="*/ 55 w 207"/>
                <a:gd name="T33" fmla="*/ 38 h 378"/>
                <a:gd name="T34" fmla="*/ 53 w 207"/>
                <a:gd name="T35" fmla="*/ 82 h 378"/>
                <a:gd name="T36" fmla="*/ 58 w 207"/>
                <a:gd name="T37" fmla="*/ 109 h 378"/>
                <a:gd name="T38" fmla="*/ 43 w 207"/>
                <a:gd name="T39" fmla="*/ 134 h 378"/>
                <a:gd name="T40" fmla="*/ 26 w 207"/>
                <a:gd name="T41" fmla="*/ 174 h 378"/>
                <a:gd name="T42" fmla="*/ 8 w 207"/>
                <a:gd name="T43" fmla="*/ 208 h 378"/>
                <a:gd name="T44" fmla="*/ 0 w 207"/>
                <a:gd name="T45" fmla="*/ 252 h 378"/>
                <a:gd name="T46" fmla="*/ 20 w 207"/>
                <a:gd name="T47" fmla="*/ 243 h 378"/>
                <a:gd name="T48" fmla="*/ 32 w 207"/>
                <a:gd name="T49" fmla="*/ 243 h 378"/>
                <a:gd name="T50" fmla="*/ 15 w 207"/>
                <a:gd name="T51" fmla="*/ 258 h 378"/>
                <a:gd name="T52" fmla="*/ 21 w 207"/>
                <a:gd name="T53" fmla="*/ 277 h 378"/>
                <a:gd name="T54" fmla="*/ 48 w 207"/>
                <a:gd name="T55" fmla="*/ 269 h 378"/>
                <a:gd name="T56" fmla="*/ 46 w 207"/>
                <a:gd name="T57" fmla="*/ 294 h 378"/>
                <a:gd name="T58" fmla="*/ 40 w 207"/>
                <a:gd name="T59" fmla="*/ 340 h 378"/>
                <a:gd name="T60" fmla="*/ 28 w 207"/>
                <a:gd name="T61" fmla="*/ 370 h 378"/>
                <a:gd name="T62" fmla="*/ 53 w 207"/>
                <a:gd name="T63" fmla="*/ 362 h 378"/>
                <a:gd name="T64" fmla="*/ 93 w 207"/>
                <a:gd name="T65" fmla="*/ 378 h 378"/>
                <a:gd name="T66" fmla="*/ 131 w 207"/>
                <a:gd name="T67" fmla="*/ 367 h 378"/>
                <a:gd name="T68" fmla="*/ 134 w 207"/>
                <a:gd name="T69" fmla="*/ 362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7" h="378">
                  <a:moveTo>
                    <a:pt x="134" y="362"/>
                  </a:moveTo>
                  <a:lnTo>
                    <a:pt x="133" y="348"/>
                  </a:lnTo>
                  <a:lnTo>
                    <a:pt x="125" y="333"/>
                  </a:lnTo>
                  <a:lnTo>
                    <a:pt x="139" y="308"/>
                  </a:lnTo>
                  <a:lnTo>
                    <a:pt x="156" y="295"/>
                  </a:lnTo>
                  <a:lnTo>
                    <a:pt x="158" y="284"/>
                  </a:lnTo>
                  <a:lnTo>
                    <a:pt x="143" y="283"/>
                  </a:lnTo>
                  <a:lnTo>
                    <a:pt x="133" y="265"/>
                  </a:lnTo>
                  <a:lnTo>
                    <a:pt x="155" y="245"/>
                  </a:lnTo>
                  <a:lnTo>
                    <a:pt x="154" y="221"/>
                  </a:lnTo>
                  <a:lnTo>
                    <a:pt x="138" y="212"/>
                  </a:lnTo>
                  <a:lnTo>
                    <a:pt x="122" y="182"/>
                  </a:lnTo>
                  <a:lnTo>
                    <a:pt x="137" y="178"/>
                  </a:lnTo>
                  <a:lnTo>
                    <a:pt x="149" y="180"/>
                  </a:lnTo>
                  <a:lnTo>
                    <a:pt x="167" y="159"/>
                  </a:lnTo>
                  <a:lnTo>
                    <a:pt x="155" y="148"/>
                  </a:lnTo>
                  <a:lnTo>
                    <a:pt x="170" y="135"/>
                  </a:lnTo>
                  <a:lnTo>
                    <a:pt x="172" y="97"/>
                  </a:lnTo>
                  <a:lnTo>
                    <a:pt x="169" y="80"/>
                  </a:lnTo>
                  <a:lnTo>
                    <a:pt x="194" y="58"/>
                  </a:lnTo>
                  <a:lnTo>
                    <a:pt x="203" y="58"/>
                  </a:lnTo>
                  <a:lnTo>
                    <a:pt x="207" y="46"/>
                  </a:lnTo>
                  <a:lnTo>
                    <a:pt x="194" y="29"/>
                  </a:lnTo>
                  <a:lnTo>
                    <a:pt x="192" y="14"/>
                  </a:lnTo>
                  <a:lnTo>
                    <a:pt x="160" y="10"/>
                  </a:lnTo>
                  <a:lnTo>
                    <a:pt x="147" y="22"/>
                  </a:lnTo>
                  <a:lnTo>
                    <a:pt x="111" y="15"/>
                  </a:lnTo>
                  <a:lnTo>
                    <a:pt x="88" y="25"/>
                  </a:lnTo>
                  <a:lnTo>
                    <a:pt x="83" y="16"/>
                  </a:lnTo>
                  <a:lnTo>
                    <a:pt x="84" y="3"/>
                  </a:lnTo>
                  <a:lnTo>
                    <a:pt x="73" y="0"/>
                  </a:lnTo>
                  <a:lnTo>
                    <a:pt x="44" y="4"/>
                  </a:lnTo>
                  <a:lnTo>
                    <a:pt x="45" y="17"/>
                  </a:lnTo>
                  <a:lnTo>
                    <a:pt x="55" y="38"/>
                  </a:lnTo>
                  <a:lnTo>
                    <a:pt x="51" y="76"/>
                  </a:lnTo>
                  <a:lnTo>
                    <a:pt x="53" y="82"/>
                  </a:lnTo>
                  <a:lnTo>
                    <a:pt x="48" y="100"/>
                  </a:lnTo>
                  <a:lnTo>
                    <a:pt x="58" y="109"/>
                  </a:lnTo>
                  <a:lnTo>
                    <a:pt x="51" y="118"/>
                  </a:lnTo>
                  <a:lnTo>
                    <a:pt x="43" y="134"/>
                  </a:lnTo>
                  <a:lnTo>
                    <a:pt x="42" y="154"/>
                  </a:lnTo>
                  <a:lnTo>
                    <a:pt x="26" y="174"/>
                  </a:lnTo>
                  <a:lnTo>
                    <a:pt x="26" y="185"/>
                  </a:lnTo>
                  <a:lnTo>
                    <a:pt x="8" y="208"/>
                  </a:lnTo>
                  <a:lnTo>
                    <a:pt x="0" y="243"/>
                  </a:lnTo>
                  <a:lnTo>
                    <a:pt x="0" y="252"/>
                  </a:lnTo>
                  <a:lnTo>
                    <a:pt x="13" y="252"/>
                  </a:lnTo>
                  <a:lnTo>
                    <a:pt x="20" y="243"/>
                  </a:lnTo>
                  <a:lnTo>
                    <a:pt x="34" y="236"/>
                  </a:lnTo>
                  <a:lnTo>
                    <a:pt x="32" y="243"/>
                  </a:lnTo>
                  <a:lnTo>
                    <a:pt x="35" y="249"/>
                  </a:lnTo>
                  <a:lnTo>
                    <a:pt x="15" y="258"/>
                  </a:lnTo>
                  <a:lnTo>
                    <a:pt x="14" y="271"/>
                  </a:lnTo>
                  <a:lnTo>
                    <a:pt x="21" y="277"/>
                  </a:lnTo>
                  <a:lnTo>
                    <a:pt x="31" y="269"/>
                  </a:lnTo>
                  <a:lnTo>
                    <a:pt x="48" y="269"/>
                  </a:lnTo>
                  <a:lnTo>
                    <a:pt x="41" y="277"/>
                  </a:lnTo>
                  <a:lnTo>
                    <a:pt x="46" y="294"/>
                  </a:lnTo>
                  <a:lnTo>
                    <a:pt x="39" y="308"/>
                  </a:lnTo>
                  <a:lnTo>
                    <a:pt x="40" y="340"/>
                  </a:lnTo>
                  <a:lnTo>
                    <a:pt x="33" y="363"/>
                  </a:lnTo>
                  <a:lnTo>
                    <a:pt x="28" y="370"/>
                  </a:lnTo>
                  <a:lnTo>
                    <a:pt x="33" y="374"/>
                  </a:lnTo>
                  <a:lnTo>
                    <a:pt x="53" y="362"/>
                  </a:lnTo>
                  <a:lnTo>
                    <a:pt x="81" y="372"/>
                  </a:lnTo>
                  <a:lnTo>
                    <a:pt x="93" y="378"/>
                  </a:lnTo>
                  <a:lnTo>
                    <a:pt x="113" y="369"/>
                  </a:lnTo>
                  <a:lnTo>
                    <a:pt x="131" y="367"/>
                  </a:lnTo>
                  <a:lnTo>
                    <a:pt x="133" y="362"/>
                  </a:lnTo>
                  <a:lnTo>
                    <a:pt x="134" y="362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43"/>
            <p:cNvSpPr>
              <a:spLocks noEditPoints="1"/>
            </p:cNvSpPr>
            <p:nvPr/>
          </p:nvSpPr>
          <p:spPr bwMode="auto">
            <a:xfrm>
              <a:off x="3353" y="2706"/>
              <a:ext cx="578" cy="510"/>
            </a:xfrm>
            <a:custGeom>
              <a:avLst/>
              <a:gdLst>
                <a:gd name="T0" fmla="*/ 358 w 587"/>
                <a:gd name="T1" fmla="*/ 41 h 518"/>
                <a:gd name="T2" fmla="*/ 236 w 587"/>
                <a:gd name="T3" fmla="*/ 48 h 518"/>
                <a:gd name="T4" fmla="*/ 97 w 587"/>
                <a:gd name="T5" fmla="*/ 94 h 518"/>
                <a:gd name="T6" fmla="*/ 65 w 587"/>
                <a:gd name="T7" fmla="*/ 209 h 518"/>
                <a:gd name="T8" fmla="*/ 154 w 587"/>
                <a:gd name="T9" fmla="*/ 280 h 518"/>
                <a:gd name="T10" fmla="*/ 222 w 587"/>
                <a:gd name="T11" fmla="*/ 298 h 518"/>
                <a:gd name="T12" fmla="*/ 113 w 587"/>
                <a:gd name="T13" fmla="*/ 298 h 518"/>
                <a:gd name="T14" fmla="*/ 169 w 587"/>
                <a:gd name="T15" fmla="*/ 392 h 518"/>
                <a:gd name="T16" fmla="*/ 207 w 587"/>
                <a:gd name="T17" fmla="*/ 398 h 518"/>
                <a:gd name="T18" fmla="*/ 219 w 587"/>
                <a:gd name="T19" fmla="*/ 343 h 518"/>
                <a:gd name="T20" fmla="*/ 260 w 587"/>
                <a:gd name="T21" fmla="*/ 342 h 518"/>
                <a:gd name="T22" fmla="*/ 280 w 587"/>
                <a:gd name="T23" fmla="*/ 315 h 518"/>
                <a:gd name="T24" fmla="*/ 240 w 587"/>
                <a:gd name="T25" fmla="*/ 251 h 518"/>
                <a:gd name="T26" fmla="*/ 215 w 587"/>
                <a:gd name="T27" fmla="*/ 203 h 518"/>
                <a:gd name="T28" fmla="*/ 214 w 587"/>
                <a:gd name="T29" fmla="*/ 171 h 518"/>
                <a:gd name="T30" fmla="*/ 209 w 587"/>
                <a:gd name="T31" fmla="*/ 109 h 518"/>
                <a:gd name="T32" fmla="*/ 262 w 587"/>
                <a:gd name="T33" fmla="*/ 129 h 518"/>
                <a:gd name="T34" fmla="*/ 306 w 587"/>
                <a:gd name="T35" fmla="*/ 126 h 518"/>
                <a:gd name="T36" fmla="*/ 326 w 587"/>
                <a:gd name="T37" fmla="*/ 80 h 518"/>
                <a:gd name="T38" fmla="*/ 436 w 587"/>
                <a:gd name="T39" fmla="*/ 60 h 518"/>
                <a:gd name="T40" fmla="*/ 280 w 587"/>
                <a:gd name="T41" fmla="*/ 489 h 518"/>
                <a:gd name="T42" fmla="*/ 379 w 587"/>
                <a:gd name="T43" fmla="*/ 518 h 518"/>
                <a:gd name="T44" fmla="*/ 459 w 587"/>
                <a:gd name="T45" fmla="*/ 487 h 518"/>
                <a:gd name="T46" fmla="*/ 403 w 587"/>
                <a:gd name="T47" fmla="*/ 481 h 518"/>
                <a:gd name="T48" fmla="*/ 318 w 587"/>
                <a:gd name="T49" fmla="*/ 467 h 518"/>
                <a:gd name="T50" fmla="*/ 294 w 587"/>
                <a:gd name="T51" fmla="*/ 478 h 518"/>
                <a:gd name="T52" fmla="*/ 9 w 587"/>
                <a:gd name="T53" fmla="*/ 181 h 518"/>
                <a:gd name="T54" fmla="*/ 80 w 587"/>
                <a:gd name="T55" fmla="*/ 241 h 518"/>
                <a:gd name="T56" fmla="*/ 82 w 587"/>
                <a:gd name="T57" fmla="*/ 281 h 518"/>
                <a:gd name="T58" fmla="*/ 67 w 587"/>
                <a:gd name="T59" fmla="*/ 292 h 518"/>
                <a:gd name="T60" fmla="*/ 92 w 587"/>
                <a:gd name="T61" fmla="*/ 328 h 518"/>
                <a:gd name="T62" fmla="*/ 520 w 587"/>
                <a:gd name="T63" fmla="*/ 447 h 518"/>
                <a:gd name="T64" fmla="*/ 519 w 587"/>
                <a:gd name="T65" fmla="*/ 485 h 518"/>
                <a:gd name="T66" fmla="*/ 587 w 587"/>
                <a:gd name="T67" fmla="*/ 410 h 518"/>
                <a:gd name="T68" fmla="*/ 551 w 587"/>
                <a:gd name="T69" fmla="*/ 450 h 518"/>
                <a:gd name="T70" fmla="*/ 470 w 587"/>
                <a:gd name="T71" fmla="*/ 314 h 518"/>
                <a:gd name="T72" fmla="*/ 470 w 587"/>
                <a:gd name="T73" fmla="*/ 324 h 518"/>
                <a:gd name="T74" fmla="*/ 419 w 587"/>
                <a:gd name="T75" fmla="*/ 276 h 518"/>
                <a:gd name="T76" fmla="*/ 407 w 587"/>
                <a:gd name="T77" fmla="*/ 213 h 518"/>
                <a:gd name="T78" fmla="*/ 455 w 587"/>
                <a:gd name="T79" fmla="*/ 225 h 518"/>
                <a:gd name="T80" fmla="*/ 421 w 587"/>
                <a:gd name="T81" fmla="*/ 221 h 518"/>
                <a:gd name="T82" fmla="*/ 354 w 587"/>
                <a:gd name="T83" fmla="*/ 140 h 518"/>
                <a:gd name="T84" fmla="*/ 354 w 587"/>
                <a:gd name="T85" fmla="*/ 154 h 518"/>
                <a:gd name="T86" fmla="*/ 317 w 587"/>
                <a:gd name="T87" fmla="*/ 98 h 518"/>
                <a:gd name="T88" fmla="*/ 252 w 587"/>
                <a:gd name="T89" fmla="*/ 208 h 518"/>
                <a:gd name="T90" fmla="*/ 338 w 587"/>
                <a:gd name="T91" fmla="*/ 244 h 518"/>
                <a:gd name="T92" fmla="*/ 435 w 587"/>
                <a:gd name="T93" fmla="*/ 343 h 518"/>
                <a:gd name="T94" fmla="*/ 334 w 587"/>
                <a:gd name="T95" fmla="*/ 371 h 518"/>
                <a:gd name="T96" fmla="*/ 321 w 587"/>
                <a:gd name="T97" fmla="*/ 333 h 518"/>
                <a:gd name="T98" fmla="*/ 397 w 587"/>
                <a:gd name="T99" fmla="*/ 376 h 518"/>
                <a:gd name="T100" fmla="*/ 399 w 587"/>
                <a:gd name="T101" fmla="*/ 345 h 518"/>
                <a:gd name="T102" fmla="*/ 350 w 587"/>
                <a:gd name="T103" fmla="*/ 308 h 518"/>
                <a:gd name="T104" fmla="*/ 227 w 587"/>
                <a:gd name="T105" fmla="*/ 226 h 518"/>
                <a:gd name="T106" fmla="*/ 311 w 587"/>
                <a:gd name="T107" fmla="*/ 269 h 518"/>
                <a:gd name="T108" fmla="*/ 320 w 587"/>
                <a:gd name="T109" fmla="*/ 308 h 518"/>
                <a:gd name="T110" fmla="*/ 264 w 587"/>
                <a:gd name="T111" fmla="*/ 254 h 518"/>
                <a:gd name="T112" fmla="*/ 239 w 587"/>
                <a:gd name="T113" fmla="*/ 414 h 518"/>
                <a:gd name="T114" fmla="*/ 239 w 587"/>
                <a:gd name="T115" fmla="*/ 41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7" h="518">
                  <a:moveTo>
                    <a:pt x="441" y="0"/>
                  </a:moveTo>
                  <a:cubicBezTo>
                    <a:pt x="433" y="0"/>
                    <a:pt x="433" y="0"/>
                    <a:pt x="433" y="0"/>
                  </a:cubicBezTo>
                  <a:cubicBezTo>
                    <a:pt x="416" y="12"/>
                    <a:pt x="416" y="12"/>
                    <a:pt x="416" y="12"/>
                  </a:cubicBezTo>
                  <a:cubicBezTo>
                    <a:pt x="415" y="26"/>
                    <a:pt x="415" y="26"/>
                    <a:pt x="415" y="26"/>
                  </a:cubicBezTo>
                  <a:cubicBezTo>
                    <a:pt x="421" y="36"/>
                    <a:pt x="421" y="36"/>
                    <a:pt x="421" y="36"/>
                  </a:cubicBezTo>
                  <a:cubicBezTo>
                    <a:pt x="412" y="43"/>
                    <a:pt x="412" y="43"/>
                    <a:pt x="412" y="43"/>
                  </a:cubicBezTo>
                  <a:cubicBezTo>
                    <a:pt x="383" y="41"/>
                    <a:pt x="383" y="41"/>
                    <a:pt x="383" y="41"/>
                  </a:cubicBezTo>
                  <a:cubicBezTo>
                    <a:pt x="370" y="47"/>
                    <a:pt x="370" y="47"/>
                    <a:pt x="370" y="47"/>
                  </a:cubicBezTo>
                  <a:cubicBezTo>
                    <a:pt x="358" y="41"/>
                    <a:pt x="358" y="41"/>
                    <a:pt x="358" y="41"/>
                  </a:cubicBezTo>
                  <a:cubicBezTo>
                    <a:pt x="345" y="41"/>
                    <a:pt x="345" y="41"/>
                    <a:pt x="345" y="41"/>
                  </a:cubicBezTo>
                  <a:cubicBezTo>
                    <a:pt x="336" y="48"/>
                    <a:pt x="336" y="48"/>
                    <a:pt x="336" y="48"/>
                  </a:cubicBezTo>
                  <a:cubicBezTo>
                    <a:pt x="323" y="47"/>
                    <a:pt x="323" y="47"/>
                    <a:pt x="323" y="47"/>
                  </a:cubicBezTo>
                  <a:cubicBezTo>
                    <a:pt x="321" y="36"/>
                    <a:pt x="321" y="36"/>
                    <a:pt x="321" y="36"/>
                  </a:cubicBezTo>
                  <a:cubicBezTo>
                    <a:pt x="304" y="37"/>
                    <a:pt x="304" y="37"/>
                    <a:pt x="304" y="37"/>
                  </a:cubicBezTo>
                  <a:cubicBezTo>
                    <a:pt x="287" y="34"/>
                    <a:pt x="287" y="34"/>
                    <a:pt x="287" y="34"/>
                  </a:cubicBezTo>
                  <a:cubicBezTo>
                    <a:pt x="275" y="44"/>
                    <a:pt x="275" y="44"/>
                    <a:pt x="275" y="44"/>
                  </a:cubicBezTo>
                  <a:cubicBezTo>
                    <a:pt x="258" y="48"/>
                    <a:pt x="258" y="48"/>
                    <a:pt x="258" y="48"/>
                  </a:cubicBezTo>
                  <a:cubicBezTo>
                    <a:pt x="236" y="48"/>
                    <a:pt x="236" y="48"/>
                    <a:pt x="236" y="48"/>
                  </a:cubicBezTo>
                  <a:cubicBezTo>
                    <a:pt x="229" y="45"/>
                    <a:pt x="229" y="45"/>
                    <a:pt x="229" y="45"/>
                  </a:cubicBezTo>
                  <a:cubicBezTo>
                    <a:pt x="220" y="52"/>
                    <a:pt x="220" y="52"/>
                    <a:pt x="220" y="52"/>
                  </a:cubicBezTo>
                  <a:cubicBezTo>
                    <a:pt x="208" y="52"/>
                    <a:pt x="208" y="52"/>
                    <a:pt x="208" y="52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58" y="60"/>
                    <a:pt x="158" y="60"/>
                    <a:pt x="158" y="60"/>
                  </a:cubicBezTo>
                  <a:cubicBezTo>
                    <a:pt x="144" y="67"/>
                    <a:pt x="144" y="67"/>
                    <a:pt x="144" y="67"/>
                  </a:cubicBezTo>
                  <a:cubicBezTo>
                    <a:pt x="143" y="73"/>
                    <a:pt x="143" y="73"/>
                    <a:pt x="143" y="73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97" y="94"/>
                    <a:pt x="97" y="94"/>
                    <a:pt x="97" y="94"/>
                  </a:cubicBezTo>
                  <a:cubicBezTo>
                    <a:pt x="94" y="111"/>
                    <a:pt x="94" y="111"/>
                    <a:pt x="94" y="111"/>
                  </a:cubicBezTo>
                  <a:cubicBezTo>
                    <a:pt x="84" y="129"/>
                    <a:pt x="84" y="129"/>
                    <a:pt x="84" y="129"/>
                  </a:cubicBezTo>
                  <a:cubicBezTo>
                    <a:pt x="57" y="137"/>
                    <a:pt x="57" y="137"/>
                    <a:pt x="57" y="137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46" y="170"/>
                    <a:pt x="46" y="170"/>
                    <a:pt x="46" y="170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40" y="193"/>
                    <a:pt x="40" y="193"/>
                    <a:pt x="40" y="193"/>
                  </a:cubicBezTo>
                  <a:cubicBezTo>
                    <a:pt x="65" y="209"/>
                    <a:pt x="65" y="209"/>
                    <a:pt x="65" y="209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85" y="229"/>
                    <a:pt x="85" y="229"/>
                    <a:pt x="85" y="229"/>
                  </a:cubicBezTo>
                  <a:cubicBezTo>
                    <a:pt x="84" y="235"/>
                    <a:pt x="84" y="235"/>
                    <a:pt x="84" y="235"/>
                  </a:cubicBezTo>
                  <a:cubicBezTo>
                    <a:pt x="103" y="259"/>
                    <a:pt x="103" y="259"/>
                    <a:pt x="103" y="259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116" y="279"/>
                    <a:pt x="116" y="279"/>
                    <a:pt x="116" y="279"/>
                  </a:cubicBezTo>
                  <a:cubicBezTo>
                    <a:pt x="127" y="267"/>
                    <a:pt x="127" y="267"/>
                    <a:pt x="127" y="267"/>
                  </a:cubicBezTo>
                  <a:cubicBezTo>
                    <a:pt x="138" y="278"/>
                    <a:pt x="138" y="278"/>
                    <a:pt x="138" y="278"/>
                  </a:cubicBezTo>
                  <a:cubicBezTo>
                    <a:pt x="154" y="280"/>
                    <a:pt x="154" y="280"/>
                    <a:pt x="154" y="280"/>
                  </a:cubicBezTo>
                  <a:cubicBezTo>
                    <a:pt x="160" y="271"/>
                    <a:pt x="160" y="271"/>
                    <a:pt x="160" y="271"/>
                  </a:cubicBezTo>
                  <a:cubicBezTo>
                    <a:pt x="172" y="272"/>
                    <a:pt x="172" y="272"/>
                    <a:pt x="172" y="272"/>
                  </a:cubicBezTo>
                  <a:cubicBezTo>
                    <a:pt x="189" y="282"/>
                    <a:pt x="189" y="282"/>
                    <a:pt x="189" y="282"/>
                  </a:cubicBezTo>
                  <a:cubicBezTo>
                    <a:pt x="200" y="277"/>
                    <a:pt x="200" y="277"/>
                    <a:pt x="200" y="277"/>
                  </a:cubicBezTo>
                  <a:cubicBezTo>
                    <a:pt x="202" y="285"/>
                    <a:pt x="202" y="285"/>
                    <a:pt x="202" y="285"/>
                  </a:cubicBezTo>
                  <a:cubicBezTo>
                    <a:pt x="211" y="285"/>
                    <a:pt x="211" y="285"/>
                    <a:pt x="211" y="285"/>
                  </a:cubicBezTo>
                  <a:cubicBezTo>
                    <a:pt x="218" y="290"/>
                    <a:pt x="218" y="290"/>
                    <a:pt x="218" y="290"/>
                  </a:cubicBezTo>
                  <a:cubicBezTo>
                    <a:pt x="233" y="292"/>
                    <a:pt x="233" y="292"/>
                    <a:pt x="233" y="292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13" y="306"/>
                    <a:pt x="213" y="306"/>
                    <a:pt x="213" y="306"/>
                  </a:cubicBezTo>
                  <a:cubicBezTo>
                    <a:pt x="204" y="299"/>
                    <a:pt x="204" y="299"/>
                    <a:pt x="204" y="299"/>
                  </a:cubicBezTo>
                  <a:cubicBezTo>
                    <a:pt x="192" y="296"/>
                    <a:pt x="192" y="296"/>
                    <a:pt x="192" y="296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53" y="284"/>
                    <a:pt x="153" y="284"/>
                    <a:pt x="153" y="284"/>
                  </a:cubicBezTo>
                  <a:cubicBezTo>
                    <a:pt x="142" y="290"/>
                    <a:pt x="142" y="290"/>
                    <a:pt x="142" y="290"/>
                  </a:cubicBezTo>
                  <a:cubicBezTo>
                    <a:pt x="130" y="285"/>
                    <a:pt x="130" y="285"/>
                    <a:pt x="130" y="285"/>
                  </a:cubicBezTo>
                  <a:cubicBezTo>
                    <a:pt x="120" y="296"/>
                    <a:pt x="120" y="296"/>
                    <a:pt x="120" y="296"/>
                  </a:cubicBezTo>
                  <a:cubicBezTo>
                    <a:pt x="113" y="298"/>
                    <a:pt x="113" y="298"/>
                    <a:pt x="113" y="298"/>
                  </a:cubicBezTo>
                  <a:cubicBezTo>
                    <a:pt x="108" y="309"/>
                    <a:pt x="108" y="309"/>
                    <a:pt x="108" y="309"/>
                  </a:cubicBezTo>
                  <a:cubicBezTo>
                    <a:pt x="123" y="324"/>
                    <a:pt x="123" y="324"/>
                    <a:pt x="123" y="324"/>
                  </a:cubicBezTo>
                  <a:cubicBezTo>
                    <a:pt x="138" y="331"/>
                    <a:pt x="138" y="331"/>
                    <a:pt x="138" y="331"/>
                  </a:cubicBezTo>
                  <a:cubicBezTo>
                    <a:pt x="152" y="343"/>
                    <a:pt x="152" y="343"/>
                    <a:pt x="152" y="343"/>
                  </a:cubicBezTo>
                  <a:cubicBezTo>
                    <a:pt x="154" y="352"/>
                    <a:pt x="154" y="352"/>
                    <a:pt x="154" y="352"/>
                  </a:cubicBezTo>
                  <a:cubicBezTo>
                    <a:pt x="148" y="358"/>
                    <a:pt x="148" y="358"/>
                    <a:pt x="148" y="358"/>
                  </a:cubicBezTo>
                  <a:cubicBezTo>
                    <a:pt x="149" y="369"/>
                    <a:pt x="149" y="369"/>
                    <a:pt x="149" y="369"/>
                  </a:cubicBezTo>
                  <a:cubicBezTo>
                    <a:pt x="161" y="384"/>
                    <a:pt x="161" y="384"/>
                    <a:pt x="161" y="384"/>
                  </a:cubicBezTo>
                  <a:cubicBezTo>
                    <a:pt x="169" y="392"/>
                    <a:pt x="169" y="392"/>
                    <a:pt x="169" y="392"/>
                  </a:cubicBezTo>
                  <a:cubicBezTo>
                    <a:pt x="173" y="384"/>
                    <a:pt x="173" y="384"/>
                    <a:pt x="173" y="384"/>
                  </a:cubicBezTo>
                  <a:cubicBezTo>
                    <a:pt x="170" y="378"/>
                    <a:pt x="170" y="378"/>
                    <a:pt x="170" y="378"/>
                  </a:cubicBezTo>
                  <a:cubicBezTo>
                    <a:pt x="175" y="368"/>
                    <a:pt x="175" y="368"/>
                    <a:pt x="175" y="368"/>
                  </a:cubicBezTo>
                  <a:cubicBezTo>
                    <a:pt x="180" y="381"/>
                    <a:pt x="180" y="381"/>
                    <a:pt x="180" y="381"/>
                  </a:cubicBezTo>
                  <a:cubicBezTo>
                    <a:pt x="198" y="388"/>
                    <a:pt x="198" y="388"/>
                    <a:pt x="198" y="388"/>
                  </a:cubicBezTo>
                  <a:cubicBezTo>
                    <a:pt x="202" y="397"/>
                    <a:pt x="202" y="397"/>
                    <a:pt x="202" y="39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207" y="416"/>
                    <a:pt x="207" y="416"/>
                    <a:pt x="207" y="416"/>
                  </a:cubicBezTo>
                  <a:cubicBezTo>
                    <a:pt x="207" y="398"/>
                    <a:pt x="207" y="398"/>
                    <a:pt x="207" y="398"/>
                  </a:cubicBezTo>
                  <a:cubicBezTo>
                    <a:pt x="214" y="384"/>
                    <a:pt x="214" y="384"/>
                    <a:pt x="214" y="384"/>
                  </a:cubicBezTo>
                  <a:cubicBezTo>
                    <a:pt x="225" y="384"/>
                    <a:pt x="225" y="384"/>
                    <a:pt x="225" y="384"/>
                  </a:cubicBezTo>
                  <a:cubicBezTo>
                    <a:pt x="230" y="396"/>
                    <a:pt x="230" y="396"/>
                    <a:pt x="230" y="396"/>
                  </a:cubicBezTo>
                  <a:cubicBezTo>
                    <a:pt x="250" y="408"/>
                    <a:pt x="250" y="408"/>
                    <a:pt x="250" y="408"/>
                  </a:cubicBezTo>
                  <a:cubicBezTo>
                    <a:pt x="242" y="395"/>
                    <a:pt x="242" y="395"/>
                    <a:pt x="242" y="395"/>
                  </a:cubicBezTo>
                  <a:cubicBezTo>
                    <a:pt x="244" y="387"/>
                    <a:pt x="244" y="387"/>
                    <a:pt x="244" y="387"/>
                  </a:cubicBezTo>
                  <a:cubicBezTo>
                    <a:pt x="237" y="375"/>
                    <a:pt x="237" y="375"/>
                    <a:pt x="237" y="375"/>
                  </a:cubicBezTo>
                  <a:cubicBezTo>
                    <a:pt x="227" y="354"/>
                    <a:pt x="227" y="354"/>
                    <a:pt x="227" y="354"/>
                  </a:cubicBezTo>
                  <a:cubicBezTo>
                    <a:pt x="219" y="343"/>
                    <a:pt x="219" y="343"/>
                    <a:pt x="219" y="343"/>
                  </a:cubicBezTo>
                  <a:cubicBezTo>
                    <a:pt x="220" y="338"/>
                    <a:pt x="220" y="338"/>
                    <a:pt x="220" y="338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43" y="344"/>
                    <a:pt x="243" y="344"/>
                    <a:pt x="243" y="344"/>
                  </a:cubicBezTo>
                  <a:cubicBezTo>
                    <a:pt x="238" y="349"/>
                    <a:pt x="238" y="349"/>
                    <a:pt x="238" y="349"/>
                  </a:cubicBezTo>
                  <a:cubicBezTo>
                    <a:pt x="243" y="354"/>
                    <a:pt x="243" y="354"/>
                    <a:pt x="243" y="354"/>
                  </a:cubicBezTo>
                  <a:cubicBezTo>
                    <a:pt x="251" y="347"/>
                    <a:pt x="251" y="347"/>
                    <a:pt x="251" y="347"/>
                  </a:cubicBezTo>
                  <a:cubicBezTo>
                    <a:pt x="266" y="351"/>
                    <a:pt x="266" y="351"/>
                    <a:pt x="266" y="351"/>
                  </a:cubicBezTo>
                  <a:cubicBezTo>
                    <a:pt x="266" y="347"/>
                    <a:pt x="266" y="347"/>
                    <a:pt x="266" y="347"/>
                  </a:cubicBezTo>
                  <a:cubicBezTo>
                    <a:pt x="260" y="342"/>
                    <a:pt x="260" y="342"/>
                    <a:pt x="260" y="342"/>
                  </a:cubicBezTo>
                  <a:cubicBezTo>
                    <a:pt x="259" y="337"/>
                    <a:pt x="259" y="337"/>
                    <a:pt x="259" y="337"/>
                  </a:cubicBezTo>
                  <a:cubicBezTo>
                    <a:pt x="254" y="336"/>
                    <a:pt x="254" y="336"/>
                    <a:pt x="254" y="336"/>
                  </a:cubicBezTo>
                  <a:cubicBezTo>
                    <a:pt x="242" y="329"/>
                    <a:pt x="242" y="329"/>
                    <a:pt x="242" y="329"/>
                  </a:cubicBezTo>
                  <a:cubicBezTo>
                    <a:pt x="243" y="323"/>
                    <a:pt x="243" y="323"/>
                    <a:pt x="243" y="323"/>
                  </a:cubicBezTo>
                  <a:cubicBezTo>
                    <a:pt x="230" y="314"/>
                    <a:pt x="230" y="314"/>
                    <a:pt x="230" y="314"/>
                  </a:cubicBezTo>
                  <a:cubicBezTo>
                    <a:pt x="243" y="309"/>
                    <a:pt x="243" y="309"/>
                    <a:pt x="243" y="309"/>
                  </a:cubicBezTo>
                  <a:cubicBezTo>
                    <a:pt x="255" y="309"/>
                    <a:pt x="255" y="309"/>
                    <a:pt x="255" y="309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80" y="315"/>
                    <a:pt x="280" y="315"/>
                    <a:pt x="280" y="315"/>
                  </a:cubicBezTo>
                  <a:cubicBezTo>
                    <a:pt x="282" y="320"/>
                    <a:pt x="282" y="320"/>
                    <a:pt x="282" y="320"/>
                  </a:cubicBezTo>
                  <a:cubicBezTo>
                    <a:pt x="295" y="322"/>
                    <a:pt x="295" y="322"/>
                    <a:pt x="295" y="322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87" y="300"/>
                    <a:pt x="287" y="300"/>
                    <a:pt x="287" y="300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55" y="260"/>
                    <a:pt x="255" y="260"/>
                    <a:pt x="255" y="260"/>
                  </a:cubicBezTo>
                  <a:cubicBezTo>
                    <a:pt x="245" y="258"/>
                    <a:pt x="245" y="258"/>
                    <a:pt x="245" y="258"/>
                  </a:cubicBezTo>
                  <a:cubicBezTo>
                    <a:pt x="240" y="251"/>
                    <a:pt x="240" y="251"/>
                    <a:pt x="240" y="251"/>
                  </a:cubicBezTo>
                  <a:cubicBezTo>
                    <a:pt x="232" y="251"/>
                    <a:pt x="232" y="251"/>
                    <a:pt x="232" y="251"/>
                  </a:cubicBezTo>
                  <a:cubicBezTo>
                    <a:pt x="226" y="245"/>
                    <a:pt x="226" y="245"/>
                    <a:pt x="226" y="245"/>
                  </a:cubicBezTo>
                  <a:cubicBezTo>
                    <a:pt x="213" y="243"/>
                    <a:pt x="213" y="243"/>
                    <a:pt x="213" y="243"/>
                  </a:cubicBezTo>
                  <a:cubicBezTo>
                    <a:pt x="199" y="232"/>
                    <a:pt x="199" y="232"/>
                    <a:pt x="199" y="232"/>
                  </a:cubicBezTo>
                  <a:cubicBezTo>
                    <a:pt x="214" y="231"/>
                    <a:pt x="214" y="231"/>
                    <a:pt x="214" y="231"/>
                  </a:cubicBezTo>
                  <a:cubicBezTo>
                    <a:pt x="222" y="222"/>
                    <a:pt x="222" y="222"/>
                    <a:pt x="222" y="222"/>
                  </a:cubicBezTo>
                  <a:cubicBezTo>
                    <a:pt x="221" y="215"/>
                    <a:pt x="221" y="215"/>
                    <a:pt x="221" y="215"/>
                  </a:cubicBezTo>
                  <a:cubicBezTo>
                    <a:pt x="208" y="212"/>
                    <a:pt x="208" y="212"/>
                    <a:pt x="208" y="212"/>
                  </a:cubicBezTo>
                  <a:cubicBezTo>
                    <a:pt x="215" y="203"/>
                    <a:pt x="215" y="203"/>
                    <a:pt x="215" y="203"/>
                  </a:cubicBezTo>
                  <a:cubicBezTo>
                    <a:pt x="215" y="196"/>
                    <a:pt x="215" y="196"/>
                    <a:pt x="215" y="196"/>
                  </a:cubicBezTo>
                  <a:cubicBezTo>
                    <a:pt x="225" y="200"/>
                    <a:pt x="225" y="200"/>
                    <a:pt x="225" y="200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0" y="213"/>
                    <a:pt x="230" y="213"/>
                    <a:pt x="230" y="213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8" y="218"/>
                    <a:pt x="238" y="218"/>
                    <a:pt x="238" y="218"/>
                  </a:cubicBezTo>
                  <a:cubicBezTo>
                    <a:pt x="243" y="203"/>
                    <a:pt x="243" y="203"/>
                    <a:pt x="243" y="203"/>
                  </a:cubicBezTo>
                  <a:cubicBezTo>
                    <a:pt x="234" y="194"/>
                    <a:pt x="234" y="194"/>
                    <a:pt x="234" y="194"/>
                  </a:cubicBezTo>
                  <a:cubicBezTo>
                    <a:pt x="214" y="171"/>
                    <a:pt x="214" y="171"/>
                    <a:pt x="214" y="171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187" y="144"/>
                    <a:pt x="187" y="144"/>
                    <a:pt x="187" y="144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9" y="101"/>
                    <a:pt x="199" y="101"/>
                    <a:pt x="199" y="101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7" y="109"/>
                    <a:pt x="217" y="109"/>
                    <a:pt x="217" y="109"/>
                  </a:cubicBezTo>
                  <a:cubicBezTo>
                    <a:pt x="209" y="109"/>
                    <a:pt x="209" y="109"/>
                    <a:pt x="209" y="109"/>
                  </a:cubicBezTo>
                  <a:cubicBezTo>
                    <a:pt x="211" y="116"/>
                    <a:pt x="211" y="116"/>
                    <a:pt x="211" y="116"/>
                  </a:cubicBezTo>
                  <a:cubicBezTo>
                    <a:pt x="232" y="125"/>
                    <a:pt x="232" y="125"/>
                    <a:pt x="232" y="125"/>
                  </a:cubicBezTo>
                  <a:cubicBezTo>
                    <a:pt x="234" y="140"/>
                    <a:pt x="234" y="140"/>
                    <a:pt x="234" y="140"/>
                  </a:cubicBezTo>
                  <a:cubicBezTo>
                    <a:pt x="247" y="150"/>
                    <a:pt x="247" y="150"/>
                    <a:pt x="247" y="150"/>
                  </a:cubicBezTo>
                  <a:cubicBezTo>
                    <a:pt x="262" y="149"/>
                    <a:pt x="262" y="149"/>
                    <a:pt x="262" y="149"/>
                  </a:cubicBezTo>
                  <a:cubicBezTo>
                    <a:pt x="252" y="143"/>
                    <a:pt x="252" y="143"/>
                    <a:pt x="252" y="143"/>
                  </a:cubicBezTo>
                  <a:cubicBezTo>
                    <a:pt x="246" y="133"/>
                    <a:pt x="246" y="133"/>
                    <a:pt x="246" y="133"/>
                  </a:cubicBezTo>
                  <a:cubicBezTo>
                    <a:pt x="248" y="125"/>
                    <a:pt x="248" y="125"/>
                    <a:pt x="248" y="125"/>
                  </a:cubicBezTo>
                  <a:cubicBezTo>
                    <a:pt x="262" y="129"/>
                    <a:pt x="262" y="129"/>
                    <a:pt x="262" y="129"/>
                  </a:cubicBezTo>
                  <a:cubicBezTo>
                    <a:pt x="273" y="143"/>
                    <a:pt x="273" y="143"/>
                    <a:pt x="273" y="143"/>
                  </a:cubicBezTo>
                  <a:cubicBezTo>
                    <a:pt x="282" y="146"/>
                    <a:pt x="282" y="146"/>
                    <a:pt x="282" y="146"/>
                  </a:cubicBezTo>
                  <a:cubicBezTo>
                    <a:pt x="287" y="138"/>
                    <a:pt x="287" y="138"/>
                    <a:pt x="287" y="138"/>
                  </a:cubicBezTo>
                  <a:cubicBezTo>
                    <a:pt x="277" y="131"/>
                    <a:pt x="277" y="131"/>
                    <a:pt x="277" y="131"/>
                  </a:cubicBezTo>
                  <a:cubicBezTo>
                    <a:pt x="267" y="128"/>
                    <a:pt x="267" y="128"/>
                    <a:pt x="267" y="128"/>
                  </a:cubicBezTo>
                  <a:cubicBezTo>
                    <a:pt x="268" y="121"/>
                    <a:pt x="268" y="121"/>
                    <a:pt x="268" y="121"/>
                  </a:cubicBezTo>
                  <a:cubicBezTo>
                    <a:pt x="293" y="122"/>
                    <a:pt x="293" y="122"/>
                    <a:pt x="293" y="122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6" y="126"/>
                    <a:pt x="306" y="126"/>
                    <a:pt x="306" y="126"/>
                  </a:cubicBezTo>
                  <a:cubicBezTo>
                    <a:pt x="292" y="114"/>
                    <a:pt x="292" y="114"/>
                    <a:pt x="292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65" y="99"/>
                    <a:pt x="265" y="99"/>
                    <a:pt x="265" y="99"/>
                  </a:cubicBezTo>
                  <a:cubicBezTo>
                    <a:pt x="272" y="91"/>
                    <a:pt x="272" y="91"/>
                    <a:pt x="272" y="91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6" y="89"/>
                    <a:pt x="296" y="89"/>
                    <a:pt x="296" y="89"/>
                  </a:cubicBezTo>
                  <a:cubicBezTo>
                    <a:pt x="301" y="73"/>
                    <a:pt x="301" y="73"/>
                    <a:pt x="301" y="73"/>
                  </a:cubicBezTo>
                  <a:cubicBezTo>
                    <a:pt x="311" y="70"/>
                    <a:pt x="311" y="70"/>
                    <a:pt x="311" y="7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37" y="81"/>
                    <a:pt x="337" y="81"/>
                    <a:pt x="337" y="81"/>
                  </a:cubicBezTo>
                  <a:cubicBezTo>
                    <a:pt x="350" y="69"/>
                    <a:pt x="350" y="69"/>
                    <a:pt x="350" y="69"/>
                  </a:cubicBezTo>
                  <a:cubicBezTo>
                    <a:pt x="350" y="63"/>
                    <a:pt x="350" y="63"/>
                    <a:pt x="350" y="63"/>
                  </a:cubicBezTo>
                  <a:cubicBezTo>
                    <a:pt x="356" y="63"/>
                    <a:pt x="356" y="63"/>
                    <a:pt x="356" y="63"/>
                  </a:cubicBezTo>
                  <a:cubicBezTo>
                    <a:pt x="365" y="73"/>
                    <a:pt x="365" y="73"/>
                    <a:pt x="365" y="73"/>
                  </a:cubicBezTo>
                  <a:cubicBezTo>
                    <a:pt x="393" y="73"/>
                    <a:pt x="393" y="73"/>
                    <a:pt x="393" y="73"/>
                  </a:cubicBezTo>
                  <a:cubicBezTo>
                    <a:pt x="413" y="78"/>
                    <a:pt x="413" y="78"/>
                    <a:pt x="413" y="78"/>
                  </a:cubicBezTo>
                  <a:cubicBezTo>
                    <a:pt x="428" y="75"/>
                    <a:pt x="428" y="75"/>
                    <a:pt x="428" y="75"/>
                  </a:cubicBezTo>
                  <a:cubicBezTo>
                    <a:pt x="436" y="60"/>
                    <a:pt x="436" y="60"/>
                    <a:pt x="436" y="60"/>
                  </a:cubicBezTo>
                  <a:cubicBezTo>
                    <a:pt x="433" y="47"/>
                    <a:pt x="433" y="47"/>
                    <a:pt x="433" y="47"/>
                  </a:cubicBezTo>
                  <a:cubicBezTo>
                    <a:pt x="451" y="37"/>
                    <a:pt x="451" y="37"/>
                    <a:pt x="451" y="37"/>
                  </a:cubicBezTo>
                  <a:cubicBezTo>
                    <a:pt x="452" y="22"/>
                    <a:pt x="452" y="22"/>
                    <a:pt x="452" y="22"/>
                  </a:cubicBezTo>
                  <a:cubicBezTo>
                    <a:pt x="438" y="17"/>
                    <a:pt x="438" y="17"/>
                    <a:pt x="438" y="17"/>
                  </a:cubicBezTo>
                  <a:cubicBezTo>
                    <a:pt x="441" y="0"/>
                    <a:pt x="441" y="0"/>
                    <a:pt x="441" y="0"/>
                  </a:cubicBezTo>
                  <a:close/>
                  <a:moveTo>
                    <a:pt x="289" y="480"/>
                  </a:moveTo>
                  <a:cubicBezTo>
                    <a:pt x="285" y="472"/>
                    <a:pt x="285" y="472"/>
                    <a:pt x="285" y="472"/>
                  </a:cubicBezTo>
                  <a:cubicBezTo>
                    <a:pt x="284" y="481"/>
                    <a:pt x="284" y="481"/>
                    <a:pt x="284" y="481"/>
                  </a:cubicBezTo>
                  <a:cubicBezTo>
                    <a:pt x="280" y="489"/>
                    <a:pt x="280" y="489"/>
                    <a:pt x="280" y="489"/>
                  </a:cubicBezTo>
                  <a:cubicBezTo>
                    <a:pt x="281" y="498"/>
                    <a:pt x="281" y="498"/>
                    <a:pt x="281" y="498"/>
                  </a:cubicBezTo>
                  <a:cubicBezTo>
                    <a:pt x="291" y="502"/>
                    <a:pt x="291" y="502"/>
                    <a:pt x="291" y="502"/>
                  </a:cubicBezTo>
                  <a:cubicBezTo>
                    <a:pt x="314" y="499"/>
                    <a:pt x="314" y="499"/>
                    <a:pt x="314" y="499"/>
                  </a:cubicBezTo>
                  <a:cubicBezTo>
                    <a:pt x="323" y="502"/>
                    <a:pt x="323" y="502"/>
                    <a:pt x="323" y="502"/>
                  </a:cubicBezTo>
                  <a:cubicBezTo>
                    <a:pt x="332" y="499"/>
                    <a:pt x="332" y="499"/>
                    <a:pt x="332" y="499"/>
                  </a:cubicBezTo>
                  <a:cubicBezTo>
                    <a:pt x="345" y="502"/>
                    <a:pt x="345" y="502"/>
                    <a:pt x="345" y="502"/>
                  </a:cubicBezTo>
                  <a:cubicBezTo>
                    <a:pt x="360" y="510"/>
                    <a:pt x="360" y="510"/>
                    <a:pt x="360" y="510"/>
                  </a:cubicBezTo>
                  <a:cubicBezTo>
                    <a:pt x="362" y="518"/>
                    <a:pt x="362" y="518"/>
                    <a:pt x="362" y="518"/>
                  </a:cubicBezTo>
                  <a:cubicBezTo>
                    <a:pt x="379" y="518"/>
                    <a:pt x="379" y="518"/>
                    <a:pt x="379" y="518"/>
                  </a:cubicBezTo>
                  <a:cubicBezTo>
                    <a:pt x="393" y="510"/>
                    <a:pt x="393" y="510"/>
                    <a:pt x="393" y="510"/>
                  </a:cubicBezTo>
                  <a:cubicBezTo>
                    <a:pt x="408" y="511"/>
                    <a:pt x="408" y="511"/>
                    <a:pt x="408" y="511"/>
                  </a:cubicBezTo>
                  <a:cubicBezTo>
                    <a:pt x="433" y="510"/>
                    <a:pt x="433" y="510"/>
                    <a:pt x="433" y="510"/>
                  </a:cubicBezTo>
                  <a:cubicBezTo>
                    <a:pt x="450" y="511"/>
                    <a:pt x="450" y="511"/>
                    <a:pt x="450" y="511"/>
                  </a:cubicBezTo>
                  <a:cubicBezTo>
                    <a:pt x="460" y="505"/>
                    <a:pt x="460" y="505"/>
                    <a:pt x="460" y="505"/>
                  </a:cubicBezTo>
                  <a:cubicBezTo>
                    <a:pt x="464" y="496"/>
                    <a:pt x="464" y="496"/>
                    <a:pt x="464" y="496"/>
                  </a:cubicBezTo>
                  <a:cubicBezTo>
                    <a:pt x="462" y="488"/>
                    <a:pt x="462" y="488"/>
                    <a:pt x="462" y="488"/>
                  </a:cubicBezTo>
                  <a:cubicBezTo>
                    <a:pt x="462" y="482"/>
                    <a:pt x="462" y="482"/>
                    <a:pt x="462" y="482"/>
                  </a:cubicBezTo>
                  <a:cubicBezTo>
                    <a:pt x="459" y="487"/>
                    <a:pt x="459" y="487"/>
                    <a:pt x="459" y="487"/>
                  </a:cubicBezTo>
                  <a:cubicBezTo>
                    <a:pt x="458" y="494"/>
                    <a:pt x="458" y="494"/>
                    <a:pt x="458" y="494"/>
                  </a:cubicBezTo>
                  <a:cubicBezTo>
                    <a:pt x="450" y="500"/>
                    <a:pt x="450" y="500"/>
                    <a:pt x="450" y="500"/>
                  </a:cubicBezTo>
                  <a:cubicBezTo>
                    <a:pt x="444" y="495"/>
                    <a:pt x="444" y="495"/>
                    <a:pt x="444" y="495"/>
                  </a:cubicBezTo>
                  <a:cubicBezTo>
                    <a:pt x="437" y="498"/>
                    <a:pt x="437" y="498"/>
                    <a:pt x="437" y="498"/>
                  </a:cubicBezTo>
                  <a:cubicBezTo>
                    <a:pt x="430" y="497"/>
                    <a:pt x="430" y="497"/>
                    <a:pt x="430" y="497"/>
                  </a:cubicBezTo>
                  <a:cubicBezTo>
                    <a:pt x="431" y="491"/>
                    <a:pt x="431" y="491"/>
                    <a:pt x="431" y="491"/>
                  </a:cubicBezTo>
                  <a:cubicBezTo>
                    <a:pt x="428" y="483"/>
                    <a:pt x="428" y="483"/>
                    <a:pt x="428" y="483"/>
                  </a:cubicBezTo>
                  <a:cubicBezTo>
                    <a:pt x="421" y="483"/>
                    <a:pt x="421" y="483"/>
                    <a:pt x="421" y="483"/>
                  </a:cubicBezTo>
                  <a:cubicBezTo>
                    <a:pt x="403" y="481"/>
                    <a:pt x="403" y="481"/>
                    <a:pt x="403" y="481"/>
                  </a:cubicBezTo>
                  <a:cubicBezTo>
                    <a:pt x="388" y="475"/>
                    <a:pt x="388" y="475"/>
                    <a:pt x="388" y="475"/>
                  </a:cubicBezTo>
                  <a:cubicBezTo>
                    <a:pt x="369" y="476"/>
                    <a:pt x="369" y="476"/>
                    <a:pt x="369" y="476"/>
                  </a:cubicBezTo>
                  <a:cubicBezTo>
                    <a:pt x="353" y="485"/>
                    <a:pt x="353" y="485"/>
                    <a:pt x="353" y="485"/>
                  </a:cubicBezTo>
                  <a:cubicBezTo>
                    <a:pt x="341" y="488"/>
                    <a:pt x="341" y="488"/>
                    <a:pt x="341" y="488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26" y="478"/>
                    <a:pt x="326" y="478"/>
                    <a:pt x="326" y="478"/>
                  </a:cubicBezTo>
                  <a:cubicBezTo>
                    <a:pt x="318" y="479"/>
                    <a:pt x="318" y="479"/>
                    <a:pt x="318" y="479"/>
                  </a:cubicBezTo>
                  <a:cubicBezTo>
                    <a:pt x="323" y="474"/>
                    <a:pt x="323" y="474"/>
                    <a:pt x="323" y="474"/>
                  </a:cubicBezTo>
                  <a:cubicBezTo>
                    <a:pt x="318" y="467"/>
                    <a:pt x="318" y="467"/>
                    <a:pt x="318" y="467"/>
                  </a:cubicBezTo>
                  <a:cubicBezTo>
                    <a:pt x="308" y="468"/>
                    <a:pt x="308" y="468"/>
                    <a:pt x="308" y="468"/>
                  </a:cubicBezTo>
                  <a:cubicBezTo>
                    <a:pt x="310" y="472"/>
                    <a:pt x="310" y="472"/>
                    <a:pt x="310" y="472"/>
                  </a:cubicBezTo>
                  <a:cubicBezTo>
                    <a:pt x="313" y="473"/>
                    <a:pt x="313" y="473"/>
                    <a:pt x="313" y="473"/>
                  </a:cubicBezTo>
                  <a:cubicBezTo>
                    <a:pt x="309" y="476"/>
                    <a:pt x="309" y="476"/>
                    <a:pt x="309" y="476"/>
                  </a:cubicBezTo>
                  <a:cubicBezTo>
                    <a:pt x="299" y="477"/>
                    <a:pt x="299" y="477"/>
                    <a:pt x="299" y="477"/>
                  </a:cubicBezTo>
                  <a:cubicBezTo>
                    <a:pt x="297" y="468"/>
                    <a:pt x="297" y="468"/>
                    <a:pt x="297" y="468"/>
                  </a:cubicBezTo>
                  <a:cubicBezTo>
                    <a:pt x="294" y="467"/>
                    <a:pt x="294" y="467"/>
                    <a:pt x="294" y="467"/>
                  </a:cubicBezTo>
                  <a:cubicBezTo>
                    <a:pt x="293" y="472"/>
                    <a:pt x="293" y="472"/>
                    <a:pt x="293" y="472"/>
                  </a:cubicBezTo>
                  <a:cubicBezTo>
                    <a:pt x="294" y="478"/>
                    <a:pt x="294" y="478"/>
                    <a:pt x="294" y="478"/>
                  </a:cubicBezTo>
                  <a:cubicBezTo>
                    <a:pt x="289" y="480"/>
                    <a:pt x="289" y="480"/>
                    <a:pt x="289" y="480"/>
                  </a:cubicBezTo>
                  <a:close/>
                  <a:moveTo>
                    <a:pt x="18" y="168"/>
                  </a:moveTo>
                  <a:cubicBezTo>
                    <a:pt x="17" y="180"/>
                    <a:pt x="17" y="180"/>
                    <a:pt x="17" y="180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5" y="195"/>
                    <a:pt x="35" y="195"/>
                    <a:pt x="35" y="195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21" y="193"/>
                    <a:pt x="21" y="193"/>
                    <a:pt x="21" y="193"/>
                  </a:cubicBezTo>
                  <a:cubicBezTo>
                    <a:pt x="9" y="181"/>
                    <a:pt x="9" y="181"/>
                    <a:pt x="9" y="181"/>
                  </a:cubicBezTo>
                  <a:cubicBezTo>
                    <a:pt x="8" y="177"/>
                    <a:pt x="8" y="177"/>
                    <a:pt x="8" y="177"/>
                  </a:cubicBezTo>
                  <a:cubicBezTo>
                    <a:pt x="1" y="175"/>
                    <a:pt x="1" y="175"/>
                    <a:pt x="1" y="175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8" y="168"/>
                    <a:pt x="18" y="168"/>
                    <a:pt x="18" y="168"/>
                  </a:cubicBezTo>
                  <a:close/>
                  <a:moveTo>
                    <a:pt x="71" y="256"/>
                  </a:moveTo>
                  <a:cubicBezTo>
                    <a:pt x="70" y="252"/>
                    <a:pt x="70" y="252"/>
                    <a:pt x="70" y="25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0" y="241"/>
                    <a:pt x="80" y="241"/>
                    <a:pt x="80" y="241"/>
                  </a:cubicBezTo>
                  <a:cubicBezTo>
                    <a:pt x="82" y="251"/>
                    <a:pt x="82" y="251"/>
                    <a:pt x="82" y="251"/>
                  </a:cubicBezTo>
                  <a:cubicBezTo>
                    <a:pt x="78" y="256"/>
                    <a:pt x="78" y="256"/>
                    <a:pt x="78" y="256"/>
                  </a:cubicBezTo>
                  <a:cubicBezTo>
                    <a:pt x="74" y="257"/>
                    <a:pt x="74" y="257"/>
                    <a:pt x="74" y="257"/>
                  </a:cubicBezTo>
                  <a:cubicBezTo>
                    <a:pt x="71" y="256"/>
                    <a:pt x="71" y="256"/>
                    <a:pt x="71" y="256"/>
                  </a:cubicBezTo>
                  <a:close/>
                  <a:moveTo>
                    <a:pt x="71" y="276"/>
                  </a:moveTo>
                  <a:cubicBezTo>
                    <a:pt x="72" y="261"/>
                    <a:pt x="72" y="261"/>
                    <a:pt x="72" y="261"/>
                  </a:cubicBezTo>
                  <a:cubicBezTo>
                    <a:pt x="79" y="267"/>
                    <a:pt x="79" y="267"/>
                    <a:pt x="79" y="267"/>
                  </a:cubicBezTo>
                  <a:cubicBezTo>
                    <a:pt x="83" y="276"/>
                    <a:pt x="83" y="276"/>
                    <a:pt x="83" y="276"/>
                  </a:cubicBezTo>
                  <a:cubicBezTo>
                    <a:pt x="82" y="281"/>
                    <a:pt x="82" y="281"/>
                    <a:pt x="82" y="281"/>
                  </a:cubicBezTo>
                  <a:cubicBezTo>
                    <a:pt x="88" y="286"/>
                    <a:pt x="88" y="286"/>
                    <a:pt x="88" y="286"/>
                  </a:cubicBezTo>
                  <a:cubicBezTo>
                    <a:pt x="89" y="292"/>
                    <a:pt x="89" y="292"/>
                    <a:pt x="89" y="292"/>
                  </a:cubicBezTo>
                  <a:cubicBezTo>
                    <a:pt x="92" y="295"/>
                    <a:pt x="92" y="295"/>
                    <a:pt x="92" y="295"/>
                  </a:cubicBezTo>
                  <a:cubicBezTo>
                    <a:pt x="88" y="301"/>
                    <a:pt x="88" y="301"/>
                    <a:pt x="88" y="301"/>
                  </a:cubicBezTo>
                  <a:cubicBezTo>
                    <a:pt x="80" y="297"/>
                    <a:pt x="80" y="297"/>
                    <a:pt x="80" y="297"/>
                  </a:cubicBezTo>
                  <a:cubicBezTo>
                    <a:pt x="71" y="296"/>
                    <a:pt x="71" y="296"/>
                    <a:pt x="71" y="296"/>
                  </a:cubicBezTo>
                  <a:cubicBezTo>
                    <a:pt x="71" y="289"/>
                    <a:pt x="71" y="289"/>
                    <a:pt x="71" y="289"/>
                  </a:cubicBezTo>
                  <a:cubicBezTo>
                    <a:pt x="67" y="286"/>
                    <a:pt x="67" y="286"/>
                    <a:pt x="67" y="286"/>
                  </a:cubicBezTo>
                  <a:cubicBezTo>
                    <a:pt x="67" y="292"/>
                    <a:pt x="67" y="292"/>
                    <a:pt x="67" y="292"/>
                  </a:cubicBezTo>
                  <a:cubicBezTo>
                    <a:pt x="64" y="296"/>
                    <a:pt x="64" y="296"/>
                    <a:pt x="64" y="296"/>
                  </a:cubicBezTo>
                  <a:cubicBezTo>
                    <a:pt x="58" y="290"/>
                    <a:pt x="58" y="290"/>
                    <a:pt x="58" y="290"/>
                  </a:cubicBezTo>
                  <a:cubicBezTo>
                    <a:pt x="58" y="277"/>
                    <a:pt x="58" y="277"/>
                    <a:pt x="58" y="277"/>
                  </a:cubicBezTo>
                  <a:cubicBezTo>
                    <a:pt x="66" y="275"/>
                    <a:pt x="66" y="275"/>
                    <a:pt x="66" y="275"/>
                  </a:cubicBezTo>
                  <a:cubicBezTo>
                    <a:pt x="71" y="276"/>
                    <a:pt x="71" y="276"/>
                    <a:pt x="71" y="276"/>
                  </a:cubicBezTo>
                  <a:close/>
                  <a:moveTo>
                    <a:pt x="96" y="320"/>
                  </a:moveTo>
                  <a:cubicBezTo>
                    <a:pt x="102" y="325"/>
                    <a:pt x="102" y="325"/>
                    <a:pt x="102" y="325"/>
                  </a:cubicBezTo>
                  <a:cubicBezTo>
                    <a:pt x="93" y="324"/>
                    <a:pt x="93" y="324"/>
                    <a:pt x="93" y="324"/>
                  </a:cubicBezTo>
                  <a:cubicBezTo>
                    <a:pt x="92" y="328"/>
                    <a:pt x="92" y="328"/>
                    <a:pt x="92" y="328"/>
                  </a:cubicBezTo>
                  <a:cubicBezTo>
                    <a:pt x="84" y="326"/>
                    <a:pt x="84" y="326"/>
                    <a:pt x="84" y="326"/>
                  </a:cubicBezTo>
                  <a:cubicBezTo>
                    <a:pt x="75" y="318"/>
                    <a:pt x="75" y="318"/>
                    <a:pt x="75" y="318"/>
                  </a:cubicBezTo>
                  <a:cubicBezTo>
                    <a:pt x="77" y="311"/>
                    <a:pt x="77" y="311"/>
                    <a:pt x="77" y="311"/>
                  </a:cubicBezTo>
                  <a:cubicBezTo>
                    <a:pt x="82" y="309"/>
                    <a:pt x="82" y="309"/>
                    <a:pt x="82" y="309"/>
                  </a:cubicBezTo>
                  <a:cubicBezTo>
                    <a:pt x="90" y="312"/>
                    <a:pt x="90" y="312"/>
                    <a:pt x="90" y="312"/>
                  </a:cubicBezTo>
                  <a:cubicBezTo>
                    <a:pt x="96" y="320"/>
                    <a:pt x="96" y="320"/>
                    <a:pt x="96" y="320"/>
                  </a:cubicBezTo>
                  <a:close/>
                  <a:moveTo>
                    <a:pt x="518" y="455"/>
                  </a:moveTo>
                  <a:cubicBezTo>
                    <a:pt x="516" y="453"/>
                    <a:pt x="516" y="453"/>
                    <a:pt x="516" y="453"/>
                  </a:cubicBezTo>
                  <a:cubicBezTo>
                    <a:pt x="520" y="447"/>
                    <a:pt x="520" y="447"/>
                    <a:pt x="520" y="447"/>
                  </a:cubicBezTo>
                  <a:cubicBezTo>
                    <a:pt x="520" y="453"/>
                    <a:pt x="520" y="453"/>
                    <a:pt x="520" y="453"/>
                  </a:cubicBezTo>
                  <a:cubicBezTo>
                    <a:pt x="518" y="455"/>
                    <a:pt x="518" y="455"/>
                    <a:pt x="518" y="455"/>
                  </a:cubicBezTo>
                  <a:close/>
                  <a:moveTo>
                    <a:pt x="515" y="487"/>
                  </a:moveTo>
                  <a:cubicBezTo>
                    <a:pt x="513" y="474"/>
                    <a:pt x="513" y="474"/>
                    <a:pt x="513" y="474"/>
                  </a:cubicBezTo>
                  <a:cubicBezTo>
                    <a:pt x="509" y="467"/>
                    <a:pt x="509" y="467"/>
                    <a:pt x="509" y="467"/>
                  </a:cubicBezTo>
                  <a:cubicBezTo>
                    <a:pt x="516" y="459"/>
                    <a:pt x="516" y="459"/>
                    <a:pt x="516" y="459"/>
                  </a:cubicBezTo>
                  <a:cubicBezTo>
                    <a:pt x="518" y="466"/>
                    <a:pt x="518" y="466"/>
                    <a:pt x="518" y="466"/>
                  </a:cubicBezTo>
                  <a:cubicBezTo>
                    <a:pt x="524" y="474"/>
                    <a:pt x="524" y="474"/>
                    <a:pt x="524" y="474"/>
                  </a:cubicBezTo>
                  <a:cubicBezTo>
                    <a:pt x="519" y="485"/>
                    <a:pt x="519" y="485"/>
                    <a:pt x="519" y="485"/>
                  </a:cubicBezTo>
                  <a:cubicBezTo>
                    <a:pt x="515" y="487"/>
                    <a:pt x="515" y="487"/>
                    <a:pt x="515" y="487"/>
                  </a:cubicBezTo>
                  <a:close/>
                  <a:moveTo>
                    <a:pt x="551" y="450"/>
                  </a:moveTo>
                  <a:cubicBezTo>
                    <a:pt x="546" y="446"/>
                    <a:pt x="546" y="446"/>
                    <a:pt x="546" y="446"/>
                  </a:cubicBezTo>
                  <a:cubicBezTo>
                    <a:pt x="550" y="439"/>
                    <a:pt x="550" y="439"/>
                    <a:pt x="550" y="439"/>
                  </a:cubicBezTo>
                  <a:cubicBezTo>
                    <a:pt x="548" y="437"/>
                    <a:pt x="548" y="437"/>
                    <a:pt x="548" y="437"/>
                  </a:cubicBezTo>
                  <a:cubicBezTo>
                    <a:pt x="549" y="430"/>
                    <a:pt x="549" y="430"/>
                    <a:pt x="549" y="430"/>
                  </a:cubicBezTo>
                  <a:cubicBezTo>
                    <a:pt x="563" y="419"/>
                    <a:pt x="563" y="419"/>
                    <a:pt x="563" y="419"/>
                  </a:cubicBezTo>
                  <a:cubicBezTo>
                    <a:pt x="579" y="413"/>
                    <a:pt x="579" y="413"/>
                    <a:pt x="579" y="413"/>
                  </a:cubicBezTo>
                  <a:cubicBezTo>
                    <a:pt x="587" y="410"/>
                    <a:pt x="587" y="410"/>
                    <a:pt x="587" y="410"/>
                  </a:cubicBezTo>
                  <a:cubicBezTo>
                    <a:pt x="587" y="416"/>
                    <a:pt x="587" y="416"/>
                    <a:pt x="587" y="416"/>
                  </a:cubicBezTo>
                  <a:cubicBezTo>
                    <a:pt x="582" y="420"/>
                    <a:pt x="582" y="420"/>
                    <a:pt x="582" y="420"/>
                  </a:cubicBezTo>
                  <a:cubicBezTo>
                    <a:pt x="579" y="426"/>
                    <a:pt x="579" y="426"/>
                    <a:pt x="579" y="426"/>
                  </a:cubicBezTo>
                  <a:cubicBezTo>
                    <a:pt x="576" y="432"/>
                    <a:pt x="576" y="432"/>
                    <a:pt x="576" y="432"/>
                  </a:cubicBezTo>
                  <a:cubicBezTo>
                    <a:pt x="576" y="436"/>
                    <a:pt x="576" y="436"/>
                    <a:pt x="576" y="436"/>
                  </a:cubicBezTo>
                  <a:cubicBezTo>
                    <a:pt x="570" y="436"/>
                    <a:pt x="570" y="436"/>
                    <a:pt x="570" y="436"/>
                  </a:cubicBezTo>
                  <a:cubicBezTo>
                    <a:pt x="562" y="442"/>
                    <a:pt x="562" y="442"/>
                    <a:pt x="562" y="442"/>
                  </a:cubicBezTo>
                  <a:cubicBezTo>
                    <a:pt x="556" y="449"/>
                    <a:pt x="556" y="449"/>
                    <a:pt x="556" y="449"/>
                  </a:cubicBezTo>
                  <a:cubicBezTo>
                    <a:pt x="551" y="450"/>
                    <a:pt x="551" y="450"/>
                    <a:pt x="551" y="450"/>
                  </a:cubicBezTo>
                  <a:close/>
                  <a:moveTo>
                    <a:pt x="460" y="410"/>
                  </a:moveTo>
                  <a:cubicBezTo>
                    <a:pt x="453" y="405"/>
                    <a:pt x="453" y="405"/>
                    <a:pt x="453" y="405"/>
                  </a:cubicBezTo>
                  <a:cubicBezTo>
                    <a:pt x="457" y="401"/>
                    <a:pt x="457" y="401"/>
                    <a:pt x="457" y="401"/>
                  </a:cubicBezTo>
                  <a:cubicBezTo>
                    <a:pt x="467" y="397"/>
                    <a:pt x="467" y="397"/>
                    <a:pt x="467" y="397"/>
                  </a:cubicBezTo>
                  <a:cubicBezTo>
                    <a:pt x="472" y="400"/>
                    <a:pt x="472" y="400"/>
                    <a:pt x="472" y="400"/>
                  </a:cubicBezTo>
                  <a:cubicBezTo>
                    <a:pt x="468" y="406"/>
                    <a:pt x="468" y="406"/>
                    <a:pt x="468" y="406"/>
                  </a:cubicBezTo>
                  <a:cubicBezTo>
                    <a:pt x="468" y="406"/>
                    <a:pt x="459" y="409"/>
                    <a:pt x="460" y="410"/>
                  </a:cubicBezTo>
                  <a:close/>
                  <a:moveTo>
                    <a:pt x="458" y="322"/>
                  </a:moveTo>
                  <a:cubicBezTo>
                    <a:pt x="470" y="314"/>
                    <a:pt x="470" y="314"/>
                    <a:pt x="470" y="314"/>
                  </a:cubicBezTo>
                  <a:cubicBezTo>
                    <a:pt x="477" y="314"/>
                    <a:pt x="477" y="314"/>
                    <a:pt x="477" y="314"/>
                  </a:cubicBezTo>
                  <a:cubicBezTo>
                    <a:pt x="485" y="320"/>
                    <a:pt x="485" y="320"/>
                    <a:pt x="485" y="320"/>
                  </a:cubicBezTo>
                  <a:cubicBezTo>
                    <a:pt x="488" y="318"/>
                    <a:pt x="488" y="318"/>
                    <a:pt x="488" y="318"/>
                  </a:cubicBezTo>
                  <a:cubicBezTo>
                    <a:pt x="491" y="318"/>
                    <a:pt x="491" y="318"/>
                    <a:pt x="491" y="318"/>
                  </a:cubicBezTo>
                  <a:cubicBezTo>
                    <a:pt x="493" y="323"/>
                    <a:pt x="493" y="323"/>
                    <a:pt x="493" y="323"/>
                  </a:cubicBezTo>
                  <a:cubicBezTo>
                    <a:pt x="485" y="326"/>
                    <a:pt x="485" y="326"/>
                    <a:pt x="485" y="326"/>
                  </a:cubicBezTo>
                  <a:cubicBezTo>
                    <a:pt x="482" y="330"/>
                    <a:pt x="482" y="330"/>
                    <a:pt x="482" y="330"/>
                  </a:cubicBezTo>
                  <a:cubicBezTo>
                    <a:pt x="475" y="330"/>
                    <a:pt x="475" y="330"/>
                    <a:pt x="475" y="330"/>
                  </a:cubicBezTo>
                  <a:cubicBezTo>
                    <a:pt x="470" y="324"/>
                    <a:pt x="470" y="324"/>
                    <a:pt x="470" y="324"/>
                  </a:cubicBezTo>
                  <a:cubicBezTo>
                    <a:pt x="462" y="324"/>
                    <a:pt x="462" y="324"/>
                    <a:pt x="462" y="324"/>
                  </a:cubicBezTo>
                  <a:cubicBezTo>
                    <a:pt x="455" y="326"/>
                    <a:pt x="455" y="326"/>
                    <a:pt x="455" y="326"/>
                  </a:cubicBezTo>
                  <a:cubicBezTo>
                    <a:pt x="458" y="322"/>
                    <a:pt x="458" y="322"/>
                    <a:pt x="458" y="322"/>
                  </a:cubicBezTo>
                  <a:close/>
                  <a:moveTo>
                    <a:pt x="436" y="257"/>
                  </a:moveTo>
                  <a:cubicBezTo>
                    <a:pt x="438" y="272"/>
                    <a:pt x="438" y="272"/>
                    <a:pt x="438" y="272"/>
                  </a:cubicBezTo>
                  <a:cubicBezTo>
                    <a:pt x="436" y="282"/>
                    <a:pt x="436" y="282"/>
                    <a:pt x="436" y="282"/>
                  </a:cubicBezTo>
                  <a:cubicBezTo>
                    <a:pt x="427" y="286"/>
                    <a:pt x="427" y="286"/>
                    <a:pt x="427" y="286"/>
                  </a:cubicBezTo>
                  <a:cubicBezTo>
                    <a:pt x="419" y="281"/>
                    <a:pt x="419" y="281"/>
                    <a:pt x="419" y="281"/>
                  </a:cubicBezTo>
                  <a:cubicBezTo>
                    <a:pt x="419" y="276"/>
                    <a:pt x="419" y="276"/>
                    <a:pt x="419" y="276"/>
                  </a:cubicBezTo>
                  <a:cubicBezTo>
                    <a:pt x="425" y="273"/>
                    <a:pt x="425" y="273"/>
                    <a:pt x="425" y="273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16" y="258"/>
                    <a:pt x="416" y="258"/>
                    <a:pt x="416" y="258"/>
                  </a:cubicBezTo>
                  <a:cubicBezTo>
                    <a:pt x="416" y="254"/>
                    <a:pt x="416" y="254"/>
                    <a:pt x="416" y="254"/>
                  </a:cubicBezTo>
                  <a:cubicBezTo>
                    <a:pt x="424" y="250"/>
                    <a:pt x="424" y="250"/>
                    <a:pt x="424" y="250"/>
                  </a:cubicBezTo>
                  <a:cubicBezTo>
                    <a:pt x="432" y="254"/>
                    <a:pt x="432" y="254"/>
                    <a:pt x="432" y="254"/>
                  </a:cubicBezTo>
                  <a:cubicBezTo>
                    <a:pt x="436" y="257"/>
                    <a:pt x="436" y="257"/>
                    <a:pt x="436" y="257"/>
                  </a:cubicBezTo>
                  <a:close/>
                  <a:moveTo>
                    <a:pt x="417" y="221"/>
                  </a:moveTo>
                  <a:cubicBezTo>
                    <a:pt x="407" y="213"/>
                    <a:pt x="407" y="213"/>
                    <a:pt x="407" y="213"/>
                  </a:cubicBezTo>
                  <a:cubicBezTo>
                    <a:pt x="413" y="204"/>
                    <a:pt x="413" y="204"/>
                    <a:pt x="413" y="204"/>
                  </a:cubicBezTo>
                  <a:cubicBezTo>
                    <a:pt x="428" y="199"/>
                    <a:pt x="428" y="199"/>
                    <a:pt x="428" y="199"/>
                  </a:cubicBezTo>
                  <a:cubicBezTo>
                    <a:pt x="436" y="195"/>
                    <a:pt x="436" y="195"/>
                    <a:pt x="436" y="195"/>
                  </a:cubicBezTo>
                  <a:cubicBezTo>
                    <a:pt x="450" y="193"/>
                    <a:pt x="450" y="193"/>
                    <a:pt x="450" y="193"/>
                  </a:cubicBezTo>
                  <a:cubicBezTo>
                    <a:pt x="452" y="196"/>
                    <a:pt x="452" y="196"/>
                    <a:pt x="452" y="196"/>
                  </a:cubicBezTo>
                  <a:cubicBezTo>
                    <a:pt x="449" y="203"/>
                    <a:pt x="449" y="203"/>
                    <a:pt x="449" y="203"/>
                  </a:cubicBezTo>
                  <a:cubicBezTo>
                    <a:pt x="453" y="203"/>
                    <a:pt x="453" y="203"/>
                    <a:pt x="453" y="203"/>
                  </a:cubicBezTo>
                  <a:cubicBezTo>
                    <a:pt x="455" y="212"/>
                    <a:pt x="455" y="212"/>
                    <a:pt x="455" y="212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41" y="226"/>
                    <a:pt x="441" y="226"/>
                    <a:pt x="441" y="226"/>
                  </a:cubicBezTo>
                  <a:cubicBezTo>
                    <a:pt x="432" y="222"/>
                    <a:pt x="432" y="222"/>
                    <a:pt x="432" y="222"/>
                  </a:cubicBezTo>
                  <a:cubicBezTo>
                    <a:pt x="436" y="217"/>
                    <a:pt x="436" y="217"/>
                    <a:pt x="436" y="217"/>
                  </a:cubicBezTo>
                  <a:cubicBezTo>
                    <a:pt x="441" y="213"/>
                    <a:pt x="441" y="213"/>
                    <a:pt x="441" y="213"/>
                  </a:cubicBezTo>
                  <a:cubicBezTo>
                    <a:pt x="442" y="205"/>
                    <a:pt x="442" y="205"/>
                    <a:pt x="442" y="205"/>
                  </a:cubicBezTo>
                  <a:cubicBezTo>
                    <a:pt x="432" y="205"/>
                    <a:pt x="432" y="205"/>
                    <a:pt x="432" y="205"/>
                  </a:cubicBezTo>
                  <a:cubicBezTo>
                    <a:pt x="429" y="212"/>
                    <a:pt x="429" y="212"/>
                    <a:pt x="429" y="212"/>
                  </a:cubicBezTo>
                  <a:cubicBezTo>
                    <a:pt x="428" y="220"/>
                    <a:pt x="428" y="220"/>
                    <a:pt x="428" y="220"/>
                  </a:cubicBezTo>
                  <a:cubicBezTo>
                    <a:pt x="421" y="221"/>
                    <a:pt x="421" y="221"/>
                    <a:pt x="421" y="221"/>
                  </a:cubicBezTo>
                  <a:cubicBezTo>
                    <a:pt x="417" y="221"/>
                    <a:pt x="417" y="221"/>
                    <a:pt x="417" y="221"/>
                  </a:cubicBezTo>
                  <a:close/>
                  <a:moveTo>
                    <a:pt x="383" y="108"/>
                  </a:moveTo>
                  <a:cubicBezTo>
                    <a:pt x="386" y="104"/>
                    <a:pt x="386" y="104"/>
                    <a:pt x="386" y="104"/>
                  </a:cubicBezTo>
                  <a:cubicBezTo>
                    <a:pt x="395" y="103"/>
                    <a:pt x="395" y="103"/>
                    <a:pt x="395" y="103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10"/>
                    <a:pt x="403" y="110"/>
                    <a:pt x="403" y="110"/>
                  </a:cubicBezTo>
                  <a:cubicBezTo>
                    <a:pt x="396" y="113"/>
                    <a:pt x="396" y="113"/>
                    <a:pt x="396" y="113"/>
                  </a:cubicBezTo>
                  <a:cubicBezTo>
                    <a:pt x="383" y="108"/>
                    <a:pt x="383" y="108"/>
                    <a:pt x="383" y="108"/>
                  </a:cubicBezTo>
                  <a:close/>
                  <a:moveTo>
                    <a:pt x="354" y="140"/>
                  </a:moveTo>
                  <a:cubicBezTo>
                    <a:pt x="365" y="140"/>
                    <a:pt x="365" y="140"/>
                    <a:pt x="365" y="140"/>
                  </a:cubicBezTo>
                  <a:cubicBezTo>
                    <a:pt x="369" y="143"/>
                    <a:pt x="369" y="143"/>
                    <a:pt x="369" y="143"/>
                  </a:cubicBezTo>
                  <a:cubicBezTo>
                    <a:pt x="376" y="138"/>
                    <a:pt x="376" y="138"/>
                    <a:pt x="376" y="138"/>
                  </a:cubicBezTo>
                  <a:cubicBezTo>
                    <a:pt x="383" y="141"/>
                    <a:pt x="383" y="141"/>
                    <a:pt x="383" y="141"/>
                  </a:cubicBezTo>
                  <a:cubicBezTo>
                    <a:pt x="375" y="149"/>
                    <a:pt x="375" y="149"/>
                    <a:pt x="375" y="149"/>
                  </a:cubicBezTo>
                  <a:cubicBezTo>
                    <a:pt x="373" y="161"/>
                    <a:pt x="373" y="161"/>
                    <a:pt x="373" y="161"/>
                  </a:cubicBezTo>
                  <a:cubicBezTo>
                    <a:pt x="365" y="158"/>
                    <a:pt x="365" y="158"/>
                    <a:pt x="365" y="158"/>
                  </a:cubicBezTo>
                  <a:cubicBezTo>
                    <a:pt x="360" y="159"/>
                    <a:pt x="360" y="159"/>
                    <a:pt x="360" y="159"/>
                  </a:cubicBezTo>
                  <a:cubicBezTo>
                    <a:pt x="354" y="154"/>
                    <a:pt x="354" y="154"/>
                    <a:pt x="354" y="154"/>
                  </a:cubicBezTo>
                  <a:cubicBezTo>
                    <a:pt x="350" y="145"/>
                    <a:pt x="350" y="145"/>
                    <a:pt x="350" y="145"/>
                  </a:cubicBezTo>
                  <a:cubicBezTo>
                    <a:pt x="354" y="140"/>
                    <a:pt x="354" y="140"/>
                    <a:pt x="354" y="140"/>
                  </a:cubicBezTo>
                  <a:close/>
                  <a:moveTo>
                    <a:pt x="321" y="87"/>
                  </a:moveTo>
                  <a:cubicBezTo>
                    <a:pt x="326" y="85"/>
                    <a:pt x="326" y="85"/>
                    <a:pt x="326" y="85"/>
                  </a:cubicBezTo>
                  <a:cubicBezTo>
                    <a:pt x="336" y="89"/>
                    <a:pt x="336" y="89"/>
                    <a:pt x="336" y="89"/>
                  </a:cubicBezTo>
                  <a:cubicBezTo>
                    <a:pt x="337" y="96"/>
                    <a:pt x="337" y="96"/>
                    <a:pt x="337" y="96"/>
                  </a:cubicBezTo>
                  <a:cubicBezTo>
                    <a:pt x="328" y="100"/>
                    <a:pt x="328" y="100"/>
                    <a:pt x="328" y="100"/>
                  </a:cubicBezTo>
                  <a:cubicBezTo>
                    <a:pt x="325" y="98"/>
                    <a:pt x="325" y="98"/>
                    <a:pt x="325" y="98"/>
                  </a:cubicBezTo>
                  <a:cubicBezTo>
                    <a:pt x="317" y="98"/>
                    <a:pt x="317" y="98"/>
                    <a:pt x="317" y="98"/>
                  </a:cubicBezTo>
                  <a:cubicBezTo>
                    <a:pt x="321" y="87"/>
                    <a:pt x="321" y="87"/>
                    <a:pt x="321" y="87"/>
                  </a:cubicBezTo>
                  <a:close/>
                  <a:moveTo>
                    <a:pt x="260" y="212"/>
                  </a:moveTo>
                  <a:cubicBezTo>
                    <a:pt x="264" y="210"/>
                    <a:pt x="264" y="210"/>
                    <a:pt x="264" y="210"/>
                  </a:cubicBezTo>
                  <a:cubicBezTo>
                    <a:pt x="271" y="213"/>
                    <a:pt x="271" y="213"/>
                    <a:pt x="271" y="213"/>
                  </a:cubicBezTo>
                  <a:cubicBezTo>
                    <a:pt x="273" y="221"/>
                    <a:pt x="273" y="221"/>
                    <a:pt x="273" y="221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60" y="212"/>
                    <a:pt x="260" y="212"/>
                    <a:pt x="260" y="212"/>
                  </a:cubicBezTo>
                  <a:close/>
                  <a:moveTo>
                    <a:pt x="247" y="212"/>
                  </a:moveTo>
                  <a:cubicBezTo>
                    <a:pt x="252" y="208"/>
                    <a:pt x="252" y="208"/>
                    <a:pt x="252" y="208"/>
                  </a:cubicBezTo>
                  <a:cubicBezTo>
                    <a:pt x="255" y="211"/>
                    <a:pt x="255" y="211"/>
                    <a:pt x="255" y="211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47" y="212"/>
                    <a:pt x="247" y="212"/>
                    <a:pt x="247" y="212"/>
                  </a:cubicBezTo>
                  <a:close/>
                  <a:moveTo>
                    <a:pt x="324" y="226"/>
                  </a:moveTo>
                  <a:cubicBezTo>
                    <a:pt x="329" y="224"/>
                    <a:pt x="329" y="224"/>
                    <a:pt x="329" y="224"/>
                  </a:cubicBezTo>
                  <a:cubicBezTo>
                    <a:pt x="335" y="230"/>
                    <a:pt x="335" y="230"/>
                    <a:pt x="335" y="230"/>
                  </a:cubicBezTo>
                  <a:cubicBezTo>
                    <a:pt x="342" y="232"/>
                    <a:pt x="342" y="232"/>
                    <a:pt x="342" y="232"/>
                  </a:cubicBezTo>
                  <a:cubicBezTo>
                    <a:pt x="343" y="242"/>
                    <a:pt x="343" y="242"/>
                    <a:pt x="343" y="242"/>
                  </a:cubicBezTo>
                  <a:cubicBezTo>
                    <a:pt x="338" y="244"/>
                    <a:pt x="338" y="244"/>
                    <a:pt x="338" y="244"/>
                  </a:cubicBezTo>
                  <a:cubicBezTo>
                    <a:pt x="335" y="237"/>
                    <a:pt x="335" y="237"/>
                    <a:pt x="335" y="237"/>
                  </a:cubicBezTo>
                  <a:cubicBezTo>
                    <a:pt x="331" y="236"/>
                    <a:pt x="331" y="236"/>
                    <a:pt x="331" y="236"/>
                  </a:cubicBezTo>
                  <a:cubicBezTo>
                    <a:pt x="324" y="226"/>
                    <a:pt x="324" y="226"/>
                    <a:pt x="324" y="226"/>
                  </a:cubicBezTo>
                  <a:close/>
                  <a:moveTo>
                    <a:pt x="435" y="343"/>
                  </a:moveTo>
                  <a:cubicBezTo>
                    <a:pt x="430" y="338"/>
                    <a:pt x="430" y="338"/>
                    <a:pt x="430" y="338"/>
                  </a:cubicBezTo>
                  <a:cubicBezTo>
                    <a:pt x="432" y="332"/>
                    <a:pt x="432" y="332"/>
                    <a:pt x="432" y="332"/>
                  </a:cubicBezTo>
                  <a:cubicBezTo>
                    <a:pt x="446" y="329"/>
                    <a:pt x="446" y="329"/>
                    <a:pt x="446" y="329"/>
                  </a:cubicBezTo>
                  <a:cubicBezTo>
                    <a:pt x="444" y="335"/>
                    <a:pt x="444" y="335"/>
                    <a:pt x="444" y="335"/>
                  </a:cubicBezTo>
                  <a:cubicBezTo>
                    <a:pt x="435" y="343"/>
                    <a:pt x="435" y="343"/>
                    <a:pt x="435" y="343"/>
                  </a:cubicBezTo>
                  <a:close/>
                  <a:moveTo>
                    <a:pt x="323" y="406"/>
                  </a:moveTo>
                  <a:cubicBezTo>
                    <a:pt x="329" y="397"/>
                    <a:pt x="329" y="397"/>
                    <a:pt x="329" y="397"/>
                  </a:cubicBezTo>
                  <a:cubicBezTo>
                    <a:pt x="338" y="397"/>
                    <a:pt x="338" y="397"/>
                    <a:pt x="338" y="397"/>
                  </a:cubicBezTo>
                  <a:cubicBezTo>
                    <a:pt x="336" y="404"/>
                    <a:pt x="336" y="404"/>
                    <a:pt x="336" y="404"/>
                  </a:cubicBezTo>
                  <a:cubicBezTo>
                    <a:pt x="329" y="406"/>
                    <a:pt x="329" y="406"/>
                    <a:pt x="329" y="406"/>
                  </a:cubicBezTo>
                  <a:cubicBezTo>
                    <a:pt x="323" y="406"/>
                    <a:pt x="323" y="406"/>
                    <a:pt x="323" y="406"/>
                  </a:cubicBezTo>
                  <a:close/>
                  <a:moveTo>
                    <a:pt x="328" y="367"/>
                  </a:moveTo>
                  <a:cubicBezTo>
                    <a:pt x="334" y="363"/>
                    <a:pt x="334" y="363"/>
                    <a:pt x="334" y="363"/>
                  </a:cubicBezTo>
                  <a:cubicBezTo>
                    <a:pt x="334" y="371"/>
                    <a:pt x="334" y="371"/>
                    <a:pt x="334" y="371"/>
                  </a:cubicBezTo>
                  <a:cubicBezTo>
                    <a:pt x="328" y="367"/>
                    <a:pt x="328" y="367"/>
                    <a:pt x="328" y="367"/>
                  </a:cubicBezTo>
                  <a:close/>
                  <a:moveTo>
                    <a:pt x="326" y="356"/>
                  </a:moveTo>
                  <a:cubicBezTo>
                    <a:pt x="326" y="346"/>
                    <a:pt x="326" y="346"/>
                    <a:pt x="326" y="346"/>
                  </a:cubicBezTo>
                  <a:cubicBezTo>
                    <a:pt x="332" y="347"/>
                    <a:pt x="332" y="347"/>
                    <a:pt x="332" y="347"/>
                  </a:cubicBezTo>
                  <a:cubicBezTo>
                    <a:pt x="332" y="353"/>
                    <a:pt x="332" y="353"/>
                    <a:pt x="332" y="353"/>
                  </a:cubicBezTo>
                  <a:cubicBezTo>
                    <a:pt x="332" y="353"/>
                    <a:pt x="326" y="356"/>
                    <a:pt x="326" y="356"/>
                  </a:cubicBezTo>
                  <a:close/>
                  <a:moveTo>
                    <a:pt x="319" y="342"/>
                  </a:moveTo>
                  <a:cubicBezTo>
                    <a:pt x="317" y="338"/>
                    <a:pt x="317" y="338"/>
                    <a:pt x="317" y="338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326" y="339"/>
                    <a:pt x="326" y="339"/>
                    <a:pt x="326" y="339"/>
                  </a:cubicBezTo>
                  <a:cubicBezTo>
                    <a:pt x="319" y="342"/>
                    <a:pt x="319" y="342"/>
                    <a:pt x="319" y="342"/>
                  </a:cubicBezTo>
                  <a:close/>
                  <a:moveTo>
                    <a:pt x="380" y="378"/>
                  </a:moveTo>
                  <a:cubicBezTo>
                    <a:pt x="375" y="374"/>
                    <a:pt x="375" y="374"/>
                    <a:pt x="375" y="374"/>
                  </a:cubicBezTo>
                  <a:cubicBezTo>
                    <a:pt x="377" y="364"/>
                    <a:pt x="377" y="364"/>
                    <a:pt x="377" y="364"/>
                  </a:cubicBezTo>
                  <a:cubicBezTo>
                    <a:pt x="384" y="364"/>
                    <a:pt x="384" y="364"/>
                    <a:pt x="384" y="364"/>
                  </a:cubicBezTo>
                  <a:cubicBezTo>
                    <a:pt x="387" y="370"/>
                    <a:pt x="387" y="370"/>
                    <a:pt x="387" y="370"/>
                  </a:cubicBezTo>
                  <a:cubicBezTo>
                    <a:pt x="380" y="378"/>
                    <a:pt x="380" y="378"/>
                    <a:pt x="380" y="378"/>
                  </a:cubicBezTo>
                  <a:close/>
                  <a:moveTo>
                    <a:pt x="397" y="376"/>
                  </a:moveTo>
                  <a:cubicBezTo>
                    <a:pt x="392" y="369"/>
                    <a:pt x="392" y="369"/>
                    <a:pt x="392" y="369"/>
                  </a:cubicBezTo>
                  <a:cubicBezTo>
                    <a:pt x="402" y="361"/>
                    <a:pt x="402" y="361"/>
                    <a:pt x="402" y="361"/>
                  </a:cubicBezTo>
                  <a:cubicBezTo>
                    <a:pt x="408" y="362"/>
                    <a:pt x="408" y="362"/>
                    <a:pt x="408" y="362"/>
                  </a:cubicBezTo>
                  <a:cubicBezTo>
                    <a:pt x="409" y="369"/>
                    <a:pt x="409" y="369"/>
                    <a:pt x="409" y="369"/>
                  </a:cubicBezTo>
                  <a:cubicBezTo>
                    <a:pt x="403" y="376"/>
                    <a:pt x="403" y="376"/>
                    <a:pt x="403" y="376"/>
                  </a:cubicBezTo>
                  <a:cubicBezTo>
                    <a:pt x="397" y="376"/>
                    <a:pt x="397" y="376"/>
                    <a:pt x="397" y="376"/>
                  </a:cubicBezTo>
                  <a:close/>
                  <a:moveTo>
                    <a:pt x="393" y="349"/>
                  </a:moveTo>
                  <a:cubicBezTo>
                    <a:pt x="393" y="344"/>
                    <a:pt x="393" y="344"/>
                    <a:pt x="393" y="344"/>
                  </a:cubicBezTo>
                  <a:cubicBezTo>
                    <a:pt x="399" y="345"/>
                    <a:pt x="399" y="345"/>
                    <a:pt x="399" y="345"/>
                  </a:cubicBezTo>
                  <a:cubicBezTo>
                    <a:pt x="393" y="349"/>
                    <a:pt x="393" y="349"/>
                    <a:pt x="393" y="349"/>
                  </a:cubicBezTo>
                  <a:close/>
                  <a:moveTo>
                    <a:pt x="374" y="333"/>
                  </a:moveTo>
                  <a:cubicBezTo>
                    <a:pt x="380" y="331"/>
                    <a:pt x="380" y="331"/>
                    <a:pt x="380" y="331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7" y="342"/>
                    <a:pt x="387" y="342"/>
                    <a:pt x="387" y="342"/>
                  </a:cubicBezTo>
                  <a:cubicBezTo>
                    <a:pt x="379" y="339"/>
                    <a:pt x="379" y="339"/>
                    <a:pt x="379" y="339"/>
                  </a:cubicBezTo>
                  <a:cubicBezTo>
                    <a:pt x="374" y="333"/>
                    <a:pt x="374" y="333"/>
                    <a:pt x="374" y="333"/>
                  </a:cubicBezTo>
                  <a:close/>
                  <a:moveTo>
                    <a:pt x="344" y="309"/>
                  </a:moveTo>
                  <a:cubicBezTo>
                    <a:pt x="350" y="308"/>
                    <a:pt x="350" y="308"/>
                    <a:pt x="350" y="308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67" y="325"/>
                    <a:pt x="367" y="325"/>
                    <a:pt x="367" y="325"/>
                  </a:cubicBezTo>
                  <a:cubicBezTo>
                    <a:pt x="366" y="332"/>
                    <a:pt x="366" y="332"/>
                    <a:pt x="366" y="332"/>
                  </a:cubicBezTo>
                  <a:cubicBezTo>
                    <a:pt x="361" y="332"/>
                    <a:pt x="361" y="332"/>
                    <a:pt x="361" y="332"/>
                  </a:cubicBezTo>
                  <a:cubicBezTo>
                    <a:pt x="346" y="319"/>
                    <a:pt x="346" y="319"/>
                    <a:pt x="346" y="319"/>
                  </a:cubicBezTo>
                  <a:cubicBezTo>
                    <a:pt x="340" y="314"/>
                    <a:pt x="340" y="314"/>
                    <a:pt x="340" y="314"/>
                  </a:cubicBezTo>
                  <a:cubicBezTo>
                    <a:pt x="344" y="309"/>
                    <a:pt x="344" y="309"/>
                    <a:pt x="344" y="309"/>
                  </a:cubicBezTo>
                  <a:close/>
                  <a:moveTo>
                    <a:pt x="217" y="234"/>
                  </a:moveTo>
                  <a:cubicBezTo>
                    <a:pt x="227" y="226"/>
                    <a:pt x="227" y="226"/>
                    <a:pt x="227" y="226"/>
                  </a:cubicBezTo>
                  <a:cubicBezTo>
                    <a:pt x="244" y="224"/>
                    <a:pt x="244" y="224"/>
                    <a:pt x="244" y="224"/>
                  </a:cubicBezTo>
                  <a:cubicBezTo>
                    <a:pt x="254" y="234"/>
                    <a:pt x="254" y="234"/>
                    <a:pt x="254" y="234"/>
                  </a:cubicBezTo>
                  <a:cubicBezTo>
                    <a:pt x="266" y="238"/>
                    <a:pt x="266" y="238"/>
                    <a:pt x="266" y="238"/>
                  </a:cubicBezTo>
                  <a:cubicBezTo>
                    <a:pt x="277" y="244"/>
                    <a:pt x="277" y="244"/>
                    <a:pt x="277" y="244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88" y="246"/>
                    <a:pt x="288" y="246"/>
                    <a:pt x="288" y="246"/>
                  </a:cubicBezTo>
                  <a:cubicBezTo>
                    <a:pt x="289" y="244"/>
                    <a:pt x="289" y="244"/>
                    <a:pt x="289" y="244"/>
                  </a:cubicBezTo>
                  <a:cubicBezTo>
                    <a:pt x="305" y="259"/>
                    <a:pt x="305" y="259"/>
                    <a:pt x="305" y="259"/>
                  </a:cubicBezTo>
                  <a:cubicBezTo>
                    <a:pt x="311" y="269"/>
                    <a:pt x="311" y="269"/>
                    <a:pt x="311" y="269"/>
                  </a:cubicBezTo>
                  <a:cubicBezTo>
                    <a:pt x="311" y="274"/>
                    <a:pt x="311" y="274"/>
                    <a:pt x="311" y="274"/>
                  </a:cubicBezTo>
                  <a:cubicBezTo>
                    <a:pt x="313" y="280"/>
                    <a:pt x="313" y="280"/>
                    <a:pt x="313" y="280"/>
                  </a:cubicBezTo>
                  <a:cubicBezTo>
                    <a:pt x="312" y="289"/>
                    <a:pt x="312" y="289"/>
                    <a:pt x="312" y="289"/>
                  </a:cubicBezTo>
                  <a:cubicBezTo>
                    <a:pt x="321" y="297"/>
                    <a:pt x="321" y="297"/>
                    <a:pt x="321" y="297"/>
                  </a:cubicBezTo>
                  <a:cubicBezTo>
                    <a:pt x="325" y="294"/>
                    <a:pt x="325" y="294"/>
                    <a:pt x="325" y="294"/>
                  </a:cubicBezTo>
                  <a:cubicBezTo>
                    <a:pt x="337" y="296"/>
                    <a:pt x="337" y="296"/>
                    <a:pt x="337" y="296"/>
                  </a:cubicBezTo>
                  <a:cubicBezTo>
                    <a:pt x="332" y="308"/>
                    <a:pt x="332" y="308"/>
                    <a:pt x="332" y="308"/>
                  </a:cubicBezTo>
                  <a:cubicBezTo>
                    <a:pt x="326" y="305"/>
                    <a:pt x="326" y="305"/>
                    <a:pt x="326" y="305"/>
                  </a:cubicBezTo>
                  <a:cubicBezTo>
                    <a:pt x="320" y="308"/>
                    <a:pt x="320" y="308"/>
                    <a:pt x="320" y="308"/>
                  </a:cubicBezTo>
                  <a:cubicBezTo>
                    <a:pt x="310" y="302"/>
                    <a:pt x="310" y="302"/>
                    <a:pt x="310" y="302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7" y="289"/>
                    <a:pt x="307" y="289"/>
                    <a:pt x="307" y="289"/>
                  </a:cubicBezTo>
                  <a:cubicBezTo>
                    <a:pt x="302" y="284"/>
                    <a:pt x="302" y="284"/>
                    <a:pt x="302" y="284"/>
                  </a:cubicBezTo>
                  <a:cubicBezTo>
                    <a:pt x="294" y="272"/>
                    <a:pt x="294" y="272"/>
                    <a:pt x="294" y="272"/>
                  </a:cubicBezTo>
                  <a:cubicBezTo>
                    <a:pt x="290" y="267"/>
                    <a:pt x="290" y="267"/>
                    <a:pt x="290" y="267"/>
                  </a:cubicBezTo>
                  <a:cubicBezTo>
                    <a:pt x="281" y="268"/>
                    <a:pt x="281" y="268"/>
                    <a:pt x="281" y="268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4" y="254"/>
                    <a:pt x="264" y="254"/>
                    <a:pt x="264" y="254"/>
                  </a:cubicBezTo>
                  <a:cubicBezTo>
                    <a:pt x="255" y="252"/>
                    <a:pt x="255" y="252"/>
                    <a:pt x="255" y="252"/>
                  </a:cubicBezTo>
                  <a:cubicBezTo>
                    <a:pt x="250" y="246"/>
                    <a:pt x="250" y="246"/>
                    <a:pt x="250" y="246"/>
                  </a:cubicBezTo>
                  <a:cubicBezTo>
                    <a:pt x="244" y="243"/>
                    <a:pt x="244" y="243"/>
                    <a:pt x="244" y="243"/>
                  </a:cubicBezTo>
                  <a:cubicBezTo>
                    <a:pt x="241" y="239"/>
                    <a:pt x="241" y="239"/>
                    <a:pt x="241" y="239"/>
                  </a:cubicBezTo>
                  <a:cubicBezTo>
                    <a:pt x="235" y="234"/>
                    <a:pt x="235" y="234"/>
                    <a:pt x="235" y="234"/>
                  </a:cubicBezTo>
                  <a:cubicBezTo>
                    <a:pt x="223" y="235"/>
                    <a:pt x="223" y="235"/>
                    <a:pt x="223" y="235"/>
                  </a:cubicBezTo>
                  <a:cubicBezTo>
                    <a:pt x="217" y="234"/>
                    <a:pt x="217" y="234"/>
                    <a:pt x="217" y="234"/>
                  </a:cubicBezTo>
                  <a:close/>
                  <a:moveTo>
                    <a:pt x="236" y="417"/>
                  </a:moveTo>
                  <a:cubicBezTo>
                    <a:pt x="239" y="414"/>
                    <a:pt x="239" y="414"/>
                    <a:pt x="239" y="414"/>
                  </a:cubicBezTo>
                  <a:cubicBezTo>
                    <a:pt x="241" y="422"/>
                    <a:pt x="241" y="422"/>
                    <a:pt x="241" y="422"/>
                  </a:cubicBezTo>
                  <a:cubicBezTo>
                    <a:pt x="248" y="431"/>
                    <a:pt x="248" y="431"/>
                    <a:pt x="248" y="431"/>
                  </a:cubicBezTo>
                  <a:cubicBezTo>
                    <a:pt x="243" y="440"/>
                    <a:pt x="243" y="440"/>
                    <a:pt x="243" y="440"/>
                  </a:cubicBezTo>
                  <a:cubicBezTo>
                    <a:pt x="236" y="437"/>
                    <a:pt x="236" y="437"/>
                    <a:pt x="236" y="437"/>
                  </a:cubicBezTo>
                  <a:cubicBezTo>
                    <a:pt x="237" y="430"/>
                    <a:pt x="237" y="430"/>
                    <a:pt x="237" y="430"/>
                  </a:cubicBezTo>
                  <a:cubicBezTo>
                    <a:pt x="233" y="424"/>
                    <a:pt x="233" y="424"/>
                    <a:pt x="233" y="424"/>
                  </a:cubicBezTo>
                  <a:cubicBezTo>
                    <a:pt x="236" y="417"/>
                    <a:pt x="236" y="417"/>
                    <a:pt x="236" y="417"/>
                  </a:cubicBezTo>
                  <a:close/>
                  <a:moveTo>
                    <a:pt x="236" y="405"/>
                  </a:moveTo>
                  <a:cubicBezTo>
                    <a:pt x="239" y="410"/>
                    <a:pt x="239" y="410"/>
                    <a:pt x="239" y="410"/>
                  </a:cubicBezTo>
                  <a:cubicBezTo>
                    <a:pt x="234" y="410"/>
                    <a:pt x="234" y="410"/>
                    <a:pt x="234" y="410"/>
                  </a:cubicBezTo>
                  <a:lnTo>
                    <a:pt x="236" y="405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44"/>
            <p:cNvSpPr>
              <a:spLocks noEditPoints="1"/>
            </p:cNvSpPr>
            <p:nvPr/>
          </p:nvSpPr>
          <p:spPr bwMode="auto">
            <a:xfrm>
              <a:off x="3741" y="2683"/>
              <a:ext cx="1239" cy="453"/>
            </a:xfrm>
            <a:custGeom>
              <a:avLst/>
              <a:gdLst>
                <a:gd name="T0" fmla="*/ 57 w 1239"/>
                <a:gd name="T1" fmla="*/ 45 h 453"/>
                <a:gd name="T2" fmla="*/ 94 w 1239"/>
                <a:gd name="T3" fmla="*/ 3 h 453"/>
                <a:gd name="T4" fmla="*/ 174 w 1239"/>
                <a:gd name="T5" fmla="*/ 52 h 453"/>
                <a:gd name="T6" fmla="*/ 165 w 1239"/>
                <a:gd name="T7" fmla="*/ 86 h 453"/>
                <a:gd name="T8" fmla="*/ 66 w 1239"/>
                <a:gd name="T9" fmla="*/ 128 h 453"/>
                <a:gd name="T10" fmla="*/ 51 w 1239"/>
                <a:gd name="T11" fmla="*/ 116 h 453"/>
                <a:gd name="T12" fmla="*/ 19 w 1239"/>
                <a:gd name="T13" fmla="*/ 100 h 453"/>
                <a:gd name="T14" fmla="*/ 945 w 1239"/>
                <a:gd name="T15" fmla="*/ 73 h 453"/>
                <a:gd name="T16" fmla="*/ 867 w 1239"/>
                <a:gd name="T17" fmla="*/ 68 h 453"/>
                <a:gd name="T18" fmla="*/ 755 w 1239"/>
                <a:gd name="T19" fmla="*/ 75 h 453"/>
                <a:gd name="T20" fmla="*/ 669 w 1239"/>
                <a:gd name="T21" fmla="*/ 53 h 453"/>
                <a:gd name="T22" fmla="*/ 614 w 1239"/>
                <a:gd name="T23" fmla="*/ 30 h 453"/>
                <a:gd name="T24" fmla="*/ 540 w 1239"/>
                <a:gd name="T25" fmla="*/ 7 h 453"/>
                <a:gd name="T26" fmla="*/ 422 w 1239"/>
                <a:gd name="T27" fmla="*/ 23 h 453"/>
                <a:gd name="T28" fmla="*/ 355 w 1239"/>
                <a:gd name="T29" fmla="*/ 67 h 453"/>
                <a:gd name="T30" fmla="*/ 273 w 1239"/>
                <a:gd name="T31" fmla="*/ 72 h 453"/>
                <a:gd name="T32" fmla="*/ 220 w 1239"/>
                <a:gd name="T33" fmla="*/ 102 h 453"/>
                <a:gd name="T34" fmla="*/ 192 w 1239"/>
                <a:gd name="T35" fmla="*/ 128 h 453"/>
                <a:gd name="T36" fmla="*/ 160 w 1239"/>
                <a:gd name="T37" fmla="*/ 134 h 453"/>
                <a:gd name="T38" fmla="*/ 90 w 1239"/>
                <a:gd name="T39" fmla="*/ 131 h 453"/>
                <a:gd name="T40" fmla="*/ 38 w 1239"/>
                <a:gd name="T41" fmla="*/ 194 h 453"/>
                <a:gd name="T42" fmla="*/ 91 w 1239"/>
                <a:gd name="T43" fmla="*/ 201 h 453"/>
                <a:gd name="T44" fmla="*/ 86 w 1239"/>
                <a:gd name="T45" fmla="*/ 249 h 453"/>
                <a:gd name="T46" fmla="*/ 90 w 1239"/>
                <a:gd name="T47" fmla="*/ 269 h 453"/>
                <a:gd name="T48" fmla="*/ 53 w 1239"/>
                <a:gd name="T49" fmla="*/ 277 h 453"/>
                <a:gd name="T50" fmla="*/ 81 w 1239"/>
                <a:gd name="T51" fmla="*/ 315 h 453"/>
                <a:gd name="T52" fmla="*/ 108 w 1239"/>
                <a:gd name="T53" fmla="*/ 360 h 453"/>
                <a:gd name="T54" fmla="*/ 123 w 1239"/>
                <a:gd name="T55" fmla="*/ 392 h 453"/>
                <a:gd name="T56" fmla="*/ 127 w 1239"/>
                <a:gd name="T57" fmla="*/ 403 h 453"/>
                <a:gd name="T58" fmla="*/ 162 w 1239"/>
                <a:gd name="T59" fmla="*/ 414 h 453"/>
                <a:gd name="T60" fmla="*/ 208 w 1239"/>
                <a:gd name="T61" fmla="*/ 406 h 453"/>
                <a:gd name="T62" fmla="*/ 236 w 1239"/>
                <a:gd name="T63" fmla="*/ 423 h 453"/>
                <a:gd name="T64" fmla="*/ 296 w 1239"/>
                <a:gd name="T65" fmla="*/ 438 h 453"/>
                <a:gd name="T66" fmla="*/ 338 w 1239"/>
                <a:gd name="T67" fmla="*/ 411 h 453"/>
                <a:gd name="T68" fmla="*/ 453 w 1239"/>
                <a:gd name="T69" fmla="*/ 439 h 453"/>
                <a:gd name="T70" fmla="*/ 567 w 1239"/>
                <a:gd name="T71" fmla="*/ 433 h 453"/>
                <a:gd name="T72" fmla="*/ 671 w 1239"/>
                <a:gd name="T73" fmla="*/ 403 h 453"/>
                <a:gd name="T74" fmla="*/ 677 w 1239"/>
                <a:gd name="T75" fmla="*/ 424 h 453"/>
                <a:gd name="T76" fmla="*/ 727 w 1239"/>
                <a:gd name="T77" fmla="*/ 448 h 453"/>
                <a:gd name="T78" fmla="*/ 769 w 1239"/>
                <a:gd name="T79" fmla="*/ 403 h 453"/>
                <a:gd name="T80" fmla="*/ 873 w 1239"/>
                <a:gd name="T81" fmla="*/ 391 h 453"/>
                <a:gd name="T82" fmla="*/ 978 w 1239"/>
                <a:gd name="T83" fmla="*/ 370 h 453"/>
                <a:gd name="T84" fmla="*/ 1092 w 1239"/>
                <a:gd name="T85" fmla="*/ 365 h 453"/>
                <a:gd name="T86" fmla="*/ 1202 w 1239"/>
                <a:gd name="T87" fmla="*/ 347 h 453"/>
                <a:gd name="T88" fmla="*/ 1233 w 1239"/>
                <a:gd name="T89" fmla="*/ 340 h 453"/>
                <a:gd name="T90" fmla="*/ 1206 w 1239"/>
                <a:gd name="T91" fmla="*/ 259 h 453"/>
                <a:gd name="T92" fmla="*/ 1178 w 1239"/>
                <a:gd name="T93" fmla="*/ 189 h 453"/>
                <a:gd name="T94" fmla="*/ 1178 w 1239"/>
                <a:gd name="T95" fmla="*/ 145 h 453"/>
                <a:gd name="T96" fmla="*/ 1123 w 1239"/>
                <a:gd name="T97" fmla="*/ 75 h 453"/>
                <a:gd name="T98" fmla="*/ 1049 w 1239"/>
                <a:gd name="T99" fmla="*/ 37 h 453"/>
                <a:gd name="T100" fmla="*/ 999 w 1239"/>
                <a:gd name="T101" fmla="*/ 26 h 453"/>
                <a:gd name="T102" fmla="*/ 153 w 1239"/>
                <a:gd name="T103" fmla="*/ 422 h 453"/>
                <a:gd name="T104" fmla="*/ 26 w 1239"/>
                <a:gd name="T105" fmla="*/ 142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39" h="453">
                  <a:moveTo>
                    <a:pt x="19" y="100"/>
                  </a:moveTo>
                  <a:lnTo>
                    <a:pt x="33" y="97"/>
                  </a:lnTo>
                  <a:lnTo>
                    <a:pt x="41" y="82"/>
                  </a:lnTo>
                  <a:lnTo>
                    <a:pt x="38" y="69"/>
                  </a:lnTo>
                  <a:lnTo>
                    <a:pt x="56" y="59"/>
                  </a:lnTo>
                  <a:lnTo>
                    <a:pt x="57" y="45"/>
                  </a:lnTo>
                  <a:lnTo>
                    <a:pt x="43" y="40"/>
                  </a:lnTo>
                  <a:lnTo>
                    <a:pt x="46" y="23"/>
                  </a:lnTo>
                  <a:lnTo>
                    <a:pt x="57" y="12"/>
                  </a:lnTo>
                  <a:lnTo>
                    <a:pt x="67" y="11"/>
                  </a:lnTo>
                  <a:lnTo>
                    <a:pt x="75" y="3"/>
                  </a:lnTo>
                  <a:lnTo>
                    <a:pt x="94" y="3"/>
                  </a:lnTo>
                  <a:lnTo>
                    <a:pt x="112" y="16"/>
                  </a:lnTo>
                  <a:lnTo>
                    <a:pt x="122" y="9"/>
                  </a:lnTo>
                  <a:lnTo>
                    <a:pt x="137" y="13"/>
                  </a:lnTo>
                  <a:lnTo>
                    <a:pt x="139" y="35"/>
                  </a:lnTo>
                  <a:lnTo>
                    <a:pt x="159" y="50"/>
                  </a:lnTo>
                  <a:lnTo>
                    <a:pt x="174" y="52"/>
                  </a:lnTo>
                  <a:lnTo>
                    <a:pt x="189" y="66"/>
                  </a:lnTo>
                  <a:lnTo>
                    <a:pt x="203" y="73"/>
                  </a:lnTo>
                  <a:lnTo>
                    <a:pt x="203" y="81"/>
                  </a:lnTo>
                  <a:lnTo>
                    <a:pt x="191" y="92"/>
                  </a:lnTo>
                  <a:lnTo>
                    <a:pt x="174" y="91"/>
                  </a:lnTo>
                  <a:lnTo>
                    <a:pt x="165" y="86"/>
                  </a:lnTo>
                  <a:lnTo>
                    <a:pt x="150" y="86"/>
                  </a:lnTo>
                  <a:lnTo>
                    <a:pt x="144" y="91"/>
                  </a:lnTo>
                  <a:lnTo>
                    <a:pt x="121" y="91"/>
                  </a:lnTo>
                  <a:lnTo>
                    <a:pt x="107" y="96"/>
                  </a:lnTo>
                  <a:lnTo>
                    <a:pt x="100" y="113"/>
                  </a:lnTo>
                  <a:lnTo>
                    <a:pt x="66" y="128"/>
                  </a:lnTo>
                  <a:lnTo>
                    <a:pt x="38" y="150"/>
                  </a:lnTo>
                  <a:lnTo>
                    <a:pt x="37" y="142"/>
                  </a:lnTo>
                  <a:lnTo>
                    <a:pt x="43" y="123"/>
                  </a:lnTo>
                  <a:lnTo>
                    <a:pt x="51" y="123"/>
                  </a:lnTo>
                  <a:lnTo>
                    <a:pt x="64" y="116"/>
                  </a:lnTo>
                  <a:lnTo>
                    <a:pt x="51" y="116"/>
                  </a:lnTo>
                  <a:lnTo>
                    <a:pt x="43" y="115"/>
                  </a:lnTo>
                  <a:lnTo>
                    <a:pt x="36" y="116"/>
                  </a:lnTo>
                  <a:lnTo>
                    <a:pt x="26" y="111"/>
                  </a:lnTo>
                  <a:lnTo>
                    <a:pt x="20" y="100"/>
                  </a:lnTo>
                  <a:lnTo>
                    <a:pt x="19" y="100"/>
                  </a:lnTo>
                  <a:lnTo>
                    <a:pt x="19" y="100"/>
                  </a:lnTo>
                  <a:close/>
                  <a:moveTo>
                    <a:pt x="999" y="26"/>
                  </a:moveTo>
                  <a:lnTo>
                    <a:pt x="996" y="30"/>
                  </a:lnTo>
                  <a:lnTo>
                    <a:pt x="987" y="45"/>
                  </a:lnTo>
                  <a:lnTo>
                    <a:pt x="971" y="54"/>
                  </a:lnTo>
                  <a:lnTo>
                    <a:pt x="948" y="64"/>
                  </a:lnTo>
                  <a:lnTo>
                    <a:pt x="945" y="73"/>
                  </a:lnTo>
                  <a:lnTo>
                    <a:pt x="924" y="75"/>
                  </a:lnTo>
                  <a:lnTo>
                    <a:pt x="916" y="81"/>
                  </a:lnTo>
                  <a:lnTo>
                    <a:pt x="888" y="75"/>
                  </a:lnTo>
                  <a:lnTo>
                    <a:pt x="880" y="71"/>
                  </a:lnTo>
                  <a:lnTo>
                    <a:pt x="871" y="71"/>
                  </a:lnTo>
                  <a:lnTo>
                    <a:pt x="867" y="68"/>
                  </a:lnTo>
                  <a:lnTo>
                    <a:pt x="854" y="72"/>
                  </a:lnTo>
                  <a:lnTo>
                    <a:pt x="829" y="73"/>
                  </a:lnTo>
                  <a:lnTo>
                    <a:pt x="801" y="84"/>
                  </a:lnTo>
                  <a:lnTo>
                    <a:pt x="778" y="80"/>
                  </a:lnTo>
                  <a:lnTo>
                    <a:pt x="763" y="70"/>
                  </a:lnTo>
                  <a:lnTo>
                    <a:pt x="755" y="75"/>
                  </a:lnTo>
                  <a:lnTo>
                    <a:pt x="729" y="64"/>
                  </a:lnTo>
                  <a:lnTo>
                    <a:pt x="716" y="62"/>
                  </a:lnTo>
                  <a:lnTo>
                    <a:pt x="692" y="48"/>
                  </a:lnTo>
                  <a:lnTo>
                    <a:pt x="685" y="48"/>
                  </a:lnTo>
                  <a:lnTo>
                    <a:pt x="680" y="55"/>
                  </a:lnTo>
                  <a:lnTo>
                    <a:pt x="669" y="53"/>
                  </a:lnTo>
                  <a:lnTo>
                    <a:pt x="657" y="39"/>
                  </a:lnTo>
                  <a:lnTo>
                    <a:pt x="654" y="24"/>
                  </a:lnTo>
                  <a:lnTo>
                    <a:pt x="643" y="16"/>
                  </a:lnTo>
                  <a:lnTo>
                    <a:pt x="635" y="17"/>
                  </a:lnTo>
                  <a:lnTo>
                    <a:pt x="619" y="32"/>
                  </a:lnTo>
                  <a:lnTo>
                    <a:pt x="614" y="30"/>
                  </a:lnTo>
                  <a:lnTo>
                    <a:pt x="608" y="34"/>
                  </a:lnTo>
                  <a:lnTo>
                    <a:pt x="584" y="13"/>
                  </a:lnTo>
                  <a:lnTo>
                    <a:pt x="582" y="1"/>
                  </a:lnTo>
                  <a:lnTo>
                    <a:pt x="577" y="0"/>
                  </a:lnTo>
                  <a:lnTo>
                    <a:pt x="561" y="7"/>
                  </a:lnTo>
                  <a:lnTo>
                    <a:pt x="540" y="7"/>
                  </a:lnTo>
                  <a:lnTo>
                    <a:pt x="530" y="4"/>
                  </a:lnTo>
                  <a:lnTo>
                    <a:pt x="517" y="7"/>
                  </a:lnTo>
                  <a:lnTo>
                    <a:pt x="485" y="6"/>
                  </a:lnTo>
                  <a:lnTo>
                    <a:pt x="468" y="9"/>
                  </a:lnTo>
                  <a:lnTo>
                    <a:pt x="437" y="22"/>
                  </a:lnTo>
                  <a:lnTo>
                    <a:pt x="422" y="23"/>
                  </a:lnTo>
                  <a:lnTo>
                    <a:pt x="398" y="27"/>
                  </a:lnTo>
                  <a:lnTo>
                    <a:pt x="391" y="36"/>
                  </a:lnTo>
                  <a:lnTo>
                    <a:pt x="379" y="39"/>
                  </a:lnTo>
                  <a:lnTo>
                    <a:pt x="368" y="49"/>
                  </a:lnTo>
                  <a:lnTo>
                    <a:pt x="362" y="52"/>
                  </a:lnTo>
                  <a:lnTo>
                    <a:pt x="355" y="67"/>
                  </a:lnTo>
                  <a:lnTo>
                    <a:pt x="350" y="71"/>
                  </a:lnTo>
                  <a:lnTo>
                    <a:pt x="351" y="77"/>
                  </a:lnTo>
                  <a:lnTo>
                    <a:pt x="327" y="79"/>
                  </a:lnTo>
                  <a:lnTo>
                    <a:pt x="291" y="66"/>
                  </a:lnTo>
                  <a:lnTo>
                    <a:pt x="281" y="66"/>
                  </a:lnTo>
                  <a:lnTo>
                    <a:pt x="273" y="72"/>
                  </a:lnTo>
                  <a:lnTo>
                    <a:pt x="258" y="69"/>
                  </a:lnTo>
                  <a:lnTo>
                    <a:pt x="237" y="74"/>
                  </a:lnTo>
                  <a:lnTo>
                    <a:pt x="227" y="71"/>
                  </a:lnTo>
                  <a:lnTo>
                    <a:pt x="211" y="75"/>
                  </a:lnTo>
                  <a:lnTo>
                    <a:pt x="208" y="83"/>
                  </a:lnTo>
                  <a:lnTo>
                    <a:pt x="220" y="102"/>
                  </a:lnTo>
                  <a:lnTo>
                    <a:pt x="238" y="102"/>
                  </a:lnTo>
                  <a:lnTo>
                    <a:pt x="254" y="105"/>
                  </a:lnTo>
                  <a:lnTo>
                    <a:pt x="252" y="111"/>
                  </a:lnTo>
                  <a:lnTo>
                    <a:pt x="224" y="112"/>
                  </a:lnTo>
                  <a:lnTo>
                    <a:pt x="201" y="117"/>
                  </a:lnTo>
                  <a:lnTo>
                    <a:pt x="192" y="128"/>
                  </a:lnTo>
                  <a:lnTo>
                    <a:pt x="197" y="134"/>
                  </a:lnTo>
                  <a:lnTo>
                    <a:pt x="210" y="130"/>
                  </a:lnTo>
                  <a:lnTo>
                    <a:pt x="215" y="137"/>
                  </a:lnTo>
                  <a:lnTo>
                    <a:pt x="204" y="140"/>
                  </a:lnTo>
                  <a:lnTo>
                    <a:pt x="173" y="141"/>
                  </a:lnTo>
                  <a:lnTo>
                    <a:pt x="160" y="134"/>
                  </a:lnTo>
                  <a:lnTo>
                    <a:pt x="145" y="141"/>
                  </a:lnTo>
                  <a:lnTo>
                    <a:pt x="137" y="130"/>
                  </a:lnTo>
                  <a:lnTo>
                    <a:pt x="128" y="131"/>
                  </a:lnTo>
                  <a:lnTo>
                    <a:pt x="117" y="143"/>
                  </a:lnTo>
                  <a:lnTo>
                    <a:pt x="105" y="143"/>
                  </a:lnTo>
                  <a:lnTo>
                    <a:pt x="90" y="131"/>
                  </a:lnTo>
                  <a:lnTo>
                    <a:pt x="74" y="131"/>
                  </a:lnTo>
                  <a:lnTo>
                    <a:pt x="43" y="152"/>
                  </a:lnTo>
                  <a:lnTo>
                    <a:pt x="39" y="164"/>
                  </a:lnTo>
                  <a:lnTo>
                    <a:pt x="34" y="174"/>
                  </a:lnTo>
                  <a:lnTo>
                    <a:pt x="39" y="182"/>
                  </a:lnTo>
                  <a:lnTo>
                    <a:pt x="38" y="194"/>
                  </a:lnTo>
                  <a:lnTo>
                    <a:pt x="34" y="199"/>
                  </a:lnTo>
                  <a:lnTo>
                    <a:pt x="38" y="207"/>
                  </a:lnTo>
                  <a:lnTo>
                    <a:pt x="56" y="201"/>
                  </a:lnTo>
                  <a:lnTo>
                    <a:pt x="61" y="203"/>
                  </a:lnTo>
                  <a:lnTo>
                    <a:pt x="75" y="200"/>
                  </a:lnTo>
                  <a:lnTo>
                    <a:pt x="91" y="201"/>
                  </a:lnTo>
                  <a:lnTo>
                    <a:pt x="75" y="214"/>
                  </a:lnTo>
                  <a:lnTo>
                    <a:pt x="77" y="223"/>
                  </a:lnTo>
                  <a:lnTo>
                    <a:pt x="84" y="233"/>
                  </a:lnTo>
                  <a:lnTo>
                    <a:pt x="83" y="241"/>
                  </a:lnTo>
                  <a:lnTo>
                    <a:pt x="82" y="246"/>
                  </a:lnTo>
                  <a:lnTo>
                    <a:pt x="86" y="249"/>
                  </a:lnTo>
                  <a:lnTo>
                    <a:pt x="98" y="242"/>
                  </a:lnTo>
                  <a:lnTo>
                    <a:pt x="99" y="248"/>
                  </a:lnTo>
                  <a:lnTo>
                    <a:pt x="92" y="255"/>
                  </a:lnTo>
                  <a:lnTo>
                    <a:pt x="75" y="264"/>
                  </a:lnTo>
                  <a:lnTo>
                    <a:pt x="81" y="268"/>
                  </a:lnTo>
                  <a:lnTo>
                    <a:pt x="90" y="269"/>
                  </a:lnTo>
                  <a:lnTo>
                    <a:pt x="81" y="275"/>
                  </a:lnTo>
                  <a:lnTo>
                    <a:pt x="75" y="285"/>
                  </a:lnTo>
                  <a:lnTo>
                    <a:pt x="68" y="285"/>
                  </a:lnTo>
                  <a:lnTo>
                    <a:pt x="60" y="269"/>
                  </a:lnTo>
                  <a:lnTo>
                    <a:pt x="55" y="267"/>
                  </a:lnTo>
                  <a:lnTo>
                    <a:pt x="53" y="277"/>
                  </a:lnTo>
                  <a:lnTo>
                    <a:pt x="57" y="288"/>
                  </a:lnTo>
                  <a:lnTo>
                    <a:pt x="51" y="295"/>
                  </a:lnTo>
                  <a:lnTo>
                    <a:pt x="54" y="303"/>
                  </a:lnTo>
                  <a:lnTo>
                    <a:pt x="65" y="310"/>
                  </a:lnTo>
                  <a:lnTo>
                    <a:pt x="67" y="305"/>
                  </a:lnTo>
                  <a:lnTo>
                    <a:pt x="81" y="315"/>
                  </a:lnTo>
                  <a:lnTo>
                    <a:pt x="91" y="313"/>
                  </a:lnTo>
                  <a:lnTo>
                    <a:pt x="105" y="321"/>
                  </a:lnTo>
                  <a:lnTo>
                    <a:pt x="109" y="335"/>
                  </a:lnTo>
                  <a:lnTo>
                    <a:pt x="99" y="345"/>
                  </a:lnTo>
                  <a:lnTo>
                    <a:pt x="107" y="352"/>
                  </a:lnTo>
                  <a:lnTo>
                    <a:pt x="108" y="360"/>
                  </a:lnTo>
                  <a:lnTo>
                    <a:pt x="117" y="360"/>
                  </a:lnTo>
                  <a:lnTo>
                    <a:pt x="134" y="375"/>
                  </a:lnTo>
                  <a:lnTo>
                    <a:pt x="127" y="385"/>
                  </a:lnTo>
                  <a:lnTo>
                    <a:pt x="117" y="382"/>
                  </a:lnTo>
                  <a:lnTo>
                    <a:pt x="114" y="388"/>
                  </a:lnTo>
                  <a:lnTo>
                    <a:pt x="123" y="392"/>
                  </a:lnTo>
                  <a:lnTo>
                    <a:pt x="143" y="387"/>
                  </a:lnTo>
                  <a:lnTo>
                    <a:pt x="171" y="387"/>
                  </a:lnTo>
                  <a:lnTo>
                    <a:pt x="169" y="392"/>
                  </a:lnTo>
                  <a:lnTo>
                    <a:pt x="162" y="398"/>
                  </a:lnTo>
                  <a:lnTo>
                    <a:pt x="149" y="404"/>
                  </a:lnTo>
                  <a:lnTo>
                    <a:pt x="127" y="403"/>
                  </a:lnTo>
                  <a:lnTo>
                    <a:pt x="122" y="410"/>
                  </a:lnTo>
                  <a:lnTo>
                    <a:pt x="130" y="412"/>
                  </a:lnTo>
                  <a:lnTo>
                    <a:pt x="141" y="409"/>
                  </a:lnTo>
                  <a:lnTo>
                    <a:pt x="156" y="409"/>
                  </a:lnTo>
                  <a:lnTo>
                    <a:pt x="162" y="406"/>
                  </a:lnTo>
                  <a:lnTo>
                    <a:pt x="162" y="414"/>
                  </a:lnTo>
                  <a:lnTo>
                    <a:pt x="166" y="418"/>
                  </a:lnTo>
                  <a:lnTo>
                    <a:pt x="174" y="409"/>
                  </a:lnTo>
                  <a:lnTo>
                    <a:pt x="183" y="399"/>
                  </a:lnTo>
                  <a:lnTo>
                    <a:pt x="193" y="398"/>
                  </a:lnTo>
                  <a:lnTo>
                    <a:pt x="200" y="406"/>
                  </a:lnTo>
                  <a:lnTo>
                    <a:pt x="208" y="406"/>
                  </a:lnTo>
                  <a:lnTo>
                    <a:pt x="221" y="413"/>
                  </a:lnTo>
                  <a:lnTo>
                    <a:pt x="226" y="405"/>
                  </a:lnTo>
                  <a:lnTo>
                    <a:pt x="237" y="406"/>
                  </a:lnTo>
                  <a:lnTo>
                    <a:pt x="235" y="413"/>
                  </a:lnTo>
                  <a:lnTo>
                    <a:pt x="230" y="415"/>
                  </a:lnTo>
                  <a:lnTo>
                    <a:pt x="236" y="423"/>
                  </a:lnTo>
                  <a:lnTo>
                    <a:pt x="238" y="432"/>
                  </a:lnTo>
                  <a:lnTo>
                    <a:pt x="252" y="443"/>
                  </a:lnTo>
                  <a:lnTo>
                    <a:pt x="257" y="440"/>
                  </a:lnTo>
                  <a:lnTo>
                    <a:pt x="273" y="446"/>
                  </a:lnTo>
                  <a:lnTo>
                    <a:pt x="289" y="443"/>
                  </a:lnTo>
                  <a:lnTo>
                    <a:pt x="296" y="438"/>
                  </a:lnTo>
                  <a:lnTo>
                    <a:pt x="309" y="438"/>
                  </a:lnTo>
                  <a:lnTo>
                    <a:pt x="317" y="432"/>
                  </a:lnTo>
                  <a:lnTo>
                    <a:pt x="329" y="437"/>
                  </a:lnTo>
                  <a:lnTo>
                    <a:pt x="337" y="433"/>
                  </a:lnTo>
                  <a:lnTo>
                    <a:pt x="335" y="419"/>
                  </a:lnTo>
                  <a:lnTo>
                    <a:pt x="338" y="411"/>
                  </a:lnTo>
                  <a:lnTo>
                    <a:pt x="335" y="398"/>
                  </a:lnTo>
                  <a:lnTo>
                    <a:pt x="363" y="395"/>
                  </a:lnTo>
                  <a:lnTo>
                    <a:pt x="388" y="397"/>
                  </a:lnTo>
                  <a:lnTo>
                    <a:pt x="420" y="413"/>
                  </a:lnTo>
                  <a:lnTo>
                    <a:pt x="431" y="413"/>
                  </a:lnTo>
                  <a:lnTo>
                    <a:pt x="453" y="439"/>
                  </a:lnTo>
                  <a:lnTo>
                    <a:pt x="471" y="450"/>
                  </a:lnTo>
                  <a:lnTo>
                    <a:pt x="532" y="443"/>
                  </a:lnTo>
                  <a:lnTo>
                    <a:pt x="550" y="436"/>
                  </a:lnTo>
                  <a:lnTo>
                    <a:pt x="555" y="436"/>
                  </a:lnTo>
                  <a:lnTo>
                    <a:pt x="558" y="438"/>
                  </a:lnTo>
                  <a:lnTo>
                    <a:pt x="567" y="433"/>
                  </a:lnTo>
                  <a:lnTo>
                    <a:pt x="570" y="422"/>
                  </a:lnTo>
                  <a:lnTo>
                    <a:pt x="600" y="392"/>
                  </a:lnTo>
                  <a:lnTo>
                    <a:pt x="607" y="391"/>
                  </a:lnTo>
                  <a:lnTo>
                    <a:pt x="633" y="400"/>
                  </a:lnTo>
                  <a:lnTo>
                    <a:pt x="650" y="407"/>
                  </a:lnTo>
                  <a:lnTo>
                    <a:pt x="671" y="403"/>
                  </a:lnTo>
                  <a:lnTo>
                    <a:pt x="673" y="397"/>
                  </a:lnTo>
                  <a:lnTo>
                    <a:pt x="687" y="387"/>
                  </a:lnTo>
                  <a:lnTo>
                    <a:pt x="698" y="391"/>
                  </a:lnTo>
                  <a:lnTo>
                    <a:pt x="700" y="400"/>
                  </a:lnTo>
                  <a:lnTo>
                    <a:pt x="689" y="414"/>
                  </a:lnTo>
                  <a:lnTo>
                    <a:pt x="677" y="424"/>
                  </a:lnTo>
                  <a:lnTo>
                    <a:pt x="678" y="430"/>
                  </a:lnTo>
                  <a:lnTo>
                    <a:pt x="689" y="443"/>
                  </a:lnTo>
                  <a:lnTo>
                    <a:pt x="686" y="452"/>
                  </a:lnTo>
                  <a:lnTo>
                    <a:pt x="700" y="453"/>
                  </a:lnTo>
                  <a:lnTo>
                    <a:pt x="714" y="452"/>
                  </a:lnTo>
                  <a:lnTo>
                    <a:pt x="727" y="448"/>
                  </a:lnTo>
                  <a:lnTo>
                    <a:pt x="725" y="434"/>
                  </a:lnTo>
                  <a:lnTo>
                    <a:pt x="734" y="429"/>
                  </a:lnTo>
                  <a:lnTo>
                    <a:pt x="735" y="406"/>
                  </a:lnTo>
                  <a:lnTo>
                    <a:pt x="739" y="396"/>
                  </a:lnTo>
                  <a:lnTo>
                    <a:pt x="757" y="400"/>
                  </a:lnTo>
                  <a:lnTo>
                    <a:pt x="769" y="403"/>
                  </a:lnTo>
                  <a:lnTo>
                    <a:pt x="802" y="392"/>
                  </a:lnTo>
                  <a:lnTo>
                    <a:pt x="809" y="391"/>
                  </a:lnTo>
                  <a:lnTo>
                    <a:pt x="818" y="386"/>
                  </a:lnTo>
                  <a:lnTo>
                    <a:pt x="853" y="383"/>
                  </a:lnTo>
                  <a:lnTo>
                    <a:pt x="866" y="386"/>
                  </a:lnTo>
                  <a:lnTo>
                    <a:pt x="873" y="391"/>
                  </a:lnTo>
                  <a:lnTo>
                    <a:pt x="894" y="395"/>
                  </a:lnTo>
                  <a:lnTo>
                    <a:pt x="925" y="396"/>
                  </a:lnTo>
                  <a:lnTo>
                    <a:pt x="928" y="391"/>
                  </a:lnTo>
                  <a:lnTo>
                    <a:pt x="945" y="386"/>
                  </a:lnTo>
                  <a:lnTo>
                    <a:pt x="955" y="377"/>
                  </a:lnTo>
                  <a:lnTo>
                    <a:pt x="978" y="370"/>
                  </a:lnTo>
                  <a:lnTo>
                    <a:pt x="996" y="370"/>
                  </a:lnTo>
                  <a:lnTo>
                    <a:pt x="1009" y="368"/>
                  </a:lnTo>
                  <a:lnTo>
                    <a:pt x="1042" y="369"/>
                  </a:lnTo>
                  <a:lnTo>
                    <a:pt x="1069" y="361"/>
                  </a:lnTo>
                  <a:lnTo>
                    <a:pt x="1087" y="360"/>
                  </a:lnTo>
                  <a:lnTo>
                    <a:pt x="1092" y="365"/>
                  </a:lnTo>
                  <a:lnTo>
                    <a:pt x="1111" y="351"/>
                  </a:lnTo>
                  <a:lnTo>
                    <a:pt x="1127" y="351"/>
                  </a:lnTo>
                  <a:lnTo>
                    <a:pt x="1134" y="346"/>
                  </a:lnTo>
                  <a:lnTo>
                    <a:pt x="1161" y="346"/>
                  </a:lnTo>
                  <a:lnTo>
                    <a:pt x="1184" y="351"/>
                  </a:lnTo>
                  <a:lnTo>
                    <a:pt x="1202" y="347"/>
                  </a:lnTo>
                  <a:lnTo>
                    <a:pt x="1210" y="352"/>
                  </a:lnTo>
                  <a:lnTo>
                    <a:pt x="1210" y="364"/>
                  </a:lnTo>
                  <a:lnTo>
                    <a:pt x="1221" y="369"/>
                  </a:lnTo>
                  <a:lnTo>
                    <a:pt x="1236" y="365"/>
                  </a:lnTo>
                  <a:lnTo>
                    <a:pt x="1239" y="354"/>
                  </a:lnTo>
                  <a:lnTo>
                    <a:pt x="1233" y="340"/>
                  </a:lnTo>
                  <a:lnTo>
                    <a:pt x="1218" y="317"/>
                  </a:lnTo>
                  <a:lnTo>
                    <a:pt x="1201" y="311"/>
                  </a:lnTo>
                  <a:lnTo>
                    <a:pt x="1203" y="304"/>
                  </a:lnTo>
                  <a:lnTo>
                    <a:pt x="1202" y="286"/>
                  </a:lnTo>
                  <a:lnTo>
                    <a:pt x="1210" y="267"/>
                  </a:lnTo>
                  <a:lnTo>
                    <a:pt x="1206" y="259"/>
                  </a:lnTo>
                  <a:lnTo>
                    <a:pt x="1190" y="258"/>
                  </a:lnTo>
                  <a:lnTo>
                    <a:pt x="1190" y="242"/>
                  </a:lnTo>
                  <a:lnTo>
                    <a:pt x="1192" y="230"/>
                  </a:lnTo>
                  <a:lnTo>
                    <a:pt x="1186" y="207"/>
                  </a:lnTo>
                  <a:lnTo>
                    <a:pt x="1178" y="195"/>
                  </a:lnTo>
                  <a:lnTo>
                    <a:pt x="1178" y="189"/>
                  </a:lnTo>
                  <a:lnTo>
                    <a:pt x="1197" y="187"/>
                  </a:lnTo>
                  <a:lnTo>
                    <a:pt x="1204" y="172"/>
                  </a:lnTo>
                  <a:lnTo>
                    <a:pt x="1210" y="166"/>
                  </a:lnTo>
                  <a:lnTo>
                    <a:pt x="1203" y="155"/>
                  </a:lnTo>
                  <a:lnTo>
                    <a:pt x="1191" y="144"/>
                  </a:lnTo>
                  <a:lnTo>
                    <a:pt x="1178" y="145"/>
                  </a:lnTo>
                  <a:lnTo>
                    <a:pt x="1157" y="144"/>
                  </a:lnTo>
                  <a:lnTo>
                    <a:pt x="1139" y="133"/>
                  </a:lnTo>
                  <a:lnTo>
                    <a:pt x="1138" y="110"/>
                  </a:lnTo>
                  <a:lnTo>
                    <a:pt x="1142" y="91"/>
                  </a:lnTo>
                  <a:lnTo>
                    <a:pt x="1135" y="78"/>
                  </a:lnTo>
                  <a:lnTo>
                    <a:pt x="1123" y="75"/>
                  </a:lnTo>
                  <a:lnTo>
                    <a:pt x="1122" y="67"/>
                  </a:lnTo>
                  <a:lnTo>
                    <a:pt x="1110" y="56"/>
                  </a:lnTo>
                  <a:lnTo>
                    <a:pt x="1098" y="53"/>
                  </a:lnTo>
                  <a:lnTo>
                    <a:pt x="1070" y="32"/>
                  </a:lnTo>
                  <a:lnTo>
                    <a:pt x="1059" y="30"/>
                  </a:lnTo>
                  <a:lnTo>
                    <a:pt x="1049" y="37"/>
                  </a:lnTo>
                  <a:lnTo>
                    <a:pt x="1041" y="39"/>
                  </a:lnTo>
                  <a:lnTo>
                    <a:pt x="1023" y="32"/>
                  </a:lnTo>
                  <a:lnTo>
                    <a:pt x="1017" y="40"/>
                  </a:lnTo>
                  <a:lnTo>
                    <a:pt x="1010" y="38"/>
                  </a:lnTo>
                  <a:lnTo>
                    <a:pt x="1007" y="26"/>
                  </a:lnTo>
                  <a:lnTo>
                    <a:pt x="999" y="26"/>
                  </a:lnTo>
                  <a:lnTo>
                    <a:pt x="999" y="26"/>
                  </a:lnTo>
                  <a:close/>
                  <a:moveTo>
                    <a:pt x="147" y="420"/>
                  </a:moveTo>
                  <a:lnTo>
                    <a:pt x="152" y="415"/>
                  </a:lnTo>
                  <a:lnTo>
                    <a:pt x="157" y="416"/>
                  </a:lnTo>
                  <a:lnTo>
                    <a:pt x="158" y="420"/>
                  </a:lnTo>
                  <a:lnTo>
                    <a:pt x="153" y="422"/>
                  </a:lnTo>
                  <a:lnTo>
                    <a:pt x="147" y="420"/>
                  </a:lnTo>
                  <a:lnTo>
                    <a:pt x="147" y="420"/>
                  </a:lnTo>
                  <a:close/>
                  <a:moveTo>
                    <a:pt x="0" y="148"/>
                  </a:moveTo>
                  <a:lnTo>
                    <a:pt x="10" y="152"/>
                  </a:lnTo>
                  <a:lnTo>
                    <a:pt x="24" y="148"/>
                  </a:lnTo>
                  <a:lnTo>
                    <a:pt x="26" y="142"/>
                  </a:lnTo>
                  <a:lnTo>
                    <a:pt x="19" y="138"/>
                  </a:lnTo>
                  <a:lnTo>
                    <a:pt x="12" y="143"/>
                  </a:lnTo>
                  <a:lnTo>
                    <a:pt x="2" y="143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4199" y="3158"/>
              <a:ext cx="148" cy="79"/>
            </a:xfrm>
            <a:custGeom>
              <a:avLst/>
              <a:gdLst>
                <a:gd name="T0" fmla="*/ 24 w 148"/>
                <a:gd name="T1" fmla="*/ 76 h 79"/>
                <a:gd name="T2" fmla="*/ 8 w 148"/>
                <a:gd name="T3" fmla="*/ 67 h 79"/>
                <a:gd name="T4" fmla="*/ 0 w 148"/>
                <a:gd name="T5" fmla="*/ 56 h 79"/>
                <a:gd name="T6" fmla="*/ 0 w 148"/>
                <a:gd name="T7" fmla="*/ 43 h 79"/>
                <a:gd name="T8" fmla="*/ 7 w 148"/>
                <a:gd name="T9" fmla="*/ 41 h 79"/>
                <a:gd name="T10" fmla="*/ 16 w 148"/>
                <a:gd name="T11" fmla="*/ 32 h 79"/>
                <a:gd name="T12" fmla="*/ 28 w 148"/>
                <a:gd name="T13" fmla="*/ 37 h 79"/>
                <a:gd name="T14" fmla="*/ 37 w 148"/>
                <a:gd name="T15" fmla="*/ 34 h 79"/>
                <a:gd name="T16" fmla="*/ 41 w 148"/>
                <a:gd name="T17" fmla="*/ 26 h 79"/>
                <a:gd name="T18" fmla="*/ 42 w 148"/>
                <a:gd name="T19" fmla="*/ 18 h 79"/>
                <a:gd name="T20" fmla="*/ 55 w 148"/>
                <a:gd name="T21" fmla="*/ 18 h 79"/>
                <a:gd name="T22" fmla="*/ 69 w 148"/>
                <a:gd name="T23" fmla="*/ 25 h 79"/>
                <a:gd name="T24" fmla="*/ 86 w 148"/>
                <a:gd name="T25" fmla="*/ 24 h 79"/>
                <a:gd name="T26" fmla="*/ 115 w 148"/>
                <a:gd name="T27" fmla="*/ 13 h 79"/>
                <a:gd name="T28" fmla="*/ 136 w 148"/>
                <a:gd name="T29" fmla="*/ 1 h 79"/>
                <a:gd name="T30" fmla="*/ 144 w 148"/>
                <a:gd name="T31" fmla="*/ 0 h 79"/>
                <a:gd name="T32" fmla="*/ 148 w 148"/>
                <a:gd name="T33" fmla="*/ 4 h 79"/>
                <a:gd name="T34" fmla="*/ 141 w 148"/>
                <a:gd name="T35" fmla="*/ 9 h 79"/>
                <a:gd name="T36" fmla="*/ 125 w 148"/>
                <a:gd name="T37" fmla="*/ 18 h 79"/>
                <a:gd name="T38" fmla="*/ 110 w 148"/>
                <a:gd name="T39" fmla="*/ 34 h 79"/>
                <a:gd name="T40" fmla="*/ 115 w 148"/>
                <a:gd name="T41" fmla="*/ 45 h 79"/>
                <a:gd name="T42" fmla="*/ 114 w 148"/>
                <a:gd name="T43" fmla="*/ 56 h 79"/>
                <a:gd name="T44" fmla="*/ 96 w 148"/>
                <a:gd name="T45" fmla="*/ 54 h 79"/>
                <a:gd name="T46" fmla="*/ 87 w 148"/>
                <a:gd name="T47" fmla="*/ 58 h 79"/>
                <a:gd name="T48" fmla="*/ 73 w 148"/>
                <a:gd name="T49" fmla="*/ 70 h 79"/>
                <a:gd name="T50" fmla="*/ 57 w 148"/>
                <a:gd name="T51" fmla="*/ 73 h 79"/>
                <a:gd name="T52" fmla="*/ 49 w 148"/>
                <a:gd name="T53" fmla="*/ 79 h 79"/>
                <a:gd name="T54" fmla="*/ 42 w 148"/>
                <a:gd name="T55" fmla="*/ 75 h 79"/>
                <a:gd name="T56" fmla="*/ 24 w 148"/>
                <a:gd name="T57" fmla="*/ 7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8" h="79">
                  <a:moveTo>
                    <a:pt x="24" y="76"/>
                  </a:moveTo>
                  <a:lnTo>
                    <a:pt x="8" y="67"/>
                  </a:lnTo>
                  <a:lnTo>
                    <a:pt x="0" y="56"/>
                  </a:lnTo>
                  <a:lnTo>
                    <a:pt x="0" y="43"/>
                  </a:lnTo>
                  <a:lnTo>
                    <a:pt x="7" y="41"/>
                  </a:lnTo>
                  <a:lnTo>
                    <a:pt x="16" y="32"/>
                  </a:lnTo>
                  <a:lnTo>
                    <a:pt x="28" y="37"/>
                  </a:lnTo>
                  <a:lnTo>
                    <a:pt x="37" y="34"/>
                  </a:lnTo>
                  <a:lnTo>
                    <a:pt x="41" y="26"/>
                  </a:lnTo>
                  <a:lnTo>
                    <a:pt x="42" y="18"/>
                  </a:lnTo>
                  <a:lnTo>
                    <a:pt x="55" y="18"/>
                  </a:lnTo>
                  <a:lnTo>
                    <a:pt x="69" y="25"/>
                  </a:lnTo>
                  <a:lnTo>
                    <a:pt x="86" y="24"/>
                  </a:lnTo>
                  <a:lnTo>
                    <a:pt x="115" y="13"/>
                  </a:lnTo>
                  <a:lnTo>
                    <a:pt x="136" y="1"/>
                  </a:lnTo>
                  <a:lnTo>
                    <a:pt x="144" y="0"/>
                  </a:lnTo>
                  <a:lnTo>
                    <a:pt x="148" y="4"/>
                  </a:lnTo>
                  <a:lnTo>
                    <a:pt x="141" y="9"/>
                  </a:lnTo>
                  <a:lnTo>
                    <a:pt x="125" y="18"/>
                  </a:lnTo>
                  <a:lnTo>
                    <a:pt x="110" y="34"/>
                  </a:lnTo>
                  <a:lnTo>
                    <a:pt x="115" y="45"/>
                  </a:lnTo>
                  <a:lnTo>
                    <a:pt x="114" y="56"/>
                  </a:lnTo>
                  <a:lnTo>
                    <a:pt x="96" y="54"/>
                  </a:lnTo>
                  <a:lnTo>
                    <a:pt x="87" y="58"/>
                  </a:lnTo>
                  <a:lnTo>
                    <a:pt x="73" y="70"/>
                  </a:lnTo>
                  <a:lnTo>
                    <a:pt x="57" y="73"/>
                  </a:lnTo>
                  <a:lnTo>
                    <a:pt x="49" y="79"/>
                  </a:lnTo>
                  <a:lnTo>
                    <a:pt x="42" y="75"/>
                  </a:lnTo>
                  <a:lnTo>
                    <a:pt x="24" y="76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6"/>
            <p:cNvSpPr>
              <a:spLocks noEditPoints="1"/>
            </p:cNvSpPr>
            <p:nvPr/>
          </p:nvSpPr>
          <p:spPr bwMode="auto">
            <a:xfrm>
              <a:off x="783" y="556"/>
              <a:ext cx="591" cy="341"/>
            </a:xfrm>
            <a:custGeom>
              <a:avLst/>
              <a:gdLst>
                <a:gd name="T0" fmla="*/ 216 w 591"/>
                <a:gd name="T1" fmla="*/ 336 h 341"/>
                <a:gd name="T2" fmla="*/ 189 w 591"/>
                <a:gd name="T3" fmla="*/ 296 h 341"/>
                <a:gd name="T4" fmla="*/ 259 w 591"/>
                <a:gd name="T5" fmla="*/ 326 h 341"/>
                <a:gd name="T6" fmla="*/ 317 w 591"/>
                <a:gd name="T7" fmla="*/ 305 h 341"/>
                <a:gd name="T8" fmla="*/ 368 w 591"/>
                <a:gd name="T9" fmla="*/ 286 h 341"/>
                <a:gd name="T10" fmla="*/ 395 w 591"/>
                <a:gd name="T11" fmla="*/ 278 h 341"/>
                <a:gd name="T12" fmla="*/ 421 w 591"/>
                <a:gd name="T13" fmla="*/ 281 h 341"/>
                <a:gd name="T14" fmla="*/ 497 w 591"/>
                <a:gd name="T15" fmla="*/ 226 h 341"/>
                <a:gd name="T16" fmla="*/ 534 w 591"/>
                <a:gd name="T17" fmla="*/ 223 h 341"/>
                <a:gd name="T18" fmla="*/ 535 w 591"/>
                <a:gd name="T19" fmla="*/ 187 h 341"/>
                <a:gd name="T20" fmla="*/ 572 w 591"/>
                <a:gd name="T21" fmla="*/ 183 h 341"/>
                <a:gd name="T22" fmla="*/ 562 w 591"/>
                <a:gd name="T23" fmla="*/ 132 h 341"/>
                <a:gd name="T24" fmla="*/ 553 w 591"/>
                <a:gd name="T25" fmla="*/ 106 h 341"/>
                <a:gd name="T26" fmla="*/ 531 w 591"/>
                <a:gd name="T27" fmla="*/ 94 h 341"/>
                <a:gd name="T28" fmla="*/ 537 w 591"/>
                <a:gd name="T29" fmla="*/ 50 h 341"/>
                <a:gd name="T30" fmla="*/ 525 w 591"/>
                <a:gd name="T31" fmla="*/ 26 h 341"/>
                <a:gd name="T32" fmla="*/ 498 w 591"/>
                <a:gd name="T33" fmla="*/ 34 h 341"/>
                <a:gd name="T34" fmla="*/ 478 w 591"/>
                <a:gd name="T35" fmla="*/ 20 h 341"/>
                <a:gd name="T36" fmla="*/ 438 w 591"/>
                <a:gd name="T37" fmla="*/ 19 h 341"/>
                <a:gd name="T38" fmla="*/ 413 w 591"/>
                <a:gd name="T39" fmla="*/ 36 h 341"/>
                <a:gd name="T40" fmla="*/ 364 w 591"/>
                <a:gd name="T41" fmla="*/ 37 h 341"/>
                <a:gd name="T42" fmla="*/ 349 w 591"/>
                <a:gd name="T43" fmla="*/ 79 h 341"/>
                <a:gd name="T44" fmla="*/ 321 w 591"/>
                <a:gd name="T45" fmla="*/ 51 h 341"/>
                <a:gd name="T46" fmla="*/ 284 w 591"/>
                <a:gd name="T47" fmla="*/ 70 h 341"/>
                <a:gd name="T48" fmla="*/ 249 w 591"/>
                <a:gd name="T49" fmla="*/ 39 h 341"/>
                <a:gd name="T50" fmla="*/ 232 w 591"/>
                <a:gd name="T51" fmla="*/ 100 h 341"/>
                <a:gd name="T52" fmla="*/ 193 w 591"/>
                <a:gd name="T53" fmla="*/ 117 h 341"/>
                <a:gd name="T54" fmla="*/ 167 w 591"/>
                <a:gd name="T55" fmla="*/ 112 h 341"/>
                <a:gd name="T56" fmla="*/ 161 w 591"/>
                <a:gd name="T57" fmla="*/ 70 h 341"/>
                <a:gd name="T58" fmla="*/ 177 w 591"/>
                <a:gd name="T59" fmla="*/ 45 h 341"/>
                <a:gd name="T60" fmla="*/ 137 w 591"/>
                <a:gd name="T61" fmla="*/ 13 h 341"/>
                <a:gd name="T62" fmla="*/ 83 w 591"/>
                <a:gd name="T63" fmla="*/ 7 h 341"/>
                <a:gd name="T64" fmla="*/ 114 w 591"/>
                <a:gd name="T65" fmla="*/ 13 h 341"/>
                <a:gd name="T66" fmla="*/ 98 w 591"/>
                <a:gd name="T67" fmla="*/ 23 h 341"/>
                <a:gd name="T68" fmla="*/ 119 w 591"/>
                <a:gd name="T69" fmla="*/ 50 h 341"/>
                <a:gd name="T70" fmla="*/ 82 w 591"/>
                <a:gd name="T71" fmla="*/ 26 h 341"/>
                <a:gd name="T72" fmla="*/ 58 w 591"/>
                <a:gd name="T73" fmla="*/ 34 h 341"/>
                <a:gd name="T74" fmla="*/ 64 w 591"/>
                <a:gd name="T75" fmla="*/ 57 h 341"/>
                <a:gd name="T76" fmla="*/ 56 w 591"/>
                <a:gd name="T77" fmla="*/ 73 h 341"/>
                <a:gd name="T78" fmla="*/ 27 w 591"/>
                <a:gd name="T79" fmla="*/ 67 h 341"/>
                <a:gd name="T80" fmla="*/ 18 w 591"/>
                <a:gd name="T81" fmla="*/ 83 h 341"/>
                <a:gd name="T82" fmla="*/ 41 w 591"/>
                <a:gd name="T83" fmla="*/ 111 h 341"/>
                <a:gd name="T84" fmla="*/ 75 w 591"/>
                <a:gd name="T85" fmla="*/ 97 h 341"/>
                <a:gd name="T86" fmla="*/ 109 w 591"/>
                <a:gd name="T87" fmla="*/ 96 h 341"/>
                <a:gd name="T88" fmla="*/ 130 w 591"/>
                <a:gd name="T89" fmla="*/ 97 h 341"/>
                <a:gd name="T90" fmla="*/ 147 w 591"/>
                <a:gd name="T91" fmla="*/ 114 h 341"/>
                <a:gd name="T92" fmla="*/ 100 w 591"/>
                <a:gd name="T93" fmla="*/ 133 h 341"/>
                <a:gd name="T94" fmla="*/ 147 w 591"/>
                <a:gd name="T95" fmla="*/ 137 h 341"/>
                <a:gd name="T96" fmla="*/ 93 w 591"/>
                <a:gd name="T97" fmla="*/ 150 h 341"/>
                <a:gd name="T98" fmla="*/ 82 w 591"/>
                <a:gd name="T99" fmla="*/ 147 h 341"/>
                <a:gd name="T100" fmla="*/ 27 w 591"/>
                <a:gd name="T101" fmla="*/ 151 h 341"/>
                <a:gd name="T102" fmla="*/ 43 w 591"/>
                <a:gd name="T103" fmla="*/ 179 h 341"/>
                <a:gd name="T104" fmla="*/ 103 w 591"/>
                <a:gd name="T105" fmla="*/ 185 h 341"/>
                <a:gd name="T106" fmla="*/ 117 w 591"/>
                <a:gd name="T107" fmla="*/ 211 h 341"/>
                <a:gd name="T108" fmla="*/ 123 w 591"/>
                <a:gd name="T109" fmla="*/ 231 h 341"/>
                <a:gd name="T110" fmla="*/ 137 w 591"/>
                <a:gd name="T111" fmla="*/ 229 h 341"/>
                <a:gd name="T112" fmla="*/ 101 w 591"/>
                <a:gd name="T113" fmla="*/ 250 h 341"/>
                <a:gd name="T114" fmla="*/ 72 w 591"/>
                <a:gd name="T115" fmla="*/ 246 h 341"/>
                <a:gd name="T116" fmla="*/ 91 w 591"/>
                <a:gd name="T117" fmla="*/ 285 h 341"/>
                <a:gd name="T118" fmla="*/ 156 w 591"/>
                <a:gd name="T119" fmla="*/ 285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91" h="341">
                  <a:moveTo>
                    <a:pt x="208" y="341"/>
                  </a:moveTo>
                  <a:lnTo>
                    <a:pt x="203" y="333"/>
                  </a:lnTo>
                  <a:lnTo>
                    <a:pt x="207" y="324"/>
                  </a:lnTo>
                  <a:lnTo>
                    <a:pt x="214" y="323"/>
                  </a:lnTo>
                  <a:lnTo>
                    <a:pt x="216" y="336"/>
                  </a:lnTo>
                  <a:lnTo>
                    <a:pt x="208" y="341"/>
                  </a:lnTo>
                  <a:lnTo>
                    <a:pt x="208" y="341"/>
                  </a:lnTo>
                  <a:close/>
                  <a:moveTo>
                    <a:pt x="176" y="287"/>
                  </a:moveTo>
                  <a:lnTo>
                    <a:pt x="190" y="284"/>
                  </a:lnTo>
                  <a:lnTo>
                    <a:pt x="189" y="296"/>
                  </a:lnTo>
                  <a:lnTo>
                    <a:pt x="204" y="309"/>
                  </a:lnTo>
                  <a:lnTo>
                    <a:pt x="215" y="314"/>
                  </a:lnTo>
                  <a:lnTo>
                    <a:pt x="225" y="306"/>
                  </a:lnTo>
                  <a:lnTo>
                    <a:pt x="237" y="307"/>
                  </a:lnTo>
                  <a:lnTo>
                    <a:pt x="259" y="326"/>
                  </a:lnTo>
                  <a:lnTo>
                    <a:pt x="287" y="325"/>
                  </a:lnTo>
                  <a:lnTo>
                    <a:pt x="297" y="329"/>
                  </a:lnTo>
                  <a:lnTo>
                    <a:pt x="315" y="324"/>
                  </a:lnTo>
                  <a:lnTo>
                    <a:pt x="313" y="310"/>
                  </a:lnTo>
                  <a:lnTo>
                    <a:pt x="317" y="305"/>
                  </a:lnTo>
                  <a:lnTo>
                    <a:pt x="321" y="312"/>
                  </a:lnTo>
                  <a:lnTo>
                    <a:pt x="336" y="316"/>
                  </a:lnTo>
                  <a:lnTo>
                    <a:pt x="351" y="303"/>
                  </a:lnTo>
                  <a:lnTo>
                    <a:pt x="352" y="288"/>
                  </a:lnTo>
                  <a:lnTo>
                    <a:pt x="368" y="286"/>
                  </a:lnTo>
                  <a:lnTo>
                    <a:pt x="362" y="293"/>
                  </a:lnTo>
                  <a:lnTo>
                    <a:pt x="367" y="299"/>
                  </a:lnTo>
                  <a:lnTo>
                    <a:pt x="372" y="293"/>
                  </a:lnTo>
                  <a:lnTo>
                    <a:pt x="382" y="292"/>
                  </a:lnTo>
                  <a:lnTo>
                    <a:pt x="395" y="278"/>
                  </a:lnTo>
                  <a:lnTo>
                    <a:pt x="401" y="281"/>
                  </a:lnTo>
                  <a:lnTo>
                    <a:pt x="405" y="280"/>
                  </a:lnTo>
                  <a:lnTo>
                    <a:pt x="417" y="281"/>
                  </a:lnTo>
                  <a:lnTo>
                    <a:pt x="417" y="284"/>
                  </a:lnTo>
                  <a:lnTo>
                    <a:pt x="421" y="281"/>
                  </a:lnTo>
                  <a:lnTo>
                    <a:pt x="450" y="258"/>
                  </a:lnTo>
                  <a:lnTo>
                    <a:pt x="461" y="245"/>
                  </a:lnTo>
                  <a:lnTo>
                    <a:pt x="493" y="239"/>
                  </a:lnTo>
                  <a:lnTo>
                    <a:pt x="500" y="231"/>
                  </a:lnTo>
                  <a:lnTo>
                    <a:pt x="497" y="226"/>
                  </a:lnTo>
                  <a:lnTo>
                    <a:pt x="498" y="218"/>
                  </a:lnTo>
                  <a:lnTo>
                    <a:pt x="505" y="218"/>
                  </a:lnTo>
                  <a:lnTo>
                    <a:pt x="508" y="227"/>
                  </a:lnTo>
                  <a:lnTo>
                    <a:pt x="525" y="233"/>
                  </a:lnTo>
                  <a:lnTo>
                    <a:pt x="534" y="223"/>
                  </a:lnTo>
                  <a:lnTo>
                    <a:pt x="536" y="216"/>
                  </a:lnTo>
                  <a:lnTo>
                    <a:pt x="532" y="212"/>
                  </a:lnTo>
                  <a:lnTo>
                    <a:pt x="533" y="204"/>
                  </a:lnTo>
                  <a:lnTo>
                    <a:pt x="541" y="202"/>
                  </a:lnTo>
                  <a:lnTo>
                    <a:pt x="535" y="187"/>
                  </a:lnTo>
                  <a:lnTo>
                    <a:pt x="541" y="181"/>
                  </a:lnTo>
                  <a:lnTo>
                    <a:pt x="552" y="188"/>
                  </a:lnTo>
                  <a:lnTo>
                    <a:pt x="554" y="197"/>
                  </a:lnTo>
                  <a:lnTo>
                    <a:pt x="565" y="196"/>
                  </a:lnTo>
                  <a:lnTo>
                    <a:pt x="572" y="183"/>
                  </a:lnTo>
                  <a:lnTo>
                    <a:pt x="568" y="172"/>
                  </a:lnTo>
                  <a:lnTo>
                    <a:pt x="556" y="160"/>
                  </a:lnTo>
                  <a:lnTo>
                    <a:pt x="556" y="149"/>
                  </a:lnTo>
                  <a:lnTo>
                    <a:pt x="563" y="143"/>
                  </a:lnTo>
                  <a:lnTo>
                    <a:pt x="562" y="132"/>
                  </a:lnTo>
                  <a:lnTo>
                    <a:pt x="574" y="127"/>
                  </a:lnTo>
                  <a:lnTo>
                    <a:pt x="584" y="126"/>
                  </a:lnTo>
                  <a:lnTo>
                    <a:pt x="591" y="118"/>
                  </a:lnTo>
                  <a:lnTo>
                    <a:pt x="579" y="108"/>
                  </a:lnTo>
                  <a:lnTo>
                    <a:pt x="553" y="106"/>
                  </a:lnTo>
                  <a:lnTo>
                    <a:pt x="545" y="112"/>
                  </a:lnTo>
                  <a:lnTo>
                    <a:pt x="552" y="100"/>
                  </a:lnTo>
                  <a:lnTo>
                    <a:pt x="550" y="92"/>
                  </a:lnTo>
                  <a:lnTo>
                    <a:pt x="535" y="90"/>
                  </a:lnTo>
                  <a:lnTo>
                    <a:pt x="531" y="94"/>
                  </a:lnTo>
                  <a:lnTo>
                    <a:pt x="526" y="83"/>
                  </a:lnTo>
                  <a:lnTo>
                    <a:pt x="536" y="72"/>
                  </a:lnTo>
                  <a:lnTo>
                    <a:pt x="546" y="69"/>
                  </a:lnTo>
                  <a:lnTo>
                    <a:pt x="544" y="53"/>
                  </a:lnTo>
                  <a:lnTo>
                    <a:pt x="537" y="50"/>
                  </a:lnTo>
                  <a:lnTo>
                    <a:pt x="528" y="56"/>
                  </a:lnTo>
                  <a:lnTo>
                    <a:pt x="517" y="52"/>
                  </a:lnTo>
                  <a:lnTo>
                    <a:pt x="512" y="41"/>
                  </a:lnTo>
                  <a:lnTo>
                    <a:pt x="524" y="36"/>
                  </a:lnTo>
                  <a:lnTo>
                    <a:pt x="525" y="26"/>
                  </a:lnTo>
                  <a:lnTo>
                    <a:pt x="532" y="22"/>
                  </a:lnTo>
                  <a:lnTo>
                    <a:pt x="544" y="19"/>
                  </a:lnTo>
                  <a:lnTo>
                    <a:pt x="531" y="14"/>
                  </a:lnTo>
                  <a:lnTo>
                    <a:pt x="520" y="16"/>
                  </a:lnTo>
                  <a:lnTo>
                    <a:pt x="498" y="34"/>
                  </a:lnTo>
                  <a:lnTo>
                    <a:pt x="495" y="45"/>
                  </a:lnTo>
                  <a:lnTo>
                    <a:pt x="487" y="46"/>
                  </a:lnTo>
                  <a:lnTo>
                    <a:pt x="479" y="34"/>
                  </a:lnTo>
                  <a:lnTo>
                    <a:pt x="484" y="26"/>
                  </a:lnTo>
                  <a:lnTo>
                    <a:pt x="478" y="20"/>
                  </a:lnTo>
                  <a:lnTo>
                    <a:pt x="475" y="10"/>
                  </a:lnTo>
                  <a:lnTo>
                    <a:pt x="463" y="7"/>
                  </a:lnTo>
                  <a:lnTo>
                    <a:pt x="452" y="13"/>
                  </a:lnTo>
                  <a:lnTo>
                    <a:pt x="444" y="10"/>
                  </a:lnTo>
                  <a:lnTo>
                    <a:pt x="438" y="19"/>
                  </a:lnTo>
                  <a:lnTo>
                    <a:pt x="443" y="31"/>
                  </a:lnTo>
                  <a:lnTo>
                    <a:pt x="438" y="40"/>
                  </a:lnTo>
                  <a:lnTo>
                    <a:pt x="425" y="41"/>
                  </a:lnTo>
                  <a:lnTo>
                    <a:pt x="413" y="46"/>
                  </a:lnTo>
                  <a:lnTo>
                    <a:pt x="413" y="36"/>
                  </a:lnTo>
                  <a:lnTo>
                    <a:pt x="405" y="31"/>
                  </a:lnTo>
                  <a:lnTo>
                    <a:pt x="398" y="42"/>
                  </a:lnTo>
                  <a:lnTo>
                    <a:pt x="390" y="57"/>
                  </a:lnTo>
                  <a:lnTo>
                    <a:pt x="377" y="57"/>
                  </a:lnTo>
                  <a:lnTo>
                    <a:pt x="364" y="37"/>
                  </a:lnTo>
                  <a:lnTo>
                    <a:pt x="356" y="39"/>
                  </a:lnTo>
                  <a:lnTo>
                    <a:pt x="351" y="36"/>
                  </a:lnTo>
                  <a:lnTo>
                    <a:pt x="341" y="37"/>
                  </a:lnTo>
                  <a:lnTo>
                    <a:pt x="336" y="57"/>
                  </a:lnTo>
                  <a:lnTo>
                    <a:pt x="349" y="79"/>
                  </a:lnTo>
                  <a:lnTo>
                    <a:pt x="334" y="109"/>
                  </a:lnTo>
                  <a:lnTo>
                    <a:pt x="339" y="83"/>
                  </a:lnTo>
                  <a:lnTo>
                    <a:pt x="326" y="65"/>
                  </a:lnTo>
                  <a:lnTo>
                    <a:pt x="326" y="56"/>
                  </a:lnTo>
                  <a:lnTo>
                    <a:pt x="321" y="51"/>
                  </a:lnTo>
                  <a:lnTo>
                    <a:pt x="322" y="38"/>
                  </a:lnTo>
                  <a:lnTo>
                    <a:pt x="309" y="31"/>
                  </a:lnTo>
                  <a:lnTo>
                    <a:pt x="283" y="46"/>
                  </a:lnTo>
                  <a:lnTo>
                    <a:pt x="279" y="60"/>
                  </a:lnTo>
                  <a:lnTo>
                    <a:pt x="284" y="70"/>
                  </a:lnTo>
                  <a:lnTo>
                    <a:pt x="273" y="85"/>
                  </a:lnTo>
                  <a:lnTo>
                    <a:pt x="262" y="85"/>
                  </a:lnTo>
                  <a:lnTo>
                    <a:pt x="261" y="68"/>
                  </a:lnTo>
                  <a:lnTo>
                    <a:pt x="251" y="64"/>
                  </a:lnTo>
                  <a:lnTo>
                    <a:pt x="249" y="39"/>
                  </a:lnTo>
                  <a:lnTo>
                    <a:pt x="240" y="32"/>
                  </a:lnTo>
                  <a:lnTo>
                    <a:pt x="224" y="45"/>
                  </a:lnTo>
                  <a:lnTo>
                    <a:pt x="226" y="73"/>
                  </a:lnTo>
                  <a:lnTo>
                    <a:pt x="233" y="82"/>
                  </a:lnTo>
                  <a:lnTo>
                    <a:pt x="232" y="100"/>
                  </a:lnTo>
                  <a:lnTo>
                    <a:pt x="224" y="110"/>
                  </a:lnTo>
                  <a:lnTo>
                    <a:pt x="213" y="111"/>
                  </a:lnTo>
                  <a:lnTo>
                    <a:pt x="212" y="96"/>
                  </a:lnTo>
                  <a:lnTo>
                    <a:pt x="199" y="102"/>
                  </a:lnTo>
                  <a:lnTo>
                    <a:pt x="193" y="117"/>
                  </a:lnTo>
                  <a:lnTo>
                    <a:pt x="185" y="122"/>
                  </a:lnTo>
                  <a:lnTo>
                    <a:pt x="185" y="141"/>
                  </a:lnTo>
                  <a:lnTo>
                    <a:pt x="175" y="122"/>
                  </a:lnTo>
                  <a:lnTo>
                    <a:pt x="165" y="121"/>
                  </a:lnTo>
                  <a:lnTo>
                    <a:pt x="167" y="112"/>
                  </a:lnTo>
                  <a:lnTo>
                    <a:pt x="177" y="100"/>
                  </a:lnTo>
                  <a:lnTo>
                    <a:pt x="177" y="91"/>
                  </a:lnTo>
                  <a:lnTo>
                    <a:pt x="162" y="91"/>
                  </a:lnTo>
                  <a:lnTo>
                    <a:pt x="168" y="83"/>
                  </a:lnTo>
                  <a:lnTo>
                    <a:pt x="161" y="70"/>
                  </a:lnTo>
                  <a:lnTo>
                    <a:pt x="170" y="76"/>
                  </a:lnTo>
                  <a:lnTo>
                    <a:pt x="181" y="65"/>
                  </a:lnTo>
                  <a:lnTo>
                    <a:pt x="178" y="58"/>
                  </a:lnTo>
                  <a:lnTo>
                    <a:pt x="165" y="53"/>
                  </a:lnTo>
                  <a:lnTo>
                    <a:pt x="177" y="45"/>
                  </a:lnTo>
                  <a:lnTo>
                    <a:pt x="166" y="35"/>
                  </a:lnTo>
                  <a:lnTo>
                    <a:pt x="159" y="40"/>
                  </a:lnTo>
                  <a:lnTo>
                    <a:pt x="154" y="31"/>
                  </a:lnTo>
                  <a:lnTo>
                    <a:pt x="137" y="23"/>
                  </a:lnTo>
                  <a:lnTo>
                    <a:pt x="137" y="13"/>
                  </a:lnTo>
                  <a:lnTo>
                    <a:pt x="130" y="1"/>
                  </a:lnTo>
                  <a:lnTo>
                    <a:pt x="118" y="4"/>
                  </a:lnTo>
                  <a:lnTo>
                    <a:pt x="103" y="0"/>
                  </a:lnTo>
                  <a:lnTo>
                    <a:pt x="85" y="2"/>
                  </a:lnTo>
                  <a:lnTo>
                    <a:pt x="83" y="7"/>
                  </a:lnTo>
                  <a:lnTo>
                    <a:pt x="88" y="14"/>
                  </a:lnTo>
                  <a:lnTo>
                    <a:pt x="95" y="14"/>
                  </a:lnTo>
                  <a:lnTo>
                    <a:pt x="97" y="8"/>
                  </a:lnTo>
                  <a:lnTo>
                    <a:pt x="107" y="9"/>
                  </a:lnTo>
                  <a:lnTo>
                    <a:pt x="114" y="13"/>
                  </a:lnTo>
                  <a:lnTo>
                    <a:pt x="125" y="16"/>
                  </a:lnTo>
                  <a:lnTo>
                    <a:pt x="120" y="22"/>
                  </a:lnTo>
                  <a:lnTo>
                    <a:pt x="108" y="18"/>
                  </a:lnTo>
                  <a:lnTo>
                    <a:pt x="96" y="19"/>
                  </a:lnTo>
                  <a:lnTo>
                    <a:pt x="98" y="23"/>
                  </a:lnTo>
                  <a:lnTo>
                    <a:pt x="116" y="34"/>
                  </a:lnTo>
                  <a:lnTo>
                    <a:pt x="128" y="47"/>
                  </a:lnTo>
                  <a:lnTo>
                    <a:pt x="125" y="56"/>
                  </a:lnTo>
                  <a:lnTo>
                    <a:pt x="119" y="57"/>
                  </a:lnTo>
                  <a:lnTo>
                    <a:pt x="119" y="50"/>
                  </a:lnTo>
                  <a:lnTo>
                    <a:pt x="105" y="41"/>
                  </a:lnTo>
                  <a:lnTo>
                    <a:pt x="96" y="48"/>
                  </a:lnTo>
                  <a:lnTo>
                    <a:pt x="89" y="46"/>
                  </a:lnTo>
                  <a:lnTo>
                    <a:pt x="93" y="39"/>
                  </a:lnTo>
                  <a:lnTo>
                    <a:pt x="82" y="26"/>
                  </a:lnTo>
                  <a:lnTo>
                    <a:pt x="69" y="21"/>
                  </a:lnTo>
                  <a:lnTo>
                    <a:pt x="59" y="26"/>
                  </a:lnTo>
                  <a:lnTo>
                    <a:pt x="69" y="38"/>
                  </a:lnTo>
                  <a:lnTo>
                    <a:pt x="66" y="44"/>
                  </a:lnTo>
                  <a:lnTo>
                    <a:pt x="58" y="34"/>
                  </a:lnTo>
                  <a:lnTo>
                    <a:pt x="47" y="30"/>
                  </a:lnTo>
                  <a:lnTo>
                    <a:pt x="44" y="38"/>
                  </a:lnTo>
                  <a:lnTo>
                    <a:pt x="52" y="47"/>
                  </a:lnTo>
                  <a:lnTo>
                    <a:pt x="59" y="51"/>
                  </a:lnTo>
                  <a:lnTo>
                    <a:pt x="64" y="57"/>
                  </a:lnTo>
                  <a:lnTo>
                    <a:pt x="52" y="53"/>
                  </a:lnTo>
                  <a:lnTo>
                    <a:pt x="40" y="57"/>
                  </a:lnTo>
                  <a:lnTo>
                    <a:pt x="47" y="67"/>
                  </a:lnTo>
                  <a:lnTo>
                    <a:pt x="65" y="72"/>
                  </a:lnTo>
                  <a:lnTo>
                    <a:pt x="56" y="73"/>
                  </a:lnTo>
                  <a:lnTo>
                    <a:pt x="53" y="76"/>
                  </a:lnTo>
                  <a:lnTo>
                    <a:pt x="56" y="83"/>
                  </a:lnTo>
                  <a:lnTo>
                    <a:pt x="52" y="83"/>
                  </a:lnTo>
                  <a:lnTo>
                    <a:pt x="32" y="68"/>
                  </a:lnTo>
                  <a:lnTo>
                    <a:pt x="27" y="67"/>
                  </a:lnTo>
                  <a:lnTo>
                    <a:pt x="21" y="73"/>
                  </a:lnTo>
                  <a:lnTo>
                    <a:pt x="29" y="86"/>
                  </a:lnTo>
                  <a:lnTo>
                    <a:pt x="34" y="94"/>
                  </a:lnTo>
                  <a:lnTo>
                    <a:pt x="29" y="96"/>
                  </a:lnTo>
                  <a:lnTo>
                    <a:pt x="18" y="83"/>
                  </a:lnTo>
                  <a:lnTo>
                    <a:pt x="7" y="80"/>
                  </a:lnTo>
                  <a:lnTo>
                    <a:pt x="0" y="92"/>
                  </a:lnTo>
                  <a:lnTo>
                    <a:pt x="14" y="97"/>
                  </a:lnTo>
                  <a:lnTo>
                    <a:pt x="25" y="108"/>
                  </a:lnTo>
                  <a:lnTo>
                    <a:pt x="41" y="111"/>
                  </a:lnTo>
                  <a:lnTo>
                    <a:pt x="49" y="99"/>
                  </a:lnTo>
                  <a:lnTo>
                    <a:pt x="64" y="95"/>
                  </a:lnTo>
                  <a:lnTo>
                    <a:pt x="70" y="84"/>
                  </a:lnTo>
                  <a:lnTo>
                    <a:pt x="74" y="91"/>
                  </a:lnTo>
                  <a:lnTo>
                    <a:pt x="75" y="97"/>
                  </a:lnTo>
                  <a:lnTo>
                    <a:pt x="82" y="97"/>
                  </a:lnTo>
                  <a:lnTo>
                    <a:pt x="91" y="92"/>
                  </a:lnTo>
                  <a:lnTo>
                    <a:pt x="93" y="103"/>
                  </a:lnTo>
                  <a:lnTo>
                    <a:pt x="98" y="103"/>
                  </a:lnTo>
                  <a:lnTo>
                    <a:pt x="109" y="96"/>
                  </a:lnTo>
                  <a:lnTo>
                    <a:pt x="112" y="89"/>
                  </a:lnTo>
                  <a:lnTo>
                    <a:pt x="113" y="102"/>
                  </a:lnTo>
                  <a:lnTo>
                    <a:pt x="117" y="101"/>
                  </a:lnTo>
                  <a:lnTo>
                    <a:pt x="131" y="91"/>
                  </a:lnTo>
                  <a:lnTo>
                    <a:pt x="130" y="97"/>
                  </a:lnTo>
                  <a:lnTo>
                    <a:pt x="126" y="106"/>
                  </a:lnTo>
                  <a:lnTo>
                    <a:pt x="132" y="111"/>
                  </a:lnTo>
                  <a:lnTo>
                    <a:pt x="141" y="104"/>
                  </a:lnTo>
                  <a:lnTo>
                    <a:pt x="155" y="111"/>
                  </a:lnTo>
                  <a:lnTo>
                    <a:pt x="147" y="114"/>
                  </a:lnTo>
                  <a:lnTo>
                    <a:pt x="139" y="115"/>
                  </a:lnTo>
                  <a:lnTo>
                    <a:pt x="130" y="121"/>
                  </a:lnTo>
                  <a:lnTo>
                    <a:pt x="119" y="122"/>
                  </a:lnTo>
                  <a:lnTo>
                    <a:pt x="101" y="129"/>
                  </a:lnTo>
                  <a:lnTo>
                    <a:pt x="100" y="133"/>
                  </a:lnTo>
                  <a:lnTo>
                    <a:pt x="123" y="139"/>
                  </a:lnTo>
                  <a:lnTo>
                    <a:pt x="135" y="137"/>
                  </a:lnTo>
                  <a:lnTo>
                    <a:pt x="140" y="130"/>
                  </a:lnTo>
                  <a:lnTo>
                    <a:pt x="148" y="127"/>
                  </a:lnTo>
                  <a:lnTo>
                    <a:pt x="147" y="137"/>
                  </a:lnTo>
                  <a:lnTo>
                    <a:pt x="139" y="146"/>
                  </a:lnTo>
                  <a:lnTo>
                    <a:pt x="116" y="149"/>
                  </a:lnTo>
                  <a:lnTo>
                    <a:pt x="108" y="147"/>
                  </a:lnTo>
                  <a:lnTo>
                    <a:pt x="97" y="155"/>
                  </a:lnTo>
                  <a:lnTo>
                    <a:pt x="93" y="150"/>
                  </a:lnTo>
                  <a:lnTo>
                    <a:pt x="89" y="146"/>
                  </a:lnTo>
                  <a:lnTo>
                    <a:pt x="89" y="141"/>
                  </a:lnTo>
                  <a:lnTo>
                    <a:pt x="82" y="140"/>
                  </a:lnTo>
                  <a:lnTo>
                    <a:pt x="80" y="142"/>
                  </a:lnTo>
                  <a:lnTo>
                    <a:pt x="82" y="147"/>
                  </a:lnTo>
                  <a:lnTo>
                    <a:pt x="72" y="153"/>
                  </a:lnTo>
                  <a:lnTo>
                    <a:pt x="64" y="150"/>
                  </a:lnTo>
                  <a:lnTo>
                    <a:pt x="52" y="150"/>
                  </a:lnTo>
                  <a:lnTo>
                    <a:pt x="41" y="156"/>
                  </a:lnTo>
                  <a:lnTo>
                    <a:pt x="27" y="151"/>
                  </a:lnTo>
                  <a:lnTo>
                    <a:pt x="19" y="154"/>
                  </a:lnTo>
                  <a:lnTo>
                    <a:pt x="12" y="153"/>
                  </a:lnTo>
                  <a:lnTo>
                    <a:pt x="21" y="167"/>
                  </a:lnTo>
                  <a:lnTo>
                    <a:pt x="27" y="177"/>
                  </a:lnTo>
                  <a:lnTo>
                    <a:pt x="43" y="179"/>
                  </a:lnTo>
                  <a:lnTo>
                    <a:pt x="43" y="175"/>
                  </a:lnTo>
                  <a:lnTo>
                    <a:pt x="65" y="180"/>
                  </a:lnTo>
                  <a:lnTo>
                    <a:pt x="91" y="178"/>
                  </a:lnTo>
                  <a:lnTo>
                    <a:pt x="104" y="179"/>
                  </a:lnTo>
                  <a:lnTo>
                    <a:pt x="103" y="185"/>
                  </a:lnTo>
                  <a:lnTo>
                    <a:pt x="94" y="190"/>
                  </a:lnTo>
                  <a:lnTo>
                    <a:pt x="94" y="197"/>
                  </a:lnTo>
                  <a:lnTo>
                    <a:pt x="106" y="205"/>
                  </a:lnTo>
                  <a:lnTo>
                    <a:pt x="109" y="213"/>
                  </a:lnTo>
                  <a:lnTo>
                    <a:pt x="117" y="211"/>
                  </a:lnTo>
                  <a:lnTo>
                    <a:pt x="134" y="201"/>
                  </a:lnTo>
                  <a:lnTo>
                    <a:pt x="131" y="209"/>
                  </a:lnTo>
                  <a:lnTo>
                    <a:pt x="119" y="217"/>
                  </a:lnTo>
                  <a:lnTo>
                    <a:pt x="113" y="225"/>
                  </a:lnTo>
                  <a:lnTo>
                    <a:pt x="123" y="231"/>
                  </a:lnTo>
                  <a:lnTo>
                    <a:pt x="141" y="218"/>
                  </a:lnTo>
                  <a:lnTo>
                    <a:pt x="156" y="222"/>
                  </a:lnTo>
                  <a:lnTo>
                    <a:pt x="159" y="229"/>
                  </a:lnTo>
                  <a:lnTo>
                    <a:pt x="150" y="224"/>
                  </a:lnTo>
                  <a:lnTo>
                    <a:pt x="137" y="229"/>
                  </a:lnTo>
                  <a:lnTo>
                    <a:pt x="127" y="236"/>
                  </a:lnTo>
                  <a:lnTo>
                    <a:pt x="115" y="236"/>
                  </a:lnTo>
                  <a:lnTo>
                    <a:pt x="114" y="245"/>
                  </a:lnTo>
                  <a:lnTo>
                    <a:pt x="108" y="252"/>
                  </a:lnTo>
                  <a:lnTo>
                    <a:pt x="101" y="250"/>
                  </a:lnTo>
                  <a:lnTo>
                    <a:pt x="93" y="255"/>
                  </a:lnTo>
                  <a:lnTo>
                    <a:pt x="89" y="247"/>
                  </a:lnTo>
                  <a:lnTo>
                    <a:pt x="78" y="240"/>
                  </a:lnTo>
                  <a:lnTo>
                    <a:pt x="77" y="246"/>
                  </a:lnTo>
                  <a:lnTo>
                    <a:pt x="72" y="246"/>
                  </a:lnTo>
                  <a:lnTo>
                    <a:pt x="75" y="260"/>
                  </a:lnTo>
                  <a:lnTo>
                    <a:pt x="81" y="263"/>
                  </a:lnTo>
                  <a:lnTo>
                    <a:pt x="77" y="266"/>
                  </a:lnTo>
                  <a:lnTo>
                    <a:pt x="75" y="285"/>
                  </a:lnTo>
                  <a:lnTo>
                    <a:pt x="91" y="285"/>
                  </a:lnTo>
                  <a:lnTo>
                    <a:pt x="94" y="281"/>
                  </a:lnTo>
                  <a:lnTo>
                    <a:pt x="104" y="286"/>
                  </a:lnTo>
                  <a:lnTo>
                    <a:pt x="127" y="288"/>
                  </a:lnTo>
                  <a:lnTo>
                    <a:pt x="143" y="278"/>
                  </a:lnTo>
                  <a:lnTo>
                    <a:pt x="156" y="285"/>
                  </a:lnTo>
                  <a:lnTo>
                    <a:pt x="165" y="279"/>
                  </a:lnTo>
                  <a:lnTo>
                    <a:pt x="168" y="285"/>
                  </a:lnTo>
                  <a:lnTo>
                    <a:pt x="176" y="287"/>
                  </a:ln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9342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45</Words>
  <Application>Microsoft Office PowerPoint</Application>
  <PresentationFormat>On-screen Show (16:9)</PresentationFormat>
  <Paragraphs>42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Europe with  country names</vt:lpstr>
      <vt:lpstr>Europe without 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23</cp:revision>
  <dcterms:created xsi:type="dcterms:W3CDTF">2016-08-11T14:02:28Z</dcterms:created>
  <dcterms:modified xsi:type="dcterms:W3CDTF">2016-09-20T08:59:16Z</dcterms:modified>
</cp:coreProperties>
</file>