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4"/>
  </p:notesMasterIdLst>
  <p:sldIdLst>
    <p:sldId id="270" r:id="rId2"/>
    <p:sldId id="271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9" orient="horz" pos="169">
          <p15:clr>
            <a:srgbClr val="A4A3A4"/>
          </p15:clr>
        </p15:guide>
        <p15:guide id="10" pos="2880">
          <p15:clr>
            <a:srgbClr val="A4A3A4"/>
          </p15:clr>
        </p15:guide>
        <p15:guide id="11" orient="horz" pos="636" userDrawn="1">
          <p15:clr>
            <a:srgbClr val="A4A3A4"/>
          </p15:clr>
        </p15:guide>
        <p15:guide id="12" orient="horz" pos="744" userDrawn="1">
          <p15:clr>
            <a:srgbClr val="A4A3A4"/>
          </p15:clr>
        </p15:guide>
        <p15:guide id="13" orient="horz" pos="1621" userDrawn="1">
          <p15:clr>
            <a:srgbClr val="A4A3A4"/>
          </p15:clr>
        </p15:guide>
        <p15:guide id="14" orient="horz" pos="2867" userDrawn="1">
          <p15:clr>
            <a:srgbClr val="A4A3A4"/>
          </p15:clr>
        </p15:guide>
        <p15:guide id="15" pos="198" userDrawn="1">
          <p15:clr>
            <a:srgbClr val="A4A3A4"/>
          </p15:clr>
        </p15:guide>
        <p15:guide id="16" pos="5562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D200"/>
    <a:srgbClr val="FFFFFF"/>
    <a:srgbClr val="A885D8"/>
    <a:srgbClr val="FF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9130" autoAdjust="0"/>
  </p:normalViewPr>
  <p:slideViewPr>
    <p:cSldViewPr showGuides="1">
      <p:cViewPr varScale="1">
        <p:scale>
          <a:sx n="101" d="100"/>
          <a:sy n="101" d="100"/>
        </p:scale>
        <p:origin x="-204" y="-84"/>
      </p:cViewPr>
      <p:guideLst>
        <p:guide orient="horz" pos="169"/>
        <p:guide orient="horz" pos="636"/>
        <p:guide orient="horz" pos="744"/>
        <p:guide orient="horz" pos="1621"/>
        <p:guide orient="horz" pos="2867"/>
        <p:guide pos="2880"/>
        <p:guide pos="198"/>
        <p:guide pos="5562"/>
      </p:guideLst>
    </p:cSldViewPr>
  </p:slideViewPr>
  <p:outlineViewPr>
    <p:cViewPr>
      <p:scale>
        <a:sx n="33" d="100"/>
        <a:sy n="33" d="100"/>
      </p:scale>
      <p:origin x="0" y="14958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14F63557-65CD-470F-8999-4C3C411BE899}" type="datetimeFigureOut">
              <a:rPr lang="en-GB" smtClean="0"/>
              <a:pPr/>
              <a:t>20/09/2016</a:t>
            </a:fld>
            <a:endParaRPr lang="en-GB"/>
          </a:p>
        </p:txBody>
      </p:sp>
      <p:sp>
        <p:nvSpPr>
          <p:cNvPr id="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180000" bIns="45720" rtlCol="0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230188" marR="0" lvl="1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Second level</a:t>
            </a:r>
          </a:p>
          <a:p>
            <a:pPr marL="360363" marR="0" lvl="2" indent="-147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522288" marR="0" lvl="3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668338" marR="0" lvl="4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Fifth level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885932DF-9606-4758-A2B5-AF1153FB1A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2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92075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1pPr>
    <a:lvl2pPr marL="2301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Wingdings" panose="05000000000000000000" pitchFamily="2" charset="2"/>
      <a:buChar char="§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2pPr>
    <a:lvl3pPr marL="360363" marR="0" indent="-147638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3pPr>
    <a:lvl4pPr marL="5222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4pPr>
    <a:lvl5pPr marL="668338" marR="0" indent="-14605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0" y="1183484"/>
            <a:ext cx="8520500" cy="3369466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0353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2858" y="267618"/>
            <a:ext cx="4829966" cy="2304131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5" y="266701"/>
            <a:ext cx="3033713" cy="340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687" y="2704144"/>
            <a:ext cx="4831185" cy="966156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presenter name and date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313535" y="4237038"/>
            <a:ext cx="612775" cy="612775"/>
            <a:chOff x="313535" y="4237038"/>
            <a:chExt cx="612775" cy="612775"/>
          </a:xfrm>
        </p:grpSpPr>
        <p:sp>
          <p:nvSpPr>
            <p:cNvPr id="19" name="Rectangle 5"/>
            <p:cNvSpPr>
              <a:spLocks noChangeArrowheads="1"/>
            </p:cNvSpPr>
            <p:nvPr userDrawn="1"/>
          </p:nvSpPr>
          <p:spPr bwMode="auto">
            <a:xfrm>
              <a:off x="313535" y="4237038"/>
              <a:ext cx="612775" cy="612775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6"/>
            <p:cNvSpPr>
              <a:spLocks noEditPoints="1"/>
            </p:cNvSpPr>
            <p:nvPr userDrawn="1"/>
          </p:nvSpPr>
          <p:spPr bwMode="auto">
            <a:xfrm>
              <a:off x="500860" y="4711701"/>
              <a:ext cx="74613" cy="87313"/>
            </a:xfrm>
            <a:custGeom>
              <a:avLst/>
              <a:gdLst>
                <a:gd name="T0" fmla="*/ 66 w 93"/>
                <a:gd name="T1" fmla="*/ 99 h 109"/>
                <a:gd name="T2" fmla="*/ 31 w 93"/>
                <a:gd name="T3" fmla="*/ 109 h 109"/>
                <a:gd name="T4" fmla="*/ 0 w 93"/>
                <a:gd name="T5" fmla="*/ 79 h 109"/>
                <a:gd name="T6" fmla="*/ 66 w 93"/>
                <a:gd name="T7" fmla="*/ 37 h 109"/>
                <a:gd name="T8" fmla="*/ 66 w 93"/>
                <a:gd name="T9" fmla="*/ 32 h 109"/>
                <a:gd name="T10" fmla="*/ 49 w 93"/>
                <a:gd name="T11" fmla="*/ 19 h 109"/>
                <a:gd name="T12" fmla="*/ 24 w 93"/>
                <a:gd name="T13" fmla="*/ 32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2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9 h 109"/>
                <a:gd name="T26" fmla="*/ 27 w 93"/>
                <a:gd name="T27" fmla="*/ 77 h 109"/>
                <a:gd name="T28" fmla="*/ 39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7"/>
            <p:cNvSpPr>
              <a:spLocks/>
            </p:cNvSpPr>
            <p:nvPr userDrawn="1"/>
          </p:nvSpPr>
          <p:spPr bwMode="auto">
            <a:xfrm>
              <a:off x="592935" y="4711701"/>
              <a:ext cx="76200" cy="87313"/>
            </a:xfrm>
            <a:custGeom>
              <a:avLst/>
              <a:gdLst>
                <a:gd name="T0" fmla="*/ 0 w 94"/>
                <a:gd name="T1" fmla="*/ 5 h 108"/>
                <a:gd name="T2" fmla="*/ 23 w 94"/>
                <a:gd name="T3" fmla="*/ 2 h 108"/>
                <a:gd name="T4" fmla="*/ 25 w 94"/>
                <a:gd name="T5" fmla="*/ 15 h 108"/>
                <a:gd name="T6" fmla="*/ 61 w 94"/>
                <a:gd name="T7" fmla="*/ 0 h 108"/>
                <a:gd name="T8" fmla="*/ 94 w 94"/>
                <a:gd name="T9" fmla="*/ 34 h 108"/>
                <a:gd name="T10" fmla="*/ 94 w 94"/>
                <a:gd name="T11" fmla="*/ 108 h 108"/>
                <a:gd name="T12" fmla="*/ 66 w 94"/>
                <a:gd name="T13" fmla="*/ 108 h 108"/>
                <a:gd name="T14" fmla="*/ 66 w 94"/>
                <a:gd name="T15" fmla="*/ 39 h 108"/>
                <a:gd name="T16" fmla="*/ 53 w 94"/>
                <a:gd name="T17" fmla="*/ 21 h 108"/>
                <a:gd name="T18" fmla="*/ 27 w 94"/>
                <a:gd name="T19" fmla="*/ 32 h 108"/>
                <a:gd name="T20" fmla="*/ 27 w 94"/>
                <a:gd name="T21" fmla="*/ 108 h 108"/>
                <a:gd name="T22" fmla="*/ 0 w 94"/>
                <a:gd name="T23" fmla="*/ 108 h 108"/>
                <a:gd name="T24" fmla="*/ 0 w 94"/>
                <a:gd name="T25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8"/>
            <p:cNvSpPr>
              <a:spLocks noEditPoints="1"/>
            </p:cNvSpPr>
            <p:nvPr userDrawn="1"/>
          </p:nvSpPr>
          <p:spPr bwMode="auto">
            <a:xfrm>
              <a:off x="778673" y="4711701"/>
              <a:ext cx="79375" cy="88900"/>
            </a:xfrm>
            <a:custGeom>
              <a:avLst/>
              <a:gdLst>
                <a:gd name="T0" fmla="*/ 50 w 98"/>
                <a:gd name="T1" fmla="*/ 110 h 110"/>
                <a:gd name="T2" fmla="*/ 0 w 98"/>
                <a:gd name="T3" fmla="*/ 55 h 110"/>
                <a:gd name="T4" fmla="*/ 49 w 98"/>
                <a:gd name="T5" fmla="*/ 0 h 110"/>
                <a:gd name="T6" fmla="*/ 98 w 98"/>
                <a:gd name="T7" fmla="*/ 54 h 110"/>
                <a:gd name="T8" fmla="*/ 97 w 98"/>
                <a:gd name="T9" fmla="*/ 59 h 110"/>
                <a:gd name="T10" fmla="*/ 27 w 98"/>
                <a:gd name="T11" fmla="*/ 59 h 110"/>
                <a:gd name="T12" fmla="*/ 52 w 98"/>
                <a:gd name="T13" fmla="*/ 89 h 110"/>
                <a:gd name="T14" fmla="*/ 76 w 98"/>
                <a:gd name="T15" fmla="*/ 76 h 110"/>
                <a:gd name="T16" fmla="*/ 96 w 98"/>
                <a:gd name="T17" fmla="*/ 87 h 110"/>
                <a:gd name="T18" fmla="*/ 50 w 98"/>
                <a:gd name="T19" fmla="*/ 110 h 110"/>
                <a:gd name="T20" fmla="*/ 70 w 98"/>
                <a:gd name="T21" fmla="*/ 41 h 110"/>
                <a:gd name="T22" fmla="*/ 49 w 98"/>
                <a:gd name="T23" fmla="*/ 19 h 110"/>
                <a:gd name="T24" fmla="*/ 28 w 98"/>
                <a:gd name="T25" fmla="*/ 41 h 110"/>
                <a:gd name="T26" fmla="*/ 70 w 98"/>
                <a:gd name="T27" fmla="*/ 4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9"/>
            <p:cNvSpPr>
              <a:spLocks noEditPoints="1"/>
            </p:cNvSpPr>
            <p:nvPr userDrawn="1"/>
          </p:nvSpPr>
          <p:spPr bwMode="auto">
            <a:xfrm>
              <a:off x="346873" y="4711701"/>
              <a:ext cx="84138" cy="889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0"/>
            <p:cNvSpPr>
              <a:spLocks/>
            </p:cNvSpPr>
            <p:nvPr userDrawn="1"/>
          </p:nvSpPr>
          <p:spPr bwMode="auto">
            <a:xfrm>
              <a:off x="446885" y="4711701"/>
              <a:ext cx="47625" cy="87313"/>
            </a:xfrm>
            <a:custGeom>
              <a:avLst/>
              <a:gdLst>
                <a:gd name="T0" fmla="*/ 0 w 59"/>
                <a:gd name="T1" fmla="*/ 3 h 108"/>
                <a:gd name="T2" fmla="*/ 26 w 59"/>
                <a:gd name="T3" fmla="*/ 3 h 108"/>
                <a:gd name="T4" fmla="*/ 26 w 59"/>
                <a:gd name="T5" fmla="*/ 15 h 108"/>
                <a:gd name="T6" fmla="*/ 55 w 59"/>
                <a:gd name="T7" fmla="*/ 0 h 108"/>
                <a:gd name="T8" fmla="*/ 59 w 59"/>
                <a:gd name="T9" fmla="*/ 1 h 108"/>
                <a:gd name="T10" fmla="*/ 59 w 59"/>
                <a:gd name="T11" fmla="*/ 27 h 108"/>
                <a:gd name="T12" fmla="*/ 58 w 59"/>
                <a:gd name="T13" fmla="*/ 27 h 108"/>
                <a:gd name="T14" fmla="*/ 28 w 59"/>
                <a:gd name="T15" fmla="*/ 38 h 108"/>
                <a:gd name="T16" fmla="*/ 28 w 59"/>
                <a:gd name="T17" fmla="*/ 108 h 108"/>
                <a:gd name="T18" fmla="*/ 0 w 59"/>
                <a:gd name="T19" fmla="*/ 108 h 108"/>
                <a:gd name="T20" fmla="*/ 0 w 59"/>
                <a:gd name="T21" fmla="*/ 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1"/>
            <p:cNvSpPr>
              <a:spLocks noEditPoints="1"/>
            </p:cNvSpPr>
            <p:nvPr userDrawn="1"/>
          </p:nvSpPr>
          <p:spPr bwMode="auto">
            <a:xfrm>
              <a:off x="685010" y="4711701"/>
              <a:ext cx="79375" cy="12065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50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9 h 149"/>
                <a:gd name="T16" fmla="*/ 3 w 98"/>
                <a:gd name="T17" fmla="*/ 123 h 149"/>
                <a:gd name="T18" fmla="*/ 30 w 98"/>
                <a:gd name="T19" fmla="*/ 118 h 149"/>
                <a:gd name="T20" fmla="*/ 50 w 98"/>
                <a:gd name="T21" fmla="*/ 128 h 149"/>
                <a:gd name="T22" fmla="*/ 72 w 98"/>
                <a:gd name="T23" fmla="*/ 105 h 149"/>
                <a:gd name="T24" fmla="*/ 72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12"/>
            <p:cNvSpPr>
              <a:spLocks noEditPoints="1"/>
            </p:cNvSpPr>
            <p:nvPr userDrawn="1"/>
          </p:nvSpPr>
          <p:spPr bwMode="auto">
            <a:xfrm>
              <a:off x="843760" y="4681538"/>
              <a:ext cx="58738" cy="26988"/>
            </a:xfrm>
            <a:custGeom>
              <a:avLst/>
              <a:gdLst>
                <a:gd name="T0" fmla="*/ 14 w 37"/>
                <a:gd name="T1" fmla="*/ 2 h 17"/>
                <a:gd name="T2" fmla="*/ 9 w 37"/>
                <a:gd name="T3" fmla="*/ 2 h 17"/>
                <a:gd name="T4" fmla="*/ 9 w 37"/>
                <a:gd name="T5" fmla="*/ 17 h 17"/>
                <a:gd name="T6" fmla="*/ 6 w 37"/>
                <a:gd name="T7" fmla="*/ 17 h 17"/>
                <a:gd name="T8" fmla="*/ 6 w 37"/>
                <a:gd name="T9" fmla="*/ 2 h 17"/>
                <a:gd name="T10" fmla="*/ 0 w 37"/>
                <a:gd name="T11" fmla="*/ 2 h 17"/>
                <a:gd name="T12" fmla="*/ 0 w 37"/>
                <a:gd name="T13" fmla="*/ 0 h 17"/>
                <a:gd name="T14" fmla="*/ 14 w 37"/>
                <a:gd name="T15" fmla="*/ 0 h 17"/>
                <a:gd name="T16" fmla="*/ 14 w 37"/>
                <a:gd name="T17" fmla="*/ 2 h 17"/>
                <a:gd name="T18" fmla="*/ 37 w 37"/>
                <a:gd name="T19" fmla="*/ 17 h 17"/>
                <a:gd name="T20" fmla="*/ 34 w 37"/>
                <a:gd name="T21" fmla="*/ 17 h 17"/>
                <a:gd name="T22" fmla="*/ 34 w 37"/>
                <a:gd name="T23" fmla="*/ 2 h 17"/>
                <a:gd name="T24" fmla="*/ 34 w 37"/>
                <a:gd name="T25" fmla="*/ 2 h 17"/>
                <a:gd name="T26" fmla="*/ 29 w 37"/>
                <a:gd name="T27" fmla="*/ 17 h 17"/>
                <a:gd name="T28" fmla="*/ 27 w 37"/>
                <a:gd name="T29" fmla="*/ 17 h 17"/>
                <a:gd name="T30" fmla="*/ 21 w 37"/>
                <a:gd name="T31" fmla="*/ 2 h 17"/>
                <a:gd name="T32" fmla="*/ 20 w 37"/>
                <a:gd name="T33" fmla="*/ 2 h 17"/>
                <a:gd name="T34" fmla="*/ 20 w 37"/>
                <a:gd name="T35" fmla="*/ 17 h 17"/>
                <a:gd name="T36" fmla="*/ 18 w 37"/>
                <a:gd name="T37" fmla="*/ 17 h 17"/>
                <a:gd name="T38" fmla="*/ 18 w 37"/>
                <a:gd name="T39" fmla="*/ 0 h 17"/>
                <a:gd name="T40" fmla="*/ 22 w 37"/>
                <a:gd name="T41" fmla="*/ 0 h 17"/>
                <a:gd name="T42" fmla="*/ 28 w 37"/>
                <a:gd name="T43" fmla="*/ 13 h 17"/>
                <a:gd name="T44" fmla="*/ 33 w 37"/>
                <a:gd name="T45" fmla="*/ 0 h 17"/>
                <a:gd name="T46" fmla="*/ 37 w 37"/>
                <a:gd name="T47" fmla="*/ 0 h 17"/>
                <a:gd name="T48" fmla="*/ 37 w 37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4709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9" y="268292"/>
            <a:ext cx="8519642" cy="4284658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contents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12774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13769" y="268288"/>
            <a:ext cx="6096839" cy="4284662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500" baseline="0"/>
            </a:lvl1pPr>
            <a:lvl2pPr>
              <a:lnSpc>
                <a:spcPct val="85000"/>
              </a:lnSpc>
              <a:spcBef>
                <a:spcPts val="0"/>
              </a:spcBef>
              <a:defRPr sz="5500"/>
            </a:lvl2pPr>
            <a:lvl3pPr>
              <a:defRPr sz="5500"/>
            </a:lvl3pPr>
            <a:lvl4pPr>
              <a:defRPr sz="5500"/>
            </a:lvl4pPr>
            <a:lvl5pPr>
              <a:defRPr sz="5500"/>
            </a:lvl5pPr>
          </a:lstStyle>
          <a:p>
            <a:pPr lvl="0"/>
            <a:r>
              <a:rPr lang="en-US" dirty="0"/>
              <a:t>Click to edit section number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6248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3698"/>
            <a:ext cx="3968055" cy="336925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3698"/>
            <a:ext cx="3968055" cy="336441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200" y="268288"/>
            <a:ext cx="8519650" cy="7413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6865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41992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Med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881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300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3484"/>
            <a:ext cx="8516475" cy="3369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07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65" r:id="rId3"/>
    <p:sldLayoutId id="2147483664" r:id="rId4"/>
    <p:sldLayoutId id="2147483661" r:id="rId5"/>
    <p:sldLayoutId id="2147483662" r:id="rId6"/>
    <p:sldLayoutId id="2147483663" r:id="rId7"/>
    <p:sldLayoutId id="2147483666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Middle East </a:t>
            </a:r>
            <a:r>
              <a:rPr lang="en-GB" dirty="0" smtClean="0"/>
              <a:t>with</a:t>
            </a:r>
            <a:br>
              <a:rPr lang="en-GB" dirty="0" smtClean="0"/>
            </a:br>
            <a:r>
              <a:rPr lang="en-GB" dirty="0" smtClean="0"/>
              <a:t>country </a:t>
            </a:r>
            <a:r>
              <a:rPr lang="en-GB" dirty="0"/>
              <a:t>names</a:t>
            </a:r>
          </a:p>
        </p:txBody>
      </p:sp>
      <p:grpSp>
        <p:nvGrpSpPr>
          <p:cNvPr id="38" name="Group 37"/>
          <p:cNvGrpSpPr>
            <a:grpSpLocks noChangeAspect="1"/>
          </p:cNvGrpSpPr>
          <p:nvPr/>
        </p:nvGrpSpPr>
        <p:grpSpPr bwMode="auto">
          <a:xfrm>
            <a:off x="2737863" y="670707"/>
            <a:ext cx="3669864" cy="3805262"/>
            <a:chOff x="1322" y="5"/>
            <a:chExt cx="3117" cy="3232"/>
          </a:xfrm>
          <a:solidFill>
            <a:schemeClr val="bg1"/>
          </a:solidFill>
        </p:grpSpPr>
        <p:sp>
          <p:nvSpPr>
            <p:cNvPr id="39" name="Freeform 5"/>
            <p:cNvSpPr>
              <a:spLocks/>
            </p:cNvSpPr>
            <p:nvPr/>
          </p:nvSpPr>
          <p:spPr bwMode="auto">
            <a:xfrm>
              <a:off x="2254" y="5"/>
              <a:ext cx="2185" cy="1759"/>
            </a:xfrm>
            <a:custGeom>
              <a:avLst/>
              <a:gdLst>
                <a:gd name="T0" fmla="*/ 93 w 2185"/>
                <a:gd name="T1" fmla="*/ 36 h 1759"/>
                <a:gd name="T2" fmla="*/ 197 w 2185"/>
                <a:gd name="T3" fmla="*/ 112 h 1759"/>
                <a:gd name="T4" fmla="*/ 271 w 2185"/>
                <a:gd name="T5" fmla="*/ 112 h 1759"/>
                <a:gd name="T6" fmla="*/ 330 w 2185"/>
                <a:gd name="T7" fmla="*/ 55 h 1759"/>
                <a:gd name="T8" fmla="*/ 403 w 2185"/>
                <a:gd name="T9" fmla="*/ 14 h 1759"/>
                <a:gd name="T10" fmla="*/ 425 w 2185"/>
                <a:gd name="T11" fmla="*/ 64 h 1759"/>
                <a:gd name="T12" fmla="*/ 474 w 2185"/>
                <a:gd name="T13" fmla="*/ 161 h 1759"/>
                <a:gd name="T14" fmla="*/ 523 w 2185"/>
                <a:gd name="T15" fmla="*/ 200 h 1759"/>
                <a:gd name="T16" fmla="*/ 565 w 2185"/>
                <a:gd name="T17" fmla="*/ 284 h 1759"/>
                <a:gd name="T18" fmla="*/ 674 w 2185"/>
                <a:gd name="T19" fmla="*/ 298 h 1759"/>
                <a:gd name="T20" fmla="*/ 838 w 2185"/>
                <a:gd name="T21" fmla="*/ 383 h 1759"/>
                <a:gd name="T22" fmla="*/ 1080 w 2185"/>
                <a:gd name="T23" fmla="*/ 366 h 1759"/>
                <a:gd name="T24" fmla="*/ 1135 w 2185"/>
                <a:gd name="T25" fmla="*/ 271 h 1759"/>
                <a:gd name="T26" fmla="*/ 1266 w 2185"/>
                <a:gd name="T27" fmla="*/ 178 h 1759"/>
                <a:gd name="T28" fmla="*/ 1380 w 2185"/>
                <a:gd name="T29" fmla="*/ 164 h 1759"/>
                <a:gd name="T30" fmla="*/ 1547 w 2185"/>
                <a:gd name="T31" fmla="*/ 230 h 1759"/>
                <a:gd name="T32" fmla="*/ 1652 w 2185"/>
                <a:gd name="T33" fmla="*/ 285 h 1759"/>
                <a:gd name="T34" fmla="*/ 1825 w 2185"/>
                <a:gd name="T35" fmla="*/ 401 h 1759"/>
                <a:gd name="T36" fmla="*/ 1833 w 2185"/>
                <a:gd name="T37" fmla="*/ 508 h 1759"/>
                <a:gd name="T38" fmla="*/ 1838 w 2185"/>
                <a:gd name="T39" fmla="*/ 576 h 1759"/>
                <a:gd name="T40" fmla="*/ 1795 w 2185"/>
                <a:gd name="T41" fmla="*/ 658 h 1759"/>
                <a:gd name="T42" fmla="*/ 1852 w 2185"/>
                <a:gd name="T43" fmla="*/ 729 h 1759"/>
                <a:gd name="T44" fmla="*/ 1851 w 2185"/>
                <a:gd name="T45" fmla="*/ 919 h 1759"/>
                <a:gd name="T46" fmla="*/ 1972 w 2185"/>
                <a:gd name="T47" fmla="*/ 1043 h 1759"/>
                <a:gd name="T48" fmla="*/ 1961 w 2185"/>
                <a:gd name="T49" fmla="*/ 1307 h 1759"/>
                <a:gd name="T50" fmla="*/ 2081 w 2185"/>
                <a:gd name="T51" fmla="*/ 1372 h 1759"/>
                <a:gd name="T52" fmla="*/ 2122 w 2185"/>
                <a:gd name="T53" fmla="*/ 1476 h 1759"/>
                <a:gd name="T54" fmla="*/ 2170 w 2185"/>
                <a:gd name="T55" fmla="*/ 1569 h 1759"/>
                <a:gd name="T56" fmla="*/ 2037 w 2185"/>
                <a:gd name="T57" fmla="*/ 1620 h 1759"/>
                <a:gd name="T58" fmla="*/ 2032 w 2185"/>
                <a:gd name="T59" fmla="*/ 1741 h 1759"/>
                <a:gd name="T60" fmla="*/ 1942 w 2185"/>
                <a:gd name="T61" fmla="*/ 1737 h 1759"/>
                <a:gd name="T62" fmla="*/ 1892 w 2185"/>
                <a:gd name="T63" fmla="*/ 1725 h 1759"/>
                <a:gd name="T64" fmla="*/ 1724 w 2185"/>
                <a:gd name="T65" fmla="*/ 1711 h 1759"/>
                <a:gd name="T66" fmla="*/ 1619 w 2185"/>
                <a:gd name="T67" fmla="*/ 1689 h 1759"/>
                <a:gd name="T68" fmla="*/ 1524 w 2185"/>
                <a:gd name="T69" fmla="*/ 1602 h 1759"/>
                <a:gd name="T70" fmla="*/ 1481 w 2185"/>
                <a:gd name="T71" fmla="*/ 1519 h 1759"/>
                <a:gd name="T72" fmla="*/ 1371 w 2185"/>
                <a:gd name="T73" fmla="*/ 1533 h 1759"/>
                <a:gd name="T74" fmla="*/ 1211 w 2185"/>
                <a:gd name="T75" fmla="*/ 1566 h 1759"/>
                <a:gd name="T76" fmla="*/ 1102 w 2185"/>
                <a:gd name="T77" fmla="*/ 1528 h 1759"/>
                <a:gd name="T78" fmla="*/ 1036 w 2185"/>
                <a:gd name="T79" fmla="*/ 1467 h 1759"/>
                <a:gd name="T80" fmla="*/ 919 w 2185"/>
                <a:gd name="T81" fmla="*/ 1441 h 1759"/>
                <a:gd name="T82" fmla="*/ 832 w 2185"/>
                <a:gd name="T83" fmla="*/ 1328 h 1759"/>
                <a:gd name="T84" fmla="*/ 826 w 2185"/>
                <a:gd name="T85" fmla="*/ 1309 h 1759"/>
                <a:gd name="T86" fmla="*/ 747 w 2185"/>
                <a:gd name="T87" fmla="*/ 1171 h 1759"/>
                <a:gd name="T88" fmla="*/ 673 w 2185"/>
                <a:gd name="T89" fmla="*/ 1178 h 1759"/>
                <a:gd name="T90" fmla="*/ 635 w 2185"/>
                <a:gd name="T91" fmla="*/ 1149 h 1759"/>
                <a:gd name="T92" fmla="*/ 613 w 2185"/>
                <a:gd name="T93" fmla="*/ 1192 h 1759"/>
                <a:gd name="T94" fmla="*/ 556 w 2185"/>
                <a:gd name="T95" fmla="*/ 1154 h 1759"/>
                <a:gd name="T96" fmla="*/ 491 w 2185"/>
                <a:gd name="T97" fmla="*/ 1013 h 1759"/>
                <a:gd name="T98" fmla="*/ 437 w 2185"/>
                <a:gd name="T99" fmla="*/ 889 h 1759"/>
                <a:gd name="T100" fmla="*/ 295 w 2185"/>
                <a:gd name="T101" fmla="*/ 833 h 1759"/>
                <a:gd name="T102" fmla="*/ 275 w 2185"/>
                <a:gd name="T103" fmla="*/ 754 h 1759"/>
                <a:gd name="T104" fmla="*/ 234 w 2185"/>
                <a:gd name="T105" fmla="*/ 709 h 1759"/>
                <a:gd name="T106" fmla="*/ 249 w 2185"/>
                <a:gd name="T107" fmla="*/ 601 h 1759"/>
                <a:gd name="T108" fmla="*/ 265 w 2185"/>
                <a:gd name="T109" fmla="*/ 524 h 1759"/>
                <a:gd name="T110" fmla="*/ 281 w 2185"/>
                <a:gd name="T111" fmla="*/ 497 h 1759"/>
                <a:gd name="T112" fmla="*/ 172 w 2185"/>
                <a:gd name="T113" fmla="*/ 461 h 1759"/>
                <a:gd name="T114" fmla="*/ 125 w 2185"/>
                <a:gd name="T115" fmla="*/ 375 h 1759"/>
                <a:gd name="T116" fmla="*/ 88 w 2185"/>
                <a:gd name="T117" fmla="*/ 304 h 1759"/>
                <a:gd name="T118" fmla="*/ 52 w 2185"/>
                <a:gd name="T119" fmla="*/ 177 h 1759"/>
                <a:gd name="T120" fmla="*/ 12 w 2185"/>
                <a:gd name="T121" fmla="*/ 72 h 1759"/>
                <a:gd name="T122" fmla="*/ 52 w 2185"/>
                <a:gd name="T123" fmla="*/ 0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85" h="1759">
                  <a:moveTo>
                    <a:pt x="52" y="0"/>
                  </a:moveTo>
                  <a:lnTo>
                    <a:pt x="57" y="0"/>
                  </a:lnTo>
                  <a:lnTo>
                    <a:pt x="71" y="17"/>
                  </a:lnTo>
                  <a:lnTo>
                    <a:pt x="85" y="15"/>
                  </a:lnTo>
                  <a:lnTo>
                    <a:pt x="93" y="36"/>
                  </a:lnTo>
                  <a:lnTo>
                    <a:pt x="91" y="50"/>
                  </a:lnTo>
                  <a:lnTo>
                    <a:pt x="137" y="75"/>
                  </a:lnTo>
                  <a:lnTo>
                    <a:pt x="140" y="96"/>
                  </a:lnTo>
                  <a:lnTo>
                    <a:pt x="169" y="110"/>
                  </a:lnTo>
                  <a:lnTo>
                    <a:pt x="197" y="112"/>
                  </a:lnTo>
                  <a:lnTo>
                    <a:pt x="227" y="129"/>
                  </a:lnTo>
                  <a:lnTo>
                    <a:pt x="232" y="112"/>
                  </a:lnTo>
                  <a:lnTo>
                    <a:pt x="232" y="112"/>
                  </a:lnTo>
                  <a:lnTo>
                    <a:pt x="256" y="107"/>
                  </a:lnTo>
                  <a:lnTo>
                    <a:pt x="271" y="112"/>
                  </a:lnTo>
                  <a:lnTo>
                    <a:pt x="290" y="104"/>
                  </a:lnTo>
                  <a:lnTo>
                    <a:pt x="294" y="91"/>
                  </a:lnTo>
                  <a:lnTo>
                    <a:pt x="301" y="82"/>
                  </a:lnTo>
                  <a:lnTo>
                    <a:pt x="313" y="82"/>
                  </a:lnTo>
                  <a:lnTo>
                    <a:pt x="330" y="55"/>
                  </a:lnTo>
                  <a:lnTo>
                    <a:pt x="343" y="50"/>
                  </a:lnTo>
                  <a:lnTo>
                    <a:pt x="357" y="33"/>
                  </a:lnTo>
                  <a:lnTo>
                    <a:pt x="371" y="30"/>
                  </a:lnTo>
                  <a:lnTo>
                    <a:pt x="391" y="14"/>
                  </a:lnTo>
                  <a:lnTo>
                    <a:pt x="403" y="14"/>
                  </a:lnTo>
                  <a:lnTo>
                    <a:pt x="404" y="20"/>
                  </a:lnTo>
                  <a:lnTo>
                    <a:pt x="415" y="23"/>
                  </a:lnTo>
                  <a:lnTo>
                    <a:pt x="425" y="39"/>
                  </a:lnTo>
                  <a:lnTo>
                    <a:pt x="439" y="53"/>
                  </a:lnTo>
                  <a:lnTo>
                    <a:pt x="425" y="64"/>
                  </a:lnTo>
                  <a:lnTo>
                    <a:pt x="431" y="74"/>
                  </a:lnTo>
                  <a:lnTo>
                    <a:pt x="456" y="90"/>
                  </a:lnTo>
                  <a:lnTo>
                    <a:pt x="421" y="113"/>
                  </a:lnTo>
                  <a:lnTo>
                    <a:pt x="456" y="153"/>
                  </a:lnTo>
                  <a:lnTo>
                    <a:pt x="474" y="161"/>
                  </a:lnTo>
                  <a:lnTo>
                    <a:pt x="481" y="173"/>
                  </a:lnTo>
                  <a:lnTo>
                    <a:pt x="499" y="177"/>
                  </a:lnTo>
                  <a:lnTo>
                    <a:pt x="508" y="172"/>
                  </a:lnTo>
                  <a:lnTo>
                    <a:pt x="508" y="178"/>
                  </a:lnTo>
                  <a:lnTo>
                    <a:pt x="523" y="200"/>
                  </a:lnTo>
                  <a:lnTo>
                    <a:pt x="526" y="225"/>
                  </a:lnTo>
                  <a:lnTo>
                    <a:pt x="521" y="249"/>
                  </a:lnTo>
                  <a:lnTo>
                    <a:pt x="529" y="260"/>
                  </a:lnTo>
                  <a:lnTo>
                    <a:pt x="545" y="262"/>
                  </a:lnTo>
                  <a:lnTo>
                    <a:pt x="565" y="284"/>
                  </a:lnTo>
                  <a:lnTo>
                    <a:pt x="590" y="284"/>
                  </a:lnTo>
                  <a:lnTo>
                    <a:pt x="608" y="290"/>
                  </a:lnTo>
                  <a:lnTo>
                    <a:pt x="633" y="281"/>
                  </a:lnTo>
                  <a:lnTo>
                    <a:pt x="658" y="298"/>
                  </a:lnTo>
                  <a:lnTo>
                    <a:pt x="674" y="298"/>
                  </a:lnTo>
                  <a:lnTo>
                    <a:pt x="680" y="322"/>
                  </a:lnTo>
                  <a:lnTo>
                    <a:pt x="696" y="341"/>
                  </a:lnTo>
                  <a:lnTo>
                    <a:pt x="750" y="363"/>
                  </a:lnTo>
                  <a:lnTo>
                    <a:pt x="775" y="364"/>
                  </a:lnTo>
                  <a:lnTo>
                    <a:pt x="838" y="383"/>
                  </a:lnTo>
                  <a:lnTo>
                    <a:pt x="870" y="383"/>
                  </a:lnTo>
                  <a:lnTo>
                    <a:pt x="941" y="363"/>
                  </a:lnTo>
                  <a:lnTo>
                    <a:pt x="995" y="357"/>
                  </a:lnTo>
                  <a:lnTo>
                    <a:pt x="1056" y="363"/>
                  </a:lnTo>
                  <a:lnTo>
                    <a:pt x="1080" y="366"/>
                  </a:lnTo>
                  <a:lnTo>
                    <a:pt x="1088" y="339"/>
                  </a:lnTo>
                  <a:lnTo>
                    <a:pt x="1071" y="315"/>
                  </a:lnTo>
                  <a:lnTo>
                    <a:pt x="1061" y="287"/>
                  </a:lnTo>
                  <a:lnTo>
                    <a:pt x="1083" y="274"/>
                  </a:lnTo>
                  <a:lnTo>
                    <a:pt x="1135" y="271"/>
                  </a:lnTo>
                  <a:lnTo>
                    <a:pt x="1145" y="243"/>
                  </a:lnTo>
                  <a:lnTo>
                    <a:pt x="1159" y="225"/>
                  </a:lnTo>
                  <a:lnTo>
                    <a:pt x="1176" y="224"/>
                  </a:lnTo>
                  <a:lnTo>
                    <a:pt x="1221" y="186"/>
                  </a:lnTo>
                  <a:lnTo>
                    <a:pt x="1266" y="178"/>
                  </a:lnTo>
                  <a:lnTo>
                    <a:pt x="1306" y="186"/>
                  </a:lnTo>
                  <a:lnTo>
                    <a:pt x="1314" y="161"/>
                  </a:lnTo>
                  <a:lnTo>
                    <a:pt x="1334" y="156"/>
                  </a:lnTo>
                  <a:lnTo>
                    <a:pt x="1356" y="164"/>
                  </a:lnTo>
                  <a:lnTo>
                    <a:pt x="1380" y="164"/>
                  </a:lnTo>
                  <a:lnTo>
                    <a:pt x="1418" y="194"/>
                  </a:lnTo>
                  <a:lnTo>
                    <a:pt x="1451" y="203"/>
                  </a:lnTo>
                  <a:lnTo>
                    <a:pt x="1513" y="243"/>
                  </a:lnTo>
                  <a:lnTo>
                    <a:pt x="1530" y="241"/>
                  </a:lnTo>
                  <a:lnTo>
                    <a:pt x="1547" y="230"/>
                  </a:lnTo>
                  <a:lnTo>
                    <a:pt x="1590" y="248"/>
                  </a:lnTo>
                  <a:lnTo>
                    <a:pt x="1612" y="252"/>
                  </a:lnTo>
                  <a:lnTo>
                    <a:pt x="1619" y="284"/>
                  </a:lnTo>
                  <a:lnTo>
                    <a:pt x="1628" y="290"/>
                  </a:lnTo>
                  <a:lnTo>
                    <a:pt x="1652" y="285"/>
                  </a:lnTo>
                  <a:lnTo>
                    <a:pt x="1691" y="295"/>
                  </a:lnTo>
                  <a:lnTo>
                    <a:pt x="1734" y="355"/>
                  </a:lnTo>
                  <a:lnTo>
                    <a:pt x="1781" y="358"/>
                  </a:lnTo>
                  <a:lnTo>
                    <a:pt x="1808" y="371"/>
                  </a:lnTo>
                  <a:lnTo>
                    <a:pt x="1825" y="401"/>
                  </a:lnTo>
                  <a:lnTo>
                    <a:pt x="1818" y="417"/>
                  </a:lnTo>
                  <a:lnTo>
                    <a:pt x="1827" y="442"/>
                  </a:lnTo>
                  <a:lnTo>
                    <a:pt x="1825" y="459"/>
                  </a:lnTo>
                  <a:lnTo>
                    <a:pt x="1835" y="478"/>
                  </a:lnTo>
                  <a:lnTo>
                    <a:pt x="1833" y="508"/>
                  </a:lnTo>
                  <a:lnTo>
                    <a:pt x="1836" y="522"/>
                  </a:lnTo>
                  <a:lnTo>
                    <a:pt x="1829" y="538"/>
                  </a:lnTo>
                  <a:lnTo>
                    <a:pt x="1843" y="557"/>
                  </a:lnTo>
                  <a:lnTo>
                    <a:pt x="1836" y="562"/>
                  </a:lnTo>
                  <a:lnTo>
                    <a:pt x="1838" y="576"/>
                  </a:lnTo>
                  <a:lnTo>
                    <a:pt x="1811" y="595"/>
                  </a:lnTo>
                  <a:lnTo>
                    <a:pt x="1788" y="601"/>
                  </a:lnTo>
                  <a:lnTo>
                    <a:pt x="1797" y="615"/>
                  </a:lnTo>
                  <a:lnTo>
                    <a:pt x="1814" y="630"/>
                  </a:lnTo>
                  <a:lnTo>
                    <a:pt x="1795" y="658"/>
                  </a:lnTo>
                  <a:lnTo>
                    <a:pt x="1800" y="663"/>
                  </a:lnTo>
                  <a:lnTo>
                    <a:pt x="1806" y="701"/>
                  </a:lnTo>
                  <a:lnTo>
                    <a:pt x="1806" y="721"/>
                  </a:lnTo>
                  <a:lnTo>
                    <a:pt x="1843" y="729"/>
                  </a:lnTo>
                  <a:lnTo>
                    <a:pt x="1852" y="729"/>
                  </a:lnTo>
                  <a:lnTo>
                    <a:pt x="1819" y="770"/>
                  </a:lnTo>
                  <a:lnTo>
                    <a:pt x="1814" y="799"/>
                  </a:lnTo>
                  <a:lnTo>
                    <a:pt x="1843" y="854"/>
                  </a:lnTo>
                  <a:lnTo>
                    <a:pt x="1857" y="903"/>
                  </a:lnTo>
                  <a:lnTo>
                    <a:pt x="1851" y="919"/>
                  </a:lnTo>
                  <a:lnTo>
                    <a:pt x="1860" y="938"/>
                  </a:lnTo>
                  <a:lnTo>
                    <a:pt x="1863" y="977"/>
                  </a:lnTo>
                  <a:lnTo>
                    <a:pt x="1956" y="979"/>
                  </a:lnTo>
                  <a:lnTo>
                    <a:pt x="1974" y="1015"/>
                  </a:lnTo>
                  <a:lnTo>
                    <a:pt x="1972" y="1043"/>
                  </a:lnTo>
                  <a:lnTo>
                    <a:pt x="1982" y="1086"/>
                  </a:lnTo>
                  <a:lnTo>
                    <a:pt x="1974" y="1099"/>
                  </a:lnTo>
                  <a:lnTo>
                    <a:pt x="1893" y="1209"/>
                  </a:lnTo>
                  <a:lnTo>
                    <a:pt x="1949" y="1282"/>
                  </a:lnTo>
                  <a:lnTo>
                    <a:pt x="1961" y="1307"/>
                  </a:lnTo>
                  <a:lnTo>
                    <a:pt x="1990" y="1335"/>
                  </a:lnTo>
                  <a:lnTo>
                    <a:pt x="2016" y="1351"/>
                  </a:lnTo>
                  <a:lnTo>
                    <a:pt x="2026" y="1361"/>
                  </a:lnTo>
                  <a:lnTo>
                    <a:pt x="2061" y="1364"/>
                  </a:lnTo>
                  <a:lnTo>
                    <a:pt x="2081" y="1372"/>
                  </a:lnTo>
                  <a:lnTo>
                    <a:pt x="2084" y="1384"/>
                  </a:lnTo>
                  <a:lnTo>
                    <a:pt x="2113" y="1388"/>
                  </a:lnTo>
                  <a:lnTo>
                    <a:pt x="2114" y="1422"/>
                  </a:lnTo>
                  <a:lnTo>
                    <a:pt x="2121" y="1448"/>
                  </a:lnTo>
                  <a:lnTo>
                    <a:pt x="2122" y="1476"/>
                  </a:lnTo>
                  <a:lnTo>
                    <a:pt x="2129" y="1497"/>
                  </a:lnTo>
                  <a:lnTo>
                    <a:pt x="2154" y="1495"/>
                  </a:lnTo>
                  <a:lnTo>
                    <a:pt x="2182" y="1512"/>
                  </a:lnTo>
                  <a:lnTo>
                    <a:pt x="2185" y="1555"/>
                  </a:lnTo>
                  <a:lnTo>
                    <a:pt x="2170" y="1569"/>
                  </a:lnTo>
                  <a:lnTo>
                    <a:pt x="2143" y="1558"/>
                  </a:lnTo>
                  <a:lnTo>
                    <a:pt x="2091" y="1574"/>
                  </a:lnTo>
                  <a:lnTo>
                    <a:pt x="2080" y="1585"/>
                  </a:lnTo>
                  <a:lnTo>
                    <a:pt x="2048" y="1598"/>
                  </a:lnTo>
                  <a:lnTo>
                    <a:pt x="2037" y="1620"/>
                  </a:lnTo>
                  <a:lnTo>
                    <a:pt x="2042" y="1637"/>
                  </a:lnTo>
                  <a:lnTo>
                    <a:pt x="2026" y="1659"/>
                  </a:lnTo>
                  <a:lnTo>
                    <a:pt x="2035" y="1686"/>
                  </a:lnTo>
                  <a:lnTo>
                    <a:pt x="2032" y="1724"/>
                  </a:lnTo>
                  <a:lnTo>
                    <a:pt x="2032" y="1741"/>
                  </a:lnTo>
                  <a:lnTo>
                    <a:pt x="2026" y="1741"/>
                  </a:lnTo>
                  <a:lnTo>
                    <a:pt x="2021" y="1749"/>
                  </a:lnTo>
                  <a:lnTo>
                    <a:pt x="2005" y="1759"/>
                  </a:lnTo>
                  <a:lnTo>
                    <a:pt x="1969" y="1746"/>
                  </a:lnTo>
                  <a:lnTo>
                    <a:pt x="1942" y="1737"/>
                  </a:lnTo>
                  <a:lnTo>
                    <a:pt x="1933" y="1718"/>
                  </a:lnTo>
                  <a:lnTo>
                    <a:pt x="1919" y="1719"/>
                  </a:lnTo>
                  <a:lnTo>
                    <a:pt x="1914" y="1738"/>
                  </a:lnTo>
                  <a:lnTo>
                    <a:pt x="1908" y="1740"/>
                  </a:lnTo>
                  <a:lnTo>
                    <a:pt x="1892" y="1725"/>
                  </a:lnTo>
                  <a:lnTo>
                    <a:pt x="1882" y="1730"/>
                  </a:lnTo>
                  <a:lnTo>
                    <a:pt x="1863" y="1722"/>
                  </a:lnTo>
                  <a:lnTo>
                    <a:pt x="1818" y="1721"/>
                  </a:lnTo>
                  <a:lnTo>
                    <a:pt x="1784" y="1707"/>
                  </a:lnTo>
                  <a:lnTo>
                    <a:pt x="1724" y="1711"/>
                  </a:lnTo>
                  <a:lnTo>
                    <a:pt x="1696" y="1684"/>
                  </a:lnTo>
                  <a:lnTo>
                    <a:pt x="1688" y="1683"/>
                  </a:lnTo>
                  <a:lnTo>
                    <a:pt x="1663" y="1705"/>
                  </a:lnTo>
                  <a:lnTo>
                    <a:pt x="1642" y="1689"/>
                  </a:lnTo>
                  <a:lnTo>
                    <a:pt x="1619" y="1689"/>
                  </a:lnTo>
                  <a:lnTo>
                    <a:pt x="1563" y="1691"/>
                  </a:lnTo>
                  <a:lnTo>
                    <a:pt x="1559" y="1680"/>
                  </a:lnTo>
                  <a:lnTo>
                    <a:pt x="1546" y="1672"/>
                  </a:lnTo>
                  <a:lnTo>
                    <a:pt x="1544" y="1643"/>
                  </a:lnTo>
                  <a:lnTo>
                    <a:pt x="1524" y="1602"/>
                  </a:lnTo>
                  <a:lnTo>
                    <a:pt x="1513" y="1564"/>
                  </a:lnTo>
                  <a:lnTo>
                    <a:pt x="1494" y="1536"/>
                  </a:lnTo>
                  <a:lnTo>
                    <a:pt x="1491" y="1525"/>
                  </a:lnTo>
                  <a:lnTo>
                    <a:pt x="1481" y="1527"/>
                  </a:lnTo>
                  <a:lnTo>
                    <a:pt x="1481" y="1519"/>
                  </a:lnTo>
                  <a:lnTo>
                    <a:pt x="1445" y="1514"/>
                  </a:lnTo>
                  <a:lnTo>
                    <a:pt x="1423" y="1520"/>
                  </a:lnTo>
                  <a:lnTo>
                    <a:pt x="1394" y="1541"/>
                  </a:lnTo>
                  <a:lnTo>
                    <a:pt x="1374" y="1542"/>
                  </a:lnTo>
                  <a:lnTo>
                    <a:pt x="1371" y="1533"/>
                  </a:lnTo>
                  <a:lnTo>
                    <a:pt x="1371" y="1545"/>
                  </a:lnTo>
                  <a:lnTo>
                    <a:pt x="1325" y="1572"/>
                  </a:lnTo>
                  <a:lnTo>
                    <a:pt x="1288" y="1602"/>
                  </a:lnTo>
                  <a:lnTo>
                    <a:pt x="1246" y="1574"/>
                  </a:lnTo>
                  <a:lnTo>
                    <a:pt x="1211" y="1566"/>
                  </a:lnTo>
                  <a:lnTo>
                    <a:pt x="1186" y="1569"/>
                  </a:lnTo>
                  <a:lnTo>
                    <a:pt x="1175" y="1575"/>
                  </a:lnTo>
                  <a:lnTo>
                    <a:pt x="1137" y="1542"/>
                  </a:lnTo>
                  <a:lnTo>
                    <a:pt x="1119" y="1539"/>
                  </a:lnTo>
                  <a:lnTo>
                    <a:pt x="1102" y="1528"/>
                  </a:lnTo>
                  <a:lnTo>
                    <a:pt x="1078" y="1523"/>
                  </a:lnTo>
                  <a:lnTo>
                    <a:pt x="1047" y="1490"/>
                  </a:lnTo>
                  <a:lnTo>
                    <a:pt x="1059" y="1479"/>
                  </a:lnTo>
                  <a:lnTo>
                    <a:pt x="1056" y="1468"/>
                  </a:lnTo>
                  <a:lnTo>
                    <a:pt x="1036" y="1467"/>
                  </a:lnTo>
                  <a:lnTo>
                    <a:pt x="1031" y="1460"/>
                  </a:lnTo>
                  <a:lnTo>
                    <a:pt x="996" y="1459"/>
                  </a:lnTo>
                  <a:lnTo>
                    <a:pt x="985" y="1446"/>
                  </a:lnTo>
                  <a:lnTo>
                    <a:pt x="958" y="1438"/>
                  </a:lnTo>
                  <a:lnTo>
                    <a:pt x="919" y="1441"/>
                  </a:lnTo>
                  <a:lnTo>
                    <a:pt x="898" y="1429"/>
                  </a:lnTo>
                  <a:lnTo>
                    <a:pt x="865" y="1356"/>
                  </a:lnTo>
                  <a:lnTo>
                    <a:pt x="862" y="1340"/>
                  </a:lnTo>
                  <a:lnTo>
                    <a:pt x="853" y="1343"/>
                  </a:lnTo>
                  <a:lnTo>
                    <a:pt x="832" y="1328"/>
                  </a:lnTo>
                  <a:lnTo>
                    <a:pt x="837" y="1321"/>
                  </a:lnTo>
                  <a:lnTo>
                    <a:pt x="845" y="1326"/>
                  </a:lnTo>
                  <a:lnTo>
                    <a:pt x="853" y="1326"/>
                  </a:lnTo>
                  <a:lnTo>
                    <a:pt x="842" y="1307"/>
                  </a:lnTo>
                  <a:lnTo>
                    <a:pt x="826" y="1309"/>
                  </a:lnTo>
                  <a:lnTo>
                    <a:pt x="815" y="1302"/>
                  </a:lnTo>
                  <a:lnTo>
                    <a:pt x="810" y="1269"/>
                  </a:lnTo>
                  <a:lnTo>
                    <a:pt x="772" y="1222"/>
                  </a:lnTo>
                  <a:lnTo>
                    <a:pt x="769" y="1201"/>
                  </a:lnTo>
                  <a:lnTo>
                    <a:pt x="747" y="1171"/>
                  </a:lnTo>
                  <a:lnTo>
                    <a:pt x="736" y="1167"/>
                  </a:lnTo>
                  <a:lnTo>
                    <a:pt x="703" y="1193"/>
                  </a:lnTo>
                  <a:lnTo>
                    <a:pt x="692" y="1193"/>
                  </a:lnTo>
                  <a:lnTo>
                    <a:pt x="682" y="1174"/>
                  </a:lnTo>
                  <a:lnTo>
                    <a:pt x="673" y="1178"/>
                  </a:lnTo>
                  <a:lnTo>
                    <a:pt x="647" y="1167"/>
                  </a:lnTo>
                  <a:lnTo>
                    <a:pt x="650" y="1154"/>
                  </a:lnTo>
                  <a:lnTo>
                    <a:pt x="655" y="1143"/>
                  </a:lnTo>
                  <a:lnTo>
                    <a:pt x="649" y="1149"/>
                  </a:lnTo>
                  <a:lnTo>
                    <a:pt x="635" y="1149"/>
                  </a:lnTo>
                  <a:lnTo>
                    <a:pt x="622" y="1148"/>
                  </a:lnTo>
                  <a:lnTo>
                    <a:pt x="638" y="1160"/>
                  </a:lnTo>
                  <a:lnTo>
                    <a:pt x="638" y="1181"/>
                  </a:lnTo>
                  <a:lnTo>
                    <a:pt x="625" y="1192"/>
                  </a:lnTo>
                  <a:lnTo>
                    <a:pt x="613" y="1192"/>
                  </a:lnTo>
                  <a:lnTo>
                    <a:pt x="597" y="1171"/>
                  </a:lnTo>
                  <a:lnTo>
                    <a:pt x="597" y="1165"/>
                  </a:lnTo>
                  <a:lnTo>
                    <a:pt x="587" y="1168"/>
                  </a:lnTo>
                  <a:lnTo>
                    <a:pt x="579" y="1162"/>
                  </a:lnTo>
                  <a:lnTo>
                    <a:pt x="556" y="1154"/>
                  </a:lnTo>
                  <a:lnTo>
                    <a:pt x="538" y="1140"/>
                  </a:lnTo>
                  <a:lnTo>
                    <a:pt x="530" y="1073"/>
                  </a:lnTo>
                  <a:lnTo>
                    <a:pt x="497" y="1073"/>
                  </a:lnTo>
                  <a:lnTo>
                    <a:pt x="489" y="1045"/>
                  </a:lnTo>
                  <a:lnTo>
                    <a:pt x="491" y="1013"/>
                  </a:lnTo>
                  <a:lnTo>
                    <a:pt x="513" y="994"/>
                  </a:lnTo>
                  <a:lnTo>
                    <a:pt x="491" y="947"/>
                  </a:lnTo>
                  <a:lnTo>
                    <a:pt x="470" y="936"/>
                  </a:lnTo>
                  <a:lnTo>
                    <a:pt x="450" y="898"/>
                  </a:lnTo>
                  <a:lnTo>
                    <a:pt x="437" y="889"/>
                  </a:lnTo>
                  <a:lnTo>
                    <a:pt x="426" y="893"/>
                  </a:lnTo>
                  <a:lnTo>
                    <a:pt x="347" y="841"/>
                  </a:lnTo>
                  <a:lnTo>
                    <a:pt x="328" y="843"/>
                  </a:lnTo>
                  <a:lnTo>
                    <a:pt x="317" y="851"/>
                  </a:lnTo>
                  <a:lnTo>
                    <a:pt x="295" y="833"/>
                  </a:lnTo>
                  <a:lnTo>
                    <a:pt x="298" y="821"/>
                  </a:lnTo>
                  <a:lnTo>
                    <a:pt x="292" y="813"/>
                  </a:lnTo>
                  <a:lnTo>
                    <a:pt x="303" y="791"/>
                  </a:lnTo>
                  <a:lnTo>
                    <a:pt x="279" y="770"/>
                  </a:lnTo>
                  <a:lnTo>
                    <a:pt x="275" y="754"/>
                  </a:lnTo>
                  <a:lnTo>
                    <a:pt x="251" y="750"/>
                  </a:lnTo>
                  <a:lnTo>
                    <a:pt x="240" y="735"/>
                  </a:lnTo>
                  <a:lnTo>
                    <a:pt x="226" y="734"/>
                  </a:lnTo>
                  <a:lnTo>
                    <a:pt x="226" y="720"/>
                  </a:lnTo>
                  <a:lnTo>
                    <a:pt x="234" y="709"/>
                  </a:lnTo>
                  <a:lnTo>
                    <a:pt x="227" y="698"/>
                  </a:lnTo>
                  <a:lnTo>
                    <a:pt x="232" y="683"/>
                  </a:lnTo>
                  <a:lnTo>
                    <a:pt x="234" y="644"/>
                  </a:lnTo>
                  <a:lnTo>
                    <a:pt x="245" y="633"/>
                  </a:lnTo>
                  <a:lnTo>
                    <a:pt x="249" y="601"/>
                  </a:lnTo>
                  <a:lnTo>
                    <a:pt x="262" y="604"/>
                  </a:lnTo>
                  <a:lnTo>
                    <a:pt x="276" y="595"/>
                  </a:lnTo>
                  <a:lnTo>
                    <a:pt x="276" y="557"/>
                  </a:lnTo>
                  <a:lnTo>
                    <a:pt x="267" y="552"/>
                  </a:lnTo>
                  <a:lnTo>
                    <a:pt x="265" y="524"/>
                  </a:lnTo>
                  <a:lnTo>
                    <a:pt x="278" y="522"/>
                  </a:lnTo>
                  <a:lnTo>
                    <a:pt x="298" y="514"/>
                  </a:lnTo>
                  <a:lnTo>
                    <a:pt x="305" y="510"/>
                  </a:lnTo>
                  <a:lnTo>
                    <a:pt x="295" y="505"/>
                  </a:lnTo>
                  <a:lnTo>
                    <a:pt x="281" y="497"/>
                  </a:lnTo>
                  <a:lnTo>
                    <a:pt x="259" y="499"/>
                  </a:lnTo>
                  <a:lnTo>
                    <a:pt x="241" y="495"/>
                  </a:lnTo>
                  <a:lnTo>
                    <a:pt x="207" y="475"/>
                  </a:lnTo>
                  <a:lnTo>
                    <a:pt x="191" y="472"/>
                  </a:lnTo>
                  <a:lnTo>
                    <a:pt x="172" y="461"/>
                  </a:lnTo>
                  <a:lnTo>
                    <a:pt x="161" y="437"/>
                  </a:lnTo>
                  <a:lnTo>
                    <a:pt x="150" y="420"/>
                  </a:lnTo>
                  <a:lnTo>
                    <a:pt x="134" y="415"/>
                  </a:lnTo>
                  <a:lnTo>
                    <a:pt x="125" y="394"/>
                  </a:lnTo>
                  <a:lnTo>
                    <a:pt x="125" y="375"/>
                  </a:lnTo>
                  <a:lnTo>
                    <a:pt x="115" y="349"/>
                  </a:lnTo>
                  <a:lnTo>
                    <a:pt x="95" y="347"/>
                  </a:lnTo>
                  <a:lnTo>
                    <a:pt x="93" y="347"/>
                  </a:lnTo>
                  <a:lnTo>
                    <a:pt x="98" y="330"/>
                  </a:lnTo>
                  <a:lnTo>
                    <a:pt x="88" y="304"/>
                  </a:lnTo>
                  <a:lnTo>
                    <a:pt x="65" y="263"/>
                  </a:lnTo>
                  <a:lnTo>
                    <a:pt x="36" y="252"/>
                  </a:lnTo>
                  <a:lnTo>
                    <a:pt x="39" y="240"/>
                  </a:lnTo>
                  <a:lnTo>
                    <a:pt x="38" y="210"/>
                  </a:lnTo>
                  <a:lnTo>
                    <a:pt x="52" y="177"/>
                  </a:lnTo>
                  <a:lnTo>
                    <a:pt x="44" y="164"/>
                  </a:lnTo>
                  <a:lnTo>
                    <a:pt x="20" y="161"/>
                  </a:lnTo>
                  <a:lnTo>
                    <a:pt x="19" y="132"/>
                  </a:lnTo>
                  <a:lnTo>
                    <a:pt x="22" y="112"/>
                  </a:lnTo>
                  <a:lnTo>
                    <a:pt x="12" y="72"/>
                  </a:lnTo>
                  <a:lnTo>
                    <a:pt x="0" y="52"/>
                  </a:lnTo>
                  <a:lnTo>
                    <a:pt x="0" y="41"/>
                  </a:lnTo>
                  <a:lnTo>
                    <a:pt x="30" y="38"/>
                  </a:lnTo>
                  <a:lnTo>
                    <a:pt x="41" y="9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Freeform 6"/>
            <p:cNvSpPr>
              <a:spLocks/>
            </p:cNvSpPr>
            <p:nvPr/>
          </p:nvSpPr>
          <p:spPr bwMode="auto">
            <a:xfrm>
              <a:off x="1804" y="319"/>
              <a:ext cx="1037" cy="993"/>
            </a:xfrm>
            <a:custGeom>
              <a:avLst/>
              <a:gdLst>
                <a:gd name="T0" fmla="*/ 1029 w 1037"/>
                <a:gd name="T1" fmla="*/ 848 h 993"/>
                <a:gd name="T2" fmla="*/ 988 w 1037"/>
                <a:gd name="T3" fmla="*/ 826 h 993"/>
                <a:gd name="T4" fmla="*/ 947 w 1037"/>
                <a:gd name="T5" fmla="*/ 759 h 993"/>
                <a:gd name="T6" fmla="*/ 941 w 1037"/>
                <a:gd name="T7" fmla="*/ 699 h 993"/>
                <a:gd name="T8" fmla="*/ 941 w 1037"/>
                <a:gd name="T9" fmla="*/ 633 h 993"/>
                <a:gd name="T10" fmla="*/ 900 w 1037"/>
                <a:gd name="T11" fmla="*/ 584 h 993"/>
                <a:gd name="T12" fmla="*/ 876 w 1037"/>
                <a:gd name="T13" fmla="*/ 579 h 993"/>
                <a:gd name="T14" fmla="*/ 778 w 1037"/>
                <a:gd name="T15" fmla="*/ 529 h 993"/>
                <a:gd name="T16" fmla="*/ 745 w 1037"/>
                <a:gd name="T17" fmla="*/ 519 h 993"/>
                <a:gd name="T18" fmla="*/ 742 w 1037"/>
                <a:gd name="T19" fmla="*/ 499 h 993"/>
                <a:gd name="T20" fmla="*/ 729 w 1037"/>
                <a:gd name="T21" fmla="*/ 456 h 993"/>
                <a:gd name="T22" fmla="*/ 701 w 1037"/>
                <a:gd name="T23" fmla="*/ 436 h 993"/>
                <a:gd name="T24" fmla="*/ 676 w 1037"/>
                <a:gd name="T25" fmla="*/ 420 h 993"/>
                <a:gd name="T26" fmla="*/ 684 w 1037"/>
                <a:gd name="T27" fmla="*/ 395 h 993"/>
                <a:gd name="T28" fmla="*/ 682 w 1037"/>
                <a:gd name="T29" fmla="*/ 369 h 993"/>
                <a:gd name="T30" fmla="*/ 695 w 1037"/>
                <a:gd name="T31" fmla="*/ 319 h 993"/>
                <a:gd name="T32" fmla="*/ 712 w 1037"/>
                <a:gd name="T33" fmla="*/ 290 h 993"/>
                <a:gd name="T34" fmla="*/ 726 w 1037"/>
                <a:gd name="T35" fmla="*/ 243 h 993"/>
                <a:gd name="T36" fmla="*/ 715 w 1037"/>
                <a:gd name="T37" fmla="*/ 210 h 993"/>
                <a:gd name="T38" fmla="*/ 748 w 1037"/>
                <a:gd name="T39" fmla="*/ 200 h 993"/>
                <a:gd name="T40" fmla="*/ 745 w 1037"/>
                <a:gd name="T41" fmla="*/ 191 h 993"/>
                <a:gd name="T42" fmla="*/ 709 w 1037"/>
                <a:gd name="T43" fmla="*/ 185 h 993"/>
                <a:gd name="T44" fmla="*/ 657 w 1037"/>
                <a:gd name="T45" fmla="*/ 161 h 993"/>
                <a:gd name="T46" fmla="*/ 622 w 1037"/>
                <a:gd name="T47" fmla="*/ 147 h 993"/>
                <a:gd name="T48" fmla="*/ 600 w 1037"/>
                <a:gd name="T49" fmla="*/ 106 h 993"/>
                <a:gd name="T50" fmla="*/ 575 w 1037"/>
                <a:gd name="T51" fmla="*/ 80 h 993"/>
                <a:gd name="T52" fmla="*/ 565 w 1037"/>
                <a:gd name="T53" fmla="*/ 35 h 993"/>
                <a:gd name="T54" fmla="*/ 519 w 1037"/>
                <a:gd name="T55" fmla="*/ 41 h 993"/>
                <a:gd name="T56" fmla="*/ 502 w 1037"/>
                <a:gd name="T57" fmla="*/ 11 h 993"/>
                <a:gd name="T58" fmla="*/ 459 w 1037"/>
                <a:gd name="T59" fmla="*/ 9 h 993"/>
                <a:gd name="T60" fmla="*/ 379 w 1037"/>
                <a:gd name="T61" fmla="*/ 0 h 993"/>
                <a:gd name="T62" fmla="*/ 342 w 1037"/>
                <a:gd name="T63" fmla="*/ 9 h 993"/>
                <a:gd name="T64" fmla="*/ 319 w 1037"/>
                <a:gd name="T65" fmla="*/ 36 h 993"/>
                <a:gd name="T66" fmla="*/ 295 w 1037"/>
                <a:gd name="T67" fmla="*/ 60 h 993"/>
                <a:gd name="T68" fmla="*/ 230 w 1037"/>
                <a:gd name="T69" fmla="*/ 87 h 993"/>
                <a:gd name="T70" fmla="*/ 210 w 1037"/>
                <a:gd name="T71" fmla="*/ 158 h 993"/>
                <a:gd name="T72" fmla="*/ 230 w 1037"/>
                <a:gd name="T73" fmla="*/ 232 h 993"/>
                <a:gd name="T74" fmla="*/ 216 w 1037"/>
                <a:gd name="T75" fmla="*/ 286 h 993"/>
                <a:gd name="T76" fmla="*/ 199 w 1037"/>
                <a:gd name="T77" fmla="*/ 339 h 993"/>
                <a:gd name="T78" fmla="*/ 0 w 1037"/>
                <a:gd name="T79" fmla="*/ 491 h 993"/>
                <a:gd name="T80" fmla="*/ 0 w 1037"/>
                <a:gd name="T81" fmla="*/ 493 h 993"/>
                <a:gd name="T82" fmla="*/ 148 w 1037"/>
                <a:gd name="T83" fmla="*/ 643 h 993"/>
                <a:gd name="T84" fmla="*/ 848 w 1037"/>
                <a:gd name="T85" fmla="*/ 993 h 993"/>
                <a:gd name="T86" fmla="*/ 895 w 1037"/>
                <a:gd name="T87" fmla="*/ 895 h 993"/>
                <a:gd name="T88" fmla="*/ 980 w 1037"/>
                <a:gd name="T89" fmla="*/ 887 h 993"/>
                <a:gd name="T90" fmla="*/ 1015 w 1037"/>
                <a:gd name="T91" fmla="*/ 884 h 993"/>
                <a:gd name="T92" fmla="*/ 1037 w 1037"/>
                <a:gd name="T93" fmla="*/ 854 h 9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37" h="993">
                  <a:moveTo>
                    <a:pt x="1037" y="854"/>
                  </a:moveTo>
                  <a:lnTo>
                    <a:pt x="1029" y="848"/>
                  </a:lnTo>
                  <a:lnTo>
                    <a:pt x="1006" y="840"/>
                  </a:lnTo>
                  <a:lnTo>
                    <a:pt x="988" y="826"/>
                  </a:lnTo>
                  <a:lnTo>
                    <a:pt x="980" y="759"/>
                  </a:lnTo>
                  <a:lnTo>
                    <a:pt x="947" y="759"/>
                  </a:lnTo>
                  <a:lnTo>
                    <a:pt x="939" y="731"/>
                  </a:lnTo>
                  <a:lnTo>
                    <a:pt x="941" y="699"/>
                  </a:lnTo>
                  <a:lnTo>
                    <a:pt x="963" y="680"/>
                  </a:lnTo>
                  <a:lnTo>
                    <a:pt x="941" y="633"/>
                  </a:lnTo>
                  <a:lnTo>
                    <a:pt x="920" y="622"/>
                  </a:lnTo>
                  <a:lnTo>
                    <a:pt x="900" y="584"/>
                  </a:lnTo>
                  <a:lnTo>
                    <a:pt x="887" y="575"/>
                  </a:lnTo>
                  <a:lnTo>
                    <a:pt x="876" y="579"/>
                  </a:lnTo>
                  <a:lnTo>
                    <a:pt x="797" y="527"/>
                  </a:lnTo>
                  <a:lnTo>
                    <a:pt x="778" y="529"/>
                  </a:lnTo>
                  <a:lnTo>
                    <a:pt x="767" y="537"/>
                  </a:lnTo>
                  <a:lnTo>
                    <a:pt x="745" y="519"/>
                  </a:lnTo>
                  <a:lnTo>
                    <a:pt x="748" y="507"/>
                  </a:lnTo>
                  <a:lnTo>
                    <a:pt x="742" y="499"/>
                  </a:lnTo>
                  <a:lnTo>
                    <a:pt x="753" y="477"/>
                  </a:lnTo>
                  <a:lnTo>
                    <a:pt x="729" y="456"/>
                  </a:lnTo>
                  <a:lnTo>
                    <a:pt x="725" y="440"/>
                  </a:lnTo>
                  <a:lnTo>
                    <a:pt x="701" y="436"/>
                  </a:lnTo>
                  <a:lnTo>
                    <a:pt x="690" y="421"/>
                  </a:lnTo>
                  <a:lnTo>
                    <a:pt x="676" y="420"/>
                  </a:lnTo>
                  <a:lnTo>
                    <a:pt x="676" y="406"/>
                  </a:lnTo>
                  <a:lnTo>
                    <a:pt x="684" y="395"/>
                  </a:lnTo>
                  <a:lnTo>
                    <a:pt x="677" y="384"/>
                  </a:lnTo>
                  <a:lnTo>
                    <a:pt x="682" y="369"/>
                  </a:lnTo>
                  <a:lnTo>
                    <a:pt x="684" y="330"/>
                  </a:lnTo>
                  <a:lnTo>
                    <a:pt x="695" y="319"/>
                  </a:lnTo>
                  <a:lnTo>
                    <a:pt x="699" y="287"/>
                  </a:lnTo>
                  <a:lnTo>
                    <a:pt x="712" y="290"/>
                  </a:lnTo>
                  <a:lnTo>
                    <a:pt x="726" y="281"/>
                  </a:lnTo>
                  <a:lnTo>
                    <a:pt x="726" y="243"/>
                  </a:lnTo>
                  <a:lnTo>
                    <a:pt x="717" y="238"/>
                  </a:lnTo>
                  <a:lnTo>
                    <a:pt x="715" y="210"/>
                  </a:lnTo>
                  <a:lnTo>
                    <a:pt x="728" y="208"/>
                  </a:lnTo>
                  <a:lnTo>
                    <a:pt x="748" y="200"/>
                  </a:lnTo>
                  <a:lnTo>
                    <a:pt x="755" y="196"/>
                  </a:lnTo>
                  <a:lnTo>
                    <a:pt x="745" y="191"/>
                  </a:lnTo>
                  <a:lnTo>
                    <a:pt x="731" y="183"/>
                  </a:lnTo>
                  <a:lnTo>
                    <a:pt x="709" y="185"/>
                  </a:lnTo>
                  <a:lnTo>
                    <a:pt x="691" y="181"/>
                  </a:lnTo>
                  <a:lnTo>
                    <a:pt x="657" y="161"/>
                  </a:lnTo>
                  <a:lnTo>
                    <a:pt x="641" y="158"/>
                  </a:lnTo>
                  <a:lnTo>
                    <a:pt x="622" y="147"/>
                  </a:lnTo>
                  <a:lnTo>
                    <a:pt x="611" y="123"/>
                  </a:lnTo>
                  <a:lnTo>
                    <a:pt x="600" y="106"/>
                  </a:lnTo>
                  <a:lnTo>
                    <a:pt x="584" y="101"/>
                  </a:lnTo>
                  <a:lnTo>
                    <a:pt x="575" y="80"/>
                  </a:lnTo>
                  <a:lnTo>
                    <a:pt x="575" y="61"/>
                  </a:lnTo>
                  <a:lnTo>
                    <a:pt x="565" y="35"/>
                  </a:lnTo>
                  <a:lnTo>
                    <a:pt x="545" y="33"/>
                  </a:lnTo>
                  <a:lnTo>
                    <a:pt x="519" y="41"/>
                  </a:lnTo>
                  <a:lnTo>
                    <a:pt x="502" y="31"/>
                  </a:lnTo>
                  <a:lnTo>
                    <a:pt x="502" y="11"/>
                  </a:lnTo>
                  <a:lnTo>
                    <a:pt x="488" y="1"/>
                  </a:lnTo>
                  <a:lnTo>
                    <a:pt x="459" y="9"/>
                  </a:lnTo>
                  <a:lnTo>
                    <a:pt x="423" y="0"/>
                  </a:lnTo>
                  <a:lnTo>
                    <a:pt x="379" y="0"/>
                  </a:lnTo>
                  <a:lnTo>
                    <a:pt x="368" y="9"/>
                  </a:lnTo>
                  <a:lnTo>
                    <a:pt x="342" y="9"/>
                  </a:lnTo>
                  <a:lnTo>
                    <a:pt x="314" y="33"/>
                  </a:lnTo>
                  <a:lnTo>
                    <a:pt x="319" y="36"/>
                  </a:lnTo>
                  <a:lnTo>
                    <a:pt x="305" y="60"/>
                  </a:lnTo>
                  <a:lnTo>
                    <a:pt x="295" y="60"/>
                  </a:lnTo>
                  <a:lnTo>
                    <a:pt x="273" y="79"/>
                  </a:lnTo>
                  <a:lnTo>
                    <a:pt x="230" y="87"/>
                  </a:lnTo>
                  <a:lnTo>
                    <a:pt x="211" y="123"/>
                  </a:lnTo>
                  <a:lnTo>
                    <a:pt x="210" y="158"/>
                  </a:lnTo>
                  <a:lnTo>
                    <a:pt x="229" y="197"/>
                  </a:lnTo>
                  <a:lnTo>
                    <a:pt x="230" y="232"/>
                  </a:lnTo>
                  <a:lnTo>
                    <a:pt x="211" y="268"/>
                  </a:lnTo>
                  <a:lnTo>
                    <a:pt x="216" y="286"/>
                  </a:lnTo>
                  <a:lnTo>
                    <a:pt x="216" y="316"/>
                  </a:lnTo>
                  <a:lnTo>
                    <a:pt x="199" y="339"/>
                  </a:lnTo>
                  <a:lnTo>
                    <a:pt x="189" y="355"/>
                  </a:lnTo>
                  <a:lnTo>
                    <a:pt x="0" y="491"/>
                  </a:lnTo>
                  <a:lnTo>
                    <a:pt x="0" y="493"/>
                  </a:lnTo>
                  <a:lnTo>
                    <a:pt x="0" y="493"/>
                  </a:lnTo>
                  <a:lnTo>
                    <a:pt x="53" y="631"/>
                  </a:lnTo>
                  <a:lnTo>
                    <a:pt x="148" y="643"/>
                  </a:lnTo>
                  <a:lnTo>
                    <a:pt x="647" y="990"/>
                  </a:lnTo>
                  <a:lnTo>
                    <a:pt x="848" y="993"/>
                  </a:lnTo>
                  <a:lnTo>
                    <a:pt x="871" y="947"/>
                  </a:lnTo>
                  <a:lnTo>
                    <a:pt x="895" y="895"/>
                  </a:lnTo>
                  <a:lnTo>
                    <a:pt x="943" y="875"/>
                  </a:lnTo>
                  <a:lnTo>
                    <a:pt x="980" y="887"/>
                  </a:lnTo>
                  <a:lnTo>
                    <a:pt x="1004" y="879"/>
                  </a:lnTo>
                  <a:lnTo>
                    <a:pt x="1015" y="884"/>
                  </a:lnTo>
                  <a:lnTo>
                    <a:pt x="1026" y="860"/>
                  </a:lnTo>
                  <a:lnTo>
                    <a:pt x="1037" y="854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Freeform 7"/>
            <p:cNvSpPr>
              <a:spLocks/>
            </p:cNvSpPr>
            <p:nvPr/>
          </p:nvSpPr>
          <p:spPr bwMode="auto">
            <a:xfrm>
              <a:off x="2652" y="1194"/>
              <a:ext cx="183" cy="188"/>
            </a:xfrm>
            <a:custGeom>
              <a:avLst/>
              <a:gdLst>
                <a:gd name="T0" fmla="*/ 0 w 183"/>
                <a:gd name="T1" fmla="*/ 118 h 188"/>
                <a:gd name="T2" fmla="*/ 23 w 183"/>
                <a:gd name="T3" fmla="*/ 72 h 188"/>
                <a:gd name="T4" fmla="*/ 47 w 183"/>
                <a:gd name="T5" fmla="*/ 20 h 188"/>
                <a:gd name="T6" fmla="*/ 95 w 183"/>
                <a:gd name="T7" fmla="*/ 0 h 188"/>
                <a:gd name="T8" fmla="*/ 132 w 183"/>
                <a:gd name="T9" fmla="*/ 12 h 188"/>
                <a:gd name="T10" fmla="*/ 156 w 183"/>
                <a:gd name="T11" fmla="*/ 4 h 188"/>
                <a:gd name="T12" fmla="*/ 167 w 183"/>
                <a:gd name="T13" fmla="*/ 9 h 188"/>
                <a:gd name="T14" fmla="*/ 164 w 183"/>
                <a:gd name="T15" fmla="*/ 15 h 188"/>
                <a:gd name="T16" fmla="*/ 175 w 183"/>
                <a:gd name="T17" fmla="*/ 63 h 188"/>
                <a:gd name="T18" fmla="*/ 113 w 183"/>
                <a:gd name="T19" fmla="*/ 75 h 188"/>
                <a:gd name="T20" fmla="*/ 155 w 183"/>
                <a:gd name="T21" fmla="*/ 102 h 188"/>
                <a:gd name="T22" fmla="*/ 161 w 183"/>
                <a:gd name="T23" fmla="*/ 93 h 188"/>
                <a:gd name="T24" fmla="*/ 167 w 183"/>
                <a:gd name="T25" fmla="*/ 109 h 188"/>
                <a:gd name="T26" fmla="*/ 169 w 183"/>
                <a:gd name="T27" fmla="*/ 126 h 188"/>
                <a:gd name="T28" fmla="*/ 180 w 183"/>
                <a:gd name="T29" fmla="*/ 140 h 188"/>
                <a:gd name="T30" fmla="*/ 177 w 183"/>
                <a:gd name="T31" fmla="*/ 140 h 188"/>
                <a:gd name="T32" fmla="*/ 172 w 183"/>
                <a:gd name="T33" fmla="*/ 143 h 188"/>
                <a:gd name="T34" fmla="*/ 183 w 183"/>
                <a:gd name="T35" fmla="*/ 158 h 188"/>
                <a:gd name="T36" fmla="*/ 118 w 183"/>
                <a:gd name="T37" fmla="*/ 188 h 188"/>
                <a:gd name="T38" fmla="*/ 112 w 183"/>
                <a:gd name="T39" fmla="*/ 148 h 188"/>
                <a:gd name="T40" fmla="*/ 14 w 183"/>
                <a:gd name="T41" fmla="*/ 118 h 188"/>
                <a:gd name="T42" fmla="*/ 0 w 183"/>
                <a:gd name="T43" fmla="*/ 11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3" h="188">
                  <a:moveTo>
                    <a:pt x="0" y="118"/>
                  </a:moveTo>
                  <a:lnTo>
                    <a:pt x="23" y="72"/>
                  </a:lnTo>
                  <a:lnTo>
                    <a:pt x="47" y="20"/>
                  </a:lnTo>
                  <a:lnTo>
                    <a:pt x="95" y="0"/>
                  </a:lnTo>
                  <a:lnTo>
                    <a:pt x="132" y="12"/>
                  </a:lnTo>
                  <a:lnTo>
                    <a:pt x="156" y="4"/>
                  </a:lnTo>
                  <a:lnTo>
                    <a:pt x="167" y="9"/>
                  </a:lnTo>
                  <a:lnTo>
                    <a:pt x="164" y="15"/>
                  </a:lnTo>
                  <a:lnTo>
                    <a:pt x="175" y="63"/>
                  </a:lnTo>
                  <a:lnTo>
                    <a:pt x="113" y="75"/>
                  </a:lnTo>
                  <a:lnTo>
                    <a:pt x="155" y="102"/>
                  </a:lnTo>
                  <a:lnTo>
                    <a:pt x="161" y="93"/>
                  </a:lnTo>
                  <a:lnTo>
                    <a:pt x="167" y="109"/>
                  </a:lnTo>
                  <a:lnTo>
                    <a:pt x="169" y="126"/>
                  </a:lnTo>
                  <a:lnTo>
                    <a:pt x="180" y="140"/>
                  </a:lnTo>
                  <a:lnTo>
                    <a:pt x="177" y="140"/>
                  </a:lnTo>
                  <a:lnTo>
                    <a:pt x="172" y="143"/>
                  </a:lnTo>
                  <a:lnTo>
                    <a:pt x="183" y="158"/>
                  </a:lnTo>
                  <a:lnTo>
                    <a:pt x="118" y="188"/>
                  </a:lnTo>
                  <a:lnTo>
                    <a:pt x="112" y="148"/>
                  </a:lnTo>
                  <a:lnTo>
                    <a:pt x="14" y="118"/>
                  </a:lnTo>
                  <a:lnTo>
                    <a:pt x="0" y="118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Freeform 8"/>
            <p:cNvSpPr>
              <a:spLocks/>
            </p:cNvSpPr>
            <p:nvPr/>
          </p:nvSpPr>
          <p:spPr bwMode="auto">
            <a:xfrm>
              <a:off x="1455" y="346"/>
              <a:ext cx="668" cy="597"/>
            </a:xfrm>
            <a:custGeom>
              <a:avLst/>
              <a:gdLst>
                <a:gd name="T0" fmla="*/ 538 w 668"/>
                <a:gd name="T1" fmla="*/ 328 h 597"/>
                <a:gd name="T2" fmla="*/ 565 w 668"/>
                <a:gd name="T3" fmla="*/ 289 h 597"/>
                <a:gd name="T4" fmla="*/ 560 w 668"/>
                <a:gd name="T5" fmla="*/ 241 h 597"/>
                <a:gd name="T6" fmla="*/ 578 w 668"/>
                <a:gd name="T7" fmla="*/ 170 h 597"/>
                <a:gd name="T8" fmla="*/ 560 w 668"/>
                <a:gd name="T9" fmla="*/ 96 h 597"/>
                <a:gd name="T10" fmla="*/ 622 w 668"/>
                <a:gd name="T11" fmla="*/ 52 h 597"/>
                <a:gd name="T12" fmla="*/ 654 w 668"/>
                <a:gd name="T13" fmla="*/ 33 h 597"/>
                <a:gd name="T14" fmla="*/ 654 w 668"/>
                <a:gd name="T15" fmla="*/ 0 h 597"/>
                <a:gd name="T16" fmla="*/ 582 w 668"/>
                <a:gd name="T17" fmla="*/ 14 h 597"/>
                <a:gd name="T18" fmla="*/ 507 w 668"/>
                <a:gd name="T19" fmla="*/ 16 h 597"/>
                <a:gd name="T20" fmla="*/ 444 w 668"/>
                <a:gd name="T21" fmla="*/ 27 h 597"/>
                <a:gd name="T22" fmla="*/ 399 w 668"/>
                <a:gd name="T23" fmla="*/ 53 h 597"/>
                <a:gd name="T24" fmla="*/ 346 w 668"/>
                <a:gd name="T25" fmla="*/ 60 h 597"/>
                <a:gd name="T26" fmla="*/ 301 w 668"/>
                <a:gd name="T27" fmla="*/ 44 h 597"/>
                <a:gd name="T28" fmla="*/ 226 w 668"/>
                <a:gd name="T29" fmla="*/ 44 h 597"/>
                <a:gd name="T30" fmla="*/ 197 w 668"/>
                <a:gd name="T31" fmla="*/ 55 h 597"/>
                <a:gd name="T32" fmla="*/ 128 w 668"/>
                <a:gd name="T33" fmla="*/ 69 h 597"/>
                <a:gd name="T34" fmla="*/ 91 w 668"/>
                <a:gd name="T35" fmla="*/ 79 h 597"/>
                <a:gd name="T36" fmla="*/ 76 w 668"/>
                <a:gd name="T37" fmla="*/ 128 h 597"/>
                <a:gd name="T38" fmla="*/ 58 w 668"/>
                <a:gd name="T39" fmla="*/ 159 h 597"/>
                <a:gd name="T40" fmla="*/ 14 w 668"/>
                <a:gd name="T41" fmla="*/ 159 h 597"/>
                <a:gd name="T42" fmla="*/ 0 w 668"/>
                <a:gd name="T43" fmla="*/ 167 h 597"/>
                <a:gd name="T44" fmla="*/ 22 w 668"/>
                <a:gd name="T45" fmla="*/ 235 h 597"/>
                <a:gd name="T46" fmla="*/ 23 w 668"/>
                <a:gd name="T47" fmla="*/ 286 h 597"/>
                <a:gd name="T48" fmla="*/ 66 w 668"/>
                <a:gd name="T49" fmla="*/ 328 h 597"/>
                <a:gd name="T50" fmla="*/ 94 w 668"/>
                <a:gd name="T51" fmla="*/ 360 h 597"/>
                <a:gd name="T52" fmla="*/ 101 w 668"/>
                <a:gd name="T53" fmla="*/ 406 h 597"/>
                <a:gd name="T54" fmla="*/ 79 w 668"/>
                <a:gd name="T55" fmla="*/ 412 h 597"/>
                <a:gd name="T56" fmla="*/ 49 w 668"/>
                <a:gd name="T57" fmla="*/ 453 h 597"/>
                <a:gd name="T58" fmla="*/ 31 w 668"/>
                <a:gd name="T59" fmla="*/ 477 h 597"/>
                <a:gd name="T60" fmla="*/ 52 w 668"/>
                <a:gd name="T61" fmla="*/ 500 h 597"/>
                <a:gd name="T62" fmla="*/ 49 w 668"/>
                <a:gd name="T63" fmla="*/ 556 h 597"/>
                <a:gd name="T64" fmla="*/ 94 w 668"/>
                <a:gd name="T65" fmla="*/ 571 h 597"/>
                <a:gd name="T66" fmla="*/ 123 w 668"/>
                <a:gd name="T67" fmla="*/ 587 h 597"/>
                <a:gd name="T68" fmla="*/ 349 w 668"/>
                <a:gd name="T69" fmla="*/ 466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68" h="597">
                  <a:moveTo>
                    <a:pt x="349" y="464"/>
                  </a:moveTo>
                  <a:lnTo>
                    <a:pt x="538" y="328"/>
                  </a:lnTo>
                  <a:lnTo>
                    <a:pt x="548" y="312"/>
                  </a:lnTo>
                  <a:lnTo>
                    <a:pt x="565" y="289"/>
                  </a:lnTo>
                  <a:lnTo>
                    <a:pt x="565" y="259"/>
                  </a:lnTo>
                  <a:lnTo>
                    <a:pt x="560" y="241"/>
                  </a:lnTo>
                  <a:lnTo>
                    <a:pt x="579" y="205"/>
                  </a:lnTo>
                  <a:lnTo>
                    <a:pt x="578" y="170"/>
                  </a:lnTo>
                  <a:lnTo>
                    <a:pt x="559" y="131"/>
                  </a:lnTo>
                  <a:lnTo>
                    <a:pt x="560" y="96"/>
                  </a:lnTo>
                  <a:lnTo>
                    <a:pt x="579" y="60"/>
                  </a:lnTo>
                  <a:lnTo>
                    <a:pt x="622" y="52"/>
                  </a:lnTo>
                  <a:lnTo>
                    <a:pt x="644" y="33"/>
                  </a:lnTo>
                  <a:lnTo>
                    <a:pt x="654" y="33"/>
                  </a:lnTo>
                  <a:lnTo>
                    <a:pt x="668" y="9"/>
                  </a:lnTo>
                  <a:lnTo>
                    <a:pt x="654" y="0"/>
                  </a:lnTo>
                  <a:lnTo>
                    <a:pt x="624" y="0"/>
                  </a:lnTo>
                  <a:lnTo>
                    <a:pt x="582" y="14"/>
                  </a:lnTo>
                  <a:lnTo>
                    <a:pt x="529" y="11"/>
                  </a:lnTo>
                  <a:lnTo>
                    <a:pt x="507" y="16"/>
                  </a:lnTo>
                  <a:lnTo>
                    <a:pt x="480" y="16"/>
                  </a:lnTo>
                  <a:lnTo>
                    <a:pt x="444" y="27"/>
                  </a:lnTo>
                  <a:lnTo>
                    <a:pt x="426" y="44"/>
                  </a:lnTo>
                  <a:lnTo>
                    <a:pt x="399" y="53"/>
                  </a:lnTo>
                  <a:lnTo>
                    <a:pt x="395" y="61"/>
                  </a:lnTo>
                  <a:lnTo>
                    <a:pt x="346" y="60"/>
                  </a:lnTo>
                  <a:lnTo>
                    <a:pt x="311" y="53"/>
                  </a:lnTo>
                  <a:lnTo>
                    <a:pt x="301" y="44"/>
                  </a:lnTo>
                  <a:lnTo>
                    <a:pt x="281" y="38"/>
                  </a:lnTo>
                  <a:lnTo>
                    <a:pt x="226" y="44"/>
                  </a:lnTo>
                  <a:lnTo>
                    <a:pt x="210" y="53"/>
                  </a:lnTo>
                  <a:lnTo>
                    <a:pt x="197" y="55"/>
                  </a:lnTo>
                  <a:lnTo>
                    <a:pt x="147" y="74"/>
                  </a:lnTo>
                  <a:lnTo>
                    <a:pt x="128" y="69"/>
                  </a:lnTo>
                  <a:lnTo>
                    <a:pt x="98" y="61"/>
                  </a:lnTo>
                  <a:lnTo>
                    <a:pt x="91" y="79"/>
                  </a:lnTo>
                  <a:lnTo>
                    <a:pt x="90" y="118"/>
                  </a:lnTo>
                  <a:lnTo>
                    <a:pt x="76" y="128"/>
                  </a:lnTo>
                  <a:lnTo>
                    <a:pt x="79" y="151"/>
                  </a:lnTo>
                  <a:lnTo>
                    <a:pt x="58" y="159"/>
                  </a:lnTo>
                  <a:lnTo>
                    <a:pt x="36" y="162"/>
                  </a:lnTo>
                  <a:lnTo>
                    <a:pt x="14" y="159"/>
                  </a:lnTo>
                  <a:lnTo>
                    <a:pt x="14" y="161"/>
                  </a:lnTo>
                  <a:lnTo>
                    <a:pt x="0" y="167"/>
                  </a:lnTo>
                  <a:lnTo>
                    <a:pt x="4" y="199"/>
                  </a:lnTo>
                  <a:lnTo>
                    <a:pt x="22" y="235"/>
                  </a:lnTo>
                  <a:lnTo>
                    <a:pt x="28" y="262"/>
                  </a:lnTo>
                  <a:lnTo>
                    <a:pt x="23" y="286"/>
                  </a:lnTo>
                  <a:lnTo>
                    <a:pt x="22" y="327"/>
                  </a:lnTo>
                  <a:lnTo>
                    <a:pt x="66" y="328"/>
                  </a:lnTo>
                  <a:lnTo>
                    <a:pt x="76" y="350"/>
                  </a:lnTo>
                  <a:lnTo>
                    <a:pt x="94" y="360"/>
                  </a:lnTo>
                  <a:lnTo>
                    <a:pt x="93" y="390"/>
                  </a:lnTo>
                  <a:lnTo>
                    <a:pt x="101" y="406"/>
                  </a:lnTo>
                  <a:lnTo>
                    <a:pt x="90" y="412"/>
                  </a:lnTo>
                  <a:lnTo>
                    <a:pt x="79" y="412"/>
                  </a:lnTo>
                  <a:lnTo>
                    <a:pt x="58" y="423"/>
                  </a:lnTo>
                  <a:lnTo>
                    <a:pt x="49" y="453"/>
                  </a:lnTo>
                  <a:lnTo>
                    <a:pt x="34" y="477"/>
                  </a:lnTo>
                  <a:lnTo>
                    <a:pt x="31" y="477"/>
                  </a:lnTo>
                  <a:lnTo>
                    <a:pt x="36" y="484"/>
                  </a:lnTo>
                  <a:lnTo>
                    <a:pt x="52" y="500"/>
                  </a:lnTo>
                  <a:lnTo>
                    <a:pt x="55" y="538"/>
                  </a:lnTo>
                  <a:lnTo>
                    <a:pt x="49" y="556"/>
                  </a:lnTo>
                  <a:lnTo>
                    <a:pt x="58" y="556"/>
                  </a:lnTo>
                  <a:lnTo>
                    <a:pt x="94" y="571"/>
                  </a:lnTo>
                  <a:lnTo>
                    <a:pt x="115" y="587"/>
                  </a:lnTo>
                  <a:lnTo>
                    <a:pt x="123" y="587"/>
                  </a:lnTo>
                  <a:lnTo>
                    <a:pt x="137" y="597"/>
                  </a:lnTo>
                  <a:lnTo>
                    <a:pt x="349" y="466"/>
                  </a:lnTo>
                  <a:lnTo>
                    <a:pt x="349" y="464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Freeform 9"/>
            <p:cNvSpPr>
              <a:spLocks/>
            </p:cNvSpPr>
            <p:nvPr/>
          </p:nvSpPr>
          <p:spPr bwMode="auto">
            <a:xfrm>
              <a:off x="1322" y="823"/>
              <a:ext cx="163" cy="470"/>
            </a:xfrm>
            <a:custGeom>
              <a:avLst/>
              <a:gdLst>
                <a:gd name="T0" fmla="*/ 101 w 163"/>
                <a:gd name="T1" fmla="*/ 470 h 470"/>
                <a:gd name="T2" fmla="*/ 114 w 163"/>
                <a:gd name="T3" fmla="*/ 450 h 470"/>
                <a:gd name="T4" fmla="*/ 115 w 163"/>
                <a:gd name="T5" fmla="*/ 446 h 470"/>
                <a:gd name="T6" fmla="*/ 114 w 163"/>
                <a:gd name="T7" fmla="*/ 432 h 470"/>
                <a:gd name="T8" fmla="*/ 123 w 163"/>
                <a:gd name="T9" fmla="*/ 423 h 470"/>
                <a:gd name="T10" fmla="*/ 123 w 163"/>
                <a:gd name="T11" fmla="*/ 397 h 470"/>
                <a:gd name="T12" fmla="*/ 133 w 163"/>
                <a:gd name="T13" fmla="*/ 371 h 470"/>
                <a:gd name="T14" fmla="*/ 131 w 163"/>
                <a:gd name="T15" fmla="*/ 341 h 470"/>
                <a:gd name="T16" fmla="*/ 137 w 163"/>
                <a:gd name="T17" fmla="*/ 336 h 470"/>
                <a:gd name="T18" fmla="*/ 137 w 163"/>
                <a:gd name="T19" fmla="*/ 312 h 470"/>
                <a:gd name="T20" fmla="*/ 144 w 163"/>
                <a:gd name="T21" fmla="*/ 289 h 470"/>
                <a:gd name="T22" fmla="*/ 142 w 163"/>
                <a:gd name="T23" fmla="*/ 273 h 470"/>
                <a:gd name="T24" fmla="*/ 147 w 163"/>
                <a:gd name="T25" fmla="*/ 225 h 470"/>
                <a:gd name="T26" fmla="*/ 139 w 163"/>
                <a:gd name="T27" fmla="*/ 229 h 470"/>
                <a:gd name="T28" fmla="*/ 125 w 163"/>
                <a:gd name="T29" fmla="*/ 229 h 470"/>
                <a:gd name="T30" fmla="*/ 107 w 163"/>
                <a:gd name="T31" fmla="*/ 238 h 470"/>
                <a:gd name="T32" fmla="*/ 98 w 163"/>
                <a:gd name="T33" fmla="*/ 227 h 470"/>
                <a:gd name="T34" fmla="*/ 103 w 163"/>
                <a:gd name="T35" fmla="*/ 194 h 470"/>
                <a:gd name="T36" fmla="*/ 103 w 163"/>
                <a:gd name="T37" fmla="*/ 145 h 470"/>
                <a:gd name="T38" fmla="*/ 96 w 163"/>
                <a:gd name="T39" fmla="*/ 134 h 470"/>
                <a:gd name="T40" fmla="*/ 101 w 163"/>
                <a:gd name="T41" fmla="*/ 105 h 470"/>
                <a:gd name="T42" fmla="*/ 126 w 163"/>
                <a:gd name="T43" fmla="*/ 105 h 470"/>
                <a:gd name="T44" fmla="*/ 130 w 163"/>
                <a:gd name="T45" fmla="*/ 121 h 470"/>
                <a:gd name="T46" fmla="*/ 141 w 163"/>
                <a:gd name="T47" fmla="*/ 123 h 470"/>
                <a:gd name="T48" fmla="*/ 153 w 163"/>
                <a:gd name="T49" fmla="*/ 112 h 470"/>
                <a:gd name="T50" fmla="*/ 152 w 163"/>
                <a:gd name="T51" fmla="*/ 99 h 470"/>
                <a:gd name="T52" fmla="*/ 155 w 163"/>
                <a:gd name="T53" fmla="*/ 99 h 470"/>
                <a:gd name="T54" fmla="*/ 150 w 163"/>
                <a:gd name="T55" fmla="*/ 90 h 470"/>
                <a:gd name="T56" fmla="*/ 145 w 163"/>
                <a:gd name="T57" fmla="*/ 72 h 470"/>
                <a:gd name="T58" fmla="*/ 152 w 163"/>
                <a:gd name="T59" fmla="*/ 39 h 470"/>
                <a:gd name="T60" fmla="*/ 156 w 163"/>
                <a:gd name="T61" fmla="*/ 12 h 470"/>
                <a:gd name="T62" fmla="*/ 163 w 163"/>
                <a:gd name="T63" fmla="*/ 0 h 470"/>
                <a:gd name="T64" fmla="*/ 152 w 163"/>
                <a:gd name="T65" fmla="*/ 1 h 470"/>
                <a:gd name="T66" fmla="*/ 141 w 163"/>
                <a:gd name="T67" fmla="*/ 23 h 470"/>
                <a:gd name="T68" fmla="*/ 107 w 163"/>
                <a:gd name="T69" fmla="*/ 23 h 470"/>
                <a:gd name="T70" fmla="*/ 95 w 163"/>
                <a:gd name="T71" fmla="*/ 22 h 470"/>
                <a:gd name="T72" fmla="*/ 71 w 163"/>
                <a:gd name="T73" fmla="*/ 47 h 470"/>
                <a:gd name="T74" fmla="*/ 63 w 163"/>
                <a:gd name="T75" fmla="*/ 124 h 470"/>
                <a:gd name="T76" fmla="*/ 33 w 163"/>
                <a:gd name="T77" fmla="*/ 186 h 470"/>
                <a:gd name="T78" fmla="*/ 0 w 163"/>
                <a:gd name="T79" fmla="*/ 230 h 470"/>
                <a:gd name="T80" fmla="*/ 11 w 163"/>
                <a:gd name="T81" fmla="*/ 236 h 470"/>
                <a:gd name="T82" fmla="*/ 32 w 163"/>
                <a:gd name="T83" fmla="*/ 266 h 470"/>
                <a:gd name="T84" fmla="*/ 43 w 163"/>
                <a:gd name="T85" fmla="*/ 306 h 470"/>
                <a:gd name="T86" fmla="*/ 73 w 163"/>
                <a:gd name="T87" fmla="*/ 352 h 470"/>
                <a:gd name="T88" fmla="*/ 96 w 163"/>
                <a:gd name="T89" fmla="*/ 407 h 470"/>
                <a:gd name="T90" fmla="*/ 87 w 163"/>
                <a:gd name="T91" fmla="*/ 434 h 470"/>
                <a:gd name="T92" fmla="*/ 101 w 163"/>
                <a:gd name="T93" fmla="*/ 47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3" h="470">
                  <a:moveTo>
                    <a:pt x="101" y="470"/>
                  </a:moveTo>
                  <a:lnTo>
                    <a:pt x="114" y="450"/>
                  </a:lnTo>
                  <a:lnTo>
                    <a:pt x="115" y="446"/>
                  </a:lnTo>
                  <a:lnTo>
                    <a:pt x="114" y="432"/>
                  </a:lnTo>
                  <a:lnTo>
                    <a:pt x="123" y="423"/>
                  </a:lnTo>
                  <a:lnTo>
                    <a:pt x="123" y="397"/>
                  </a:lnTo>
                  <a:lnTo>
                    <a:pt x="133" y="371"/>
                  </a:lnTo>
                  <a:lnTo>
                    <a:pt x="131" y="341"/>
                  </a:lnTo>
                  <a:lnTo>
                    <a:pt x="137" y="336"/>
                  </a:lnTo>
                  <a:lnTo>
                    <a:pt x="137" y="312"/>
                  </a:lnTo>
                  <a:lnTo>
                    <a:pt x="144" y="289"/>
                  </a:lnTo>
                  <a:lnTo>
                    <a:pt x="142" y="273"/>
                  </a:lnTo>
                  <a:lnTo>
                    <a:pt x="147" y="225"/>
                  </a:lnTo>
                  <a:lnTo>
                    <a:pt x="139" y="229"/>
                  </a:lnTo>
                  <a:lnTo>
                    <a:pt x="125" y="229"/>
                  </a:lnTo>
                  <a:lnTo>
                    <a:pt x="107" y="238"/>
                  </a:lnTo>
                  <a:lnTo>
                    <a:pt x="98" y="227"/>
                  </a:lnTo>
                  <a:lnTo>
                    <a:pt x="103" y="194"/>
                  </a:lnTo>
                  <a:lnTo>
                    <a:pt x="103" y="145"/>
                  </a:lnTo>
                  <a:lnTo>
                    <a:pt x="96" y="134"/>
                  </a:lnTo>
                  <a:lnTo>
                    <a:pt x="101" y="105"/>
                  </a:lnTo>
                  <a:lnTo>
                    <a:pt x="126" y="105"/>
                  </a:lnTo>
                  <a:lnTo>
                    <a:pt x="130" y="121"/>
                  </a:lnTo>
                  <a:lnTo>
                    <a:pt x="141" y="123"/>
                  </a:lnTo>
                  <a:lnTo>
                    <a:pt x="153" y="112"/>
                  </a:lnTo>
                  <a:lnTo>
                    <a:pt x="152" y="99"/>
                  </a:lnTo>
                  <a:lnTo>
                    <a:pt x="155" y="99"/>
                  </a:lnTo>
                  <a:lnTo>
                    <a:pt x="150" y="90"/>
                  </a:lnTo>
                  <a:lnTo>
                    <a:pt x="145" y="72"/>
                  </a:lnTo>
                  <a:lnTo>
                    <a:pt x="152" y="39"/>
                  </a:lnTo>
                  <a:lnTo>
                    <a:pt x="156" y="12"/>
                  </a:lnTo>
                  <a:lnTo>
                    <a:pt x="163" y="0"/>
                  </a:lnTo>
                  <a:lnTo>
                    <a:pt x="152" y="1"/>
                  </a:lnTo>
                  <a:lnTo>
                    <a:pt x="141" y="23"/>
                  </a:lnTo>
                  <a:lnTo>
                    <a:pt x="107" y="23"/>
                  </a:lnTo>
                  <a:lnTo>
                    <a:pt x="95" y="22"/>
                  </a:lnTo>
                  <a:lnTo>
                    <a:pt x="71" y="47"/>
                  </a:lnTo>
                  <a:lnTo>
                    <a:pt x="63" y="124"/>
                  </a:lnTo>
                  <a:lnTo>
                    <a:pt x="33" y="186"/>
                  </a:lnTo>
                  <a:lnTo>
                    <a:pt x="0" y="230"/>
                  </a:lnTo>
                  <a:lnTo>
                    <a:pt x="11" y="236"/>
                  </a:lnTo>
                  <a:lnTo>
                    <a:pt x="32" y="266"/>
                  </a:lnTo>
                  <a:lnTo>
                    <a:pt x="43" y="306"/>
                  </a:lnTo>
                  <a:lnTo>
                    <a:pt x="73" y="352"/>
                  </a:lnTo>
                  <a:lnTo>
                    <a:pt x="96" y="407"/>
                  </a:lnTo>
                  <a:lnTo>
                    <a:pt x="87" y="434"/>
                  </a:lnTo>
                  <a:lnTo>
                    <a:pt x="101" y="470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4" name="Freeform 10"/>
            <p:cNvSpPr>
              <a:spLocks/>
            </p:cNvSpPr>
            <p:nvPr/>
          </p:nvSpPr>
          <p:spPr bwMode="auto">
            <a:xfrm>
              <a:off x="1467" y="823"/>
              <a:ext cx="43" cy="101"/>
            </a:xfrm>
            <a:custGeom>
              <a:avLst/>
              <a:gdLst>
                <a:gd name="T0" fmla="*/ 10 w 43"/>
                <a:gd name="T1" fmla="*/ 99 h 101"/>
                <a:gd name="T2" fmla="*/ 5 w 43"/>
                <a:gd name="T3" fmla="*/ 90 h 101"/>
                <a:gd name="T4" fmla="*/ 0 w 43"/>
                <a:gd name="T5" fmla="*/ 72 h 101"/>
                <a:gd name="T6" fmla="*/ 7 w 43"/>
                <a:gd name="T7" fmla="*/ 39 h 101"/>
                <a:gd name="T8" fmla="*/ 11 w 43"/>
                <a:gd name="T9" fmla="*/ 12 h 101"/>
                <a:gd name="T10" fmla="*/ 18 w 43"/>
                <a:gd name="T11" fmla="*/ 0 h 101"/>
                <a:gd name="T12" fmla="*/ 19 w 43"/>
                <a:gd name="T13" fmla="*/ 0 h 101"/>
                <a:gd name="T14" fmla="*/ 24 w 43"/>
                <a:gd name="T15" fmla="*/ 7 h 101"/>
                <a:gd name="T16" fmla="*/ 40 w 43"/>
                <a:gd name="T17" fmla="*/ 23 h 101"/>
                <a:gd name="T18" fmla="*/ 43 w 43"/>
                <a:gd name="T19" fmla="*/ 61 h 101"/>
                <a:gd name="T20" fmla="*/ 37 w 43"/>
                <a:gd name="T21" fmla="*/ 79 h 101"/>
                <a:gd name="T22" fmla="*/ 35 w 43"/>
                <a:gd name="T23" fmla="*/ 77 h 101"/>
                <a:gd name="T24" fmla="*/ 22 w 43"/>
                <a:gd name="T25" fmla="*/ 90 h 101"/>
                <a:gd name="T26" fmla="*/ 16 w 43"/>
                <a:gd name="T27" fmla="*/ 101 h 101"/>
                <a:gd name="T28" fmla="*/ 10 w 43"/>
                <a:gd name="T29" fmla="*/ 99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3" h="101">
                  <a:moveTo>
                    <a:pt x="10" y="99"/>
                  </a:moveTo>
                  <a:lnTo>
                    <a:pt x="5" y="90"/>
                  </a:lnTo>
                  <a:lnTo>
                    <a:pt x="0" y="72"/>
                  </a:lnTo>
                  <a:lnTo>
                    <a:pt x="7" y="39"/>
                  </a:lnTo>
                  <a:lnTo>
                    <a:pt x="11" y="12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4" y="7"/>
                  </a:lnTo>
                  <a:lnTo>
                    <a:pt x="40" y="23"/>
                  </a:lnTo>
                  <a:lnTo>
                    <a:pt x="43" y="61"/>
                  </a:lnTo>
                  <a:lnTo>
                    <a:pt x="37" y="79"/>
                  </a:lnTo>
                  <a:lnTo>
                    <a:pt x="35" y="77"/>
                  </a:lnTo>
                  <a:lnTo>
                    <a:pt x="22" y="90"/>
                  </a:lnTo>
                  <a:lnTo>
                    <a:pt x="16" y="101"/>
                  </a:lnTo>
                  <a:lnTo>
                    <a:pt x="10" y="99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Freeform 11"/>
            <p:cNvSpPr>
              <a:spLocks/>
            </p:cNvSpPr>
            <p:nvPr/>
          </p:nvSpPr>
          <p:spPr bwMode="auto">
            <a:xfrm>
              <a:off x="1418" y="928"/>
              <a:ext cx="59" cy="133"/>
            </a:xfrm>
            <a:custGeom>
              <a:avLst/>
              <a:gdLst>
                <a:gd name="T0" fmla="*/ 43 w 59"/>
                <a:gd name="T1" fmla="*/ 124 h 133"/>
                <a:gd name="T2" fmla="*/ 29 w 59"/>
                <a:gd name="T3" fmla="*/ 124 h 133"/>
                <a:gd name="T4" fmla="*/ 11 w 59"/>
                <a:gd name="T5" fmla="*/ 133 h 133"/>
                <a:gd name="T6" fmla="*/ 2 w 59"/>
                <a:gd name="T7" fmla="*/ 122 h 133"/>
                <a:gd name="T8" fmla="*/ 7 w 59"/>
                <a:gd name="T9" fmla="*/ 89 h 133"/>
                <a:gd name="T10" fmla="*/ 7 w 59"/>
                <a:gd name="T11" fmla="*/ 40 h 133"/>
                <a:gd name="T12" fmla="*/ 0 w 59"/>
                <a:gd name="T13" fmla="*/ 29 h 133"/>
                <a:gd name="T14" fmla="*/ 5 w 59"/>
                <a:gd name="T15" fmla="*/ 0 h 133"/>
                <a:gd name="T16" fmla="*/ 30 w 59"/>
                <a:gd name="T17" fmla="*/ 0 h 133"/>
                <a:gd name="T18" fmla="*/ 34 w 59"/>
                <a:gd name="T19" fmla="*/ 16 h 133"/>
                <a:gd name="T20" fmla="*/ 45 w 59"/>
                <a:gd name="T21" fmla="*/ 18 h 133"/>
                <a:gd name="T22" fmla="*/ 57 w 59"/>
                <a:gd name="T23" fmla="*/ 7 h 133"/>
                <a:gd name="T24" fmla="*/ 57 w 59"/>
                <a:gd name="T25" fmla="*/ 13 h 133"/>
                <a:gd name="T26" fmla="*/ 59 w 59"/>
                <a:gd name="T27" fmla="*/ 27 h 133"/>
                <a:gd name="T28" fmla="*/ 56 w 59"/>
                <a:gd name="T29" fmla="*/ 37 h 133"/>
                <a:gd name="T30" fmla="*/ 53 w 59"/>
                <a:gd name="T31" fmla="*/ 65 h 133"/>
                <a:gd name="T32" fmla="*/ 54 w 59"/>
                <a:gd name="T33" fmla="*/ 81 h 133"/>
                <a:gd name="T34" fmla="*/ 51 w 59"/>
                <a:gd name="T35" fmla="*/ 120 h 133"/>
                <a:gd name="T36" fmla="*/ 43 w 59"/>
                <a:gd name="T37" fmla="*/ 12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133">
                  <a:moveTo>
                    <a:pt x="43" y="124"/>
                  </a:moveTo>
                  <a:lnTo>
                    <a:pt x="29" y="124"/>
                  </a:lnTo>
                  <a:lnTo>
                    <a:pt x="11" y="133"/>
                  </a:lnTo>
                  <a:lnTo>
                    <a:pt x="2" y="122"/>
                  </a:lnTo>
                  <a:lnTo>
                    <a:pt x="7" y="89"/>
                  </a:lnTo>
                  <a:lnTo>
                    <a:pt x="7" y="40"/>
                  </a:lnTo>
                  <a:lnTo>
                    <a:pt x="0" y="29"/>
                  </a:lnTo>
                  <a:lnTo>
                    <a:pt x="5" y="0"/>
                  </a:lnTo>
                  <a:lnTo>
                    <a:pt x="30" y="0"/>
                  </a:lnTo>
                  <a:lnTo>
                    <a:pt x="34" y="16"/>
                  </a:lnTo>
                  <a:lnTo>
                    <a:pt x="45" y="18"/>
                  </a:lnTo>
                  <a:lnTo>
                    <a:pt x="57" y="7"/>
                  </a:lnTo>
                  <a:lnTo>
                    <a:pt x="57" y="13"/>
                  </a:lnTo>
                  <a:lnTo>
                    <a:pt x="59" y="27"/>
                  </a:lnTo>
                  <a:lnTo>
                    <a:pt x="56" y="37"/>
                  </a:lnTo>
                  <a:lnTo>
                    <a:pt x="53" y="65"/>
                  </a:lnTo>
                  <a:lnTo>
                    <a:pt x="54" y="81"/>
                  </a:lnTo>
                  <a:lnTo>
                    <a:pt x="51" y="120"/>
                  </a:lnTo>
                  <a:lnTo>
                    <a:pt x="43" y="124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Freeform 12"/>
            <p:cNvSpPr>
              <a:spLocks/>
            </p:cNvSpPr>
            <p:nvPr/>
          </p:nvSpPr>
          <p:spPr bwMode="auto">
            <a:xfrm>
              <a:off x="1417" y="673"/>
              <a:ext cx="139" cy="173"/>
            </a:xfrm>
            <a:custGeom>
              <a:avLst/>
              <a:gdLst>
                <a:gd name="T0" fmla="*/ 0 w 139"/>
                <a:gd name="T1" fmla="*/ 172 h 173"/>
                <a:gd name="T2" fmla="*/ 12 w 139"/>
                <a:gd name="T3" fmla="*/ 173 h 173"/>
                <a:gd name="T4" fmla="*/ 46 w 139"/>
                <a:gd name="T5" fmla="*/ 173 h 173"/>
                <a:gd name="T6" fmla="*/ 57 w 139"/>
                <a:gd name="T7" fmla="*/ 151 h 173"/>
                <a:gd name="T8" fmla="*/ 72 w 139"/>
                <a:gd name="T9" fmla="*/ 150 h 173"/>
                <a:gd name="T10" fmla="*/ 87 w 139"/>
                <a:gd name="T11" fmla="*/ 126 h 173"/>
                <a:gd name="T12" fmla="*/ 96 w 139"/>
                <a:gd name="T13" fmla="*/ 96 h 173"/>
                <a:gd name="T14" fmla="*/ 117 w 139"/>
                <a:gd name="T15" fmla="*/ 85 h 173"/>
                <a:gd name="T16" fmla="*/ 128 w 139"/>
                <a:gd name="T17" fmla="*/ 85 h 173"/>
                <a:gd name="T18" fmla="*/ 139 w 139"/>
                <a:gd name="T19" fmla="*/ 79 h 173"/>
                <a:gd name="T20" fmla="*/ 131 w 139"/>
                <a:gd name="T21" fmla="*/ 63 h 173"/>
                <a:gd name="T22" fmla="*/ 132 w 139"/>
                <a:gd name="T23" fmla="*/ 33 h 173"/>
                <a:gd name="T24" fmla="*/ 114 w 139"/>
                <a:gd name="T25" fmla="*/ 23 h 173"/>
                <a:gd name="T26" fmla="*/ 104 w 139"/>
                <a:gd name="T27" fmla="*/ 1 h 173"/>
                <a:gd name="T28" fmla="*/ 60 w 139"/>
                <a:gd name="T29" fmla="*/ 0 h 173"/>
                <a:gd name="T30" fmla="*/ 58 w 139"/>
                <a:gd name="T31" fmla="*/ 4 h 173"/>
                <a:gd name="T32" fmla="*/ 44 w 139"/>
                <a:gd name="T33" fmla="*/ 7 h 173"/>
                <a:gd name="T34" fmla="*/ 39 w 139"/>
                <a:gd name="T35" fmla="*/ 83 h 173"/>
                <a:gd name="T36" fmla="*/ 22 w 139"/>
                <a:gd name="T37" fmla="*/ 112 h 173"/>
                <a:gd name="T38" fmla="*/ 1 w 139"/>
                <a:gd name="T39" fmla="*/ 139 h 173"/>
                <a:gd name="T40" fmla="*/ 1 w 139"/>
                <a:gd name="T41" fmla="*/ 169 h 173"/>
                <a:gd name="T42" fmla="*/ 0 w 139"/>
                <a:gd name="T43" fmla="*/ 172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9" h="173">
                  <a:moveTo>
                    <a:pt x="0" y="172"/>
                  </a:moveTo>
                  <a:lnTo>
                    <a:pt x="12" y="173"/>
                  </a:lnTo>
                  <a:lnTo>
                    <a:pt x="46" y="173"/>
                  </a:lnTo>
                  <a:lnTo>
                    <a:pt x="57" y="151"/>
                  </a:lnTo>
                  <a:lnTo>
                    <a:pt x="72" y="150"/>
                  </a:lnTo>
                  <a:lnTo>
                    <a:pt x="87" y="126"/>
                  </a:lnTo>
                  <a:lnTo>
                    <a:pt x="96" y="96"/>
                  </a:lnTo>
                  <a:lnTo>
                    <a:pt x="117" y="85"/>
                  </a:lnTo>
                  <a:lnTo>
                    <a:pt x="128" y="85"/>
                  </a:lnTo>
                  <a:lnTo>
                    <a:pt x="139" y="79"/>
                  </a:lnTo>
                  <a:lnTo>
                    <a:pt x="131" y="63"/>
                  </a:lnTo>
                  <a:lnTo>
                    <a:pt x="132" y="33"/>
                  </a:lnTo>
                  <a:lnTo>
                    <a:pt x="114" y="23"/>
                  </a:lnTo>
                  <a:lnTo>
                    <a:pt x="104" y="1"/>
                  </a:lnTo>
                  <a:lnTo>
                    <a:pt x="60" y="0"/>
                  </a:lnTo>
                  <a:lnTo>
                    <a:pt x="58" y="4"/>
                  </a:lnTo>
                  <a:lnTo>
                    <a:pt x="44" y="7"/>
                  </a:lnTo>
                  <a:lnTo>
                    <a:pt x="39" y="83"/>
                  </a:lnTo>
                  <a:lnTo>
                    <a:pt x="22" y="112"/>
                  </a:lnTo>
                  <a:lnTo>
                    <a:pt x="1" y="139"/>
                  </a:lnTo>
                  <a:lnTo>
                    <a:pt x="1" y="169"/>
                  </a:lnTo>
                  <a:lnTo>
                    <a:pt x="0" y="172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Freeform 13"/>
            <p:cNvSpPr>
              <a:spLocks/>
            </p:cNvSpPr>
            <p:nvPr/>
          </p:nvSpPr>
          <p:spPr bwMode="auto">
            <a:xfrm>
              <a:off x="1428" y="812"/>
              <a:ext cx="429" cy="530"/>
            </a:xfrm>
            <a:custGeom>
              <a:avLst/>
              <a:gdLst>
                <a:gd name="T0" fmla="*/ 8 w 429"/>
                <a:gd name="T1" fmla="*/ 461 h 530"/>
                <a:gd name="T2" fmla="*/ 9 w 429"/>
                <a:gd name="T3" fmla="*/ 457 h 530"/>
                <a:gd name="T4" fmla="*/ 8 w 429"/>
                <a:gd name="T5" fmla="*/ 443 h 530"/>
                <a:gd name="T6" fmla="*/ 17 w 429"/>
                <a:gd name="T7" fmla="*/ 434 h 530"/>
                <a:gd name="T8" fmla="*/ 17 w 429"/>
                <a:gd name="T9" fmla="*/ 408 h 530"/>
                <a:gd name="T10" fmla="*/ 27 w 429"/>
                <a:gd name="T11" fmla="*/ 382 h 530"/>
                <a:gd name="T12" fmla="*/ 25 w 429"/>
                <a:gd name="T13" fmla="*/ 352 h 530"/>
                <a:gd name="T14" fmla="*/ 31 w 429"/>
                <a:gd name="T15" fmla="*/ 347 h 530"/>
                <a:gd name="T16" fmla="*/ 31 w 429"/>
                <a:gd name="T17" fmla="*/ 323 h 530"/>
                <a:gd name="T18" fmla="*/ 38 w 429"/>
                <a:gd name="T19" fmla="*/ 300 h 530"/>
                <a:gd name="T20" fmla="*/ 36 w 429"/>
                <a:gd name="T21" fmla="*/ 284 h 530"/>
                <a:gd name="T22" fmla="*/ 44 w 429"/>
                <a:gd name="T23" fmla="*/ 197 h 530"/>
                <a:gd name="T24" fmla="*/ 43 w 429"/>
                <a:gd name="T25" fmla="*/ 181 h 530"/>
                <a:gd name="T26" fmla="*/ 46 w 429"/>
                <a:gd name="T27" fmla="*/ 153 h 530"/>
                <a:gd name="T28" fmla="*/ 49 w 429"/>
                <a:gd name="T29" fmla="*/ 143 h 530"/>
                <a:gd name="T30" fmla="*/ 47 w 429"/>
                <a:gd name="T31" fmla="*/ 129 h 530"/>
                <a:gd name="T32" fmla="*/ 46 w 429"/>
                <a:gd name="T33" fmla="*/ 110 h 530"/>
                <a:gd name="T34" fmla="*/ 55 w 429"/>
                <a:gd name="T35" fmla="*/ 112 h 530"/>
                <a:gd name="T36" fmla="*/ 61 w 429"/>
                <a:gd name="T37" fmla="*/ 101 h 530"/>
                <a:gd name="T38" fmla="*/ 74 w 429"/>
                <a:gd name="T39" fmla="*/ 88 h 530"/>
                <a:gd name="T40" fmla="*/ 85 w 429"/>
                <a:gd name="T41" fmla="*/ 90 h 530"/>
                <a:gd name="T42" fmla="*/ 121 w 429"/>
                <a:gd name="T43" fmla="*/ 105 h 530"/>
                <a:gd name="T44" fmla="*/ 142 w 429"/>
                <a:gd name="T45" fmla="*/ 121 h 530"/>
                <a:gd name="T46" fmla="*/ 150 w 429"/>
                <a:gd name="T47" fmla="*/ 121 h 530"/>
                <a:gd name="T48" fmla="*/ 164 w 429"/>
                <a:gd name="T49" fmla="*/ 131 h 530"/>
                <a:gd name="T50" fmla="*/ 376 w 429"/>
                <a:gd name="T51" fmla="*/ 0 h 530"/>
                <a:gd name="T52" fmla="*/ 429 w 429"/>
                <a:gd name="T53" fmla="*/ 138 h 530"/>
                <a:gd name="T54" fmla="*/ 425 w 429"/>
                <a:gd name="T55" fmla="*/ 137 h 530"/>
                <a:gd name="T56" fmla="*/ 385 w 429"/>
                <a:gd name="T57" fmla="*/ 178 h 530"/>
                <a:gd name="T58" fmla="*/ 227 w 429"/>
                <a:gd name="T59" fmla="*/ 227 h 530"/>
                <a:gd name="T60" fmla="*/ 347 w 429"/>
                <a:gd name="T61" fmla="*/ 358 h 530"/>
                <a:gd name="T62" fmla="*/ 303 w 429"/>
                <a:gd name="T63" fmla="*/ 412 h 530"/>
                <a:gd name="T64" fmla="*/ 300 w 429"/>
                <a:gd name="T65" fmla="*/ 443 h 530"/>
                <a:gd name="T66" fmla="*/ 218 w 429"/>
                <a:gd name="T67" fmla="*/ 454 h 530"/>
                <a:gd name="T68" fmla="*/ 140 w 429"/>
                <a:gd name="T69" fmla="*/ 530 h 530"/>
                <a:gd name="T70" fmla="*/ 33 w 429"/>
                <a:gd name="T71" fmla="*/ 500 h 530"/>
                <a:gd name="T72" fmla="*/ 0 w 429"/>
                <a:gd name="T73" fmla="*/ 500 h 530"/>
                <a:gd name="T74" fmla="*/ 0 w 429"/>
                <a:gd name="T75" fmla="*/ 497 h 530"/>
                <a:gd name="T76" fmla="*/ 9 w 429"/>
                <a:gd name="T77" fmla="*/ 470 h 530"/>
                <a:gd name="T78" fmla="*/ 9 w 429"/>
                <a:gd name="T79" fmla="*/ 459 h 530"/>
                <a:gd name="T80" fmla="*/ 8 w 429"/>
                <a:gd name="T81" fmla="*/ 46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29" h="530">
                  <a:moveTo>
                    <a:pt x="8" y="461"/>
                  </a:moveTo>
                  <a:lnTo>
                    <a:pt x="9" y="457"/>
                  </a:lnTo>
                  <a:lnTo>
                    <a:pt x="8" y="443"/>
                  </a:lnTo>
                  <a:lnTo>
                    <a:pt x="17" y="434"/>
                  </a:lnTo>
                  <a:lnTo>
                    <a:pt x="17" y="408"/>
                  </a:lnTo>
                  <a:lnTo>
                    <a:pt x="27" y="382"/>
                  </a:lnTo>
                  <a:lnTo>
                    <a:pt x="25" y="352"/>
                  </a:lnTo>
                  <a:lnTo>
                    <a:pt x="31" y="347"/>
                  </a:lnTo>
                  <a:lnTo>
                    <a:pt x="31" y="323"/>
                  </a:lnTo>
                  <a:lnTo>
                    <a:pt x="38" y="300"/>
                  </a:lnTo>
                  <a:lnTo>
                    <a:pt x="36" y="284"/>
                  </a:lnTo>
                  <a:lnTo>
                    <a:pt x="44" y="197"/>
                  </a:lnTo>
                  <a:lnTo>
                    <a:pt x="43" y="181"/>
                  </a:lnTo>
                  <a:lnTo>
                    <a:pt x="46" y="153"/>
                  </a:lnTo>
                  <a:lnTo>
                    <a:pt x="49" y="143"/>
                  </a:lnTo>
                  <a:lnTo>
                    <a:pt x="47" y="129"/>
                  </a:lnTo>
                  <a:lnTo>
                    <a:pt x="46" y="110"/>
                  </a:lnTo>
                  <a:lnTo>
                    <a:pt x="55" y="112"/>
                  </a:lnTo>
                  <a:lnTo>
                    <a:pt x="61" y="101"/>
                  </a:lnTo>
                  <a:lnTo>
                    <a:pt x="74" y="88"/>
                  </a:lnTo>
                  <a:lnTo>
                    <a:pt x="85" y="90"/>
                  </a:lnTo>
                  <a:lnTo>
                    <a:pt x="121" y="105"/>
                  </a:lnTo>
                  <a:lnTo>
                    <a:pt x="142" y="121"/>
                  </a:lnTo>
                  <a:lnTo>
                    <a:pt x="150" y="121"/>
                  </a:lnTo>
                  <a:lnTo>
                    <a:pt x="164" y="131"/>
                  </a:lnTo>
                  <a:lnTo>
                    <a:pt x="376" y="0"/>
                  </a:lnTo>
                  <a:lnTo>
                    <a:pt x="429" y="138"/>
                  </a:lnTo>
                  <a:lnTo>
                    <a:pt x="425" y="137"/>
                  </a:lnTo>
                  <a:lnTo>
                    <a:pt x="385" y="178"/>
                  </a:lnTo>
                  <a:lnTo>
                    <a:pt x="227" y="227"/>
                  </a:lnTo>
                  <a:lnTo>
                    <a:pt x="347" y="358"/>
                  </a:lnTo>
                  <a:lnTo>
                    <a:pt x="303" y="412"/>
                  </a:lnTo>
                  <a:lnTo>
                    <a:pt x="300" y="443"/>
                  </a:lnTo>
                  <a:lnTo>
                    <a:pt x="218" y="454"/>
                  </a:lnTo>
                  <a:lnTo>
                    <a:pt x="140" y="530"/>
                  </a:lnTo>
                  <a:lnTo>
                    <a:pt x="33" y="500"/>
                  </a:lnTo>
                  <a:lnTo>
                    <a:pt x="0" y="500"/>
                  </a:lnTo>
                  <a:lnTo>
                    <a:pt x="0" y="497"/>
                  </a:lnTo>
                  <a:lnTo>
                    <a:pt x="9" y="470"/>
                  </a:lnTo>
                  <a:lnTo>
                    <a:pt x="9" y="459"/>
                  </a:lnTo>
                  <a:lnTo>
                    <a:pt x="8" y="461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8" name="Freeform 14"/>
            <p:cNvSpPr>
              <a:spLocks/>
            </p:cNvSpPr>
            <p:nvPr/>
          </p:nvSpPr>
          <p:spPr bwMode="auto">
            <a:xfrm>
              <a:off x="1415" y="949"/>
              <a:ext cx="2221" cy="1871"/>
            </a:xfrm>
            <a:custGeom>
              <a:avLst/>
              <a:gdLst>
                <a:gd name="T0" fmla="*/ 1349 w 2221"/>
                <a:gd name="T1" fmla="*/ 393 h 1871"/>
                <a:gd name="T2" fmla="*/ 537 w 2221"/>
                <a:gd name="T3" fmla="*/ 13 h 1871"/>
                <a:gd name="T4" fmla="*/ 240 w 2221"/>
                <a:gd name="T5" fmla="*/ 90 h 1871"/>
                <a:gd name="T6" fmla="*/ 313 w 2221"/>
                <a:gd name="T7" fmla="*/ 306 h 1871"/>
                <a:gd name="T8" fmla="*/ 46 w 2221"/>
                <a:gd name="T9" fmla="*/ 363 h 1871"/>
                <a:gd name="T10" fmla="*/ 11 w 2221"/>
                <a:gd name="T11" fmla="*/ 448 h 1871"/>
                <a:gd name="T12" fmla="*/ 18 w 2221"/>
                <a:gd name="T13" fmla="*/ 485 h 1871"/>
                <a:gd name="T14" fmla="*/ 60 w 2221"/>
                <a:gd name="T15" fmla="*/ 497 h 1871"/>
                <a:gd name="T16" fmla="*/ 106 w 2221"/>
                <a:gd name="T17" fmla="*/ 576 h 1871"/>
                <a:gd name="T18" fmla="*/ 144 w 2221"/>
                <a:gd name="T19" fmla="*/ 624 h 1871"/>
                <a:gd name="T20" fmla="*/ 187 w 2221"/>
                <a:gd name="T21" fmla="*/ 693 h 1871"/>
                <a:gd name="T22" fmla="*/ 217 w 2221"/>
                <a:gd name="T23" fmla="*/ 742 h 1871"/>
                <a:gd name="T24" fmla="*/ 270 w 2221"/>
                <a:gd name="T25" fmla="*/ 818 h 1871"/>
                <a:gd name="T26" fmla="*/ 286 w 2221"/>
                <a:gd name="T27" fmla="*/ 875 h 1871"/>
                <a:gd name="T28" fmla="*/ 310 w 2221"/>
                <a:gd name="T29" fmla="*/ 924 h 1871"/>
                <a:gd name="T30" fmla="*/ 363 w 2221"/>
                <a:gd name="T31" fmla="*/ 935 h 1871"/>
                <a:gd name="T32" fmla="*/ 431 w 2221"/>
                <a:gd name="T33" fmla="*/ 1001 h 1871"/>
                <a:gd name="T34" fmla="*/ 453 w 2221"/>
                <a:gd name="T35" fmla="*/ 1037 h 1871"/>
                <a:gd name="T36" fmla="*/ 490 w 2221"/>
                <a:gd name="T37" fmla="*/ 1130 h 1871"/>
                <a:gd name="T38" fmla="*/ 480 w 2221"/>
                <a:gd name="T39" fmla="*/ 1184 h 1871"/>
                <a:gd name="T40" fmla="*/ 502 w 2221"/>
                <a:gd name="T41" fmla="*/ 1280 h 1871"/>
                <a:gd name="T42" fmla="*/ 580 w 2221"/>
                <a:gd name="T43" fmla="*/ 1370 h 1871"/>
                <a:gd name="T44" fmla="*/ 634 w 2221"/>
                <a:gd name="T45" fmla="*/ 1400 h 1871"/>
                <a:gd name="T46" fmla="*/ 676 w 2221"/>
                <a:gd name="T47" fmla="*/ 1443 h 1871"/>
                <a:gd name="T48" fmla="*/ 714 w 2221"/>
                <a:gd name="T49" fmla="*/ 1468 h 1871"/>
                <a:gd name="T50" fmla="*/ 763 w 2221"/>
                <a:gd name="T51" fmla="*/ 1603 h 1871"/>
                <a:gd name="T52" fmla="*/ 863 w 2221"/>
                <a:gd name="T53" fmla="*/ 1729 h 1871"/>
                <a:gd name="T54" fmla="*/ 935 w 2221"/>
                <a:gd name="T55" fmla="*/ 1795 h 1871"/>
                <a:gd name="T56" fmla="*/ 990 w 2221"/>
                <a:gd name="T57" fmla="*/ 1762 h 1871"/>
                <a:gd name="T58" fmla="*/ 1014 w 2221"/>
                <a:gd name="T59" fmla="*/ 1664 h 1871"/>
                <a:gd name="T60" fmla="*/ 1205 w 2221"/>
                <a:gd name="T61" fmla="*/ 1729 h 1871"/>
                <a:gd name="T62" fmla="*/ 1499 w 2221"/>
                <a:gd name="T63" fmla="*/ 1609 h 1871"/>
                <a:gd name="T64" fmla="*/ 2195 w 2221"/>
                <a:gd name="T65" fmla="*/ 1080 h 1871"/>
                <a:gd name="T66" fmla="*/ 1848 w 2221"/>
                <a:gd name="T67" fmla="*/ 1064 h 1871"/>
                <a:gd name="T68" fmla="*/ 1799 w 2221"/>
                <a:gd name="T69" fmla="*/ 914 h 1871"/>
                <a:gd name="T70" fmla="*/ 1783 w 2221"/>
                <a:gd name="T71" fmla="*/ 900 h 1871"/>
                <a:gd name="T72" fmla="*/ 1777 w 2221"/>
                <a:gd name="T73" fmla="*/ 878 h 1871"/>
                <a:gd name="T74" fmla="*/ 1722 w 2221"/>
                <a:gd name="T75" fmla="*/ 854 h 1871"/>
                <a:gd name="T76" fmla="*/ 1693 w 2221"/>
                <a:gd name="T77" fmla="*/ 824 h 1871"/>
                <a:gd name="T78" fmla="*/ 1621 w 2221"/>
                <a:gd name="T79" fmla="*/ 703 h 1871"/>
                <a:gd name="T80" fmla="*/ 1613 w 2221"/>
                <a:gd name="T81" fmla="*/ 643 h 1871"/>
                <a:gd name="T82" fmla="*/ 1591 w 2221"/>
                <a:gd name="T83" fmla="*/ 609 h 1871"/>
                <a:gd name="T84" fmla="*/ 1527 w 2221"/>
                <a:gd name="T85" fmla="*/ 541 h 1871"/>
                <a:gd name="T86" fmla="*/ 1545 w 2221"/>
                <a:gd name="T87" fmla="*/ 538 h 1871"/>
                <a:gd name="T88" fmla="*/ 1482 w 2221"/>
                <a:gd name="T89" fmla="*/ 513 h 1871"/>
                <a:gd name="T90" fmla="*/ 1436 w 2221"/>
                <a:gd name="T91" fmla="*/ 426 h 1871"/>
                <a:gd name="T92" fmla="*/ 1420 w 2221"/>
                <a:gd name="T93" fmla="*/ 403 h 1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21" h="1871">
                  <a:moveTo>
                    <a:pt x="1420" y="403"/>
                  </a:moveTo>
                  <a:lnTo>
                    <a:pt x="1355" y="433"/>
                  </a:lnTo>
                  <a:lnTo>
                    <a:pt x="1349" y="393"/>
                  </a:lnTo>
                  <a:lnTo>
                    <a:pt x="1251" y="363"/>
                  </a:lnTo>
                  <a:lnTo>
                    <a:pt x="1036" y="360"/>
                  </a:lnTo>
                  <a:lnTo>
                    <a:pt x="537" y="13"/>
                  </a:lnTo>
                  <a:lnTo>
                    <a:pt x="438" y="0"/>
                  </a:lnTo>
                  <a:lnTo>
                    <a:pt x="398" y="41"/>
                  </a:lnTo>
                  <a:lnTo>
                    <a:pt x="240" y="90"/>
                  </a:lnTo>
                  <a:lnTo>
                    <a:pt x="360" y="221"/>
                  </a:lnTo>
                  <a:lnTo>
                    <a:pt x="316" y="275"/>
                  </a:lnTo>
                  <a:lnTo>
                    <a:pt x="313" y="306"/>
                  </a:lnTo>
                  <a:lnTo>
                    <a:pt x="231" y="317"/>
                  </a:lnTo>
                  <a:lnTo>
                    <a:pt x="153" y="393"/>
                  </a:lnTo>
                  <a:lnTo>
                    <a:pt x="46" y="363"/>
                  </a:lnTo>
                  <a:lnTo>
                    <a:pt x="13" y="363"/>
                  </a:lnTo>
                  <a:lnTo>
                    <a:pt x="10" y="403"/>
                  </a:lnTo>
                  <a:lnTo>
                    <a:pt x="11" y="448"/>
                  </a:lnTo>
                  <a:lnTo>
                    <a:pt x="0" y="478"/>
                  </a:lnTo>
                  <a:lnTo>
                    <a:pt x="3" y="491"/>
                  </a:lnTo>
                  <a:lnTo>
                    <a:pt x="18" y="485"/>
                  </a:lnTo>
                  <a:lnTo>
                    <a:pt x="22" y="493"/>
                  </a:lnTo>
                  <a:lnTo>
                    <a:pt x="37" y="483"/>
                  </a:lnTo>
                  <a:lnTo>
                    <a:pt x="60" y="497"/>
                  </a:lnTo>
                  <a:lnTo>
                    <a:pt x="54" y="500"/>
                  </a:lnTo>
                  <a:lnTo>
                    <a:pt x="101" y="553"/>
                  </a:lnTo>
                  <a:lnTo>
                    <a:pt x="106" y="576"/>
                  </a:lnTo>
                  <a:lnTo>
                    <a:pt x="117" y="581"/>
                  </a:lnTo>
                  <a:lnTo>
                    <a:pt x="120" y="603"/>
                  </a:lnTo>
                  <a:lnTo>
                    <a:pt x="144" y="624"/>
                  </a:lnTo>
                  <a:lnTo>
                    <a:pt x="155" y="624"/>
                  </a:lnTo>
                  <a:lnTo>
                    <a:pt x="187" y="677"/>
                  </a:lnTo>
                  <a:lnTo>
                    <a:pt x="187" y="693"/>
                  </a:lnTo>
                  <a:lnTo>
                    <a:pt x="195" y="712"/>
                  </a:lnTo>
                  <a:lnTo>
                    <a:pt x="212" y="715"/>
                  </a:lnTo>
                  <a:lnTo>
                    <a:pt x="217" y="742"/>
                  </a:lnTo>
                  <a:lnTo>
                    <a:pt x="228" y="756"/>
                  </a:lnTo>
                  <a:lnTo>
                    <a:pt x="251" y="767"/>
                  </a:lnTo>
                  <a:lnTo>
                    <a:pt x="270" y="818"/>
                  </a:lnTo>
                  <a:lnTo>
                    <a:pt x="286" y="829"/>
                  </a:lnTo>
                  <a:lnTo>
                    <a:pt x="292" y="860"/>
                  </a:lnTo>
                  <a:lnTo>
                    <a:pt x="286" y="875"/>
                  </a:lnTo>
                  <a:lnTo>
                    <a:pt x="286" y="889"/>
                  </a:lnTo>
                  <a:lnTo>
                    <a:pt x="308" y="906"/>
                  </a:lnTo>
                  <a:lnTo>
                    <a:pt x="310" y="924"/>
                  </a:lnTo>
                  <a:lnTo>
                    <a:pt x="324" y="933"/>
                  </a:lnTo>
                  <a:lnTo>
                    <a:pt x="340" y="916"/>
                  </a:lnTo>
                  <a:lnTo>
                    <a:pt x="363" y="935"/>
                  </a:lnTo>
                  <a:lnTo>
                    <a:pt x="397" y="950"/>
                  </a:lnTo>
                  <a:lnTo>
                    <a:pt x="423" y="977"/>
                  </a:lnTo>
                  <a:lnTo>
                    <a:pt x="431" y="1001"/>
                  </a:lnTo>
                  <a:lnTo>
                    <a:pt x="439" y="1003"/>
                  </a:lnTo>
                  <a:lnTo>
                    <a:pt x="442" y="1029"/>
                  </a:lnTo>
                  <a:lnTo>
                    <a:pt x="453" y="1037"/>
                  </a:lnTo>
                  <a:lnTo>
                    <a:pt x="461" y="1074"/>
                  </a:lnTo>
                  <a:lnTo>
                    <a:pt x="484" y="1093"/>
                  </a:lnTo>
                  <a:lnTo>
                    <a:pt x="490" y="1130"/>
                  </a:lnTo>
                  <a:lnTo>
                    <a:pt x="496" y="1141"/>
                  </a:lnTo>
                  <a:lnTo>
                    <a:pt x="488" y="1176"/>
                  </a:lnTo>
                  <a:lnTo>
                    <a:pt x="480" y="1184"/>
                  </a:lnTo>
                  <a:lnTo>
                    <a:pt x="488" y="1201"/>
                  </a:lnTo>
                  <a:lnTo>
                    <a:pt x="498" y="1239"/>
                  </a:lnTo>
                  <a:lnTo>
                    <a:pt x="502" y="1280"/>
                  </a:lnTo>
                  <a:lnTo>
                    <a:pt x="521" y="1298"/>
                  </a:lnTo>
                  <a:lnTo>
                    <a:pt x="525" y="1312"/>
                  </a:lnTo>
                  <a:lnTo>
                    <a:pt x="580" y="1370"/>
                  </a:lnTo>
                  <a:lnTo>
                    <a:pt x="597" y="1377"/>
                  </a:lnTo>
                  <a:lnTo>
                    <a:pt x="619" y="1380"/>
                  </a:lnTo>
                  <a:lnTo>
                    <a:pt x="634" y="1400"/>
                  </a:lnTo>
                  <a:lnTo>
                    <a:pt x="645" y="1400"/>
                  </a:lnTo>
                  <a:lnTo>
                    <a:pt x="676" y="1427"/>
                  </a:lnTo>
                  <a:lnTo>
                    <a:pt x="676" y="1443"/>
                  </a:lnTo>
                  <a:lnTo>
                    <a:pt x="703" y="1448"/>
                  </a:lnTo>
                  <a:lnTo>
                    <a:pt x="700" y="1464"/>
                  </a:lnTo>
                  <a:lnTo>
                    <a:pt x="714" y="1468"/>
                  </a:lnTo>
                  <a:lnTo>
                    <a:pt x="739" y="1561"/>
                  </a:lnTo>
                  <a:lnTo>
                    <a:pt x="761" y="1574"/>
                  </a:lnTo>
                  <a:lnTo>
                    <a:pt x="763" y="1603"/>
                  </a:lnTo>
                  <a:lnTo>
                    <a:pt x="844" y="1683"/>
                  </a:lnTo>
                  <a:lnTo>
                    <a:pt x="856" y="1683"/>
                  </a:lnTo>
                  <a:lnTo>
                    <a:pt x="863" y="1729"/>
                  </a:lnTo>
                  <a:lnTo>
                    <a:pt x="897" y="1738"/>
                  </a:lnTo>
                  <a:lnTo>
                    <a:pt x="916" y="1794"/>
                  </a:lnTo>
                  <a:lnTo>
                    <a:pt x="935" y="1795"/>
                  </a:lnTo>
                  <a:lnTo>
                    <a:pt x="951" y="1803"/>
                  </a:lnTo>
                  <a:lnTo>
                    <a:pt x="962" y="1781"/>
                  </a:lnTo>
                  <a:lnTo>
                    <a:pt x="990" y="1762"/>
                  </a:lnTo>
                  <a:lnTo>
                    <a:pt x="971" y="1726"/>
                  </a:lnTo>
                  <a:lnTo>
                    <a:pt x="986" y="1675"/>
                  </a:lnTo>
                  <a:lnTo>
                    <a:pt x="1014" y="1664"/>
                  </a:lnTo>
                  <a:lnTo>
                    <a:pt x="1046" y="1689"/>
                  </a:lnTo>
                  <a:lnTo>
                    <a:pt x="1114" y="1693"/>
                  </a:lnTo>
                  <a:lnTo>
                    <a:pt x="1205" y="1729"/>
                  </a:lnTo>
                  <a:lnTo>
                    <a:pt x="1300" y="1775"/>
                  </a:lnTo>
                  <a:lnTo>
                    <a:pt x="1305" y="1871"/>
                  </a:lnTo>
                  <a:lnTo>
                    <a:pt x="1499" y="1609"/>
                  </a:lnTo>
                  <a:lnTo>
                    <a:pt x="2205" y="1399"/>
                  </a:lnTo>
                  <a:lnTo>
                    <a:pt x="2221" y="1167"/>
                  </a:lnTo>
                  <a:lnTo>
                    <a:pt x="2195" y="1080"/>
                  </a:lnTo>
                  <a:lnTo>
                    <a:pt x="2195" y="1078"/>
                  </a:lnTo>
                  <a:lnTo>
                    <a:pt x="2161" y="1111"/>
                  </a:lnTo>
                  <a:lnTo>
                    <a:pt x="1848" y="1064"/>
                  </a:lnTo>
                  <a:lnTo>
                    <a:pt x="1824" y="982"/>
                  </a:lnTo>
                  <a:lnTo>
                    <a:pt x="1799" y="950"/>
                  </a:lnTo>
                  <a:lnTo>
                    <a:pt x="1799" y="914"/>
                  </a:lnTo>
                  <a:lnTo>
                    <a:pt x="1799" y="914"/>
                  </a:lnTo>
                  <a:lnTo>
                    <a:pt x="1793" y="916"/>
                  </a:lnTo>
                  <a:lnTo>
                    <a:pt x="1783" y="900"/>
                  </a:lnTo>
                  <a:lnTo>
                    <a:pt x="1785" y="889"/>
                  </a:lnTo>
                  <a:lnTo>
                    <a:pt x="1794" y="876"/>
                  </a:lnTo>
                  <a:lnTo>
                    <a:pt x="1777" y="878"/>
                  </a:lnTo>
                  <a:lnTo>
                    <a:pt x="1774" y="873"/>
                  </a:lnTo>
                  <a:lnTo>
                    <a:pt x="1756" y="873"/>
                  </a:lnTo>
                  <a:lnTo>
                    <a:pt x="1722" y="854"/>
                  </a:lnTo>
                  <a:lnTo>
                    <a:pt x="1717" y="845"/>
                  </a:lnTo>
                  <a:lnTo>
                    <a:pt x="1711" y="848"/>
                  </a:lnTo>
                  <a:lnTo>
                    <a:pt x="1693" y="824"/>
                  </a:lnTo>
                  <a:lnTo>
                    <a:pt x="1688" y="796"/>
                  </a:lnTo>
                  <a:lnTo>
                    <a:pt x="1635" y="728"/>
                  </a:lnTo>
                  <a:lnTo>
                    <a:pt x="1621" y="703"/>
                  </a:lnTo>
                  <a:lnTo>
                    <a:pt x="1633" y="706"/>
                  </a:lnTo>
                  <a:lnTo>
                    <a:pt x="1633" y="693"/>
                  </a:lnTo>
                  <a:lnTo>
                    <a:pt x="1613" y="643"/>
                  </a:lnTo>
                  <a:lnTo>
                    <a:pt x="1613" y="630"/>
                  </a:lnTo>
                  <a:lnTo>
                    <a:pt x="1600" y="609"/>
                  </a:lnTo>
                  <a:lnTo>
                    <a:pt x="1591" y="609"/>
                  </a:lnTo>
                  <a:lnTo>
                    <a:pt x="1556" y="559"/>
                  </a:lnTo>
                  <a:lnTo>
                    <a:pt x="1543" y="557"/>
                  </a:lnTo>
                  <a:lnTo>
                    <a:pt x="1527" y="541"/>
                  </a:lnTo>
                  <a:lnTo>
                    <a:pt x="1529" y="534"/>
                  </a:lnTo>
                  <a:lnTo>
                    <a:pt x="1535" y="532"/>
                  </a:lnTo>
                  <a:lnTo>
                    <a:pt x="1545" y="538"/>
                  </a:lnTo>
                  <a:lnTo>
                    <a:pt x="1535" y="524"/>
                  </a:lnTo>
                  <a:lnTo>
                    <a:pt x="1518" y="521"/>
                  </a:lnTo>
                  <a:lnTo>
                    <a:pt x="1482" y="513"/>
                  </a:lnTo>
                  <a:lnTo>
                    <a:pt x="1461" y="459"/>
                  </a:lnTo>
                  <a:lnTo>
                    <a:pt x="1450" y="433"/>
                  </a:lnTo>
                  <a:lnTo>
                    <a:pt x="1436" y="426"/>
                  </a:lnTo>
                  <a:lnTo>
                    <a:pt x="1436" y="407"/>
                  </a:lnTo>
                  <a:lnTo>
                    <a:pt x="1428" y="412"/>
                  </a:lnTo>
                  <a:lnTo>
                    <a:pt x="1420" y="403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Freeform 15"/>
            <p:cNvSpPr>
              <a:spLocks/>
            </p:cNvSpPr>
            <p:nvPr/>
          </p:nvSpPr>
          <p:spPr bwMode="auto">
            <a:xfrm>
              <a:off x="3126" y="1642"/>
              <a:ext cx="82" cy="180"/>
            </a:xfrm>
            <a:custGeom>
              <a:avLst/>
              <a:gdLst>
                <a:gd name="T0" fmla="*/ 63 w 82"/>
                <a:gd name="T1" fmla="*/ 180 h 180"/>
                <a:gd name="T2" fmla="*/ 45 w 82"/>
                <a:gd name="T3" fmla="*/ 180 h 180"/>
                <a:gd name="T4" fmla="*/ 11 w 82"/>
                <a:gd name="T5" fmla="*/ 161 h 180"/>
                <a:gd name="T6" fmla="*/ 6 w 82"/>
                <a:gd name="T7" fmla="*/ 152 h 180"/>
                <a:gd name="T8" fmla="*/ 11 w 82"/>
                <a:gd name="T9" fmla="*/ 148 h 180"/>
                <a:gd name="T10" fmla="*/ 11 w 82"/>
                <a:gd name="T11" fmla="*/ 126 h 180"/>
                <a:gd name="T12" fmla="*/ 4 w 82"/>
                <a:gd name="T13" fmla="*/ 117 h 180"/>
                <a:gd name="T14" fmla="*/ 0 w 82"/>
                <a:gd name="T15" fmla="*/ 103 h 180"/>
                <a:gd name="T16" fmla="*/ 3 w 82"/>
                <a:gd name="T17" fmla="*/ 70 h 180"/>
                <a:gd name="T18" fmla="*/ 11 w 82"/>
                <a:gd name="T19" fmla="*/ 70 h 180"/>
                <a:gd name="T20" fmla="*/ 17 w 82"/>
                <a:gd name="T21" fmla="*/ 74 h 180"/>
                <a:gd name="T22" fmla="*/ 11 w 82"/>
                <a:gd name="T23" fmla="*/ 41 h 180"/>
                <a:gd name="T24" fmla="*/ 17 w 82"/>
                <a:gd name="T25" fmla="*/ 41 h 180"/>
                <a:gd name="T26" fmla="*/ 12 w 82"/>
                <a:gd name="T27" fmla="*/ 25 h 180"/>
                <a:gd name="T28" fmla="*/ 20 w 82"/>
                <a:gd name="T29" fmla="*/ 19 h 180"/>
                <a:gd name="T30" fmla="*/ 20 w 82"/>
                <a:gd name="T31" fmla="*/ 10 h 180"/>
                <a:gd name="T32" fmla="*/ 28 w 82"/>
                <a:gd name="T33" fmla="*/ 10 h 180"/>
                <a:gd name="T34" fmla="*/ 31 w 82"/>
                <a:gd name="T35" fmla="*/ 0 h 180"/>
                <a:gd name="T36" fmla="*/ 39 w 82"/>
                <a:gd name="T37" fmla="*/ 0 h 180"/>
                <a:gd name="T38" fmla="*/ 58 w 82"/>
                <a:gd name="T39" fmla="*/ 14 h 180"/>
                <a:gd name="T40" fmla="*/ 60 w 82"/>
                <a:gd name="T41" fmla="*/ 25 h 180"/>
                <a:gd name="T42" fmla="*/ 67 w 82"/>
                <a:gd name="T43" fmla="*/ 25 h 180"/>
                <a:gd name="T44" fmla="*/ 72 w 82"/>
                <a:gd name="T45" fmla="*/ 33 h 180"/>
                <a:gd name="T46" fmla="*/ 64 w 82"/>
                <a:gd name="T47" fmla="*/ 68 h 180"/>
                <a:gd name="T48" fmla="*/ 60 w 82"/>
                <a:gd name="T49" fmla="*/ 68 h 180"/>
                <a:gd name="T50" fmla="*/ 64 w 82"/>
                <a:gd name="T51" fmla="*/ 104 h 180"/>
                <a:gd name="T52" fmla="*/ 71 w 82"/>
                <a:gd name="T53" fmla="*/ 104 h 180"/>
                <a:gd name="T54" fmla="*/ 82 w 82"/>
                <a:gd name="T55" fmla="*/ 125 h 180"/>
                <a:gd name="T56" fmla="*/ 74 w 82"/>
                <a:gd name="T57" fmla="*/ 177 h 180"/>
                <a:gd name="T58" fmla="*/ 63 w 82"/>
                <a:gd name="T59" fmla="*/ 180 h 180"/>
                <a:gd name="T60" fmla="*/ 63 w 82"/>
                <a:gd name="T61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2" h="180">
                  <a:moveTo>
                    <a:pt x="63" y="180"/>
                  </a:moveTo>
                  <a:lnTo>
                    <a:pt x="45" y="180"/>
                  </a:lnTo>
                  <a:lnTo>
                    <a:pt x="11" y="161"/>
                  </a:lnTo>
                  <a:lnTo>
                    <a:pt x="6" y="152"/>
                  </a:lnTo>
                  <a:lnTo>
                    <a:pt x="11" y="148"/>
                  </a:lnTo>
                  <a:lnTo>
                    <a:pt x="11" y="126"/>
                  </a:lnTo>
                  <a:lnTo>
                    <a:pt x="4" y="117"/>
                  </a:lnTo>
                  <a:lnTo>
                    <a:pt x="0" y="103"/>
                  </a:lnTo>
                  <a:lnTo>
                    <a:pt x="3" y="70"/>
                  </a:lnTo>
                  <a:lnTo>
                    <a:pt x="11" y="70"/>
                  </a:lnTo>
                  <a:lnTo>
                    <a:pt x="17" y="74"/>
                  </a:lnTo>
                  <a:lnTo>
                    <a:pt x="11" y="41"/>
                  </a:lnTo>
                  <a:lnTo>
                    <a:pt x="17" y="41"/>
                  </a:lnTo>
                  <a:lnTo>
                    <a:pt x="12" y="25"/>
                  </a:lnTo>
                  <a:lnTo>
                    <a:pt x="20" y="19"/>
                  </a:lnTo>
                  <a:lnTo>
                    <a:pt x="20" y="10"/>
                  </a:lnTo>
                  <a:lnTo>
                    <a:pt x="28" y="10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8" y="14"/>
                  </a:lnTo>
                  <a:lnTo>
                    <a:pt x="60" y="25"/>
                  </a:lnTo>
                  <a:lnTo>
                    <a:pt x="67" y="25"/>
                  </a:lnTo>
                  <a:lnTo>
                    <a:pt x="72" y="33"/>
                  </a:lnTo>
                  <a:lnTo>
                    <a:pt x="64" y="68"/>
                  </a:lnTo>
                  <a:lnTo>
                    <a:pt x="60" y="68"/>
                  </a:lnTo>
                  <a:lnTo>
                    <a:pt x="64" y="104"/>
                  </a:lnTo>
                  <a:lnTo>
                    <a:pt x="71" y="104"/>
                  </a:lnTo>
                  <a:lnTo>
                    <a:pt x="82" y="125"/>
                  </a:lnTo>
                  <a:lnTo>
                    <a:pt x="74" y="177"/>
                  </a:lnTo>
                  <a:lnTo>
                    <a:pt x="63" y="180"/>
                  </a:lnTo>
                  <a:lnTo>
                    <a:pt x="63" y="180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6"/>
            <p:cNvSpPr>
              <a:spLocks/>
            </p:cNvSpPr>
            <p:nvPr/>
          </p:nvSpPr>
          <p:spPr bwMode="auto">
            <a:xfrm>
              <a:off x="3214" y="1656"/>
              <a:ext cx="508" cy="404"/>
            </a:xfrm>
            <a:custGeom>
              <a:avLst/>
              <a:gdLst>
                <a:gd name="T0" fmla="*/ 0 w 508"/>
                <a:gd name="T1" fmla="*/ 207 h 404"/>
                <a:gd name="T2" fmla="*/ 0 w 508"/>
                <a:gd name="T3" fmla="*/ 243 h 404"/>
                <a:gd name="T4" fmla="*/ 25 w 508"/>
                <a:gd name="T5" fmla="*/ 275 h 404"/>
                <a:gd name="T6" fmla="*/ 49 w 508"/>
                <a:gd name="T7" fmla="*/ 357 h 404"/>
                <a:gd name="T8" fmla="*/ 362 w 508"/>
                <a:gd name="T9" fmla="*/ 404 h 404"/>
                <a:gd name="T10" fmla="*/ 396 w 508"/>
                <a:gd name="T11" fmla="*/ 371 h 404"/>
                <a:gd name="T12" fmla="*/ 488 w 508"/>
                <a:gd name="T13" fmla="*/ 92 h 404"/>
                <a:gd name="T14" fmla="*/ 508 w 508"/>
                <a:gd name="T15" fmla="*/ 89 h 404"/>
                <a:gd name="T16" fmla="*/ 505 w 508"/>
                <a:gd name="T17" fmla="*/ 62 h 404"/>
                <a:gd name="T18" fmla="*/ 502 w 508"/>
                <a:gd name="T19" fmla="*/ 48 h 404"/>
                <a:gd name="T20" fmla="*/ 493 w 508"/>
                <a:gd name="T21" fmla="*/ 51 h 404"/>
                <a:gd name="T22" fmla="*/ 488 w 508"/>
                <a:gd name="T23" fmla="*/ 46 h 404"/>
                <a:gd name="T24" fmla="*/ 488 w 508"/>
                <a:gd name="T25" fmla="*/ 43 h 404"/>
                <a:gd name="T26" fmla="*/ 478 w 508"/>
                <a:gd name="T27" fmla="*/ 41 h 404"/>
                <a:gd name="T28" fmla="*/ 475 w 508"/>
                <a:gd name="T29" fmla="*/ 3 h 404"/>
                <a:gd name="T30" fmla="*/ 461 w 508"/>
                <a:gd name="T31" fmla="*/ 0 h 404"/>
                <a:gd name="T32" fmla="*/ 461 w 508"/>
                <a:gd name="T33" fmla="*/ 16 h 404"/>
                <a:gd name="T34" fmla="*/ 455 w 508"/>
                <a:gd name="T35" fmla="*/ 26 h 404"/>
                <a:gd name="T36" fmla="*/ 388 w 508"/>
                <a:gd name="T37" fmla="*/ 65 h 404"/>
                <a:gd name="T38" fmla="*/ 388 w 508"/>
                <a:gd name="T39" fmla="*/ 95 h 404"/>
                <a:gd name="T40" fmla="*/ 327 w 508"/>
                <a:gd name="T41" fmla="*/ 147 h 404"/>
                <a:gd name="T42" fmla="*/ 317 w 508"/>
                <a:gd name="T43" fmla="*/ 163 h 404"/>
                <a:gd name="T44" fmla="*/ 327 w 508"/>
                <a:gd name="T45" fmla="*/ 166 h 404"/>
                <a:gd name="T46" fmla="*/ 332 w 508"/>
                <a:gd name="T47" fmla="*/ 179 h 404"/>
                <a:gd name="T48" fmla="*/ 305 w 508"/>
                <a:gd name="T49" fmla="*/ 207 h 404"/>
                <a:gd name="T50" fmla="*/ 295 w 508"/>
                <a:gd name="T51" fmla="*/ 194 h 404"/>
                <a:gd name="T52" fmla="*/ 286 w 508"/>
                <a:gd name="T53" fmla="*/ 201 h 404"/>
                <a:gd name="T54" fmla="*/ 273 w 508"/>
                <a:gd name="T55" fmla="*/ 201 h 404"/>
                <a:gd name="T56" fmla="*/ 275 w 508"/>
                <a:gd name="T57" fmla="*/ 217 h 404"/>
                <a:gd name="T58" fmla="*/ 268 w 508"/>
                <a:gd name="T59" fmla="*/ 218 h 404"/>
                <a:gd name="T60" fmla="*/ 264 w 508"/>
                <a:gd name="T61" fmla="*/ 229 h 404"/>
                <a:gd name="T62" fmla="*/ 232 w 508"/>
                <a:gd name="T63" fmla="*/ 234 h 404"/>
                <a:gd name="T64" fmla="*/ 208 w 508"/>
                <a:gd name="T65" fmla="*/ 237 h 404"/>
                <a:gd name="T66" fmla="*/ 199 w 508"/>
                <a:gd name="T67" fmla="*/ 224 h 404"/>
                <a:gd name="T68" fmla="*/ 178 w 508"/>
                <a:gd name="T69" fmla="*/ 226 h 404"/>
                <a:gd name="T70" fmla="*/ 169 w 508"/>
                <a:gd name="T71" fmla="*/ 221 h 404"/>
                <a:gd name="T72" fmla="*/ 155 w 508"/>
                <a:gd name="T73" fmla="*/ 224 h 404"/>
                <a:gd name="T74" fmla="*/ 118 w 508"/>
                <a:gd name="T75" fmla="*/ 217 h 404"/>
                <a:gd name="T76" fmla="*/ 74 w 508"/>
                <a:gd name="T77" fmla="*/ 250 h 404"/>
                <a:gd name="T78" fmla="*/ 57 w 508"/>
                <a:gd name="T79" fmla="*/ 245 h 404"/>
                <a:gd name="T80" fmla="*/ 41 w 508"/>
                <a:gd name="T81" fmla="*/ 243 h 404"/>
                <a:gd name="T82" fmla="*/ 24 w 508"/>
                <a:gd name="T83" fmla="*/ 251 h 404"/>
                <a:gd name="T84" fmla="*/ 17 w 508"/>
                <a:gd name="T85" fmla="*/ 202 h 404"/>
                <a:gd name="T86" fmla="*/ 9 w 508"/>
                <a:gd name="T87" fmla="*/ 212 h 404"/>
                <a:gd name="T88" fmla="*/ 0 w 508"/>
                <a:gd name="T89" fmla="*/ 207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08" h="404">
                  <a:moveTo>
                    <a:pt x="0" y="207"/>
                  </a:moveTo>
                  <a:lnTo>
                    <a:pt x="0" y="243"/>
                  </a:lnTo>
                  <a:lnTo>
                    <a:pt x="25" y="275"/>
                  </a:lnTo>
                  <a:lnTo>
                    <a:pt x="49" y="357"/>
                  </a:lnTo>
                  <a:lnTo>
                    <a:pt x="362" y="404"/>
                  </a:lnTo>
                  <a:lnTo>
                    <a:pt x="396" y="371"/>
                  </a:lnTo>
                  <a:lnTo>
                    <a:pt x="488" y="92"/>
                  </a:lnTo>
                  <a:lnTo>
                    <a:pt x="508" y="89"/>
                  </a:lnTo>
                  <a:lnTo>
                    <a:pt x="505" y="62"/>
                  </a:lnTo>
                  <a:lnTo>
                    <a:pt x="502" y="48"/>
                  </a:lnTo>
                  <a:lnTo>
                    <a:pt x="493" y="51"/>
                  </a:lnTo>
                  <a:lnTo>
                    <a:pt x="488" y="46"/>
                  </a:lnTo>
                  <a:lnTo>
                    <a:pt x="488" y="43"/>
                  </a:lnTo>
                  <a:lnTo>
                    <a:pt x="478" y="41"/>
                  </a:lnTo>
                  <a:lnTo>
                    <a:pt x="475" y="3"/>
                  </a:lnTo>
                  <a:lnTo>
                    <a:pt x="461" y="0"/>
                  </a:lnTo>
                  <a:lnTo>
                    <a:pt x="461" y="16"/>
                  </a:lnTo>
                  <a:lnTo>
                    <a:pt x="455" y="26"/>
                  </a:lnTo>
                  <a:lnTo>
                    <a:pt x="388" y="65"/>
                  </a:lnTo>
                  <a:lnTo>
                    <a:pt x="388" y="95"/>
                  </a:lnTo>
                  <a:lnTo>
                    <a:pt x="327" y="147"/>
                  </a:lnTo>
                  <a:lnTo>
                    <a:pt x="317" y="163"/>
                  </a:lnTo>
                  <a:lnTo>
                    <a:pt x="327" y="166"/>
                  </a:lnTo>
                  <a:lnTo>
                    <a:pt x="332" y="179"/>
                  </a:lnTo>
                  <a:lnTo>
                    <a:pt x="305" y="207"/>
                  </a:lnTo>
                  <a:lnTo>
                    <a:pt x="295" y="194"/>
                  </a:lnTo>
                  <a:lnTo>
                    <a:pt x="286" y="201"/>
                  </a:lnTo>
                  <a:lnTo>
                    <a:pt x="273" y="201"/>
                  </a:lnTo>
                  <a:lnTo>
                    <a:pt x="275" y="217"/>
                  </a:lnTo>
                  <a:lnTo>
                    <a:pt x="268" y="218"/>
                  </a:lnTo>
                  <a:lnTo>
                    <a:pt x="264" y="229"/>
                  </a:lnTo>
                  <a:lnTo>
                    <a:pt x="232" y="234"/>
                  </a:lnTo>
                  <a:lnTo>
                    <a:pt x="208" y="237"/>
                  </a:lnTo>
                  <a:lnTo>
                    <a:pt x="199" y="224"/>
                  </a:lnTo>
                  <a:lnTo>
                    <a:pt x="178" y="226"/>
                  </a:lnTo>
                  <a:lnTo>
                    <a:pt x="169" y="221"/>
                  </a:lnTo>
                  <a:lnTo>
                    <a:pt x="155" y="224"/>
                  </a:lnTo>
                  <a:lnTo>
                    <a:pt x="118" y="217"/>
                  </a:lnTo>
                  <a:lnTo>
                    <a:pt x="74" y="250"/>
                  </a:lnTo>
                  <a:lnTo>
                    <a:pt x="57" y="245"/>
                  </a:lnTo>
                  <a:lnTo>
                    <a:pt x="41" y="243"/>
                  </a:lnTo>
                  <a:lnTo>
                    <a:pt x="24" y="251"/>
                  </a:lnTo>
                  <a:lnTo>
                    <a:pt x="17" y="202"/>
                  </a:lnTo>
                  <a:lnTo>
                    <a:pt x="9" y="212"/>
                  </a:lnTo>
                  <a:lnTo>
                    <a:pt x="0" y="207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17"/>
            <p:cNvSpPr>
              <a:spLocks noEditPoints="1"/>
            </p:cNvSpPr>
            <p:nvPr/>
          </p:nvSpPr>
          <p:spPr bwMode="auto">
            <a:xfrm>
              <a:off x="3310" y="1606"/>
              <a:ext cx="798" cy="1127"/>
            </a:xfrm>
            <a:custGeom>
              <a:avLst/>
              <a:gdLst>
                <a:gd name="T0" fmla="*/ 310 w 798"/>
                <a:gd name="T1" fmla="*/ 742 h 1127"/>
                <a:gd name="T2" fmla="*/ 300 w 798"/>
                <a:gd name="T3" fmla="*/ 423 h 1127"/>
                <a:gd name="T4" fmla="*/ 412 w 798"/>
                <a:gd name="T5" fmla="*/ 139 h 1127"/>
                <a:gd name="T6" fmla="*/ 454 w 798"/>
                <a:gd name="T7" fmla="*/ 246 h 1127"/>
                <a:gd name="T8" fmla="*/ 517 w 798"/>
                <a:gd name="T9" fmla="*/ 309 h 1127"/>
                <a:gd name="T10" fmla="*/ 556 w 798"/>
                <a:gd name="T11" fmla="*/ 311 h 1127"/>
                <a:gd name="T12" fmla="*/ 624 w 798"/>
                <a:gd name="T13" fmla="*/ 319 h 1127"/>
                <a:gd name="T14" fmla="*/ 665 w 798"/>
                <a:gd name="T15" fmla="*/ 314 h 1127"/>
                <a:gd name="T16" fmla="*/ 703 w 798"/>
                <a:gd name="T17" fmla="*/ 380 h 1127"/>
                <a:gd name="T18" fmla="*/ 732 w 798"/>
                <a:gd name="T19" fmla="*/ 417 h 1127"/>
                <a:gd name="T20" fmla="*/ 792 w 798"/>
                <a:gd name="T21" fmla="*/ 453 h 1127"/>
                <a:gd name="T22" fmla="*/ 796 w 798"/>
                <a:gd name="T23" fmla="*/ 481 h 1127"/>
                <a:gd name="T24" fmla="*/ 785 w 798"/>
                <a:gd name="T25" fmla="*/ 518 h 1127"/>
                <a:gd name="T26" fmla="*/ 743 w 798"/>
                <a:gd name="T27" fmla="*/ 597 h 1127"/>
                <a:gd name="T28" fmla="*/ 705 w 798"/>
                <a:gd name="T29" fmla="*/ 646 h 1127"/>
                <a:gd name="T30" fmla="*/ 679 w 798"/>
                <a:gd name="T31" fmla="*/ 696 h 1127"/>
                <a:gd name="T32" fmla="*/ 656 w 798"/>
                <a:gd name="T33" fmla="*/ 690 h 1127"/>
                <a:gd name="T34" fmla="*/ 664 w 798"/>
                <a:gd name="T35" fmla="*/ 668 h 1127"/>
                <a:gd name="T36" fmla="*/ 643 w 798"/>
                <a:gd name="T37" fmla="*/ 672 h 1127"/>
                <a:gd name="T38" fmla="*/ 626 w 798"/>
                <a:gd name="T39" fmla="*/ 696 h 1127"/>
                <a:gd name="T40" fmla="*/ 621 w 798"/>
                <a:gd name="T41" fmla="*/ 713 h 1127"/>
                <a:gd name="T42" fmla="*/ 604 w 798"/>
                <a:gd name="T43" fmla="*/ 767 h 1127"/>
                <a:gd name="T44" fmla="*/ 600 w 798"/>
                <a:gd name="T45" fmla="*/ 784 h 1127"/>
                <a:gd name="T46" fmla="*/ 605 w 798"/>
                <a:gd name="T47" fmla="*/ 805 h 1127"/>
                <a:gd name="T48" fmla="*/ 627 w 798"/>
                <a:gd name="T49" fmla="*/ 852 h 1127"/>
                <a:gd name="T50" fmla="*/ 569 w 798"/>
                <a:gd name="T51" fmla="*/ 867 h 1127"/>
                <a:gd name="T52" fmla="*/ 544 w 798"/>
                <a:gd name="T53" fmla="*/ 867 h 1127"/>
                <a:gd name="T54" fmla="*/ 480 w 798"/>
                <a:gd name="T55" fmla="*/ 920 h 1127"/>
                <a:gd name="T56" fmla="*/ 471 w 798"/>
                <a:gd name="T57" fmla="*/ 963 h 1127"/>
                <a:gd name="T58" fmla="*/ 438 w 798"/>
                <a:gd name="T59" fmla="*/ 979 h 1127"/>
                <a:gd name="T60" fmla="*/ 375 w 798"/>
                <a:gd name="T61" fmla="*/ 982 h 1127"/>
                <a:gd name="T62" fmla="*/ 349 w 798"/>
                <a:gd name="T63" fmla="*/ 1007 h 1127"/>
                <a:gd name="T64" fmla="*/ 351 w 798"/>
                <a:gd name="T65" fmla="*/ 1031 h 1127"/>
                <a:gd name="T66" fmla="*/ 359 w 798"/>
                <a:gd name="T67" fmla="*/ 1048 h 1127"/>
                <a:gd name="T68" fmla="*/ 356 w 798"/>
                <a:gd name="T69" fmla="*/ 1054 h 1127"/>
                <a:gd name="T70" fmla="*/ 316 w 798"/>
                <a:gd name="T71" fmla="*/ 1094 h 1127"/>
                <a:gd name="T72" fmla="*/ 281 w 798"/>
                <a:gd name="T73" fmla="*/ 1086 h 1127"/>
                <a:gd name="T74" fmla="*/ 223 w 798"/>
                <a:gd name="T75" fmla="*/ 1105 h 1127"/>
                <a:gd name="T76" fmla="*/ 185 w 798"/>
                <a:gd name="T77" fmla="*/ 1127 h 1127"/>
                <a:gd name="T78" fmla="*/ 158 w 798"/>
                <a:gd name="T79" fmla="*/ 1124 h 1127"/>
                <a:gd name="T80" fmla="*/ 84 w 798"/>
                <a:gd name="T81" fmla="*/ 1054 h 1127"/>
                <a:gd name="T82" fmla="*/ 0 w 798"/>
                <a:gd name="T83" fmla="*/ 884 h 1127"/>
                <a:gd name="T84" fmla="*/ 7 w 798"/>
                <a:gd name="T85" fmla="*/ 832 h 1127"/>
                <a:gd name="T86" fmla="*/ 392 w 798"/>
                <a:gd name="T87" fmla="*/ 79 h 1127"/>
                <a:gd name="T88" fmla="*/ 403 w 798"/>
                <a:gd name="T89" fmla="*/ 33 h 1127"/>
                <a:gd name="T90" fmla="*/ 403 w 798"/>
                <a:gd name="T91" fmla="*/ 17 h 1127"/>
                <a:gd name="T92" fmla="*/ 401 w 798"/>
                <a:gd name="T93" fmla="*/ 8 h 1127"/>
                <a:gd name="T94" fmla="*/ 401 w 798"/>
                <a:gd name="T95" fmla="*/ 0 h 1127"/>
                <a:gd name="T96" fmla="*/ 386 w 798"/>
                <a:gd name="T97" fmla="*/ 1 h 1127"/>
                <a:gd name="T98" fmla="*/ 375 w 798"/>
                <a:gd name="T99" fmla="*/ 38 h 1127"/>
                <a:gd name="T100" fmla="*/ 365 w 798"/>
                <a:gd name="T101" fmla="*/ 41 h 1127"/>
                <a:gd name="T102" fmla="*/ 379 w 798"/>
                <a:gd name="T103" fmla="*/ 53 h 1127"/>
                <a:gd name="T104" fmla="*/ 392 w 798"/>
                <a:gd name="T105" fmla="*/ 93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8" h="1127">
                  <a:moveTo>
                    <a:pt x="7" y="832"/>
                  </a:moveTo>
                  <a:lnTo>
                    <a:pt x="310" y="742"/>
                  </a:lnTo>
                  <a:lnTo>
                    <a:pt x="326" y="510"/>
                  </a:lnTo>
                  <a:lnTo>
                    <a:pt x="300" y="423"/>
                  </a:lnTo>
                  <a:lnTo>
                    <a:pt x="392" y="142"/>
                  </a:lnTo>
                  <a:lnTo>
                    <a:pt x="412" y="139"/>
                  </a:lnTo>
                  <a:lnTo>
                    <a:pt x="417" y="202"/>
                  </a:lnTo>
                  <a:lnTo>
                    <a:pt x="454" y="246"/>
                  </a:lnTo>
                  <a:lnTo>
                    <a:pt x="457" y="260"/>
                  </a:lnTo>
                  <a:lnTo>
                    <a:pt x="517" y="309"/>
                  </a:lnTo>
                  <a:lnTo>
                    <a:pt x="544" y="317"/>
                  </a:lnTo>
                  <a:lnTo>
                    <a:pt x="556" y="311"/>
                  </a:lnTo>
                  <a:lnTo>
                    <a:pt x="577" y="309"/>
                  </a:lnTo>
                  <a:lnTo>
                    <a:pt x="624" y="319"/>
                  </a:lnTo>
                  <a:lnTo>
                    <a:pt x="651" y="314"/>
                  </a:lnTo>
                  <a:lnTo>
                    <a:pt x="665" y="314"/>
                  </a:lnTo>
                  <a:lnTo>
                    <a:pt x="695" y="353"/>
                  </a:lnTo>
                  <a:lnTo>
                    <a:pt x="703" y="380"/>
                  </a:lnTo>
                  <a:lnTo>
                    <a:pt x="722" y="398"/>
                  </a:lnTo>
                  <a:lnTo>
                    <a:pt x="732" y="417"/>
                  </a:lnTo>
                  <a:lnTo>
                    <a:pt x="771" y="450"/>
                  </a:lnTo>
                  <a:lnTo>
                    <a:pt x="792" y="453"/>
                  </a:lnTo>
                  <a:lnTo>
                    <a:pt x="798" y="461"/>
                  </a:lnTo>
                  <a:lnTo>
                    <a:pt x="796" y="481"/>
                  </a:lnTo>
                  <a:lnTo>
                    <a:pt x="784" y="505"/>
                  </a:lnTo>
                  <a:lnTo>
                    <a:pt x="785" y="518"/>
                  </a:lnTo>
                  <a:lnTo>
                    <a:pt x="782" y="535"/>
                  </a:lnTo>
                  <a:lnTo>
                    <a:pt x="743" y="597"/>
                  </a:lnTo>
                  <a:lnTo>
                    <a:pt x="717" y="620"/>
                  </a:lnTo>
                  <a:lnTo>
                    <a:pt x="705" y="646"/>
                  </a:lnTo>
                  <a:lnTo>
                    <a:pt x="692" y="657"/>
                  </a:lnTo>
                  <a:lnTo>
                    <a:pt x="679" y="696"/>
                  </a:lnTo>
                  <a:lnTo>
                    <a:pt x="668" y="696"/>
                  </a:lnTo>
                  <a:lnTo>
                    <a:pt x="656" y="690"/>
                  </a:lnTo>
                  <a:lnTo>
                    <a:pt x="659" y="677"/>
                  </a:lnTo>
                  <a:lnTo>
                    <a:pt x="664" y="668"/>
                  </a:lnTo>
                  <a:lnTo>
                    <a:pt x="654" y="664"/>
                  </a:lnTo>
                  <a:lnTo>
                    <a:pt x="643" y="672"/>
                  </a:lnTo>
                  <a:lnTo>
                    <a:pt x="630" y="696"/>
                  </a:lnTo>
                  <a:lnTo>
                    <a:pt x="626" y="696"/>
                  </a:lnTo>
                  <a:lnTo>
                    <a:pt x="634" y="710"/>
                  </a:lnTo>
                  <a:lnTo>
                    <a:pt x="621" y="713"/>
                  </a:lnTo>
                  <a:lnTo>
                    <a:pt x="604" y="748"/>
                  </a:lnTo>
                  <a:lnTo>
                    <a:pt x="604" y="767"/>
                  </a:lnTo>
                  <a:lnTo>
                    <a:pt x="596" y="783"/>
                  </a:lnTo>
                  <a:lnTo>
                    <a:pt x="600" y="784"/>
                  </a:lnTo>
                  <a:lnTo>
                    <a:pt x="610" y="803"/>
                  </a:lnTo>
                  <a:lnTo>
                    <a:pt x="605" y="805"/>
                  </a:lnTo>
                  <a:lnTo>
                    <a:pt x="618" y="843"/>
                  </a:lnTo>
                  <a:lnTo>
                    <a:pt x="627" y="852"/>
                  </a:lnTo>
                  <a:lnTo>
                    <a:pt x="623" y="862"/>
                  </a:lnTo>
                  <a:lnTo>
                    <a:pt x="569" y="867"/>
                  </a:lnTo>
                  <a:lnTo>
                    <a:pt x="559" y="874"/>
                  </a:lnTo>
                  <a:lnTo>
                    <a:pt x="544" y="867"/>
                  </a:lnTo>
                  <a:lnTo>
                    <a:pt x="520" y="873"/>
                  </a:lnTo>
                  <a:lnTo>
                    <a:pt x="480" y="920"/>
                  </a:lnTo>
                  <a:lnTo>
                    <a:pt x="480" y="953"/>
                  </a:lnTo>
                  <a:lnTo>
                    <a:pt x="471" y="963"/>
                  </a:lnTo>
                  <a:lnTo>
                    <a:pt x="450" y="983"/>
                  </a:lnTo>
                  <a:lnTo>
                    <a:pt x="438" y="979"/>
                  </a:lnTo>
                  <a:lnTo>
                    <a:pt x="411" y="982"/>
                  </a:lnTo>
                  <a:lnTo>
                    <a:pt x="375" y="982"/>
                  </a:lnTo>
                  <a:lnTo>
                    <a:pt x="365" y="991"/>
                  </a:lnTo>
                  <a:lnTo>
                    <a:pt x="349" y="1007"/>
                  </a:lnTo>
                  <a:lnTo>
                    <a:pt x="352" y="1017"/>
                  </a:lnTo>
                  <a:lnTo>
                    <a:pt x="351" y="1031"/>
                  </a:lnTo>
                  <a:lnTo>
                    <a:pt x="360" y="1036"/>
                  </a:lnTo>
                  <a:lnTo>
                    <a:pt x="359" y="1048"/>
                  </a:lnTo>
                  <a:lnTo>
                    <a:pt x="354" y="1050"/>
                  </a:lnTo>
                  <a:lnTo>
                    <a:pt x="356" y="1054"/>
                  </a:lnTo>
                  <a:lnTo>
                    <a:pt x="330" y="1092"/>
                  </a:lnTo>
                  <a:lnTo>
                    <a:pt x="316" y="1094"/>
                  </a:lnTo>
                  <a:lnTo>
                    <a:pt x="300" y="1083"/>
                  </a:lnTo>
                  <a:lnTo>
                    <a:pt x="281" y="1086"/>
                  </a:lnTo>
                  <a:lnTo>
                    <a:pt x="261" y="1084"/>
                  </a:lnTo>
                  <a:lnTo>
                    <a:pt x="223" y="1105"/>
                  </a:lnTo>
                  <a:lnTo>
                    <a:pt x="199" y="1105"/>
                  </a:lnTo>
                  <a:lnTo>
                    <a:pt x="185" y="1127"/>
                  </a:lnTo>
                  <a:lnTo>
                    <a:pt x="165" y="1127"/>
                  </a:lnTo>
                  <a:lnTo>
                    <a:pt x="158" y="1124"/>
                  </a:lnTo>
                  <a:lnTo>
                    <a:pt x="144" y="1127"/>
                  </a:lnTo>
                  <a:lnTo>
                    <a:pt x="84" y="1054"/>
                  </a:lnTo>
                  <a:lnTo>
                    <a:pt x="97" y="1007"/>
                  </a:lnTo>
                  <a:lnTo>
                    <a:pt x="0" y="884"/>
                  </a:lnTo>
                  <a:lnTo>
                    <a:pt x="7" y="832"/>
                  </a:lnTo>
                  <a:lnTo>
                    <a:pt x="7" y="832"/>
                  </a:lnTo>
                  <a:close/>
                  <a:moveTo>
                    <a:pt x="392" y="93"/>
                  </a:moveTo>
                  <a:lnTo>
                    <a:pt x="392" y="79"/>
                  </a:lnTo>
                  <a:lnTo>
                    <a:pt x="401" y="63"/>
                  </a:lnTo>
                  <a:lnTo>
                    <a:pt x="403" y="33"/>
                  </a:lnTo>
                  <a:lnTo>
                    <a:pt x="398" y="30"/>
                  </a:lnTo>
                  <a:lnTo>
                    <a:pt x="403" y="17"/>
                  </a:lnTo>
                  <a:lnTo>
                    <a:pt x="398" y="11"/>
                  </a:lnTo>
                  <a:lnTo>
                    <a:pt x="401" y="8"/>
                  </a:lnTo>
                  <a:lnTo>
                    <a:pt x="406" y="8"/>
                  </a:lnTo>
                  <a:lnTo>
                    <a:pt x="401" y="0"/>
                  </a:lnTo>
                  <a:lnTo>
                    <a:pt x="394" y="3"/>
                  </a:lnTo>
                  <a:lnTo>
                    <a:pt x="386" y="1"/>
                  </a:lnTo>
                  <a:lnTo>
                    <a:pt x="381" y="30"/>
                  </a:lnTo>
                  <a:lnTo>
                    <a:pt x="375" y="38"/>
                  </a:lnTo>
                  <a:lnTo>
                    <a:pt x="370" y="30"/>
                  </a:lnTo>
                  <a:lnTo>
                    <a:pt x="365" y="41"/>
                  </a:lnTo>
                  <a:lnTo>
                    <a:pt x="365" y="50"/>
                  </a:lnTo>
                  <a:lnTo>
                    <a:pt x="379" y="53"/>
                  </a:lnTo>
                  <a:lnTo>
                    <a:pt x="382" y="91"/>
                  </a:lnTo>
                  <a:lnTo>
                    <a:pt x="392" y="93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Freeform 18"/>
            <p:cNvSpPr>
              <a:spLocks noEditPoints="1"/>
            </p:cNvSpPr>
            <p:nvPr/>
          </p:nvSpPr>
          <p:spPr bwMode="auto">
            <a:xfrm>
              <a:off x="2317" y="2438"/>
              <a:ext cx="1298" cy="799"/>
            </a:xfrm>
            <a:custGeom>
              <a:avLst/>
              <a:gdLst>
                <a:gd name="T0" fmla="*/ 33 w 1298"/>
                <a:gd name="T1" fmla="*/ 306 h 799"/>
                <a:gd name="T2" fmla="*/ 60 w 1298"/>
                <a:gd name="T3" fmla="*/ 292 h 799"/>
                <a:gd name="T4" fmla="*/ 69 w 1298"/>
                <a:gd name="T5" fmla="*/ 237 h 799"/>
                <a:gd name="T6" fmla="*/ 112 w 1298"/>
                <a:gd name="T7" fmla="*/ 175 h 799"/>
                <a:gd name="T8" fmla="*/ 212 w 1298"/>
                <a:gd name="T9" fmla="*/ 204 h 799"/>
                <a:gd name="T10" fmla="*/ 398 w 1298"/>
                <a:gd name="T11" fmla="*/ 286 h 799"/>
                <a:gd name="T12" fmla="*/ 597 w 1298"/>
                <a:gd name="T13" fmla="*/ 120 h 799"/>
                <a:gd name="T14" fmla="*/ 993 w 1298"/>
                <a:gd name="T15" fmla="*/ 52 h 799"/>
                <a:gd name="T16" fmla="*/ 1077 w 1298"/>
                <a:gd name="T17" fmla="*/ 222 h 799"/>
                <a:gd name="T18" fmla="*/ 1113 w 1298"/>
                <a:gd name="T19" fmla="*/ 301 h 799"/>
                <a:gd name="T20" fmla="*/ 1036 w 1298"/>
                <a:gd name="T21" fmla="*/ 354 h 799"/>
                <a:gd name="T22" fmla="*/ 1042 w 1298"/>
                <a:gd name="T23" fmla="*/ 390 h 799"/>
                <a:gd name="T24" fmla="*/ 1042 w 1298"/>
                <a:gd name="T25" fmla="*/ 409 h 799"/>
                <a:gd name="T26" fmla="*/ 976 w 1298"/>
                <a:gd name="T27" fmla="*/ 437 h 799"/>
                <a:gd name="T28" fmla="*/ 869 w 1298"/>
                <a:gd name="T29" fmla="*/ 470 h 799"/>
                <a:gd name="T30" fmla="*/ 739 w 1298"/>
                <a:gd name="T31" fmla="*/ 516 h 799"/>
                <a:gd name="T32" fmla="*/ 709 w 1298"/>
                <a:gd name="T33" fmla="*/ 526 h 799"/>
                <a:gd name="T34" fmla="*/ 655 w 1298"/>
                <a:gd name="T35" fmla="*/ 587 h 799"/>
                <a:gd name="T36" fmla="*/ 635 w 1298"/>
                <a:gd name="T37" fmla="*/ 581 h 799"/>
                <a:gd name="T38" fmla="*/ 610 w 1298"/>
                <a:gd name="T39" fmla="*/ 594 h 799"/>
                <a:gd name="T40" fmla="*/ 580 w 1298"/>
                <a:gd name="T41" fmla="*/ 582 h 799"/>
                <a:gd name="T42" fmla="*/ 539 w 1298"/>
                <a:gd name="T43" fmla="*/ 625 h 799"/>
                <a:gd name="T44" fmla="*/ 485 w 1298"/>
                <a:gd name="T45" fmla="*/ 641 h 799"/>
                <a:gd name="T46" fmla="*/ 414 w 1298"/>
                <a:gd name="T47" fmla="*/ 655 h 799"/>
                <a:gd name="T48" fmla="*/ 376 w 1298"/>
                <a:gd name="T49" fmla="*/ 649 h 799"/>
                <a:gd name="T50" fmla="*/ 355 w 1298"/>
                <a:gd name="T51" fmla="*/ 641 h 799"/>
                <a:gd name="T52" fmla="*/ 316 w 1298"/>
                <a:gd name="T53" fmla="*/ 663 h 799"/>
                <a:gd name="T54" fmla="*/ 292 w 1298"/>
                <a:gd name="T55" fmla="*/ 691 h 799"/>
                <a:gd name="T56" fmla="*/ 253 w 1298"/>
                <a:gd name="T57" fmla="*/ 728 h 799"/>
                <a:gd name="T58" fmla="*/ 220 w 1298"/>
                <a:gd name="T59" fmla="*/ 717 h 799"/>
                <a:gd name="T60" fmla="*/ 180 w 1298"/>
                <a:gd name="T61" fmla="*/ 740 h 799"/>
                <a:gd name="T62" fmla="*/ 145 w 1298"/>
                <a:gd name="T63" fmla="*/ 737 h 799"/>
                <a:gd name="T64" fmla="*/ 114 w 1298"/>
                <a:gd name="T65" fmla="*/ 723 h 799"/>
                <a:gd name="T66" fmla="*/ 88 w 1298"/>
                <a:gd name="T67" fmla="*/ 672 h 799"/>
                <a:gd name="T68" fmla="*/ 88 w 1298"/>
                <a:gd name="T69" fmla="*/ 636 h 799"/>
                <a:gd name="T70" fmla="*/ 58 w 1298"/>
                <a:gd name="T71" fmla="*/ 581 h 799"/>
                <a:gd name="T72" fmla="*/ 19 w 1298"/>
                <a:gd name="T73" fmla="*/ 448 h 799"/>
                <a:gd name="T74" fmla="*/ 6 w 1298"/>
                <a:gd name="T75" fmla="*/ 432 h 799"/>
                <a:gd name="T76" fmla="*/ 17 w 1298"/>
                <a:gd name="T77" fmla="*/ 421 h 799"/>
                <a:gd name="T78" fmla="*/ 28 w 1298"/>
                <a:gd name="T79" fmla="*/ 410 h 799"/>
                <a:gd name="T80" fmla="*/ 21 w 1298"/>
                <a:gd name="T81" fmla="*/ 324 h 799"/>
                <a:gd name="T82" fmla="*/ 14 w 1298"/>
                <a:gd name="T83" fmla="*/ 305 h 799"/>
                <a:gd name="T84" fmla="*/ 1060 w 1298"/>
                <a:gd name="T85" fmla="*/ 786 h 799"/>
                <a:gd name="T86" fmla="*/ 1064 w 1298"/>
                <a:gd name="T87" fmla="*/ 799 h 799"/>
                <a:gd name="T88" fmla="*/ 1036 w 1298"/>
                <a:gd name="T89" fmla="*/ 794 h 799"/>
                <a:gd name="T90" fmla="*/ 1181 w 1298"/>
                <a:gd name="T91" fmla="*/ 753 h 799"/>
                <a:gd name="T92" fmla="*/ 1195 w 1298"/>
                <a:gd name="T93" fmla="*/ 726 h 799"/>
                <a:gd name="T94" fmla="*/ 1216 w 1298"/>
                <a:gd name="T95" fmla="*/ 739 h 799"/>
                <a:gd name="T96" fmla="*/ 1244 w 1298"/>
                <a:gd name="T97" fmla="*/ 737 h 799"/>
                <a:gd name="T98" fmla="*/ 1279 w 1298"/>
                <a:gd name="T99" fmla="*/ 740 h 799"/>
                <a:gd name="T100" fmla="*/ 1298 w 1298"/>
                <a:gd name="T101" fmla="*/ 751 h 799"/>
                <a:gd name="T102" fmla="*/ 1273 w 1298"/>
                <a:gd name="T103" fmla="*/ 762 h 799"/>
                <a:gd name="T104" fmla="*/ 1219 w 1298"/>
                <a:gd name="T105" fmla="*/ 783 h 799"/>
                <a:gd name="T106" fmla="*/ 1183 w 1298"/>
                <a:gd name="T107" fmla="*/ 767 h 7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98" h="799">
                  <a:moveTo>
                    <a:pt x="14" y="305"/>
                  </a:moveTo>
                  <a:lnTo>
                    <a:pt x="33" y="306"/>
                  </a:lnTo>
                  <a:lnTo>
                    <a:pt x="49" y="314"/>
                  </a:lnTo>
                  <a:lnTo>
                    <a:pt x="60" y="292"/>
                  </a:lnTo>
                  <a:lnTo>
                    <a:pt x="88" y="273"/>
                  </a:lnTo>
                  <a:lnTo>
                    <a:pt x="69" y="237"/>
                  </a:lnTo>
                  <a:lnTo>
                    <a:pt x="84" y="186"/>
                  </a:lnTo>
                  <a:lnTo>
                    <a:pt x="112" y="175"/>
                  </a:lnTo>
                  <a:lnTo>
                    <a:pt x="144" y="200"/>
                  </a:lnTo>
                  <a:lnTo>
                    <a:pt x="212" y="204"/>
                  </a:lnTo>
                  <a:lnTo>
                    <a:pt x="303" y="240"/>
                  </a:lnTo>
                  <a:lnTo>
                    <a:pt x="398" y="286"/>
                  </a:lnTo>
                  <a:lnTo>
                    <a:pt x="403" y="382"/>
                  </a:lnTo>
                  <a:lnTo>
                    <a:pt x="597" y="120"/>
                  </a:lnTo>
                  <a:lnTo>
                    <a:pt x="1000" y="0"/>
                  </a:lnTo>
                  <a:lnTo>
                    <a:pt x="993" y="52"/>
                  </a:lnTo>
                  <a:lnTo>
                    <a:pt x="1090" y="175"/>
                  </a:lnTo>
                  <a:lnTo>
                    <a:pt x="1077" y="222"/>
                  </a:lnTo>
                  <a:lnTo>
                    <a:pt x="1137" y="295"/>
                  </a:lnTo>
                  <a:lnTo>
                    <a:pt x="1113" y="301"/>
                  </a:lnTo>
                  <a:lnTo>
                    <a:pt x="1072" y="309"/>
                  </a:lnTo>
                  <a:lnTo>
                    <a:pt x="1036" y="354"/>
                  </a:lnTo>
                  <a:lnTo>
                    <a:pt x="1033" y="380"/>
                  </a:lnTo>
                  <a:lnTo>
                    <a:pt x="1042" y="390"/>
                  </a:lnTo>
                  <a:lnTo>
                    <a:pt x="1039" y="396"/>
                  </a:lnTo>
                  <a:lnTo>
                    <a:pt x="1042" y="409"/>
                  </a:lnTo>
                  <a:lnTo>
                    <a:pt x="996" y="418"/>
                  </a:lnTo>
                  <a:lnTo>
                    <a:pt x="976" y="437"/>
                  </a:lnTo>
                  <a:lnTo>
                    <a:pt x="933" y="458"/>
                  </a:lnTo>
                  <a:lnTo>
                    <a:pt x="869" y="470"/>
                  </a:lnTo>
                  <a:lnTo>
                    <a:pt x="858" y="481"/>
                  </a:lnTo>
                  <a:lnTo>
                    <a:pt x="739" y="516"/>
                  </a:lnTo>
                  <a:lnTo>
                    <a:pt x="728" y="515"/>
                  </a:lnTo>
                  <a:lnTo>
                    <a:pt x="709" y="526"/>
                  </a:lnTo>
                  <a:lnTo>
                    <a:pt x="687" y="560"/>
                  </a:lnTo>
                  <a:lnTo>
                    <a:pt x="655" y="587"/>
                  </a:lnTo>
                  <a:lnTo>
                    <a:pt x="641" y="587"/>
                  </a:lnTo>
                  <a:lnTo>
                    <a:pt x="635" y="581"/>
                  </a:lnTo>
                  <a:lnTo>
                    <a:pt x="624" y="590"/>
                  </a:lnTo>
                  <a:lnTo>
                    <a:pt x="610" y="594"/>
                  </a:lnTo>
                  <a:lnTo>
                    <a:pt x="595" y="582"/>
                  </a:lnTo>
                  <a:lnTo>
                    <a:pt x="580" y="582"/>
                  </a:lnTo>
                  <a:lnTo>
                    <a:pt x="542" y="612"/>
                  </a:lnTo>
                  <a:lnTo>
                    <a:pt x="539" y="625"/>
                  </a:lnTo>
                  <a:lnTo>
                    <a:pt x="524" y="636"/>
                  </a:lnTo>
                  <a:lnTo>
                    <a:pt x="485" y="641"/>
                  </a:lnTo>
                  <a:lnTo>
                    <a:pt x="434" y="660"/>
                  </a:lnTo>
                  <a:lnTo>
                    <a:pt x="414" y="655"/>
                  </a:lnTo>
                  <a:lnTo>
                    <a:pt x="407" y="647"/>
                  </a:lnTo>
                  <a:lnTo>
                    <a:pt x="376" y="649"/>
                  </a:lnTo>
                  <a:lnTo>
                    <a:pt x="373" y="642"/>
                  </a:lnTo>
                  <a:lnTo>
                    <a:pt x="355" y="641"/>
                  </a:lnTo>
                  <a:lnTo>
                    <a:pt x="341" y="646"/>
                  </a:lnTo>
                  <a:lnTo>
                    <a:pt x="316" y="663"/>
                  </a:lnTo>
                  <a:lnTo>
                    <a:pt x="303" y="690"/>
                  </a:lnTo>
                  <a:lnTo>
                    <a:pt x="292" y="691"/>
                  </a:lnTo>
                  <a:lnTo>
                    <a:pt x="273" y="720"/>
                  </a:lnTo>
                  <a:lnTo>
                    <a:pt x="253" y="728"/>
                  </a:lnTo>
                  <a:lnTo>
                    <a:pt x="242" y="717"/>
                  </a:lnTo>
                  <a:lnTo>
                    <a:pt x="220" y="717"/>
                  </a:lnTo>
                  <a:lnTo>
                    <a:pt x="199" y="736"/>
                  </a:lnTo>
                  <a:lnTo>
                    <a:pt x="180" y="740"/>
                  </a:lnTo>
                  <a:lnTo>
                    <a:pt x="150" y="729"/>
                  </a:lnTo>
                  <a:lnTo>
                    <a:pt x="145" y="737"/>
                  </a:lnTo>
                  <a:lnTo>
                    <a:pt x="123" y="740"/>
                  </a:lnTo>
                  <a:lnTo>
                    <a:pt x="114" y="723"/>
                  </a:lnTo>
                  <a:lnTo>
                    <a:pt x="111" y="696"/>
                  </a:lnTo>
                  <a:lnTo>
                    <a:pt x="88" y="672"/>
                  </a:lnTo>
                  <a:lnTo>
                    <a:pt x="76" y="642"/>
                  </a:lnTo>
                  <a:lnTo>
                    <a:pt x="88" y="636"/>
                  </a:lnTo>
                  <a:lnTo>
                    <a:pt x="87" y="606"/>
                  </a:lnTo>
                  <a:lnTo>
                    <a:pt x="58" y="581"/>
                  </a:lnTo>
                  <a:lnTo>
                    <a:pt x="44" y="481"/>
                  </a:lnTo>
                  <a:lnTo>
                    <a:pt x="19" y="448"/>
                  </a:lnTo>
                  <a:lnTo>
                    <a:pt x="19" y="432"/>
                  </a:lnTo>
                  <a:lnTo>
                    <a:pt x="6" y="432"/>
                  </a:lnTo>
                  <a:lnTo>
                    <a:pt x="0" y="417"/>
                  </a:lnTo>
                  <a:lnTo>
                    <a:pt x="17" y="421"/>
                  </a:lnTo>
                  <a:lnTo>
                    <a:pt x="17" y="410"/>
                  </a:lnTo>
                  <a:lnTo>
                    <a:pt x="28" y="410"/>
                  </a:lnTo>
                  <a:lnTo>
                    <a:pt x="30" y="379"/>
                  </a:lnTo>
                  <a:lnTo>
                    <a:pt x="21" y="324"/>
                  </a:lnTo>
                  <a:lnTo>
                    <a:pt x="14" y="305"/>
                  </a:lnTo>
                  <a:lnTo>
                    <a:pt x="14" y="305"/>
                  </a:lnTo>
                  <a:close/>
                  <a:moveTo>
                    <a:pt x="1036" y="794"/>
                  </a:moveTo>
                  <a:lnTo>
                    <a:pt x="1060" y="786"/>
                  </a:lnTo>
                  <a:lnTo>
                    <a:pt x="1088" y="796"/>
                  </a:lnTo>
                  <a:lnTo>
                    <a:pt x="1064" y="799"/>
                  </a:lnTo>
                  <a:lnTo>
                    <a:pt x="1036" y="794"/>
                  </a:lnTo>
                  <a:lnTo>
                    <a:pt x="1036" y="794"/>
                  </a:lnTo>
                  <a:close/>
                  <a:moveTo>
                    <a:pt x="1169" y="759"/>
                  </a:moveTo>
                  <a:lnTo>
                    <a:pt x="1181" y="753"/>
                  </a:lnTo>
                  <a:lnTo>
                    <a:pt x="1184" y="737"/>
                  </a:lnTo>
                  <a:lnTo>
                    <a:pt x="1195" y="726"/>
                  </a:lnTo>
                  <a:lnTo>
                    <a:pt x="1210" y="728"/>
                  </a:lnTo>
                  <a:lnTo>
                    <a:pt x="1216" y="739"/>
                  </a:lnTo>
                  <a:lnTo>
                    <a:pt x="1229" y="742"/>
                  </a:lnTo>
                  <a:lnTo>
                    <a:pt x="1244" y="737"/>
                  </a:lnTo>
                  <a:lnTo>
                    <a:pt x="1265" y="732"/>
                  </a:lnTo>
                  <a:lnTo>
                    <a:pt x="1279" y="740"/>
                  </a:lnTo>
                  <a:lnTo>
                    <a:pt x="1297" y="744"/>
                  </a:lnTo>
                  <a:lnTo>
                    <a:pt x="1298" y="751"/>
                  </a:lnTo>
                  <a:lnTo>
                    <a:pt x="1290" y="761"/>
                  </a:lnTo>
                  <a:lnTo>
                    <a:pt x="1273" y="762"/>
                  </a:lnTo>
                  <a:lnTo>
                    <a:pt x="1251" y="778"/>
                  </a:lnTo>
                  <a:lnTo>
                    <a:pt x="1219" y="783"/>
                  </a:lnTo>
                  <a:lnTo>
                    <a:pt x="1195" y="778"/>
                  </a:lnTo>
                  <a:lnTo>
                    <a:pt x="1183" y="767"/>
                  </a:lnTo>
                  <a:lnTo>
                    <a:pt x="1169" y="759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231738" y="1264442"/>
            <a:ext cx="3659632" cy="2782223"/>
            <a:chOff x="1756316" y="1956575"/>
            <a:chExt cx="4350376" cy="3307359"/>
          </a:xfrm>
        </p:grpSpPr>
        <p:sp>
          <p:nvSpPr>
            <p:cNvPr id="19" name="TextBox 18"/>
            <p:cNvSpPr txBox="1"/>
            <p:nvPr/>
          </p:nvSpPr>
          <p:spPr>
            <a:xfrm>
              <a:off x="3730902" y="2834534"/>
              <a:ext cx="625407" cy="22683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Kuwait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983153" y="3769405"/>
              <a:ext cx="913147" cy="343916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United Arab</a:t>
              </a:r>
              <a:br>
                <a:rPr lang="en-GB" sz="800" dirty="0" smtClean="0">
                  <a:solidFill>
                    <a:srgbClr val="000000"/>
                  </a:solidFill>
                  <a:cs typeface="HelveticaNeueLT Std"/>
                </a:rPr>
              </a:br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Emirates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38452" y="4259708"/>
              <a:ext cx="568240" cy="22683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Oman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372218" y="5037096"/>
              <a:ext cx="625407" cy="22683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Yemen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676096" y="1956575"/>
              <a:ext cx="512978" cy="25610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Syria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288840" y="3598171"/>
              <a:ext cx="962691" cy="25610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Saudi Arabia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528594" y="2800678"/>
              <a:ext cx="627314" cy="25610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Jordan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089236" y="2337448"/>
              <a:ext cx="446284" cy="25610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Iran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472885" y="2291090"/>
              <a:ext cx="448190" cy="25610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Iraq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706347" y="3370417"/>
              <a:ext cx="547279" cy="22683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Qatar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56316" y="2450470"/>
              <a:ext cx="758796" cy="25610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Palestine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859720" y="2151505"/>
              <a:ext cx="726403" cy="25610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Lebanon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955729" y="2734430"/>
              <a:ext cx="541562" cy="25610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Israel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304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Middle East </a:t>
            </a:r>
            <a:r>
              <a:rPr lang="en-GB" dirty="0"/>
              <a:t>without</a:t>
            </a:r>
            <a:br>
              <a:rPr lang="en-GB" dirty="0"/>
            </a:br>
            <a:r>
              <a:rPr lang="en-GB" dirty="0"/>
              <a:t>country names</a:t>
            </a:r>
          </a:p>
        </p:txBody>
      </p:sp>
      <p:grpSp>
        <p:nvGrpSpPr>
          <p:cNvPr id="38" name="Group 37"/>
          <p:cNvGrpSpPr>
            <a:grpSpLocks noChangeAspect="1"/>
          </p:cNvGrpSpPr>
          <p:nvPr/>
        </p:nvGrpSpPr>
        <p:grpSpPr bwMode="auto">
          <a:xfrm>
            <a:off x="2737863" y="670707"/>
            <a:ext cx="3669864" cy="3805262"/>
            <a:chOff x="1322" y="5"/>
            <a:chExt cx="3117" cy="3232"/>
          </a:xfrm>
          <a:solidFill>
            <a:schemeClr val="bg1"/>
          </a:solidFill>
        </p:grpSpPr>
        <p:sp>
          <p:nvSpPr>
            <p:cNvPr id="39" name="Freeform 5"/>
            <p:cNvSpPr>
              <a:spLocks/>
            </p:cNvSpPr>
            <p:nvPr/>
          </p:nvSpPr>
          <p:spPr bwMode="auto">
            <a:xfrm>
              <a:off x="2254" y="5"/>
              <a:ext cx="2185" cy="1759"/>
            </a:xfrm>
            <a:custGeom>
              <a:avLst/>
              <a:gdLst>
                <a:gd name="T0" fmla="*/ 93 w 2185"/>
                <a:gd name="T1" fmla="*/ 36 h 1759"/>
                <a:gd name="T2" fmla="*/ 197 w 2185"/>
                <a:gd name="T3" fmla="*/ 112 h 1759"/>
                <a:gd name="T4" fmla="*/ 271 w 2185"/>
                <a:gd name="T5" fmla="*/ 112 h 1759"/>
                <a:gd name="T6" fmla="*/ 330 w 2185"/>
                <a:gd name="T7" fmla="*/ 55 h 1759"/>
                <a:gd name="T8" fmla="*/ 403 w 2185"/>
                <a:gd name="T9" fmla="*/ 14 h 1759"/>
                <a:gd name="T10" fmla="*/ 425 w 2185"/>
                <a:gd name="T11" fmla="*/ 64 h 1759"/>
                <a:gd name="T12" fmla="*/ 474 w 2185"/>
                <a:gd name="T13" fmla="*/ 161 h 1759"/>
                <a:gd name="T14" fmla="*/ 523 w 2185"/>
                <a:gd name="T15" fmla="*/ 200 h 1759"/>
                <a:gd name="T16" fmla="*/ 565 w 2185"/>
                <a:gd name="T17" fmla="*/ 284 h 1759"/>
                <a:gd name="T18" fmla="*/ 674 w 2185"/>
                <a:gd name="T19" fmla="*/ 298 h 1759"/>
                <a:gd name="T20" fmla="*/ 838 w 2185"/>
                <a:gd name="T21" fmla="*/ 383 h 1759"/>
                <a:gd name="T22" fmla="*/ 1080 w 2185"/>
                <a:gd name="T23" fmla="*/ 366 h 1759"/>
                <a:gd name="T24" fmla="*/ 1135 w 2185"/>
                <a:gd name="T25" fmla="*/ 271 h 1759"/>
                <a:gd name="T26" fmla="*/ 1266 w 2185"/>
                <a:gd name="T27" fmla="*/ 178 h 1759"/>
                <a:gd name="T28" fmla="*/ 1380 w 2185"/>
                <a:gd name="T29" fmla="*/ 164 h 1759"/>
                <a:gd name="T30" fmla="*/ 1547 w 2185"/>
                <a:gd name="T31" fmla="*/ 230 h 1759"/>
                <a:gd name="T32" fmla="*/ 1652 w 2185"/>
                <a:gd name="T33" fmla="*/ 285 h 1759"/>
                <a:gd name="T34" fmla="*/ 1825 w 2185"/>
                <a:gd name="T35" fmla="*/ 401 h 1759"/>
                <a:gd name="T36" fmla="*/ 1833 w 2185"/>
                <a:gd name="T37" fmla="*/ 508 h 1759"/>
                <a:gd name="T38" fmla="*/ 1838 w 2185"/>
                <a:gd name="T39" fmla="*/ 576 h 1759"/>
                <a:gd name="T40" fmla="*/ 1795 w 2185"/>
                <a:gd name="T41" fmla="*/ 658 h 1759"/>
                <a:gd name="T42" fmla="*/ 1852 w 2185"/>
                <a:gd name="T43" fmla="*/ 729 h 1759"/>
                <a:gd name="T44" fmla="*/ 1851 w 2185"/>
                <a:gd name="T45" fmla="*/ 919 h 1759"/>
                <a:gd name="T46" fmla="*/ 1972 w 2185"/>
                <a:gd name="T47" fmla="*/ 1043 h 1759"/>
                <a:gd name="T48" fmla="*/ 1961 w 2185"/>
                <a:gd name="T49" fmla="*/ 1307 h 1759"/>
                <a:gd name="T50" fmla="*/ 2081 w 2185"/>
                <a:gd name="T51" fmla="*/ 1372 h 1759"/>
                <a:gd name="T52" fmla="*/ 2122 w 2185"/>
                <a:gd name="T53" fmla="*/ 1476 h 1759"/>
                <a:gd name="T54" fmla="*/ 2170 w 2185"/>
                <a:gd name="T55" fmla="*/ 1569 h 1759"/>
                <a:gd name="T56" fmla="*/ 2037 w 2185"/>
                <a:gd name="T57" fmla="*/ 1620 h 1759"/>
                <a:gd name="T58" fmla="*/ 2032 w 2185"/>
                <a:gd name="T59" fmla="*/ 1741 h 1759"/>
                <a:gd name="T60" fmla="*/ 1942 w 2185"/>
                <a:gd name="T61" fmla="*/ 1737 h 1759"/>
                <a:gd name="T62" fmla="*/ 1892 w 2185"/>
                <a:gd name="T63" fmla="*/ 1725 h 1759"/>
                <a:gd name="T64" fmla="*/ 1724 w 2185"/>
                <a:gd name="T65" fmla="*/ 1711 h 1759"/>
                <a:gd name="T66" fmla="*/ 1619 w 2185"/>
                <a:gd name="T67" fmla="*/ 1689 h 1759"/>
                <a:gd name="T68" fmla="*/ 1524 w 2185"/>
                <a:gd name="T69" fmla="*/ 1602 h 1759"/>
                <a:gd name="T70" fmla="*/ 1481 w 2185"/>
                <a:gd name="T71" fmla="*/ 1519 h 1759"/>
                <a:gd name="T72" fmla="*/ 1371 w 2185"/>
                <a:gd name="T73" fmla="*/ 1533 h 1759"/>
                <a:gd name="T74" fmla="*/ 1211 w 2185"/>
                <a:gd name="T75" fmla="*/ 1566 h 1759"/>
                <a:gd name="T76" fmla="*/ 1102 w 2185"/>
                <a:gd name="T77" fmla="*/ 1528 h 1759"/>
                <a:gd name="T78" fmla="*/ 1036 w 2185"/>
                <a:gd name="T79" fmla="*/ 1467 h 1759"/>
                <a:gd name="T80" fmla="*/ 919 w 2185"/>
                <a:gd name="T81" fmla="*/ 1441 h 1759"/>
                <a:gd name="T82" fmla="*/ 832 w 2185"/>
                <a:gd name="T83" fmla="*/ 1328 h 1759"/>
                <a:gd name="T84" fmla="*/ 826 w 2185"/>
                <a:gd name="T85" fmla="*/ 1309 h 1759"/>
                <a:gd name="T86" fmla="*/ 747 w 2185"/>
                <a:gd name="T87" fmla="*/ 1171 h 1759"/>
                <a:gd name="T88" fmla="*/ 673 w 2185"/>
                <a:gd name="T89" fmla="*/ 1178 h 1759"/>
                <a:gd name="T90" fmla="*/ 635 w 2185"/>
                <a:gd name="T91" fmla="*/ 1149 h 1759"/>
                <a:gd name="T92" fmla="*/ 613 w 2185"/>
                <a:gd name="T93" fmla="*/ 1192 h 1759"/>
                <a:gd name="T94" fmla="*/ 556 w 2185"/>
                <a:gd name="T95" fmla="*/ 1154 h 1759"/>
                <a:gd name="T96" fmla="*/ 491 w 2185"/>
                <a:gd name="T97" fmla="*/ 1013 h 1759"/>
                <a:gd name="T98" fmla="*/ 437 w 2185"/>
                <a:gd name="T99" fmla="*/ 889 h 1759"/>
                <a:gd name="T100" fmla="*/ 295 w 2185"/>
                <a:gd name="T101" fmla="*/ 833 h 1759"/>
                <a:gd name="T102" fmla="*/ 275 w 2185"/>
                <a:gd name="T103" fmla="*/ 754 h 1759"/>
                <a:gd name="T104" fmla="*/ 234 w 2185"/>
                <a:gd name="T105" fmla="*/ 709 h 1759"/>
                <a:gd name="T106" fmla="*/ 249 w 2185"/>
                <a:gd name="T107" fmla="*/ 601 h 1759"/>
                <a:gd name="T108" fmla="*/ 265 w 2185"/>
                <a:gd name="T109" fmla="*/ 524 h 1759"/>
                <a:gd name="T110" fmla="*/ 281 w 2185"/>
                <a:gd name="T111" fmla="*/ 497 h 1759"/>
                <a:gd name="T112" fmla="*/ 172 w 2185"/>
                <a:gd name="T113" fmla="*/ 461 h 1759"/>
                <a:gd name="T114" fmla="*/ 125 w 2185"/>
                <a:gd name="T115" fmla="*/ 375 h 1759"/>
                <a:gd name="T116" fmla="*/ 88 w 2185"/>
                <a:gd name="T117" fmla="*/ 304 h 1759"/>
                <a:gd name="T118" fmla="*/ 52 w 2185"/>
                <a:gd name="T119" fmla="*/ 177 h 1759"/>
                <a:gd name="T120" fmla="*/ 12 w 2185"/>
                <a:gd name="T121" fmla="*/ 72 h 1759"/>
                <a:gd name="T122" fmla="*/ 52 w 2185"/>
                <a:gd name="T123" fmla="*/ 0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85" h="1759">
                  <a:moveTo>
                    <a:pt x="52" y="0"/>
                  </a:moveTo>
                  <a:lnTo>
                    <a:pt x="57" y="0"/>
                  </a:lnTo>
                  <a:lnTo>
                    <a:pt x="71" y="17"/>
                  </a:lnTo>
                  <a:lnTo>
                    <a:pt x="85" y="15"/>
                  </a:lnTo>
                  <a:lnTo>
                    <a:pt x="93" y="36"/>
                  </a:lnTo>
                  <a:lnTo>
                    <a:pt x="91" y="50"/>
                  </a:lnTo>
                  <a:lnTo>
                    <a:pt x="137" y="75"/>
                  </a:lnTo>
                  <a:lnTo>
                    <a:pt x="140" y="96"/>
                  </a:lnTo>
                  <a:lnTo>
                    <a:pt x="169" y="110"/>
                  </a:lnTo>
                  <a:lnTo>
                    <a:pt x="197" y="112"/>
                  </a:lnTo>
                  <a:lnTo>
                    <a:pt x="227" y="129"/>
                  </a:lnTo>
                  <a:lnTo>
                    <a:pt x="232" y="112"/>
                  </a:lnTo>
                  <a:lnTo>
                    <a:pt x="232" y="112"/>
                  </a:lnTo>
                  <a:lnTo>
                    <a:pt x="256" y="107"/>
                  </a:lnTo>
                  <a:lnTo>
                    <a:pt x="271" y="112"/>
                  </a:lnTo>
                  <a:lnTo>
                    <a:pt x="290" y="104"/>
                  </a:lnTo>
                  <a:lnTo>
                    <a:pt x="294" y="91"/>
                  </a:lnTo>
                  <a:lnTo>
                    <a:pt x="301" y="82"/>
                  </a:lnTo>
                  <a:lnTo>
                    <a:pt x="313" y="82"/>
                  </a:lnTo>
                  <a:lnTo>
                    <a:pt x="330" y="55"/>
                  </a:lnTo>
                  <a:lnTo>
                    <a:pt x="343" y="50"/>
                  </a:lnTo>
                  <a:lnTo>
                    <a:pt x="357" y="33"/>
                  </a:lnTo>
                  <a:lnTo>
                    <a:pt x="371" y="30"/>
                  </a:lnTo>
                  <a:lnTo>
                    <a:pt x="391" y="14"/>
                  </a:lnTo>
                  <a:lnTo>
                    <a:pt x="403" y="14"/>
                  </a:lnTo>
                  <a:lnTo>
                    <a:pt x="404" y="20"/>
                  </a:lnTo>
                  <a:lnTo>
                    <a:pt x="415" y="23"/>
                  </a:lnTo>
                  <a:lnTo>
                    <a:pt x="425" y="39"/>
                  </a:lnTo>
                  <a:lnTo>
                    <a:pt x="439" y="53"/>
                  </a:lnTo>
                  <a:lnTo>
                    <a:pt x="425" y="64"/>
                  </a:lnTo>
                  <a:lnTo>
                    <a:pt x="431" y="74"/>
                  </a:lnTo>
                  <a:lnTo>
                    <a:pt x="456" y="90"/>
                  </a:lnTo>
                  <a:lnTo>
                    <a:pt x="421" y="113"/>
                  </a:lnTo>
                  <a:lnTo>
                    <a:pt x="456" y="153"/>
                  </a:lnTo>
                  <a:lnTo>
                    <a:pt x="474" y="161"/>
                  </a:lnTo>
                  <a:lnTo>
                    <a:pt x="481" y="173"/>
                  </a:lnTo>
                  <a:lnTo>
                    <a:pt x="499" y="177"/>
                  </a:lnTo>
                  <a:lnTo>
                    <a:pt x="508" y="172"/>
                  </a:lnTo>
                  <a:lnTo>
                    <a:pt x="508" y="178"/>
                  </a:lnTo>
                  <a:lnTo>
                    <a:pt x="523" y="200"/>
                  </a:lnTo>
                  <a:lnTo>
                    <a:pt x="526" y="225"/>
                  </a:lnTo>
                  <a:lnTo>
                    <a:pt x="521" y="249"/>
                  </a:lnTo>
                  <a:lnTo>
                    <a:pt x="529" y="260"/>
                  </a:lnTo>
                  <a:lnTo>
                    <a:pt x="545" y="262"/>
                  </a:lnTo>
                  <a:lnTo>
                    <a:pt x="565" y="284"/>
                  </a:lnTo>
                  <a:lnTo>
                    <a:pt x="590" y="284"/>
                  </a:lnTo>
                  <a:lnTo>
                    <a:pt x="608" y="290"/>
                  </a:lnTo>
                  <a:lnTo>
                    <a:pt x="633" y="281"/>
                  </a:lnTo>
                  <a:lnTo>
                    <a:pt x="658" y="298"/>
                  </a:lnTo>
                  <a:lnTo>
                    <a:pt x="674" y="298"/>
                  </a:lnTo>
                  <a:lnTo>
                    <a:pt x="680" y="322"/>
                  </a:lnTo>
                  <a:lnTo>
                    <a:pt x="696" y="341"/>
                  </a:lnTo>
                  <a:lnTo>
                    <a:pt x="750" y="363"/>
                  </a:lnTo>
                  <a:lnTo>
                    <a:pt x="775" y="364"/>
                  </a:lnTo>
                  <a:lnTo>
                    <a:pt x="838" y="383"/>
                  </a:lnTo>
                  <a:lnTo>
                    <a:pt x="870" y="383"/>
                  </a:lnTo>
                  <a:lnTo>
                    <a:pt x="941" y="363"/>
                  </a:lnTo>
                  <a:lnTo>
                    <a:pt x="995" y="357"/>
                  </a:lnTo>
                  <a:lnTo>
                    <a:pt x="1056" y="363"/>
                  </a:lnTo>
                  <a:lnTo>
                    <a:pt x="1080" y="366"/>
                  </a:lnTo>
                  <a:lnTo>
                    <a:pt x="1088" y="339"/>
                  </a:lnTo>
                  <a:lnTo>
                    <a:pt x="1071" y="315"/>
                  </a:lnTo>
                  <a:lnTo>
                    <a:pt x="1061" y="287"/>
                  </a:lnTo>
                  <a:lnTo>
                    <a:pt x="1083" y="274"/>
                  </a:lnTo>
                  <a:lnTo>
                    <a:pt x="1135" y="271"/>
                  </a:lnTo>
                  <a:lnTo>
                    <a:pt x="1145" y="243"/>
                  </a:lnTo>
                  <a:lnTo>
                    <a:pt x="1159" y="225"/>
                  </a:lnTo>
                  <a:lnTo>
                    <a:pt x="1176" y="224"/>
                  </a:lnTo>
                  <a:lnTo>
                    <a:pt x="1221" y="186"/>
                  </a:lnTo>
                  <a:lnTo>
                    <a:pt x="1266" y="178"/>
                  </a:lnTo>
                  <a:lnTo>
                    <a:pt x="1306" y="186"/>
                  </a:lnTo>
                  <a:lnTo>
                    <a:pt x="1314" y="161"/>
                  </a:lnTo>
                  <a:lnTo>
                    <a:pt x="1334" y="156"/>
                  </a:lnTo>
                  <a:lnTo>
                    <a:pt x="1356" y="164"/>
                  </a:lnTo>
                  <a:lnTo>
                    <a:pt x="1380" y="164"/>
                  </a:lnTo>
                  <a:lnTo>
                    <a:pt x="1418" y="194"/>
                  </a:lnTo>
                  <a:lnTo>
                    <a:pt x="1451" y="203"/>
                  </a:lnTo>
                  <a:lnTo>
                    <a:pt x="1513" y="243"/>
                  </a:lnTo>
                  <a:lnTo>
                    <a:pt x="1530" y="241"/>
                  </a:lnTo>
                  <a:lnTo>
                    <a:pt x="1547" y="230"/>
                  </a:lnTo>
                  <a:lnTo>
                    <a:pt x="1590" y="248"/>
                  </a:lnTo>
                  <a:lnTo>
                    <a:pt x="1612" y="252"/>
                  </a:lnTo>
                  <a:lnTo>
                    <a:pt x="1619" y="284"/>
                  </a:lnTo>
                  <a:lnTo>
                    <a:pt x="1628" y="290"/>
                  </a:lnTo>
                  <a:lnTo>
                    <a:pt x="1652" y="285"/>
                  </a:lnTo>
                  <a:lnTo>
                    <a:pt x="1691" y="295"/>
                  </a:lnTo>
                  <a:lnTo>
                    <a:pt x="1734" y="355"/>
                  </a:lnTo>
                  <a:lnTo>
                    <a:pt x="1781" y="358"/>
                  </a:lnTo>
                  <a:lnTo>
                    <a:pt x="1808" y="371"/>
                  </a:lnTo>
                  <a:lnTo>
                    <a:pt x="1825" y="401"/>
                  </a:lnTo>
                  <a:lnTo>
                    <a:pt x="1818" y="417"/>
                  </a:lnTo>
                  <a:lnTo>
                    <a:pt x="1827" y="442"/>
                  </a:lnTo>
                  <a:lnTo>
                    <a:pt x="1825" y="459"/>
                  </a:lnTo>
                  <a:lnTo>
                    <a:pt x="1835" y="478"/>
                  </a:lnTo>
                  <a:lnTo>
                    <a:pt x="1833" y="508"/>
                  </a:lnTo>
                  <a:lnTo>
                    <a:pt x="1836" y="522"/>
                  </a:lnTo>
                  <a:lnTo>
                    <a:pt x="1829" y="538"/>
                  </a:lnTo>
                  <a:lnTo>
                    <a:pt x="1843" y="557"/>
                  </a:lnTo>
                  <a:lnTo>
                    <a:pt x="1836" y="562"/>
                  </a:lnTo>
                  <a:lnTo>
                    <a:pt x="1838" y="576"/>
                  </a:lnTo>
                  <a:lnTo>
                    <a:pt x="1811" y="595"/>
                  </a:lnTo>
                  <a:lnTo>
                    <a:pt x="1788" y="601"/>
                  </a:lnTo>
                  <a:lnTo>
                    <a:pt x="1797" y="615"/>
                  </a:lnTo>
                  <a:lnTo>
                    <a:pt x="1814" y="630"/>
                  </a:lnTo>
                  <a:lnTo>
                    <a:pt x="1795" y="658"/>
                  </a:lnTo>
                  <a:lnTo>
                    <a:pt x="1800" y="663"/>
                  </a:lnTo>
                  <a:lnTo>
                    <a:pt x="1806" y="701"/>
                  </a:lnTo>
                  <a:lnTo>
                    <a:pt x="1806" y="721"/>
                  </a:lnTo>
                  <a:lnTo>
                    <a:pt x="1843" y="729"/>
                  </a:lnTo>
                  <a:lnTo>
                    <a:pt x="1852" y="729"/>
                  </a:lnTo>
                  <a:lnTo>
                    <a:pt x="1819" y="770"/>
                  </a:lnTo>
                  <a:lnTo>
                    <a:pt x="1814" y="799"/>
                  </a:lnTo>
                  <a:lnTo>
                    <a:pt x="1843" y="854"/>
                  </a:lnTo>
                  <a:lnTo>
                    <a:pt x="1857" y="903"/>
                  </a:lnTo>
                  <a:lnTo>
                    <a:pt x="1851" y="919"/>
                  </a:lnTo>
                  <a:lnTo>
                    <a:pt x="1860" y="938"/>
                  </a:lnTo>
                  <a:lnTo>
                    <a:pt x="1863" y="977"/>
                  </a:lnTo>
                  <a:lnTo>
                    <a:pt x="1956" y="979"/>
                  </a:lnTo>
                  <a:lnTo>
                    <a:pt x="1974" y="1015"/>
                  </a:lnTo>
                  <a:lnTo>
                    <a:pt x="1972" y="1043"/>
                  </a:lnTo>
                  <a:lnTo>
                    <a:pt x="1982" y="1086"/>
                  </a:lnTo>
                  <a:lnTo>
                    <a:pt x="1974" y="1099"/>
                  </a:lnTo>
                  <a:lnTo>
                    <a:pt x="1893" y="1209"/>
                  </a:lnTo>
                  <a:lnTo>
                    <a:pt x="1949" y="1282"/>
                  </a:lnTo>
                  <a:lnTo>
                    <a:pt x="1961" y="1307"/>
                  </a:lnTo>
                  <a:lnTo>
                    <a:pt x="1990" y="1335"/>
                  </a:lnTo>
                  <a:lnTo>
                    <a:pt x="2016" y="1351"/>
                  </a:lnTo>
                  <a:lnTo>
                    <a:pt x="2026" y="1361"/>
                  </a:lnTo>
                  <a:lnTo>
                    <a:pt x="2061" y="1364"/>
                  </a:lnTo>
                  <a:lnTo>
                    <a:pt x="2081" y="1372"/>
                  </a:lnTo>
                  <a:lnTo>
                    <a:pt x="2084" y="1384"/>
                  </a:lnTo>
                  <a:lnTo>
                    <a:pt x="2113" y="1388"/>
                  </a:lnTo>
                  <a:lnTo>
                    <a:pt x="2114" y="1422"/>
                  </a:lnTo>
                  <a:lnTo>
                    <a:pt x="2121" y="1448"/>
                  </a:lnTo>
                  <a:lnTo>
                    <a:pt x="2122" y="1476"/>
                  </a:lnTo>
                  <a:lnTo>
                    <a:pt x="2129" y="1497"/>
                  </a:lnTo>
                  <a:lnTo>
                    <a:pt x="2154" y="1495"/>
                  </a:lnTo>
                  <a:lnTo>
                    <a:pt x="2182" y="1512"/>
                  </a:lnTo>
                  <a:lnTo>
                    <a:pt x="2185" y="1555"/>
                  </a:lnTo>
                  <a:lnTo>
                    <a:pt x="2170" y="1569"/>
                  </a:lnTo>
                  <a:lnTo>
                    <a:pt x="2143" y="1558"/>
                  </a:lnTo>
                  <a:lnTo>
                    <a:pt x="2091" y="1574"/>
                  </a:lnTo>
                  <a:lnTo>
                    <a:pt x="2080" y="1585"/>
                  </a:lnTo>
                  <a:lnTo>
                    <a:pt x="2048" y="1598"/>
                  </a:lnTo>
                  <a:lnTo>
                    <a:pt x="2037" y="1620"/>
                  </a:lnTo>
                  <a:lnTo>
                    <a:pt x="2042" y="1637"/>
                  </a:lnTo>
                  <a:lnTo>
                    <a:pt x="2026" y="1659"/>
                  </a:lnTo>
                  <a:lnTo>
                    <a:pt x="2035" y="1686"/>
                  </a:lnTo>
                  <a:lnTo>
                    <a:pt x="2032" y="1724"/>
                  </a:lnTo>
                  <a:lnTo>
                    <a:pt x="2032" y="1741"/>
                  </a:lnTo>
                  <a:lnTo>
                    <a:pt x="2026" y="1741"/>
                  </a:lnTo>
                  <a:lnTo>
                    <a:pt x="2021" y="1749"/>
                  </a:lnTo>
                  <a:lnTo>
                    <a:pt x="2005" y="1759"/>
                  </a:lnTo>
                  <a:lnTo>
                    <a:pt x="1969" y="1746"/>
                  </a:lnTo>
                  <a:lnTo>
                    <a:pt x="1942" y="1737"/>
                  </a:lnTo>
                  <a:lnTo>
                    <a:pt x="1933" y="1718"/>
                  </a:lnTo>
                  <a:lnTo>
                    <a:pt x="1919" y="1719"/>
                  </a:lnTo>
                  <a:lnTo>
                    <a:pt x="1914" y="1738"/>
                  </a:lnTo>
                  <a:lnTo>
                    <a:pt x="1908" y="1740"/>
                  </a:lnTo>
                  <a:lnTo>
                    <a:pt x="1892" y="1725"/>
                  </a:lnTo>
                  <a:lnTo>
                    <a:pt x="1882" y="1730"/>
                  </a:lnTo>
                  <a:lnTo>
                    <a:pt x="1863" y="1722"/>
                  </a:lnTo>
                  <a:lnTo>
                    <a:pt x="1818" y="1721"/>
                  </a:lnTo>
                  <a:lnTo>
                    <a:pt x="1784" y="1707"/>
                  </a:lnTo>
                  <a:lnTo>
                    <a:pt x="1724" y="1711"/>
                  </a:lnTo>
                  <a:lnTo>
                    <a:pt x="1696" y="1684"/>
                  </a:lnTo>
                  <a:lnTo>
                    <a:pt x="1688" y="1683"/>
                  </a:lnTo>
                  <a:lnTo>
                    <a:pt x="1663" y="1705"/>
                  </a:lnTo>
                  <a:lnTo>
                    <a:pt x="1642" y="1689"/>
                  </a:lnTo>
                  <a:lnTo>
                    <a:pt x="1619" y="1689"/>
                  </a:lnTo>
                  <a:lnTo>
                    <a:pt x="1563" y="1691"/>
                  </a:lnTo>
                  <a:lnTo>
                    <a:pt x="1559" y="1680"/>
                  </a:lnTo>
                  <a:lnTo>
                    <a:pt x="1546" y="1672"/>
                  </a:lnTo>
                  <a:lnTo>
                    <a:pt x="1544" y="1643"/>
                  </a:lnTo>
                  <a:lnTo>
                    <a:pt x="1524" y="1602"/>
                  </a:lnTo>
                  <a:lnTo>
                    <a:pt x="1513" y="1564"/>
                  </a:lnTo>
                  <a:lnTo>
                    <a:pt x="1494" y="1536"/>
                  </a:lnTo>
                  <a:lnTo>
                    <a:pt x="1491" y="1525"/>
                  </a:lnTo>
                  <a:lnTo>
                    <a:pt x="1481" y="1527"/>
                  </a:lnTo>
                  <a:lnTo>
                    <a:pt x="1481" y="1519"/>
                  </a:lnTo>
                  <a:lnTo>
                    <a:pt x="1445" y="1514"/>
                  </a:lnTo>
                  <a:lnTo>
                    <a:pt x="1423" y="1520"/>
                  </a:lnTo>
                  <a:lnTo>
                    <a:pt x="1394" y="1541"/>
                  </a:lnTo>
                  <a:lnTo>
                    <a:pt x="1374" y="1542"/>
                  </a:lnTo>
                  <a:lnTo>
                    <a:pt x="1371" y="1533"/>
                  </a:lnTo>
                  <a:lnTo>
                    <a:pt x="1371" y="1545"/>
                  </a:lnTo>
                  <a:lnTo>
                    <a:pt x="1325" y="1572"/>
                  </a:lnTo>
                  <a:lnTo>
                    <a:pt x="1288" y="1602"/>
                  </a:lnTo>
                  <a:lnTo>
                    <a:pt x="1246" y="1574"/>
                  </a:lnTo>
                  <a:lnTo>
                    <a:pt x="1211" y="1566"/>
                  </a:lnTo>
                  <a:lnTo>
                    <a:pt x="1186" y="1569"/>
                  </a:lnTo>
                  <a:lnTo>
                    <a:pt x="1175" y="1575"/>
                  </a:lnTo>
                  <a:lnTo>
                    <a:pt x="1137" y="1542"/>
                  </a:lnTo>
                  <a:lnTo>
                    <a:pt x="1119" y="1539"/>
                  </a:lnTo>
                  <a:lnTo>
                    <a:pt x="1102" y="1528"/>
                  </a:lnTo>
                  <a:lnTo>
                    <a:pt x="1078" y="1523"/>
                  </a:lnTo>
                  <a:lnTo>
                    <a:pt x="1047" y="1490"/>
                  </a:lnTo>
                  <a:lnTo>
                    <a:pt x="1059" y="1479"/>
                  </a:lnTo>
                  <a:lnTo>
                    <a:pt x="1056" y="1468"/>
                  </a:lnTo>
                  <a:lnTo>
                    <a:pt x="1036" y="1467"/>
                  </a:lnTo>
                  <a:lnTo>
                    <a:pt x="1031" y="1460"/>
                  </a:lnTo>
                  <a:lnTo>
                    <a:pt x="996" y="1459"/>
                  </a:lnTo>
                  <a:lnTo>
                    <a:pt x="985" y="1446"/>
                  </a:lnTo>
                  <a:lnTo>
                    <a:pt x="958" y="1438"/>
                  </a:lnTo>
                  <a:lnTo>
                    <a:pt x="919" y="1441"/>
                  </a:lnTo>
                  <a:lnTo>
                    <a:pt x="898" y="1429"/>
                  </a:lnTo>
                  <a:lnTo>
                    <a:pt x="865" y="1356"/>
                  </a:lnTo>
                  <a:lnTo>
                    <a:pt x="862" y="1340"/>
                  </a:lnTo>
                  <a:lnTo>
                    <a:pt x="853" y="1343"/>
                  </a:lnTo>
                  <a:lnTo>
                    <a:pt x="832" y="1328"/>
                  </a:lnTo>
                  <a:lnTo>
                    <a:pt x="837" y="1321"/>
                  </a:lnTo>
                  <a:lnTo>
                    <a:pt x="845" y="1326"/>
                  </a:lnTo>
                  <a:lnTo>
                    <a:pt x="853" y="1326"/>
                  </a:lnTo>
                  <a:lnTo>
                    <a:pt x="842" y="1307"/>
                  </a:lnTo>
                  <a:lnTo>
                    <a:pt x="826" y="1309"/>
                  </a:lnTo>
                  <a:lnTo>
                    <a:pt x="815" y="1302"/>
                  </a:lnTo>
                  <a:lnTo>
                    <a:pt x="810" y="1269"/>
                  </a:lnTo>
                  <a:lnTo>
                    <a:pt x="772" y="1222"/>
                  </a:lnTo>
                  <a:lnTo>
                    <a:pt x="769" y="1201"/>
                  </a:lnTo>
                  <a:lnTo>
                    <a:pt x="747" y="1171"/>
                  </a:lnTo>
                  <a:lnTo>
                    <a:pt x="736" y="1167"/>
                  </a:lnTo>
                  <a:lnTo>
                    <a:pt x="703" y="1193"/>
                  </a:lnTo>
                  <a:lnTo>
                    <a:pt x="692" y="1193"/>
                  </a:lnTo>
                  <a:lnTo>
                    <a:pt x="682" y="1174"/>
                  </a:lnTo>
                  <a:lnTo>
                    <a:pt x="673" y="1178"/>
                  </a:lnTo>
                  <a:lnTo>
                    <a:pt x="647" y="1167"/>
                  </a:lnTo>
                  <a:lnTo>
                    <a:pt x="650" y="1154"/>
                  </a:lnTo>
                  <a:lnTo>
                    <a:pt x="655" y="1143"/>
                  </a:lnTo>
                  <a:lnTo>
                    <a:pt x="649" y="1149"/>
                  </a:lnTo>
                  <a:lnTo>
                    <a:pt x="635" y="1149"/>
                  </a:lnTo>
                  <a:lnTo>
                    <a:pt x="622" y="1148"/>
                  </a:lnTo>
                  <a:lnTo>
                    <a:pt x="638" y="1160"/>
                  </a:lnTo>
                  <a:lnTo>
                    <a:pt x="638" y="1181"/>
                  </a:lnTo>
                  <a:lnTo>
                    <a:pt x="625" y="1192"/>
                  </a:lnTo>
                  <a:lnTo>
                    <a:pt x="613" y="1192"/>
                  </a:lnTo>
                  <a:lnTo>
                    <a:pt x="597" y="1171"/>
                  </a:lnTo>
                  <a:lnTo>
                    <a:pt x="597" y="1165"/>
                  </a:lnTo>
                  <a:lnTo>
                    <a:pt x="587" y="1168"/>
                  </a:lnTo>
                  <a:lnTo>
                    <a:pt x="579" y="1162"/>
                  </a:lnTo>
                  <a:lnTo>
                    <a:pt x="556" y="1154"/>
                  </a:lnTo>
                  <a:lnTo>
                    <a:pt x="538" y="1140"/>
                  </a:lnTo>
                  <a:lnTo>
                    <a:pt x="530" y="1073"/>
                  </a:lnTo>
                  <a:lnTo>
                    <a:pt x="497" y="1073"/>
                  </a:lnTo>
                  <a:lnTo>
                    <a:pt x="489" y="1045"/>
                  </a:lnTo>
                  <a:lnTo>
                    <a:pt x="491" y="1013"/>
                  </a:lnTo>
                  <a:lnTo>
                    <a:pt x="513" y="994"/>
                  </a:lnTo>
                  <a:lnTo>
                    <a:pt x="491" y="947"/>
                  </a:lnTo>
                  <a:lnTo>
                    <a:pt x="470" y="936"/>
                  </a:lnTo>
                  <a:lnTo>
                    <a:pt x="450" y="898"/>
                  </a:lnTo>
                  <a:lnTo>
                    <a:pt x="437" y="889"/>
                  </a:lnTo>
                  <a:lnTo>
                    <a:pt x="426" y="893"/>
                  </a:lnTo>
                  <a:lnTo>
                    <a:pt x="347" y="841"/>
                  </a:lnTo>
                  <a:lnTo>
                    <a:pt x="328" y="843"/>
                  </a:lnTo>
                  <a:lnTo>
                    <a:pt x="317" y="851"/>
                  </a:lnTo>
                  <a:lnTo>
                    <a:pt x="295" y="833"/>
                  </a:lnTo>
                  <a:lnTo>
                    <a:pt x="298" y="821"/>
                  </a:lnTo>
                  <a:lnTo>
                    <a:pt x="292" y="813"/>
                  </a:lnTo>
                  <a:lnTo>
                    <a:pt x="303" y="791"/>
                  </a:lnTo>
                  <a:lnTo>
                    <a:pt x="279" y="770"/>
                  </a:lnTo>
                  <a:lnTo>
                    <a:pt x="275" y="754"/>
                  </a:lnTo>
                  <a:lnTo>
                    <a:pt x="251" y="750"/>
                  </a:lnTo>
                  <a:lnTo>
                    <a:pt x="240" y="735"/>
                  </a:lnTo>
                  <a:lnTo>
                    <a:pt x="226" y="734"/>
                  </a:lnTo>
                  <a:lnTo>
                    <a:pt x="226" y="720"/>
                  </a:lnTo>
                  <a:lnTo>
                    <a:pt x="234" y="709"/>
                  </a:lnTo>
                  <a:lnTo>
                    <a:pt x="227" y="698"/>
                  </a:lnTo>
                  <a:lnTo>
                    <a:pt x="232" y="683"/>
                  </a:lnTo>
                  <a:lnTo>
                    <a:pt x="234" y="644"/>
                  </a:lnTo>
                  <a:lnTo>
                    <a:pt x="245" y="633"/>
                  </a:lnTo>
                  <a:lnTo>
                    <a:pt x="249" y="601"/>
                  </a:lnTo>
                  <a:lnTo>
                    <a:pt x="262" y="604"/>
                  </a:lnTo>
                  <a:lnTo>
                    <a:pt x="276" y="595"/>
                  </a:lnTo>
                  <a:lnTo>
                    <a:pt x="276" y="557"/>
                  </a:lnTo>
                  <a:lnTo>
                    <a:pt x="267" y="552"/>
                  </a:lnTo>
                  <a:lnTo>
                    <a:pt x="265" y="524"/>
                  </a:lnTo>
                  <a:lnTo>
                    <a:pt x="278" y="522"/>
                  </a:lnTo>
                  <a:lnTo>
                    <a:pt x="298" y="514"/>
                  </a:lnTo>
                  <a:lnTo>
                    <a:pt x="305" y="510"/>
                  </a:lnTo>
                  <a:lnTo>
                    <a:pt x="295" y="505"/>
                  </a:lnTo>
                  <a:lnTo>
                    <a:pt x="281" y="497"/>
                  </a:lnTo>
                  <a:lnTo>
                    <a:pt x="259" y="499"/>
                  </a:lnTo>
                  <a:lnTo>
                    <a:pt x="241" y="495"/>
                  </a:lnTo>
                  <a:lnTo>
                    <a:pt x="207" y="475"/>
                  </a:lnTo>
                  <a:lnTo>
                    <a:pt x="191" y="472"/>
                  </a:lnTo>
                  <a:lnTo>
                    <a:pt x="172" y="461"/>
                  </a:lnTo>
                  <a:lnTo>
                    <a:pt x="161" y="437"/>
                  </a:lnTo>
                  <a:lnTo>
                    <a:pt x="150" y="420"/>
                  </a:lnTo>
                  <a:lnTo>
                    <a:pt x="134" y="415"/>
                  </a:lnTo>
                  <a:lnTo>
                    <a:pt x="125" y="394"/>
                  </a:lnTo>
                  <a:lnTo>
                    <a:pt x="125" y="375"/>
                  </a:lnTo>
                  <a:lnTo>
                    <a:pt x="115" y="349"/>
                  </a:lnTo>
                  <a:lnTo>
                    <a:pt x="95" y="347"/>
                  </a:lnTo>
                  <a:lnTo>
                    <a:pt x="93" y="347"/>
                  </a:lnTo>
                  <a:lnTo>
                    <a:pt x="98" y="330"/>
                  </a:lnTo>
                  <a:lnTo>
                    <a:pt x="88" y="304"/>
                  </a:lnTo>
                  <a:lnTo>
                    <a:pt x="65" y="263"/>
                  </a:lnTo>
                  <a:lnTo>
                    <a:pt x="36" y="252"/>
                  </a:lnTo>
                  <a:lnTo>
                    <a:pt x="39" y="240"/>
                  </a:lnTo>
                  <a:lnTo>
                    <a:pt x="38" y="210"/>
                  </a:lnTo>
                  <a:lnTo>
                    <a:pt x="52" y="177"/>
                  </a:lnTo>
                  <a:lnTo>
                    <a:pt x="44" y="164"/>
                  </a:lnTo>
                  <a:lnTo>
                    <a:pt x="20" y="161"/>
                  </a:lnTo>
                  <a:lnTo>
                    <a:pt x="19" y="132"/>
                  </a:lnTo>
                  <a:lnTo>
                    <a:pt x="22" y="112"/>
                  </a:lnTo>
                  <a:lnTo>
                    <a:pt x="12" y="72"/>
                  </a:lnTo>
                  <a:lnTo>
                    <a:pt x="0" y="52"/>
                  </a:lnTo>
                  <a:lnTo>
                    <a:pt x="0" y="41"/>
                  </a:lnTo>
                  <a:lnTo>
                    <a:pt x="30" y="38"/>
                  </a:lnTo>
                  <a:lnTo>
                    <a:pt x="41" y="9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Freeform 6"/>
            <p:cNvSpPr>
              <a:spLocks/>
            </p:cNvSpPr>
            <p:nvPr/>
          </p:nvSpPr>
          <p:spPr bwMode="auto">
            <a:xfrm>
              <a:off x="1804" y="319"/>
              <a:ext cx="1037" cy="993"/>
            </a:xfrm>
            <a:custGeom>
              <a:avLst/>
              <a:gdLst>
                <a:gd name="T0" fmla="*/ 1029 w 1037"/>
                <a:gd name="T1" fmla="*/ 848 h 993"/>
                <a:gd name="T2" fmla="*/ 988 w 1037"/>
                <a:gd name="T3" fmla="*/ 826 h 993"/>
                <a:gd name="T4" fmla="*/ 947 w 1037"/>
                <a:gd name="T5" fmla="*/ 759 h 993"/>
                <a:gd name="T6" fmla="*/ 941 w 1037"/>
                <a:gd name="T7" fmla="*/ 699 h 993"/>
                <a:gd name="T8" fmla="*/ 941 w 1037"/>
                <a:gd name="T9" fmla="*/ 633 h 993"/>
                <a:gd name="T10" fmla="*/ 900 w 1037"/>
                <a:gd name="T11" fmla="*/ 584 h 993"/>
                <a:gd name="T12" fmla="*/ 876 w 1037"/>
                <a:gd name="T13" fmla="*/ 579 h 993"/>
                <a:gd name="T14" fmla="*/ 778 w 1037"/>
                <a:gd name="T15" fmla="*/ 529 h 993"/>
                <a:gd name="T16" fmla="*/ 745 w 1037"/>
                <a:gd name="T17" fmla="*/ 519 h 993"/>
                <a:gd name="T18" fmla="*/ 742 w 1037"/>
                <a:gd name="T19" fmla="*/ 499 h 993"/>
                <a:gd name="T20" fmla="*/ 729 w 1037"/>
                <a:gd name="T21" fmla="*/ 456 h 993"/>
                <a:gd name="T22" fmla="*/ 701 w 1037"/>
                <a:gd name="T23" fmla="*/ 436 h 993"/>
                <a:gd name="T24" fmla="*/ 676 w 1037"/>
                <a:gd name="T25" fmla="*/ 420 h 993"/>
                <a:gd name="T26" fmla="*/ 684 w 1037"/>
                <a:gd name="T27" fmla="*/ 395 h 993"/>
                <a:gd name="T28" fmla="*/ 682 w 1037"/>
                <a:gd name="T29" fmla="*/ 369 h 993"/>
                <a:gd name="T30" fmla="*/ 695 w 1037"/>
                <a:gd name="T31" fmla="*/ 319 h 993"/>
                <a:gd name="T32" fmla="*/ 712 w 1037"/>
                <a:gd name="T33" fmla="*/ 290 h 993"/>
                <a:gd name="T34" fmla="*/ 726 w 1037"/>
                <a:gd name="T35" fmla="*/ 243 h 993"/>
                <a:gd name="T36" fmla="*/ 715 w 1037"/>
                <a:gd name="T37" fmla="*/ 210 h 993"/>
                <a:gd name="T38" fmla="*/ 748 w 1037"/>
                <a:gd name="T39" fmla="*/ 200 h 993"/>
                <a:gd name="T40" fmla="*/ 745 w 1037"/>
                <a:gd name="T41" fmla="*/ 191 h 993"/>
                <a:gd name="T42" fmla="*/ 709 w 1037"/>
                <a:gd name="T43" fmla="*/ 185 h 993"/>
                <a:gd name="T44" fmla="*/ 657 w 1037"/>
                <a:gd name="T45" fmla="*/ 161 h 993"/>
                <a:gd name="T46" fmla="*/ 622 w 1037"/>
                <a:gd name="T47" fmla="*/ 147 h 993"/>
                <a:gd name="T48" fmla="*/ 600 w 1037"/>
                <a:gd name="T49" fmla="*/ 106 h 993"/>
                <a:gd name="T50" fmla="*/ 575 w 1037"/>
                <a:gd name="T51" fmla="*/ 80 h 993"/>
                <a:gd name="T52" fmla="*/ 565 w 1037"/>
                <a:gd name="T53" fmla="*/ 35 h 993"/>
                <a:gd name="T54" fmla="*/ 519 w 1037"/>
                <a:gd name="T55" fmla="*/ 41 h 993"/>
                <a:gd name="T56" fmla="*/ 502 w 1037"/>
                <a:gd name="T57" fmla="*/ 11 h 993"/>
                <a:gd name="T58" fmla="*/ 459 w 1037"/>
                <a:gd name="T59" fmla="*/ 9 h 993"/>
                <a:gd name="T60" fmla="*/ 379 w 1037"/>
                <a:gd name="T61" fmla="*/ 0 h 993"/>
                <a:gd name="T62" fmla="*/ 342 w 1037"/>
                <a:gd name="T63" fmla="*/ 9 h 993"/>
                <a:gd name="T64" fmla="*/ 319 w 1037"/>
                <a:gd name="T65" fmla="*/ 36 h 993"/>
                <a:gd name="T66" fmla="*/ 295 w 1037"/>
                <a:gd name="T67" fmla="*/ 60 h 993"/>
                <a:gd name="T68" fmla="*/ 230 w 1037"/>
                <a:gd name="T69" fmla="*/ 87 h 993"/>
                <a:gd name="T70" fmla="*/ 210 w 1037"/>
                <a:gd name="T71" fmla="*/ 158 h 993"/>
                <a:gd name="T72" fmla="*/ 230 w 1037"/>
                <a:gd name="T73" fmla="*/ 232 h 993"/>
                <a:gd name="T74" fmla="*/ 216 w 1037"/>
                <a:gd name="T75" fmla="*/ 286 h 993"/>
                <a:gd name="T76" fmla="*/ 199 w 1037"/>
                <a:gd name="T77" fmla="*/ 339 h 993"/>
                <a:gd name="T78" fmla="*/ 0 w 1037"/>
                <a:gd name="T79" fmla="*/ 491 h 993"/>
                <a:gd name="T80" fmla="*/ 0 w 1037"/>
                <a:gd name="T81" fmla="*/ 493 h 993"/>
                <a:gd name="T82" fmla="*/ 148 w 1037"/>
                <a:gd name="T83" fmla="*/ 643 h 993"/>
                <a:gd name="T84" fmla="*/ 848 w 1037"/>
                <a:gd name="T85" fmla="*/ 993 h 993"/>
                <a:gd name="T86" fmla="*/ 895 w 1037"/>
                <a:gd name="T87" fmla="*/ 895 h 993"/>
                <a:gd name="T88" fmla="*/ 980 w 1037"/>
                <a:gd name="T89" fmla="*/ 887 h 993"/>
                <a:gd name="T90" fmla="*/ 1015 w 1037"/>
                <a:gd name="T91" fmla="*/ 884 h 993"/>
                <a:gd name="T92" fmla="*/ 1037 w 1037"/>
                <a:gd name="T93" fmla="*/ 854 h 9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37" h="993">
                  <a:moveTo>
                    <a:pt x="1037" y="854"/>
                  </a:moveTo>
                  <a:lnTo>
                    <a:pt x="1029" y="848"/>
                  </a:lnTo>
                  <a:lnTo>
                    <a:pt x="1006" y="840"/>
                  </a:lnTo>
                  <a:lnTo>
                    <a:pt x="988" y="826"/>
                  </a:lnTo>
                  <a:lnTo>
                    <a:pt x="980" y="759"/>
                  </a:lnTo>
                  <a:lnTo>
                    <a:pt x="947" y="759"/>
                  </a:lnTo>
                  <a:lnTo>
                    <a:pt x="939" y="731"/>
                  </a:lnTo>
                  <a:lnTo>
                    <a:pt x="941" y="699"/>
                  </a:lnTo>
                  <a:lnTo>
                    <a:pt x="963" y="680"/>
                  </a:lnTo>
                  <a:lnTo>
                    <a:pt x="941" y="633"/>
                  </a:lnTo>
                  <a:lnTo>
                    <a:pt x="920" y="622"/>
                  </a:lnTo>
                  <a:lnTo>
                    <a:pt x="900" y="584"/>
                  </a:lnTo>
                  <a:lnTo>
                    <a:pt x="887" y="575"/>
                  </a:lnTo>
                  <a:lnTo>
                    <a:pt x="876" y="579"/>
                  </a:lnTo>
                  <a:lnTo>
                    <a:pt x="797" y="527"/>
                  </a:lnTo>
                  <a:lnTo>
                    <a:pt x="778" y="529"/>
                  </a:lnTo>
                  <a:lnTo>
                    <a:pt x="767" y="537"/>
                  </a:lnTo>
                  <a:lnTo>
                    <a:pt x="745" y="519"/>
                  </a:lnTo>
                  <a:lnTo>
                    <a:pt x="748" y="507"/>
                  </a:lnTo>
                  <a:lnTo>
                    <a:pt x="742" y="499"/>
                  </a:lnTo>
                  <a:lnTo>
                    <a:pt x="753" y="477"/>
                  </a:lnTo>
                  <a:lnTo>
                    <a:pt x="729" y="456"/>
                  </a:lnTo>
                  <a:lnTo>
                    <a:pt x="725" y="440"/>
                  </a:lnTo>
                  <a:lnTo>
                    <a:pt x="701" y="436"/>
                  </a:lnTo>
                  <a:lnTo>
                    <a:pt x="690" y="421"/>
                  </a:lnTo>
                  <a:lnTo>
                    <a:pt x="676" y="420"/>
                  </a:lnTo>
                  <a:lnTo>
                    <a:pt x="676" y="406"/>
                  </a:lnTo>
                  <a:lnTo>
                    <a:pt x="684" y="395"/>
                  </a:lnTo>
                  <a:lnTo>
                    <a:pt x="677" y="384"/>
                  </a:lnTo>
                  <a:lnTo>
                    <a:pt x="682" y="369"/>
                  </a:lnTo>
                  <a:lnTo>
                    <a:pt x="684" y="330"/>
                  </a:lnTo>
                  <a:lnTo>
                    <a:pt x="695" y="319"/>
                  </a:lnTo>
                  <a:lnTo>
                    <a:pt x="699" y="287"/>
                  </a:lnTo>
                  <a:lnTo>
                    <a:pt x="712" y="290"/>
                  </a:lnTo>
                  <a:lnTo>
                    <a:pt x="726" y="281"/>
                  </a:lnTo>
                  <a:lnTo>
                    <a:pt x="726" y="243"/>
                  </a:lnTo>
                  <a:lnTo>
                    <a:pt x="717" y="238"/>
                  </a:lnTo>
                  <a:lnTo>
                    <a:pt x="715" y="210"/>
                  </a:lnTo>
                  <a:lnTo>
                    <a:pt x="728" y="208"/>
                  </a:lnTo>
                  <a:lnTo>
                    <a:pt x="748" y="200"/>
                  </a:lnTo>
                  <a:lnTo>
                    <a:pt x="755" y="196"/>
                  </a:lnTo>
                  <a:lnTo>
                    <a:pt x="745" y="191"/>
                  </a:lnTo>
                  <a:lnTo>
                    <a:pt x="731" y="183"/>
                  </a:lnTo>
                  <a:lnTo>
                    <a:pt x="709" y="185"/>
                  </a:lnTo>
                  <a:lnTo>
                    <a:pt x="691" y="181"/>
                  </a:lnTo>
                  <a:lnTo>
                    <a:pt x="657" y="161"/>
                  </a:lnTo>
                  <a:lnTo>
                    <a:pt x="641" y="158"/>
                  </a:lnTo>
                  <a:lnTo>
                    <a:pt x="622" y="147"/>
                  </a:lnTo>
                  <a:lnTo>
                    <a:pt x="611" y="123"/>
                  </a:lnTo>
                  <a:lnTo>
                    <a:pt x="600" y="106"/>
                  </a:lnTo>
                  <a:lnTo>
                    <a:pt x="584" y="101"/>
                  </a:lnTo>
                  <a:lnTo>
                    <a:pt x="575" y="80"/>
                  </a:lnTo>
                  <a:lnTo>
                    <a:pt x="575" y="61"/>
                  </a:lnTo>
                  <a:lnTo>
                    <a:pt x="565" y="35"/>
                  </a:lnTo>
                  <a:lnTo>
                    <a:pt x="545" y="33"/>
                  </a:lnTo>
                  <a:lnTo>
                    <a:pt x="519" y="41"/>
                  </a:lnTo>
                  <a:lnTo>
                    <a:pt x="502" y="31"/>
                  </a:lnTo>
                  <a:lnTo>
                    <a:pt x="502" y="11"/>
                  </a:lnTo>
                  <a:lnTo>
                    <a:pt x="488" y="1"/>
                  </a:lnTo>
                  <a:lnTo>
                    <a:pt x="459" y="9"/>
                  </a:lnTo>
                  <a:lnTo>
                    <a:pt x="423" y="0"/>
                  </a:lnTo>
                  <a:lnTo>
                    <a:pt x="379" y="0"/>
                  </a:lnTo>
                  <a:lnTo>
                    <a:pt x="368" y="9"/>
                  </a:lnTo>
                  <a:lnTo>
                    <a:pt x="342" y="9"/>
                  </a:lnTo>
                  <a:lnTo>
                    <a:pt x="314" y="33"/>
                  </a:lnTo>
                  <a:lnTo>
                    <a:pt x="319" y="36"/>
                  </a:lnTo>
                  <a:lnTo>
                    <a:pt x="305" y="60"/>
                  </a:lnTo>
                  <a:lnTo>
                    <a:pt x="295" y="60"/>
                  </a:lnTo>
                  <a:lnTo>
                    <a:pt x="273" y="79"/>
                  </a:lnTo>
                  <a:lnTo>
                    <a:pt x="230" y="87"/>
                  </a:lnTo>
                  <a:lnTo>
                    <a:pt x="211" y="123"/>
                  </a:lnTo>
                  <a:lnTo>
                    <a:pt x="210" y="158"/>
                  </a:lnTo>
                  <a:lnTo>
                    <a:pt x="229" y="197"/>
                  </a:lnTo>
                  <a:lnTo>
                    <a:pt x="230" y="232"/>
                  </a:lnTo>
                  <a:lnTo>
                    <a:pt x="211" y="268"/>
                  </a:lnTo>
                  <a:lnTo>
                    <a:pt x="216" y="286"/>
                  </a:lnTo>
                  <a:lnTo>
                    <a:pt x="216" y="316"/>
                  </a:lnTo>
                  <a:lnTo>
                    <a:pt x="199" y="339"/>
                  </a:lnTo>
                  <a:lnTo>
                    <a:pt x="189" y="355"/>
                  </a:lnTo>
                  <a:lnTo>
                    <a:pt x="0" y="491"/>
                  </a:lnTo>
                  <a:lnTo>
                    <a:pt x="0" y="493"/>
                  </a:lnTo>
                  <a:lnTo>
                    <a:pt x="0" y="493"/>
                  </a:lnTo>
                  <a:lnTo>
                    <a:pt x="53" y="631"/>
                  </a:lnTo>
                  <a:lnTo>
                    <a:pt x="148" y="643"/>
                  </a:lnTo>
                  <a:lnTo>
                    <a:pt x="647" y="990"/>
                  </a:lnTo>
                  <a:lnTo>
                    <a:pt x="848" y="993"/>
                  </a:lnTo>
                  <a:lnTo>
                    <a:pt x="871" y="947"/>
                  </a:lnTo>
                  <a:lnTo>
                    <a:pt x="895" y="895"/>
                  </a:lnTo>
                  <a:lnTo>
                    <a:pt x="943" y="875"/>
                  </a:lnTo>
                  <a:lnTo>
                    <a:pt x="980" y="887"/>
                  </a:lnTo>
                  <a:lnTo>
                    <a:pt x="1004" y="879"/>
                  </a:lnTo>
                  <a:lnTo>
                    <a:pt x="1015" y="884"/>
                  </a:lnTo>
                  <a:lnTo>
                    <a:pt x="1026" y="860"/>
                  </a:lnTo>
                  <a:lnTo>
                    <a:pt x="1037" y="854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Freeform 7"/>
            <p:cNvSpPr>
              <a:spLocks/>
            </p:cNvSpPr>
            <p:nvPr/>
          </p:nvSpPr>
          <p:spPr bwMode="auto">
            <a:xfrm>
              <a:off x="2652" y="1194"/>
              <a:ext cx="183" cy="188"/>
            </a:xfrm>
            <a:custGeom>
              <a:avLst/>
              <a:gdLst>
                <a:gd name="T0" fmla="*/ 0 w 183"/>
                <a:gd name="T1" fmla="*/ 118 h 188"/>
                <a:gd name="T2" fmla="*/ 23 w 183"/>
                <a:gd name="T3" fmla="*/ 72 h 188"/>
                <a:gd name="T4" fmla="*/ 47 w 183"/>
                <a:gd name="T5" fmla="*/ 20 h 188"/>
                <a:gd name="T6" fmla="*/ 95 w 183"/>
                <a:gd name="T7" fmla="*/ 0 h 188"/>
                <a:gd name="T8" fmla="*/ 132 w 183"/>
                <a:gd name="T9" fmla="*/ 12 h 188"/>
                <a:gd name="T10" fmla="*/ 156 w 183"/>
                <a:gd name="T11" fmla="*/ 4 h 188"/>
                <a:gd name="T12" fmla="*/ 167 w 183"/>
                <a:gd name="T13" fmla="*/ 9 h 188"/>
                <a:gd name="T14" fmla="*/ 164 w 183"/>
                <a:gd name="T15" fmla="*/ 15 h 188"/>
                <a:gd name="T16" fmla="*/ 175 w 183"/>
                <a:gd name="T17" fmla="*/ 63 h 188"/>
                <a:gd name="T18" fmla="*/ 113 w 183"/>
                <a:gd name="T19" fmla="*/ 75 h 188"/>
                <a:gd name="T20" fmla="*/ 155 w 183"/>
                <a:gd name="T21" fmla="*/ 102 h 188"/>
                <a:gd name="T22" fmla="*/ 161 w 183"/>
                <a:gd name="T23" fmla="*/ 93 h 188"/>
                <a:gd name="T24" fmla="*/ 167 w 183"/>
                <a:gd name="T25" fmla="*/ 109 h 188"/>
                <a:gd name="T26" fmla="*/ 169 w 183"/>
                <a:gd name="T27" fmla="*/ 126 h 188"/>
                <a:gd name="T28" fmla="*/ 180 w 183"/>
                <a:gd name="T29" fmla="*/ 140 h 188"/>
                <a:gd name="T30" fmla="*/ 177 w 183"/>
                <a:gd name="T31" fmla="*/ 140 h 188"/>
                <a:gd name="T32" fmla="*/ 172 w 183"/>
                <a:gd name="T33" fmla="*/ 143 h 188"/>
                <a:gd name="T34" fmla="*/ 183 w 183"/>
                <a:gd name="T35" fmla="*/ 158 h 188"/>
                <a:gd name="T36" fmla="*/ 118 w 183"/>
                <a:gd name="T37" fmla="*/ 188 h 188"/>
                <a:gd name="T38" fmla="*/ 112 w 183"/>
                <a:gd name="T39" fmla="*/ 148 h 188"/>
                <a:gd name="T40" fmla="*/ 14 w 183"/>
                <a:gd name="T41" fmla="*/ 118 h 188"/>
                <a:gd name="T42" fmla="*/ 0 w 183"/>
                <a:gd name="T43" fmla="*/ 11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3" h="188">
                  <a:moveTo>
                    <a:pt x="0" y="118"/>
                  </a:moveTo>
                  <a:lnTo>
                    <a:pt x="23" y="72"/>
                  </a:lnTo>
                  <a:lnTo>
                    <a:pt x="47" y="20"/>
                  </a:lnTo>
                  <a:lnTo>
                    <a:pt x="95" y="0"/>
                  </a:lnTo>
                  <a:lnTo>
                    <a:pt x="132" y="12"/>
                  </a:lnTo>
                  <a:lnTo>
                    <a:pt x="156" y="4"/>
                  </a:lnTo>
                  <a:lnTo>
                    <a:pt x="167" y="9"/>
                  </a:lnTo>
                  <a:lnTo>
                    <a:pt x="164" y="15"/>
                  </a:lnTo>
                  <a:lnTo>
                    <a:pt x="175" y="63"/>
                  </a:lnTo>
                  <a:lnTo>
                    <a:pt x="113" y="75"/>
                  </a:lnTo>
                  <a:lnTo>
                    <a:pt x="155" y="102"/>
                  </a:lnTo>
                  <a:lnTo>
                    <a:pt x="161" y="93"/>
                  </a:lnTo>
                  <a:lnTo>
                    <a:pt x="167" y="109"/>
                  </a:lnTo>
                  <a:lnTo>
                    <a:pt x="169" y="126"/>
                  </a:lnTo>
                  <a:lnTo>
                    <a:pt x="180" y="140"/>
                  </a:lnTo>
                  <a:lnTo>
                    <a:pt x="177" y="140"/>
                  </a:lnTo>
                  <a:lnTo>
                    <a:pt x="172" y="143"/>
                  </a:lnTo>
                  <a:lnTo>
                    <a:pt x="183" y="158"/>
                  </a:lnTo>
                  <a:lnTo>
                    <a:pt x="118" y="188"/>
                  </a:lnTo>
                  <a:lnTo>
                    <a:pt x="112" y="148"/>
                  </a:lnTo>
                  <a:lnTo>
                    <a:pt x="14" y="118"/>
                  </a:lnTo>
                  <a:lnTo>
                    <a:pt x="0" y="118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Freeform 8"/>
            <p:cNvSpPr>
              <a:spLocks/>
            </p:cNvSpPr>
            <p:nvPr/>
          </p:nvSpPr>
          <p:spPr bwMode="auto">
            <a:xfrm>
              <a:off x="1455" y="346"/>
              <a:ext cx="668" cy="597"/>
            </a:xfrm>
            <a:custGeom>
              <a:avLst/>
              <a:gdLst>
                <a:gd name="T0" fmla="*/ 538 w 668"/>
                <a:gd name="T1" fmla="*/ 328 h 597"/>
                <a:gd name="T2" fmla="*/ 565 w 668"/>
                <a:gd name="T3" fmla="*/ 289 h 597"/>
                <a:gd name="T4" fmla="*/ 560 w 668"/>
                <a:gd name="T5" fmla="*/ 241 h 597"/>
                <a:gd name="T6" fmla="*/ 578 w 668"/>
                <a:gd name="T7" fmla="*/ 170 h 597"/>
                <a:gd name="T8" fmla="*/ 560 w 668"/>
                <a:gd name="T9" fmla="*/ 96 h 597"/>
                <a:gd name="T10" fmla="*/ 622 w 668"/>
                <a:gd name="T11" fmla="*/ 52 h 597"/>
                <a:gd name="T12" fmla="*/ 654 w 668"/>
                <a:gd name="T13" fmla="*/ 33 h 597"/>
                <a:gd name="T14" fmla="*/ 654 w 668"/>
                <a:gd name="T15" fmla="*/ 0 h 597"/>
                <a:gd name="T16" fmla="*/ 582 w 668"/>
                <a:gd name="T17" fmla="*/ 14 h 597"/>
                <a:gd name="T18" fmla="*/ 507 w 668"/>
                <a:gd name="T19" fmla="*/ 16 h 597"/>
                <a:gd name="T20" fmla="*/ 444 w 668"/>
                <a:gd name="T21" fmla="*/ 27 h 597"/>
                <a:gd name="T22" fmla="*/ 399 w 668"/>
                <a:gd name="T23" fmla="*/ 53 h 597"/>
                <a:gd name="T24" fmla="*/ 346 w 668"/>
                <a:gd name="T25" fmla="*/ 60 h 597"/>
                <a:gd name="T26" fmla="*/ 301 w 668"/>
                <a:gd name="T27" fmla="*/ 44 h 597"/>
                <a:gd name="T28" fmla="*/ 226 w 668"/>
                <a:gd name="T29" fmla="*/ 44 h 597"/>
                <a:gd name="T30" fmla="*/ 197 w 668"/>
                <a:gd name="T31" fmla="*/ 55 h 597"/>
                <a:gd name="T32" fmla="*/ 128 w 668"/>
                <a:gd name="T33" fmla="*/ 69 h 597"/>
                <a:gd name="T34" fmla="*/ 91 w 668"/>
                <a:gd name="T35" fmla="*/ 79 h 597"/>
                <a:gd name="T36" fmla="*/ 76 w 668"/>
                <a:gd name="T37" fmla="*/ 128 h 597"/>
                <a:gd name="T38" fmla="*/ 58 w 668"/>
                <a:gd name="T39" fmla="*/ 159 h 597"/>
                <a:gd name="T40" fmla="*/ 14 w 668"/>
                <a:gd name="T41" fmla="*/ 159 h 597"/>
                <a:gd name="T42" fmla="*/ 0 w 668"/>
                <a:gd name="T43" fmla="*/ 167 h 597"/>
                <a:gd name="T44" fmla="*/ 22 w 668"/>
                <a:gd name="T45" fmla="*/ 235 h 597"/>
                <a:gd name="T46" fmla="*/ 23 w 668"/>
                <a:gd name="T47" fmla="*/ 286 h 597"/>
                <a:gd name="T48" fmla="*/ 66 w 668"/>
                <a:gd name="T49" fmla="*/ 328 h 597"/>
                <a:gd name="T50" fmla="*/ 94 w 668"/>
                <a:gd name="T51" fmla="*/ 360 h 597"/>
                <a:gd name="T52" fmla="*/ 101 w 668"/>
                <a:gd name="T53" fmla="*/ 406 h 597"/>
                <a:gd name="T54" fmla="*/ 79 w 668"/>
                <a:gd name="T55" fmla="*/ 412 h 597"/>
                <a:gd name="T56" fmla="*/ 49 w 668"/>
                <a:gd name="T57" fmla="*/ 453 h 597"/>
                <a:gd name="T58" fmla="*/ 31 w 668"/>
                <a:gd name="T59" fmla="*/ 477 h 597"/>
                <a:gd name="T60" fmla="*/ 52 w 668"/>
                <a:gd name="T61" fmla="*/ 500 h 597"/>
                <a:gd name="T62" fmla="*/ 49 w 668"/>
                <a:gd name="T63" fmla="*/ 556 h 597"/>
                <a:gd name="T64" fmla="*/ 94 w 668"/>
                <a:gd name="T65" fmla="*/ 571 h 597"/>
                <a:gd name="T66" fmla="*/ 123 w 668"/>
                <a:gd name="T67" fmla="*/ 587 h 597"/>
                <a:gd name="T68" fmla="*/ 349 w 668"/>
                <a:gd name="T69" fmla="*/ 466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68" h="597">
                  <a:moveTo>
                    <a:pt x="349" y="464"/>
                  </a:moveTo>
                  <a:lnTo>
                    <a:pt x="538" y="328"/>
                  </a:lnTo>
                  <a:lnTo>
                    <a:pt x="548" y="312"/>
                  </a:lnTo>
                  <a:lnTo>
                    <a:pt x="565" y="289"/>
                  </a:lnTo>
                  <a:lnTo>
                    <a:pt x="565" y="259"/>
                  </a:lnTo>
                  <a:lnTo>
                    <a:pt x="560" y="241"/>
                  </a:lnTo>
                  <a:lnTo>
                    <a:pt x="579" y="205"/>
                  </a:lnTo>
                  <a:lnTo>
                    <a:pt x="578" y="170"/>
                  </a:lnTo>
                  <a:lnTo>
                    <a:pt x="559" y="131"/>
                  </a:lnTo>
                  <a:lnTo>
                    <a:pt x="560" y="96"/>
                  </a:lnTo>
                  <a:lnTo>
                    <a:pt x="579" y="60"/>
                  </a:lnTo>
                  <a:lnTo>
                    <a:pt x="622" y="52"/>
                  </a:lnTo>
                  <a:lnTo>
                    <a:pt x="644" y="33"/>
                  </a:lnTo>
                  <a:lnTo>
                    <a:pt x="654" y="33"/>
                  </a:lnTo>
                  <a:lnTo>
                    <a:pt x="668" y="9"/>
                  </a:lnTo>
                  <a:lnTo>
                    <a:pt x="654" y="0"/>
                  </a:lnTo>
                  <a:lnTo>
                    <a:pt x="624" y="0"/>
                  </a:lnTo>
                  <a:lnTo>
                    <a:pt x="582" y="14"/>
                  </a:lnTo>
                  <a:lnTo>
                    <a:pt x="529" y="11"/>
                  </a:lnTo>
                  <a:lnTo>
                    <a:pt x="507" y="16"/>
                  </a:lnTo>
                  <a:lnTo>
                    <a:pt x="480" y="16"/>
                  </a:lnTo>
                  <a:lnTo>
                    <a:pt x="444" y="27"/>
                  </a:lnTo>
                  <a:lnTo>
                    <a:pt x="426" y="44"/>
                  </a:lnTo>
                  <a:lnTo>
                    <a:pt x="399" y="53"/>
                  </a:lnTo>
                  <a:lnTo>
                    <a:pt x="395" y="61"/>
                  </a:lnTo>
                  <a:lnTo>
                    <a:pt x="346" y="60"/>
                  </a:lnTo>
                  <a:lnTo>
                    <a:pt x="311" y="53"/>
                  </a:lnTo>
                  <a:lnTo>
                    <a:pt x="301" y="44"/>
                  </a:lnTo>
                  <a:lnTo>
                    <a:pt x="281" y="38"/>
                  </a:lnTo>
                  <a:lnTo>
                    <a:pt x="226" y="44"/>
                  </a:lnTo>
                  <a:lnTo>
                    <a:pt x="210" y="53"/>
                  </a:lnTo>
                  <a:lnTo>
                    <a:pt x="197" y="55"/>
                  </a:lnTo>
                  <a:lnTo>
                    <a:pt x="147" y="74"/>
                  </a:lnTo>
                  <a:lnTo>
                    <a:pt x="128" y="69"/>
                  </a:lnTo>
                  <a:lnTo>
                    <a:pt x="98" y="61"/>
                  </a:lnTo>
                  <a:lnTo>
                    <a:pt x="91" y="79"/>
                  </a:lnTo>
                  <a:lnTo>
                    <a:pt x="90" y="118"/>
                  </a:lnTo>
                  <a:lnTo>
                    <a:pt x="76" y="128"/>
                  </a:lnTo>
                  <a:lnTo>
                    <a:pt x="79" y="151"/>
                  </a:lnTo>
                  <a:lnTo>
                    <a:pt x="58" y="159"/>
                  </a:lnTo>
                  <a:lnTo>
                    <a:pt x="36" y="162"/>
                  </a:lnTo>
                  <a:lnTo>
                    <a:pt x="14" y="159"/>
                  </a:lnTo>
                  <a:lnTo>
                    <a:pt x="14" y="161"/>
                  </a:lnTo>
                  <a:lnTo>
                    <a:pt x="0" y="167"/>
                  </a:lnTo>
                  <a:lnTo>
                    <a:pt x="4" y="199"/>
                  </a:lnTo>
                  <a:lnTo>
                    <a:pt x="22" y="235"/>
                  </a:lnTo>
                  <a:lnTo>
                    <a:pt x="28" y="262"/>
                  </a:lnTo>
                  <a:lnTo>
                    <a:pt x="23" y="286"/>
                  </a:lnTo>
                  <a:lnTo>
                    <a:pt x="22" y="327"/>
                  </a:lnTo>
                  <a:lnTo>
                    <a:pt x="66" y="328"/>
                  </a:lnTo>
                  <a:lnTo>
                    <a:pt x="76" y="350"/>
                  </a:lnTo>
                  <a:lnTo>
                    <a:pt x="94" y="360"/>
                  </a:lnTo>
                  <a:lnTo>
                    <a:pt x="93" y="390"/>
                  </a:lnTo>
                  <a:lnTo>
                    <a:pt x="101" y="406"/>
                  </a:lnTo>
                  <a:lnTo>
                    <a:pt x="90" y="412"/>
                  </a:lnTo>
                  <a:lnTo>
                    <a:pt x="79" y="412"/>
                  </a:lnTo>
                  <a:lnTo>
                    <a:pt x="58" y="423"/>
                  </a:lnTo>
                  <a:lnTo>
                    <a:pt x="49" y="453"/>
                  </a:lnTo>
                  <a:lnTo>
                    <a:pt x="34" y="477"/>
                  </a:lnTo>
                  <a:lnTo>
                    <a:pt x="31" y="477"/>
                  </a:lnTo>
                  <a:lnTo>
                    <a:pt x="36" y="484"/>
                  </a:lnTo>
                  <a:lnTo>
                    <a:pt x="52" y="500"/>
                  </a:lnTo>
                  <a:lnTo>
                    <a:pt x="55" y="538"/>
                  </a:lnTo>
                  <a:lnTo>
                    <a:pt x="49" y="556"/>
                  </a:lnTo>
                  <a:lnTo>
                    <a:pt x="58" y="556"/>
                  </a:lnTo>
                  <a:lnTo>
                    <a:pt x="94" y="571"/>
                  </a:lnTo>
                  <a:lnTo>
                    <a:pt x="115" y="587"/>
                  </a:lnTo>
                  <a:lnTo>
                    <a:pt x="123" y="587"/>
                  </a:lnTo>
                  <a:lnTo>
                    <a:pt x="137" y="597"/>
                  </a:lnTo>
                  <a:lnTo>
                    <a:pt x="349" y="466"/>
                  </a:lnTo>
                  <a:lnTo>
                    <a:pt x="349" y="464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Freeform 9"/>
            <p:cNvSpPr>
              <a:spLocks/>
            </p:cNvSpPr>
            <p:nvPr/>
          </p:nvSpPr>
          <p:spPr bwMode="auto">
            <a:xfrm>
              <a:off x="1322" y="823"/>
              <a:ext cx="163" cy="470"/>
            </a:xfrm>
            <a:custGeom>
              <a:avLst/>
              <a:gdLst>
                <a:gd name="T0" fmla="*/ 101 w 163"/>
                <a:gd name="T1" fmla="*/ 470 h 470"/>
                <a:gd name="T2" fmla="*/ 114 w 163"/>
                <a:gd name="T3" fmla="*/ 450 h 470"/>
                <a:gd name="T4" fmla="*/ 115 w 163"/>
                <a:gd name="T5" fmla="*/ 446 h 470"/>
                <a:gd name="T6" fmla="*/ 114 w 163"/>
                <a:gd name="T7" fmla="*/ 432 h 470"/>
                <a:gd name="T8" fmla="*/ 123 w 163"/>
                <a:gd name="T9" fmla="*/ 423 h 470"/>
                <a:gd name="T10" fmla="*/ 123 w 163"/>
                <a:gd name="T11" fmla="*/ 397 h 470"/>
                <a:gd name="T12" fmla="*/ 133 w 163"/>
                <a:gd name="T13" fmla="*/ 371 h 470"/>
                <a:gd name="T14" fmla="*/ 131 w 163"/>
                <a:gd name="T15" fmla="*/ 341 h 470"/>
                <a:gd name="T16" fmla="*/ 137 w 163"/>
                <a:gd name="T17" fmla="*/ 336 h 470"/>
                <a:gd name="T18" fmla="*/ 137 w 163"/>
                <a:gd name="T19" fmla="*/ 312 h 470"/>
                <a:gd name="T20" fmla="*/ 144 w 163"/>
                <a:gd name="T21" fmla="*/ 289 h 470"/>
                <a:gd name="T22" fmla="*/ 142 w 163"/>
                <a:gd name="T23" fmla="*/ 273 h 470"/>
                <a:gd name="T24" fmla="*/ 147 w 163"/>
                <a:gd name="T25" fmla="*/ 225 h 470"/>
                <a:gd name="T26" fmla="*/ 139 w 163"/>
                <a:gd name="T27" fmla="*/ 229 h 470"/>
                <a:gd name="T28" fmla="*/ 125 w 163"/>
                <a:gd name="T29" fmla="*/ 229 h 470"/>
                <a:gd name="T30" fmla="*/ 107 w 163"/>
                <a:gd name="T31" fmla="*/ 238 h 470"/>
                <a:gd name="T32" fmla="*/ 98 w 163"/>
                <a:gd name="T33" fmla="*/ 227 h 470"/>
                <a:gd name="T34" fmla="*/ 103 w 163"/>
                <a:gd name="T35" fmla="*/ 194 h 470"/>
                <a:gd name="T36" fmla="*/ 103 w 163"/>
                <a:gd name="T37" fmla="*/ 145 h 470"/>
                <a:gd name="T38" fmla="*/ 96 w 163"/>
                <a:gd name="T39" fmla="*/ 134 h 470"/>
                <a:gd name="T40" fmla="*/ 101 w 163"/>
                <a:gd name="T41" fmla="*/ 105 h 470"/>
                <a:gd name="T42" fmla="*/ 126 w 163"/>
                <a:gd name="T43" fmla="*/ 105 h 470"/>
                <a:gd name="T44" fmla="*/ 130 w 163"/>
                <a:gd name="T45" fmla="*/ 121 h 470"/>
                <a:gd name="T46" fmla="*/ 141 w 163"/>
                <a:gd name="T47" fmla="*/ 123 h 470"/>
                <a:gd name="T48" fmla="*/ 153 w 163"/>
                <a:gd name="T49" fmla="*/ 112 h 470"/>
                <a:gd name="T50" fmla="*/ 152 w 163"/>
                <a:gd name="T51" fmla="*/ 99 h 470"/>
                <a:gd name="T52" fmla="*/ 155 w 163"/>
                <a:gd name="T53" fmla="*/ 99 h 470"/>
                <a:gd name="T54" fmla="*/ 150 w 163"/>
                <a:gd name="T55" fmla="*/ 90 h 470"/>
                <a:gd name="T56" fmla="*/ 145 w 163"/>
                <a:gd name="T57" fmla="*/ 72 h 470"/>
                <a:gd name="T58" fmla="*/ 152 w 163"/>
                <a:gd name="T59" fmla="*/ 39 h 470"/>
                <a:gd name="T60" fmla="*/ 156 w 163"/>
                <a:gd name="T61" fmla="*/ 12 h 470"/>
                <a:gd name="T62" fmla="*/ 163 w 163"/>
                <a:gd name="T63" fmla="*/ 0 h 470"/>
                <a:gd name="T64" fmla="*/ 152 w 163"/>
                <a:gd name="T65" fmla="*/ 1 h 470"/>
                <a:gd name="T66" fmla="*/ 141 w 163"/>
                <a:gd name="T67" fmla="*/ 23 h 470"/>
                <a:gd name="T68" fmla="*/ 107 w 163"/>
                <a:gd name="T69" fmla="*/ 23 h 470"/>
                <a:gd name="T70" fmla="*/ 95 w 163"/>
                <a:gd name="T71" fmla="*/ 22 h 470"/>
                <a:gd name="T72" fmla="*/ 71 w 163"/>
                <a:gd name="T73" fmla="*/ 47 h 470"/>
                <a:gd name="T74" fmla="*/ 63 w 163"/>
                <a:gd name="T75" fmla="*/ 124 h 470"/>
                <a:gd name="T76" fmla="*/ 33 w 163"/>
                <a:gd name="T77" fmla="*/ 186 h 470"/>
                <a:gd name="T78" fmla="*/ 0 w 163"/>
                <a:gd name="T79" fmla="*/ 230 h 470"/>
                <a:gd name="T80" fmla="*/ 11 w 163"/>
                <a:gd name="T81" fmla="*/ 236 h 470"/>
                <a:gd name="T82" fmla="*/ 32 w 163"/>
                <a:gd name="T83" fmla="*/ 266 h 470"/>
                <a:gd name="T84" fmla="*/ 43 w 163"/>
                <a:gd name="T85" fmla="*/ 306 h 470"/>
                <a:gd name="T86" fmla="*/ 73 w 163"/>
                <a:gd name="T87" fmla="*/ 352 h 470"/>
                <a:gd name="T88" fmla="*/ 96 w 163"/>
                <a:gd name="T89" fmla="*/ 407 h 470"/>
                <a:gd name="T90" fmla="*/ 87 w 163"/>
                <a:gd name="T91" fmla="*/ 434 h 470"/>
                <a:gd name="T92" fmla="*/ 101 w 163"/>
                <a:gd name="T93" fmla="*/ 47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3" h="470">
                  <a:moveTo>
                    <a:pt x="101" y="470"/>
                  </a:moveTo>
                  <a:lnTo>
                    <a:pt x="114" y="450"/>
                  </a:lnTo>
                  <a:lnTo>
                    <a:pt x="115" y="446"/>
                  </a:lnTo>
                  <a:lnTo>
                    <a:pt x="114" y="432"/>
                  </a:lnTo>
                  <a:lnTo>
                    <a:pt x="123" y="423"/>
                  </a:lnTo>
                  <a:lnTo>
                    <a:pt x="123" y="397"/>
                  </a:lnTo>
                  <a:lnTo>
                    <a:pt x="133" y="371"/>
                  </a:lnTo>
                  <a:lnTo>
                    <a:pt x="131" y="341"/>
                  </a:lnTo>
                  <a:lnTo>
                    <a:pt x="137" y="336"/>
                  </a:lnTo>
                  <a:lnTo>
                    <a:pt x="137" y="312"/>
                  </a:lnTo>
                  <a:lnTo>
                    <a:pt x="144" y="289"/>
                  </a:lnTo>
                  <a:lnTo>
                    <a:pt x="142" y="273"/>
                  </a:lnTo>
                  <a:lnTo>
                    <a:pt x="147" y="225"/>
                  </a:lnTo>
                  <a:lnTo>
                    <a:pt x="139" y="229"/>
                  </a:lnTo>
                  <a:lnTo>
                    <a:pt x="125" y="229"/>
                  </a:lnTo>
                  <a:lnTo>
                    <a:pt x="107" y="238"/>
                  </a:lnTo>
                  <a:lnTo>
                    <a:pt x="98" y="227"/>
                  </a:lnTo>
                  <a:lnTo>
                    <a:pt x="103" y="194"/>
                  </a:lnTo>
                  <a:lnTo>
                    <a:pt x="103" y="145"/>
                  </a:lnTo>
                  <a:lnTo>
                    <a:pt x="96" y="134"/>
                  </a:lnTo>
                  <a:lnTo>
                    <a:pt x="101" y="105"/>
                  </a:lnTo>
                  <a:lnTo>
                    <a:pt x="126" y="105"/>
                  </a:lnTo>
                  <a:lnTo>
                    <a:pt x="130" y="121"/>
                  </a:lnTo>
                  <a:lnTo>
                    <a:pt x="141" y="123"/>
                  </a:lnTo>
                  <a:lnTo>
                    <a:pt x="153" y="112"/>
                  </a:lnTo>
                  <a:lnTo>
                    <a:pt x="152" y="99"/>
                  </a:lnTo>
                  <a:lnTo>
                    <a:pt x="155" y="99"/>
                  </a:lnTo>
                  <a:lnTo>
                    <a:pt x="150" y="90"/>
                  </a:lnTo>
                  <a:lnTo>
                    <a:pt x="145" y="72"/>
                  </a:lnTo>
                  <a:lnTo>
                    <a:pt x="152" y="39"/>
                  </a:lnTo>
                  <a:lnTo>
                    <a:pt x="156" y="12"/>
                  </a:lnTo>
                  <a:lnTo>
                    <a:pt x="163" y="0"/>
                  </a:lnTo>
                  <a:lnTo>
                    <a:pt x="152" y="1"/>
                  </a:lnTo>
                  <a:lnTo>
                    <a:pt x="141" y="23"/>
                  </a:lnTo>
                  <a:lnTo>
                    <a:pt x="107" y="23"/>
                  </a:lnTo>
                  <a:lnTo>
                    <a:pt x="95" y="22"/>
                  </a:lnTo>
                  <a:lnTo>
                    <a:pt x="71" y="47"/>
                  </a:lnTo>
                  <a:lnTo>
                    <a:pt x="63" y="124"/>
                  </a:lnTo>
                  <a:lnTo>
                    <a:pt x="33" y="186"/>
                  </a:lnTo>
                  <a:lnTo>
                    <a:pt x="0" y="230"/>
                  </a:lnTo>
                  <a:lnTo>
                    <a:pt x="11" y="236"/>
                  </a:lnTo>
                  <a:lnTo>
                    <a:pt x="32" y="266"/>
                  </a:lnTo>
                  <a:lnTo>
                    <a:pt x="43" y="306"/>
                  </a:lnTo>
                  <a:lnTo>
                    <a:pt x="73" y="352"/>
                  </a:lnTo>
                  <a:lnTo>
                    <a:pt x="96" y="407"/>
                  </a:lnTo>
                  <a:lnTo>
                    <a:pt x="87" y="434"/>
                  </a:lnTo>
                  <a:lnTo>
                    <a:pt x="101" y="470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4" name="Freeform 10"/>
            <p:cNvSpPr>
              <a:spLocks/>
            </p:cNvSpPr>
            <p:nvPr/>
          </p:nvSpPr>
          <p:spPr bwMode="auto">
            <a:xfrm>
              <a:off x="1467" y="823"/>
              <a:ext cx="43" cy="101"/>
            </a:xfrm>
            <a:custGeom>
              <a:avLst/>
              <a:gdLst>
                <a:gd name="T0" fmla="*/ 10 w 43"/>
                <a:gd name="T1" fmla="*/ 99 h 101"/>
                <a:gd name="T2" fmla="*/ 5 w 43"/>
                <a:gd name="T3" fmla="*/ 90 h 101"/>
                <a:gd name="T4" fmla="*/ 0 w 43"/>
                <a:gd name="T5" fmla="*/ 72 h 101"/>
                <a:gd name="T6" fmla="*/ 7 w 43"/>
                <a:gd name="T7" fmla="*/ 39 h 101"/>
                <a:gd name="T8" fmla="*/ 11 w 43"/>
                <a:gd name="T9" fmla="*/ 12 h 101"/>
                <a:gd name="T10" fmla="*/ 18 w 43"/>
                <a:gd name="T11" fmla="*/ 0 h 101"/>
                <a:gd name="T12" fmla="*/ 19 w 43"/>
                <a:gd name="T13" fmla="*/ 0 h 101"/>
                <a:gd name="T14" fmla="*/ 24 w 43"/>
                <a:gd name="T15" fmla="*/ 7 h 101"/>
                <a:gd name="T16" fmla="*/ 40 w 43"/>
                <a:gd name="T17" fmla="*/ 23 h 101"/>
                <a:gd name="T18" fmla="*/ 43 w 43"/>
                <a:gd name="T19" fmla="*/ 61 h 101"/>
                <a:gd name="T20" fmla="*/ 37 w 43"/>
                <a:gd name="T21" fmla="*/ 79 h 101"/>
                <a:gd name="T22" fmla="*/ 35 w 43"/>
                <a:gd name="T23" fmla="*/ 77 h 101"/>
                <a:gd name="T24" fmla="*/ 22 w 43"/>
                <a:gd name="T25" fmla="*/ 90 h 101"/>
                <a:gd name="T26" fmla="*/ 16 w 43"/>
                <a:gd name="T27" fmla="*/ 101 h 101"/>
                <a:gd name="T28" fmla="*/ 10 w 43"/>
                <a:gd name="T29" fmla="*/ 99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3" h="101">
                  <a:moveTo>
                    <a:pt x="10" y="99"/>
                  </a:moveTo>
                  <a:lnTo>
                    <a:pt x="5" y="90"/>
                  </a:lnTo>
                  <a:lnTo>
                    <a:pt x="0" y="72"/>
                  </a:lnTo>
                  <a:lnTo>
                    <a:pt x="7" y="39"/>
                  </a:lnTo>
                  <a:lnTo>
                    <a:pt x="11" y="12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4" y="7"/>
                  </a:lnTo>
                  <a:lnTo>
                    <a:pt x="40" y="23"/>
                  </a:lnTo>
                  <a:lnTo>
                    <a:pt x="43" y="61"/>
                  </a:lnTo>
                  <a:lnTo>
                    <a:pt x="37" y="79"/>
                  </a:lnTo>
                  <a:lnTo>
                    <a:pt x="35" y="77"/>
                  </a:lnTo>
                  <a:lnTo>
                    <a:pt x="22" y="90"/>
                  </a:lnTo>
                  <a:lnTo>
                    <a:pt x="16" y="101"/>
                  </a:lnTo>
                  <a:lnTo>
                    <a:pt x="10" y="99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Freeform 11"/>
            <p:cNvSpPr>
              <a:spLocks/>
            </p:cNvSpPr>
            <p:nvPr/>
          </p:nvSpPr>
          <p:spPr bwMode="auto">
            <a:xfrm>
              <a:off x="1418" y="928"/>
              <a:ext cx="59" cy="133"/>
            </a:xfrm>
            <a:custGeom>
              <a:avLst/>
              <a:gdLst>
                <a:gd name="T0" fmla="*/ 43 w 59"/>
                <a:gd name="T1" fmla="*/ 124 h 133"/>
                <a:gd name="T2" fmla="*/ 29 w 59"/>
                <a:gd name="T3" fmla="*/ 124 h 133"/>
                <a:gd name="T4" fmla="*/ 11 w 59"/>
                <a:gd name="T5" fmla="*/ 133 h 133"/>
                <a:gd name="T6" fmla="*/ 2 w 59"/>
                <a:gd name="T7" fmla="*/ 122 h 133"/>
                <a:gd name="T8" fmla="*/ 7 w 59"/>
                <a:gd name="T9" fmla="*/ 89 h 133"/>
                <a:gd name="T10" fmla="*/ 7 w 59"/>
                <a:gd name="T11" fmla="*/ 40 h 133"/>
                <a:gd name="T12" fmla="*/ 0 w 59"/>
                <a:gd name="T13" fmla="*/ 29 h 133"/>
                <a:gd name="T14" fmla="*/ 5 w 59"/>
                <a:gd name="T15" fmla="*/ 0 h 133"/>
                <a:gd name="T16" fmla="*/ 30 w 59"/>
                <a:gd name="T17" fmla="*/ 0 h 133"/>
                <a:gd name="T18" fmla="*/ 34 w 59"/>
                <a:gd name="T19" fmla="*/ 16 h 133"/>
                <a:gd name="T20" fmla="*/ 45 w 59"/>
                <a:gd name="T21" fmla="*/ 18 h 133"/>
                <a:gd name="T22" fmla="*/ 57 w 59"/>
                <a:gd name="T23" fmla="*/ 7 h 133"/>
                <a:gd name="T24" fmla="*/ 57 w 59"/>
                <a:gd name="T25" fmla="*/ 13 h 133"/>
                <a:gd name="T26" fmla="*/ 59 w 59"/>
                <a:gd name="T27" fmla="*/ 27 h 133"/>
                <a:gd name="T28" fmla="*/ 56 w 59"/>
                <a:gd name="T29" fmla="*/ 37 h 133"/>
                <a:gd name="T30" fmla="*/ 53 w 59"/>
                <a:gd name="T31" fmla="*/ 65 h 133"/>
                <a:gd name="T32" fmla="*/ 54 w 59"/>
                <a:gd name="T33" fmla="*/ 81 h 133"/>
                <a:gd name="T34" fmla="*/ 51 w 59"/>
                <a:gd name="T35" fmla="*/ 120 h 133"/>
                <a:gd name="T36" fmla="*/ 43 w 59"/>
                <a:gd name="T37" fmla="*/ 12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133">
                  <a:moveTo>
                    <a:pt x="43" y="124"/>
                  </a:moveTo>
                  <a:lnTo>
                    <a:pt x="29" y="124"/>
                  </a:lnTo>
                  <a:lnTo>
                    <a:pt x="11" y="133"/>
                  </a:lnTo>
                  <a:lnTo>
                    <a:pt x="2" y="122"/>
                  </a:lnTo>
                  <a:lnTo>
                    <a:pt x="7" y="89"/>
                  </a:lnTo>
                  <a:lnTo>
                    <a:pt x="7" y="40"/>
                  </a:lnTo>
                  <a:lnTo>
                    <a:pt x="0" y="29"/>
                  </a:lnTo>
                  <a:lnTo>
                    <a:pt x="5" y="0"/>
                  </a:lnTo>
                  <a:lnTo>
                    <a:pt x="30" y="0"/>
                  </a:lnTo>
                  <a:lnTo>
                    <a:pt x="34" y="16"/>
                  </a:lnTo>
                  <a:lnTo>
                    <a:pt x="45" y="18"/>
                  </a:lnTo>
                  <a:lnTo>
                    <a:pt x="57" y="7"/>
                  </a:lnTo>
                  <a:lnTo>
                    <a:pt x="57" y="13"/>
                  </a:lnTo>
                  <a:lnTo>
                    <a:pt x="59" y="27"/>
                  </a:lnTo>
                  <a:lnTo>
                    <a:pt x="56" y="37"/>
                  </a:lnTo>
                  <a:lnTo>
                    <a:pt x="53" y="65"/>
                  </a:lnTo>
                  <a:lnTo>
                    <a:pt x="54" y="81"/>
                  </a:lnTo>
                  <a:lnTo>
                    <a:pt x="51" y="120"/>
                  </a:lnTo>
                  <a:lnTo>
                    <a:pt x="43" y="124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Freeform 12"/>
            <p:cNvSpPr>
              <a:spLocks/>
            </p:cNvSpPr>
            <p:nvPr/>
          </p:nvSpPr>
          <p:spPr bwMode="auto">
            <a:xfrm>
              <a:off x="1417" y="673"/>
              <a:ext cx="139" cy="173"/>
            </a:xfrm>
            <a:custGeom>
              <a:avLst/>
              <a:gdLst>
                <a:gd name="T0" fmla="*/ 0 w 139"/>
                <a:gd name="T1" fmla="*/ 172 h 173"/>
                <a:gd name="T2" fmla="*/ 12 w 139"/>
                <a:gd name="T3" fmla="*/ 173 h 173"/>
                <a:gd name="T4" fmla="*/ 46 w 139"/>
                <a:gd name="T5" fmla="*/ 173 h 173"/>
                <a:gd name="T6" fmla="*/ 57 w 139"/>
                <a:gd name="T7" fmla="*/ 151 h 173"/>
                <a:gd name="T8" fmla="*/ 72 w 139"/>
                <a:gd name="T9" fmla="*/ 150 h 173"/>
                <a:gd name="T10" fmla="*/ 87 w 139"/>
                <a:gd name="T11" fmla="*/ 126 h 173"/>
                <a:gd name="T12" fmla="*/ 96 w 139"/>
                <a:gd name="T13" fmla="*/ 96 h 173"/>
                <a:gd name="T14" fmla="*/ 117 w 139"/>
                <a:gd name="T15" fmla="*/ 85 h 173"/>
                <a:gd name="T16" fmla="*/ 128 w 139"/>
                <a:gd name="T17" fmla="*/ 85 h 173"/>
                <a:gd name="T18" fmla="*/ 139 w 139"/>
                <a:gd name="T19" fmla="*/ 79 h 173"/>
                <a:gd name="T20" fmla="*/ 131 w 139"/>
                <a:gd name="T21" fmla="*/ 63 h 173"/>
                <a:gd name="T22" fmla="*/ 132 w 139"/>
                <a:gd name="T23" fmla="*/ 33 h 173"/>
                <a:gd name="T24" fmla="*/ 114 w 139"/>
                <a:gd name="T25" fmla="*/ 23 h 173"/>
                <a:gd name="T26" fmla="*/ 104 w 139"/>
                <a:gd name="T27" fmla="*/ 1 h 173"/>
                <a:gd name="T28" fmla="*/ 60 w 139"/>
                <a:gd name="T29" fmla="*/ 0 h 173"/>
                <a:gd name="T30" fmla="*/ 58 w 139"/>
                <a:gd name="T31" fmla="*/ 4 h 173"/>
                <a:gd name="T32" fmla="*/ 44 w 139"/>
                <a:gd name="T33" fmla="*/ 7 h 173"/>
                <a:gd name="T34" fmla="*/ 39 w 139"/>
                <a:gd name="T35" fmla="*/ 83 h 173"/>
                <a:gd name="T36" fmla="*/ 22 w 139"/>
                <a:gd name="T37" fmla="*/ 112 h 173"/>
                <a:gd name="T38" fmla="*/ 1 w 139"/>
                <a:gd name="T39" fmla="*/ 139 h 173"/>
                <a:gd name="T40" fmla="*/ 1 w 139"/>
                <a:gd name="T41" fmla="*/ 169 h 173"/>
                <a:gd name="T42" fmla="*/ 0 w 139"/>
                <a:gd name="T43" fmla="*/ 172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9" h="173">
                  <a:moveTo>
                    <a:pt x="0" y="172"/>
                  </a:moveTo>
                  <a:lnTo>
                    <a:pt x="12" y="173"/>
                  </a:lnTo>
                  <a:lnTo>
                    <a:pt x="46" y="173"/>
                  </a:lnTo>
                  <a:lnTo>
                    <a:pt x="57" y="151"/>
                  </a:lnTo>
                  <a:lnTo>
                    <a:pt x="72" y="150"/>
                  </a:lnTo>
                  <a:lnTo>
                    <a:pt x="87" y="126"/>
                  </a:lnTo>
                  <a:lnTo>
                    <a:pt x="96" y="96"/>
                  </a:lnTo>
                  <a:lnTo>
                    <a:pt x="117" y="85"/>
                  </a:lnTo>
                  <a:lnTo>
                    <a:pt x="128" y="85"/>
                  </a:lnTo>
                  <a:lnTo>
                    <a:pt x="139" y="79"/>
                  </a:lnTo>
                  <a:lnTo>
                    <a:pt x="131" y="63"/>
                  </a:lnTo>
                  <a:lnTo>
                    <a:pt x="132" y="33"/>
                  </a:lnTo>
                  <a:lnTo>
                    <a:pt x="114" y="23"/>
                  </a:lnTo>
                  <a:lnTo>
                    <a:pt x="104" y="1"/>
                  </a:lnTo>
                  <a:lnTo>
                    <a:pt x="60" y="0"/>
                  </a:lnTo>
                  <a:lnTo>
                    <a:pt x="58" y="4"/>
                  </a:lnTo>
                  <a:lnTo>
                    <a:pt x="44" y="7"/>
                  </a:lnTo>
                  <a:lnTo>
                    <a:pt x="39" y="83"/>
                  </a:lnTo>
                  <a:lnTo>
                    <a:pt x="22" y="112"/>
                  </a:lnTo>
                  <a:lnTo>
                    <a:pt x="1" y="139"/>
                  </a:lnTo>
                  <a:lnTo>
                    <a:pt x="1" y="169"/>
                  </a:lnTo>
                  <a:lnTo>
                    <a:pt x="0" y="172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Freeform 13"/>
            <p:cNvSpPr>
              <a:spLocks/>
            </p:cNvSpPr>
            <p:nvPr/>
          </p:nvSpPr>
          <p:spPr bwMode="auto">
            <a:xfrm>
              <a:off x="1428" y="812"/>
              <a:ext cx="429" cy="530"/>
            </a:xfrm>
            <a:custGeom>
              <a:avLst/>
              <a:gdLst>
                <a:gd name="T0" fmla="*/ 8 w 429"/>
                <a:gd name="T1" fmla="*/ 461 h 530"/>
                <a:gd name="T2" fmla="*/ 9 w 429"/>
                <a:gd name="T3" fmla="*/ 457 h 530"/>
                <a:gd name="T4" fmla="*/ 8 w 429"/>
                <a:gd name="T5" fmla="*/ 443 h 530"/>
                <a:gd name="T6" fmla="*/ 17 w 429"/>
                <a:gd name="T7" fmla="*/ 434 h 530"/>
                <a:gd name="T8" fmla="*/ 17 w 429"/>
                <a:gd name="T9" fmla="*/ 408 h 530"/>
                <a:gd name="T10" fmla="*/ 27 w 429"/>
                <a:gd name="T11" fmla="*/ 382 h 530"/>
                <a:gd name="T12" fmla="*/ 25 w 429"/>
                <a:gd name="T13" fmla="*/ 352 h 530"/>
                <a:gd name="T14" fmla="*/ 31 w 429"/>
                <a:gd name="T15" fmla="*/ 347 h 530"/>
                <a:gd name="T16" fmla="*/ 31 w 429"/>
                <a:gd name="T17" fmla="*/ 323 h 530"/>
                <a:gd name="T18" fmla="*/ 38 w 429"/>
                <a:gd name="T19" fmla="*/ 300 h 530"/>
                <a:gd name="T20" fmla="*/ 36 w 429"/>
                <a:gd name="T21" fmla="*/ 284 h 530"/>
                <a:gd name="T22" fmla="*/ 44 w 429"/>
                <a:gd name="T23" fmla="*/ 197 h 530"/>
                <a:gd name="T24" fmla="*/ 43 w 429"/>
                <a:gd name="T25" fmla="*/ 181 h 530"/>
                <a:gd name="T26" fmla="*/ 46 w 429"/>
                <a:gd name="T27" fmla="*/ 153 h 530"/>
                <a:gd name="T28" fmla="*/ 49 w 429"/>
                <a:gd name="T29" fmla="*/ 143 h 530"/>
                <a:gd name="T30" fmla="*/ 47 w 429"/>
                <a:gd name="T31" fmla="*/ 129 h 530"/>
                <a:gd name="T32" fmla="*/ 46 w 429"/>
                <a:gd name="T33" fmla="*/ 110 h 530"/>
                <a:gd name="T34" fmla="*/ 55 w 429"/>
                <a:gd name="T35" fmla="*/ 112 h 530"/>
                <a:gd name="T36" fmla="*/ 61 w 429"/>
                <a:gd name="T37" fmla="*/ 101 h 530"/>
                <a:gd name="T38" fmla="*/ 74 w 429"/>
                <a:gd name="T39" fmla="*/ 88 h 530"/>
                <a:gd name="T40" fmla="*/ 85 w 429"/>
                <a:gd name="T41" fmla="*/ 90 h 530"/>
                <a:gd name="T42" fmla="*/ 121 w 429"/>
                <a:gd name="T43" fmla="*/ 105 h 530"/>
                <a:gd name="T44" fmla="*/ 142 w 429"/>
                <a:gd name="T45" fmla="*/ 121 h 530"/>
                <a:gd name="T46" fmla="*/ 150 w 429"/>
                <a:gd name="T47" fmla="*/ 121 h 530"/>
                <a:gd name="T48" fmla="*/ 164 w 429"/>
                <a:gd name="T49" fmla="*/ 131 h 530"/>
                <a:gd name="T50" fmla="*/ 376 w 429"/>
                <a:gd name="T51" fmla="*/ 0 h 530"/>
                <a:gd name="T52" fmla="*/ 429 w 429"/>
                <a:gd name="T53" fmla="*/ 138 h 530"/>
                <a:gd name="T54" fmla="*/ 425 w 429"/>
                <a:gd name="T55" fmla="*/ 137 h 530"/>
                <a:gd name="T56" fmla="*/ 385 w 429"/>
                <a:gd name="T57" fmla="*/ 178 h 530"/>
                <a:gd name="T58" fmla="*/ 227 w 429"/>
                <a:gd name="T59" fmla="*/ 227 h 530"/>
                <a:gd name="T60" fmla="*/ 347 w 429"/>
                <a:gd name="T61" fmla="*/ 358 h 530"/>
                <a:gd name="T62" fmla="*/ 303 w 429"/>
                <a:gd name="T63" fmla="*/ 412 h 530"/>
                <a:gd name="T64" fmla="*/ 300 w 429"/>
                <a:gd name="T65" fmla="*/ 443 h 530"/>
                <a:gd name="T66" fmla="*/ 218 w 429"/>
                <a:gd name="T67" fmla="*/ 454 h 530"/>
                <a:gd name="T68" fmla="*/ 140 w 429"/>
                <a:gd name="T69" fmla="*/ 530 h 530"/>
                <a:gd name="T70" fmla="*/ 33 w 429"/>
                <a:gd name="T71" fmla="*/ 500 h 530"/>
                <a:gd name="T72" fmla="*/ 0 w 429"/>
                <a:gd name="T73" fmla="*/ 500 h 530"/>
                <a:gd name="T74" fmla="*/ 0 w 429"/>
                <a:gd name="T75" fmla="*/ 497 h 530"/>
                <a:gd name="T76" fmla="*/ 9 w 429"/>
                <a:gd name="T77" fmla="*/ 470 h 530"/>
                <a:gd name="T78" fmla="*/ 9 w 429"/>
                <a:gd name="T79" fmla="*/ 459 h 530"/>
                <a:gd name="T80" fmla="*/ 8 w 429"/>
                <a:gd name="T81" fmla="*/ 46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29" h="530">
                  <a:moveTo>
                    <a:pt x="8" y="461"/>
                  </a:moveTo>
                  <a:lnTo>
                    <a:pt x="9" y="457"/>
                  </a:lnTo>
                  <a:lnTo>
                    <a:pt x="8" y="443"/>
                  </a:lnTo>
                  <a:lnTo>
                    <a:pt x="17" y="434"/>
                  </a:lnTo>
                  <a:lnTo>
                    <a:pt x="17" y="408"/>
                  </a:lnTo>
                  <a:lnTo>
                    <a:pt x="27" y="382"/>
                  </a:lnTo>
                  <a:lnTo>
                    <a:pt x="25" y="352"/>
                  </a:lnTo>
                  <a:lnTo>
                    <a:pt x="31" y="347"/>
                  </a:lnTo>
                  <a:lnTo>
                    <a:pt x="31" y="323"/>
                  </a:lnTo>
                  <a:lnTo>
                    <a:pt x="38" y="300"/>
                  </a:lnTo>
                  <a:lnTo>
                    <a:pt x="36" y="284"/>
                  </a:lnTo>
                  <a:lnTo>
                    <a:pt x="44" y="197"/>
                  </a:lnTo>
                  <a:lnTo>
                    <a:pt x="43" y="181"/>
                  </a:lnTo>
                  <a:lnTo>
                    <a:pt x="46" y="153"/>
                  </a:lnTo>
                  <a:lnTo>
                    <a:pt x="49" y="143"/>
                  </a:lnTo>
                  <a:lnTo>
                    <a:pt x="47" y="129"/>
                  </a:lnTo>
                  <a:lnTo>
                    <a:pt x="46" y="110"/>
                  </a:lnTo>
                  <a:lnTo>
                    <a:pt x="55" y="112"/>
                  </a:lnTo>
                  <a:lnTo>
                    <a:pt x="61" y="101"/>
                  </a:lnTo>
                  <a:lnTo>
                    <a:pt x="74" y="88"/>
                  </a:lnTo>
                  <a:lnTo>
                    <a:pt x="85" y="90"/>
                  </a:lnTo>
                  <a:lnTo>
                    <a:pt x="121" y="105"/>
                  </a:lnTo>
                  <a:lnTo>
                    <a:pt x="142" y="121"/>
                  </a:lnTo>
                  <a:lnTo>
                    <a:pt x="150" y="121"/>
                  </a:lnTo>
                  <a:lnTo>
                    <a:pt x="164" y="131"/>
                  </a:lnTo>
                  <a:lnTo>
                    <a:pt x="376" y="0"/>
                  </a:lnTo>
                  <a:lnTo>
                    <a:pt x="429" y="138"/>
                  </a:lnTo>
                  <a:lnTo>
                    <a:pt x="425" y="137"/>
                  </a:lnTo>
                  <a:lnTo>
                    <a:pt x="385" y="178"/>
                  </a:lnTo>
                  <a:lnTo>
                    <a:pt x="227" y="227"/>
                  </a:lnTo>
                  <a:lnTo>
                    <a:pt x="347" y="358"/>
                  </a:lnTo>
                  <a:lnTo>
                    <a:pt x="303" y="412"/>
                  </a:lnTo>
                  <a:lnTo>
                    <a:pt x="300" y="443"/>
                  </a:lnTo>
                  <a:lnTo>
                    <a:pt x="218" y="454"/>
                  </a:lnTo>
                  <a:lnTo>
                    <a:pt x="140" y="530"/>
                  </a:lnTo>
                  <a:lnTo>
                    <a:pt x="33" y="500"/>
                  </a:lnTo>
                  <a:lnTo>
                    <a:pt x="0" y="500"/>
                  </a:lnTo>
                  <a:lnTo>
                    <a:pt x="0" y="497"/>
                  </a:lnTo>
                  <a:lnTo>
                    <a:pt x="9" y="470"/>
                  </a:lnTo>
                  <a:lnTo>
                    <a:pt x="9" y="459"/>
                  </a:lnTo>
                  <a:lnTo>
                    <a:pt x="8" y="461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8" name="Freeform 14"/>
            <p:cNvSpPr>
              <a:spLocks/>
            </p:cNvSpPr>
            <p:nvPr/>
          </p:nvSpPr>
          <p:spPr bwMode="auto">
            <a:xfrm>
              <a:off x="1415" y="949"/>
              <a:ext cx="2221" cy="1871"/>
            </a:xfrm>
            <a:custGeom>
              <a:avLst/>
              <a:gdLst>
                <a:gd name="T0" fmla="*/ 1349 w 2221"/>
                <a:gd name="T1" fmla="*/ 393 h 1871"/>
                <a:gd name="T2" fmla="*/ 537 w 2221"/>
                <a:gd name="T3" fmla="*/ 13 h 1871"/>
                <a:gd name="T4" fmla="*/ 240 w 2221"/>
                <a:gd name="T5" fmla="*/ 90 h 1871"/>
                <a:gd name="T6" fmla="*/ 313 w 2221"/>
                <a:gd name="T7" fmla="*/ 306 h 1871"/>
                <a:gd name="T8" fmla="*/ 46 w 2221"/>
                <a:gd name="T9" fmla="*/ 363 h 1871"/>
                <a:gd name="T10" fmla="*/ 11 w 2221"/>
                <a:gd name="T11" fmla="*/ 448 h 1871"/>
                <a:gd name="T12" fmla="*/ 18 w 2221"/>
                <a:gd name="T13" fmla="*/ 485 h 1871"/>
                <a:gd name="T14" fmla="*/ 60 w 2221"/>
                <a:gd name="T15" fmla="*/ 497 h 1871"/>
                <a:gd name="T16" fmla="*/ 106 w 2221"/>
                <a:gd name="T17" fmla="*/ 576 h 1871"/>
                <a:gd name="T18" fmla="*/ 144 w 2221"/>
                <a:gd name="T19" fmla="*/ 624 h 1871"/>
                <a:gd name="T20" fmla="*/ 187 w 2221"/>
                <a:gd name="T21" fmla="*/ 693 h 1871"/>
                <a:gd name="T22" fmla="*/ 217 w 2221"/>
                <a:gd name="T23" fmla="*/ 742 h 1871"/>
                <a:gd name="T24" fmla="*/ 270 w 2221"/>
                <a:gd name="T25" fmla="*/ 818 h 1871"/>
                <a:gd name="T26" fmla="*/ 286 w 2221"/>
                <a:gd name="T27" fmla="*/ 875 h 1871"/>
                <a:gd name="T28" fmla="*/ 310 w 2221"/>
                <a:gd name="T29" fmla="*/ 924 h 1871"/>
                <a:gd name="T30" fmla="*/ 363 w 2221"/>
                <a:gd name="T31" fmla="*/ 935 h 1871"/>
                <a:gd name="T32" fmla="*/ 431 w 2221"/>
                <a:gd name="T33" fmla="*/ 1001 h 1871"/>
                <a:gd name="T34" fmla="*/ 453 w 2221"/>
                <a:gd name="T35" fmla="*/ 1037 h 1871"/>
                <a:gd name="T36" fmla="*/ 490 w 2221"/>
                <a:gd name="T37" fmla="*/ 1130 h 1871"/>
                <a:gd name="T38" fmla="*/ 480 w 2221"/>
                <a:gd name="T39" fmla="*/ 1184 h 1871"/>
                <a:gd name="T40" fmla="*/ 502 w 2221"/>
                <a:gd name="T41" fmla="*/ 1280 h 1871"/>
                <a:gd name="T42" fmla="*/ 580 w 2221"/>
                <a:gd name="T43" fmla="*/ 1370 h 1871"/>
                <a:gd name="T44" fmla="*/ 634 w 2221"/>
                <a:gd name="T45" fmla="*/ 1400 h 1871"/>
                <a:gd name="T46" fmla="*/ 676 w 2221"/>
                <a:gd name="T47" fmla="*/ 1443 h 1871"/>
                <a:gd name="T48" fmla="*/ 714 w 2221"/>
                <a:gd name="T49" fmla="*/ 1468 h 1871"/>
                <a:gd name="T50" fmla="*/ 763 w 2221"/>
                <a:gd name="T51" fmla="*/ 1603 h 1871"/>
                <a:gd name="T52" fmla="*/ 863 w 2221"/>
                <a:gd name="T53" fmla="*/ 1729 h 1871"/>
                <a:gd name="T54" fmla="*/ 935 w 2221"/>
                <a:gd name="T55" fmla="*/ 1795 h 1871"/>
                <a:gd name="T56" fmla="*/ 990 w 2221"/>
                <a:gd name="T57" fmla="*/ 1762 h 1871"/>
                <a:gd name="T58" fmla="*/ 1014 w 2221"/>
                <a:gd name="T59" fmla="*/ 1664 h 1871"/>
                <a:gd name="T60" fmla="*/ 1205 w 2221"/>
                <a:gd name="T61" fmla="*/ 1729 h 1871"/>
                <a:gd name="T62" fmla="*/ 1499 w 2221"/>
                <a:gd name="T63" fmla="*/ 1609 h 1871"/>
                <a:gd name="T64" fmla="*/ 2195 w 2221"/>
                <a:gd name="T65" fmla="*/ 1080 h 1871"/>
                <a:gd name="T66" fmla="*/ 1848 w 2221"/>
                <a:gd name="T67" fmla="*/ 1064 h 1871"/>
                <a:gd name="T68" fmla="*/ 1799 w 2221"/>
                <a:gd name="T69" fmla="*/ 914 h 1871"/>
                <a:gd name="T70" fmla="*/ 1783 w 2221"/>
                <a:gd name="T71" fmla="*/ 900 h 1871"/>
                <a:gd name="T72" fmla="*/ 1777 w 2221"/>
                <a:gd name="T73" fmla="*/ 878 h 1871"/>
                <a:gd name="T74" fmla="*/ 1722 w 2221"/>
                <a:gd name="T75" fmla="*/ 854 h 1871"/>
                <a:gd name="T76" fmla="*/ 1693 w 2221"/>
                <a:gd name="T77" fmla="*/ 824 h 1871"/>
                <a:gd name="T78" fmla="*/ 1621 w 2221"/>
                <a:gd name="T79" fmla="*/ 703 h 1871"/>
                <a:gd name="T80" fmla="*/ 1613 w 2221"/>
                <a:gd name="T81" fmla="*/ 643 h 1871"/>
                <a:gd name="T82" fmla="*/ 1591 w 2221"/>
                <a:gd name="T83" fmla="*/ 609 h 1871"/>
                <a:gd name="T84" fmla="*/ 1527 w 2221"/>
                <a:gd name="T85" fmla="*/ 541 h 1871"/>
                <a:gd name="T86" fmla="*/ 1545 w 2221"/>
                <a:gd name="T87" fmla="*/ 538 h 1871"/>
                <a:gd name="T88" fmla="*/ 1482 w 2221"/>
                <a:gd name="T89" fmla="*/ 513 h 1871"/>
                <a:gd name="T90" fmla="*/ 1436 w 2221"/>
                <a:gd name="T91" fmla="*/ 426 h 1871"/>
                <a:gd name="T92" fmla="*/ 1420 w 2221"/>
                <a:gd name="T93" fmla="*/ 403 h 1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21" h="1871">
                  <a:moveTo>
                    <a:pt x="1420" y="403"/>
                  </a:moveTo>
                  <a:lnTo>
                    <a:pt x="1355" y="433"/>
                  </a:lnTo>
                  <a:lnTo>
                    <a:pt x="1349" y="393"/>
                  </a:lnTo>
                  <a:lnTo>
                    <a:pt x="1251" y="363"/>
                  </a:lnTo>
                  <a:lnTo>
                    <a:pt x="1036" y="360"/>
                  </a:lnTo>
                  <a:lnTo>
                    <a:pt x="537" y="13"/>
                  </a:lnTo>
                  <a:lnTo>
                    <a:pt x="438" y="0"/>
                  </a:lnTo>
                  <a:lnTo>
                    <a:pt x="398" y="41"/>
                  </a:lnTo>
                  <a:lnTo>
                    <a:pt x="240" y="90"/>
                  </a:lnTo>
                  <a:lnTo>
                    <a:pt x="360" y="221"/>
                  </a:lnTo>
                  <a:lnTo>
                    <a:pt x="316" y="275"/>
                  </a:lnTo>
                  <a:lnTo>
                    <a:pt x="313" y="306"/>
                  </a:lnTo>
                  <a:lnTo>
                    <a:pt x="231" y="317"/>
                  </a:lnTo>
                  <a:lnTo>
                    <a:pt x="153" y="393"/>
                  </a:lnTo>
                  <a:lnTo>
                    <a:pt x="46" y="363"/>
                  </a:lnTo>
                  <a:lnTo>
                    <a:pt x="13" y="363"/>
                  </a:lnTo>
                  <a:lnTo>
                    <a:pt x="10" y="403"/>
                  </a:lnTo>
                  <a:lnTo>
                    <a:pt x="11" y="448"/>
                  </a:lnTo>
                  <a:lnTo>
                    <a:pt x="0" y="478"/>
                  </a:lnTo>
                  <a:lnTo>
                    <a:pt x="3" y="491"/>
                  </a:lnTo>
                  <a:lnTo>
                    <a:pt x="18" y="485"/>
                  </a:lnTo>
                  <a:lnTo>
                    <a:pt x="22" y="493"/>
                  </a:lnTo>
                  <a:lnTo>
                    <a:pt x="37" y="483"/>
                  </a:lnTo>
                  <a:lnTo>
                    <a:pt x="60" y="497"/>
                  </a:lnTo>
                  <a:lnTo>
                    <a:pt x="54" y="500"/>
                  </a:lnTo>
                  <a:lnTo>
                    <a:pt x="101" y="553"/>
                  </a:lnTo>
                  <a:lnTo>
                    <a:pt x="106" y="576"/>
                  </a:lnTo>
                  <a:lnTo>
                    <a:pt x="117" y="581"/>
                  </a:lnTo>
                  <a:lnTo>
                    <a:pt x="120" y="603"/>
                  </a:lnTo>
                  <a:lnTo>
                    <a:pt x="144" y="624"/>
                  </a:lnTo>
                  <a:lnTo>
                    <a:pt x="155" y="624"/>
                  </a:lnTo>
                  <a:lnTo>
                    <a:pt x="187" y="677"/>
                  </a:lnTo>
                  <a:lnTo>
                    <a:pt x="187" y="693"/>
                  </a:lnTo>
                  <a:lnTo>
                    <a:pt x="195" y="712"/>
                  </a:lnTo>
                  <a:lnTo>
                    <a:pt x="212" y="715"/>
                  </a:lnTo>
                  <a:lnTo>
                    <a:pt x="217" y="742"/>
                  </a:lnTo>
                  <a:lnTo>
                    <a:pt x="228" y="756"/>
                  </a:lnTo>
                  <a:lnTo>
                    <a:pt x="251" y="767"/>
                  </a:lnTo>
                  <a:lnTo>
                    <a:pt x="270" y="818"/>
                  </a:lnTo>
                  <a:lnTo>
                    <a:pt x="286" y="829"/>
                  </a:lnTo>
                  <a:lnTo>
                    <a:pt x="292" y="860"/>
                  </a:lnTo>
                  <a:lnTo>
                    <a:pt x="286" y="875"/>
                  </a:lnTo>
                  <a:lnTo>
                    <a:pt x="286" y="889"/>
                  </a:lnTo>
                  <a:lnTo>
                    <a:pt x="308" y="906"/>
                  </a:lnTo>
                  <a:lnTo>
                    <a:pt x="310" y="924"/>
                  </a:lnTo>
                  <a:lnTo>
                    <a:pt x="324" y="933"/>
                  </a:lnTo>
                  <a:lnTo>
                    <a:pt x="340" y="916"/>
                  </a:lnTo>
                  <a:lnTo>
                    <a:pt x="363" y="935"/>
                  </a:lnTo>
                  <a:lnTo>
                    <a:pt x="397" y="950"/>
                  </a:lnTo>
                  <a:lnTo>
                    <a:pt x="423" y="977"/>
                  </a:lnTo>
                  <a:lnTo>
                    <a:pt x="431" y="1001"/>
                  </a:lnTo>
                  <a:lnTo>
                    <a:pt x="439" y="1003"/>
                  </a:lnTo>
                  <a:lnTo>
                    <a:pt x="442" y="1029"/>
                  </a:lnTo>
                  <a:lnTo>
                    <a:pt x="453" y="1037"/>
                  </a:lnTo>
                  <a:lnTo>
                    <a:pt x="461" y="1074"/>
                  </a:lnTo>
                  <a:lnTo>
                    <a:pt x="484" y="1093"/>
                  </a:lnTo>
                  <a:lnTo>
                    <a:pt x="490" y="1130"/>
                  </a:lnTo>
                  <a:lnTo>
                    <a:pt x="496" y="1141"/>
                  </a:lnTo>
                  <a:lnTo>
                    <a:pt x="488" y="1176"/>
                  </a:lnTo>
                  <a:lnTo>
                    <a:pt x="480" y="1184"/>
                  </a:lnTo>
                  <a:lnTo>
                    <a:pt x="488" y="1201"/>
                  </a:lnTo>
                  <a:lnTo>
                    <a:pt x="498" y="1239"/>
                  </a:lnTo>
                  <a:lnTo>
                    <a:pt x="502" y="1280"/>
                  </a:lnTo>
                  <a:lnTo>
                    <a:pt x="521" y="1298"/>
                  </a:lnTo>
                  <a:lnTo>
                    <a:pt x="525" y="1312"/>
                  </a:lnTo>
                  <a:lnTo>
                    <a:pt x="580" y="1370"/>
                  </a:lnTo>
                  <a:lnTo>
                    <a:pt x="597" y="1377"/>
                  </a:lnTo>
                  <a:lnTo>
                    <a:pt x="619" y="1380"/>
                  </a:lnTo>
                  <a:lnTo>
                    <a:pt x="634" y="1400"/>
                  </a:lnTo>
                  <a:lnTo>
                    <a:pt x="645" y="1400"/>
                  </a:lnTo>
                  <a:lnTo>
                    <a:pt x="676" y="1427"/>
                  </a:lnTo>
                  <a:lnTo>
                    <a:pt x="676" y="1443"/>
                  </a:lnTo>
                  <a:lnTo>
                    <a:pt x="703" y="1448"/>
                  </a:lnTo>
                  <a:lnTo>
                    <a:pt x="700" y="1464"/>
                  </a:lnTo>
                  <a:lnTo>
                    <a:pt x="714" y="1468"/>
                  </a:lnTo>
                  <a:lnTo>
                    <a:pt x="739" y="1561"/>
                  </a:lnTo>
                  <a:lnTo>
                    <a:pt x="761" y="1574"/>
                  </a:lnTo>
                  <a:lnTo>
                    <a:pt x="763" y="1603"/>
                  </a:lnTo>
                  <a:lnTo>
                    <a:pt x="844" y="1683"/>
                  </a:lnTo>
                  <a:lnTo>
                    <a:pt x="856" y="1683"/>
                  </a:lnTo>
                  <a:lnTo>
                    <a:pt x="863" y="1729"/>
                  </a:lnTo>
                  <a:lnTo>
                    <a:pt x="897" y="1738"/>
                  </a:lnTo>
                  <a:lnTo>
                    <a:pt x="916" y="1794"/>
                  </a:lnTo>
                  <a:lnTo>
                    <a:pt x="935" y="1795"/>
                  </a:lnTo>
                  <a:lnTo>
                    <a:pt x="951" y="1803"/>
                  </a:lnTo>
                  <a:lnTo>
                    <a:pt x="962" y="1781"/>
                  </a:lnTo>
                  <a:lnTo>
                    <a:pt x="990" y="1762"/>
                  </a:lnTo>
                  <a:lnTo>
                    <a:pt x="971" y="1726"/>
                  </a:lnTo>
                  <a:lnTo>
                    <a:pt x="986" y="1675"/>
                  </a:lnTo>
                  <a:lnTo>
                    <a:pt x="1014" y="1664"/>
                  </a:lnTo>
                  <a:lnTo>
                    <a:pt x="1046" y="1689"/>
                  </a:lnTo>
                  <a:lnTo>
                    <a:pt x="1114" y="1693"/>
                  </a:lnTo>
                  <a:lnTo>
                    <a:pt x="1205" y="1729"/>
                  </a:lnTo>
                  <a:lnTo>
                    <a:pt x="1300" y="1775"/>
                  </a:lnTo>
                  <a:lnTo>
                    <a:pt x="1305" y="1871"/>
                  </a:lnTo>
                  <a:lnTo>
                    <a:pt x="1499" y="1609"/>
                  </a:lnTo>
                  <a:lnTo>
                    <a:pt x="2205" y="1399"/>
                  </a:lnTo>
                  <a:lnTo>
                    <a:pt x="2221" y="1167"/>
                  </a:lnTo>
                  <a:lnTo>
                    <a:pt x="2195" y="1080"/>
                  </a:lnTo>
                  <a:lnTo>
                    <a:pt x="2195" y="1078"/>
                  </a:lnTo>
                  <a:lnTo>
                    <a:pt x="2161" y="1111"/>
                  </a:lnTo>
                  <a:lnTo>
                    <a:pt x="1848" y="1064"/>
                  </a:lnTo>
                  <a:lnTo>
                    <a:pt x="1824" y="982"/>
                  </a:lnTo>
                  <a:lnTo>
                    <a:pt x="1799" y="950"/>
                  </a:lnTo>
                  <a:lnTo>
                    <a:pt x="1799" y="914"/>
                  </a:lnTo>
                  <a:lnTo>
                    <a:pt x="1799" y="914"/>
                  </a:lnTo>
                  <a:lnTo>
                    <a:pt x="1793" y="916"/>
                  </a:lnTo>
                  <a:lnTo>
                    <a:pt x="1783" y="900"/>
                  </a:lnTo>
                  <a:lnTo>
                    <a:pt x="1785" y="889"/>
                  </a:lnTo>
                  <a:lnTo>
                    <a:pt x="1794" y="876"/>
                  </a:lnTo>
                  <a:lnTo>
                    <a:pt x="1777" y="878"/>
                  </a:lnTo>
                  <a:lnTo>
                    <a:pt x="1774" y="873"/>
                  </a:lnTo>
                  <a:lnTo>
                    <a:pt x="1756" y="873"/>
                  </a:lnTo>
                  <a:lnTo>
                    <a:pt x="1722" y="854"/>
                  </a:lnTo>
                  <a:lnTo>
                    <a:pt x="1717" y="845"/>
                  </a:lnTo>
                  <a:lnTo>
                    <a:pt x="1711" y="848"/>
                  </a:lnTo>
                  <a:lnTo>
                    <a:pt x="1693" y="824"/>
                  </a:lnTo>
                  <a:lnTo>
                    <a:pt x="1688" y="796"/>
                  </a:lnTo>
                  <a:lnTo>
                    <a:pt x="1635" y="728"/>
                  </a:lnTo>
                  <a:lnTo>
                    <a:pt x="1621" y="703"/>
                  </a:lnTo>
                  <a:lnTo>
                    <a:pt x="1633" y="706"/>
                  </a:lnTo>
                  <a:lnTo>
                    <a:pt x="1633" y="693"/>
                  </a:lnTo>
                  <a:lnTo>
                    <a:pt x="1613" y="643"/>
                  </a:lnTo>
                  <a:lnTo>
                    <a:pt x="1613" y="630"/>
                  </a:lnTo>
                  <a:lnTo>
                    <a:pt x="1600" y="609"/>
                  </a:lnTo>
                  <a:lnTo>
                    <a:pt x="1591" y="609"/>
                  </a:lnTo>
                  <a:lnTo>
                    <a:pt x="1556" y="559"/>
                  </a:lnTo>
                  <a:lnTo>
                    <a:pt x="1543" y="557"/>
                  </a:lnTo>
                  <a:lnTo>
                    <a:pt x="1527" y="541"/>
                  </a:lnTo>
                  <a:lnTo>
                    <a:pt x="1529" y="534"/>
                  </a:lnTo>
                  <a:lnTo>
                    <a:pt x="1535" y="532"/>
                  </a:lnTo>
                  <a:lnTo>
                    <a:pt x="1545" y="538"/>
                  </a:lnTo>
                  <a:lnTo>
                    <a:pt x="1535" y="524"/>
                  </a:lnTo>
                  <a:lnTo>
                    <a:pt x="1518" y="521"/>
                  </a:lnTo>
                  <a:lnTo>
                    <a:pt x="1482" y="513"/>
                  </a:lnTo>
                  <a:lnTo>
                    <a:pt x="1461" y="459"/>
                  </a:lnTo>
                  <a:lnTo>
                    <a:pt x="1450" y="433"/>
                  </a:lnTo>
                  <a:lnTo>
                    <a:pt x="1436" y="426"/>
                  </a:lnTo>
                  <a:lnTo>
                    <a:pt x="1436" y="407"/>
                  </a:lnTo>
                  <a:lnTo>
                    <a:pt x="1428" y="412"/>
                  </a:lnTo>
                  <a:lnTo>
                    <a:pt x="1420" y="403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Freeform 15"/>
            <p:cNvSpPr>
              <a:spLocks/>
            </p:cNvSpPr>
            <p:nvPr/>
          </p:nvSpPr>
          <p:spPr bwMode="auto">
            <a:xfrm>
              <a:off x="3126" y="1642"/>
              <a:ext cx="82" cy="180"/>
            </a:xfrm>
            <a:custGeom>
              <a:avLst/>
              <a:gdLst>
                <a:gd name="T0" fmla="*/ 63 w 82"/>
                <a:gd name="T1" fmla="*/ 180 h 180"/>
                <a:gd name="T2" fmla="*/ 45 w 82"/>
                <a:gd name="T3" fmla="*/ 180 h 180"/>
                <a:gd name="T4" fmla="*/ 11 w 82"/>
                <a:gd name="T5" fmla="*/ 161 h 180"/>
                <a:gd name="T6" fmla="*/ 6 w 82"/>
                <a:gd name="T7" fmla="*/ 152 h 180"/>
                <a:gd name="T8" fmla="*/ 11 w 82"/>
                <a:gd name="T9" fmla="*/ 148 h 180"/>
                <a:gd name="T10" fmla="*/ 11 w 82"/>
                <a:gd name="T11" fmla="*/ 126 h 180"/>
                <a:gd name="T12" fmla="*/ 4 w 82"/>
                <a:gd name="T13" fmla="*/ 117 h 180"/>
                <a:gd name="T14" fmla="*/ 0 w 82"/>
                <a:gd name="T15" fmla="*/ 103 h 180"/>
                <a:gd name="T16" fmla="*/ 3 w 82"/>
                <a:gd name="T17" fmla="*/ 70 h 180"/>
                <a:gd name="T18" fmla="*/ 11 w 82"/>
                <a:gd name="T19" fmla="*/ 70 h 180"/>
                <a:gd name="T20" fmla="*/ 17 w 82"/>
                <a:gd name="T21" fmla="*/ 74 h 180"/>
                <a:gd name="T22" fmla="*/ 11 w 82"/>
                <a:gd name="T23" fmla="*/ 41 h 180"/>
                <a:gd name="T24" fmla="*/ 17 w 82"/>
                <a:gd name="T25" fmla="*/ 41 h 180"/>
                <a:gd name="T26" fmla="*/ 12 w 82"/>
                <a:gd name="T27" fmla="*/ 25 h 180"/>
                <a:gd name="T28" fmla="*/ 20 w 82"/>
                <a:gd name="T29" fmla="*/ 19 h 180"/>
                <a:gd name="T30" fmla="*/ 20 w 82"/>
                <a:gd name="T31" fmla="*/ 10 h 180"/>
                <a:gd name="T32" fmla="*/ 28 w 82"/>
                <a:gd name="T33" fmla="*/ 10 h 180"/>
                <a:gd name="T34" fmla="*/ 31 w 82"/>
                <a:gd name="T35" fmla="*/ 0 h 180"/>
                <a:gd name="T36" fmla="*/ 39 w 82"/>
                <a:gd name="T37" fmla="*/ 0 h 180"/>
                <a:gd name="T38" fmla="*/ 58 w 82"/>
                <a:gd name="T39" fmla="*/ 14 h 180"/>
                <a:gd name="T40" fmla="*/ 60 w 82"/>
                <a:gd name="T41" fmla="*/ 25 h 180"/>
                <a:gd name="T42" fmla="*/ 67 w 82"/>
                <a:gd name="T43" fmla="*/ 25 h 180"/>
                <a:gd name="T44" fmla="*/ 72 w 82"/>
                <a:gd name="T45" fmla="*/ 33 h 180"/>
                <a:gd name="T46" fmla="*/ 64 w 82"/>
                <a:gd name="T47" fmla="*/ 68 h 180"/>
                <a:gd name="T48" fmla="*/ 60 w 82"/>
                <a:gd name="T49" fmla="*/ 68 h 180"/>
                <a:gd name="T50" fmla="*/ 64 w 82"/>
                <a:gd name="T51" fmla="*/ 104 h 180"/>
                <a:gd name="T52" fmla="*/ 71 w 82"/>
                <a:gd name="T53" fmla="*/ 104 h 180"/>
                <a:gd name="T54" fmla="*/ 82 w 82"/>
                <a:gd name="T55" fmla="*/ 125 h 180"/>
                <a:gd name="T56" fmla="*/ 74 w 82"/>
                <a:gd name="T57" fmla="*/ 177 h 180"/>
                <a:gd name="T58" fmla="*/ 63 w 82"/>
                <a:gd name="T59" fmla="*/ 180 h 180"/>
                <a:gd name="T60" fmla="*/ 63 w 82"/>
                <a:gd name="T61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2" h="180">
                  <a:moveTo>
                    <a:pt x="63" y="180"/>
                  </a:moveTo>
                  <a:lnTo>
                    <a:pt x="45" y="180"/>
                  </a:lnTo>
                  <a:lnTo>
                    <a:pt x="11" y="161"/>
                  </a:lnTo>
                  <a:lnTo>
                    <a:pt x="6" y="152"/>
                  </a:lnTo>
                  <a:lnTo>
                    <a:pt x="11" y="148"/>
                  </a:lnTo>
                  <a:lnTo>
                    <a:pt x="11" y="126"/>
                  </a:lnTo>
                  <a:lnTo>
                    <a:pt x="4" y="117"/>
                  </a:lnTo>
                  <a:lnTo>
                    <a:pt x="0" y="103"/>
                  </a:lnTo>
                  <a:lnTo>
                    <a:pt x="3" y="70"/>
                  </a:lnTo>
                  <a:lnTo>
                    <a:pt x="11" y="70"/>
                  </a:lnTo>
                  <a:lnTo>
                    <a:pt x="17" y="74"/>
                  </a:lnTo>
                  <a:lnTo>
                    <a:pt x="11" y="41"/>
                  </a:lnTo>
                  <a:lnTo>
                    <a:pt x="17" y="41"/>
                  </a:lnTo>
                  <a:lnTo>
                    <a:pt x="12" y="25"/>
                  </a:lnTo>
                  <a:lnTo>
                    <a:pt x="20" y="19"/>
                  </a:lnTo>
                  <a:lnTo>
                    <a:pt x="20" y="10"/>
                  </a:lnTo>
                  <a:lnTo>
                    <a:pt x="28" y="10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8" y="14"/>
                  </a:lnTo>
                  <a:lnTo>
                    <a:pt x="60" y="25"/>
                  </a:lnTo>
                  <a:lnTo>
                    <a:pt x="67" y="25"/>
                  </a:lnTo>
                  <a:lnTo>
                    <a:pt x="72" y="33"/>
                  </a:lnTo>
                  <a:lnTo>
                    <a:pt x="64" y="68"/>
                  </a:lnTo>
                  <a:lnTo>
                    <a:pt x="60" y="68"/>
                  </a:lnTo>
                  <a:lnTo>
                    <a:pt x="64" y="104"/>
                  </a:lnTo>
                  <a:lnTo>
                    <a:pt x="71" y="104"/>
                  </a:lnTo>
                  <a:lnTo>
                    <a:pt x="82" y="125"/>
                  </a:lnTo>
                  <a:lnTo>
                    <a:pt x="74" y="177"/>
                  </a:lnTo>
                  <a:lnTo>
                    <a:pt x="63" y="180"/>
                  </a:lnTo>
                  <a:lnTo>
                    <a:pt x="63" y="180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6"/>
            <p:cNvSpPr>
              <a:spLocks/>
            </p:cNvSpPr>
            <p:nvPr/>
          </p:nvSpPr>
          <p:spPr bwMode="auto">
            <a:xfrm>
              <a:off x="3214" y="1656"/>
              <a:ext cx="508" cy="404"/>
            </a:xfrm>
            <a:custGeom>
              <a:avLst/>
              <a:gdLst>
                <a:gd name="T0" fmla="*/ 0 w 508"/>
                <a:gd name="T1" fmla="*/ 207 h 404"/>
                <a:gd name="T2" fmla="*/ 0 w 508"/>
                <a:gd name="T3" fmla="*/ 243 h 404"/>
                <a:gd name="T4" fmla="*/ 25 w 508"/>
                <a:gd name="T5" fmla="*/ 275 h 404"/>
                <a:gd name="T6" fmla="*/ 49 w 508"/>
                <a:gd name="T7" fmla="*/ 357 h 404"/>
                <a:gd name="T8" fmla="*/ 362 w 508"/>
                <a:gd name="T9" fmla="*/ 404 h 404"/>
                <a:gd name="T10" fmla="*/ 396 w 508"/>
                <a:gd name="T11" fmla="*/ 371 h 404"/>
                <a:gd name="T12" fmla="*/ 488 w 508"/>
                <a:gd name="T13" fmla="*/ 92 h 404"/>
                <a:gd name="T14" fmla="*/ 508 w 508"/>
                <a:gd name="T15" fmla="*/ 89 h 404"/>
                <a:gd name="T16" fmla="*/ 505 w 508"/>
                <a:gd name="T17" fmla="*/ 62 h 404"/>
                <a:gd name="T18" fmla="*/ 502 w 508"/>
                <a:gd name="T19" fmla="*/ 48 h 404"/>
                <a:gd name="T20" fmla="*/ 493 w 508"/>
                <a:gd name="T21" fmla="*/ 51 h 404"/>
                <a:gd name="T22" fmla="*/ 488 w 508"/>
                <a:gd name="T23" fmla="*/ 46 h 404"/>
                <a:gd name="T24" fmla="*/ 488 w 508"/>
                <a:gd name="T25" fmla="*/ 43 h 404"/>
                <a:gd name="T26" fmla="*/ 478 w 508"/>
                <a:gd name="T27" fmla="*/ 41 h 404"/>
                <a:gd name="T28" fmla="*/ 475 w 508"/>
                <a:gd name="T29" fmla="*/ 3 h 404"/>
                <a:gd name="T30" fmla="*/ 461 w 508"/>
                <a:gd name="T31" fmla="*/ 0 h 404"/>
                <a:gd name="T32" fmla="*/ 461 w 508"/>
                <a:gd name="T33" fmla="*/ 16 h 404"/>
                <a:gd name="T34" fmla="*/ 455 w 508"/>
                <a:gd name="T35" fmla="*/ 26 h 404"/>
                <a:gd name="T36" fmla="*/ 388 w 508"/>
                <a:gd name="T37" fmla="*/ 65 h 404"/>
                <a:gd name="T38" fmla="*/ 388 w 508"/>
                <a:gd name="T39" fmla="*/ 95 h 404"/>
                <a:gd name="T40" fmla="*/ 327 w 508"/>
                <a:gd name="T41" fmla="*/ 147 h 404"/>
                <a:gd name="T42" fmla="*/ 317 w 508"/>
                <a:gd name="T43" fmla="*/ 163 h 404"/>
                <a:gd name="T44" fmla="*/ 327 w 508"/>
                <a:gd name="T45" fmla="*/ 166 h 404"/>
                <a:gd name="T46" fmla="*/ 332 w 508"/>
                <a:gd name="T47" fmla="*/ 179 h 404"/>
                <a:gd name="T48" fmla="*/ 305 w 508"/>
                <a:gd name="T49" fmla="*/ 207 h 404"/>
                <a:gd name="T50" fmla="*/ 295 w 508"/>
                <a:gd name="T51" fmla="*/ 194 h 404"/>
                <a:gd name="T52" fmla="*/ 286 w 508"/>
                <a:gd name="T53" fmla="*/ 201 h 404"/>
                <a:gd name="T54" fmla="*/ 273 w 508"/>
                <a:gd name="T55" fmla="*/ 201 h 404"/>
                <a:gd name="T56" fmla="*/ 275 w 508"/>
                <a:gd name="T57" fmla="*/ 217 h 404"/>
                <a:gd name="T58" fmla="*/ 268 w 508"/>
                <a:gd name="T59" fmla="*/ 218 h 404"/>
                <a:gd name="T60" fmla="*/ 264 w 508"/>
                <a:gd name="T61" fmla="*/ 229 h 404"/>
                <a:gd name="T62" fmla="*/ 232 w 508"/>
                <a:gd name="T63" fmla="*/ 234 h 404"/>
                <a:gd name="T64" fmla="*/ 208 w 508"/>
                <a:gd name="T65" fmla="*/ 237 h 404"/>
                <a:gd name="T66" fmla="*/ 199 w 508"/>
                <a:gd name="T67" fmla="*/ 224 h 404"/>
                <a:gd name="T68" fmla="*/ 178 w 508"/>
                <a:gd name="T69" fmla="*/ 226 h 404"/>
                <a:gd name="T70" fmla="*/ 169 w 508"/>
                <a:gd name="T71" fmla="*/ 221 h 404"/>
                <a:gd name="T72" fmla="*/ 155 w 508"/>
                <a:gd name="T73" fmla="*/ 224 h 404"/>
                <a:gd name="T74" fmla="*/ 118 w 508"/>
                <a:gd name="T75" fmla="*/ 217 h 404"/>
                <a:gd name="T76" fmla="*/ 74 w 508"/>
                <a:gd name="T77" fmla="*/ 250 h 404"/>
                <a:gd name="T78" fmla="*/ 57 w 508"/>
                <a:gd name="T79" fmla="*/ 245 h 404"/>
                <a:gd name="T80" fmla="*/ 41 w 508"/>
                <a:gd name="T81" fmla="*/ 243 h 404"/>
                <a:gd name="T82" fmla="*/ 24 w 508"/>
                <a:gd name="T83" fmla="*/ 251 h 404"/>
                <a:gd name="T84" fmla="*/ 17 w 508"/>
                <a:gd name="T85" fmla="*/ 202 h 404"/>
                <a:gd name="T86" fmla="*/ 9 w 508"/>
                <a:gd name="T87" fmla="*/ 212 h 404"/>
                <a:gd name="T88" fmla="*/ 0 w 508"/>
                <a:gd name="T89" fmla="*/ 207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08" h="404">
                  <a:moveTo>
                    <a:pt x="0" y="207"/>
                  </a:moveTo>
                  <a:lnTo>
                    <a:pt x="0" y="243"/>
                  </a:lnTo>
                  <a:lnTo>
                    <a:pt x="25" y="275"/>
                  </a:lnTo>
                  <a:lnTo>
                    <a:pt x="49" y="357"/>
                  </a:lnTo>
                  <a:lnTo>
                    <a:pt x="362" y="404"/>
                  </a:lnTo>
                  <a:lnTo>
                    <a:pt x="396" y="371"/>
                  </a:lnTo>
                  <a:lnTo>
                    <a:pt x="488" y="92"/>
                  </a:lnTo>
                  <a:lnTo>
                    <a:pt x="508" y="89"/>
                  </a:lnTo>
                  <a:lnTo>
                    <a:pt x="505" y="62"/>
                  </a:lnTo>
                  <a:lnTo>
                    <a:pt x="502" y="48"/>
                  </a:lnTo>
                  <a:lnTo>
                    <a:pt x="493" y="51"/>
                  </a:lnTo>
                  <a:lnTo>
                    <a:pt x="488" y="46"/>
                  </a:lnTo>
                  <a:lnTo>
                    <a:pt x="488" y="43"/>
                  </a:lnTo>
                  <a:lnTo>
                    <a:pt x="478" y="41"/>
                  </a:lnTo>
                  <a:lnTo>
                    <a:pt x="475" y="3"/>
                  </a:lnTo>
                  <a:lnTo>
                    <a:pt x="461" y="0"/>
                  </a:lnTo>
                  <a:lnTo>
                    <a:pt x="461" y="16"/>
                  </a:lnTo>
                  <a:lnTo>
                    <a:pt x="455" y="26"/>
                  </a:lnTo>
                  <a:lnTo>
                    <a:pt x="388" y="65"/>
                  </a:lnTo>
                  <a:lnTo>
                    <a:pt x="388" y="95"/>
                  </a:lnTo>
                  <a:lnTo>
                    <a:pt x="327" y="147"/>
                  </a:lnTo>
                  <a:lnTo>
                    <a:pt x="317" y="163"/>
                  </a:lnTo>
                  <a:lnTo>
                    <a:pt x="327" y="166"/>
                  </a:lnTo>
                  <a:lnTo>
                    <a:pt x="332" y="179"/>
                  </a:lnTo>
                  <a:lnTo>
                    <a:pt x="305" y="207"/>
                  </a:lnTo>
                  <a:lnTo>
                    <a:pt x="295" y="194"/>
                  </a:lnTo>
                  <a:lnTo>
                    <a:pt x="286" y="201"/>
                  </a:lnTo>
                  <a:lnTo>
                    <a:pt x="273" y="201"/>
                  </a:lnTo>
                  <a:lnTo>
                    <a:pt x="275" y="217"/>
                  </a:lnTo>
                  <a:lnTo>
                    <a:pt x="268" y="218"/>
                  </a:lnTo>
                  <a:lnTo>
                    <a:pt x="264" y="229"/>
                  </a:lnTo>
                  <a:lnTo>
                    <a:pt x="232" y="234"/>
                  </a:lnTo>
                  <a:lnTo>
                    <a:pt x="208" y="237"/>
                  </a:lnTo>
                  <a:lnTo>
                    <a:pt x="199" y="224"/>
                  </a:lnTo>
                  <a:lnTo>
                    <a:pt x="178" y="226"/>
                  </a:lnTo>
                  <a:lnTo>
                    <a:pt x="169" y="221"/>
                  </a:lnTo>
                  <a:lnTo>
                    <a:pt x="155" y="224"/>
                  </a:lnTo>
                  <a:lnTo>
                    <a:pt x="118" y="217"/>
                  </a:lnTo>
                  <a:lnTo>
                    <a:pt x="74" y="250"/>
                  </a:lnTo>
                  <a:lnTo>
                    <a:pt x="57" y="245"/>
                  </a:lnTo>
                  <a:lnTo>
                    <a:pt x="41" y="243"/>
                  </a:lnTo>
                  <a:lnTo>
                    <a:pt x="24" y="251"/>
                  </a:lnTo>
                  <a:lnTo>
                    <a:pt x="17" y="202"/>
                  </a:lnTo>
                  <a:lnTo>
                    <a:pt x="9" y="212"/>
                  </a:lnTo>
                  <a:lnTo>
                    <a:pt x="0" y="207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17"/>
            <p:cNvSpPr>
              <a:spLocks noEditPoints="1"/>
            </p:cNvSpPr>
            <p:nvPr/>
          </p:nvSpPr>
          <p:spPr bwMode="auto">
            <a:xfrm>
              <a:off x="3310" y="1606"/>
              <a:ext cx="798" cy="1127"/>
            </a:xfrm>
            <a:custGeom>
              <a:avLst/>
              <a:gdLst>
                <a:gd name="T0" fmla="*/ 310 w 798"/>
                <a:gd name="T1" fmla="*/ 742 h 1127"/>
                <a:gd name="T2" fmla="*/ 300 w 798"/>
                <a:gd name="T3" fmla="*/ 423 h 1127"/>
                <a:gd name="T4" fmla="*/ 412 w 798"/>
                <a:gd name="T5" fmla="*/ 139 h 1127"/>
                <a:gd name="T6" fmla="*/ 454 w 798"/>
                <a:gd name="T7" fmla="*/ 246 h 1127"/>
                <a:gd name="T8" fmla="*/ 517 w 798"/>
                <a:gd name="T9" fmla="*/ 309 h 1127"/>
                <a:gd name="T10" fmla="*/ 556 w 798"/>
                <a:gd name="T11" fmla="*/ 311 h 1127"/>
                <a:gd name="T12" fmla="*/ 624 w 798"/>
                <a:gd name="T13" fmla="*/ 319 h 1127"/>
                <a:gd name="T14" fmla="*/ 665 w 798"/>
                <a:gd name="T15" fmla="*/ 314 h 1127"/>
                <a:gd name="T16" fmla="*/ 703 w 798"/>
                <a:gd name="T17" fmla="*/ 380 h 1127"/>
                <a:gd name="T18" fmla="*/ 732 w 798"/>
                <a:gd name="T19" fmla="*/ 417 h 1127"/>
                <a:gd name="T20" fmla="*/ 792 w 798"/>
                <a:gd name="T21" fmla="*/ 453 h 1127"/>
                <a:gd name="T22" fmla="*/ 796 w 798"/>
                <a:gd name="T23" fmla="*/ 481 h 1127"/>
                <a:gd name="T24" fmla="*/ 785 w 798"/>
                <a:gd name="T25" fmla="*/ 518 h 1127"/>
                <a:gd name="T26" fmla="*/ 743 w 798"/>
                <a:gd name="T27" fmla="*/ 597 h 1127"/>
                <a:gd name="T28" fmla="*/ 705 w 798"/>
                <a:gd name="T29" fmla="*/ 646 h 1127"/>
                <a:gd name="T30" fmla="*/ 679 w 798"/>
                <a:gd name="T31" fmla="*/ 696 h 1127"/>
                <a:gd name="T32" fmla="*/ 656 w 798"/>
                <a:gd name="T33" fmla="*/ 690 h 1127"/>
                <a:gd name="T34" fmla="*/ 664 w 798"/>
                <a:gd name="T35" fmla="*/ 668 h 1127"/>
                <a:gd name="T36" fmla="*/ 643 w 798"/>
                <a:gd name="T37" fmla="*/ 672 h 1127"/>
                <a:gd name="T38" fmla="*/ 626 w 798"/>
                <a:gd name="T39" fmla="*/ 696 h 1127"/>
                <a:gd name="T40" fmla="*/ 621 w 798"/>
                <a:gd name="T41" fmla="*/ 713 h 1127"/>
                <a:gd name="T42" fmla="*/ 604 w 798"/>
                <a:gd name="T43" fmla="*/ 767 h 1127"/>
                <a:gd name="T44" fmla="*/ 600 w 798"/>
                <a:gd name="T45" fmla="*/ 784 h 1127"/>
                <a:gd name="T46" fmla="*/ 605 w 798"/>
                <a:gd name="T47" fmla="*/ 805 h 1127"/>
                <a:gd name="T48" fmla="*/ 627 w 798"/>
                <a:gd name="T49" fmla="*/ 852 h 1127"/>
                <a:gd name="T50" fmla="*/ 569 w 798"/>
                <a:gd name="T51" fmla="*/ 867 h 1127"/>
                <a:gd name="T52" fmla="*/ 544 w 798"/>
                <a:gd name="T53" fmla="*/ 867 h 1127"/>
                <a:gd name="T54" fmla="*/ 480 w 798"/>
                <a:gd name="T55" fmla="*/ 920 h 1127"/>
                <a:gd name="T56" fmla="*/ 471 w 798"/>
                <a:gd name="T57" fmla="*/ 963 h 1127"/>
                <a:gd name="T58" fmla="*/ 438 w 798"/>
                <a:gd name="T59" fmla="*/ 979 h 1127"/>
                <a:gd name="T60" fmla="*/ 375 w 798"/>
                <a:gd name="T61" fmla="*/ 982 h 1127"/>
                <a:gd name="T62" fmla="*/ 349 w 798"/>
                <a:gd name="T63" fmla="*/ 1007 h 1127"/>
                <a:gd name="T64" fmla="*/ 351 w 798"/>
                <a:gd name="T65" fmla="*/ 1031 h 1127"/>
                <a:gd name="T66" fmla="*/ 359 w 798"/>
                <a:gd name="T67" fmla="*/ 1048 h 1127"/>
                <a:gd name="T68" fmla="*/ 356 w 798"/>
                <a:gd name="T69" fmla="*/ 1054 h 1127"/>
                <a:gd name="T70" fmla="*/ 316 w 798"/>
                <a:gd name="T71" fmla="*/ 1094 h 1127"/>
                <a:gd name="T72" fmla="*/ 281 w 798"/>
                <a:gd name="T73" fmla="*/ 1086 h 1127"/>
                <a:gd name="T74" fmla="*/ 223 w 798"/>
                <a:gd name="T75" fmla="*/ 1105 h 1127"/>
                <a:gd name="T76" fmla="*/ 185 w 798"/>
                <a:gd name="T77" fmla="*/ 1127 h 1127"/>
                <a:gd name="T78" fmla="*/ 158 w 798"/>
                <a:gd name="T79" fmla="*/ 1124 h 1127"/>
                <a:gd name="T80" fmla="*/ 84 w 798"/>
                <a:gd name="T81" fmla="*/ 1054 h 1127"/>
                <a:gd name="T82" fmla="*/ 0 w 798"/>
                <a:gd name="T83" fmla="*/ 884 h 1127"/>
                <a:gd name="T84" fmla="*/ 7 w 798"/>
                <a:gd name="T85" fmla="*/ 832 h 1127"/>
                <a:gd name="T86" fmla="*/ 392 w 798"/>
                <a:gd name="T87" fmla="*/ 79 h 1127"/>
                <a:gd name="T88" fmla="*/ 403 w 798"/>
                <a:gd name="T89" fmla="*/ 33 h 1127"/>
                <a:gd name="T90" fmla="*/ 403 w 798"/>
                <a:gd name="T91" fmla="*/ 17 h 1127"/>
                <a:gd name="T92" fmla="*/ 401 w 798"/>
                <a:gd name="T93" fmla="*/ 8 h 1127"/>
                <a:gd name="T94" fmla="*/ 401 w 798"/>
                <a:gd name="T95" fmla="*/ 0 h 1127"/>
                <a:gd name="T96" fmla="*/ 386 w 798"/>
                <a:gd name="T97" fmla="*/ 1 h 1127"/>
                <a:gd name="T98" fmla="*/ 375 w 798"/>
                <a:gd name="T99" fmla="*/ 38 h 1127"/>
                <a:gd name="T100" fmla="*/ 365 w 798"/>
                <a:gd name="T101" fmla="*/ 41 h 1127"/>
                <a:gd name="T102" fmla="*/ 379 w 798"/>
                <a:gd name="T103" fmla="*/ 53 h 1127"/>
                <a:gd name="T104" fmla="*/ 392 w 798"/>
                <a:gd name="T105" fmla="*/ 93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8" h="1127">
                  <a:moveTo>
                    <a:pt x="7" y="832"/>
                  </a:moveTo>
                  <a:lnTo>
                    <a:pt x="310" y="742"/>
                  </a:lnTo>
                  <a:lnTo>
                    <a:pt x="326" y="510"/>
                  </a:lnTo>
                  <a:lnTo>
                    <a:pt x="300" y="423"/>
                  </a:lnTo>
                  <a:lnTo>
                    <a:pt x="392" y="142"/>
                  </a:lnTo>
                  <a:lnTo>
                    <a:pt x="412" y="139"/>
                  </a:lnTo>
                  <a:lnTo>
                    <a:pt x="417" y="202"/>
                  </a:lnTo>
                  <a:lnTo>
                    <a:pt x="454" y="246"/>
                  </a:lnTo>
                  <a:lnTo>
                    <a:pt x="457" y="260"/>
                  </a:lnTo>
                  <a:lnTo>
                    <a:pt x="517" y="309"/>
                  </a:lnTo>
                  <a:lnTo>
                    <a:pt x="544" y="317"/>
                  </a:lnTo>
                  <a:lnTo>
                    <a:pt x="556" y="311"/>
                  </a:lnTo>
                  <a:lnTo>
                    <a:pt x="577" y="309"/>
                  </a:lnTo>
                  <a:lnTo>
                    <a:pt x="624" y="319"/>
                  </a:lnTo>
                  <a:lnTo>
                    <a:pt x="651" y="314"/>
                  </a:lnTo>
                  <a:lnTo>
                    <a:pt x="665" y="314"/>
                  </a:lnTo>
                  <a:lnTo>
                    <a:pt x="695" y="353"/>
                  </a:lnTo>
                  <a:lnTo>
                    <a:pt x="703" y="380"/>
                  </a:lnTo>
                  <a:lnTo>
                    <a:pt x="722" y="398"/>
                  </a:lnTo>
                  <a:lnTo>
                    <a:pt x="732" y="417"/>
                  </a:lnTo>
                  <a:lnTo>
                    <a:pt x="771" y="450"/>
                  </a:lnTo>
                  <a:lnTo>
                    <a:pt x="792" y="453"/>
                  </a:lnTo>
                  <a:lnTo>
                    <a:pt x="798" y="461"/>
                  </a:lnTo>
                  <a:lnTo>
                    <a:pt x="796" y="481"/>
                  </a:lnTo>
                  <a:lnTo>
                    <a:pt x="784" y="505"/>
                  </a:lnTo>
                  <a:lnTo>
                    <a:pt x="785" y="518"/>
                  </a:lnTo>
                  <a:lnTo>
                    <a:pt x="782" y="535"/>
                  </a:lnTo>
                  <a:lnTo>
                    <a:pt x="743" y="597"/>
                  </a:lnTo>
                  <a:lnTo>
                    <a:pt x="717" y="620"/>
                  </a:lnTo>
                  <a:lnTo>
                    <a:pt x="705" y="646"/>
                  </a:lnTo>
                  <a:lnTo>
                    <a:pt x="692" y="657"/>
                  </a:lnTo>
                  <a:lnTo>
                    <a:pt x="679" y="696"/>
                  </a:lnTo>
                  <a:lnTo>
                    <a:pt x="668" y="696"/>
                  </a:lnTo>
                  <a:lnTo>
                    <a:pt x="656" y="690"/>
                  </a:lnTo>
                  <a:lnTo>
                    <a:pt x="659" y="677"/>
                  </a:lnTo>
                  <a:lnTo>
                    <a:pt x="664" y="668"/>
                  </a:lnTo>
                  <a:lnTo>
                    <a:pt x="654" y="664"/>
                  </a:lnTo>
                  <a:lnTo>
                    <a:pt x="643" y="672"/>
                  </a:lnTo>
                  <a:lnTo>
                    <a:pt x="630" y="696"/>
                  </a:lnTo>
                  <a:lnTo>
                    <a:pt x="626" y="696"/>
                  </a:lnTo>
                  <a:lnTo>
                    <a:pt x="634" y="710"/>
                  </a:lnTo>
                  <a:lnTo>
                    <a:pt x="621" y="713"/>
                  </a:lnTo>
                  <a:lnTo>
                    <a:pt x="604" y="748"/>
                  </a:lnTo>
                  <a:lnTo>
                    <a:pt x="604" y="767"/>
                  </a:lnTo>
                  <a:lnTo>
                    <a:pt x="596" y="783"/>
                  </a:lnTo>
                  <a:lnTo>
                    <a:pt x="600" y="784"/>
                  </a:lnTo>
                  <a:lnTo>
                    <a:pt x="610" y="803"/>
                  </a:lnTo>
                  <a:lnTo>
                    <a:pt x="605" y="805"/>
                  </a:lnTo>
                  <a:lnTo>
                    <a:pt x="618" y="843"/>
                  </a:lnTo>
                  <a:lnTo>
                    <a:pt x="627" y="852"/>
                  </a:lnTo>
                  <a:lnTo>
                    <a:pt x="623" y="862"/>
                  </a:lnTo>
                  <a:lnTo>
                    <a:pt x="569" y="867"/>
                  </a:lnTo>
                  <a:lnTo>
                    <a:pt x="559" y="874"/>
                  </a:lnTo>
                  <a:lnTo>
                    <a:pt x="544" y="867"/>
                  </a:lnTo>
                  <a:lnTo>
                    <a:pt x="520" y="873"/>
                  </a:lnTo>
                  <a:lnTo>
                    <a:pt x="480" y="920"/>
                  </a:lnTo>
                  <a:lnTo>
                    <a:pt x="480" y="953"/>
                  </a:lnTo>
                  <a:lnTo>
                    <a:pt x="471" y="963"/>
                  </a:lnTo>
                  <a:lnTo>
                    <a:pt x="450" y="983"/>
                  </a:lnTo>
                  <a:lnTo>
                    <a:pt x="438" y="979"/>
                  </a:lnTo>
                  <a:lnTo>
                    <a:pt x="411" y="982"/>
                  </a:lnTo>
                  <a:lnTo>
                    <a:pt x="375" y="982"/>
                  </a:lnTo>
                  <a:lnTo>
                    <a:pt x="365" y="991"/>
                  </a:lnTo>
                  <a:lnTo>
                    <a:pt x="349" y="1007"/>
                  </a:lnTo>
                  <a:lnTo>
                    <a:pt x="352" y="1017"/>
                  </a:lnTo>
                  <a:lnTo>
                    <a:pt x="351" y="1031"/>
                  </a:lnTo>
                  <a:lnTo>
                    <a:pt x="360" y="1036"/>
                  </a:lnTo>
                  <a:lnTo>
                    <a:pt x="359" y="1048"/>
                  </a:lnTo>
                  <a:lnTo>
                    <a:pt x="354" y="1050"/>
                  </a:lnTo>
                  <a:lnTo>
                    <a:pt x="356" y="1054"/>
                  </a:lnTo>
                  <a:lnTo>
                    <a:pt x="330" y="1092"/>
                  </a:lnTo>
                  <a:lnTo>
                    <a:pt x="316" y="1094"/>
                  </a:lnTo>
                  <a:lnTo>
                    <a:pt x="300" y="1083"/>
                  </a:lnTo>
                  <a:lnTo>
                    <a:pt x="281" y="1086"/>
                  </a:lnTo>
                  <a:lnTo>
                    <a:pt x="261" y="1084"/>
                  </a:lnTo>
                  <a:lnTo>
                    <a:pt x="223" y="1105"/>
                  </a:lnTo>
                  <a:lnTo>
                    <a:pt x="199" y="1105"/>
                  </a:lnTo>
                  <a:lnTo>
                    <a:pt x="185" y="1127"/>
                  </a:lnTo>
                  <a:lnTo>
                    <a:pt x="165" y="1127"/>
                  </a:lnTo>
                  <a:lnTo>
                    <a:pt x="158" y="1124"/>
                  </a:lnTo>
                  <a:lnTo>
                    <a:pt x="144" y="1127"/>
                  </a:lnTo>
                  <a:lnTo>
                    <a:pt x="84" y="1054"/>
                  </a:lnTo>
                  <a:lnTo>
                    <a:pt x="97" y="1007"/>
                  </a:lnTo>
                  <a:lnTo>
                    <a:pt x="0" y="884"/>
                  </a:lnTo>
                  <a:lnTo>
                    <a:pt x="7" y="832"/>
                  </a:lnTo>
                  <a:lnTo>
                    <a:pt x="7" y="832"/>
                  </a:lnTo>
                  <a:close/>
                  <a:moveTo>
                    <a:pt x="392" y="93"/>
                  </a:moveTo>
                  <a:lnTo>
                    <a:pt x="392" y="79"/>
                  </a:lnTo>
                  <a:lnTo>
                    <a:pt x="401" y="63"/>
                  </a:lnTo>
                  <a:lnTo>
                    <a:pt x="403" y="33"/>
                  </a:lnTo>
                  <a:lnTo>
                    <a:pt x="398" y="30"/>
                  </a:lnTo>
                  <a:lnTo>
                    <a:pt x="403" y="17"/>
                  </a:lnTo>
                  <a:lnTo>
                    <a:pt x="398" y="11"/>
                  </a:lnTo>
                  <a:lnTo>
                    <a:pt x="401" y="8"/>
                  </a:lnTo>
                  <a:lnTo>
                    <a:pt x="406" y="8"/>
                  </a:lnTo>
                  <a:lnTo>
                    <a:pt x="401" y="0"/>
                  </a:lnTo>
                  <a:lnTo>
                    <a:pt x="394" y="3"/>
                  </a:lnTo>
                  <a:lnTo>
                    <a:pt x="386" y="1"/>
                  </a:lnTo>
                  <a:lnTo>
                    <a:pt x="381" y="30"/>
                  </a:lnTo>
                  <a:lnTo>
                    <a:pt x="375" y="38"/>
                  </a:lnTo>
                  <a:lnTo>
                    <a:pt x="370" y="30"/>
                  </a:lnTo>
                  <a:lnTo>
                    <a:pt x="365" y="41"/>
                  </a:lnTo>
                  <a:lnTo>
                    <a:pt x="365" y="50"/>
                  </a:lnTo>
                  <a:lnTo>
                    <a:pt x="379" y="53"/>
                  </a:lnTo>
                  <a:lnTo>
                    <a:pt x="382" y="91"/>
                  </a:lnTo>
                  <a:lnTo>
                    <a:pt x="392" y="93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Freeform 18"/>
            <p:cNvSpPr>
              <a:spLocks noEditPoints="1"/>
            </p:cNvSpPr>
            <p:nvPr/>
          </p:nvSpPr>
          <p:spPr bwMode="auto">
            <a:xfrm>
              <a:off x="2317" y="2438"/>
              <a:ext cx="1298" cy="799"/>
            </a:xfrm>
            <a:custGeom>
              <a:avLst/>
              <a:gdLst>
                <a:gd name="T0" fmla="*/ 33 w 1298"/>
                <a:gd name="T1" fmla="*/ 306 h 799"/>
                <a:gd name="T2" fmla="*/ 60 w 1298"/>
                <a:gd name="T3" fmla="*/ 292 h 799"/>
                <a:gd name="T4" fmla="*/ 69 w 1298"/>
                <a:gd name="T5" fmla="*/ 237 h 799"/>
                <a:gd name="T6" fmla="*/ 112 w 1298"/>
                <a:gd name="T7" fmla="*/ 175 h 799"/>
                <a:gd name="T8" fmla="*/ 212 w 1298"/>
                <a:gd name="T9" fmla="*/ 204 h 799"/>
                <a:gd name="T10" fmla="*/ 398 w 1298"/>
                <a:gd name="T11" fmla="*/ 286 h 799"/>
                <a:gd name="T12" fmla="*/ 597 w 1298"/>
                <a:gd name="T13" fmla="*/ 120 h 799"/>
                <a:gd name="T14" fmla="*/ 993 w 1298"/>
                <a:gd name="T15" fmla="*/ 52 h 799"/>
                <a:gd name="T16" fmla="*/ 1077 w 1298"/>
                <a:gd name="T17" fmla="*/ 222 h 799"/>
                <a:gd name="T18" fmla="*/ 1113 w 1298"/>
                <a:gd name="T19" fmla="*/ 301 h 799"/>
                <a:gd name="T20" fmla="*/ 1036 w 1298"/>
                <a:gd name="T21" fmla="*/ 354 h 799"/>
                <a:gd name="T22" fmla="*/ 1042 w 1298"/>
                <a:gd name="T23" fmla="*/ 390 h 799"/>
                <a:gd name="T24" fmla="*/ 1042 w 1298"/>
                <a:gd name="T25" fmla="*/ 409 h 799"/>
                <a:gd name="T26" fmla="*/ 976 w 1298"/>
                <a:gd name="T27" fmla="*/ 437 h 799"/>
                <a:gd name="T28" fmla="*/ 869 w 1298"/>
                <a:gd name="T29" fmla="*/ 470 h 799"/>
                <a:gd name="T30" fmla="*/ 739 w 1298"/>
                <a:gd name="T31" fmla="*/ 516 h 799"/>
                <a:gd name="T32" fmla="*/ 709 w 1298"/>
                <a:gd name="T33" fmla="*/ 526 h 799"/>
                <a:gd name="T34" fmla="*/ 655 w 1298"/>
                <a:gd name="T35" fmla="*/ 587 h 799"/>
                <a:gd name="T36" fmla="*/ 635 w 1298"/>
                <a:gd name="T37" fmla="*/ 581 h 799"/>
                <a:gd name="T38" fmla="*/ 610 w 1298"/>
                <a:gd name="T39" fmla="*/ 594 h 799"/>
                <a:gd name="T40" fmla="*/ 580 w 1298"/>
                <a:gd name="T41" fmla="*/ 582 h 799"/>
                <a:gd name="T42" fmla="*/ 539 w 1298"/>
                <a:gd name="T43" fmla="*/ 625 h 799"/>
                <a:gd name="T44" fmla="*/ 485 w 1298"/>
                <a:gd name="T45" fmla="*/ 641 h 799"/>
                <a:gd name="T46" fmla="*/ 414 w 1298"/>
                <a:gd name="T47" fmla="*/ 655 h 799"/>
                <a:gd name="T48" fmla="*/ 376 w 1298"/>
                <a:gd name="T49" fmla="*/ 649 h 799"/>
                <a:gd name="T50" fmla="*/ 355 w 1298"/>
                <a:gd name="T51" fmla="*/ 641 h 799"/>
                <a:gd name="T52" fmla="*/ 316 w 1298"/>
                <a:gd name="T53" fmla="*/ 663 h 799"/>
                <a:gd name="T54" fmla="*/ 292 w 1298"/>
                <a:gd name="T55" fmla="*/ 691 h 799"/>
                <a:gd name="T56" fmla="*/ 253 w 1298"/>
                <a:gd name="T57" fmla="*/ 728 h 799"/>
                <a:gd name="T58" fmla="*/ 220 w 1298"/>
                <a:gd name="T59" fmla="*/ 717 h 799"/>
                <a:gd name="T60" fmla="*/ 180 w 1298"/>
                <a:gd name="T61" fmla="*/ 740 h 799"/>
                <a:gd name="T62" fmla="*/ 145 w 1298"/>
                <a:gd name="T63" fmla="*/ 737 h 799"/>
                <a:gd name="T64" fmla="*/ 114 w 1298"/>
                <a:gd name="T65" fmla="*/ 723 h 799"/>
                <a:gd name="T66" fmla="*/ 88 w 1298"/>
                <a:gd name="T67" fmla="*/ 672 h 799"/>
                <a:gd name="T68" fmla="*/ 88 w 1298"/>
                <a:gd name="T69" fmla="*/ 636 h 799"/>
                <a:gd name="T70" fmla="*/ 58 w 1298"/>
                <a:gd name="T71" fmla="*/ 581 h 799"/>
                <a:gd name="T72" fmla="*/ 19 w 1298"/>
                <a:gd name="T73" fmla="*/ 448 h 799"/>
                <a:gd name="T74" fmla="*/ 6 w 1298"/>
                <a:gd name="T75" fmla="*/ 432 h 799"/>
                <a:gd name="T76" fmla="*/ 17 w 1298"/>
                <a:gd name="T77" fmla="*/ 421 h 799"/>
                <a:gd name="T78" fmla="*/ 28 w 1298"/>
                <a:gd name="T79" fmla="*/ 410 h 799"/>
                <a:gd name="T80" fmla="*/ 21 w 1298"/>
                <a:gd name="T81" fmla="*/ 324 h 799"/>
                <a:gd name="T82" fmla="*/ 14 w 1298"/>
                <a:gd name="T83" fmla="*/ 305 h 799"/>
                <a:gd name="T84" fmla="*/ 1060 w 1298"/>
                <a:gd name="T85" fmla="*/ 786 h 799"/>
                <a:gd name="T86" fmla="*/ 1064 w 1298"/>
                <a:gd name="T87" fmla="*/ 799 h 799"/>
                <a:gd name="T88" fmla="*/ 1036 w 1298"/>
                <a:gd name="T89" fmla="*/ 794 h 799"/>
                <a:gd name="T90" fmla="*/ 1181 w 1298"/>
                <a:gd name="T91" fmla="*/ 753 h 799"/>
                <a:gd name="T92" fmla="*/ 1195 w 1298"/>
                <a:gd name="T93" fmla="*/ 726 h 799"/>
                <a:gd name="T94" fmla="*/ 1216 w 1298"/>
                <a:gd name="T95" fmla="*/ 739 h 799"/>
                <a:gd name="T96" fmla="*/ 1244 w 1298"/>
                <a:gd name="T97" fmla="*/ 737 h 799"/>
                <a:gd name="T98" fmla="*/ 1279 w 1298"/>
                <a:gd name="T99" fmla="*/ 740 h 799"/>
                <a:gd name="T100" fmla="*/ 1298 w 1298"/>
                <a:gd name="T101" fmla="*/ 751 h 799"/>
                <a:gd name="T102" fmla="*/ 1273 w 1298"/>
                <a:gd name="T103" fmla="*/ 762 h 799"/>
                <a:gd name="T104" fmla="*/ 1219 w 1298"/>
                <a:gd name="T105" fmla="*/ 783 h 799"/>
                <a:gd name="T106" fmla="*/ 1183 w 1298"/>
                <a:gd name="T107" fmla="*/ 767 h 7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98" h="799">
                  <a:moveTo>
                    <a:pt x="14" y="305"/>
                  </a:moveTo>
                  <a:lnTo>
                    <a:pt x="33" y="306"/>
                  </a:lnTo>
                  <a:lnTo>
                    <a:pt x="49" y="314"/>
                  </a:lnTo>
                  <a:lnTo>
                    <a:pt x="60" y="292"/>
                  </a:lnTo>
                  <a:lnTo>
                    <a:pt x="88" y="273"/>
                  </a:lnTo>
                  <a:lnTo>
                    <a:pt x="69" y="237"/>
                  </a:lnTo>
                  <a:lnTo>
                    <a:pt x="84" y="186"/>
                  </a:lnTo>
                  <a:lnTo>
                    <a:pt x="112" y="175"/>
                  </a:lnTo>
                  <a:lnTo>
                    <a:pt x="144" y="200"/>
                  </a:lnTo>
                  <a:lnTo>
                    <a:pt x="212" y="204"/>
                  </a:lnTo>
                  <a:lnTo>
                    <a:pt x="303" y="240"/>
                  </a:lnTo>
                  <a:lnTo>
                    <a:pt x="398" y="286"/>
                  </a:lnTo>
                  <a:lnTo>
                    <a:pt x="403" y="382"/>
                  </a:lnTo>
                  <a:lnTo>
                    <a:pt x="597" y="120"/>
                  </a:lnTo>
                  <a:lnTo>
                    <a:pt x="1000" y="0"/>
                  </a:lnTo>
                  <a:lnTo>
                    <a:pt x="993" y="52"/>
                  </a:lnTo>
                  <a:lnTo>
                    <a:pt x="1090" y="175"/>
                  </a:lnTo>
                  <a:lnTo>
                    <a:pt x="1077" y="222"/>
                  </a:lnTo>
                  <a:lnTo>
                    <a:pt x="1137" y="295"/>
                  </a:lnTo>
                  <a:lnTo>
                    <a:pt x="1113" y="301"/>
                  </a:lnTo>
                  <a:lnTo>
                    <a:pt x="1072" y="309"/>
                  </a:lnTo>
                  <a:lnTo>
                    <a:pt x="1036" y="354"/>
                  </a:lnTo>
                  <a:lnTo>
                    <a:pt x="1033" y="380"/>
                  </a:lnTo>
                  <a:lnTo>
                    <a:pt x="1042" y="390"/>
                  </a:lnTo>
                  <a:lnTo>
                    <a:pt x="1039" y="396"/>
                  </a:lnTo>
                  <a:lnTo>
                    <a:pt x="1042" y="409"/>
                  </a:lnTo>
                  <a:lnTo>
                    <a:pt x="996" y="418"/>
                  </a:lnTo>
                  <a:lnTo>
                    <a:pt x="976" y="437"/>
                  </a:lnTo>
                  <a:lnTo>
                    <a:pt x="933" y="458"/>
                  </a:lnTo>
                  <a:lnTo>
                    <a:pt x="869" y="470"/>
                  </a:lnTo>
                  <a:lnTo>
                    <a:pt x="858" y="481"/>
                  </a:lnTo>
                  <a:lnTo>
                    <a:pt x="739" y="516"/>
                  </a:lnTo>
                  <a:lnTo>
                    <a:pt x="728" y="515"/>
                  </a:lnTo>
                  <a:lnTo>
                    <a:pt x="709" y="526"/>
                  </a:lnTo>
                  <a:lnTo>
                    <a:pt x="687" y="560"/>
                  </a:lnTo>
                  <a:lnTo>
                    <a:pt x="655" y="587"/>
                  </a:lnTo>
                  <a:lnTo>
                    <a:pt x="641" y="587"/>
                  </a:lnTo>
                  <a:lnTo>
                    <a:pt x="635" y="581"/>
                  </a:lnTo>
                  <a:lnTo>
                    <a:pt x="624" y="590"/>
                  </a:lnTo>
                  <a:lnTo>
                    <a:pt x="610" y="594"/>
                  </a:lnTo>
                  <a:lnTo>
                    <a:pt x="595" y="582"/>
                  </a:lnTo>
                  <a:lnTo>
                    <a:pt x="580" y="582"/>
                  </a:lnTo>
                  <a:lnTo>
                    <a:pt x="542" y="612"/>
                  </a:lnTo>
                  <a:lnTo>
                    <a:pt x="539" y="625"/>
                  </a:lnTo>
                  <a:lnTo>
                    <a:pt x="524" y="636"/>
                  </a:lnTo>
                  <a:lnTo>
                    <a:pt x="485" y="641"/>
                  </a:lnTo>
                  <a:lnTo>
                    <a:pt x="434" y="660"/>
                  </a:lnTo>
                  <a:lnTo>
                    <a:pt x="414" y="655"/>
                  </a:lnTo>
                  <a:lnTo>
                    <a:pt x="407" y="647"/>
                  </a:lnTo>
                  <a:lnTo>
                    <a:pt x="376" y="649"/>
                  </a:lnTo>
                  <a:lnTo>
                    <a:pt x="373" y="642"/>
                  </a:lnTo>
                  <a:lnTo>
                    <a:pt x="355" y="641"/>
                  </a:lnTo>
                  <a:lnTo>
                    <a:pt x="341" y="646"/>
                  </a:lnTo>
                  <a:lnTo>
                    <a:pt x="316" y="663"/>
                  </a:lnTo>
                  <a:lnTo>
                    <a:pt x="303" y="690"/>
                  </a:lnTo>
                  <a:lnTo>
                    <a:pt x="292" y="691"/>
                  </a:lnTo>
                  <a:lnTo>
                    <a:pt x="273" y="720"/>
                  </a:lnTo>
                  <a:lnTo>
                    <a:pt x="253" y="728"/>
                  </a:lnTo>
                  <a:lnTo>
                    <a:pt x="242" y="717"/>
                  </a:lnTo>
                  <a:lnTo>
                    <a:pt x="220" y="717"/>
                  </a:lnTo>
                  <a:lnTo>
                    <a:pt x="199" y="736"/>
                  </a:lnTo>
                  <a:lnTo>
                    <a:pt x="180" y="740"/>
                  </a:lnTo>
                  <a:lnTo>
                    <a:pt x="150" y="729"/>
                  </a:lnTo>
                  <a:lnTo>
                    <a:pt x="145" y="737"/>
                  </a:lnTo>
                  <a:lnTo>
                    <a:pt x="123" y="740"/>
                  </a:lnTo>
                  <a:lnTo>
                    <a:pt x="114" y="723"/>
                  </a:lnTo>
                  <a:lnTo>
                    <a:pt x="111" y="696"/>
                  </a:lnTo>
                  <a:lnTo>
                    <a:pt x="88" y="672"/>
                  </a:lnTo>
                  <a:lnTo>
                    <a:pt x="76" y="642"/>
                  </a:lnTo>
                  <a:lnTo>
                    <a:pt x="88" y="636"/>
                  </a:lnTo>
                  <a:lnTo>
                    <a:pt x="87" y="606"/>
                  </a:lnTo>
                  <a:lnTo>
                    <a:pt x="58" y="581"/>
                  </a:lnTo>
                  <a:lnTo>
                    <a:pt x="44" y="481"/>
                  </a:lnTo>
                  <a:lnTo>
                    <a:pt x="19" y="448"/>
                  </a:lnTo>
                  <a:lnTo>
                    <a:pt x="19" y="432"/>
                  </a:lnTo>
                  <a:lnTo>
                    <a:pt x="6" y="432"/>
                  </a:lnTo>
                  <a:lnTo>
                    <a:pt x="0" y="417"/>
                  </a:lnTo>
                  <a:lnTo>
                    <a:pt x="17" y="421"/>
                  </a:lnTo>
                  <a:lnTo>
                    <a:pt x="17" y="410"/>
                  </a:lnTo>
                  <a:lnTo>
                    <a:pt x="28" y="410"/>
                  </a:lnTo>
                  <a:lnTo>
                    <a:pt x="30" y="379"/>
                  </a:lnTo>
                  <a:lnTo>
                    <a:pt x="21" y="324"/>
                  </a:lnTo>
                  <a:lnTo>
                    <a:pt x="14" y="305"/>
                  </a:lnTo>
                  <a:lnTo>
                    <a:pt x="14" y="305"/>
                  </a:lnTo>
                  <a:close/>
                  <a:moveTo>
                    <a:pt x="1036" y="794"/>
                  </a:moveTo>
                  <a:lnTo>
                    <a:pt x="1060" y="786"/>
                  </a:lnTo>
                  <a:lnTo>
                    <a:pt x="1088" y="796"/>
                  </a:lnTo>
                  <a:lnTo>
                    <a:pt x="1064" y="799"/>
                  </a:lnTo>
                  <a:lnTo>
                    <a:pt x="1036" y="794"/>
                  </a:lnTo>
                  <a:lnTo>
                    <a:pt x="1036" y="794"/>
                  </a:lnTo>
                  <a:close/>
                  <a:moveTo>
                    <a:pt x="1169" y="759"/>
                  </a:moveTo>
                  <a:lnTo>
                    <a:pt x="1181" y="753"/>
                  </a:lnTo>
                  <a:lnTo>
                    <a:pt x="1184" y="737"/>
                  </a:lnTo>
                  <a:lnTo>
                    <a:pt x="1195" y="726"/>
                  </a:lnTo>
                  <a:lnTo>
                    <a:pt x="1210" y="728"/>
                  </a:lnTo>
                  <a:lnTo>
                    <a:pt x="1216" y="739"/>
                  </a:lnTo>
                  <a:lnTo>
                    <a:pt x="1229" y="742"/>
                  </a:lnTo>
                  <a:lnTo>
                    <a:pt x="1244" y="737"/>
                  </a:lnTo>
                  <a:lnTo>
                    <a:pt x="1265" y="732"/>
                  </a:lnTo>
                  <a:lnTo>
                    <a:pt x="1279" y="740"/>
                  </a:lnTo>
                  <a:lnTo>
                    <a:pt x="1297" y="744"/>
                  </a:lnTo>
                  <a:lnTo>
                    <a:pt x="1298" y="751"/>
                  </a:lnTo>
                  <a:lnTo>
                    <a:pt x="1290" y="761"/>
                  </a:lnTo>
                  <a:lnTo>
                    <a:pt x="1273" y="762"/>
                  </a:lnTo>
                  <a:lnTo>
                    <a:pt x="1251" y="778"/>
                  </a:lnTo>
                  <a:lnTo>
                    <a:pt x="1219" y="783"/>
                  </a:lnTo>
                  <a:lnTo>
                    <a:pt x="1195" y="778"/>
                  </a:lnTo>
                  <a:lnTo>
                    <a:pt x="1183" y="767"/>
                  </a:lnTo>
                  <a:lnTo>
                    <a:pt x="1169" y="759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65542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UK-Template_Beta_220616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RA_Template_Beta_external_110816.potx" id="{096397F8-02DF-40E4-AEB9-88A0052F30F0}" vid="{AA36791E-F7D8-46B6-BCF9-C51758B3B4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21</Words>
  <Application>Microsoft Office PowerPoint</Application>
  <PresentationFormat>On-screen Show (16:9)</PresentationFormat>
  <Paragraphs>15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OUK-Template_Beta_220616</vt:lpstr>
      <vt:lpstr>Middle East with country names</vt:lpstr>
      <vt:lpstr>Middle East without country names</vt:lpstr>
    </vt:vector>
  </TitlesOfParts>
  <Company>Article10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Smith</dc:creator>
  <cp:lastModifiedBy>Orange</cp:lastModifiedBy>
  <cp:revision>25</cp:revision>
  <dcterms:created xsi:type="dcterms:W3CDTF">2016-08-11T14:02:28Z</dcterms:created>
  <dcterms:modified xsi:type="dcterms:W3CDTF">2016-09-20T08:59:52Z</dcterms:modified>
</cp:coreProperties>
</file>