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4"/>
  </p:notesMasterIdLst>
  <p:sldIdLst>
    <p:sldId id="278" r:id="rId2"/>
    <p:sldId id="279" r:id="rId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9" orient="horz" pos="169">
          <p15:clr>
            <a:srgbClr val="A4A3A4"/>
          </p15:clr>
        </p15:guide>
        <p15:guide id="10" pos="2880">
          <p15:clr>
            <a:srgbClr val="A4A3A4"/>
          </p15:clr>
        </p15:guide>
        <p15:guide id="11" orient="horz" pos="636" userDrawn="1">
          <p15:clr>
            <a:srgbClr val="A4A3A4"/>
          </p15:clr>
        </p15:guide>
        <p15:guide id="12" orient="horz" pos="744" userDrawn="1">
          <p15:clr>
            <a:srgbClr val="A4A3A4"/>
          </p15:clr>
        </p15:guide>
        <p15:guide id="13" orient="horz" pos="1621" userDrawn="1">
          <p15:clr>
            <a:srgbClr val="A4A3A4"/>
          </p15:clr>
        </p15:guide>
        <p15:guide id="14" orient="horz" pos="2867" userDrawn="1">
          <p15:clr>
            <a:srgbClr val="A4A3A4"/>
          </p15:clr>
        </p15:guide>
        <p15:guide id="15" pos="198" userDrawn="1">
          <p15:clr>
            <a:srgbClr val="A4A3A4"/>
          </p15:clr>
        </p15:guide>
        <p15:guide id="16" pos="556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D200"/>
    <a:srgbClr val="FFFFFF"/>
    <a:srgbClr val="A885D8"/>
    <a:srgbClr val="FF7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9130" autoAdjust="0"/>
  </p:normalViewPr>
  <p:slideViewPr>
    <p:cSldViewPr showGuides="1">
      <p:cViewPr varScale="1">
        <p:scale>
          <a:sx n="101" d="100"/>
          <a:sy n="101" d="100"/>
        </p:scale>
        <p:origin x="-204" y="-84"/>
      </p:cViewPr>
      <p:guideLst>
        <p:guide orient="horz" pos="169"/>
        <p:guide orient="horz" pos="636"/>
        <p:guide orient="horz" pos="744"/>
        <p:guide orient="horz" pos="1621"/>
        <p:guide orient="horz" pos="2867"/>
        <p:guide pos="2880"/>
        <p:guide pos="198"/>
        <p:guide pos="5562"/>
      </p:guideLst>
    </p:cSldViewPr>
  </p:slideViewPr>
  <p:outlineViewPr>
    <p:cViewPr>
      <p:scale>
        <a:sx n="33" d="100"/>
        <a:sy n="33" d="100"/>
      </p:scale>
      <p:origin x="0" y="14958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14F63557-65CD-470F-8999-4C3C411BE899}" type="datetimeFigureOut">
              <a:rPr lang="en-GB" smtClean="0"/>
              <a:pPr/>
              <a:t>20/09/2016</a:t>
            </a:fld>
            <a:endParaRPr lang="en-GB"/>
          </a:p>
        </p:txBody>
      </p:sp>
      <p:sp>
        <p:nvSpPr>
          <p:cNvPr id="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180000" bIns="45720" rtlCol="0"/>
          <a:lstStyle/>
          <a:p>
            <a:pPr marL="9207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230188" marR="0" lvl="1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Second level</a:t>
            </a:r>
          </a:p>
          <a:p>
            <a:pPr marL="360363" marR="0" lvl="2" indent="-1476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522288" marR="0" lvl="3" indent="-1381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668338" marR="0" lvl="4" indent="-1460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Helvetica 55 Roman" panose="020B0604020202020204" pitchFamily="34" charset="0"/>
              <a:buChar char="–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55 Roman" panose="020B0604020202020204" pitchFamily="34" charset="0"/>
                <a:ea typeface="+mn-ea"/>
                <a:cs typeface="+mn-cs"/>
              </a:rPr>
              <a:t>Fifth level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55 Roman" panose="020B0604020202020204" pitchFamily="34" charset="0"/>
              <a:ea typeface="+mn-ea"/>
              <a:cs typeface="+mn-cs"/>
            </a:endParaRPr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elvetica 55 Roman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elvetica 55 Roman" panose="020B0604020202020204" pitchFamily="34" charset="0"/>
              </a:defRPr>
            </a:lvl1pPr>
          </a:lstStyle>
          <a:p>
            <a:fld id="{885932DF-9606-4758-A2B5-AF1153FB1AB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22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92075" marR="0" indent="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1pPr>
    <a:lvl2pPr marL="2301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Wingdings" panose="05000000000000000000" pitchFamily="2" charset="2"/>
      <a:buChar char="§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2pPr>
    <a:lvl3pPr marL="360363" marR="0" indent="-147638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3pPr>
    <a:lvl4pPr marL="522288" marR="0" indent="-138113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4pPr>
    <a:lvl5pPr marL="668338" marR="0" indent="-146050" algn="l" defTabSz="914400" rtl="0" eaLnBrk="1" fontAlgn="auto" latinLnBrk="0" hangingPunct="1">
      <a:lnSpc>
        <a:spcPct val="100000"/>
      </a:lnSpc>
      <a:spcBef>
        <a:spcPts val="0"/>
      </a:spcBef>
      <a:spcAft>
        <a:spcPts val="0"/>
      </a:spcAft>
      <a:buClrTx/>
      <a:buSzTx/>
      <a:buFont typeface="Helvetica 55 Roman" panose="020B0604020202020204" pitchFamily="34" charset="0"/>
      <a:buChar char="–"/>
      <a:tabLst/>
      <a:defRPr sz="1000" kern="1200">
        <a:solidFill>
          <a:schemeClr val="tx1"/>
        </a:solidFill>
        <a:latin typeface="Helvetica 75 Bold" panose="020B08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0" y="1183484"/>
            <a:ext cx="8520500" cy="3369466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/>
            </a:lvl6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0353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2858" y="267618"/>
            <a:ext cx="4829966" cy="2304131"/>
          </a:xfrm>
        </p:spPr>
        <p:txBody>
          <a:bodyPr>
            <a:noAutofit/>
          </a:bodyPr>
          <a:lstStyle>
            <a:lvl1pPr algn="l">
              <a:lnSpc>
                <a:spcPct val="85000"/>
              </a:lnSpc>
              <a:defRPr sz="55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800725" y="266701"/>
            <a:ext cx="3033713" cy="340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687" y="2704144"/>
            <a:ext cx="4831185" cy="966156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1"/>
                </a:solidFill>
              </a:defRPr>
            </a:lvl1pPr>
            <a:lvl2pPr marL="180975" indent="-180975" algn="l">
              <a:buClr>
                <a:schemeClr val="bg2"/>
              </a:buClr>
              <a:buSzPct val="100000"/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406800" indent="-190800" algn="l">
              <a:spcBef>
                <a:spcPts val="336"/>
              </a:spcBef>
              <a:buClrTx/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  <a:latin typeface="Helvetica 55 Roman" panose="020B0604020202020204" pitchFamily="34" charset="0"/>
              </a:defRPr>
            </a:lvl3pPr>
            <a:lvl4pPr marL="594000" indent="-172800" algn="l">
              <a:spcBef>
                <a:spcPts val="24"/>
              </a:spcBef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4pPr>
            <a:lvl5pPr marL="799200" indent="-190800" algn="l">
              <a:buFont typeface="Helvetica 55 Roman" panose="020B0604020202020204" pitchFamily="34" charset="0"/>
              <a:buChar char="–"/>
              <a:defRPr>
                <a:solidFill>
                  <a:schemeClr val="tx1"/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presenter name and date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313535" y="4237038"/>
            <a:ext cx="612775" cy="612775"/>
            <a:chOff x="313535" y="4237038"/>
            <a:chExt cx="612775" cy="612775"/>
          </a:xfrm>
        </p:grpSpPr>
        <p:sp>
          <p:nvSpPr>
            <p:cNvPr id="19" name="Rectangle 5"/>
            <p:cNvSpPr>
              <a:spLocks noChangeArrowheads="1"/>
            </p:cNvSpPr>
            <p:nvPr userDrawn="1"/>
          </p:nvSpPr>
          <p:spPr bwMode="auto">
            <a:xfrm>
              <a:off x="313535" y="4237038"/>
              <a:ext cx="612775" cy="612775"/>
            </a:xfrm>
            <a:prstGeom prst="rect">
              <a:avLst/>
            </a:prstGeom>
            <a:solidFill>
              <a:srgbClr val="FF7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6"/>
            <p:cNvSpPr>
              <a:spLocks noEditPoints="1"/>
            </p:cNvSpPr>
            <p:nvPr userDrawn="1"/>
          </p:nvSpPr>
          <p:spPr bwMode="auto">
            <a:xfrm>
              <a:off x="500860" y="4711701"/>
              <a:ext cx="74613" cy="87313"/>
            </a:xfrm>
            <a:custGeom>
              <a:avLst/>
              <a:gdLst>
                <a:gd name="T0" fmla="*/ 66 w 93"/>
                <a:gd name="T1" fmla="*/ 99 h 109"/>
                <a:gd name="T2" fmla="*/ 31 w 93"/>
                <a:gd name="T3" fmla="*/ 109 h 109"/>
                <a:gd name="T4" fmla="*/ 0 w 93"/>
                <a:gd name="T5" fmla="*/ 79 h 109"/>
                <a:gd name="T6" fmla="*/ 66 w 93"/>
                <a:gd name="T7" fmla="*/ 37 h 109"/>
                <a:gd name="T8" fmla="*/ 66 w 93"/>
                <a:gd name="T9" fmla="*/ 32 h 109"/>
                <a:gd name="T10" fmla="*/ 49 w 93"/>
                <a:gd name="T11" fmla="*/ 19 h 109"/>
                <a:gd name="T12" fmla="*/ 24 w 93"/>
                <a:gd name="T13" fmla="*/ 32 h 109"/>
                <a:gd name="T14" fmla="*/ 5 w 93"/>
                <a:gd name="T15" fmla="*/ 21 h 109"/>
                <a:gd name="T16" fmla="*/ 50 w 93"/>
                <a:gd name="T17" fmla="*/ 0 h 109"/>
                <a:gd name="T18" fmla="*/ 93 w 93"/>
                <a:gd name="T19" fmla="*/ 32 h 109"/>
                <a:gd name="T20" fmla="*/ 93 w 93"/>
                <a:gd name="T21" fmla="*/ 108 h 109"/>
                <a:gd name="T22" fmla="*/ 68 w 93"/>
                <a:gd name="T23" fmla="*/ 108 h 109"/>
                <a:gd name="T24" fmla="*/ 66 w 93"/>
                <a:gd name="T25" fmla="*/ 99 h 109"/>
                <a:gd name="T26" fmla="*/ 27 w 93"/>
                <a:gd name="T27" fmla="*/ 77 h 109"/>
                <a:gd name="T28" fmla="*/ 39 w 93"/>
                <a:gd name="T29" fmla="*/ 90 h 109"/>
                <a:gd name="T30" fmla="*/ 65 w 93"/>
                <a:gd name="T31" fmla="*/ 79 h 109"/>
                <a:gd name="T32" fmla="*/ 65 w 93"/>
                <a:gd name="T33" fmla="*/ 54 h 109"/>
                <a:gd name="T34" fmla="*/ 27 w 93"/>
                <a:gd name="T35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" h="109">
                  <a:moveTo>
                    <a:pt x="66" y="99"/>
                  </a:moveTo>
                  <a:cubicBezTo>
                    <a:pt x="55" y="106"/>
                    <a:pt x="43" y="109"/>
                    <a:pt x="31" y="109"/>
                  </a:cubicBezTo>
                  <a:cubicBezTo>
                    <a:pt x="11" y="109"/>
                    <a:pt x="0" y="96"/>
                    <a:pt x="0" y="79"/>
                  </a:cubicBezTo>
                  <a:cubicBezTo>
                    <a:pt x="0" y="55"/>
                    <a:pt x="21" y="42"/>
                    <a:pt x="66" y="37"/>
                  </a:cubicBezTo>
                  <a:cubicBezTo>
                    <a:pt x="66" y="32"/>
                    <a:pt x="66" y="32"/>
                    <a:pt x="66" y="32"/>
                  </a:cubicBezTo>
                  <a:cubicBezTo>
                    <a:pt x="66" y="24"/>
                    <a:pt x="60" y="19"/>
                    <a:pt x="49" y="19"/>
                  </a:cubicBezTo>
                  <a:cubicBezTo>
                    <a:pt x="39" y="19"/>
                    <a:pt x="30" y="24"/>
                    <a:pt x="24" y="3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15" y="7"/>
                    <a:pt x="30" y="0"/>
                    <a:pt x="50" y="0"/>
                  </a:cubicBezTo>
                  <a:cubicBezTo>
                    <a:pt x="77" y="0"/>
                    <a:pt x="93" y="12"/>
                    <a:pt x="93" y="32"/>
                  </a:cubicBezTo>
                  <a:cubicBezTo>
                    <a:pt x="93" y="32"/>
                    <a:pt x="93" y="108"/>
                    <a:pt x="93" y="108"/>
                  </a:cubicBezTo>
                  <a:cubicBezTo>
                    <a:pt x="68" y="108"/>
                    <a:pt x="68" y="108"/>
                    <a:pt x="68" y="108"/>
                  </a:cubicBezTo>
                  <a:lnTo>
                    <a:pt x="66" y="99"/>
                  </a:lnTo>
                  <a:close/>
                  <a:moveTo>
                    <a:pt x="27" y="77"/>
                  </a:moveTo>
                  <a:cubicBezTo>
                    <a:pt x="27" y="84"/>
                    <a:pt x="31" y="90"/>
                    <a:pt x="39" y="90"/>
                  </a:cubicBezTo>
                  <a:cubicBezTo>
                    <a:pt x="48" y="90"/>
                    <a:pt x="57" y="87"/>
                    <a:pt x="65" y="79"/>
                  </a:cubicBezTo>
                  <a:cubicBezTo>
                    <a:pt x="65" y="54"/>
                    <a:pt x="65" y="54"/>
                    <a:pt x="65" y="54"/>
                  </a:cubicBezTo>
                  <a:cubicBezTo>
                    <a:pt x="39" y="57"/>
                    <a:pt x="27" y="64"/>
                    <a:pt x="2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7"/>
            <p:cNvSpPr>
              <a:spLocks/>
            </p:cNvSpPr>
            <p:nvPr userDrawn="1"/>
          </p:nvSpPr>
          <p:spPr bwMode="auto">
            <a:xfrm>
              <a:off x="592935" y="4711701"/>
              <a:ext cx="76200" cy="87313"/>
            </a:xfrm>
            <a:custGeom>
              <a:avLst/>
              <a:gdLst>
                <a:gd name="T0" fmla="*/ 0 w 94"/>
                <a:gd name="T1" fmla="*/ 5 h 108"/>
                <a:gd name="T2" fmla="*/ 23 w 94"/>
                <a:gd name="T3" fmla="*/ 2 h 108"/>
                <a:gd name="T4" fmla="*/ 25 w 94"/>
                <a:gd name="T5" fmla="*/ 15 h 108"/>
                <a:gd name="T6" fmla="*/ 61 w 94"/>
                <a:gd name="T7" fmla="*/ 0 h 108"/>
                <a:gd name="T8" fmla="*/ 94 w 94"/>
                <a:gd name="T9" fmla="*/ 34 h 108"/>
                <a:gd name="T10" fmla="*/ 94 w 94"/>
                <a:gd name="T11" fmla="*/ 108 h 108"/>
                <a:gd name="T12" fmla="*/ 66 w 94"/>
                <a:gd name="T13" fmla="*/ 108 h 108"/>
                <a:gd name="T14" fmla="*/ 66 w 94"/>
                <a:gd name="T15" fmla="*/ 39 h 108"/>
                <a:gd name="T16" fmla="*/ 53 w 94"/>
                <a:gd name="T17" fmla="*/ 21 h 108"/>
                <a:gd name="T18" fmla="*/ 27 w 94"/>
                <a:gd name="T19" fmla="*/ 32 h 108"/>
                <a:gd name="T20" fmla="*/ 27 w 94"/>
                <a:gd name="T21" fmla="*/ 108 h 108"/>
                <a:gd name="T22" fmla="*/ 0 w 94"/>
                <a:gd name="T23" fmla="*/ 108 h 108"/>
                <a:gd name="T24" fmla="*/ 0 w 94"/>
                <a:gd name="T25" fmla="*/ 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108">
                  <a:moveTo>
                    <a:pt x="0" y="5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25" y="15"/>
                    <a:pt x="25" y="15"/>
                    <a:pt x="25" y="15"/>
                  </a:cubicBezTo>
                  <a:cubicBezTo>
                    <a:pt x="38" y="5"/>
                    <a:pt x="48" y="0"/>
                    <a:pt x="61" y="0"/>
                  </a:cubicBezTo>
                  <a:cubicBezTo>
                    <a:pt x="83" y="0"/>
                    <a:pt x="94" y="12"/>
                    <a:pt x="94" y="34"/>
                  </a:cubicBezTo>
                  <a:cubicBezTo>
                    <a:pt x="94" y="108"/>
                    <a:pt x="94" y="108"/>
                    <a:pt x="94" y="108"/>
                  </a:cubicBezTo>
                  <a:cubicBezTo>
                    <a:pt x="66" y="108"/>
                    <a:pt x="66" y="108"/>
                    <a:pt x="66" y="108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6" y="26"/>
                    <a:pt x="63" y="21"/>
                    <a:pt x="53" y="21"/>
                  </a:cubicBezTo>
                  <a:cubicBezTo>
                    <a:pt x="45" y="21"/>
                    <a:pt x="36" y="24"/>
                    <a:pt x="27" y="32"/>
                  </a:cubicBezTo>
                  <a:cubicBezTo>
                    <a:pt x="27" y="108"/>
                    <a:pt x="27" y="108"/>
                    <a:pt x="27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8"/>
            <p:cNvSpPr>
              <a:spLocks noEditPoints="1"/>
            </p:cNvSpPr>
            <p:nvPr userDrawn="1"/>
          </p:nvSpPr>
          <p:spPr bwMode="auto">
            <a:xfrm>
              <a:off x="778673" y="4711701"/>
              <a:ext cx="79375" cy="88900"/>
            </a:xfrm>
            <a:custGeom>
              <a:avLst/>
              <a:gdLst>
                <a:gd name="T0" fmla="*/ 50 w 98"/>
                <a:gd name="T1" fmla="*/ 110 h 110"/>
                <a:gd name="T2" fmla="*/ 0 w 98"/>
                <a:gd name="T3" fmla="*/ 55 h 110"/>
                <a:gd name="T4" fmla="*/ 49 w 98"/>
                <a:gd name="T5" fmla="*/ 0 h 110"/>
                <a:gd name="T6" fmla="*/ 98 w 98"/>
                <a:gd name="T7" fmla="*/ 54 h 110"/>
                <a:gd name="T8" fmla="*/ 97 w 98"/>
                <a:gd name="T9" fmla="*/ 59 h 110"/>
                <a:gd name="T10" fmla="*/ 27 w 98"/>
                <a:gd name="T11" fmla="*/ 59 h 110"/>
                <a:gd name="T12" fmla="*/ 52 w 98"/>
                <a:gd name="T13" fmla="*/ 89 h 110"/>
                <a:gd name="T14" fmla="*/ 76 w 98"/>
                <a:gd name="T15" fmla="*/ 76 h 110"/>
                <a:gd name="T16" fmla="*/ 96 w 98"/>
                <a:gd name="T17" fmla="*/ 87 h 110"/>
                <a:gd name="T18" fmla="*/ 50 w 98"/>
                <a:gd name="T19" fmla="*/ 110 h 110"/>
                <a:gd name="T20" fmla="*/ 70 w 98"/>
                <a:gd name="T21" fmla="*/ 41 h 110"/>
                <a:gd name="T22" fmla="*/ 49 w 98"/>
                <a:gd name="T23" fmla="*/ 19 h 110"/>
                <a:gd name="T24" fmla="*/ 28 w 98"/>
                <a:gd name="T25" fmla="*/ 41 h 110"/>
                <a:gd name="T26" fmla="*/ 70 w 98"/>
                <a:gd name="T27" fmla="*/ 41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8" h="110">
                  <a:moveTo>
                    <a:pt x="50" y="110"/>
                  </a:moveTo>
                  <a:cubicBezTo>
                    <a:pt x="19" y="110"/>
                    <a:pt x="0" y="90"/>
                    <a:pt x="0" y="55"/>
                  </a:cubicBezTo>
                  <a:cubicBezTo>
                    <a:pt x="0" y="20"/>
                    <a:pt x="19" y="0"/>
                    <a:pt x="49" y="0"/>
                  </a:cubicBezTo>
                  <a:cubicBezTo>
                    <a:pt x="80" y="0"/>
                    <a:pt x="98" y="20"/>
                    <a:pt x="98" y="54"/>
                  </a:cubicBezTo>
                  <a:cubicBezTo>
                    <a:pt x="98" y="56"/>
                    <a:pt x="97" y="57"/>
                    <a:pt x="97" y="59"/>
                  </a:cubicBezTo>
                  <a:cubicBezTo>
                    <a:pt x="27" y="59"/>
                    <a:pt x="27" y="59"/>
                    <a:pt x="27" y="59"/>
                  </a:cubicBezTo>
                  <a:cubicBezTo>
                    <a:pt x="28" y="79"/>
                    <a:pt x="36" y="89"/>
                    <a:pt x="52" y="89"/>
                  </a:cubicBezTo>
                  <a:cubicBezTo>
                    <a:pt x="63" y="89"/>
                    <a:pt x="70" y="85"/>
                    <a:pt x="76" y="76"/>
                  </a:cubicBezTo>
                  <a:cubicBezTo>
                    <a:pt x="96" y="87"/>
                    <a:pt x="96" y="87"/>
                    <a:pt x="96" y="87"/>
                  </a:cubicBezTo>
                  <a:cubicBezTo>
                    <a:pt x="87" y="102"/>
                    <a:pt x="71" y="110"/>
                    <a:pt x="50" y="110"/>
                  </a:cubicBezTo>
                  <a:close/>
                  <a:moveTo>
                    <a:pt x="70" y="41"/>
                  </a:moveTo>
                  <a:cubicBezTo>
                    <a:pt x="70" y="27"/>
                    <a:pt x="62" y="19"/>
                    <a:pt x="49" y="19"/>
                  </a:cubicBezTo>
                  <a:cubicBezTo>
                    <a:pt x="37" y="19"/>
                    <a:pt x="29" y="27"/>
                    <a:pt x="28" y="41"/>
                  </a:cubicBezTo>
                  <a:lnTo>
                    <a:pt x="70" y="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9"/>
            <p:cNvSpPr>
              <a:spLocks noEditPoints="1"/>
            </p:cNvSpPr>
            <p:nvPr userDrawn="1"/>
          </p:nvSpPr>
          <p:spPr bwMode="auto">
            <a:xfrm>
              <a:off x="346873" y="4711701"/>
              <a:ext cx="84138" cy="88900"/>
            </a:xfrm>
            <a:custGeom>
              <a:avLst/>
              <a:gdLst>
                <a:gd name="T0" fmla="*/ 52 w 104"/>
                <a:gd name="T1" fmla="*/ 111 h 111"/>
                <a:gd name="T2" fmla="*/ 0 w 104"/>
                <a:gd name="T3" fmla="*/ 55 h 111"/>
                <a:gd name="T4" fmla="*/ 52 w 104"/>
                <a:gd name="T5" fmla="*/ 0 h 111"/>
                <a:gd name="T6" fmla="*/ 104 w 104"/>
                <a:gd name="T7" fmla="*/ 55 h 111"/>
                <a:gd name="T8" fmla="*/ 52 w 104"/>
                <a:gd name="T9" fmla="*/ 111 h 111"/>
                <a:gd name="T10" fmla="*/ 52 w 104"/>
                <a:gd name="T11" fmla="*/ 23 h 111"/>
                <a:gd name="T12" fmla="*/ 28 w 104"/>
                <a:gd name="T13" fmla="*/ 55 h 111"/>
                <a:gd name="T14" fmla="*/ 52 w 104"/>
                <a:gd name="T15" fmla="*/ 87 h 111"/>
                <a:gd name="T16" fmla="*/ 77 w 104"/>
                <a:gd name="T17" fmla="*/ 55 h 111"/>
                <a:gd name="T18" fmla="*/ 52 w 104"/>
                <a:gd name="T19" fmla="*/ 23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11">
                  <a:moveTo>
                    <a:pt x="52" y="111"/>
                  </a:moveTo>
                  <a:cubicBezTo>
                    <a:pt x="25" y="111"/>
                    <a:pt x="0" y="93"/>
                    <a:pt x="0" y="55"/>
                  </a:cubicBezTo>
                  <a:cubicBezTo>
                    <a:pt x="0" y="17"/>
                    <a:pt x="25" y="0"/>
                    <a:pt x="52" y="0"/>
                  </a:cubicBezTo>
                  <a:cubicBezTo>
                    <a:pt x="79" y="0"/>
                    <a:pt x="104" y="17"/>
                    <a:pt x="104" y="55"/>
                  </a:cubicBezTo>
                  <a:cubicBezTo>
                    <a:pt x="104" y="93"/>
                    <a:pt x="79" y="111"/>
                    <a:pt x="52" y="111"/>
                  </a:cubicBezTo>
                  <a:close/>
                  <a:moveTo>
                    <a:pt x="52" y="23"/>
                  </a:moveTo>
                  <a:cubicBezTo>
                    <a:pt x="31" y="23"/>
                    <a:pt x="28" y="42"/>
                    <a:pt x="28" y="55"/>
                  </a:cubicBezTo>
                  <a:cubicBezTo>
                    <a:pt x="28" y="69"/>
                    <a:pt x="31" y="87"/>
                    <a:pt x="52" y="87"/>
                  </a:cubicBezTo>
                  <a:cubicBezTo>
                    <a:pt x="73" y="87"/>
                    <a:pt x="77" y="69"/>
                    <a:pt x="77" y="55"/>
                  </a:cubicBezTo>
                  <a:cubicBezTo>
                    <a:pt x="77" y="42"/>
                    <a:pt x="73" y="23"/>
                    <a:pt x="52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0"/>
            <p:cNvSpPr>
              <a:spLocks/>
            </p:cNvSpPr>
            <p:nvPr userDrawn="1"/>
          </p:nvSpPr>
          <p:spPr bwMode="auto">
            <a:xfrm>
              <a:off x="446885" y="4711701"/>
              <a:ext cx="47625" cy="87313"/>
            </a:xfrm>
            <a:custGeom>
              <a:avLst/>
              <a:gdLst>
                <a:gd name="T0" fmla="*/ 0 w 59"/>
                <a:gd name="T1" fmla="*/ 3 h 108"/>
                <a:gd name="T2" fmla="*/ 26 w 59"/>
                <a:gd name="T3" fmla="*/ 3 h 108"/>
                <a:gd name="T4" fmla="*/ 26 w 59"/>
                <a:gd name="T5" fmla="*/ 15 h 108"/>
                <a:gd name="T6" fmla="*/ 55 w 59"/>
                <a:gd name="T7" fmla="*/ 0 h 108"/>
                <a:gd name="T8" fmla="*/ 59 w 59"/>
                <a:gd name="T9" fmla="*/ 1 h 108"/>
                <a:gd name="T10" fmla="*/ 59 w 59"/>
                <a:gd name="T11" fmla="*/ 27 h 108"/>
                <a:gd name="T12" fmla="*/ 58 w 59"/>
                <a:gd name="T13" fmla="*/ 27 h 108"/>
                <a:gd name="T14" fmla="*/ 28 w 59"/>
                <a:gd name="T15" fmla="*/ 38 h 108"/>
                <a:gd name="T16" fmla="*/ 28 w 59"/>
                <a:gd name="T17" fmla="*/ 108 h 108"/>
                <a:gd name="T18" fmla="*/ 0 w 59"/>
                <a:gd name="T19" fmla="*/ 108 h 108"/>
                <a:gd name="T20" fmla="*/ 0 w 59"/>
                <a:gd name="T21" fmla="*/ 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108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15"/>
                    <a:pt x="26" y="15"/>
                    <a:pt x="26" y="15"/>
                  </a:cubicBezTo>
                  <a:cubicBezTo>
                    <a:pt x="31" y="8"/>
                    <a:pt x="44" y="0"/>
                    <a:pt x="55" y="0"/>
                  </a:cubicBezTo>
                  <a:cubicBezTo>
                    <a:pt x="57" y="0"/>
                    <a:pt x="58" y="0"/>
                    <a:pt x="59" y="1"/>
                  </a:cubicBezTo>
                  <a:cubicBezTo>
                    <a:pt x="59" y="27"/>
                    <a:pt x="59" y="27"/>
                    <a:pt x="59" y="27"/>
                  </a:cubicBezTo>
                  <a:cubicBezTo>
                    <a:pt x="59" y="27"/>
                    <a:pt x="58" y="27"/>
                    <a:pt x="58" y="27"/>
                  </a:cubicBezTo>
                  <a:cubicBezTo>
                    <a:pt x="46" y="27"/>
                    <a:pt x="32" y="28"/>
                    <a:pt x="28" y="38"/>
                  </a:cubicBezTo>
                  <a:cubicBezTo>
                    <a:pt x="28" y="108"/>
                    <a:pt x="28" y="108"/>
                    <a:pt x="28" y="108"/>
                  </a:cubicBezTo>
                  <a:cubicBezTo>
                    <a:pt x="0" y="108"/>
                    <a:pt x="0" y="108"/>
                    <a:pt x="0" y="108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1"/>
            <p:cNvSpPr>
              <a:spLocks noEditPoints="1"/>
            </p:cNvSpPr>
            <p:nvPr userDrawn="1"/>
          </p:nvSpPr>
          <p:spPr bwMode="auto">
            <a:xfrm>
              <a:off x="685010" y="4711701"/>
              <a:ext cx="79375" cy="120650"/>
            </a:xfrm>
            <a:custGeom>
              <a:avLst/>
              <a:gdLst>
                <a:gd name="T0" fmla="*/ 49 w 98"/>
                <a:gd name="T1" fmla="*/ 85 h 149"/>
                <a:gd name="T2" fmla="*/ 72 w 98"/>
                <a:gd name="T3" fmla="*/ 50 h 149"/>
                <a:gd name="T4" fmla="*/ 49 w 98"/>
                <a:gd name="T5" fmla="*/ 20 h 149"/>
                <a:gd name="T6" fmla="*/ 28 w 98"/>
                <a:gd name="T7" fmla="*/ 51 h 149"/>
                <a:gd name="T8" fmla="*/ 49 w 98"/>
                <a:gd name="T9" fmla="*/ 85 h 149"/>
                <a:gd name="T10" fmla="*/ 98 w 98"/>
                <a:gd name="T11" fmla="*/ 2 h 149"/>
                <a:gd name="T12" fmla="*/ 98 w 98"/>
                <a:gd name="T13" fmla="*/ 102 h 149"/>
                <a:gd name="T14" fmla="*/ 47 w 98"/>
                <a:gd name="T15" fmla="*/ 149 h 149"/>
                <a:gd name="T16" fmla="*/ 3 w 98"/>
                <a:gd name="T17" fmla="*/ 123 h 149"/>
                <a:gd name="T18" fmla="*/ 30 w 98"/>
                <a:gd name="T19" fmla="*/ 118 h 149"/>
                <a:gd name="T20" fmla="*/ 50 w 98"/>
                <a:gd name="T21" fmla="*/ 128 h 149"/>
                <a:gd name="T22" fmla="*/ 72 w 98"/>
                <a:gd name="T23" fmla="*/ 105 h 149"/>
                <a:gd name="T24" fmla="*/ 72 w 98"/>
                <a:gd name="T25" fmla="*/ 93 h 149"/>
                <a:gd name="T26" fmla="*/ 71 w 98"/>
                <a:gd name="T27" fmla="*/ 92 h 149"/>
                <a:gd name="T28" fmla="*/ 44 w 98"/>
                <a:gd name="T29" fmla="*/ 108 h 149"/>
                <a:gd name="T30" fmla="*/ 0 w 98"/>
                <a:gd name="T31" fmla="*/ 55 h 149"/>
                <a:gd name="T32" fmla="*/ 42 w 98"/>
                <a:gd name="T33" fmla="*/ 0 h 149"/>
                <a:gd name="T34" fmla="*/ 73 w 98"/>
                <a:gd name="T35" fmla="*/ 15 h 149"/>
                <a:gd name="T36" fmla="*/ 73 w 98"/>
                <a:gd name="T37" fmla="*/ 15 h 149"/>
                <a:gd name="T38" fmla="*/ 75 w 98"/>
                <a:gd name="T39" fmla="*/ 2 h 149"/>
                <a:gd name="T40" fmla="*/ 98 w 98"/>
                <a:gd name="T41" fmla="*/ 2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8" h="149">
                  <a:moveTo>
                    <a:pt x="49" y="85"/>
                  </a:moveTo>
                  <a:cubicBezTo>
                    <a:pt x="70" y="85"/>
                    <a:pt x="72" y="64"/>
                    <a:pt x="72" y="50"/>
                  </a:cubicBezTo>
                  <a:cubicBezTo>
                    <a:pt x="72" y="33"/>
                    <a:pt x="64" y="20"/>
                    <a:pt x="49" y="20"/>
                  </a:cubicBezTo>
                  <a:cubicBezTo>
                    <a:pt x="39" y="20"/>
                    <a:pt x="28" y="27"/>
                    <a:pt x="28" y="51"/>
                  </a:cubicBezTo>
                  <a:cubicBezTo>
                    <a:pt x="28" y="64"/>
                    <a:pt x="29" y="85"/>
                    <a:pt x="49" y="85"/>
                  </a:cubicBezTo>
                  <a:close/>
                  <a:moveTo>
                    <a:pt x="98" y="2"/>
                  </a:moveTo>
                  <a:cubicBezTo>
                    <a:pt x="98" y="102"/>
                    <a:pt x="98" y="102"/>
                    <a:pt x="98" y="102"/>
                  </a:cubicBezTo>
                  <a:cubicBezTo>
                    <a:pt x="98" y="119"/>
                    <a:pt x="97" y="148"/>
                    <a:pt x="47" y="149"/>
                  </a:cubicBezTo>
                  <a:cubicBezTo>
                    <a:pt x="26" y="149"/>
                    <a:pt x="7" y="141"/>
                    <a:pt x="3" y="123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2" y="123"/>
                    <a:pt x="35" y="128"/>
                    <a:pt x="50" y="128"/>
                  </a:cubicBezTo>
                  <a:cubicBezTo>
                    <a:pt x="65" y="128"/>
                    <a:pt x="72" y="122"/>
                    <a:pt x="72" y="105"/>
                  </a:cubicBezTo>
                  <a:cubicBezTo>
                    <a:pt x="72" y="93"/>
                    <a:pt x="72" y="93"/>
                    <a:pt x="72" y="93"/>
                  </a:cubicBezTo>
                  <a:cubicBezTo>
                    <a:pt x="71" y="92"/>
                    <a:pt x="71" y="92"/>
                    <a:pt x="71" y="92"/>
                  </a:cubicBezTo>
                  <a:cubicBezTo>
                    <a:pt x="67" y="100"/>
                    <a:pt x="60" y="108"/>
                    <a:pt x="44" y="108"/>
                  </a:cubicBezTo>
                  <a:cubicBezTo>
                    <a:pt x="19" y="108"/>
                    <a:pt x="0" y="91"/>
                    <a:pt x="0" y="55"/>
                  </a:cubicBezTo>
                  <a:cubicBezTo>
                    <a:pt x="0" y="20"/>
                    <a:pt x="20" y="0"/>
                    <a:pt x="42" y="0"/>
                  </a:cubicBezTo>
                  <a:cubicBezTo>
                    <a:pt x="63" y="0"/>
                    <a:pt x="71" y="10"/>
                    <a:pt x="73" y="15"/>
                  </a:cubicBezTo>
                  <a:cubicBezTo>
                    <a:pt x="73" y="15"/>
                    <a:pt x="73" y="15"/>
                    <a:pt x="73" y="15"/>
                  </a:cubicBezTo>
                  <a:cubicBezTo>
                    <a:pt x="75" y="2"/>
                    <a:pt x="75" y="2"/>
                    <a:pt x="75" y="2"/>
                  </a:cubicBezTo>
                  <a:lnTo>
                    <a:pt x="98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6" name="Freeform 12"/>
            <p:cNvSpPr>
              <a:spLocks noEditPoints="1"/>
            </p:cNvSpPr>
            <p:nvPr userDrawn="1"/>
          </p:nvSpPr>
          <p:spPr bwMode="auto">
            <a:xfrm>
              <a:off x="843760" y="4681538"/>
              <a:ext cx="58738" cy="26988"/>
            </a:xfrm>
            <a:custGeom>
              <a:avLst/>
              <a:gdLst>
                <a:gd name="T0" fmla="*/ 14 w 37"/>
                <a:gd name="T1" fmla="*/ 2 h 17"/>
                <a:gd name="T2" fmla="*/ 9 w 37"/>
                <a:gd name="T3" fmla="*/ 2 h 17"/>
                <a:gd name="T4" fmla="*/ 9 w 37"/>
                <a:gd name="T5" fmla="*/ 17 h 17"/>
                <a:gd name="T6" fmla="*/ 6 w 37"/>
                <a:gd name="T7" fmla="*/ 17 h 17"/>
                <a:gd name="T8" fmla="*/ 6 w 37"/>
                <a:gd name="T9" fmla="*/ 2 h 17"/>
                <a:gd name="T10" fmla="*/ 0 w 37"/>
                <a:gd name="T11" fmla="*/ 2 h 17"/>
                <a:gd name="T12" fmla="*/ 0 w 37"/>
                <a:gd name="T13" fmla="*/ 0 h 17"/>
                <a:gd name="T14" fmla="*/ 14 w 37"/>
                <a:gd name="T15" fmla="*/ 0 h 17"/>
                <a:gd name="T16" fmla="*/ 14 w 37"/>
                <a:gd name="T17" fmla="*/ 2 h 17"/>
                <a:gd name="T18" fmla="*/ 37 w 37"/>
                <a:gd name="T19" fmla="*/ 17 h 17"/>
                <a:gd name="T20" fmla="*/ 34 w 37"/>
                <a:gd name="T21" fmla="*/ 17 h 17"/>
                <a:gd name="T22" fmla="*/ 34 w 37"/>
                <a:gd name="T23" fmla="*/ 2 h 17"/>
                <a:gd name="T24" fmla="*/ 34 w 37"/>
                <a:gd name="T25" fmla="*/ 2 h 17"/>
                <a:gd name="T26" fmla="*/ 29 w 37"/>
                <a:gd name="T27" fmla="*/ 17 h 17"/>
                <a:gd name="T28" fmla="*/ 27 w 37"/>
                <a:gd name="T29" fmla="*/ 17 h 17"/>
                <a:gd name="T30" fmla="*/ 21 w 37"/>
                <a:gd name="T31" fmla="*/ 2 h 17"/>
                <a:gd name="T32" fmla="*/ 20 w 37"/>
                <a:gd name="T33" fmla="*/ 2 h 17"/>
                <a:gd name="T34" fmla="*/ 20 w 37"/>
                <a:gd name="T35" fmla="*/ 17 h 17"/>
                <a:gd name="T36" fmla="*/ 18 w 37"/>
                <a:gd name="T37" fmla="*/ 17 h 17"/>
                <a:gd name="T38" fmla="*/ 18 w 37"/>
                <a:gd name="T39" fmla="*/ 0 h 17"/>
                <a:gd name="T40" fmla="*/ 22 w 37"/>
                <a:gd name="T41" fmla="*/ 0 h 17"/>
                <a:gd name="T42" fmla="*/ 28 w 37"/>
                <a:gd name="T43" fmla="*/ 13 h 17"/>
                <a:gd name="T44" fmla="*/ 33 w 37"/>
                <a:gd name="T45" fmla="*/ 0 h 17"/>
                <a:gd name="T46" fmla="*/ 37 w 37"/>
                <a:gd name="T47" fmla="*/ 0 h 17"/>
                <a:gd name="T48" fmla="*/ 37 w 37"/>
                <a:gd name="T4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7" h="17">
                  <a:moveTo>
                    <a:pt x="14" y="2"/>
                  </a:moveTo>
                  <a:lnTo>
                    <a:pt x="9" y="2"/>
                  </a:lnTo>
                  <a:lnTo>
                    <a:pt x="9" y="17"/>
                  </a:lnTo>
                  <a:lnTo>
                    <a:pt x="6" y="17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2"/>
                  </a:lnTo>
                  <a:close/>
                  <a:moveTo>
                    <a:pt x="37" y="17"/>
                  </a:moveTo>
                  <a:lnTo>
                    <a:pt x="34" y="17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9" y="17"/>
                  </a:lnTo>
                  <a:lnTo>
                    <a:pt x="27" y="17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20" y="17"/>
                  </a:lnTo>
                  <a:lnTo>
                    <a:pt x="18" y="17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8" y="13"/>
                  </a:lnTo>
                  <a:lnTo>
                    <a:pt x="33" y="0"/>
                  </a:lnTo>
                  <a:lnTo>
                    <a:pt x="37" y="0"/>
                  </a:lnTo>
                  <a:lnTo>
                    <a:pt x="37" y="1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74709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313209" y="268292"/>
            <a:ext cx="8519642" cy="4284658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 marL="361950" indent="-361950">
              <a:spcBef>
                <a:spcPts val="0"/>
              </a:spcBef>
              <a:buClrTx/>
              <a:buSzPct val="100000"/>
              <a:buFont typeface="+mj-lt"/>
              <a:buAutoNum type="arabicPeriod"/>
              <a:defRPr sz="3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contents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2127742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13769" y="268288"/>
            <a:ext cx="6096839" cy="4284662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spcBef>
                <a:spcPts val="0"/>
              </a:spcBef>
              <a:buNone/>
              <a:defRPr sz="5500" baseline="0"/>
            </a:lvl1pPr>
            <a:lvl2pPr>
              <a:lnSpc>
                <a:spcPct val="85000"/>
              </a:lnSpc>
              <a:spcBef>
                <a:spcPts val="0"/>
              </a:spcBef>
              <a:defRPr sz="5500"/>
            </a:lvl2pPr>
            <a:lvl3pPr>
              <a:defRPr sz="5500"/>
            </a:lvl3pPr>
            <a:lvl4pPr>
              <a:defRPr sz="5500"/>
            </a:lvl4pPr>
            <a:lvl5pPr>
              <a:defRPr sz="5500"/>
            </a:lvl5pPr>
          </a:lstStyle>
          <a:p>
            <a:pPr lvl="0"/>
            <a:r>
              <a:rPr lang="en-US" dirty="0"/>
              <a:t>Click to edit section number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62480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13200" y="1183698"/>
            <a:ext cx="3968055" cy="3369252"/>
          </a:xfrm>
        </p:spPr>
        <p:txBody>
          <a:bodyPr>
            <a:normAutofit/>
          </a:bodyPr>
          <a:lstStyle>
            <a:lvl1pPr>
              <a:defRPr sz="1400" baseline="0"/>
            </a:lvl1pPr>
            <a:lvl2pPr>
              <a:defRPr sz="1400" baseline="0">
                <a:solidFill>
                  <a:schemeClr val="tx1"/>
                </a:solidFill>
              </a:defRPr>
            </a:lvl2pPr>
            <a:lvl3pPr>
              <a:defRPr sz="1400" baseline="0">
                <a:solidFill>
                  <a:schemeClr val="tx1"/>
                </a:solidFill>
              </a:defRPr>
            </a:lvl3pPr>
            <a:lvl4pPr>
              <a:defRPr sz="1400" baseline="0">
                <a:solidFill>
                  <a:schemeClr val="tx1"/>
                </a:solidFill>
              </a:defRPr>
            </a:lvl4pPr>
            <a:lvl5pPr>
              <a:defRPr sz="1400" baseline="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864795" y="1183698"/>
            <a:ext cx="3968055" cy="3364418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4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  <a:endParaRPr lang="en-GB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313200" y="268288"/>
            <a:ext cx="8519650" cy="74136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6865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5" name="TextBox 4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419928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Medi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8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19545" y="4749146"/>
            <a:ext cx="90088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kumimoji="0" lang="en-GB" sz="800" b="0" i="0" u="none" strike="noStrike" kern="1200" cap="none" spc="0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t>Orange Restricted</a:t>
            </a:r>
          </a:p>
        </p:txBody>
      </p:sp>
    </p:spTree>
    <p:extLst>
      <p:ext uri="{BB962C8B-B14F-4D97-AF65-F5344CB8AC3E}">
        <p14:creationId xmlns:p14="http://schemas.microsoft.com/office/powerpoint/2010/main" val="363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3200" y="268288"/>
            <a:ext cx="8516475" cy="74136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3200" y="1183484"/>
            <a:ext cx="8516475" cy="33694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GB" dirty="0"/>
              <a:t>Sixth level</a:t>
            </a:r>
          </a:p>
        </p:txBody>
      </p:sp>
      <p:sp>
        <p:nvSpPr>
          <p:cNvPr id="9" name="Text Placeholder 10"/>
          <p:cNvSpPr txBox="1">
            <a:spLocks/>
          </p:cNvSpPr>
          <p:nvPr/>
        </p:nvSpPr>
        <p:spPr>
          <a:xfrm>
            <a:off x="314325" y="4535485"/>
            <a:ext cx="275010" cy="334961"/>
          </a:xfrm>
          <a:prstGeom prst="rect">
            <a:avLst/>
          </a:prstGeom>
        </p:spPr>
        <p:txBody>
          <a:bodyPr wrap="square" lIns="7200" tIns="0" rIns="0" bIns="0" anchor="b">
            <a:normAutofit/>
          </a:bodyPr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chemeClr val="tx1"/>
              </a:buClr>
              <a:buSzTx/>
              <a:buFont typeface="Helvetica 75" panose="020B0804020202020204" pitchFamily="34" charset="0"/>
              <a:buNone/>
              <a:tabLst/>
              <a:defRPr lang="fr-FR" sz="1200" kern="1200" baseline="0" dirty="0" smtClean="0">
                <a:solidFill>
                  <a:schemeClr val="tx1">
                    <a:lumMod val="50000"/>
                  </a:schemeClr>
                </a:solidFill>
                <a:latin typeface="Helvetica 75" panose="020B0804020202020204" pitchFamily="34" charset="0"/>
                <a:ea typeface="+mn-ea"/>
                <a:cs typeface="+mn-cs"/>
              </a:defRPr>
            </a:lvl1pPr>
            <a:lvl2pPr marL="688975" indent="-231775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2pPr>
            <a:lvl3pPr marL="12446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baseline="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3pPr>
            <a:lvl4pPr marL="1663700" indent="-28575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 smtClean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4pPr>
            <a:lvl5pPr marL="2251075" indent="-596900" algn="l" defTabSz="914400" rtl="0" eaLnBrk="1" fontAlgn="base" latinLnBrk="0" hangingPunct="1">
              <a:spcBef>
                <a:spcPct val="0"/>
              </a:spcBef>
              <a:spcAft>
                <a:spcPts val="600"/>
              </a:spcAft>
              <a:buFont typeface="Helvetica 45 Light" pitchFamily="34" charset="0"/>
              <a:buChar char="–"/>
              <a:defRPr lang="fr-FR" sz="2000" kern="1200" dirty="0">
                <a:solidFill>
                  <a:schemeClr val="tx1"/>
                </a:solidFill>
                <a:latin typeface="Helvetica 75" panose="020B08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ts val="1200"/>
              </a:spcAft>
              <a:buClr>
                <a:srgbClr val="FFFFFF"/>
              </a:buClr>
              <a:buSzTx/>
              <a:buFont typeface="Helvetica 75" panose="020B0804020202020204" pitchFamily="34" charset="0"/>
              <a:buNone/>
              <a:tabLst/>
              <a:defRPr/>
            </a:pPr>
            <a:fld id="{8702007A-2642-4DC4-A457-FD791426C840}" type="slidenum">
              <a:rPr kumimoji="0" lang="en-GB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 75 Bold" panose="020B0804020202020204" pitchFamily="34" charset="0"/>
                <a:ea typeface="+mn-ea"/>
                <a:cs typeface="+mn-cs"/>
              </a:rPr>
              <a:pPr marL="0" marR="0" lvl="0" indent="0" algn="l" defTabSz="914400" rtl="0" eaLnBrk="1" fontAlgn="base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1200"/>
                </a:spcAft>
                <a:buClr>
                  <a:srgbClr val="FFFFFF"/>
                </a:buClr>
                <a:buSzTx/>
                <a:buFont typeface="Helvetica 75" panose="020B0804020202020204" pitchFamily="34" charset="0"/>
                <a:buNone/>
                <a:tabLst/>
                <a:defRPr/>
              </a:pPr>
              <a:t>‹#›</a:t>
            </a:fld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 75 Bold" panose="020B08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7071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65" r:id="rId3"/>
    <p:sldLayoutId id="2147483664" r:id="rId4"/>
    <p:sldLayoutId id="2147483661" r:id="rId5"/>
    <p:sldLayoutId id="2147483662" r:id="rId6"/>
    <p:sldLayoutId id="2147483663" r:id="rId7"/>
    <p:sldLayoutId id="2147483666" r:id="rId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000" kern="1200" spc="-20" baseline="0">
          <a:solidFill>
            <a:schemeClr val="bg2"/>
          </a:solidFill>
          <a:latin typeface="Helvetica 75 Bold" panose="020B0804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tabLst/>
        <a:defRPr sz="1400" kern="1200" spc="-20" baseline="0">
          <a:solidFill>
            <a:schemeClr val="bg2"/>
          </a:solidFill>
          <a:latin typeface="Helvetica 75 Bold" panose="020B0804020202020204" pitchFamily="34" charset="0"/>
          <a:ea typeface="+mn-ea"/>
          <a:cs typeface="+mn-cs"/>
        </a:defRPr>
      </a:lvl1pPr>
      <a:lvl2pPr marL="0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bg1"/>
        </a:buClr>
        <a:buSzPct val="25000"/>
        <a:buFont typeface="Calibri" panose="020F0502020204030204" pitchFamily="34" charset="0"/>
        <a:buNone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Font typeface="Wingdings" panose="05000000000000000000" pitchFamily="2" charset="2"/>
        <a:buChar char="§"/>
        <a:defRPr sz="1400" kern="1200" spc="-20" baseline="0">
          <a:solidFill>
            <a:schemeClr val="tx1"/>
          </a:solidFill>
          <a:latin typeface="Helvetica 75 Bold" panose="020B0804020202020204" pitchFamily="34" charset="0"/>
          <a:ea typeface="+mn-ea"/>
          <a:cs typeface="+mn-cs"/>
        </a:defRPr>
      </a:lvl3pPr>
      <a:lvl4pPr marL="407988" indent="-190500" algn="l" defTabSz="914400" rtl="0" eaLnBrk="1" latinLnBrk="0" hangingPunct="1">
        <a:lnSpc>
          <a:spcPct val="90000"/>
        </a:lnSpc>
        <a:spcBef>
          <a:spcPct val="20000"/>
        </a:spcBef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4pPr>
      <a:lvl5pPr marL="595313" indent="-173038" algn="l" defTabSz="914400" rtl="0" eaLnBrk="1" latinLnBrk="0" hangingPunct="1">
        <a:lnSpc>
          <a:spcPct val="90000"/>
        </a:lnSpc>
        <a:spcBef>
          <a:spcPct val="20000"/>
        </a:spcBef>
        <a:buClr>
          <a:schemeClr val="tx1"/>
        </a:buClr>
        <a:buFont typeface="Arial" panose="020B0604020202020204" pitchFamily="34" charset="0"/>
        <a:buChar char="–"/>
        <a:defRPr sz="1400" kern="1200" spc="-20" baseline="0">
          <a:solidFill>
            <a:schemeClr val="tx1"/>
          </a:solidFill>
          <a:latin typeface="Helvetica 55 Roman" panose="000B0500000000000000" pitchFamily="34" charset="0"/>
          <a:ea typeface="+mn-ea"/>
          <a:cs typeface="+mn-cs"/>
        </a:defRPr>
      </a:lvl5pPr>
      <a:lvl6pPr marL="800100" indent="-1905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Helvetica 55 Roman" panose="020B0604020202020204" pitchFamily="34" charset="0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Caribbean with </a:t>
            </a:r>
            <a:br>
              <a:rPr lang="en-GB" dirty="0"/>
            </a:br>
            <a:r>
              <a:rPr lang="en-GB" dirty="0"/>
              <a:t>country names</a:t>
            </a:r>
          </a:p>
        </p:txBody>
      </p: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1314525" y="631885"/>
            <a:ext cx="6518126" cy="3887670"/>
            <a:chOff x="325" y="98"/>
            <a:chExt cx="5112" cy="3049"/>
          </a:xfrm>
          <a:solidFill>
            <a:schemeClr val="bg1"/>
          </a:solidFill>
        </p:grpSpPr>
        <p:sp>
          <p:nvSpPr>
            <p:cNvPr id="36" name="Freeform 5"/>
            <p:cNvSpPr>
              <a:spLocks noEditPoints="1"/>
            </p:cNvSpPr>
            <p:nvPr/>
          </p:nvSpPr>
          <p:spPr bwMode="auto">
            <a:xfrm>
              <a:off x="4172" y="1551"/>
              <a:ext cx="106" cy="147"/>
            </a:xfrm>
            <a:custGeom>
              <a:avLst/>
              <a:gdLst>
                <a:gd name="T0" fmla="*/ 21 w 106"/>
                <a:gd name="T1" fmla="*/ 5 h 147"/>
                <a:gd name="T2" fmla="*/ 21 w 106"/>
                <a:gd name="T3" fmla="*/ 3 h 147"/>
                <a:gd name="T4" fmla="*/ 16 w 106"/>
                <a:gd name="T5" fmla="*/ 3 h 147"/>
                <a:gd name="T6" fmla="*/ 18 w 106"/>
                <a:gd name="T7" fmla="*/ 5 h 147"/>
                <a:gd name="T8" fmla="*/ 14 w 106"/>
                <a:gd name="T9" fmla="*/ 19 h 147"/>
                <a:gd name="T10" fmla="*/ 11 w 106"/>
                <a:gd name="T11" fmla="*/ 22 h 147"/>
                <a:gd name="T12" fmla="*/ 11 w 106"/>
                <a:gd name="T13" fmla="*/ 22 h 147"/>
                <a:gd name="T14" fmla="*/ 14 w 106"/>
                <a:gd name="T15" fmla="*/ 19 h 147"/>
                <a:gd name="T16" fmla="*/ 16 w 106"/>
                <a:gd name="T17" fmla="*/ 19 h 147"/>
                <a:gd name="T18" fmla="*/ 14 w 106"/>
                <a:gd name="T19" fmla="*/ 17 h 147"/>
                <a:gd name="T20" fmla="*/ 61 w 106"/>
                <a:gd name="T21" fmla="*/ 10 h 147"/>
                <a:gd name="T22" fmla="*/ 66 w 106"/>
                <a:gd name="T23" fmla="*/ 7 h 147"/>
                <a:gd name="T24" fmla="*/ 68 w 106"/>
                <a:gd name="T25" fmla="*/ 5 h 147"/>
                <a:gd name="T26" fmla="*/ 61 w 106"/>
                <a:gd name="T27" fmla="*/ 3 h 147"/>
                <a:gd name="T28" fmla="*/ 54 w 106"/>
                <a:gd name="T29" fmla="*/ 3 h 147"/>
                <a:gd name="T30" fmla="*/ 45 w 106"/>
                <a:gd name="T31" fmla="*/ 10 h 147"/>
                <a:gd name="T32" fmla="*/ 49 w 106"/>
                <a:gd name="T33" fmla="*/ 15 h 147"/>
                <a:gd name="T34" fmla="*/ 106 w 106"/>
                <a:gd name="T35" fmla="*/ 121 h 147"/>
                <a:gd name="T36" fmla="*/ 92 w 106"/>
                <a:gd name="T37" fmla="*/ 121 h 147"/>
                <a:gd name="T38" fmla="*/ 82 w 106"/>
                <a:gd name="T39" fmla="*/ 128 h 147"/>
                <a:gd name="T40" fmla="*/ 78 w 106"/>
                <a:gd name="T41" fmla="*/ 126 h 147"/>
                <a:gd name="T42" fmla="*/ 66 w 106"/>
                <a:gd name="T43" fmla="*/ 121 h 147"/>
                <a:gd name="T44" fmla="*/ 61 w 106"/>
                <a:gd name="T45" fmla="*/ 121 h 147"/>
                <a:gd name="T46" fmla="*/ 54 w 106"/>
                <a:gd name="T47" fmla="*/ 128 h 147"/>
                <a:gd name="T48" fmla="*/ 45 w 106"/>
                <a:gd name="T49" fmla="*/ 128 h 147"/>
                <a:gd name="T50" fmla="*/ 45 w 106"/>
                <a:gd name="T51" fmla="*/ 140 h 147"/>
                <a:gd name="T52" fmla="*/ 45 w 106"/>
                <a:gd name="T53" fmla="*/ 147 h 147"/>
                <a:gd name="T54" fmla="*/ 87 w 106"/>
                <a:gd name="T55" fmla="*/ 133 h 147"/>
                <a:gd name="T56" fmla="*/ 99 w 106"/>
                <a:gd name="T57" fmla="*/ 126 h 147"/>
                <a:gd name="T58" fmla="*/ 106 w 106"/>
                <a:gd name="T59" fmla="*/ 121 h 147"/>
                <a:gd name="T60" fmla="*/ 26 w 106"/>
                <a:gd name="T61" fmla="*/ 10 h 147"/>
                <a:gd name="T62" fmla="*/ 14 w 106"/>
                <a:gd name="T63" fmla="*/ 5 h 147"/>
                <a:gd name="T64" fmla="*/ 9 w 106"/>
                <a:gd name="T65" fmla="*/ 10 h 147"/>
                <a:gd name="T66" fmla="*/ 0 w 106"/>
                <a:gd name="T67" fmla="*/ 12 h 147"/>
                <a:gd name="T68" fmla="*/ 14 w 106"/>
                <a:gd name="T69" fmla="*/ 17 h 147"/>
                <a:gd name="T70" fmla="*/ 23 w 106"/>
                <a:gd name="T71" fmla="*/ 17 h 147"/>
                <a:gd name="T72" fmla="*/ 30 w 106"/>
                <a:gd name="T73" fmla="*/ 15 h 147"/>
                <a:gd name="T74" fmla="*/ 33 w 106"/>
                <a:gd name="T75" fmla="*/ 17 h 147"/>
                <a:gd name="T76" fmla="*/ 33 w 106"/>
                <a:gd name="T77" fmla="*/ 12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147">
                  <a:moveTo>
                    <a:pt x="18" y="5"/>
                  </a:move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18" y="5"/>
                  </a:lnTo>
                  <a:close/>
                  <a:moveTo>
                    <a:pt x="14" y="17"/>
                  </a:moveTo>
                  <a:lnTo>
                    <a:pt x="14" y="19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4" y="22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19"/>
                  </a:lnTo>
                  <a:lnTo>
                    <a:pt x="14" y="19"/>
                  </a:lnTo>
                  <a:lnTo>
                    <a:pt x="14" y="17"/>
                  </a:lnTo>
                  <a:close/>
                  <a:moveTo>
                    <a:pt x="59" y="12"/>
                  </a:moveTo>
                  <a:lnTo>
                    <a:pt x="61" y="10"/>
                  </a:lnTo>
                  <a:lnTo>
                    <a:pt x="61" y="5"/>
                  </a:lnTo>
                  <a:lnTo>
                    <a:pt x="66" y="7"/>
                  </a:lnTo>
                  <a:lnTo>
                    <a:pt x="68" y="7"/>
                  </a:lnTo>
                  <a:lnTo>
                    <a:pt x="68" y="5"/>
                  </a:lnTo>
                  <a:lnTo>
                    <a:pt x="66" y="3"/>
                  </a:lnTo>
                  <a:lnTo>
                    <a:pt x="61" y="3"/>
                  </a:lnTo>
                  <a:lnTo>
                    <a:pt x="56" y="3"/>
                  </a:lnTo>
                  <a:lnTo>
                    <a:pt x="54" y="3"/>
                  </a:lnTo>
                  <a:lnTo>
                    <a:pt x="49" y="5"/>
                  </a:lnTo>
                  <a:lnTo>
                    <a:pt x="45" y="10"/>
                  </a:lnTo>
                  <a:lnTo>
                    <a:pt x="45" y="12"/>
                  </a:lnTo>
                  <a:lnTo>
                    <a:pt x="49" y="15"/>
                  </a:lnTo>
                  <a:lnTo>
                    <a:pt x="59" y="12"/>
                  </a:lnTo>
                  <a:close/>
                  <a:moveTo>
                    <a:pt x="106" y="121"/>
                  </a:moveTo>
                  <a:lnTo>
                    <a:pt x="101" y="119"/>
                  </a:lnTo>
                  <a:lnTo>
                    <a:pt x="92" y="121"/>
                  </a:lnTo>
                  <a:lnTo>
                    <a:pt x="87" y="123"/>
                  </a:lnTo>
                  <a:lnTo>
                    <a:pt x="82" y="128"/>
                  </a:lnTo>
                  <a:lnTo>
                    <a:pt x="80" y="126"/>
                  </a:lnTo>
                  <a:lnTo>
                    <a:pt x="78" y="126"/>
                  </a:lnTo>
                  <a:lnTo>
                    <a:pt x="73" y="126"/>
                  </a:lnTo>
                  <a:lnTo>
                    <a:pt x="66" y="121"/>
                  </a:lnTo>
                  <a:lnTo>
                    <a:pt x="66" y="121"/>
                  </a:lnTo>
                  <a:lnTo>
                    <a:pt x="61" y="121"/>
                  </a:lnTo>
                  <a:lnTo>
                    <a:pt x="56" y="126"/>
                  </a:lnTo>
                  <a:lnTo>
                    <a:pt x="54" y="128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5" y="131"/>
                  </a:lnTo>
                  <a:lnTo>
                    <a:pt x="45" y="140"/>
                  </a:lnTo>
                  <a:lnTo>
                    <a:pt x="45" y="142"/>
                  </a:lnTo>
                  <a:lnTo>
                    <a:pt x="45" y="147"/>
                  </a:lnTo>
                  <a:lnTo>
                    <a:pt x="47" y="145"/>
                  </a:lnTo>
                  <a:lnTo>
                    <a:pt x="87" y="133"/>
                  </a:lnTo>
                  <a:lnTo>
                    <a:pt x="92" y="131"/>
                  </a:lnTo>
                  <a:lnTo>
                    <a:pt x="99" y="126"/>
                  </a:lnTo>
                  <a:lnTo>
                    <a:pt x="101" y="123"/>
                  </a:lnTo>
                  <a:lnTo>
                    <a:pt x="106" y="121"/>
                  </a:lnTo>
                  <a:lnTo>
                    <a:pt x="106" y="121"/>
                  </a:lnTo>
                  <a:close/>
                  <a:moveTo>
                    <a:pt x="26" y="10"/>
                  </a:moveTo>
                  <a:lnTo>
                    <a:pt x="18" y="7"/>
                  </a:lnTo>
                  <a:lnTo>
                    <a:pt x="14" y="5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4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4" y="17"/>
                  </a:lnTo>
                  <a:lnTo>
                    <a:pt x="18" y="15"/>
                  </a:lnTo>
                  <a:lnTo>
                    <a:pt x="23" y="17"/>
                  </a:lnTo>
                  <a:lnTo>
                    <a:pt x="28" y="19"/>
                  </a:lnTo>
                  <a:lnTo>
                    <a:pt x="30" y="15"/>
                  </a:lnTo>
                  <a:lnTo>
                    <a:pt x="33" y="17"/>
                  </a:lnTo>
                  <a:lnTo>
                    <a:pt x="33" y="17"/>
                  </a:lnTo>
                  <a:lnTo>
                    <a:pt x="37" y="17"/>
                  </a:lnTo>
                  <a:lnTo>
                    <a:pt x="33" y="12"/>
                  </a:lnTo>
                  <a:lnTo>
                    <a:pt x="26" y="1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4217" y="1466"/>
              <a:ext cx="87" cy="90"/>
            </a:xfrm>
            <a:custGeom>
              <a:avLst/>
              <a:gdLst>
                <a:gd name="T0" fmla="*/ 42 w 87"/>
                <a:gd name="T1" fmla="*/ 57 h 90"/>
                <a:gd name="T2" fmla="*/ 42 w 87"/>
                <a:gd name="T3" fmla="*/ 59 h 90"/>
                <a:gd name="T4" fmla="*/ 42 w 87"/>
                <a:gd name="T5" fmla="*/ 64 h 90"/>
                <a:gd name="T6" fmla="*/ 44 w 87"/>
                <a:gd name="T7" fmla="*/ 62 h 90"/>
                <a:gd name="T8" fmla="*/ 44 w 87"/>
                <a:gd name="T9" fmla="*/ 59 h 90"/>
                <a:gd name="T10" fmla="*/ 7 w 87"/>
                <a:gd name="T11" fmla="*/ 71 h 90"/>
                <a:gd name="T12" fmla="*/ 0 w 87"/>
                <a:gd name="T13" fmla="*/ 74 h 90"/>
                <a:gd name="T14" fmla="*/ 2 w 87"/>
                <a:gd name="T15" fmla="*/ 74 h 90"/>
                <a:gd name="T16" fmla="*/ 9 w 87"/>
                <a:gd name="T17" fmla="*/ 74 h 90"/>
                <a:gd name="T18" fmla="*/ 7 w 87"/>
                <a:gd name="T19" fmla="*/ 71 h 90"/>
                <a:gd name="T20" fmla="*/ 40 w 87"/>
                <a:gd name="T21" fmla="*/ 85 h 90"/>
                <a:gd name="T22" fmla="*/ 37 w 87"/>
                <a:gd name="T23" fmla="*/ 85 h 90"/>
                <a:gd name="T24" fmla="*/ 35 w 87"/>
                <a:gd name="T25" fmla="*/ 88 h 90"/>
                <a:gd name="T26" fmla="*/ 37 w 87"/>
                <a:gd name="T27" fmla="*/ 88 h 90"/>
                <a:gd name="T28" fmla="*/ 42 w 87"/>
                <a:gd name="T29" fmla="*/ 90 h 90"/>
                <a:gd name="T30" fmla="*/ 42 w 87"/>
                <a:gd name="T31" fmla="*/ 88 h 90"/>
                <a:gd name="T32" fmla="*/ 68 w 87"/>
                <a:gd name="T33" fmla="*/ 50 h 90"/>
                <a:gd name="T34" fmla="*/ 66 w 87"/>
                <a:gd name="T35" fmla="*/ 50 h 90"/>
                <a:gd name="T36" fmla="*/ 66 w 87"/>
                <a:gd name="T37" fmla="*/ 50 h 90"/>
                <a:gd name="T38" fmla="*/ 66 w 87"/>
                <a:gd name="T39" fmla="*/ 57 h 90"/>
                <a:gd name="T40" fmla="*/ 66 w 87"/>
                <a:gd name="T41" fmla="*/ 64 h 90"/>
                <a:gd name="T42" fmla="*/ 70 w 87"/>
                <a:gd name="T43" fmla="*/ 57 h 90"/>
                <a:gd name="T44" fmla="*/ 75 w 87"/>
                <a:gd name="T45" fmla="*/ 55 h 90"/>
                <a:gd name="T46" fmla="*/ 82 w 87"/>
                <a:gd name="T47" fmla="*/ 50 h 90"/>
                <a:gd name="T48" fmla="*/ 78 w 87"/>
                <a:gd name="T49" fmla="*/ 48 h 90"/>
                <a:gd name="T50" fmla="*/ 35 w 87"/>
                <a:gd name="T51" fmla="*/ 74 h 90"/>
                <a:gd name="T52" fmla="*/ 40 w 87"/>
                <a:gd name="T53" fmla="*/ 71 h 90"/>
                <a:gd name="T54" fmla="*/ 40 w 87"/>
                <a:gd name="T55" fmla="*/ 69 h 90"/>
                <a:gd name="T56" fmla="*/ 37 w 87"/>
                <a:gd name="T57" fmla="*/ 66 h 90"/>
                <a:gd name="T58" fmla="*/ 26 w 87"/>
                <a:gd name="T59" fmla="*/ 69 h 90"/>
                <a:gd name="T60" fmla="*/ 14 w 87"/>
                <a:gd name="T61" fmla="*/ 83 h 90"/>
                <a:gd name="T62" fmla="*/ 21 w 87"/>
                <a:gd name="T63" fmla="*/ 83 h 90"/>
                <a:gd name="T64" fmla="*/ 26 w 87"/>
                <a:gd name="T65" fmla="*/ 78 h 90"/>
                <a:gd name="T66" fmla="*/ 28 w 87"/>
                <a:gd name="T67" fmla="*/ 76 h 90"/>
                <a:gd name="T68" fmla="*/ 30 w 87"/>
                <a:gd name="T69" fmla="*/ 74 h 90"/>
                <a:gd name="T70" fmla="*/ 33 w 87"/>
                <a:gd name="T71" fmla="*/ 74 h 90"/>
                <a:gd name="T72" fmla="*/ 35 w 87"/>
                <a:gd name="T73" fmla="*/ 74 h 90"/>
                <a:gd name="T74" fmla="*/ 75 w 87"/>
                <a:gd name="T75" fmla="*/ 0 h 90"/>
                <a:gd name="T76" fmla="*/ 61 w 87"/>
                <a:gd name="T77" fmla="*/ 5 h 90"/>
                <a:gd name="T78" fmla="*/ 73 w 87"/>
                <a:gd name="T79" fmla="*/ 5 h 90"/>
                <a:gd name="T80" fmla="*/ 87 w 87"/>
                <a:gd name="T81" fmla="*/ 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" h="90">
                  <a:moveTo>
                    <a:pt x="44" y="57"/>
                  </a:moveTo>
                  <a:lnTo>
                    <a:pt x="42" y="57"/>
                  </a:lnTo>
                  <a:lnTo>
                    <a:pt x="42" y="57"/>
                  </a:lnTo>
                  <a:lnTo>
                    <a:pt x="42" y="59"/>
                  </a:lnTo>
                  <a:lnTo>
                    <a:pt x="42" y="62"/>
                  </a:lnTo>
                  <a:lnTo>
                    <a:pt x="42" y="64"/>
                  </a:lnTo>
                  <a:lnTo>
                    <a:pt x="44" y="64"/>
                  </a:lnTo>
                  <a:lnTo>
                    <a:pt x="44" y="62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57"/>
                  </a:lnTo>
                  <a:close/>
                  <a:moveTo>
                    <a:pt x="7" y="71"/>
                  </a:moveTo>
                  <a:lnTo>
                    <a:pt x="4" y="71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2" y="74"/>
                  </a:lnTo>
                  <a:lnTo>
                    <a:pt x="7" y="74"/>
                  </a:lnTo>
                  <a:lnTo>
                    <a:pt x="9" y="74"/>
                  </a:lnTo>
                  <a:lnTo>
                    <a:pt x="7" y="71"/>
                  </a:lnTo>
                  <a:lnTo>
                    <a:pt x="7" y="71"/>
                  </a:lnTo>
                  <a:close/>
                  <a:moveTo>
                    <a:pt x="40" y="85"/>
                  </a:moveTo>
                  <a:lnTo>
                    <a:pt x="40" y="85"/>
                  </a:lnTo>
                  <a:lnTo>
                    <a:pt x="37" y="85"/>
                  </a:lnTo>
                  <a:lnTo>
                    <a:pt x="37" y="85"/>
                  </a:lnTo>
                  <a:lnTo>
                    <a:pt x="35" y="85"/>
                  </a:lnTo>
                  <a:lnTo>
                    <a:pt x="35" y="88"/>
                  </a:lnTo>
                  <a:lnTo>
                    <a:pt x="35" y="88"/>
                  </a:lnTo>
                  <a:lnTo>
                    <a:pt x="37" y="88"/>
                  </a:lnTo>
                  <a:lnTo>
                    <a:pt x="40" y="88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88"/>
                  </a:lnTo>
                  <a:lnTo>
                    <a:pt x="40" y="85"/>
                  </a:lnTo>
                  <a:close/>
                  <a:moveTo>
                    <a:pt x="68" y="50"/>
                  </a:moveTo>
                  <a:lnTo>
                    <a:pt x="68" y="50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6" y="55"/>
                  </a:lnTo>
                  <a:lnTo>
                    <a:pt x="66" y="57"/>
                  </a:lnTo>
                  <a:lnTo>
                    <a:pt x="61" y="64"/>
                  </a:lnTo>
                  <a:lnTo>
                    <a:pt x="66" y="64"/>
                  </a:lnTo>
                  <a:lnTo>
                    <a:pt x="68" y="62"/>
                  </a:lnTo>
                  <a:lnTo>
                    <a:pt x="70" y="57"/>
                  </a:lnTo>
                  <a:lnTo>
                    <a:pt x="73" y="55"/>
                  </a:lnTo>
                  <a:lnTo>
                    <a:pt x="75" y="55"/>
                  </a:lnTo>
                  <a:lnTo>
                    <a:pt x="78" y="52"/>
                  </a:lnTo>
                  <a:lnTo>
                    <a:pt x="82" y="50"/>
                  </a:lnTo>
                  <a:lnTo>
                    <a:pt x="82" y="48"/>
                  </a:lnTo>
                  <a:lnTo>
                    <a:pt x="78" y="48"/>
                  </a:lnTo>
                  <a:lnTo>
                    <a:pt x="68" y="50"/>
                  </a:lnTo>
                  <a:close/>
                  <a:moveTo>
                    <a:pt x="35" y="74"/>
                  </a:moveTo>
                  <a:lnTo>
                    <a:pt x="37" y="74"/>
                  </a:lnTo>
                  <a:lnTo>
                    <a:pt x="40" y="71"/>
                  </a:lnTo>
                  <a:lnTo>
                    <a:pt x="40" y="71"/>
                  </a:lnTo>
                  <a:lnTo>
                    <a:pt x="40" y="69"/>
                  </a:lnTo>
                  <a:lnTo>
                    <a:pt x="40" y="66"/>
                  </a:lnTo>
                  <a:lnTo>
                    <a:pt x="37" y="66"/>
                  </a:lnTo>
                  <a:lnTo>
                    <a:pt x="33" y="66"/>
                  </a:lnTo>
                  <a:lnTo>
                    <a:pt x="26" y="69"/>
                  </a:lnTo>
                  <a:lnTo>
                    <a:pt x="23" y="69"/>
                  </a:lnTo>
                  <a:lnTo>
                    <a:pt x="14" y="83"/>
                  </a:lnTo>
                  <a:lnTo>
                    <a:pt x="16" y="83"/>
                  </a:lnTo>
                  <a:lnTo>
                    <a:pt x="21" y="83"/>
                  </a:lnTo>
                  <a:lnTo>
                    <a:pt x="26" y="81"/>
                  </a:lnTo>
                  <a:lnTo>
                    <a:pt x="26" y="78"/>
                  </a:lnTo>
                  <a:lnTo>
                    <a:pt x="28" y="78"/>
                  </a:lnTo>
                  <a:lnTo>
                    <a:pt x="28" y="76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3" y="74"/>
                  </a:lnTo>
                  <a:lnTo>
                    <a:pt x="33" y="74"/>
                  </a:lnTo>
                  <a:lnTo>
                    <a:pt x="35" y="74"/>
                  </a:lnTo>
                  <a:lnTo>
                    <a:pt x="35" y="74"/>
                  </a:lnTo>
                  <a:close/>
                  <a:moveTo>
                    <a:pt x="82" y="0"/>
                  </a:moveTo>
                  <a:lnTo>
                    <a:pt x="75" y="0"/>
                  </a:lnTo>
                  <a:lnTo>
                    <a:pt x="59" y="3"/>
                  </a:lnTo>
                  <a:lnTo>
                    <a:pt x="61" y="5"/>
                  </a:lnTo>
                  <a:lnTo>
                    <a:pt x="66" y="5"/>
                  </a:lnTo>
                  <a:lnTo>
                    <a:pt x="73" y="5"/>
                  </a:lnTo>
                  <a:lnTo>
                    <a:pt x="85" y="7"/>
                  </a:lnTo>
                  <a:lnTo>
                    <a:pt x="87" y="7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7"/>
            <p:cNvSpPr>
              <a:spLocks noEditPoints="1"/>
            </p:cNvSpPr>
            <p:nvPr/>
          </p:nvSpPr>
          <p:spPr bwMode="auto">
            <a:xfrm>
              <a:off x="5049" y="2451"/>
              <a:ext cx="55" cy="168"/>
            </a:xfrm>
            <a:custGeom>
              <a:avLst/>
              <a:gdLst>
                <a:gd name="T0" fmla="*/ 45 w 55"/>
                <a:gd name="T1" fmla="*/ 12 h 168"/>
                <a:gd name="T2" fmla="*/ 40 w 55"/>
                <a:gd name="T3" fmla="*/ 0 h 168"/>
                <a:gd name="T4" fmla="*/ 38 w 55"/>
                <a:gd name="T5" fmla="*/ 0 h 168"/>
                <a:gd name="T6" fmla="*/ 31 w 55"/>
                <a:gd name="T7" fmla="*/ 0 h 168"/>
                <a:gd name="T8" fmla="*/ 26 w 55"/>
                <a:gd name="T9" fmla="*/ 2 h 168"/>
                <a:gd name="T10" fmla="*/ 24 w 55"/>
                <a:gd name="T11" fmla="*/ 14 h 168"/>
                <a:gd name="T12" fmla="*/ 17 w 55"/>
                <a:gd name="T13" fmla="*/ 21 h 168"/>
                <a:gd name="T14" fmla="*/ 19 w 55"/>
                <a:gd name="T15" fmla="*/ 24 h 168"/>
                <a:gd name="T16" fmla="*/ 17 w 55"/>
                <a:gd name="T17" fmla="*/ 36 h 168"/>
                <a:gd name="T18" fmla="*/ 33 w 55"/>
                <a:gd name="T19" fmla="*/ 47 h 168"/>
                <a:gd name="T20" fmla="*/ 40 w 55"/>
                <a:gd name="T21" fmla="*/ 45 h 168"/>
                <a:gd name="T22" fmla="*/ 48 w 55"/>
                <a:gd name="T23" fmla="*/ 24 h 168"/>
                <a:gd name="T24" fmla="*/ 12 w 55"/>
                <a:gd name="T25" fmla="*/ 154 h 168"/>
                <a:gd name="T26" fmla="*/ 12 w 55"/>
                <a:gd name="T27" fmla="*/ 156 h 168"/>
                <a:gd name="T28" fmla="*/ 12 w 55"/>
                <a:gd name="T29" fmla="*/ 159 h 168"/>
                <a:gd name="T30" fmla="*/ 12 w 55"/>
                <a:gd name="T31" fmla="*/ 159 h 168"/>
                <a:gd name="T32" fmla="*/ 14 w 55"/>
                <a:gd name="T33" fmla="*/ 156 h 168"/>
                <a:gd name="T34" fmla="*/ 12 w 55"/>
                <a:gd name="T35" fmla="*/ 154 h 168"/>
                <a:gd name="T36" fmla="*/ 52 w 55"/>
                <a:gd name="T37" fmla="*/ 83 h 168"/>
                <a:gd name="T38" fmla="*/ 55 w 55"/>
                <a:gd name="T39" fmla="*/ 83 h 168"/>
                <a:gd name="T40" fmla="*/ 52 w 55"/>
                <a:gd name="T41" fmla="*/ 85 h 168"/>
                <a:gd name="T42" fmla="*/ 52 w 55"/>
                <a:gd name="T43" fmla="*/ 83 h 168"/>
                <a:gd name="T44" fmla="*/ 50 w 55"/>
                <a:gd name="T45" fmla="*/ 85 h 168"/>
                <a:gd name="T46" fmla="*/ 52 w 55"/>
                <a:gd name="T47" fmla="*/ 88 h 168"/>
                <a:gd name="T48" fmla="*/ 52 w 55"/>
                <a:gd name="T49" fmla="*/ 85 h 168"/>
                <a:gd name="T50" fmla="*/ 45 w 55"/>
                <a:gd name="T51" fmla="*/ 107 h 168"/>
                <a:gd name="T52" fmla="*/ 48 w 55"/>
                <a:gd name="T53" fmla="*/ 104 h 168"/>
                <a:gd name="T54" fmla="*/ 45 w 55"/>
                <a:gd name="T55" fmla="*/ 99 h 168"/>
                <a:gd name="T56" fmla="*/ 5 w 55"/>
                <a:gd name="T57" fmla="*/ 163 h 168"/>
                <a:gd name="T58" fmla="*/ 0 w 55"/>
                <a:gd name="T59" fmla="*/ 163 h 168"/>
                <a:gd name="T60" fmla="*/ 0 w 55"/>
                <a:gd name="T61" fmla="*/ 166 h 168"/>
                <a:gd name="T62" fmla="*/ 0 w 55"/>
                <a:gd name="T63" fmla="*/ 168 h 168"/>
                <a:gd name="T64" fmla="*/ 5 w 55"/>
                <a:gd name="T65" fmla="*/ 168 h 168"/>
                <a:gd name="T66" fmla="*/ 7 w 55"/>
                <a:gd name="T67" fmla="*/ 166 h 168"/>
                <a:gd name="T68" fmla="*/ 5 w 55"/>
                <a:gd name="T69" fmla="*/ 163 h 168"/>
                <a:gd name="T70" fmla="*/ 38 w 55"/>
                <a:gd name="T71" fmla="*/ 66 h 168"/>
                <a:gd name="T72" fmla="*/ 36 w 55"/>
                <a:gd name="T73" fmla="*/ 69 h 168"/>
                <a:gd name="T74" fmla="*/ 29 w 55"/>
                <a:gd name="T75" fmla="*/ 76 h 168"/>
                <a:gd name="T76" fmla="*/ 31 w 55"/>
                <a:gd name="T77" fmla="*/ 78 h 168"/>
                <a:gd name="T78" fmla="*/ 26 w 55"/>
                <a:gd name="T79" fmla="*/ 80 h 168"/>
                <a:gd name="T80" fmla="*/ 24 w 55"/>
                <a:gd name="T81" fmla="*/ 80 h 168"/>
                <a:gd name="T82" fmla="*/ 29 w 55"/>
                <a:gd name="T83" fmla="*/ 80 h 168"/>
                <a:gd name="T84" fmla="*/ 31 w 55"/>
                <a:gd name="T85" fmla="*/ 83 h 168"/>
                <a:gd name="T86" fmla="*/ 31 w 55"/>
                <a:gd name="T87" fmla="*/ 80 h 168"/>
                <a:gd name="T88" fmla="*/ 38 w 55"/>
                <a:gd name="T89" fmla="*/ 73 h 168"/>
                <a:gd name="T90" fmla="*/ 38 w 55"/>
                <a:gd name="T91" fmla="*/ 69 h 168"/>
                <a:gd name="T92" fmla="*/ 24 w 55"/>
                <a:gd name="T93" fmla="*/ 135 h 168"/>
                <a:gd name="T94" fmla="*/ 22 w 55"/>
                <a:gd name="T95" fmla="*/ 137 h 168"/>
                <a:gd name="T96" fmla="*/ 22 w 55"/>
                <a:gd name="T97" fmla="*/ 140 h 168"/>
                <a:gd name="T98" fmla="*/ 19 w 55"/>
                <a:gd name="T99" fmla="*/ 142 h 168"/>
                <a:gd name="T100" fmla="*/ 22 w 55"/>
                <a:gd name="T101" fmla="*/ 144 h 168"/>
                <a:gd name="T102" fmla="*/ 24 w 55"/>
                <a:gd name="T103" fmla="*/ 142 h 168"/>
                <a:gd name="T104" fmla="*/ 24 w 55"/>
                <a:gd name="T105" fmla="*/ 137 h 168"/>
                <a:gd name="T106" fmla="*/ 24 w 55"/>
                <a:gd name="T107" fmla="*/ 13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" h="168">
                  <a:moveTo>
                    <a:pt x="48" y="24"/>
                  </a:moveTo>
                  <a:lnTo>
                    <a:pt x="45" y="1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6" y="2"/>
                  </a:lnTo>
                  <a:lnTo>
                    <a:pt x="24" y="7"/>
                  </a:lnTo>
                  <a:lnTo>
                    <a:pt x="24" y="14"/>
                  </a:lnTo>
                  <a:lnTo>
                    <a:pt x="22" y="19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9" y="24"/>
                  </a:lnTo>
                  <a:lnTo>
                    <a:pt x="17" y="28"/>
                  </a:lnTo>
                  <a:lnTo>
                    <a:pt x="17" y="36"/>
                  </a:lnTo>
                  <a:lnTo>
                    <a:pt x="19" y="40"/>
                  </a:lnTo>
                  <a:lnTo>
                    <a:pt x="33" y="47"/>
                  </a:lnTo>
                  <a:lnTo>
                    <a:pt x="38" y="50"/>
                  </a:lnTo>
                  <a:lnTo>
                    <a:pt x="40" y="45"/>
                  </a:lnTo>
                  <a:lnTo>
                    <a:pt x="45" y="38"/>
                  </a:lnTo>
                  <a:lnTo>
                    <a:pt x="48" y="2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lnTo>
                    <a:pt x="12" y="156"/>
                  </a:lnTo>
                  <a:lnTo>
                    <a:pt x="10" y="156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2" y="156"/>
                  </a:lnTo>
                  <a:lnTo>
                    <a:pt x="14" y="156"/>
                  </a:ln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55" y="83"/>
                  </a:moveTo>
                  <a:lnTo>
                    <a:pt x="52" y="83"/>
                  </a:lnTo>
                  <a:lnTo>
                    <a:pt x="52" y="85"/>
                  </a:lnTo>
                  <a:lnTo>
                    <a:pt x="55" y="83"/>
                  </a:lnTo>
                  <a:lnTo>
                    <a:pt x="55" y="83"/>
                  </a:lnTo>
                  <a:close/>
                  <a:moveTo>
                    <a:pt x="52" y="85"/>
                  </a:moveTo>
                  <a:lnTo>
                    <a:pt x="52" y="85"/>
                  </a:lnTo>
                  <a:lnTo>
                    <a:pt x="52" y="83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2" y="88"/>
                  </a:lnTo>
                  <a:lnTo>
                    <a:pt x="52" y="88"/>
                  </a:lnTo>
                  <a:lnTo>
                    <a:pt x="52" y="85"/>
                  </a:lnTo>
                  <a:lnTo>
                    <a:pt x="52" y="85"/>
                  </a:lnTo>
                  <a:close/>
                  <a:moveTo>
                    <a:pt x="45" y="104"/>
                  </a:moveTo>
                  <a:lnTo>
                    <a:pt x="45" y="107"/>
                  </a:lnTo>
                  <a:lnTo>
                    <a:pt x="45" y="107"/>
                  </a:lnTo>
                  <a:lnTo>
                    <a:pt x="48" y="104"/>
                  </a:lnTo>
                  <a:lnTo>
                    <a:pt x="48" y="99"/>
                  </a:lnTo>
                  <a:lnTo>
                    <a:pt x="45" y="99"/>
                  </a:lnTo>
                  <a:lnTo>
                    <a:pt x="45" y="104"/>
                  </a:lnTo>
                  <a:close/>
                  <a:moveTo>
                    <a:pt x="5" y="163"/>
                  </a:moveTo>
                  <a:lnTo>
                    <a:pt x="3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0" y="168"/>
                  </a:lnTo>
                  <a:lnTo>
                    <a:pt x="3" y="168"/>
                  </a:lnTo>
                  <a:lnTo>
                    <a:pt x="5" y="168"/>
                  </a:lnTo>
                  <a:lnTo>
                    <a:pt x="5" y="168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5" y="163"/>
                  </a:lnTo>
                  <a:close/>
                  <a:moveTo>
                    <a:pt x="38" y="69"/>
                  </a:moveTo>
                  <a:lnTo>
                    <a:pt x="38" y="66"/>
                  </a:lnTo>
                  <a:lnTo>
                    <a:pt x="38" y="66"/>
                  </a:lnTo>
                  <a:lnTo>
                    <a:pt x="36" y="69"/>
                  </a:lnTo>
                  <a:lnTo>
                    <a:pt x="31" y="73"/>
                  </a:lnTo>
                  <a:lnTo>
                    <a:pt x="29" y="76"/>
                  </a:lnTo>
                  <a:lnTo>
                    <a:pt x="31" y="76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26" y="80"/>
                  </a:lnTo>
                  <a:lnTo>
                    <a:pt x="24" y="80"/>
                  </a:lnTo>
                  <a:lnTo>
                    <a:pt x="24" y="80"/>
                  </a:lnTo>
                  <a:lnTo>
                    <a:pt x="26" y="80"/>
                  </a:lnTo>
                  <a:lnTo>
                    <a:pt x="29" y="80"/>
                  </a:lnTo>
                  <a:lnTo>
                    <a:pt x="31" y="83"/>
                  </a:lnTo>
                  <a:lnTo>
                    <a:pt x="31" y="83"/>
                  </a:lnTo>
                  <a:lnTo>
                    <a:pt x="33" y="80"/>
                  </a:lnTo>
                  <a:lnTo>
                    <a:pt x="31" y="80"/>
                  </a:lnTo>
                  <a:lnTo>
                    <a:pt x="33" y="78"/>
                  </a:lnTo>
                  <a:lnTo>
                    <a:pt x="38" y="73"/>
                  </a:lnTo>
                  <a:lnTo>
                    <a:pt x="40" y="69"/>
                  </a:lnTo>
                  <a:lnTo>
                    <a:pt x="38" y="69"/>
                  </a:lnTo>
                  <a:lnTo>
                    <a:pt x="38" y="69"/>
                  </a:lnTo>
                  <a:close/>
                  <a:moveTo>
                    <a:pt x="24" y="135"/>
                  </a:moveTo>
                  <a:lnTo>
                    <a:pt x="22" y="135"/>
                  </a:lnTo>
                  <a:lnTo>
                    <a:pt x="22" y="137"/>
                  </a:lnTo>
                  <a:lnTo>
                    <a:pt x="22" y="137"/>
                  </a:lnTo>
                  <a:lnTo>
                    <a:pt x="22" y="140"/>
                  </a:lnTo>
                  <a:lnTo>
                    <a:pt x="22" y="142"/>
                  </a:lnTo>
                  <a:lnTo>
                    <a:pt x="19" y="142"/>
                  </a:lnTo>
                  <a:lnTo>
                    <a:pt x="19" y="142"/>
                  </a:lnTo>
                  <a:lnTo>
                    <a:pt x="22" y="144"/>
                  </a:lnTo>
                  <a:lnTo>
                    <a:pt x="22" y="142"/>
                  </a:lnTo>
                  <a:lnTo>
                    <a:pt x="24" y="142"/>
                  </a:lnTo>
                  <a:lnTo>
                    <a:pt x="24" y="140"/>
                  </a:lnTo>
                  <a:lnTo>
                    <a:pt x="24" y="137"/>
                  </a:lnTo>
                  <a:lnTo>
                    <a:pt x="26" y="137"/>
                  </a:lnTo>
                  <a:lnTo>
                    <a:pt x="24" y="135"/>
                  </a:lnTo>
                  <a:lnTo>
                    <a:pt x="24" y="13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8"/>
            <p:cNvSpPr>
              <a:spLocks/>
            </p:cNvSpPr>
            <p:nvPr/>
          </p:nvSpPr>
          <p:spPr bwMode="auto">
            <a:xfrm>
              <a:off x="2258" y="1807"/>
              <a:ext cx="4" cy="2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0 h 2"/>
                <a:gd name="T4" fmla="*/ 4 w 4"/>
                <a:gd name="T5" fmla="*/ 0 h 2"/>
                <a:gd name="T6" fmla="*/ 4 w 4"/>
                <a:gd name="T7" fmla="*/ 0 h 2"/>
                <a:gd name="T8" fmla="*/ 4 w 4"/>
                <a:gd name="T9" fmla="*/ 0 h 2"/>
                <a:gd name="T10" fmla="*/ 4 w 4"/>
                <a:gd name="T11" fmla="*/ 0 h 2"/>
                <a:gd name="T12" fmla="*/ 4 w 4"/>
                <a:gd name="T13" fmla="*/ 0 h 2"/>
                <a:gd name="T14" fmla="*/ 4 w 4"/>
                <a:gd name="T15" fmla="*/ 0 h 2"/>
                <a:gd name="T16" fmla="*/ 4 w 4"/>
                <a:gd name="T17" fmla="*/ 2 h 2"/>
                <a:gd name="T18" fmla="*/ 4 w 4"/>
                <a:gd name="T19" fmla="*/ 2 h 2"/>
                <a:gd name="T20" fmla="*/ 4 w 4"/>
                <a:gd name="T21" fmla="*/ 2 h 2"/>
                <a:gd name="T22" fmla="*/ 4 w 4"/>
                <a:gd name="T23" fmla="*/ 2 h 2"/>
                <a:gd name="T24" fmla="*/ 4 w 4"/>
                <a:gd name="T25" fmla="*/ 2 h 2"/>
                <a:gd name="T26" fmla="*/ 4 w 4"/>
                <a:gd name="T27" fmla="*/ 2 h 2"/>
                <a:gd name="T28" fmla="*/ 4 w 4"/>
                <a:gd name="T29" fmla="*/ 2 h 2"/>
                <a:gd name="T30" fmla="*/ 4 w 4"/>
                <a:gd name="T31" fmla="*/ 2 h 2"/>
                <a:gd name="T32" fmla="*/ 4 w 4"/>
                <a:gd name="T33" fmla="*/ 2 h 2"/>
                <a:gd name="T34" fmla="*/ 2 w 4"/>
                <a:gd name="T35" fmla="*/ 2 h 2"/>
                <a:gd name="T36" fmla="*/ 2 w 4"/>
                <a:gd name="T37" fmla="*/ 2 h 2"/>
                <a:gd name="T38" fmla="*/ 2 w 4"/>
                <a:gd name="T39" fmla="*/ 2 h 2"/>
                <a:gd name="T40" fmla="*/ 2 w 4"/>
                <a:gd name="T41" fmla="*/ 2 h 2"/>
                <a:gd name="T42" fmla="*/ 2 w 4"/>
                <a:gd name="T43" fmla="*/ 2 h 2"/>
                <a:gd name="T44" fmla="*/ 2 w 4"/>
                <a:gd name="T45" fmla="*/ 2 h 2"/>
                <a:gd name="T46" fmla="*/ 2 w 4"/>
                <a:gd name="T47" fmla="*/ 2 h 2"/>
                <a:gd name="T48" fmla="*/ 2 w 4"/>
                <a:gd name="T49" fmla="*/ 2 h 2"/>
                <a:gd name="T50" fmla="*/ 2 w 4"/>
                <a:gd name="T51" fmla="*/ 2 h 2"/>
                <a:gd name="T52" fmla="*/ 0 w 4"/>
                <a:gd name="T53" fmla="*/ 0 h 2"/>
                <a:gd name="T54" fmla="*/ 0 w 4"/>
                <a:gd name="T55" fmla="*/ 0 h 2"/>
                <a:gd name="T56" fmla="*/ 2 w 4"/>
                <a:gd name="T57" fmla="*/ 0 h 2"/>
                <a:gd name="T58" fmla="*/ 2 w 4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9"/>
            <p:cNvSpPr>
              <a:spLocks noEditPoints="1"/>
            </p:cNvSpPr>
            <p:nvPr/>
          </p:nvSpPr>
          <p:spPr bwMode="auto">
            <a:xfrm>
              <a:off x="5033" y="2842"/>
              <a:ext cx="243" cy="305"/>
            </a:xfrm>
            <a:custGeom>
              <a:avLst/>
              <a:gdLst>
                <a:gd name="T0" fmla="*/ 30 w 243"/>
                <a:gd name="T1" fmla="*/ 168 h 305"/>
                <a:gd name="T2" fmla="*/ 28 w 243"/>
                <a:gd name="T3" fmla="*/ 165 h 305"/>
                <a:gd name="T4" fmla="*/ 28 w 243"/>
                <a:gd name="T5" fmla="*/ 170 h 305"/>
                <a:gd name="T6" fmla="*/ 16 w 243"/>
                <a:gd name="T7" fmla="*/ 172 h 305"/>
                <a:gd name="T8" fmla="*/ 19 w 243"/>
                <a:gd name="T9" fmla="*/ 170 h 305"/>
                <a:gd name="T10" fmla="*/ 16 w 243"/>
                <a:gd name="T11" fmla="*/ 170 h 305"/>
                <a:gd name="T12" fmla="*/ 14 w 243"/>
                <a:gd name="T13" fmla="*/ 175 h 305"/>
                <a:gd name="T14" fmla="*/ 172 w 243"/>
                <a:gd name="T15" fmla="*/ 210 h 305"/>
                <a:gd name="T16" fmla="*/ 165 w 243"/>
                <a:gd name="T17" fmla="*/ 184 h 305"/>
                <a:gd name="T18" fmla="*/ 161 w 243"/>
                <a:gd name="T19" fmla="*/ 156 h 305"/>
                <a:gd name="T20" fmla="*/ 175 w 243"/>
                <a:gd name="T21" fmla="*/ 130 h 305"/>
                <a:gd name="T22" fmla="*/ 144 w 243"/>
                <a:gd name="T23" fmla="*/ 123 h 305"/>
                <a:gd name="T24" fmla="*/ 94 w 243"/>
                <a:gd name="T25" fmla="*/ 135 h 305"/>
                <a:gd name="T26" fmla="*/ 85 w 243"/>
                <a:gd name="T27" fmla="*/ 144 h 305"/>
                <a:gd name="T28" fmla="*/ 80 w 243"/>
                <a:gd name="T29" fmla="*/ 146 h 305"/>
                <a:gd name="T30" fmla="*/ 78 w 243"/>
                <a:gd name="T31" fmla="*/ 144 h 305"/>
                <a:gd name="T32" fmla="*/ 75 w 243"/>
                <a:gd name="T33" fmla="*/ 144 h 305"/>
                <a:gd name="T34" fmla="*/ 73 w 243"/>
                <a:gd name="T35" fmla="*/ 144 h 305"/>
                <a:gd name="T36" fmla="*/ 61 w 243"/>
                <a:gd name="T37" fmla="*/ 149 h 305"/>
                <a:gd name="T38" fmla="*/ 33 w 243"/>
                <a:gd name="T39" fmla="*/ 163 h 305"/>
                <a:gd name="T40" fmla="*/ 47 w 243"/>
                <a:gd name="T41" fmla="*/ 165 h 305"/>
                <a:gd name="T42" fmla="*/ 71 w 243"/>
                <a:gd name="T43" fmla="*/ 175 h 305"/>
                <a:gd name="T44" fmla="*/ 80 w 243"/>
                <a:gd name="T45" fmla="*/ 203 h 305"/>
                <a:gd name="T46" fmla="*/ 80 w 243"/>
                <a:gd name="T47" fmla="*/ 220 h 305"/>
                <a:gd name="T48" fmla="*/ 80 w 243"/>
                <a:gd name="T49" fmla="*/ 225 h 305"/>
                <a:gd name="T50" fmla="*/ 82 w 243"/>
                <a:gd name="T51" fmla="*/ 229 h 305"/>
                <a:gd name="T52" fmla="*/ 87 w 243"/>
                <a:gd name="T53" fmla="*/ 239 h 305"/>
                <a:gd name="T54" fmla="*/ 82 w 243"/>
                <a:gd name="T55" fmla="*/ 253 h 305"/>
                <a:gd name="T56" fmla="*/ 54 w 243"/>
                <a:gd name="T57" fmla="*/ 255 h 305"/>
                <a:gd name="T58" fmla="*/ 40 w 243"/>
                <a:gd name="T59" fmla="*/ 274 h 305"/>
                <a:gd name="T60" fmla="*/ 19 w 243"/>
                <a:gd name="T61" fmla="*/ 291 h 305"/>
                <a:gd name="T62" fmla="*/ 7 w 243"/>
                <a:gd name="T63" fmla="*/ 296 h 305"/>
                <a:gd name="T64" fmla="*/ 9 w 243"/>
                <a:gd name="T65" fmla="*/ 305 h 305"/>
                <a:gd name="T66" fmla="*/ 21 w 243"/>
                <a:gd name="T67" fmla="*/ 296 h 305"/>
                <a:gd name="T68" fmla="*/ 52 w 243"/>
                <a:gd name="T69" fmla="*/ 291 h 305"/>
                <a:gd name="T70" fmla="*/ 61 w 243"/>
                <a:gd name="T71" fmla="*/ 293 h 305"/>
                <a:gd name="T72" fmla="*/ 75 w 243"/>
                <a:gd name="T73" fmla="*/ 288 h 305"/>
                <a:gd name="T74" fmla="*/ 118 w 243"/>
                <a:gd name="T75" fmla="*/ 284 h 305"/>
                <a:gd name="T76" fmla="*/ 151 w 243"/>
                <a:gd name="T77" fmla="*/ 277 h 305"/>
                <a:gd name="T78" fmla="*/ 172 w 243"/>
                <a:gd name="T79" fmla="*/ 265 h 305"/>
                <a:gd name="T80" fmla="*/ 182 w 243"/>
                <a:gd name="T81" fmla="*/ 248 h 305"/>
                <a:gd name="T82" fmla="*/ 243 w 243"/>
                <a:gd name="T83" fmla="*/ 4 h 305"/>
                <a:gd name="T84" fmla="*/ 236 w 243"/>
                <a:gd name="T85" fmla="*/ 7 h 305"/>
                <a:gd name="T86" fmla="*/ 227 w 243"/>
                <a:gd name="T87" fmla="*/ 7 h 305"/>
                <a:gd name="T88" fmla="*/ 210 w 243"/>
                <a:gd name="T89" fmla="*/ 16 h 305"/>
                <a:gd name="T90" fmla="*/ 189 w 243"/>
                <a:gd name="T91" fmla="*/ 40 h 305"/>
                <a:gd name="T92" fmla="*/ 184 w 243"/>
                <a:gd name="T93" fmla="*/ 47 h 305"/>
                <a:gd name="T94" fmla="*/ 194 w 243"/>
                <a:gd name="T95" fmla="*/ 49 h 305"/>
                <a:gd name="T96" fmla="*/ 215 w 243"/>
                <a:gd name="T97" fmla="*/ 33 h 305"/>
                <a:gd name="T98" fmla="*/ 224 w 243"/>
                <a:gd name="T99" fmla="*/ 30 h 305"/>
                <a:gd name="T100" fmla="*/ 232 w 243"/>
                <a:gd name="T101" fmla="*/ 21 h 305"/>
                <a:gd name="T102" fmla="*/ 239 w 243"/>
                <a:gd name="T103" fmla="*/ 19 h 305"/>
                <a:gd name="T104" fmla="*/ 243 w 243"/>
                <a:gd name="T105" fmla="*/ 1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3" h="305">
                  <a:moveTo>
                    <a:pt x="28" y="170"/>
                  </a:moveTo>
                  <a:lnTo>
                    <a:pt x="30" y="170"/>
                  </a:lnTo>
                  <a:lnTo>
                    <a:pt x="30" y="170"/>
                  </a:lnTo>
                  <a:lnTo>
                    <a:pt x="30" y="168"/>
                  </a:lnTo>
                  <a:lnTo>
                    <a:pt x="30" y="168"/>
                  </a:lnTo>
                  <a:lnTo>
                    <a:pt x="30" y="165"/>
                  </a:lnTo>
                  <a:lnTo>
                    <a:pt x="30" y="165"/>
                  </a:lnTo>
                  <a:lnTo>
                    <a:pt x="28" y="165"/>
                  </a:lnTo>
                  <a:lnTo>
                    <a:pt x="28" y="168"/>
                  </a:lnTo>
                  <a:lnTo>
                    <a:pt x="26" y="170"/>
                  </a:lnTo>
                  <a:lnTo>
                    <a:pt x="28" y="170"/>
                  </a:lnTo>
                  <a:lnTo>
                    <a:pt x="28" y="170"/>
                  </a:lnTo>
                  <a:close/>
                  <a:moveTo>
                    <a:pt x="16" y="175"/>
                  </a:moveTo>
                  <a:lnTo>
                    <a:pt x="19" y="175"/>
                  </a:lnTo>
                  <a:lnTo>
                    <a:pt x="19" y="172"/>
                  </a:lnTo>
                  <a:lnTo>
                    <a:pt x="16" y="172"/>
                  </a:lnTo>
                  <a:lnTo>
                    <a:pt x="16" y="172"/>
                  </a:lnTo>
                  <a:lnTo>
                    <a:pt x="16" y="170"/>
                  </a:lnTo>
                  <a:lnTo>
                    <a:pt x="16" y="170"/>
                  </a:lnTo>
                  <a:lnTo>
                    <a:pt x="19" y="170"/>
                  </a:lnTo>
                  <a:lnTo>
                    <a:pt x="19" y="172"/>
                  </a:lnTo>
                  <a:lnTo>
                    <a:pt x="19" y="170"/>
                  </a:lnTo>
                  <a:lnTo>
                    <a:pt x="19" y="170"/>
                  </a:lnTo>
                  <a:lnTo>
                    <a:pt x="16" y="170"/>
                  </a:lnTo>
                  <a:lnTo>
                    <a:pt x="14" y="170"/>
                  </a:lnTo>
                  <a:lnTo>
                    <a:pt x="14" y="170"/>
                  </a:lnTo>
                  <a:lnTo>
                    <a:pt x="14" y="172"/>
                  </a:lnTo>
                  <a:lnTo>
                    <a:pt x="14" y="175"/>
                  </a:lnTo>
                  <a:lnTo>
                    <a:pt x="16" y="175"/>
                  </a:lnTo>
                  <a:close/>
                  <a:moveTo>
                    <a:pt x="187" y="220"/>
                  </a:moveTo>
                  <a:lnTo>
                    <a:pt x="177" y="215"/>
                  </a:lnTo>
                  <a:lnTo>
                    <a:pt x="172" y="210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5" y="191"/>
                  </a:lnTo>
                  <a:lnTo>
                    <a:pt x="165" y="184"/>
                  </a:lnTo>
                  <a:lnTo>
                    <a:pt x="170" y="180"/>
                  </a:lnTo>
                  <a:lnTo>
                    <a:pt x="168" y="172"/>
                  </a:lnTo>
                  <a:lnTo>
                    <a:pt x="163" y="161"/>
                  </a:lnTo>
                  <a:lnTo>
                    <a:pt x="161" y="156"/>
                  </a:lnTo>
                  <a:lnTo>
                    <a:pt x="161" y="149"/>
                  </a:lnTo>
                  <a:lnTo>
                    <a:pt x="163" y="146"/>
                  </a:lnTo>
                  <a:lnTo>
                    <a:pt x="168" y="146"/>
                  </a:lnTo>
                  <a:lnTo>
                    <a:pt x="175" y="130"/>
                  </a:lnTo>
                  <a:lnTo>
                    <a:pt x="182" y="116"/>
                  </a:lnTo>
                  <a:lnTo>
                    <a:pt x="172" y="113"/>
                  </a:lnTo>
                  <a:lnTo>
                    <a:pt x="146" y="120"/>
                  </a:lnTo>
                  <a:lnTo>
                    <a:pt x="144" y="123"/>
                  </a:lnTo>
                  <a:lnTo>
                    <a:pt x="132" y="127"/>
                  </a:lnTo>
                  <a:lnTo>
                    <a:pt x="127" y="130"/>
                  </a:lnTo>
                  <a:lnTo>
                    <a:pt x="104" y="135"/>
                  </a:lnTo>
                  <a:lnTo>
                    <a:pt x="94" y="135"/>
                  </a:lnTo>
                  <a:lnTo>
                    <a:pt x="90" y="135"/>
                  </a:lnTo>
                  <a:lnTo>
                    <a:pt x="90" y="137"/>
                  </a:lnTo>
                  <a:lnTo>
                    <a:pt x="87" y="142"/>
                  </a:lnTo>
                  <a:lnTo>
                    <a:pt x="85" y="144"/>
                  </a:lnTo>
                  <a:lnTo>
                    <a:pt x="85" y="144"/>
                  </a:lnTo>
                  <a:lnTo>
                    <a:pt x="80" y="144"/>
                  </a:lnTo>
                  <a:lnTo>
                    <a:pt x="80" y="144"/>
                  </a:lnTo>
                  <a:lnTo>
                    <a:pt x="80" y="146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78" y="144"/>
                  </a:lnTo>
                  <a:lnTo>
                    <a:pt x="78" y="144"/>
                  </a:lnTo>
                  <a:lnTo>
                    <a:pt x="78" y="144"/>
                  </a:lnTo>
                  <a:lnTo>
                    <a:pt x="75" y="144"/>
                  </a:lnTo>
                  <a:lnTo>
                    <a:pt x="75" y="144"/>
                  </a:lnTo>
                  <a:lnTo>
                    <a:pt x="75" y="146"/>
                  </a:lnTo>
                  <a:lnTo>
                    <a:pt x="75" y="146"/>
                  </a:lnTo>
                  <a:lnTo>
                    <a:pt x="73" y="146"/>
                  </a:lnTo>
                  <a:lnTo>
                    <a:pt x="73" y="144"/>
                  </a:lnTo>
                  <a:lnTo>
                    <a:pt x="71" y="144"/>
                  </a:lnTo>
                  <a:lnTo>
                    <a:pt x="71" y="146"/>
                  </a:lnTo>
                  <a:lnTo>
                    <a:pt x="68" y="149"/>
                  </a:lnTo>
                  <a:lnTo>
                    <a:pt x="61" y="149"/>
                  </a:lnTo>
                  <a:lnTo>
                    <a:pt x="54" y="153"/>
                  </a:lnTo>
                  <a:lnTo>
                    <a:pt x="45" y="153"/>
                  </a:lnTo>
                  <a:lnTo>
                    <a:pt x="42" y="156"/>
                  </a:lnTo>
                  <a:lnTo>
                    <a:pt x="33" y="163"/>
                  </a:lnTo>
                  <a:lnTo>
                    <a:pt x="35" y="165"/>
                  </a:lnTo>
                  <a:lnTo>
                    <a:pt x="35" y="168"/>
                  </a:lnTo>
                  <a:lnTo>
                    <a:pt x="38" y="168"/>
                  </a:lnTo>
                  <a:lnTo>
                    <a:pt x="47" y="165"/>
                  </a:lnTo>
                  <a:lnTo>
                    <a:pt x="52" y="168"/>
                  </a:lnTo>
                  <a:lnTo>
                    <a:pt x="64" y="170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5" y="180"/>
                  </a:lnTo>
                  <a:lnTo>
                    <a:pt x="78" y="187"/>
                  </a:lnTo>
                  <a:lnTo>
                    <a:pt x="80" y="196"/>
                  </a:lnTo>
                  <a:lnTo>
                    <a:pt x="80" y="203"/>
                  </a:lnTo>
                  <a:lnTo>
                    <a:pt x="78" y="210"/>
                  </a:lnTo>
                  <a:lnTo>
                    <a:pt x="78" y="215"/>
                  </a:lnTo>
                  <a:lnTo>
                    <a:pt x="78" y="217"/>
                  </a:lnTo>
                  <a:lnTo>
                    <a:pt x="80" y="220"/>
                  </a:lnTo>
                  <a:lnTo>
                    <a:pt x="80" y="222"/>
                  </a:lnTo>
                  <a:lnTo>
                    <a:pt x="82" y="225"/>
                  </a:lnTo>
                  <a:lnTo>
                    <a:pt x="80" y="225"/>
                  </a:lnTo>
                  <a:lnTo>
                    <a:pt x="80" y="225"/>
                  </a:lnTo>
                  <a:lnTo>
                    <a:pt x="80" y="225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2" y="229"/>
                  </a:lnTo>
                  <a:lnTo>
                    <a:pt x="82" y="229"/>
                  </a:lnTo>
                  <a:lnTo>
                    <a:pt x="85" y="234"/>
                  </a:lnTo>
                  <a:lnTo>
                    <a:pt x="87" y="236"/>
                  </a:lnTo>
                  <a:lnTo>
                    <a:pt x="87" y="239"/>
                  </a:lnTo>
                  <a:lnTo>
                    <a:pt x="87" y="243"/>
                  </a:lnTo>
                  <a:lnTo>
                    <a:pt x="85" y="246"/>
                  </a:lnTo>
                  <a:lnTo>
                    <a:pt x="85" y="251"/>
                  </a:lnTo>
                  <a:lnTo>
                    <a:pt x="82" y="253"/>
                  </a:lnTo>
                  <a:lnTo>
                    <a:pt x="80" y="253"/>
                  </a:lnTo>
                  <a:lnTo>
                    <a:pt x="68" y="255"/>
                  </a:lnTo>
                  <a:lnTo>
                    <a:pt x="59" y="255"/>
                  </a:lnTo>
                  <a:lnTo>
                    <a:pt x="54" y="255"/>
                  </a:lnTo>
                  <a:lnTo>
                    <a:pt x="52" y="258"/>
                  </a:lnTo>
                  <a:lnTo>
                    <a:pt x="54" y="262"/>
                  </a:lnTo>
                  <a:lnTo>
                    <a:pt x="49" y="269"/>
                  </a:lnTo>
                  <a:lnTo>
                    <a:pt x="40" y="274"/>
                  </a:lnTo>
                  <a:lnTo>
                    <a:pt x="26" y="281"/>
                  </a:lnTo>
                  <a:lnTo>
                    <a:pt x="23" y="284"/>
                  </a:lnTo>
                  <a:lnTo>
                    <a:pt x="21" y="286"/>
                  </a:lnTo>
                  <a:lnTo>
                    <a:pt x="19" y="291"/>
                  </a:lnTo>
                  <a:lnTo>
                    <a:pt x="16" y="291"/>
                  </a:lnTo>
                  <a:lnTo>
                    <a:pt x="12" y="293"/>
                  </a:lnTo>
                  <a:lnTo>
                    <a:pt x="9" y="296"/>
                  </a:lnTo>
                  <a:lnTo>
                    <a:pt x="7" y="296"/>
                  </a:lnTo>
                  <a:lnTo>
                    <a:pt x="2" y="300"/>
                  </a:lnTo>
                  <a:lnTo>
                    <a:pt x="0" y="303"/>
                  </a:lnTo>
                  <a:lnTo>
                    <a:pt x="4" y="305"/>
                  </a:lnTo>
                  <a:lnTo>
                    <a:pt x="9" y="305"/>
                  </a:lnTo>
                  <a:lnTo>
                    <a:pt x="12" y="303"/>
                  </a:lnTo>
                  <a:lnTo>
                    <a:pt x="16" y="300"/>
                  </a:lnTo>
                  <a:lnTo>
                    <a:pt x="19" y="298"/>
                  </a:lnTo>
                  <a:lnTo>
                    <a:pt x="21" y="296"/>
                  </a:lnTo>
                  <a:lnTo>
                    <a:pt x="26" y="293"/>
                  </a:lnTo>
                  <a:lnTo>
                    <a:pt x="45" y="291"/>
                  </a:lnTo>
                  <a:lnTo>
                    <a:pt x="47" y="291"/>
                  </a:lnTo>
                  <a:lnTo>
                    <a:pt x="52" y="291"/>
                  </a:lnTo>
                  <a:lnTo>
                    <a:pt x="54" y="293"/>
                  </a:lnTo>
                  <a:lnTo>
                    <a:pt x="56" y="293"/>
                  </a:lnTo>
                  <a:lnTo>
                    <a:pt x="59" y="293"/>
                  </a:lnTo>
                  <a:lnTo>
                    <a:pt x="61" y="293"/>
                  </a:lnTo>
                  <a:lnTo>
                    <a:pt x="64" y="293"/>
                  </a:lnTo>
                  <a:lnTo>
                    <a:pt x="68" y="293"/>
                  </a:lnTo>
                  <a:lnTo>
                    <a:pt x="71" y="291"/>
                  </a:lnTo>
                  <a:lnTo>
                    <a:pt x="75" y="288"/>
                  </a:lnTo>
                  <a:lnTo>
                    <a:pt x="78" y="288"/>
                  </a:lnTo>
                  <a:lnTo>
                    <a:pt x="85" y="288"/>
                  </a:lnTo>
                  <a:lnTo>
                    <a:pt x="101" y="284"/>
                  </a:lnTo>
                  <a:lnTo>
                    <a:pt x="118" y="284"/>
                  </a:lnTo>
                  <a:lnTo>
                    <a:pt x="130" y="279"/>
                  </a:lnTo>
                  <a:lnTo>
                    <a:pt x="135" y="277"/>
                  </a:lnTo>
                  <a:lnTo>
                    <a:pt x="146" y="277"/>
                  </a:lnTo>
                  <a:lnTo>
                    <a:pt x="151" y="277"/>
                  </a:lnTo>
                  <a:lnTo>
                    <a:pt x="161" y="274"/>
                  </a:lnTo>
                  <a:lnTo>
                    <a:pt x="165" y="272"/>
                  </a:lnTo>
                  <a:lnTo>
                    <a:pt x="168" y="267"/>
                  </a:lnTo>
                  <a:lnTo>
                    <a:pt x="172" y="265"/>
                  </a:lnTo>
                  <a:lnTo>
                    <a:pt x="175" y="260"/>
                  </a:lnTo>
                  <a:lnTo>
                    <a:pt x="179" y="258"/>
                  </a:lnTo>
                  <a:lnTo>
                    <a:pt x="184" y="260"/>
                  </a:lnTo>
                  <a:lnTo>
                    <a:pt x="182" y="248"/>
                  </a:lnTo>
                  <a:lnTo>
                    <a:pt x="179" y="236"/>
                  </a:lnTo>
                  <a:lnTo>
                    <a:pt x="182" y="227"/>
                  </a:lnTo>
                  <a:lnTo>
                    <a:pt x="187" y="220"/>
                  </a:lnTo>
                  <a:close/>
                  <a:moveTo>
                    <a:pt x="243" y="4"/>
                  </a:moveTo>
                  <a:lnTo>
                    <a:pt x="243" y="0"/>
                  </a:lnTo>
                  <a:lnTo>
                    <a:pt x="241" y="0"/>
                  </a:lnTo>
                  <a:lnTo>
                    <a:pt x="239" y="2"/>
                  </a:lnTo>
                  <a:lnTo>
                    <a:pt x="236" y="7"/>
                  </a:lnTo>
                  <a:lnTo>
                    <a:pt x="234" y="7"/>
                  </a:lnTo>
                  <a:lnTo>
                    <a:pt x="232" y="4"/>
                  </a:lnTo>
                  <a:lnTo>
                    <a:pt x="229" y="7"/>
                  </a:lnTo>
                  <a:lnTo>
                    <a:pt x="227" y="7"/>
                  </a:lnTo>
                  <a:lnTo>
                    <a:pt x="222" y="9"/>
                  </a:lnTo>
                  <a:lnTo>
                    <a:pt x="215" y="14"/>
                  </a:lnTo>
                  <a:lnTo>
                    <a:pt x="213" y="14"/>
                  </a:lnTo>
                  <a:lnTo>
                    <a:pt x="210" y="16"/>
                  </a:lnTo>
                  <a:lnTo>
                    <a:pt x="208" y="21"/>
                  </a:lnTo>
                  <a:lnTo>
                    <a:pt x="191" y="35"/>
                  </a:lnTo>
                  <a:lnTo>
                    <a:pt x="191" y="37"/>
                  </a:lnTo>
                  <a:lnTo>
                    <a:pt x="189" y="40"/>
                  </a:lnTo>
                  <a:lnTo>
                    <a:pt x="187" y="42"/>
                  </a:lnTo>
                  <a:lnTo>
                    <a:pt x="184" y="42"/>
                  </a:lnTo>
                  <a:lnTo>
                    <a:pt x="184" y="45"/>
                  </a:lnTo>
                  <a:lnTo>
                    <a:pt x="184" y="47"/>
                  </a:lnTo>
                  <a:lnTo>
                    <a:pt x="184" y="49"/>
                  </a:lnTo>
                  <a:lnTo>
                    <a:pt x="189" y="49"/>
                  </a:lnTo>
                  <a:lnTo>
                    <a:pt x="191" y="47"/>
                  </a:lnTo>
                  <a:lnTo>
                    <a:pt x="194" y="49"/>
                  </a:lnTo>
                  <a:lnTo>
                    <a:pt x="196" y="47"/>
                  </a:lnTo>
                  <a:lnTo>
                    <a:pt x="201" y="42"/>
                  </a:lnTo>
                  <a:lnTo>
                    <a:pt x="203" y="40"/>
                  </a:lnTo>
                  <a:lnTo>
                    <a:pt x="215" y="33"/>
                  </a:lnTo>
                  <a:lnTo>
                    <a:pt x="217" y="33"/>
                  </a:lnTo>
                  <a:lnTo>
                    <a:pt x="220" y="33"/>
                  </a:lnTo>
                  <a:lnTo>
                    <a:pt x="222" y="33"/>
                  </a:lnTo>
                  <a:lnTo>
                    <a:pt x="224" y="30"/>
                  </a:lnTo>
                  <a:lnTo>
                    <a:pt x="224" y="30"/>
                  </a:lnTo>
                  <a:lnTo>
                    <a:pt x="229" y="26"/>
                  </a:lnTo>
                  <a:lnTo>
                    <a:pt x="229" y="26"/>
                  </a:lnTo>
                  <a:lnTo>
                    <a:pt x="232" y="21"/>
                  </a:lnTo>
                  <a:lnTo>
                    <a:pt x="234" y="21"/>
                  </a:lnTo>
                  <a:lnTo>
                    <a:pt x="234" y="21"/>
                  </a:lnTo>
                  <a:lnTo>
                    <a:pt x="236" y="21"/>
                  </a:lnTo>
                  <a:lnTo>
                    <a:pt x="239" y="19"/>
                  </a:lnTo>
                  <a:lnTo>
                    <a:pt x="239" y="16"/>
                  </a:lnTo>
                  <a:lnTo>
                    <a:pt x="241" y="16"/>
                  </a:lnTo>
                  <a:lnTo>
                    <a:pt x="243" y="16"/>
                  </a:lnTo>
                  <a:lnTo>
                    <a:pt x="243" y="11"/>
                  </a:lnTo>
                  <a:lnTo>
                    <a:pt x="243" y="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10"/>
            <p:cNvSpPr>
              <a:spLocks noEditPoints="1"/>
            </p:cNvSpPr>
            <p:nvPr/>
          </p:nvSpPr>
          <p:spPr bwMode="auto">
            <a:xfrm>
              <a:off x="2667" y="1031"/>
              <a:ext cx="255" cy="127"/>
            </a:xfrm>
            <a:custGeom>
              <a:avLst/>
              <a:gdLst>
                <a:gd name="T0" fmla="*/ 66 w 255"/>
                <a:gd name="T1" fmla="*/ 23 h 127"/>
                <a:gd name="T2" fmla="*/ 66 w 255"/>
                <a:gd name="T3" fmla="*/ 19 h 127"/>
                <a:gd name="T4" fmla="*/ 61 w 255"/>
                <a:gd name="T5" fmla="*/ 26 h 127"/>
                <a:gd name="T6" fmla="*/ 244 w 255"/>
                <a:gd name="T7" fmla="*/ 108 h 127"/>
                <a:gd name="T8" fmla="*/ 248 w 255"/>
                <a:gd name="T9" fmla="*/ 106 h 127"/>
                <a:gd name="T10" fmla="*/ 166 w 255"/>
                <a:gd name="T11" fmla="*/ 125 h 127"/>
                <a:gd name="T12" fmla="*/ 166 w 255"/>
                <a:gd name="T13" fmla="*/ 120 h 127"/>
                <a:gd name="T14" fmla="*/ 158 w 255"/>
                <a:gd name="T15" fmla="*/ 125 h 127"/>
                <a:gd name="T16" fmla="*/ 2 w 255"/>
                <a:gd name="T17" fmla="*/ 63 h 127"/>
                <a:gd name="T18" fmla="*/ 0 w 255"/>
                <a:gd name="T19" fmla="*/ 78 h 127"/>
                <a:gd name="T20" fmla="*/ 7 w 255"/>
                <a:gd name="T21" fmla="*/ 61 h 127"/>
                <a:gd name="T22" fmla="*/ 253 w 255"/>
                <a:gd name="T23" fmla="*/ 75 h 127"/>
                <a:gd name="T24" fmla="*/ 255 w 255"/>
                <a:gd name="T25" fmla="*/ 82 h 127"/>
                <a:gd name="T26" fmla="*/ 184 w 255"/>
                <a:gd name="T27" fmla="*/ 68 h 127"/>
                <a:gd name="T28" fmla="*/ 182 w 255"/>
                <a:gd name="T29" fmla="*/ 78 h 127"/>
                <a:gd name="T30" fmla="*/ 182 w 255"/>
                <a:gd name="T31" fmla="*/ 85 h 127"/>
                <a:gd name="T32" fmla="*/ 184 w 255"/>
                <a:gd name="T33" fmla="*/ 68 h 127"/>
                <a:gd name="T34" fmla="*/ 52 w 255"/>
                <a:gd name="T35" fmla="*/ 37 h 127"/>
                <a:gd name="T36" fmla="*/ 40 w 255"/>
                <a:gd name="T37" fmla="*/ 40 h 127"/>
                <a:gd name="T38" fmla="*/ 21 w 255"/>
                <a:gd name="T39" fmla="*/ 37 h 127"/>
                <a:gd name="T40" fmla="*/ 26 w 255"/>
                <a:gd name="T41" fmla="*/ 40 h 127"/>
                <a:gd name="T42" fmla="*/ 24 w 255"/>
                <a:gd name="T43" fmla="*/ 47 h 127"/>
                <a:gd name="T44" fmla="*/ 24 w 255"/>
                <a:gd name="T45" fmla="*/ 47 h 127"/>
                <a:gd name="T46" fmla="*/ 28 w 255"/>
                <a:gd name="T47" fmla="*/ 47 h 127"/>
                <a:gd name="T48" fmla="*/ 35 w 255"/>
                <a:gd name="T49" fmla="*/ 45 h 127"/>
                <a:gd name="T50" fmla="*/ 31 w 255"/>
                <a:gd name="T51" fmla="*/ 45 h 127"/>
                <a:gd name="T52" fmla="*/ 43 w 255"/>
                <a:gd name="T53" fmla="*/ 42 h 127"/>
                <a:gd name="T54" fmla="*/ 52 w 255"/>
                <a:gd name="T55" fmla="*/ 42 h 127"/>
                <a:gd name="T56" fmla="*/ 50 w 255"/>
                <a:gd name="T57" fmla="*/ 42 h 127"/>
                <a:gd name="T58" fmla="*/ 57 w 255"/>
                <a:gd name="T59" fmla="*/ 40 h 127"/>
                <a:gd name="T60" fmla="*/ 184 w 255"/>
                <a:gd name="T61" fmla="*/ 35 h 127"/>
                <a:gd name="T62" fmla="*/ 166 w 255"/>
                <a:gd name="T63" fmla="*/ 30 h 127"/>
                <a:gd name="T64" fmla="*/ 163 w 255"/>
                <a:gd name="T65" fmla="*/ 33 h 127"/>
                <a:gd name="T66" fmla="*/ 184 w 255"/>
                <a:gd name="T67" fmla="*/ 47 h 127"/>
                <a:gd name="T68" fmla="*/ 189 w 255"/>
                <a:gd name="T69" fmla="*/ 37 h 127"/>
                <a:gd name="T70" fmla="*/ 99 w 255"/>
                <a:gd name="T71" fmla="*/ 4 h 127"/>
                <a:gd name="T72" fmla="*/ 92 w 255"/>
                <a:gd name="T73" fmla="*/ 0 h 127"/>
                <a:gd name="T74" fmla="*/ 78 w 255"/>
                <a:gd name="T75" fmla="*/ 4 h 127"/>
                <a:gd name="T76" fmla="*/ 78 w 255"/>
                <a:gd name="T77" fmla="*/ 9 h 127"/>
                <a:gd name="T78" fmla="*/ 83 w 255"/>
                <a:gd name="T79" fmla="*/ 14 h 127"/>
                <a:gd name="T80" fmla="*/ 92 w 255"/>
                <a:gd name="T81" fmla="*/ 4 h 127"/>
                <a:gd name="T82" fmla="*/ 90 w 255"/>
                <a:gd name="T83" fmla="*/ 16 h 127"/>
                <a:gd name="T84" fmla="*/ 99 w 255"/>
                <a:gd name="T85" fmla="*/ 21 h 127"/>
                <a:gd name="T86" fmla="*/ 111 w 255"/>
                <a:gd name="T87" fmla="*/ 21 h 127"/>
                <a:gd name="T88" fmla="*/ 144 w 255"/>
                <a:gd name="T89" fmla="*/ 21 h 127"/>
                <a:gd name="T90" fmla="*/ 156 w 255"/>
                <a:gd name="T91" fmla="*/ 30 h 127"/>
                <a:gd name="T92" fmla="*/ 142 w 255"/>
                <a:gd name="T93" fmla="*/ 19 h 127"/>
                <a:gd name="T94" fmla="*/ 121 w 255"/>
                <a:gd name="T95" fmla="*/ 21 h 127"/>
                <a:gd name="T96" fmla="*/ 114 w 255"/>
                <a:gd name="T97" fmla="*/ 19 h 127"/>
                <a:gd name="T98" fmla="*/ 116 w 255"/>
                <a:gd name="T99" fmla="*/ 30 h 127"/>
                <a:gd name="T100" fmla="*/ 140 w 255"/>
                <a:gd name="T101" fmla="*/ 30 h 127"/>
                <a:gd name="T102" fmla="*/ 144 w 255"/>
                <a:gd name="T103" fmla="*/ 30 h 127"/>
                <a:gd name="T104" fmla="*/ 151 w 255"/>
                <a:gd name="T105" fmla="*/ 3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5" h="127">
                  <a:moveTo>
                    <a:pt x="66" y="19"/>
                  </a:moveTo>
                  <a:lnTo>
                    <a:pt x="66" y="19"/>
                  </a:lnTo>
                  <a:lnTo>
                    <a:pt x="64" y="21"/>
                  </a:lnTo>
                  <a:lnTo>
                    <a:pt x="66" y="23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6" y="19"/>
                  </a:lnTo>
                  <a:lnTo>
                    <a:pt x="66" y="19"/>
                  </a:lnTo>
                  <a:close/>
                  <a:moveTo>
                    <a:pt x="61" y="26"/>
                  </a:moveTo>
                  <a:lnTo>
                    <a:pt x="59" y="28"/>
                  </a:lnTo>
                  <a:lnTo>
                    <a:pt x="61" y="28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close/>
                  <a:moveTo>
                    <a:pt x="244" y="106"/>
                  </a:moveTo>
                  <a:lnTo>
                    <a:pt x="244" y="108"/>
                  </a:lnTo>
                  <a:lnTo>
                    <a:pt x="244" y="113"/>
                  </a:lnTo>
                  <a:lnTo>
                    <a:pt x="244" y="113"/>
                  </a:lnTo>
                  <a:lnTo>
                    <a:pt x="246" y="111"/>
                  </a:lnTo>
                  <a:lnTo>
                    <a:pt x="248" y="106"/>
                  </a:lnTo>
                  <a:lnTo>
                    <a:pt x="246" y="106"/>
                  </a:lnTo>
                  <a:lnTo>
                    <a:pt x="244" y="106"/>
                  </a:lnTo>
                  <a:close/>
                  <a:moveTo>
                    <a:pt x="166" y="120"/>
                  </a:moveTo>
                  <a:lnTo>
                    <a:pt x="166" y="125"/>
                  </a:lnTo>
                  <a:lnTo>
                    <a:pt x="166" y="125"/>
                  </a:lnTo>
                  <a:lnTo>
                    <a:pt x="168" y="123"/>
                  </a:lnTo>
                  <a:lnTo>
                    <a:pt x="166" y="120"/>
                  </a:lnTo>
                  <a:lnTo>
                    <a:pt x="166" y="120"/>
                  </a:lnTo>
                  <a:close/>
                  <a:moveTo>
                    <a:pt x="156" y="125"/>
                  </a:moveTo>
                  <a:lnTo>
                    <a:pt x="154" y="127"/>
                  </a:lnTo>
                  <a:lnTo>
                    <a:pt x="156" y="127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6" y="125"/>
                  </a:lnTo>
                  <a:close/>
                  <a:moveTo>
                    <a:pt x="2" y="63"/>
                  </a:moveTo>
                  <a:lnTo>
                    <a:pt x="2" y="66"/>
                  </a:lnTo>
                  <a:lnTo>
                    <a:pt x="2" y="71"/>
                  </a:lnTo>
                  <a:lnTo>
                    <a:pt x="2" y="75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5" y="75"/>
                  </a:lnTo>
                  <a:lnTo>
                    <a:pt x="7" y="68"/>
                  </a:lnTo>
                  <a:lnTo>
                    <a:pt x="7" y="61"/>
                  </a:lnTo>
                  <a:lnTo>
                    <a:pt x="2" y="63"/>
                  </a:lnTo>
                  <a:close/>
                  <a:moveTo>
                    <a:pt x="255" y="73"/>
                  </a:moveTo>
                  <a:lnTo>
                    <a:pt x="253" y="71"/>
                  </a:lnTo>
                  <a:lnTo>
                    <a:pt x="253" y="75"/>
                  </a:lnTo>
                  <a:lnTo>
                    <a:pt x="253" y="78"/>
                  </a:lnTo>
                  <a:lnTo>
                    <a:pt x="253" y="82"/>
                  </a:lnTo>
                  <a:lnTo>
                    <a:pt x="255" y="87"/>
                  </a:lnTo>
                  <a:lnTo>
                    <a:pt x="255" y="82"/>
                  </a:lnTo>
                  <a:lnTo>
                    <a:pt x="255" y="78"/>
                  </a:lnTo>
                  <a:lnTo>
                    <a:pt x="255" y="73"/>
                  </a:lnTo>
                  <a:close/>
                  <a:moveTo>
                    <a:pt x="184" y="68"/>
                  </a:moveTo>
                  <a:lnTo>
                    <a:pt x="184" y="68"/>
                  </a:lnTo>
                  <a:lnTo>
                    <a:pt x="184" y="68"/>
                  </a:lnTo>
                  <a:lnTo>
                    <a:pt x="184" y="71"/>
                  </a:lnTo>
                  <a:lnTo>
                    <a:pt x="184" y="75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77" y="80"/>
                  </a:lnTo>
                  <a:lnTo>
                    <a:pt x="180" y="82"/>
                  </a:lnTo>
                  <a:lnTo>
                    <a:pt x="182" y="85"/>
                  </a:lnTo>
                  <a:lnTo>
                    <a:pt x="184" y="82"/>
                  </a:lnTo>
                  <a:lnTo>
                    <a:pt x="187" y="80"/>
                  </a:lnTo>
                  <a:lnTo>
                    <a:pt x="187" y="75"/>
                  </a:lnTo>
                  <a:lnTo>
                    <a:pt x="184" y="68"/>
                  </a:lnTo>
                  <a:close/>
                  <a:moveTo>
                    <a:pt x="57" y="30"/>
                  </a:moveTo>
                  <a:lnTo>
                    <a:pt x="54" y="33"/>
                  </a:lnTo>
                  <a:lnTo>
                    <a:pt x="54" y="35"/>
                  </a:lnTo>
                  <a:lnTo>
                    <a:pt x="52" y="37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3" y="40"/>
                  </a:lnTo>
                  <a:lnTo>
                    <a:pt x="40" y="40"/>
                  </a:lnTo>
                  <a:lnTo>
                    <a:pt x="26" y="30"/>
                  </a:lnTo>
                  <a:lnTo>
                    <a:pt x="21" y="28"/>
                  </a:lnTo>
                  <a:lnTo>
                    <a:pt x="24" y="33"/>
                  </a:lnTo>
                  <a:lnTo>
                    <a:pt x="21" y="37"/>
                  </a:lnTo>
                  <a:lnTo>
                    <a:pt x="24" y="42"/>
                  </a:lnTo>
                  <a:lnTo>
                    <a:pt x="24" y="40"/>
                  </a:lnTo>
                  <a:lnTo>
                    <a:pt x="26" y="37"/>
                  </a:lnTo>
                  <a:lnTo>
                    <a:pt x="26" y="40"/>
                  </a:lnTo>
                  <a:lnTo>
                    <a:pt x="26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8" y="47"/>
                  </a:lnTo>
                  <a:lnTo>
                    <a:pt x="28" y="45"/>
                  </a:lnTo>
                  <a:lnTo>
                    <a:pt x="26" y="42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1" y="45"/>
                  </a:lnTo>
                  <a:lnTo>
                    <a:pt x="28" y="45"/>
                  </a:lnTo>
                  <a:lnTo>
                    <a:pt x="33" y="52"/>
                  </a:lnTo>
                  <a:lnTo>
                    <a:pt x="35" y="49"/>
                  </a:lnTo>
                  <a:lnTo>
                    <a:pt x="43" y="42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50" y="45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50" y="42"/>
                  </a:lnTo>
                  <a:lnTo>
                    <a:pt x="54" y="37"/>
                  </a:lnTo>
                  <a:lnTo>
                    <a:pt x="54" y="40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61" y="35"/>
                  </a:lnTo>
                  <a:lnTo>
                    <a:pt x="61" y="33"/>
                  </a:lnTo>
                  <a:lnTo>
                    <a:pt x="57" y="30"/>
                  </a:lnTo>
                  <a:close/>
                  <a:moveTo>
                    <a:pt x="184" y="35"/>
                  </a:moveTo>
                  <a:lnTo>
                    <a:pt x="180" y="35"/>
                  </a:lnTo>
                  <a:lnTo>
                    <a:pt x="175" y="35"/>
                  </a:lnTo>
                  <a:lnTo>
                    <a:pt x="173" y="33"/>
                  </a:lnTo>
                  <a:lnTo>
                    <a:pt x="166" y="30"/>
                  </a:lnTo>
                  <a:lnTo>
                    <a:pt x="166" y="30"/>
                  </a:lnTo>
                  <a:lnTo>
                    <a:pt x="166" y="33"/>
                  </a:lnTo>
                  <a:lnTo>
                    <a:pt x="163" y="33"/>
                  </a:lnTo>
                  <a:lnTo>
                    <a:pt x="163" y="33"/>
                  </a:lnTo>
                  <a:lnTo>
                    <a:pt x="168" y="37"/>
                  </a:lnTo>
                  <a:lnTo>
                    <a:pt x="175" y="40"/>
                  </a:lnTo>
                  <a:lnTo>
                    <a:pt x="180" y="40"/>
                  </a:lnTo>
                  <a:lnTo>
                    <a:pt x="184" y="47"/>
                  </a:lnTo>
                  <a:lnTo>
                    <a:pt x="187" y="49"/>
                  </a:lnTo>
                  <a:lnTo>
                    <a:pt x="189" y="47"/>
                  </a:lnTo>
                  <a:lnTo>
                    <a:pt x="192" y="42"/>
                  </a:lnTo>
                  <a:lnTo>
                    <a:pt x="189" y="37"/>
                  </a:lnTo>
                  <a:lnTo>
                    <a:pt x="184" y="35"/>
                  </a:lnTo>
                  <a:close/>
                  <a:moveTo>
                    <a:pt x="102" y="19"/>
                  </a:moveTo>
                  <a:lnTo>
                    <a:pt x="99" y="7"/>
                  </a:lnTo>
                  <a:lnTo>
                    <a:pt x="99" y="4"/>
                  </a:lnTo>
                  <a:lnTo>
                    <a:pt x="99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6" y="7"/>
                  </a:lnTo>
                  <a:lnTo>
                    <a:pt x="78" y="7"/>
                  </a:lnTo>
                  <a:lnTo>
                    <a:pt x="78" y="9"/>
                  </a:lnTo>
                  <a:lnTo>
                    <a:pt x="78" y="11"/>
                  </a:lnTo>
                  <a:lnTo>
                    <a:pt x="78" y="14"/>
                  </a:lnTo>
                  <a:lnTo>
                    <a:pt x="80" y="14"/>
                  </a:lnTo>
                  <a:lnTo>
                    <a:pt x="83" y="14"/>
                  </a:lnTo>
                  <a:lnTo>
                    <a:pt x="85" y="14"/>
                  </a:lnTo>
                  <a:lnTo>
                    <a:pt x="85" y="11"/>
                  </a:lnTo>
                  <a:lnTo>
                    <a:pt x="90" y="7"/>
                  </a:lnTo>
                  <a:lnTo>
                    <a:pt x="92" y="4"/>
                  </a:lnTo>
                  <a:lnTo>
                    <a:pt x="95" y="7"/>
                  </a:lnTo>
                  <a:lnTo>
                    <a:pt x="92" y="9"/>
                  </a:lnTo>
                  <a:lnTo>
                    <a:pt x="90" y="14"/>
                  </a:lnTo>
                  <a:lnTo>
                    <a:pt x="90" y="16"/>
                  </a:lnTo>
                  <a:lnTo>
                    <a:pt x="92" y="19"/>
                  </a:lnTo>
                  <a:lnTo>
                    <a:pt x="95" y="21"/>
                  </a:lnTo>
                  <a:lnTo>
                    <a:pt x="97" y="21"/>
                  </a:lnTo>
                  <a:lnTo>
                    <a:pt x="99" y="21"/>
                  </a:lnTo>
                  <a:lnTo>
                    <a:pt x="102" y="23"/>
                  </a:lnTo>
                  <a:lnTo>
                    <a:pt x="104" y="26"/>
                  </a:lnTo>
                  <a:lnTo>
                    <a:pt x="109" y="26"/>
                  </a:lnTo>
                  <a:lnTo>
                    <a:pt x="111" y="21"/>
                  </a:lnTo>
                  <a:lnTo>
                    <a:pt x="104" y="21"/>
                  </a:lnTo>
                  <a:lnTo>
                    <a:pt x="102" y="19"/>
                  </a:lnTo>
                  <a:close/>
                  <a:moveTo>
                    <a:pt x="147" y="26"/>
                  </a:moveTo>
                  <a:lnTo>
                    <a:pt x="144" y="21"/>
                  </a:lnTo>
                  <a:lnTo>
                    <a:pt x="147" y="23"/>
                  </a:lnTo>
                  <a:lnTo>
                    <a:pt x="149" y="28"/>
                  </a:lnTo>
                  <a:lnTo>
                    <a:pt x="151" y="30"/>
                  </a:lnTo>
                  <a:lnTo>
                    <a:pt x="156" y="30"/>
                  </a:lnTo>
                  <a:lnTo>
                    <a:pt x="149" y="21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37" y="21"/>
                  </a:lnTo>
                  <a:lnTo>
                    <a:pt x="125" y="21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16" y="19"/>
                  </a:lnTo>
                  <a:lnTo>
                    <a:pt x="116" y="19"/>
                  </a:lnTo>
                  <a:lnTo>
                    <a:pt x="114" y="19"/>
                  </a:lnTo>
                  <a:lnTo>
                    <a:pt x="111" y="19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6" y="30"/>
                  </a:lnTo>
                  <a:lnTo>
                    <a:pt x="118" y="33"/>
                  </a:lnTo>
                  <a:lnTo>
                    <a:pt x="123" y="30"/>
                  </a:lnTo>
                  <a:lnTo>
                    <a:pt x="135" y="28"/>
                  </a:lnTo>
                  <a:lnTo>
                    <a:pt x="140" y="30"/>
                  </a:lnTo>
                  <a:lnTo>
                    <a:pt x="142" y="35"/>
                  </a:lnTo>
                  <a:lnTo>
                    <a:pt x="144" y="35"/>
                  </a:lnTo>
                  <a:lnTo>
                    <a:pt x="144" y="33"/>
                  </a:lnTo>
                  <a:lnTo>
                    <a:pt x="144" y="30"/>
                  </a:lnTo>
                  <a:lnTo>
                    <a:pt x="149" y="35"/>
                  </a:lnTo>
                  <a:lnTo>
                    <a:pt x="151" y="37"/>
                  </a:lnTo>
                  <a:lnTo>
                    <a:pt x="154" y="35"/>
                  </a:lnTo>
                  <a:lnTo>
                    <a:pt x="151" y="33"/>
                  </a:lnTo>
                  <a:lnTo>
                    <a:pt x="147" y="26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11"/>
            <p:cNvSpPr>
              <a:spLocks noEditPoints="1"/>
            </p:cNvSpPr>
            <p:nvPr/>
          </p:nvSpPr>
          <p:spPr bwMode="auto">
            <a:xfrm>
              <a:off x="2667" y="1031"/>
              <a:ext cx="255" cy="127"/>
            </a:xfrm>
            <a:custGeom>
              <a:avLst/>
              <a:gdLst>
                <a:gd name="T0" fmla="*/ 66 w 255"/>
                <a:gd name="T1" fmla="*/ 23 h 127"/>
                <a:gd name="T2" fmla="*/ 66 w 255"/>
                <a:gd name="T3" fmla="*/ 19 h 127"/>
                <a:gd name="T4" fmla="*/ 61 w 255"/>
                <a:gd name="T5" fmla="*/ 26 h 127"/>
                <a:gd name="T6" fmla="*/ 244 w 255"/>
                <a:gd name="T7" fmla="*/ 108 h 127"/>
                <a:gd name="T8" fmla="*/ 248 w 255"/>
                <a:gd name="T9" fmla="*/ 106 h 127"/>
                <a:gd name="T10" fmla="*/ 166 w 255"/>
                <a:gd name="T11" fmla="*/ 125 h 127"/>
                <a:gd name="T12" fmla="*/ 166 w 255"/>
                <a:gd name="T13" fmla="*/ 120 h 127"/>
                <a:gd name="T14" fmla="*/ 158 w 255"/>
                <a:gd name="T15" fmla="*/ 125 h 127"/>
                <a:gd name="T16" fmla="*/ 2 w 255"/>
                <a:gd name="T17" fmla="*/ 63 h 127"/>
                <a:gd name="T18" fmla="*/ 0 w 255"/>
                <a:gd name="T19" fmla="*/ 78 h 127"/>
                <a:gd name="T20" fmla="*/ 7 w 255"/>
                <a:gd name="T21" fmla="*/ 61 h 127"/>
                <a:gd name="T22" fmla="*/ 253 w 255"/>
                <a:gd name="T23" fmla="*/ 75 h 127"/>
                <a:gd name="T24" fmla="*/ 255 w 255"/>
                <a:gd name="T25" fmla="*/ 82 h 127"/>
                <a:gd name="T26" fmla="*/ 184 w 255"/>
                <a:gd name="T27" fmla="*/ 68 h 127"/>
                <a:gd name="T28" fmla="*/ 182 w 255"/>
                <a:gd name="T29" fmla="*/ 78 h 127"/>
                <a:gd name="T30" fmla="*/ 182 w 255"/>
                <a:gd name="T31" fmla="*/ 85 h 127"/>
                <a:gd name="T32" fmla="*/ 184 w 255"/>
                <a:gd name="T33" fmla="*/ 68 h 127"/>
                <a:gd name="T34" fmla="*/ 52 w 255"/>
                <a:gd name="T35" fmla="*/ 37 h 127"/>
                <a:gd name="T36" fmla="*/ 40 w 255"/>
                <a:gd name="T37" fmla="*/ 40 h 127"/>
                <a:gd name="T38" fmla="*/ 21 w 255"/>
                <a:gd name="T39" fmla="*/ 37 h 127"/>
                <a:gd name="T40" fmla="*/ 26 w 255"/>
                <a:gd name="T41" fmla="*/ 40 h 127"/>
                <a:gd name="T42" fmla="*/ 24 w 255"/>
                <a:gd name="T43" fmla="*/ 47 h 127"/>
                <a:gd name="T44" fmla="*/ 24 w 255"/>
                <a:gd name="T45" fmla="*/ 47 h 127"/>
                <a:gd name="T46" fmla="*/ 28 w 255"/>
                <a:gd name="T47" fmla="*/ 47 h 127"/>
                <a:gd name="T48" fmla="*/ 35 w 255"/>
                <a:gd name="T49" fmla="*/ 45 h 127"/>
                <a:gd name="T50" fmla="*/ 31 w 255"/>
                <a:gd name="T51" fmla="*/ 45 h 127"/>
                <a:gd name="T52" fmla="*/ 43 w 255"/>
                <a:gd name="T53" fmla="*/ 42 h 127"/>
                <a:gd name="T54" fmla="*/ 52 w 255"/>
                <a:gd name="T55" fmla="*/ 42 h 127"/>
                <a:gd name="T56" fmla="*/ 50 w 255"/>
                <a:gd name="T57" fmla="*/ 42 h 127"/>
                <a:gd name="T58" fmla="*/ 57 w 255"/>
                <a:gd name="T59" fmla="*/ 40 h 127"/>
                <a:gd name="T60" fmla="*/ 184 w 255"/>
                <a:gd name="T61" fmla="*/ 35 h 127"/>
                <a:gd name="T62" fmla="*/ 166 w 255"/>
                <a:gd name="T63" fmla="*/ 30 h 127"/>
                <a:gd name="T64" fmla="*/ 163 w 255"/>
                <a:gd name="T65" fmla="*/ 33 h 127"/>
                <a:gd name="T66" fmla="*/ 184 w 255"/>
                <a:gd name="T67" fmla="*/ 47 h 127"/>
                <a:gd name="T68" fmla="*/ 189 w 255"/>
                <a:gd name="T69" fmla="*/ 37 h 127"/>
                <a:gd name="T70" fmla="*/ 99 w 255"/>
                <a:gd name="T71" fmla="*/ 4 h 127"/>
                <a:gd name="T72" fmla="*/ 92 w 255"/>
                <a:gd name="T73" fmla="*/ 0 h 127"/>
                <a:gd name="T74" fmla="*/ 78 w 255"/>
                <a:gd name="T75" fmla="*/ 4 h 127"/>
                <a:gd name="T76" fmla="*/ 78 w 255"/>
                <a:gd name="T77" fmla="*/ 9 h 127"/>
                <a:gd name="T78" fmla="*/ 83 w 255"/>
                <a:gd name="T79" fmla="*/ 14 h 127"/>
                <a:gd name="T80" fmla="*/ 92 w 255"/>
                <a:gd name="T81" fmla="*/ 4 h 127"/>
                <a:gd name="T82" fmla="*/ 90 w 255"/>
                <a:gd name="T83" fmla="*/ 16 h 127"/>
                <a:gd name="T84" fmla="*/ 99 w 255"/>
                <a:gd name="T85" fmla="*/ 21 h 127"/>
                <a:gd name="T86" fmla="*/ 111 w 255"/>
                <a:gd name="T87" fmla="*/ 21 h 127"/>
                <a:gd name="T88" fmla="*/ 144 w 255"/>
                <a:gd name="T89" fmla="*/ 21 h 127"/>
                <a:gd name="T90" fmla="*/ 156 w 255"/>
                <a:gd name="T91" fmla="*/ 30 h 127"/>
                <a:gd name="T92" fmla="*/ 142 w 255"/>
                <a:gd name="T93" fmla="*/ 19 h 127"/>
                <a:gd name="T94" fmla="*/ 121 w 255"/>
                <a:gd name="T95" fmla="*/ 21 h 127"/>
                <a:gd name="T96" fmla="*/ 114 w 255"/>
                <a:gd name="T97" fmla="*/ 19 h 127"/>
                <a:gd name="T98" fmla="*/ 116 w 255"/>
                <a:gd name="T99" fmla="*/ 30 h 127"/>
                <a:gd name="T100" fmla="*/ 140 w 255"/>
                <a:gd name="T101" fmla="*/ 30 h 127"/>
                <a:gd name="T102" fmla="*/ 144 w 255"/>
                <a:gd name="T103" fmla="*/ 30 h 127"/>
                <a:gd name="T104" fmla="*/ 151 w 255"/>
                <a:gd name="T105" fmla="*/ 3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5" h="127">
                  <a:moveTo>
                    <a:pt x="66" y="19"/>
                  </a:moveTo>
                  <a:lnTo>
                    <a:pt x="66" y="19"/>
                  </a:lnTo>
                  <a:lnTo>
                    <a:pt x="64" y="21"/>
                  </a:lnTo>
                  <a:lnTo>
                    <a:pt x="66" y="23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6" y="19"/>
                  </a:lnTo>
                  <a:lnTo>
                    <a:pt x="66" y="19"/>
                  </a:lnTo>
                  <a:close/>
                  <a:moveTo>
                    <a:pt x="61" y="26"/>
                  </a:moveTo>
                  <a:lnTo>
                    <a:pt x="59" y="28"/>
                  </a:lnTo>
                  <a:lnTo>
                    <a:pt x="61" y="28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close/>
                  <a:moveTo>
                    <a:pt x="244" y="106"/>
                  </a:moveTo>
                  <a:lnTo>
                    <a:pt x="244" y="108"/>
                  </a:lnTo>
                  <a:lnTo>
                    <a:pt x="244" y="113"/>
                  </a:lnTo>
                  <a:lnTo>
                    <a:pt x="244" y="113"/>
                  </a:lnTo>
                  <a:lnTo>
                    <a:pt x="246" y="111"/>
                  </a:lnTo>
                  <a:lnTo>
                    <a:pt x="248" y="106"/>
                  </a:lnTo>
                  <a:lnTo>
                    <a:pt x="246" y="106"/>
                  </a:lnTo>
                  <a:lnTo>
                    <a:pt x="244" y="106"/>
                  </a:lnTo>
                  <a:close/>
                  <a:moveTo>
                    <a:pt x="166" y="120"/>
                  </a:moveTo>
                  <a:lnTo>
                    <a:pt x="166" y="125"/>
                  </a:lnTo>
                  <a:lnTo>
                    <a:pt x="166" y="125"/>
                  </a:lnTo>
                  <a:lnTo>
                    <a:pt x="168" y="123"/>
                  </a:lnTo>
                  <a:lnTo>
                    <a:pt x="166" y="120"/>
                  </a:lnTo>
                  <a:lnTo>
                    <a:pt x="166" y="120"/>
                  </a:lnTo>
                  <a:close/>
                  <a:moveTo>
                    <a:pt x="156" y="125"/>
                  </a:moveTo>
                  <a:lnTo>
                    <a:pt x="154" y="127"/>
                  </a:lnTo>
                  <a:lnTo>
                    <a:pt x="156" y="127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6" y="125"/>
                  </a:lnTo>
                  <a:close/>
                  <a:moveTo>
                    <a:pt x="2" y="63"/>
                  </a:moveTo>
                  <a:lnTo>
                    <a:pt x="2" y="66"/>
                  </a:lnTo>
                  <a:lnTo>
                    <a:pt x="2" y="71"/>
                  </a:lnTo>
                  <a:lnTo>
                    <a:pt x="2" y="75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5" y="75"/>
                  </a:lnTo>
                  <a:lnTo>
                    <a:pt x="7" y="68"/>
                  </a:lnTo>
                  <a:lnTo>
                    <a:pt x="7" y="61"/>
                  </a:lnTo>
                  <a:lnTo>
                    <a:pt x="2" y="63"/>
                  </a:lnTo>
                  <a:close/>
                  <a:moveTo>
                    <a:pt x="255" y="73"/>
                  </a:moveTo>
                  <a:lnTo>
                    <a:pt x="253" y="71"/>
                  </a:lnTo>
                  <a:lnTo>
                    <a:pt x="253" y="75"/>
                  </a:lnTo>
                  <a:lnTo>
                    <a:pt x="253" y="78"/>
                  </a:lnTo>
                  <a:lnTo>
                    <a:pt x="253" y="82"/>
                  </a:lnTo>
                  <a:lnTo>
                    <a:pt x="255" y="87"/>
                  </a:lnTo>
                  <a:lnTo>
                    <a:pt x="255" y="82"/>
                  </a:lnTo>
                  <a:lnTo>
                    <a:pt x="255" y="78"/>
                  </a:lnTo>
                  <a:lnTo>
                    <a:pt x="255" y="73"/>
                  </a:lnTo>
                  <a:close/>
                  <a:moveTo>
                    <a:pt x="184" y="68"/>
                  </a:moveTo>
                  <a:lnTo>
                    <a:pt x="184" y="68"/>
                  </a:lnTo>
                  <a:lnTo>
                    <a:pt x="184" y="68"/>
                  </a:lnTo>
                  <a:lnTo>
                    <a:pt x="184" y="71"/>
                  </a:lnTo>
                  <a:lnTo>
                    <a:pt x="184" y="75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77" y="80"/>
                  </a:lnTo>
                  <a:lnTo>
                    <a:pt x="180" y="82"/>
                  </a:lnTo>
                  <a:lnTo>
                    <a:pt x="182" y="85"/>
                  </a:lnTo>
                  <a:lnTo>
                    <a:pt x="184" y="82"/>
                  </a:lnTo>
                  <a:lnTo>
                    <a:pt x="187" y="80"/>
                  </a:lnTo>
                  <a:lnTo>
                    <a:pt x="187" y="75"/>
                  </a:lnTo>
                  <a:lnTo>
                    <a:pt x="184" y="68"/>
                  </a:lnTo>
                  <a:close/>
                  <a:moveTo>
                    <a:pt x="57" y="30"/>
                  </a:moveTo>
                  <a:lnTo>
                    <a:pt x="54" y="33"/>
                  </a:lnTo>
                  <a:lnTo>
                    <a:pt x="54" y="35"/>
                  </a:lnTo>
                  <a:lnTo>
                    <a:pt x="52" y="37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3" y="40"/>
                  </a:lnTo>
                  <a:lnTo>
                    <a:pt x="40" y="40"/>
                  </a:lnTo>
                  <a:lnTo>
                    <a:pt x="26" y="30"/>
                  </a:lnTo>
                  <a:lnTo>
                    <a:pt x="21" y="28"/>
                  </a:lnTo>
                  <a:lnTo>
                    <a:pt x="24" y="33"/>
                  </a:lnTo>
                  <a:lnTo>
                    <a:pt x="21" y="37"/>
                  </a:lnTo>
                  <a:lnTo>
                    <a:pt x="24" y="42"/>
                  </a:lnTo>
                  <a:lnTo>
                    <a:pt x="24" y="40"/>
                  </a:lnTo>
                  <a:lnTo>
                    <a:pt x="26" y="37"/>
                  </a:lnTo>
                  <a:lnTo>
                    <a:pt x="26" y="40"/>
                  </a:lnTo>
                  <a:lnTo>
                    <a:pt x="26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8" y="47"/>
                  </a:lnTo>
                  <a:lnTo>
                    <a:pt x="28" y="45"/>
                  </a:lnTo>
                  <a:lnTo>
                    <a:pt x="26" y="42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1" y="45"/>
                  </a:lnTo>
                  <a:lnTo>
                    <a:pt x="28" y="45"/>
                  </a:lnTo>
                  <a:lnTo>
                    <a:pt x="33" y="52"/>
                  </a:lnTo>
                  <a:lnTo>
                    <a:pt x="35" y="49"/>
                  </a:lnTo>
                  <a:lnTo>
                    <a:pt x="43" y="42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50" y="45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50" y="42"/>
                  </a:lnTo>
                  <a:lnTo>
                    <a:pt x="54" y="37"/>
                  </a:lnTo>
                  <a:lnTo>
                    <a:pt x="54" y="40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61" y="35"/>
                  </a:lnTo>
                  <a:lnTo>
                    <a:pt x="61" y="33"/>
                  </a:lnTo>
                  <a:lnTo>
                    <a:pt x="57" y="30"/>
                  </a:lnTo>
                  <a:close/>
                  <a:moveTo>
                    <a:pt x="184" y="35"/>
                  </a:moveTo>
                  <a:lnTo>
                    <a:pt x="180" y="35"/>
                  </a:lnTo>
                  <a:lnTo>
                    <a:pt x="175" y="35"/>
                  </a:lnTo>
                  <a:lnTo>
                    <a:pt x="173" y="33"/>
                  </a:lnTo>
                  <a:lnTo>
                    <a:pt x="166" y="30"/>
                  </a:lnTo>
                  <a:lnTo>
                    <a:pt x="166" y="30"/>
                  </a:lnTo>
                  <a:lnTo>
                    <a:pt x="166" y="33"/>
                  </a:lnTo>
                  <a:lnTo>
                    <a:pt x="163" y="33"/>
                  </a:lnTo>
                  <a:lnTo>
                    <a:pt x="163" y="33"/>
                  </a:lnTo>
                  <a:lnTo>
                    <a:pt x="168" y="37"/>
                  </a:lnTo>
                  <a:lnTo>
                    <a:pt x="175" y="40"/>
                  </a:lnTo>
                  <a:lnTo>
                    <a:pt x="180" y="40"/>
                  </a:lnTo>
                  <a:lnTo>
                    <a:pt x="184" y="47"/>
                  </a:lnTo>
                  <a:lnTo>
                    <a:pt x="187" y="49"/>
                  </a:lnTo>
                  <a:lnTo>
                    <a:pt x="189" y="47"/>
                  </a:lnTo>
                  <a:lnTo>
                    <a:pt x="192" y="42"/>
                  </a:lnTo>
                  <a:lnTo>
                    <a:pt x="189" y="37"/>
                  </a:lnTo>
                  <a:lnTo>
                    <a:pt x="184" y="35"/>
                  </a:lnTo>
                  <a:close/>
                  <a:moveTo>
                    <a:pt x="102" y="19"/>
                  </a:moveTo>
                  <a:lnTo>
                    <a:pt x="99" y="7"/>
                  </a:lnTo>
                  <a:lnTo>
                    <a:pt x="99" y="4"/>
                  </a:lnTo>
                  <a:lnTo>
                    <a:pt x="99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6" y="7"/>
                  </a:lnTo>
                  <a:lnTo>
                    <a:pt x="78" y="7"/>
                  </a:lnTo>
                  <a:lnTo>
                    <a:pt x="78" y="9"/>
                  </a:lnTo>
                  <a:lnTo>
                    <a:pt x="78" y="11"/>
                  </a:lnTo>
                  <a:lnTo>
                    <a:pt x="78" y="14"/>
                  </a:lnTo>
                  <a:lnTo>
                    <a:pt x="80" y="14"/>
                  </a:lnTo>
                  <a:lnTo>
                    <a:pt x="83" y="14"/>
                  </a:lnTo>
                  <a:lnTo>
                    <a:pt x="85" y="14"/>
                  </a:lnTo>
                  <a:lnTo>
                    <a:pt x="85" y="11"/>
                  </a:lnTo>
                  <a:lnTo>
                    <a:pt x="90" y="7"/>
                  </a:lnTo>
                  <a:lnTo>
                    <a:pt x="92" y="4"/>
                  </a:lnTo>
                  <a:lnTo>
                    <a:pt x="95" y="7"/>
                  </a:lnTo>
                  <a:lnTo>
                    <a:pt x="92" y="9"/>
                  </a:lnTo>
                  <a:lnTo>
                    <a:pt x="90" y="14"/>
                  </a:lnTo>
                  <a:lnTo>
                    <a:pt x="90" y="16"/>
                  </a:lnTo>
                  <a:lnTo>
                    <a:pt x="92" y="19"/>
                  </a:lnTo>
                  <a:lnTo>
                    <a:pt x="95" y="21"/>
                  </a:lnTo>
                  <a:lnTo>
                    <a:pt x="97" y="21"/>
                  </a:lnTo>
                  <a:lnTo>
                    <a:pt x="99" y="21"/>
                  </a:lnTo>
                  <a:lnTo>
                    <a:pt x="102" y="23"/>
                  </a:lnTo>
                  <a:lnTo>
                    <a:pt x="104" y="26"/>
                  </a:lnTo>
                  <a:lnTo>
                    <a:pt x="109" y="26"/>
                  </a:lnTo>
                  <a:lnTo>
                    <a:pt x="111" y="21"/>
                  </a:lnTo>
                  <a:lnTo>
                    <a:pt x="104" y="21"/>
                  </a:lnTo>
                  <a:lnTo>
                    <a:pt x="102" y="19"/>
                  </a:lnTo>
                  <a:close/>
                  <a:moveTo>
                    <a:pt x="147" y="26"/>
                  </a:moveTo>
                  <a:lnTo>
                    <a:pt x="144" y="21"/>
                  </a:lnTo>
                  <a:lnTo>
                    <a:pt x="147" y="23"/>
                  </a:lnTo>
                  <a:lnTo>
                    <a:pt x="149" y="28"/>
                  </a:lnTo>
                  <a:lnTo>
                    <a:pt x="151" y="30"/>
                  </a:lnTo>
                  <a:lnTo>
                    <a:pt x="156" y="30"/>
                  </a:lnTo>
                  <a:lnTo>
                    <a:pt x="149" y="21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37" y="21"/>
                  </a:lnTo>
                  <a:lnTo>
                    <a:pt x="125" y="21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16" y="19"/>
                  </a:lnTo>
                  <a:lnTo>
                    <a:pt x="116" y="19"/>
                  </a:lnTo>
                  <a:lnTo>
                    <a:pt x="114" y="19"/>
                  </a:lnTo>
                  <a:lnTo>
                    <a:pt x="111" y="19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6" y="30"/>
                  </a:lnTo>
                  <a:lnTo>
                    <a:pt x="118" y="33"/>
                  </a:lnTo>
                  <a:lnTo>
                    <a:pt x="123" y="30"/>
                  </a:lnTo>
                  <a:lnTo>
                    <a:pt x="135" y="28"/>
                  </a:lnTo>
                  <a:lnTo>
                    <a:pt x="140" y="30"/>
                  </a:lnTo>
                  <a:lnTo>
                    <a:pt x="142" y="35"/>
                  </a:lnTo>
                  <a:lnTo>
                    <a:pt x="144" y="35"/>
                  </a:lnTo>
                  <a:lnTo>
                    <a:pt x="144" y="33"/>
                  </a:lnTo>
                  <a:lnTo>
                    <a:pt x="144" y="30"/>
                  </a:lnTo>
                  <a:lnTo>
                    <a:pt x="149" y="35"/>
                  </a:lnTo>
                  <a:lnTo>
                    <a:pt x="151" y="37"/>
                  </a:lnTo>
                  <a:lnTo>
                    <a:pt x="154" y="35"/>
                  </a:lnTo>
                  <a:lnTo>
                    <a:pt x="151" y="33"/>
                  </a:lnTo>
                  <a:lnTo>
                    <a:pt x="147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12"/>
            <p:cNvSpPr>
              <a:spLocks/>
            </p:cNvSpPr>
            <p:nvPr/>
          </p:nvSpPr>
          <p:spPr bwMode="auto">
            <a:xfrm>
              <a:off x="4548" y="1566"/>
              <a:ext cx="19" cy="4"/>
            </a:xfrm>
            <a:custGeom>
              <a:avLst/>
              <a:gdLst>
                <a:gd name="T0" fmla="*/ 19 w 19"/>
                <a:gd name="T1" fmla="*/ 2 h 4"/>
                <a:gd name="T2" fmla="*/ 16 w 19"/>
                <a:gd name="T3" fmla="*/ 4 h 4"/>
                <a:gd name="T4" fmla="*/ 4 w 19"/>
                <a:gd name="T5" fmla="*/ 4 h 4"/>
                <a:gd name="T6" fmla="*/ 0 w 19"/>
                <a:gd name="T7" fmla="*/ 2 h 4"/>
                <a:gd name="T8" fmla="*/ 0 w 19"/>
                <a:gd name="T9" fmla="*/ 2 h 4"/>
                <a:gd name="T10" fmla="*/ 2 w 19"/>
                <a:gd name="T11" fmla="*/ 0 h 4"/>
                <a:gd name="T12" fmla="*/ 2 w 19"/>
                <a:gd name="T13" fmla="*/ 0 h 4"/>
                <a:gd name="T14" fmla="*/ 4 w 19"/>
                <a:gd name="T15" fmla="*/ 0 h 4"/>
                <a:gd name="T16" fmla="*/ 19 w 19"/>
                <a:gd name="T17" fmla="*/ 2 h 4"/>
                <a:gd name="T18" fmla="*/ 19 w 19"/>
                <a:gd name="T19" fmla="*/ 2 h 4"/>
                <a:gd name="T20" fmla="*/ 19 w 19"/>
                <a:gd name="T2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">
                  <a:moveTo>
                    <a:pt x="19" y="2"/>
                  </a:moveTo>
                  <a:lnTo>
                    <a:pt x="16" y="4"/>
                  </a:lnTo>
                  <a:lnTo>
                    <a:pt x="4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13"/>
            <p:cNvSpPr>
              <a:spLocks noEditPoints="1"/>
            </p:cNvSpPr>
            <p:nvPr/>
          </p:nvSpPr>
          <p:spPr bwMode="auto">
            <a:xfrm>
              <a:off x="3620" y="1573"/>
              <a:ext cx="509" cy="139"/>
            </a:xfrm>
            <a:custGeom>
              <a:avLst/>
              <a:gdLst>
                <a:gd name="T0" fmla="*/ 492 w 509"/>
                <a:gd name="T1" fmla="*/ 7 h 139"/>
                <a:gd name="T2" fmla="*/ 502 w 509"/>
                <a:gd name="T3" fmla="*/ 9 h 139"/>
                <a:gd name="T4" fmla="*/ 509 w 509"/>
                <a:gd name="T5" fmla="*/ 12 h 139"/>
                <a:gd name="T6" fmla="*/ 504 w 509"/>
                <a:gd name="T7" fmla="*/ 42 h 139"/>
                <a:gd name="T8" fmla="*/ 469 w 509"/>
                <a:gd name="T9" fmla="*/ 47 h 139"/>
                <a:gd name="T10" fmla="*/ 455 w 509"/>
                <a:gd name="T11" fmla="*/ 57 h 139"/>
                <a:gd name="T12" fmla="*/ 471 w 509"/>
                <a:gd name="T13" fmla="*/ 61 h 139"/>
                <a:gd name="T14" fmla="*/ 495 w 509"/>
                <a:gd name="T15" fmla="*/ 52 h 139"/>
                <a:gd name="T16" fmla="*/ 507 w 509"/>
                <a:gd name="T17" fmla="*/ 45 h 139"/>
                <a:gd name="T18" fmla="*/ 15 w 509"/>
                <a:gd name="T19" fmla="*/ 123 h 139"/>
                <a:gd name="T20" fmla="*/ 7 w 509"/>
                <a:gd name="T21" fmla="*/ 135 h 139"/>
                <a:gd name="T22" fmla="*/ 15 w 509"/>
                <a:gd name="T23" fmla="*/ 135 h 139"/>
                <a:gd name="T24" fmla="*/ 17 w 509"/>
                <a:gd name="T25" fmla="*/ 125 h 139"/>
                <a:gd name="T26" fmla="*/ 438 w 509"/>
                <a:gd name="T27" fmla="*/ 26 h 139"/>
                <a:gd name="T28" fmla="*/ 433 w 509"/>
                <a:gd name="T29" fmla="*/ 4 h 139"/>
                <a:gd name="T30" fmla="*/ 417 w 509"/>
                <a:gd name="T31" fmla="*/ 9 h 139"/>
                <a:gd name="T32" fmla="*/ 403 w 509"/>
                <a:gd name="T33" fmla="*/ 4 h 139"/>
                <a:gd name="T34" fmla="*/ 400 w 509"/>
                <a:gd name="T35" fmla="*/ 2 h 139"/>
                <a:gd name="T36" fmla="*/ 384 w 509"/>
                <a:gd name="T37" fmla="*/ 0 h 139"/>
                <a:gd name="T38" fmla="*/ 360 w 509"/>
                <a:gd name="T39" fmla="*/ 0 h 139"/>
                <a:gd name="T40" fmla="*/ 339 w 509"/>
                <a:gd name="T41" fmla="*/ 2 h 139"/>
                <a:gd name="T42" fmla="*/ 350 w 509"/>
                <a:gd name="T43" fmla="*/ 9 h 139"/>
                <a:gd name="T44" fmla="*/ 336 w 509"/>
                <a:gd name="T45" fmla="*/ 7 h 139"/>
                <a:gd name="T46" fmla="*/ 327 w 509"/>
                <a:gd name="T47" fmla="*/ 7 h 139"/>
                <a:gd name="T48" fmla="*/ 310 w 509"/>
                <a:gd name="T49" fmla="*/ 4 h 139"/>
                <a:gd name="T50" fmla="*/ 251 w 509"/>
                <a:gd name="T51" fmla="*/ 12 h 139"/>
                <a:gd name="T52" fmla="*/ 218 w 509"/>
                <a:gd name="T53" fmla="*/ 19 h 139"/>
                <a:gd name="T54" fmla="*/ 166 w 509"/>
                <a:gd name="T55" fmla="*/ 21 h 139"/>
                <a:gd name="T56" fmla="*/ 135 w 509"/>
                <a:gd name="T57" fmla="*/ 35 h 139"/>
                <a:gd name="T58" fmla="*/ 130 w 509"/>
                <a:gd name="T59" fmla="*/ 52 h 139"/>
                <a:gd name="T60" fmla="*/ 128 w 509"/>
                <a:gd name="T61" fmla="*/ 68 h 139"/>
                <a:gd name="T62" fmla="*/ 147 w 509"/>
                <a:gd name="T63" fmla="*/ 83 h 139"/>
                <a:gd name="T64" fmla="*/ 145 w 509"/>
                <a:gd name="T65" fmla="*/ 92 h 139"/>
                <a:gd name="T66" fmla="*/ 142 w 509"/>
                <a:gd name="T67" fmla="*/ 120 h 139"/>
                <a:gd name="T68" fmla="*/ 149 w 509"/>
                <a:gd name="T69" fmla="*/ 125 h 139"/>
                <a:gd name="T70" fmla="*/ 145 w 509"/>
                <a:gd name="T71" fmla="*/ 139 h 139"/>
                <a:gd name="T72" fmla="*/ 156 w 509"/>
                <a:gd name="T73" fmla="*/ 135 h 139"/>
                <a:gd name="T74" fmla="*/ 171 w 509"/>
                <a:gd name="T75" fmla="*/ 130 h 139"/>
                <a:gd name="T76" fmla="*/ 192 w 509"/>
                <a:gd name="T77" fmla="*/ 132 h 139"/>
                <a:gd name="T78" fmla="*/ 199 w 509"/>
                <a:gd name="T79" fmla="*/ 130 h 139"/>
                <a:gd name="T80" fmla="*/ 213 w 509"/>
                <a:gd name="T81" fmla="*/ 128 h 139"/>
                <a:gd name="T82" fmla="*/ 220 w 509"/>
                <a:gd name="T83" fmla="*/ 118 h 139"/>
                <a:gd name="T84" fmla="*/ 235 w 509"/>
                <a:gd name="T85" fmla="*/ 118 h 139"/>
                <a:gd name="T86" fmla="*/ 256 w 509"/>
                <a:gd name="T87" fmla="*/ 118 h 139"/>
                <a:gd name="T88" fmla="*/ 265 w 509"/>
                <a:gd name="T89" fmla="*/ 116 h 139"/>
                <a:gd name="T90" fmla="*/ 279 w 509"/>
                <a:gd name="T91" fmla="*/ 111 h 139"/>
                <a:gd name="T92" fmla="*/ 301 w 509"/>
                <a:gd name="T93" fmla="*/ 116 h 139"/>
                <a:gd name="T94" fmla="*/ 317 w 509"/>
                <a:gd name="T95" fmla="*/ 109 h 139"/>
                <a:gd name="T96" fmla="*/ 327 w 509"/>
                <a:gd name="T97" fmla="*/ 113 h 139"/>
                <a:gd name="T98" fmla="*/ 339 w 509"/>
                <a:gd name="T99" fmla="*/ 111 h 139"/>
                <a:gd name="T100" fmla="*/ 336 w 509"/>
                <a:gd name="T101" fmla="*/ 116 h 139"/>
                <a:gd name="T102" fmla="*/ 355 w 509"/>
                <a:gd name="T103" fmla="*/ 104 h 139"/>
                <a:gd name="T104" fmla="*/ 374 w 509"/>
                <a:gd name="T105" fmla="*/ 99 h 139"/>
                <a:gd name="T106" fmla="*/ 403 w 509"/>
                <a:gd name="T107" fmla="*/ 83 h 139"/>
                <a:gd name="T108" fmla="*/ 410 w 509"/>
                <a:gd name="T109" fmla="*/ 73 h 139"/>
                <a:gd name="T110" fmla="*/ 421 w 509"/>
                <a:gd name="T111" fmla="*/ 47 h 139"/>
                <a:gd name="T112" fmla="*/ 438 w 509"/>
                <a:gd name="T113" fmla="*/ 3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09" h="139">
                  <a:moveTo>
                    <a:pt x="507" y="7"/>
                  </a:moveTo>
                  <a:lnTo>
                    <a:pt x="502" y="4"/>
                  </a:lnTo>
                  <a:lnTo>
                    <a:pt x="497" y="4"/>
                  </a:lnTo>
                  <a:lnTo>
                    <a:pt x="492" y="4"/>
                  </a:lnTo>
                  <a:lnTo>
                    <a:pt x="492" y="7"/>
                  </a:lnTo>
                  <a:lnTo>
                    <a:pt x="502" y="12"/>
                  </a:lnTo>
                  <a:lnTo>
                    <a:pt x="504" y="16"/>
                  </a:lnTo>
                  <a:lnTo>
                    <a:pt x="504" y="14"/>
                  </a:lnTo>
                  <a:lnTo>
                    <a:pt x="504" y="12"/>
                  </a:lnTo>
                  <a:lnTo>
                    <a:pt x="502" y="9"/>
                  </a:lnTo>
                  <a:lnTo>
                    <a:pt x="502" y="9"/>
                  </a:lnTo>
                  <a:lnTo>
                    <a:pt x="504" y="12"/>
                  </a:lnTo>
                  <a:lnTo>
                    <a:pt x="504" y="12"/>
                  </a:lnTo>
                  <a:lnTo>
                    <a:pt x="507" y="12"/>
                  </a:lnTo>
                  <a:lnTo>
                    <a:pt x="509" y="12"/>
                  </a:lnTo>
                  <a:lnTo>
                    <a:pt x="507" y="9"/>
                  </a:lnTo>
                  <a:lnTo>
                    <a:pt x="509" y="9"/>
                  </a:lnTo>
                  <a:lnTo>
                    <a:pt x="509" y="9"/>
                  </a:lnTo>
                  <a:lnTo>
                    <a:pt x="507" y="7"/>
                  </a:lnTo>
                  <a:close/>
                  <a:moveTo>
                    <a:pt x="504" y="42"/>
                  </a:moveTo>
                  <a:lnTo>
                    <a:pt x="495" y="42"/>
                  </a:lnTo>
                  <a:lnTo>
                    <a:pt x="488" y="42"/>
                  </a:lnTo>
                  <a:lnTo>
                    <a:pt x="485" y="42"/>
                  </a:lnTo>
                  <a:lnTo>
                    <a:pt x="469" y="47"/>
                  </a:lnTo>
                  <a:lnTo>
                    <a:pt x="469" y="47"/>
                  </a:lnTo>
                  <a:lnTo>
                    <a:pt x="466" y="49"/>
                  </a:lnTo>
                  <a:lnTo>
                    <a:pt x="462" y="54"/>
                  </a:lnTo>
                  <a:lnTo>
                    <a:pt x="459" y="54"/>
                  </a:lnTo>
                  <a:lnTo>
                    <a:pt x="455" y="57"/>
                  </a:lnTo>
                  <a:lnTo>
                    <a:pt x="455" y="57"/>
                  </a:lnTo>
                  <a:lnTo>
                    <a:pt x="452" y="57"/>
                  </a:lnTo>
                  <a:lnTo>
                    <a:pt x="455" y="61"/>
                  </a:lnTo>
                  <a:lnTo>
                    <a:pt x="462" y="61"/>
                  </a:lnTo>
                  <a:lnTo>
                    <a:pt x="466" y="59"/>
                  </a:lnTo>
                  <a:lnTo>
                    <a:pt x="471" y="61"/>
                  </a:lnTo>
                  <a:lnTo>
                    <a:pt x="473" y="59"/>
                  </a:lnTo>
                  <a:lnTo>
                    <a:pt x="488" y="52"/>
                  </a:lnTo>
                  <a:lnTo>
                    <a:pt x="492" y="52"/>
                  </a:lnTo>
                  <a:lnTo>
                    <a:pt x="495" y="49"/>
                  </a:lnTo>
                  <a:lnTo>
                    <a:pt x="495" y="52"/>
                  </a:lnTo>
                  <a:lnTo>
                    <a:pt x="497" y="52"/>
                  </a:lnTo>
                  <a:lnTo>
                    <a:pt x="497" y="49"/>
                  </a:lnTo>
                  <a:lnTo>
                    <a:pt x="502" y="47"/>
                  </a:lnTo>
                  <a:lnTo>
                    <a:pt x="502" y="45"/>
                  </a:lnTo>
                  <a:lnTo>
                    <a:pt x="507" y="45"/>
                  </a:lnTo>
                  <a:lnTo>
                    <a:pt x="509" y="45"/>
                  </a:lnTo>
                  <a:lnTo>
                    <a:pt x="507" y="42"/>
                  </a:lnTo>
                  <a:lnTo>
                    <a:pt x="504" y="42"/>
                  </a:lnTo>
                  <a:close/>
                  <a:moveTo>
                    <a:pt x="15" y="123"/>
                  </a:moveTo>
                  <a:lnTo>
                    <a:pt x="15" y="123"/>
                  </a:lnTo>
                  <a:lnTo>
                    <a:pt x="3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3" y="132"/>
                  </a:lnTo>
                  <a:lnTo>
                    <a:pt x="7" y="135"/>
                  </a:lnTo>
                  <a:lnTo>
                    <a:pt x="10" y="137"/>
                  </a:lnTo>
                  <a:lnTo>
                    <a:pt x="10" y="137"/>
                  </a:lnTo>
                  <a:lnTo>
                    <a:pt x="12" y="137"/>
                  </a:lnTo>
                  <a:lnTo>
                    <a:pt x="15" y="137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2"/>
                  </a:lnTo>
                  <a:lnTo>
                    <a:pt x="15" y="132"/>
                  </a:lnTo>
                  <a:lnTo>
                    <a:pt x="17" y="128"/>
                  </a:lnTo>
                  <a:lnTo>
                    <a:pt x="17" y="125"/>
                  </a:lnTo>
                  <a:lnTo>
                    <a:pt x="17" y="125"/>
                  </a:lnTo>
                  <a:lnTo>
                    <a:pt x="15" y="123"/>
                  </a:lnTo>
                  <a:close/>
                  <a:moveTo>
                    <a:pt x="438" y="30"/>
                  </a:moveTo>
                  <a:lnTo>
                    <a:pt x="436" y="28"/>
                  </a:lnTo>
                  <a:lnTo>
                    <a:pt x="438" y="26"/>
                  </a:lnTo>
                  <a:lnTo>
                    <a:pt x="436" y="23"/>
                  </a:lnTo>
                  <a:lnTo>
                    <a:pt x="436" y="16"/>
                  </a:lnTo>
                  <a:lnTo>
                    <a:pt x="436" y="4"/>
                  </a:lnTo>
                  <a:lnTo>
                    <a:pt x="436" y="4"/>
                  </a:lnTo>
                  <a:lnTo>
                    <a:pt x="433" y="4"/>
                  </a:lnTo>
                  <a:lnTo>
                    <a:pt x="431" y="4"/>
                  </a:lnTo>
                  <a:lnTo>
                    <a:pt x="431" y="7"/>
                  </a:lnTo>
                  <a:lnTo>
                    <a:pt x="429" y="7"/>
                  </a:lnTo>
                  <a:lnTo>
                    <a:pt x="421" y="9"/>
                  </a:lnTo>
                  <a:lnTo>
                    <a:pt x="417" y="9"/>
                  </a:lnTo>
                  <a:lnTo>
                    <a:pt x="414" y="7"/>
                  </a:lnTo>
                  <a:lnTo>
                    <a:pt x="412" y="7"/>
                  </a:lnTo>
                  <a:lnTo>
                    <a:pt x="403" y="2"/>
                  </a:lnTo>
                  <a:lnTo>
                    <a:pt x="403" y="2"/>
                  </a:lnTo>
                  <a:lnTo>
                    <a:pt x="403" y="4"/>
                  </a:lnTo>
                  <a:lnTo>
                    <a:pt x="400" y="4"/>
                  </a:lnTo>
                  <a:lnTo>
                    <a:pt x="400" y="4"/>
                  </a:lnTo>
                  <a:lnTo>
                    <a:pt x="400" y="2"/>
                  </a:lnTo>
                  <a:lnTo>
                    <a:pt x="400" y="2"/>
                  </a:lnTo>
                  <a:lnTo>
                    <a:pt x="400" y="2"/>
                  </a:lnTo>
                  <a:lnTo>
                    <a:pt x="400" y="0"/>
                  </a:lnTo>
                  <a:lnTo>
                    <a:pt x="395" y="2"/>
                  </a:lnTo>
                  <a:lnTo>
                    <a:pt x="393" y="2"/>
                  </a:lnTo>
                  <a:lnTo>
                    <a:pt x="391" y="2"/>
                  </a:lnTo>
                  <a:lnTo>
                    <a:pt x="384" y="0"/>
                  </a:lnTo>
                  <a:lnTo>
                    <a:pt x="381" y="0"/>
                  </a:lnTo>
                  <a:lnTo>
                    <a:pt x="379" y="0"/>
                  </a:lnTo>
                  <a:lnTo>
                    <a:pt x="367" y="0"/>
                  </a:lnTo>
                  <a:lnTo>
                    <a:pt x="362" y="0"/>
                  </a:lnTo>
                  <a:lnTo>
                    <a:pt x="360" y="0"/>
                  </a:lnTo>
                  <a:lnTo>
                    <a:pt x="358" y="2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0" y="4"/>
                  </a:lnTo>
                  <a:lnTo>
                    <a:pt x="339" y="2"/>
                  </a:lnTo>
                  <a:lnTo>
                    <a:pt x="339" y="4"/>
                  </a:lnTo>
                  <a:lnTo>
                    <a:pt x="343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0" y="9"/>
                  </a:lnTo>
                  <a:lnTo>
                    <a:pt x="343" y="12"/>
                  </a:lnTo>
                  <a:lnTo>
                    <a:pt x="341" y="12"/>
                  </a:lnTo>
                  <a:lnTo>
                    <a:pt x="339" y="9"/>
                  </a:lnTo>
                  <a:lnTo>
                    <a:pt x="339" y="7"/>
                  </a:lnTo>
                  <a:lnTo>
                    <a:pt x="336" y="7"/>
                  </a:lnTo>
                  <a:lnTo>
                    <a:pt x="334" y="4"/>
                  </a:lnTo>
                  <a:lnTo>
                    <a:pt x="334" y="0"/>
                  </a:lnTo>
                  <a:lnTo>
                    <a:pt x="332" y="2"/>
                  </a:lnTo>
                  <a:lnTo>
                    <a:pt x="329" y="2"/>
                  </a:lnTo>
                  <a:lnTo>
                    <a:pt x="327" y="7"/>
                  </a:lnTo>
                  <a:lnTo>
                    <a:pt x="327" y="4"/>
                  </a:lnTo>
                  <a:lnTo>
                    <a:pt x="324" y="4"/>
                  </a:lnTo>
                  <a:lnTo>
                    <a:pt x="324" y="2"/>
                  </a:lnTo>
                  <a:lnTo>
                    <a:pt x="320" y="7"/>
                  </a:lnTo>
                  <a:lnTo>
                    <a:pt x="310" y="4"/>
                  </a:lnTo>
                  <a:lnTo>
                    <a:pt x="301" y="9"/>
                  </a:lnTo>
                  <a:lnTo>
                    <a:pt x="287" y="7"/>
                  </a:lnTo>
                  <a:lnTo>
                    <a:pt x="270" y="12"/>
                  </a:lnTo>
                  <a:lnTo>
                    <a:pt x="263" y="12"/>
                  </a:lnTo>
                  <a:lnTo>
                    <a:pt x="251" y="12"/>
                  </a:lnTo>
                  <a:lnTo>
                    <a:pt x="246" y="14"/>
                  </a:lnTo>
                  <a:lnTo>
                    <a:pt x="242" y="12"/>
                  </a:lnTo>
                  <a:lnTo>
                    <a:pt x="237" y="12"/>
                  </a:lnTo>
                  <a:lnTo>
                    <a:pt x="225" y="14"/>
                  </a:lnTo>
                  <a:lnTo>
                    <a:pt x="218" y="19"/>
                  </a:lnTo>
                  <a:lnTo>
                    <a:pt x="216" y="19"/>
                  </a:lnTo>
                  <a:lnTo>
                    <a:pt x="209" y="16"/>
                  </a:lnTo>
                  <a:lnTo>
                    <a:pt x="206" y="16"/>
                  </a:lnTo>
                  <a:lnTo>
                    <a:pt x="185" y="21"/>
                  </a:lnTo>
                  <a:lnTo>
                    <a:pt x="166" y="21"/>
                  </a:lnTo>
                  <a:lnTo>
                    <a:pt x="159" y="19"/>
                  </a:lnTo>
                  <a:lnTo>
                    <a:pt x="147" y="21"/>
                  </a:lnTo>
                  <a:lnTo>
                    <a:pt x="138" y="23"/>
                  </a:lnTo>
                  <a:lnTo>
                    <a:pt x="135" y="30"/>
                  </a:lnTo>
                  <a:lnTo>
                    <a:pt x="135" y="35"/>
                  </a:lnTo>
                  <a:lnTo>
                    <a:pt x="138" y="40"/>
                  </a:lnTo>
                  <a:lnTo>
                    <a:pt x="138" y="42"/>
                  </a:lnTo>
                  <a:lnTo>
                    <a:pt x="135" y="47"/>
                  </a:lnTo>
                  <a:lnTo>
                    <a:pt x="133" y="49"/>
                  </a:lnTo>
                  <a:lnTo>
                    <a:pt x="130" y="52"/>
                  </a:lnTo>
                  <a:lnTo>
                    <a:pt x="126" y="52"/>
                  </a:lnTo>
                  <a:lnTo>
                    <a:pt x="121" y="52"/>
                  </a:lnTo>
                  <a:lnTo>
                    <a:pt x="121" y="59"/>
                  </a:lnTo>
                  <a:lnTo>
                    <a:pt x="123" y="64"/>
                  </a:lnTo>
                  <a:lnTo>
                    <a:pt x="128" y="68"/>
                  </a:lnTo>
                  <a:lnTo>
                    <a:pt x="130" y="71"/>
                  </a:lnTo>
                  <a:lnTo>
                    <a:pt x="133" y="71"/>
                  </a:lnTo>
                  <a:lnTo>
                    <a:pt x="135" y="71"/>
                  </a:lnTo>
                  <a:lnTo>
                    <a:pt x="138" y="73"/>
                  </a:lnTo>
                  <a:lnTo>
                    <a:pt x="147" y="83"/>
                  </a:lnTo>
                  <a:lnTo>
                    <a:pt x="147" y="85"/>
                  </a:lnTo>
                  <a:lnTo>
                    <a:pt x="147" y="87"/>
                  </a:lnTo>
                  <a:lnTo>
                    <a:pt x="147" y="90"/>
                  </a:lnTo>
                  <a:lnTo>
                    <a:pt x="145" y="92"/>
                  </a:lnTo>
                  <a:lnTo>
                    <a:pt x="145" y="92"/>
                  </a:lnTo>
                  <a:lnTo>
                    <a:pt x="145" y="111"/>
                  </a:lnTo>
                  <a:lnTo>
                    <a:pt x="145" y="113"/>
                  </a:lnTo>
                  <a:lnTo>
                    <a:pt x="145" y="116"/>
                  </a:lnTo>
                  <a:lnTo>
                    <a:pt x="145" y="118"/>
                  </a:lnTo>
                  <a:lnTo>
                    <a:pt x="142" y="120"/>
                  </a:lnTo>
                  <a:lnTo>
                    <a:pt x="147" y="120"/>
                  </a:lnTo>
                  <a:lnTo>
                    <a:pt x="149" y="120"/>
                  </a:lnTo>
                  <a:lnTo>
                    <a:pt x="149" y="123"/>
                  </a:lnTo>
                  <a:lnTo>
                    <a:pt x="149" y="123"/>
                  </a:lnTo>
                  <a:lnTo>
                    <a:pt x="149" y="125"/>
                  </a:lnTo>
                  <a:lnTo>
                    <a:pt x="147" y="125"/>
                  </a:lnTo>
                  <a:lnTo>
                    <a:pt x="145" y="128"/>
                  </a:lnTo>
                  <a:lnTo>
                    <a:pt x="145" y="130"/>
                  </a:lnTo>
                  <a:lnTo>
                    <a:pt x="145" y="135"/>
                  </a:lnTo>
                  <a:lnTo>
                    <a:pt x="145" y="139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52" y="137"/>
                  </a:lnTo>
                  <a:lnTo>
                    <a:pt x="154" y="135"/>
                  </a:lnTo>
                  <a:lnTo>
                    <a:pt x="156" y="135"/>
                  </a:lnTo>
                  <a:lnTo>
                    <a:pt x="161" y="135"/>
                  </a:lnTo>
                  <a:lnTo>
                    <a:pt x="164" y="135"/>
                  </a:lnTo>
                  <a:lnTo>
                    <a:pt x="166" y="135"/>
                  </a:lnTo>
                  <a:lnTo>
                    <a:pt x="168" y="132"/>
                  </a:lnTo>
                  <a:lnTo>
                    <a:pt x="171" y="130"/>
                  </a:lnTo>
                  <a:lnTo>
                    <a:pt x="171" y="128"/>
                  </a:lnTo>
                  <a:lnTo>
                    <a:pt x="175" y="128"/>
                  </a:lnTo>
                  <a:lnTo>
                    <a:pt x="183" y="128"/>
                  </a:lnTo>
                  <a:lnTo>
                    <a:pt x="187" y="130"/>
                  </a:lnTo>
                  <a:lnTo>
                    <a:pt x="192" y="132"/>
                  </a:lnTo>
                  <a:lnTo>
                    <a:pt x="194" y="135"/>
                  </a:lnTo>
                  <a:lnTo>
                    <a:pt x="197" y="135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9" y="130"/>
                  </a:lnTo>
                  <a:lnTo>
                    <a:pt x="199" y="130"/>
                  </a:lnTo>
                  <a:lnTo>
                    <a:pt x="201" y="130"/>
                  </a:lnTo>
                  <a:lnTo>
                    <a:pt x="204" y="130"/>
                  </a:lnTo>
                  <a:lnTo>
                    <a:pt x="211" y="128"/>
                  </a:lnTo>
                  <a:lnTo>
                    <a:pt x="213" y="128"/>
                  </a:lnTo>
                  <a:lnTo>
                    <a:pt x="218" y="125"/>
                  </a:lnTo>
                  <a:lnTo>
                    <a:pt x="223" y="123"/>
                  </a:lnTo>
                  <a:lnTo>
                    <a:pt x="223" y="120"/>
                  </a:lnTo>
                  <a:lnTo>
                    <a:pt x="220" y="120"/>
                  </a:lnTo>
                  <a:lnTo>
                    <a:pt x="220" y="118"/>
                  </a:lnTo>
                  <a:lnTo>
                    <a:pt x="223" y="116"/>
                  </a:lnTo>
                  <a:lnTo>
                    <a:pt x="225" y="116"/>
                  </a:lnTo>
                  <a:lnTo>
                    <a:pt x="227" y="116"/>
                  </a:lnTo>
                  <a:lnTo>
                    <a:pt x="227" y="118"/>
                  </a:lnTo>
                  <a:lnTo>
                    <a:pt x="235" y="118"/>
                  </a:lnTo>
                  <a:lnTo>
                    <a:pt x="242" y="118"/>
                  </a:lnTo>
                  <a:lnTo>
                    <a:pt x="244" y="118"/>
                  </a:lnTo>
                  <a:lnTo>
                    <a:pt x="251" y="116"/>
                  </a:lnTo>
                  <a:lnTo>
                    <a:pt x="253" y="116"/>
                  </a:lnTo>
                  <a:lnTo>
                    <a:pt x="256" y="118"/>
                  </a:lnTo>
                  <a:lnTo>
                    <a:pt x="258" y="118"/>
                  </a:lnTo>
                  <a:lnTo>
                    <a:pt x="258" y="116"/>
                  </a:lnTo>
                  <a:lnTo>
                    <a:pt x="261" y="118"/>
                  </a:lnTo>
                  <a:lnTo>
                    <a:pt x="263" y="118"/>
                  </a:lnTo>
                  <a:lnTo>
                    <a:pt x="265" y="116"/>
                  </a:lnTo>
                  <a:lnTo>
                    <a:pt x="268" y="113"/>
                  </a:lnTo>
                  <a:lnTo>
                    <a:pt x="275" y="113"/>
                  </a:lnTo>
                  <a:lnTo>
                    <a:pt x="277" y="111"/>
                  </a:lnTo>
                  <a:lnTo>
                    <a:pt x="279" y="109"/>
                  </a:lnTo>
                  <a:lnTo>
                    <a:pt x="279" y="111"/>
                  </a:lnTo>
                  <a:lnTo>
                    <a:pt x="284" y="109"/>
                  </a:lnTo>
                  <a:lnTo>
                    <a:pt x="289" y="111"/>
                  </a:lnTo>
                  <a:lnTo>
                    <a:pt x="291" y="113"/>
                  </a:lnTo>
                  <a:lnTo>
                    <a:pt x="296" y="116"/>
                  </a:lnTo>
                  <a:lnTo>
                    <a:pt x="301" y="116"/>
                  </a:lnTo>
                  <a:lnTo>
                    <a:pt x="306" y="111"/>
                  </a:lnTo>
                  <a:lnTo>
                    <a:pt x="308" y="109"/>
                  </a:lnTo>
                  <a:lnTo>
                    <a:pt x="313" y="109"/>
                  </a:lnTo>
                  <a:lnTo>
                    <a:pt x="315" y="109"/>
                  </a:lnTo>
                  <a:lnTo>
                    <a:pt x="317" y="109"/>
                  </a:lnTo>
                  <a:lnTo>
                    <a:pt x="317" y="111"/>
                  </a:lnTo>
                  <a:lnTo>
                    <a:pt x="320" y="111"/>
                  </a:lnTo>
                  <a:lnTo>
                    <a:pt x="320" y="113"/>
                  </a:lnTo>
                  <a:lnTo>
                    <a:pt x="322" y="113"/>
                  </a:lnTo>
                  <a:lnTo>
                    <a:pt x="327" y="113"/>
                  </a:lnTo>
                  <a:lnTo>
                    <a:pt x="329" y="113"/>
                  </a:lnTo>
                  <a:lnTo>
                    <a:pt x="332" y="111"/>
                  </a:lnTo>
                  <a:lnTo>
                    <a:pt x="336" y="109"/>
                  </a:lnTo>
                  <a:lnTo>
                    <a:pt x="336" y="109"/>
                  </a:lnTo>
                  <a:lnTo>
                    <a:pt x="339" y="111"/>
                  </a:lnTo>
                  <a:lnTo>
                    <a:pt x="339" y="111"/>
                  </a:lnTo>
                  <a:lnTo>
                    <a:pt x="336" y="113"/>
                  </a:lnTo>
                  <a:lnTo>
                    <a:pt x="336" y="113"/>
                  </a:lnTo>
                  <a:lnTo>
                    <a:pt x="336" y="113"/>
                  </a:lnTo>
                  <a:lnTo>
                    <a:pt x="336" y="116"/>
                  </a:lnTo>
                  <a:lnTo>
                    <a:pt x="339" y="113"/>
                  </a:lnTo>
                  <a:lnTo>
                    <a:pt x="341" y="113"/>
                  </a:lnTo>
                  <a:lnTo>
                    <a:pt x="343" y="113"/>
                  </a:lnTo>
                  <a:lnTo>
                    <a:pt x="346" y="113"/>
                  </a:lnTo>
                  <a:lnTo>
                    <a:pt x="355" y="104"/>
                  </a:lnTo>
                  <a:lnTo>
                    <a:pt x="360" y="104"/>
                  </a:lnTo>
                  <a:lnTo>
                    <a:pt x="365" y="101"/>
                  </a:lnTo>
                  <a:lnTo>
                    <a:pt x="367" y="101"/>
                  </a:lnTo>
                  <a:lnTo>
                    <a:pt x="372" y="99"/>
                  </a:lnTo>
                  <a:lnTo>
                    <a:pt x="374" y="99"/>
                  </a:lnTo>
                  <a:lnTo>
                    <a:pt x="379" y="97"/>
                  </a:lnTo>
                  <a:lnTo>
                    <a:pt x="384" y="99"/>
                  </a:lnTo>
                  <a:lnTo>
                    <a:pt x="386" y="97"/>
                  </a:lnTo>
                  <a:lnTo>
                    <a:pt x="398" y="90"/>
                  </a:lnTo>
                  <a:lnTo>
                    <a:pt x="403" y="83"/>
                  </a:lnTo>
                  <a:lnTo>
                    <a:pt x="403" y="80"/>
                  </a:lnTo>
                  <a:lnTo>
                    <a:pt x="403" y="78"/>
                  </a:lnTo>
                  <a:lnTo>
                    <a:pt x="405" y="75"/>
                  </a:lnTo>
                  <a:lnTo>
                    <a:pt x="407" y="75"/>
                  </a:lnTo>
                  <a:lnTo>
                    <a:pt x="410" y="73"/>
                  </a:lnTo>
                  <a:lnTo>
                    <a:pt x="410" y="71"/>
                  </a:lnTo>
                  <a:lnTo>
                    <a:pt x="412" y="61"/>
                  </a:lnTo>
                  <a:lnTo>
                    <a:pt x="417" y="52"/>
                  </a:lnTo>
                  <a:lnTo>
                    <a:pt x="419" y="49"/>
                  </a:lnTo>
                  <a:lnTo>
                    <a:pt x="421" y="47"/>
                  </a:lnTo>
                  <a:lnTo>
                    <a:pt x="426" y="45"/>
                  </a:lnTo>
                  <a:lnTo>
                    <a:pt x="429" y="42"/>
                  </a:lnTo>
                  <a:lnTo>
                    <a:pt x="431" y="42"/>
                  </a:lnTo>
                  <a:lnTo>
                    <a:pt x="436" y="42"/>
                  </a:lnTo>
                  <a:lnTo>
                    <a:pt x="438" y="38"/>
                  </a:lnTo>
                  <a:lnTo>
                    <a:pt x="443" y="35"/>
                  </a:lnTo>
                  <a:lnTo>
                    <a:pt x="443" y="33"/>
                  </a:lnTo>
                  <a:lnTo>
                    <a:pt x="440" y="30"/>
                  </a:lnTo>
                  <a:lnTo>
                    <a:pt x="438" y="3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14"/>
            <p:cNvSpPr>
              <a:spLocks/>
            </p:cNvSpPr>
            <p:nvPr/>
          </p:nvSpPr>
          <p:spPr bwMode="auto">
            <a:xfrm>
              <a:off x="3535" y="2875"/>
              <a:ext cx="95" cy="61"/>
            </a:xfrm>
            <a:custGeom>
              <a:avLst/>
              <a:gdLst>
                <a:gd name="T0" fmla="*/ 88 w 95"/>
                <a:gd name="T1" fmla="*/ 59 h 61"/>
                <a:gd name="T2" fmla="*/ 83 w 95"/>
                <a:gd name="T3" fmla="*/ 61 h 61"/>
                <a:gd name="T4" fmla="*/ 78 w 95"/>
                <a:gd name="T5" fmla="*/ 61 h 61"/>
                <a:gd name="T6" fmla="*/ 74 w 95"/>
                <a:gd name="T7" fmla="*/ 59 h 61"/>
                <a:gd name="T8" fmla="*/ 62 w 95"/>
                <a:gd name="T9" fmla="*/ 54 h 61"/>
                <a:gd name="T10" fmla="*/ 52 w 95"/>
                <a:gd name="T11" fmla="*/ 52 h 61"/>
                <a:gd name="T12" fmla="*/ 45 w 95"/>
                <a:gd name="T13" fmla="*/ 49 h 61"/>
                <a:gd name="T14" fmla="*/ 38 w 95"/>
                <a:gd name="T15" fmla="*/ 45 h 61"/>
                <a:gd name="T16" fmla="*/ 36 w 95"/>
                <a:gd name="T17" fmla="*/ 40 h 61"/>
                <a:gd name="T18" fmla="*/ 33 w 95"/>
                <a:gd name="T19" fmla="*/ 38 h 61"/>
                <a:gd name="T20" fmla="*/ 31 w 95"/>
                <a:gd name="T21" fmla="*/ 35 h 61"/>
                <a:gd name="T22" fmla="*/ 26 w 95"/>
                <a:gd name="T23" fmla="*/ 35 h 61"/>
                <a:gd name="T24" fmla="*/ 24 w 95"/>
                <a:gd name="T25" fmla="*/ 35 h 61"/>
                <a:gd name="T26" fmla="*/ 19 w 95"/>
                <a:gd name="T27" fmla="*/ 33 h 61"/>
                <a:gd name="T28" fmla="*/ 12 w 95"/>
                <a:gd name="T29" fmla="*/ 23 h 61"/>
                <a:gd name="T30" fmla="*/ 10 w 95"/>
                <a:gd name="T31" fmla="*/ 23 h 61"/>
                <a:gd name="T32" fmla="*/ 7 w 95"/>
                <a:gd name="T33" fmla="*/ 21 h 61"/>
                <a:gd name="T34" fmla="*/ 5 w 95"/>
                <a:gd name="T35" fmla="*/ 19 h 61"/>
                <a:gd name="T36" fmla="*/ 3 w 95"/>
                <a:gd name="T37" fmla="*/ 16 h 61"/>
                <a:gd name="T38" fmla="*/ 3 w 95"/>
                <a:gd name="T39" fmla="*/ 9 h 61"/>
                <a:gd name="T40" fmla="*/ 3 w 95"/>
                <a:gd name="T41" fmla="*/ 7 h 61"/>
                <a:gd name="T42" fmla="*/ 0 w 95"/>
                <a:gd name="T43" fmla="*/ 2 h 61"/>
                <a:gd name="T44" fmla="*/ 0 w 95"/>
                <a:gd name="T45" fmla="*/ 2 h 61"/>
                <a:gd name="T46" fmla="*/ 3 w 95"/>
                <a:gd name="T47" fmla="*/ 0 h 61"/>
                <a:gd name="T48" fmla="*/ 3 w 95"/>
                <a:gd name="T49" fmla="*/ 0 h 61"/>
                <a:gd name="T50" fmla="*/ 5 w 95"/>
                <a:gd name="T51" fmla="*/ 2 h 61"/>
                <a:gd name="T52" fmla="*/ 14 w 95"/>
                <a:gd name="T53" fmla="*/ 4 h 61"/>
                <a:gd name="T54" fmla="*/ 17 w 95"/>
                <a:gd name="T55" fmla="*/ 4 h 61"/>
                <a:gd name="T56" fmla="*/ 21 w 95"/>
                <a:gd name="T57" fmla="*/ 7 h 61"/>
                <a:gd name="T58" fmla="*/ 24 w 95"/>
                <a:gd name="T59" fmla="*/ 12 h 61"/>
                <a:gd name="T60" fmla="*/ 26 w 95"/>
                <a:gd name="T61" fmla="*/ 21 h 61"/>
                <a:gd name="T62" fmla="*/ 29 w 95"/>
                <a:gd name="T63" fmla="*/ 23 h 61"/>
                <a:gd name="T64" fmla="*/ 38 w 95"/>
                <a:gd name="T65" fmla="*/ 31 h 61"/>
                <a:gd name="T66" fmla="*/ 45 w 95"/>
                <a:gd name="T67" fmla="*/ 33 h 61"/>
                <a:gd name="T68" fmla="*/ 71 w 95"/>
                <a:gd name="T69" fmla="*/ 35 h 61"/>
                <a:gd name="T70" fmla="*/ 76 w 95"/>
                <a:gd name="T71" fmla="*/ 38 h 61"/>
                <a:gd name="T72" fmla="*/ 76 w 95"/>
                <a:gd name="T73" fmla="*/ 40 h 61"/>
                <a:gd name="T74" fmla="*/ 78 w 95"/>
                <a:gd name="T75" fmla="*/ 45 h 61"/>
                <a:gd name="T76" fmla="*/ 78 w 95"/>
                <a:gd name="T77" fmla="*/ 45 h 61"/>
                <a:gd name="T78" fmla="*/ 85 w 95"/>
                <a:gd name="T79" fmla="*/ 49 h 61"/>
                <a:gd name="T80" fmla="*/ 92 w 95"/>
                <a:gd name="T81" fmla="*/ 54 h 61"/>
                <a:gd name="T82" fmla="*/ 95 w 95"/>
                <a:gd name="T83" fmla="*/ 57 h 61"/>
                <a:gd name="T84" fmla="*/ 92 w 95"/>
                <a:gd name="T85" fmla="*/ 59 h 61"/>
                <a:gd name="T86" fmla="*/ 88 w 95"/>
                <a:gd name="T87" fmla="*/ 59 h 61"/>
                <a:gd name="T88" fmla="*/ 88 w 95"/>
                <a:gd name="T89" fmla="*/ 5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61">
                  <a:moveTo>
                    <a:pt x="88" y="59"/>
                  </a:moveTo>
                  <a:lnTo>
                    <a:pt x="83" y="61"/>
                  </a:lnTo>
                  <a:lnTo>
                    <a:pt x="78" y="61"/>
                  </a:lnTo>
                  <a:lnTo>
                    <a:pt x="74" y="59"/>
                  </a:lnTo>
                  <a:lnTo>
                    <a:pt x="62" y="54"/>
                  </a:lnTo>
                  <a:lnTo>
                    <a:pt x="52" y="52"/>
                  </a:lnTo>
                  <a:lnTo>
                    <a:pt x="45" y="49"/>
                  </a:lnTo>
                  <a:lnTo>
                    <a:pt x="38" y="45"/>
                  </a:lnTo>
                  <a:lnTo>
                    <a:pt x="36" y="40"/>
                  </a:lnTo>
                  <a:lnTo>
                    <a:pt x="33" y="38"/>
                  </a:lnTo>
                  <a:lnTo>
                    <a:pt x="31" y="35"/>
                  </a:lnTo>
                  <a:lnTo>
                    <a:pt x="26" y="35"/>
                  </a:lnTo>
                  <a:lnTo>
                    <a:pt x="24" y="35"/>
                  </a:lnTo>
                  <a:lnTo>
                    <a:pt x="19" y="33"/>
                  </a:lnTo>
                  <a:lnTo>
                    <a:pt x="12" y="23"/>
                  </a:lnTo>
                  <a:lnTo>
                    <a:pt x="10" y="23"/>
                  </a:lnTo>
                  <a:lnTo>
                    <a:pt x="7" y="21"/>
                  </a:lnTo>
                  <a:lnTo>
                    <a:pt x="5" y="19"/>
                  </a:lnTo>
                  <a:lnTo>
                    <a:pt x="3" y="16"/>
                  </a:lnTo>
                  <a:lnTo>
                    <a:pt x="3" y="9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14" y="4"/>
                  </a:lnTo>
                  <a:lnTo>
                    <a:pt x="17" y="4"/>
                  </a:lnTo>
                  <a:lnTo>
                    <a:pt x="21" y="7"/>
                  </a:lnTo>
                  <a:lnTo>
                    <a:pt x="24" y="12"/>
                  </a:lnTo>
                  <a:lnTo>
                    <a:pt x="26" y="21"/>
                  </a:lnTo>
                  <a:lnTo>
                    <a:pt x="29" y="23"/>
                  </a:lnTo>
                  <a:lnTo>
                    <a:pt x="38" y="31"/>
                  </a:lnTo>
                  <a:lnTo>
                    <a:pt x="45" y="33"/>
                  </a:lnTo>
                  <a:lnTo>
                    <a:pt x="71" y="35"/>
                  </a:lnTo>
                  <a:lnTo>
                    <a:pt x="76" y="38"/>
                  </a:lnTo>
                  <a:lnTo>
                    <a:pt x="76" y="40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85" y="49"/>
                  </a:lnTo>
                  <a:lnTo>
                    <a:pt x="92" y="54"/>
                  </a:lnTo>
                  <a:lnTo>
                    <a:pt x="95" y="57"/>
                  </a:lnTo>
                  <a:lnTo>
                    <a:pt x="92" y="59"/>
                  </a:lnTo>
                  <a:lnTo>
                    <a:pt x="88" y="59"/>
                  </a:lnTo>
                  <a:lnTo>
                    <a:pt x="88" y="5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15"/>
            <p:cNvSpPr>
              <a:spLocks noEditPoints="1"/>
            </p:cNvSpPr>
            <p:nvPr/>
          </p:nvSpPr>
          <p:spPr bwMode="auto">
            <a:xfrm>
              <a:off x="4536" y="1653"/>
              <a:ext cx="66" cy="26"/>
            </a:xfrm>
            <a:custGeom>
              <a:avLst/>
              <a:gdLst>
                <a:gd name="T0" fmla="*/ 2 w 66"/>
                <a:gd name="T1" fmla="*/ 0 h 26"/>
                <a:gd name="T2" fmla="*/ 0 w 66"/>
                <a:gd name="T3" fmla="*/ 3 h 26"/>
                <a:gd name="T4" fmla="*/ 0 w 66"/>
                <a:gd name="T5" fmla="*/ 5 h 26"/>
                <a:gd name="T6" fmla="*/ 2 w 66"/>
                <a:gd name="T7" fmla="*/ 7 h 26"/>
                <a:gd name="T8" fmla="*/ 5 w 66"/>
                <a:gd name="T9" fmla="*/ 5 h 26"/>
                <a:gd name="T10" fmla="*/ 5 w 66"/>
                <a:gd name="T11" fmla="*/ 3 h 26"/>
                <a:gd name="T12" fmla="*/ 2 w 66"/>
                <a:gd name="T13" fmla="*/ 0 h 26"/>
                <a:gd name="T14" fmla="*/ 2 w 66"/>
                <a:gd name="T15" fmla="*/ 0 h 26"/>
                <a:gd name="T16" fmla="*/ 59 w 66"/>
                <a:gd name="T17" fmla="*/ 19 h 26"/>
                <a:gd name="T18" fmla="*/ 59 w 66"/>
                <a:gd name="T19" fmla="*/ 19 h 26"/>
                <a:gd name="T20" fmla="*/ 57 w 66"/>
                <a:gd name="T21" fmla="*/ 19 h 26"/>
                <a:gd name="T22" fmla="*/ 52 w 66"/>
                <a:gd name="T23" fmla="*/ 17 h 26"/>
                <a:gd name="T24" fmla="*/ 54 w 66"/>
                <a:gd name="T25" fmla="*/ 24 h 26"/>
                <a:gd name="T26" fmla="*/ 57 w 66"/>
                <a:gd name="T27" fmla="*/ 26 h 26"/>
                <a:gd name="T28" fmla="*/ 61 w 66"/>
                <a:gd name="T29" fmla="*/ 26 h 26"/>
                <a:gd name="T30" fmla="*/ 66 w 66"/>
                <a:gd name="T31" fmla="*/ 21 h 26"/>
                <a:gd name="T32" fmla="*/ 59 w 66"/>
                <a:gd name="T33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26">
                  <a:moveTo>
                    <a:pt x="2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5" y="5"/>
                  </a:lnTo>
                  <a:lnTo>
                    <a:pt x="5" y="3"/>
                  </a:lnTo>
                  <a:lnTo>
                    <a:pt x="2" y="0"/>
                  </a:lnTo>
                  <a:lnTo>
                    <a:pt x="2" y="0"/>
                  </a:lnTo>
                  <a:close/>
                  <a:moveTo>
                    <a:pt x="59" y="19"/>
                  </a:moveTo>
                  <a:lnTo>
                    <a:pt x="59" y="19"/>
                  </a:lnTo>
                  <a:lnTo>
                    <a:pt x="57" y="19"/>
                  </a:lnTo>
                  <a:lnTo>
                    <a:pt x="52" y="17"/>
                  </a:lnTo>
                  <a:lnTo>
                    <a:pt x="54" y="24"/>
                  </a:lnTo>
                  <a:lnTo>
                    <a:pt x="57" y="26"/>
                  </a:lnTo>
                  <a:lnTo>
                    <a:pt x="61" y="26"/>
                  </a:lnTo>
                  <a:lnTo>
                    <a:pt x="66" y="21"/>
                  </a:lnTo>
                  <a:lnTo>
                    <a:pt x="59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6"/>
            <p:cNvSpPr>
              <a:spLocks/>
            </p:cNvSpPr>
            <p:nvPr/>
          </p:nvSpPr>
          <p:spPr bwMode="auto">
            <a:xfrm>
              <a:off x="4763" y="1786"/>
              <a:ext cx="19" cy="28"/>
            </a:xfrm>
            <a:custGeom>
              <a:avLst/>
              <a:gdLst>
                <a:gd name="T0" fmla="*/ 5 w 19"/>
                <a:gd name="T1" fmla="*/ 2 h 28"/>
                <a:gd name="T2" fmla="*/ 7 w 19"/>
                <a:gd name="T3" fmla="*/ 2 h 28"/>
                <a:gd name="T4" fmla="*/ 9 w 19"/>
                <a:gd name="T5" fmla="*/ 2 h 28"/>
                <a:gd name="T6" fmla="*/ 9 w 19"/>
                <a:gd name="T7" fmla="*/ 4 h 28"/>
                <a:gd name="T8" fmla="*/ 12 w 19"/>
                <a:gd name="T9" fmla="*/ 9 h 28"/>
                <a:gd name="T10" fmla="*/ 14 w 19"/>
                <a:gd name="T11" fmla="*/ 12 h 28"/>
                <a:gd name="T12" fmla="*/ 17 w 19"/>
                <a:gd name="T13" fmla="*/ 14 h 28"/>
                <a:gd name="T14" fmla="*/ 17 w 19"/>
                <a:gd name="T15" fmla="*/ 16 h 28"/>
                <a:gd name="T16" fmla="*/ 17 w 19"/>
                <a:gd name="T17" fmla="*/ 19 h 28"/>
                <a:gd name="T18" fmla="*/ 17 w 19"/>
                <a:gd name="T19" fmla="*/ 19 h 28"/>
                <a:gd name="T20" fmla="*/ 17 w 19"/>
                <a:gd name="T21" fmla="*/ 21 h 28"/>
                <a:gd name="T22" fmla="*/ 19 w 19"/>
                <a:gd name="T23" fmla="*/ 21 h 28"/>
                <a:gd name="T24" fmla="*/ 19 w 19"/>
                <a:gd name="T25" fmla="*/ 23 h 28"/>
                <a:gd name="T26" fmla="*/ 19 w 19"/>
                <a:gd name="T27" fmla="*/ 23 h 28"/>
                <a:gd name="T28" fmla="*/ 19 w 19"/>
                <a:gd name="T29" fmla="*/ 26 h 28"/>
                <a:gd name="T30" fmla="*/ 19 w 19"/>
                <a:gd name="T31" fmla="*/ 26 h 28"/>
                <a:gd name="T32" fmla="*/ 17 w 19"/>
                <a:gd name="T33" fmla="*/ 28 h 28"/>
                <a:gd name="T34" fmla="*/ 14 w 19"/>
                <a:gd name="T35" fmla="*/ 28 h 28"/>
                <a:gd name="T36" fmla="*/ 5 w 19"/>
                <a:gd name="T37" fmla="*/ 28 h 28"/>
                <a:gd name="T38" fmla="*/ 0 w 19"/>
                <a:gd name="T39" fmla="*/ 21 h 28"/>
                <a:gd name="T40" fmla="*/ 2 w 19"/>
                <a:gd name="T41" fmla="*/ 9 h 28"/>
                <a:gd name="T42" fmla="*/ 2 w 19"/>
                <a:gd name="T43" fmla="*/ 0 h 28"/>
                <a:gd name="T44" fmla="*/ 5 w 19"/>
                <a:gd name="T45" fmla="*/ 2 h 28"/>
                <a:gd name="T46" fmla="*/ 5 w 19"/>
                <a:gd name="T4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" h="28">
                  <a:moveTo>
                    <a:pt x="5" y="2"/>
                  </a:moveTo>
                  <a:lnTo>
                    <a:pt x="7" y="2"/>
                  </a:lnTo>
                  <a:lnTo>
                    <a:pt x="9" y="2"/>
                  </a:lnTo>
                  <a:lnTo>
                    <a:pt x="9" y="4"/>
                  </a:lnTo>
                  <a:lnTo>
                    <a:pt x="12" y="9"/>
                  </a:lnTo>
                  <a:lnTo>
                    <a:pt x="14" y="12"/>
                  </a:lnTo>
                  <a:lnTo>
                    <a:pt x="17" y="14"/>
                  </a:lnTo>
                  <a:lnTo>
                    <a:pt x="17" y="1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21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8"/>
                  </a:lnTo>
                  <a:lnTo>
                    <a:pt x="14" y="28"/>
                  </a:lnTo>
                  <a:lnTo>
                    <a:pt x="5" y="28"/>
                  </a:lnTo>
                  <a:lnTo>
                    <a:pt x="0" y="21"/>
                  </a:lnTo>
                  <a:lnTo>
                    <a:pt x="2" y="9"/>
                  </a:lnTo>
                  <a:lnTo>
                    <a:pt x="2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7"/>
            <p:cNvSpPr>
              <a:spLocks/>
            </p:cNvSpPr>
            <p:nvPr/>
          </p:nvSpPr>
          <p:spPr bwMode="auto">
            <a:xfrm>
              <a:off x="5023" y="2146"/>
              <a:ext cx="95" cy="85"/>
            </a:xfrm>
            <a:custGeom>
              <a:avLst/>
              <a:gdLst>
                <a:gd name="T0" fmla="*/ 57 w 95"/>
                <a:gd name="T1" fmla="*/ 16 h 85"/>
                <a:gd name="T2" fmla="*/ 71 w 95"/>
                <a:gd name="T3" fmla="*/ 11 h 85"/>
                <a:gd name="T4" fmla="*/ 69 w 95"/>
                <a:gd name="T5" fmla="*/ 14 h 85"/>
                <a:gd name="T6" fmla="*/ 62 w 95"/>
                <a:gd name="T7" fmla="*/ 16 h 85"/>
                <a:gd name="T8" fmla="*/ 62 w 95"/>
                <a:gd name="T9" fmla="*/ 28 h 85"/>
                <a:gd name="T10" fmla="*/ 66 w 95"/>
                <a:gd name="T11" fmla="*/ 26 h 85"/>
                <a:gd name="T12" fmla="*/ 64 w 95"/>
                <a:gd name="T13" fmla="*/ 33 h 85"/>
                <a:gd name="T14" fmla="*/ 64 w 95"/>
                <a:gd name="T15" fmla="*/ 35 h 85"/>
                <a:gd name="T16" fmla="*/ 71 w 95"/>
                <a:gd name="T17" fmla="*/ 35 h 85"/>
                <a:gd name="T18" fmla="*/ 69 w 95"/>
                <a:gd name="T19" fmla="*/ 37 h 85"/>
                <a:gd name="T20" fmla="*/ 78 w 95"/>
                <a:gd name="T21" fmla="*/ 42 h 85"/>
                <a:gd name="T22" fmla="*/ 81 w 95"/>
                <a:gd name="T23" fmla="*/ 47 h 85"/>
                <a:gd name="T24" fmla="*/ 83 w 95"/>
                <a:gd name="T25" fmla="*/ 49 h 85"/>
                <a:gd name="T26" fmla="*/ 88 w 95"/>
                <a:gd name="T27" fmla="*/ 49 h 85"/>
                <a:gd name="T28" fmla="*/ 88 w 95"/>
                <a:gd name="T29" fmla="*/ 59 h 85"/>
                <a:gd name="T30" fmla="*/ 88 w 95"/>
                <a:gd name="T31" fmla="*/ 61 h 85"/>
                <a:gd name="T32" fmla="*/ 90 w 95"/>
                <a:gd name="T33" fmla="*/ 64 h 85"/>
                <a:gd name="T34" fmla="*/ 95 w 95"/>
                <a:gd name="T35" fmla="*/ 71 h 85"/>
                <a:gd name="T36" fmla="*/ 92 w 95"/>
                <a:gd name="T37" fmla="*/ 80 h 85"/>
                <a:gd name="T38" fmla="*/ 85 w 95"/>
                <a:gd name="T39" fmla="*/ 85 h 85"/>
                <a:gd name="T40" fmla="*/ 83 w 95"/>
                <a:gd name="T41" fmla="*/ 80 h 85"/>
                <a:gd name="T42" fmla="*/ 85 w 95"/>
                <a:gd name="T43" fmla="*/ 75 h 85"/>
                <a:gd name="T44" fmla="*/ 78 w 95"/>
                <a:gd name="T45" fmla="*/ 75 h 85"/>
                <a:gd name="T46" fmla="*/ 74 w 95"/>
                <a:gd name="T47" fmla="*/ 75 h 85"/>
                <a:gd name="T48" fmla="*/ 52 w 95"/>
                <a:gd name="T49" fmla="*/ 78 h 85"/>
                <a:gd name="T50" fmla="*/ 43 w 95"/>
                <a:gd name="T51" fmla="*/ 80 h 85"/>
                <a:gd name="T52" fmla="*/ 38 w 95"/>
                <a:gd name="T53" fmla="*/ 73 h 85"/>
                <a:gd name="T54" fmla="*/ 40 w 95"/>
                <a:gd name="T55" fmla="*/ 66 h 85"/>
                <a:gd name="T56" fmla="*/ 48 w 95"/>
                <a:gd name="T57" fmla="*/ 64 h 85"/>
                <a:gd name="T58" fmla="*/ 55 w 95"/>
                <a:gd name="T59" fmla="*/ 59 h 85"/>
                <a:gd name="T60" fmla="*/ 50 w 95"/>
                <a:gd name="T61" fmla="*/ 52 h 85"/>
                <a:gd name="T62" fmla="*/ 45 w 95"/>
                <a:gd name="T63" fmla="*/ 52 h 85"/>
                <a:gd name="T64" fmla="*/ 36 w 95"/>
                <a:gd name="T65" fmla="*/ 54 h 85"/>
                <a:gd name="T66" fmla="*/ 31 w 95"/>
                <a:gd name="T67" fmla="*/ 49 h 85"/>
                <a:gd name="T68" fmla="*/ 19 w 95"/>
                <a:gd name="T69" fmla="*/ 42 h 85"/>
                <a:gd name="T70" fmla="*/ 17 w 95"/>
                <a:gd name="T71" fmla="*/ 37 h 85"/>
                <a:gd name="T72" fmla="*/ 14 w 95"/>
                <a:gd name="T73" fmla="*/ 35 h 85"/>
                <a:gd name="T74" fmla="*/ 14 w 95"/>
                <a:gd name="T75" fmla="*/ 30 h 85"/>
                <a:gd name="T76" fmla="*/ 10 w 95"/>
                <a:gd name="T77" fmla="*/ 23 h 85"/>
                <a:gd name="T78" fmla="*/ 0 w 95"/>
                <a:gd name="T79" fmla="*/ 14 h 85"/>
                <a:gd name="T80" fmla="*/ 3 w 95"/>
                <a:gd name="T81" fmla="*/ 7 h 85"/>
                <a:gd name="T82" fmla="*/ 24 w 95"/>
                <a:gd name="T83" fmla="*/ 0 h 85"/>
                <a:gd name="T84" fmla="*/ 45 w 95"/>
                <a:gd name="T85" fmla="*/ 9 h 85"/>
                <a:gd name="T86" fmla="*/ 48 w 95"/>
                <a:gd name="T87" fmla="*/ 1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5" h="85">
                  <a:moveTo>
                    <a:pt x="50" y="14"/>
                  </a:moveTo>
                  <a:lnTo>
                    <a:pt x="55" y="19"/>
                  </a:lnTo>
                  <a:lnTo>
                    <a:pt x="57" y="16"/>
                  </a:lnTo>
                  <a:lnTo>
                    <a:pt x="62" y="14"/>
                  </a:lnTo>
                  <a:lnTo>
                    <a:pt x="66" y="11"/>
                  </a:lnTo>
                  <a:lnTo>
                    <a:pt x="71" y="11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66" y="21"/>
                  </a:lnTo>
                  <a:lnTo>
                    <a:pt x="62" y="16"/>
                  </a:lnTo>
                  <a:lnTo>
                    <a:pt x="62" y="19"/>
                  </a:lnTo>
                  <a:lnTo>
                    <a:pt x="62" y="23"/>
                  </a:lnTo>
                  <a:lnTo>
                    <a:pt x="62" y="28"/>
                  </a:lnTo>
                  <a:lnTo>
                    <a:pt x="64" y="26"/>
                  </a:lnTo>
                  <a:lnTo>
                    <a:pt x="64" y="26"/>
                  </a:lnTo>
                  <a:lnTo>
                    <a:pt x="66" y="26"/>
                  </a:lnTo>
                  <a:lnTo>
                    <a:pt x="69" y="28"/>
                  </a:lnTo>
                  <a:lnTo>
                    <a:pt x="64" y="30"/>
                  </a:lnTo>
                  <a:lnTo>
                    <a:pt x="64" y="33"/>
                  </a:lnTo>
                  <a:lnTo>
                    <a:pt x="62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6" y="33"/>
                  </a:lnTo>
                  <a:lnTo>
                    <a:pt x="74" y="35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71" y="37"/>
                  </a:lnTo>
                  <a:lnTo>
                    <a:pt x="69" y="37"/>
                  </a:lnTo>
                  <a:lnTo>
                    <a:pt x="71" y="40"/>
                  </a:lnTo>
                  <a:lnTo>
                    <a:pt x="74" y="42"/>
                  </a:lnTo>
                  <a:lnTo>
                    <a:pt x="78" y="42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81" y="47"/>
                  </a:lnTo>
                  <a:lnTo>
                    <a:pt x="81" y="47"/>
                  </a:lnTo>
                  <a:lnTo>
                    <a:pt x="83" y="47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85" y="52"/>
                  </a:lnTo>
                  <a:lnTo>
                    <a:pt x="88" y="56"/>
                  </a:lnTo>
                  <a:lnTo>
                    <a:pt x="88" y="59"/>
                  </a:lnTo>
                  <a:lnTo>
                    <a:pt x="90" y="59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4"/>
                  </a:lnTo>
                  <a:lnTo>
                    <a:pt x="90" y="64"/>
                  </a:lnTo>
                  <a:lnTo>
                    <a:pt x="92" y="66"/>
                  </a:lnTo>
                  <a:lnTo>
                    <a:pt x="92" y="68"/>
                  </a:lnTo>
                  <a:lnTo>
                    <a:pt x="95" y="71"/>
                  </a:lnTo>
                  <a:lnTo>
                    <a:pt x="95" y="73"/>
                  </a:lnTo>
                  <a:lnTo>
                    <a:pt x="92" y="75"/>
                  </a:lnTo>
                  <a:lnTo>
                    <a:pt x="92" y="80"/>
                  </a:lnTo>
                  <a:lnTo>
                    <a:pt x="90" y="85"/>
                  </a:lnTo>
                  <a:lnTo>
                    <a:pt x="88" y="85"/>
                  </a:lnTo>
                  <a:lnTo>
                    <a:pt x="85" y="85"/>
                  </a:lnTo>
                  <a:lnTo>
                    <a:pt x="83" y="85"/>
                  </a:lnTo>
                  <a:lnTo>
                    <a:pt x="81" y="82"/>
                  </a:lnTo>
                  <a:lnTo>
                    <a:pt x="83" y="80"/>
                  </a:lnTo>
                  <a:lnTo>
                    <a:pt x="83" y="80"/>
                  </a:lnTo>
                  <a:lnTo>
                    <a:pt x="85" y="78"/>
                  </a:lnTo>
                  <a:lnTo>
                    <a:pt x="85" y="75"/>
                  </a:lnTo>
                  <a:lnTo>
                    <a:pt x="83" y="73"/>
                  </a:lnTo>
                  <a:lnTo>
                    <a:pt x="81" y="73"/>
                  </a:lnTo>
                  <a:lnTo>
                    <a:pt x="78" y="75"/>
                  </a:lnTo>
                  <a:lnTo>
                    <a:pt x="74" y="75"/>
                  </a:lnTo>
                  <a:lnTo>
                    <a:pt x="74" y="75"/>
                  </a:lnTo>
                  <a:lnTo>
                    <a:pt x="74" y="75"/>
                  </a:lnTo>
                  <a:lnTo>
                    <a:pt x="69" y="75"/>
                  </a:lnTo>
                  <a:lnTo>
                    <a:pt x="57" y="75"/>
                  </a:lnTo>
                  <a:lnTo>
                    <a:pt x="52" y="78"/>
                  </a:lnTo>
                  <a:lnTo>
                    <a:pt x="48" y="80"/>
                  </a:lnTo>
                  <a:lnTo>
                    <a:pt x="45" y="80"/>
                  </a:lnTo>
                  <a:lnTo>
                    <a:pt x="43" y="80"/>
                  </a:lnTo>
                  <a:lnTo>
                    <a:pt x="38" y="75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36" y="73"/>
                  </a:lnTo>
                  <a:lnTo>
                    <a:pt x="36" y="71"/>
                  </a:lnTo>
                  <a:lnTo>
                    <a:pt x="40" y="66"/>
                  </a:lnTo>
                  <a:lnTo>
                    <a:pt x="45" y="61"/>
                  </a:lnTo>
                  <a:lnTo>
                    <a:pt x="45" y="59"/>
                  </a:lnTo>
                  <a:lnTo>
                    <a:pt x="48" y="64"/>
                  </a:lnTo>
                  <a:lnTo>
                    <a:pt x="52" y="64"/>
                  </a:lnTo>
                  <a:lnTo>
                    <a:pt x="55" y="61"/>
                  </a:lnTo>
                  <a:lnTo>
                    <a:pt x="55" y="59"/>
                  </a:lnTo>
                  <a:lnTo>
                    <a:pt x="55" y="56"/>
                  </a:lnTo>
                  <a:lnTo>
                    <a:pt x="52" y="54"/>
                  </a:lnTo>
                  <a:lnTo>
                    <a:pt x="50" y="52"/>
                  </a:lnTo>
                  <a:lnTo>
                    <a:pt x="50" y="49"/>
                  </a:lnTo>
                  <a:lnTo>
                    <a:pt x="48" y="52"/>
                  </a:lnTo>
                  <a:lnTo>
                    <a:pt x="45" y="52"/>
                  </a:lnTo>
                  <a:lnTo>
                    <a:pt x="43" y="52"/>
                  </a:lnTo>
                  <a:lnTo>
                    <a:pt x="40" y="52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3" y="52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24" y="45"/>
                  </a:lnTo>
                  <a:lnTo>
                    <a:pt x="19" y="42"/>
                  </a:lnTo>
                  <a:lnTo>
                    <a:pt x="17" y="40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0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2" y="26"/>
                  </a:lnTo>
                  <a:lnTo>
                    <a:pt x="10" y="23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3" y="9"/>
                  </a:lnTo>
                  <a:lnTo>
                    <a:pt x="3" y="7"/>
                  </a:lnTo>
                  <a:lnTo>
                    <a:pt x="10" y="0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33" y="4"/>
                  </a:lnTo>
                  <a:lnTo>
                    <a:pt x="43" y="7"/>
                  </a:lnTo>
                  <a:lnTo>
                    <a:pt x="45" y="9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48" y="14"/>
                  </a:lnTo>
                  <a:lnTo>
                    <a:pt x="50" y="14"/>
                  </a:lnTo>
                  <a:lnTo>
                    <a:pt x="50" y="1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18"/>
            <p:cNvSpPr>
              <a:spLocks/>
            </p:cNvSpPr>
            <p:nvPr/>
          </p:nvSpPr>
          <p:spPr bwMode="auto">
            <a:xfrm>
              <a:off x="4541" y="1549"/>
              <a:ext cx="28" cy="19"/>
            </a:xfrm>
            <a:custGeom>
              <a:avLst/>
              <a:gdLst>
                <a:gd name="T0" fmla="*/ 26 w 28"/>
                <a:gd name="T1" fmla="*/ 19 h 19"/>
                <a:gd name="T2" fmla="*/ 26 w 28"/>
                <a:gd name="T3" fmla="*/ 19 h 19"/>
                <a:gd name="T4" fmla="*/ 11 w 28"/>
                <a:gd name="T5" fmla="*/ 17 h 19"/>
                <a:gd name="T6" fmla="*/ 9 w 28"/>
                <a:gd name="T7" fmla="*/ 17 h 19"/>
                <a:gd name="T8" fmla="*/ 7 w 28"/>
                <a:gd name="T9" fmla="*/ 14 h 19"/>
                <a:gd name="T10" fmla="*/ 7 w 28"/>
                <a:gd name="T11" fmla="*/ 17 h 19"/>
                <a:gd name="T12" fmla="*/ 4 w 28"/>
                <a:gd name="T13" fmla="*/ 17 h 19"/>
                <a:gd name="T14" fmla="*/ 2 w 28"/>
                <a:gd name="T15" fmla="*/ 17 h 19"/>
                <a:gd name="T16" fmla="*/ 0 w 28"/>
                <a:gd name="T17" fmla="*/ 17 h 19"/>
                <a:gd name="T18" fmla="*/ 0 w 28"/>
                <a:gd name="T19" fmla="*/ 17 h 19"/>
                <a:gd name="T20" fmla="*/ 0 w 28"/>
                <a:gd name="T21" fmla="*/ 14 h 19"/>
                <a:gd name="T22" fmla="*/ 7 w 28"/>
                <a:gd name="T23" fmla="*/ 14 h 19"/>
                <a:gd name="T24" fmla="*/ 9 w 28"/>
                <a:gd name="T25" fmla="*/ 12 h 19"/>
                <a:gd name="T26" fmla="*/ 11 w 28"/>
                <a:gd name="T27" fmla="*/ 9 h 19"/>
                <a:gd name="T28" fmla="*/ 11 w 28"/>
                <a:gd name="T29" fmla="*/ 7 h 19"/>
                <a:gd name="T30" fmla="*/ 14 w 28"/>
                <a:gd name="T31" fmla="*/ 5 h 19"/>
                <a:gd name="T32" fmla="*/ 16 w 28"/>
                <a:gd name="T33" fmla="*/ 2 h 19"/>
                <a:gd name="T34" fmla="*/ 21 w 28"/>
                <a:gd name="T35" fmla="*/ 2 h 19"/>
                <a:gd name="T36" fmla="*/ 23 w 28"/>
                <a:gd name="T37" fmla="*/ 0 h 19"/>
                <a:gd name="T38" fmla="*/ 23 w 28"/>
                <a:gd name="T39" fmla="*/ 5 h 19"/>
                <a:gd name="T40" fmla="*/ 26 w 28"/>
                <a:gd name="T41" fmla="*/ 12 h 19"/>
                <a:gd name="T42" fmla="*/ 28 w 28"/>
                <a:gd name="T43" fmla="*/ 17 h 19"/>
                <a:gd name="T44" fmla="*/ 26 w 28"/>
                <a:gd name="T45" fmla="*/ 19 h 19"/>
                <a:gd name="T46" fmla="*/ 26 w 28"/>
                <a:gd name="T4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19">
                  <a:moveTo>
                    <a:pt x="26" y="19"/>
                  </a:moveTo>
                  <a:lnTo>
                    <a:pt x="26" y="19"/>
                  </a:lnTo>
                  <a:lnTo>
                    <a:pt x="11" y="17"/>
                  </a:lnTo>
                  <a:lnTo>
                    <a:pt x="9" y="17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9" y="12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4" y="5"/>
                  </a:lnTo>
                  <a:lnTo>
                    <a:pt x="16" y="2"/>
                  </a:lnTo>
                  <a:lnTo>
                    <a:pt x="21" y="2"/>
                  </a:lnTo>
                  <a:lnTo>
                    <a:pt x="23" y="0"/>
                  </a:lnTo>
                  <a:lnTo>
                    <a:pt x="23" y="5"/>
                  </a:lnTo>
                  <a:lnTo>
                    <a:pt x="26" y="12"/>
                  </a:lnTo>
                  <a:lnTo>
                    <a:pt x="28" y="17"/>
                  </a:lnTo>
                  <a:lnTo>
                    <a:pt x="26" y="19"/>
                  </a:lnTo>
                  <a:lnTo>
                    <a:pt x="26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9"/>
            <p:cNvSpPr>
              <a:spLocks/>
            </p:cNvSpPr>
            <p:nvPr/>
          </p:nvSpPr>
          <p:spPr bwMode="auto">
            <a:xfrm>
              <a:off x="5085" y="2295"/>
              <a:ext cx="38" cy="80"/>
            </a:xfrm>
            <a:custGeom>
              <a:avLst/>
              <a:gdLst>
                <a:gd name="T0" fmla="*/ 30 w 38"/>
                <a:gd name="T1" fmla="*/ 80 h 80"/>
                <a:gd name="T2" fmla="*/ 28 w 38"/>
                <a:gd name="T3" fmla="*/ 80 h 80"/>
                <a:gd name="T4" fmla="*/ 26 w 38"/>
                <a:gd name="T5" fmla="*/ 76 h 80"/>
                <a:gd name="T6" fmla="*/ 9 w 38"/>
                <a:gd name="T7" fmla="*/ 73 h 80"/>
                <a:gd name="T8" fmla="*/ 4 w 38"/>
                <a:gd name="T9" fmla="*/ 68 h 80"/>
                <a:gd name="T10" fmla="*/ 4 w 38"/>
                <a:gd name="T11" fmla="*/ 68 h 80"/>
                <a:gd name="T12" fmla="*/ 2 w 38"/>
                <a:gd name="T13" fmla="*/ 66 h 80"/>
                <a:gd name="T14" fmla="*/ 2 w 38"/>
                <a:gd name="T15" fmla="*/ 66 h 80"/>
                <a:gd name="T16" fmla="*/ 2 w 38"/>
                <a:gd name="T17" fmla="*/ 61 h 80"/>
                <a:gd name="T18" fmla="*/ 2 w 38"/>
                <a:gd name="T19" fmla="*/ 59 h 80"/>
                <a:gd name="T20" fmla="*/ 2 w 38"/>
                <a:gd name="T21" fmla="*/ 57 h 80"/>
                <a:gd name="T22" fmla="*/ 2 w 38"/>
                <a:gd name="T23" fmla="*/ 54 h 80"/>
                <a:gd name="T24" fmla="*/ 0 w 38"/>
                <a:gd name="T25" fmla="*/ 54 h 80"/>
                <a:gd name="T26" fmla="*/ 0 w 38"/>
                <a:gd name="T27" fmla="*/ 52 h 80"/>
                <a:gd name="T28" fmla="*/ 0 w 38"/>
                <a:gd name="T29" fmla="*/ 52 h 80"/>
                <a:gd name="T30" fmla="*/ 0 w 38"/>
                <a:gd name="T31" fmla="*/ 49 h 80"/>
                <a:gd name="T32" fmla="*/ 0 w 38"/>
                <a:gd name="T33" fmla="*/ 45 h 80"/>
                <a:gd name="T34" fmla="*/ 0 w 38"/>
                <a:gd name="T35" fmla="*/ 42 h 80"/>
                <a:gd name="T36" fmla="*/ 2 w 38"/>
                <a:gd name="T37" fmla="*/ 40 h 80"/>
                <a:gd name="T38" fmla="*/ 4 w 38"/>
                <a:gd name="T39" fmla="*/ 33 h 80"/>
                <a:gd name="T40" fmla="*/ 7 w 38"/>
                <a:gd name="T41" fmla="*/ 28 h 80"/>
                <a:gd name="T42" fmla="*/ 9 w 38"/>
                <a:gd name="T43" fmla="*/ 19 h 80"/>
                <a:gd name="T44" fmla="*/ 12 w 38"/>
                <a:gd name="T45" fmla="*/ 19 h 80"/>
                <a:gd name="T46" fmla="*/ 12 w 38"/>
                <a:gd name="T47" fmla="*/ 16 h 80"/>
                <a:gd name="T48" fmla="*/ 14 w 38"/>
                <a:gd name="T49" fmla="*/ 16 h 80"/>
                <a:gd name="T50" fmla="*/ 14 w 38"/>
                <a:gd name="T51" fmla="*/ 14 h 80"/>
                <a:gd name="T52" fmla="*/ 14 w 38"/>
                <a:gd name="T53" fmla="*/ 12 h 80"/>
                <a:gd name="T54" fmla="*/ 14 w 38"/>
                <a:gd name="T55" fmla="*/ 9 h 80"/>
                <a:gd name="T56" fmla="*/ 19 w 38"/>
                <a:gd name="T57" fmla="*/ 2 h 80"/>
                <a:gd name="T58" fmla="*/ 21 w 38"/>
                <a:gd name="T59" fmla="*/ 0 h 80"/>
                <a:gd name="T60" fmla="*/ 23 w 38"/>
                <a:gd name="T61" fmla="*/ 0 h 80"/>
                <a:gd name="T62" fmla="*/ 23 w 38"/>
                <a:gd name="T63" fmla="*/ 2 h 80"/>
                <a:gd name="T64" fmla="*/ 26 w 38"/>
                <a:gd name="T65" fmla="*/ 4 h 80"/>
                <a:gd name="T66" fmla="*/ 28 w 38"/>
                <a:gd name="T67" fmla="*/ 7 h 80"/>
                <a:gd name="T68" fmla="*/ 30 w 38"/>
                <a:gd name="T69" fmla="*/ 7 h 80"/>
                <a:gd name="T70" fmla="*/ 30 w 38"/>
                <a:gd name="T71" fmla="*/ 9 h 80"/>
                <a:gd name="T72" fmla="*/ 33 w 38"/>
                <a:gd name="T73" fmla="*/ 19 h 80"/>
                <a:gd name="T74" fmla="*/ 35 w 38"/>
                <a:gd name="T75" fmla="*/ 23 h 80"/>
                <a:gd name="T76" fmla="*/ 35 w 38"/>
                <a:gd name="T77" fmla="*/ 28 h 80"/>
                <a:gd name="T78" fmla="*/ 35 w 38"/>
                <a:gd name="T79" fmla="*/ 45 h 80"/>
                <a:gd name="T80" fmla="*/ 38 w 38"/>
                <a:gd name="T81" fmla="*/ 54 h 80"/>
                <a:gd name="T82" fmla="*/ 38 w 38"/>
                <a:gd name="T83" fmla="*/ 64 h 80"/>
                <a:gd name="T84" fmla="*/ 38 w 38"/>
                <a:gd name="T85" fmla="*/ 66 h 80"/>
                <a:gd name="T86" fmla="*/ 35 w 38"/>
                <a:gd name="T87" fmla="*/ 66 h 80"/>
                <a:gd name="T88" fmla="*/ 33 w 38"/>
                <a:gd name="T89" fmla="*/ 68 h 80"/>
                <a:gd name="T90" fmla="*/ 33 w 38"/>
                <a:gd name="T91" fmla="*/ 68 h 80"/>
                <a:gd name="T92" fmla="*/ 33 w 38"/>
                <a:gd name="T93" fmla="*/ 71 h 80"/>
                <a:gd name="T94" fmla="*/ 30 w 38"/>
                <a:gd name="T95" fmla="*/ 78 h 80"/>
                <a:gd name="T96" fmla="*/ 30 w 38"/>
                <a:gd name="T97" fmla="*/ 80 h 80"/>
                <a:gd name="T98" fmla="*/ 30 w 38"/>
                <a:gd name="T99" fmla="*/ 80 h 80"/>
                <a:gd name="T100" fmla="*/ 30 w 38"/>
                <a:gd name="T10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" h="80">
                  <a:moveTo>
                    <a:pt x="30" y="80"/>
                  </a:moveTo>
                  <a:lnTo>
                    <a:pt x="28" y="80"/>
                  </a:lnTo>
                  <a:lnTo>
                    <a:pt x="26" y="76"/>
                  </a:lnTo>
                  <a:lnTo>
                    <a:pt x="9" y="73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2" y="40"/>
                  </a:lnTo>
                  <a:lnTo>
                    <a:pt x="4" y="33"/>
                  </a:lnTo>
                  <a:lnTo>
                    <a:pt x="7" y="28"/>
                  </a:lnTo>
                  <a:lnTo>
                    <a:pt x="9" y="19"/>
                  </a:lnTo>
                  <a:lnTo>
                    <a:pt x="12" y="19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6" y="4"/>
                  </a:lnTo>
                  <a:lnTo>
                    <a:pt x="28" y="7"/>
                  </a:lnTo>
                  <a:lnTo>
                    <a:pt x="30" y="7"/>
                  </a:lnTo>
                  <a:lnTo>
                    <a:pt x="30" y="9"/>
                  </a:lnTo>
                  <a:lnTo>
                    <a:pt x="33" y="19"/>
                  </a:lnTo>
                  <a:lnTo>
                    <a:pt x="35" y="23"/>
                  </a:lnTo>
                  <a:lnTo>
                    <a:pt x="35" y="28"/>
                  </a:lnTo>
                  <a:lnTo>
                    <a:pt x="35" y="45"/>
                  </a:lnTo>
                  <a:lnTo>
                    <a:pt x="38" y="5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35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71"/>
                  </a:lnTo>
                  <a:lnTo>
                    <a:pt x="30" y="78"/>
                  </a:lnTo>
                  <a:lnTo>
                    <a:pt x="30" y="80"/>
                  </a:lnTo>
                  <a:lnTo>
                    <a:pt x="30" y="80"/>
                  </a:lnTo>
                  <a:lnTo>
                    <a:pt x="30" y="8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20"/>
            <p:cNvSpPr>
              <a:spLocks noEditPoints="1"/>
            </p:cNvSpPr>
            <p:nvPr/>
          </p:nvSpPr>
          <p:spPr bwMode="auto">
            <a:xfrm>
              <a:off x="1020" y="1620"/>
              <a:ext cx="317" cy="121"/>
            </a:xfrm>
            <a:custGeom>
              <a:avLst/>
              <a:gdLst>
                <a:gd name="T0" fmla="*/ 258 w 317"/>
                <a:gd name="T1" fmla="*/ 14 h 121"/>
                <a:gd name="T2" fmla="*/ 251 w 317"/>
                <a:gd name="T3" fmla="*/ 19 h 121"/>
                <a:gd name="T4" fmla="*/ 246 w 317"/>
                <a:gd name="T5" fmla="*/ 24 h 121"/>
                <a:gd name="T6" fmla="*/ 265 w 317"/>
                <a:gd name="T7" fmla="*/ 14 h 121"/>
                <a:gd name="T8" fmla="*/ 275 w 317"/>
                <a:gd name="T9" fmla="*/ 14 h 121"/>
                <a:gd name="T10" fmla="*/ 272 w 317"/>
                <a:gd name="T11" fmla="*/ 12 h 121"/>
                <a:gd name="T12" fmla="*/ 317 w 317"/>
                <a:gd name="T13" fmla="*/ 0 h 121"/>
                <a:gd name="T14" fmla="*/ 310 w 317"/>
                <a:gd name="T15" fmla="*/ 0 h 121"/>
                <a:gd name="T16" fmla="*/ 303 w 317"/>
                <a:gd name="T17" fmla="*/ 5 h 121"/>
                <a:gd name="T18" fmla="*/ 296 w 317"/>
                <a:gd name="T19" fmla="*/ 14 h 121"/>
                <a:gd name="T20" fmla="*/ 317 w 317"/>
                <a:gd name="T21" fmla="*/ 2 h 121"/>
                <a:gd name="T22" fmla="*/ 60 w 317"/>
                <a:gd name="T23" fmla="*/ 99 h 121"/>
                <a:gd name="T24" fmla="*/ 52 w 317"/>
                <a:gd name="T25" fmla="*/ 99 h 121"/>
                <a:gd name="T26" fmla="*/ 38 w 317"/>
                <a:gd name="T27" fmla="*/ 102 h 121"/>
                <a:gd name="T28" fmla="*/ 26 w 317"/>
                <a:gd name="T29" fmla="*/ 99 h 121"/>
                <a:gd name="T30" fmla="*/ 29 w 317"/>
                <a:gd name="T31" fmla="*/ 102 h 121"/>
                <a:gd name="T32" fmla="*/ 29 w 317"/>
                <a:gd name="T33" fmla="*/ 104 h 121"/>
                <a:gd name="T34" fmla="*/ 31 w 317"/>
                <a:gd name="T35" fmla="*/ 104 h 121"/>
                <a:gd name="T36" fmla="*/ 29 w 317"/>
                <a:gd name="T37" fmla="*/ 104 h 121"/>
                <a:gd name="T38" fmla="*/ 31 w 317"/>
                <a:gd name="T39" fmla="*/ 107 h 121"/>
                <a:gd name="T40" fmla="*/ 29 w 317"/>
                <a:gd name="T41" fmla="*/ 107 h 121"/>
                <a:gd name="T42" fmla="*/ 26 w 317"/>
                <a:gd name="T43" fmla="*/ 109 h 121"/>
                <a:gd name="T44" fmla="*/ 17 w 317"/>
                <a:gd name="T45" fmla="*/ 114 h 121"/>
                <a:gd name="T46" fmla="*/ 10 w 317"/>
                <a:gd name="T47" fmla="*/ 109 h 121"/>
                <a:gd name="T48" fmla="*/ 7 w 317"/>
                <a:gd name="T49" fmla="*/ 102 h 121"/>
                <a:gd name="T50" fmla="*/ 7 w 317"/>
                <a:gd name="T51" fmla="*/ 97 h 121"/>
                <a:gd name="T52" fmla="*/ 7 w 317"/>
                <a:gd name="T53" fmla="*/ 97 h 121"/>
                <a:gd name="T54" fmla="*/ 7 w 317"/>
                <a:gd name="T55" fmla="*/ 95 h 121"/>
                <a:gd name="T56" fmla="*/ 0 w 317"/>
                <a:gd name="T57" fmla="*/ 97 h 121"/>
                <a:gd name="T58" fmla="*/ 3 w 317"/>
                <a:gd name="T59" fmla="*/ 102 h 121"/>
                <a:gd name="T60" fmla="*/ 7 w 317"/>
                <a:gd name="T61" fmla="*/ 104 h 121"/>
                <a:gd name="T62" fmla="*/ 7 w 317"/>
                <a:gd name="T63" fmla="*/ 111 h 121"/>
                <a:gd name="T64" fmla="*/ 5 w 317"/>
                <a:gd name="T65" fmla="*/ 116 h 121"/>
                <a:gd name="T66" fmla="*/ 7 w 317"/>
                <a:gd name="T67" fmla="*/ 121 h 121"/>
                <a:gd name="T68" fmla="*/ 12 w 317"/>
                <a:gd name="T69" fmla="*/ 121 h 121"/>
                <a:gd name="T70" fmla="*/ 15 w 317"/>
                <a:gd name="T71" fmla="*/ 118 h 121"/>
                <a:gd name="T72" fmla="*/ 15 w 317"/>
                <a:gd name="T73" fmla="*/ 118 h 121"/>
                <a:gd name="T74" fmla="*/ 34 w 317"/>
                <a:gd name="T75" fmla="*/ 121 h 121"/>
                <a:gd name="T76" fmla="*/ 34 w 317"/>
                <a:gd name="T77" fmla="*/ 116 h 121"/>
                <a:gd name="T78" fmla="*/ 36 w 317"/>
                <a:gd name="T79" fmla="*/ 114 h 121"/>
                <a:gd name="T80" fmla="*/ 43 w 317"/>
                <a:gd name="T81" fmla="*/ 111 h 121"/>
                <a:gd name="T82" fmla="*/ 50 w 317"/>
                <a:gd name="T83" fmla="*/ 111 h 121"/>
                <a:gd name="T84" fmla="*/ 62 w 317"/>
                <a:gd name="T85" fmla="*/ 111 h 121"/>
                <a:gd name="T86" fmla="*/ 67 w 317"/>
                <a:gd name="T87" fmla="*/ 104 h 121"/>
                <a:gd name="T88" fmla="*/ 60 w 317"/>
                <a:gd name="T89" fmla="*/ 9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7" h="121">
                  <a:moveTo>
                    <a:pt x="268" y="12"/>
                  </a:moveTo>
                  <a:lnTo>
                    <a:pt x="258" y="14"/>
                  </a:lnTo>
                  <a:lnTo>
                    <a:pt x="254" y="17"/>
                  </a:lnTo>
                  <a:lnTo>
                    <a:pt x="251" y="19"/>
                  </a:lnTo>
                  <a:lnTo>
                    <a:pt x="249" y="21"/>
                  </a:lnTo>
                  <a:lnTo>
                    <a:pt x="246" y="24"/>
                  </a:lnTo>
                  <a:lnTo>
                    <a:pt x="254" y="24"/>
                  </a:lnTo>
                  <a:lnTo>
                    <a:pt x="265" y="14"/>
                  </a:lnTo>
                  <a:lnTo>
                    <a:pt x="272" y="14"/>
                  </a:lnTo>
                  <a:lnTo>
                    <a:pt x="275" y="14"/>
                  </a:lnTo>
                  <a:lnTo>
                    <a:pt x="275" y="14"/>
                  </a:lnTo>
                  <a:lnTo>
                    <a:pt x="272" y="12"/>
                  </a:lnTo>
                  <a:lnTo>
                    <a:pt x="268" y="12"/>
                  </a:lnTo>
                  <a:close/>
                  <a:moveTo>
                    <a:pt x="317" y="0"/>
                  </a:moveTo>
                  <a:lnTo>
                    <a:pt x="313" y="0"/>
                  </a:lnTo>
                  <a:lnTo>
                    <a:pt x="310" y="0"/>
                  </a:lnTo>
                  <a:lnTo>
                    <a:pt x="308" y="2"/>
                  </a:lnTo>
                  <a:lnTo>
                    <a:pt x="303" y="5"/>
                  </a:lnTo>
                  <a:lnTo>
                    <a:pt x="289" y="14"/>
                  </a:lnTo>
                  <a:lnTo>
                    <a:pt x="296" y="14"/>
                  </a:lnTo>
                  <a:lnTo>
                    <a:pt x="303" y="12"/>
                  </a:lnTo>
                  <a:lnTo>
                    <a:pt x="317" y="2"/>
                  </a:lnTo>
                  <a:lnTo>
                    <a:pt x="317" y="0"/>
                  </a:lnTo>
                  <a:close/>
                  <a:moveTo>
                    <a:pt x="60" y="99"/>
                  </a:moveTo>
                  <a:lnTo>
                    <a:pt x="57" y="99"/>
                  </a:lnTo>
                  <a:lnTo>
                    <a:pt x="52" y="99"/>
                  </a:lnTo>
                  <a:lnTo>
                    <a:pt x="43" y="102"/>
                  </a:lnTo>
                  <a:lnTo>
                    <a:pt x="38" y="102"/>
                  </a:lnTo>
                  <a:lnTo>
                    <a:pt x="31" y="99"/>
                  </a:lnTo>
                  <a:lnTo>
                    <a:pt x="26" y="99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1" y="104"/>
                  </a:lnTo>
                  <a:lnTo>
                    <a:pt x="29" y="104"/>
                  </a:lnTo>
                  <a:lnTo>
                    <a:pt x="29" y="104"/>
                  </a:lnTo>
                  <a:lnTo>
                    <a:pt x="31" y="104"/>
                  </a:lnTo>
                  <a:lnTo>
                    <a:pt x="31" y="107"/>
                  </a:lnTo>
                  <a:lnTo>
                    <a:pt x="29" y="104"/>
                  </a:lnTo>
                  <a:lnTo>
                    <a:pt x="31" y="107"/>
                  </a:lnTo>
                  <a:lnTo>
                    <a:pt x="31" y="107"/>
                  </a:lnTo>
                  <a:lnTo>
                    <a:pt x="31" y="107"/>
                  </a:lnTo>
                  <a:lnTo>
                    <a:pt x="29" y="107"/>
                  </a:lnTo>
                  <a:lnTo>
                    <a:pt x="26" y="107"/>
                  </a:lnTo>
                  <a:lnTo>
                    <a:pt x="26" y="109"/>
                  </a:lnTo>
                  <a:lnTo>
                    <a:pt x="22" y="111"/>
                  </a:lnTo>
                  <a:lnTo>
                    <a:pt x="17" y="114"/>
                  </a:lnTo>
                  <a:lnTo>
                    <a:pt x="15" y="114"/>
                  </a:lnTo>
                  <a:lnTo>
                    <a:pt x="10" y="109"/>
                  </a:lnTo>
                  <a:lnTo>
                    <a:pt x="10" y="107"/>
                  </a:lnTo>
                  <a:lnTo>
                    <a:pt x="7" y="102"/>
                  </a:lnTo>
                  <a:lnTo>
                    <a:pt x="5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10" y="97"/>
                  </a:lnTo>
                  <a:lnTo>
                    <a:pt x="7" y="95"/>
                  </a:lnTo>
                  <a:lnTo>
                    <a:pt x="3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3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5" y="114"/>
                  </a:lnTo>
                  <a:lnTo>
                    <a:pt x="5" y="116"/>
                  </a:lnTo>
                  <a:lnTo>
                    <a:pt x="5" y="118"/>
                  </a:lnTo>
                  <a:lnTo>
                    <a:pt x="7" y="121"/>
                  </a:lnTo>
                  <a:lnTo>
                    <a:pt x="10" y="121"/>
                  </a:lnTo>
                  <a:lnTo>
                    <a:pt x="12" y="121"/>
                  </a:lnTo>
                  <a:lnTo>
                    <a:pt x="12" y="121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31" y="121"/>
                  </a:lnTo>
                  <a:lnTo>
                    <a:pt x="34" y="121"/>
                  </a:lnTo>
                  <a:lnTo>
                    <a:pt x="34" y="118"/>
                  </a:lnTo>
                  <a:lnTo>
                    <a:pt x="34" y="116"/>
                  </a:lnTo>
                  <a:lnTo>
                    <a:pt x="34" y="116"/>
                  </a:lnTo>
                  <a:lnTo>
                    <a:pt x="36" y="114"/>
                  </a:lnTo>
                  <a:lnTo>
                    <a:pt x="38" y="111"/>
                  </a:lnTo>
                  <a:lnTo>
                    <a:pt x="43" y="111"/>
                  </a:lnTo>
                  <a:lnTo>
                    <a:pt x="45" y="111"/>
                  </a:lnTo>
                  <a:lnTo>
                    <a:pt x="50" y="111"/>
                  </a:lnTo>
                  <a:lnTo>
                    <a:pt x="57" y="111"/>
                  </a:lnTo>
                  <a:lnTo>
                    <a:pt x="62" y="111"/>
                  </a:lnTo>
                  <a:lnTo>
                    <a:pt x="64" y="109"/>
                  </a:lnTo>
                  <a:lnTo>
                    <a:pt x="67" y="104"/>
                  </a:lnTo>
                  <a:lnTo>
                    <a:pt x="64" y="102"/>
                  </a:lnTo>
                  <a:lnTo>
                    <a:pt x="60" y="9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21"/>
            <p:cNvSpPr>
              <a:spLocks noEditPoints="1"/>
            </p:cNvSpPr>
            <p:nvPr/>
          </p:nvSpPr>
          <p:spPr bwMode="auto">
            <a:xfrm>
              <a:off x="4621" y="1686"/>
              <a:ext cx="69" cy="57"/>
            </a:xfrm>
            <a:custGeom>
              <a:avLst/>
              <a:gdLst>
                <a:gd name="T0" fmla="*/ 69 w 69"/>
                <a:gd name="T1" fmla="*/ 45 h 57"/>
                <a:gd name="T2" fmla="*/ 69 w 69"/>
                <a:gd name="T3" fmla="*/ 43 h 57"/>
                <a:gd name="T4" fmla="*/ 66 w 69"/>
                <a:gd name="T5" fmla="*/ 38 h 57"/>
                <a:gd name="T6" fmla="*/ 64 w 69"/>
                <a:gd name="T7" fmla="*/ 36 h 57"/>
                <a:gd name="T8" fmla="*/ 59 w 69"/>
                <a:gd name="T9" fmla="*/ 36 h 57"/>
                <a:gd name="T10" fmla="*/ 54 w 69"/>
                <a:gd name="T11" fmla="*/ 36 h 57"/>
                <a:gd name="T12" fmla="*/ 52 w 69"/>
                <a:gd name="T13" fmla="*/ 41 h 57"/>
                <a:gd name="T14" fmla="*/ 52 w 69"/>
                <a:gd name="T15" fmla="*/ 50 h 57"/>
                <a:gd name="T16" fmla="*/ 57 w 69"/>
                <a:gd name="T17" fmla="*/ 57 h 57"/>
                <a:gd name="T18" fmla="*/ 64 w 69"/>
                <a:gd name="T19" fmla="*/ 55 h 57"/>
                <a:gd name="T20" fmla="*/ 69 w 69"/>
                <a:gd name="T21" fmla="*/ 55 h 57"/>
                <a:gd name="T22" fmla="*/ 69 w 69"/>
                <a:gd name="T23" fmla="*/ 52 h 57"/>
                <a:gd name="T24" fmla="*/ 69 w 69"/>
                <a:gd name="T25" fmla="*/ 50 h 57"/>
                <a:gd name="T26" fmla="*/ 69 w 69"/>
                <a:gd name="T27" fmla="*/ 50 h 57"/>
                <a:gd name="T28" fmla="*/ 69 w 69"/>
                <a:gd name="T29" fmla="*/ 45 h 57"/>
                <a:gd name="T30" fmla="*/ 45 w 69"/>
                <a:gd name="T31" fmla="*/ 26 h 57"/>
                <a:gd name="T32" fmla="*/ 43 w 69"/>
                <a:gd name="T33" fmla="*/ 24 h 57"/>
                <a:gd name="T34" fmla="*/ 40 w 69"/>
                <a:gd name="T35" fmla="*/ 24 h 57"/>
                <a:gd name="T36" fmla="*/ 38 w 69"/>
                <a:gd name="T37" fmla="*/ 22 h 57"/>
                <a:gd name="T38" fmla="*/ 33 w 69"/>
                <a:gd name="T39" fmla="*/ 12 h 57"/>
                <a:gd name="T40" fmla="*/ 26 w 69"/>
                <a:gd name="T41" fmla="*/ 7 h 57"/>
                <a:gd name="T42" fmla="*/ 5 w 69"/>
                <a:gd name="T43" fmla="*/ 0 h 57"/>
                <a:gd name="T44" fmla="*/ 5 w 69"/>
                <a:gd name="T45" fmla="*/ 0 h 57"/>
                <a:gd name="T46" fmla="*/ 5 w 69"/>
                <a:gd name="T47" fmla="*/ 3 h 57"/>
                <a:gd name="T48" fmla="*/ 2 w 69"/>
                <a:gd name="T49" fmla="*/ 3 h 57"/>
                <a:gd name="T50" fmla="*/ 0 w 69"/>
                <a:gd name="T51" fmla="*/ 5 h 57"/>
                <a:gd name="T52" fmla="*/ 0 w 69"/>
                <a:gd name="T53" fmla="*/ 5 h 57"/>
                <a:gd name="T54" fmla="*/ 0 w 69"/>
                <a:gd name="T55" fmla="*/ 5 h 57"/>
                <a:gd name="T56" fmla="*/ 0 w 69"/>
                <a:gd name="T57" fmla="*/ 5 h 57"/>
                <a:gd name="T58" fmla="*/ 0 w 69"/>
                <a:gd name="T59" fmla="*/ 12 h 57"/>
                <a:gd name="T60" fmla="*/ 5 w 69"/>
                <a:gd name="T61" fmla="*/ 17 h 57"/>
                <a:gd name="T62" fmla="*/ 14 w 69"/>
                <a:gd name="T63" fmla="*/ 22 h 57"/>
                <a:gd name="T64" fmla="*/ 21 w 69"/>
                <a:gd name="T65" fmla="*/ 24 h 57"/>
                <a:gd name="T66" fmla="*/ 24 w 69"/>
                <a:gd name="T67" fmla="*/ 24 h 57"/>
                <a:gd name="T68" fmla="*/ 31 w 69"/>
                <a:gd name="T69" fmla="*/ 22 h 57"/>
                <a:gd name="T70" fmla="*/ 31 w 69"/>
                <a:gd name="T71" fmla="*/ 22 h 57"/>
                <a:gd name="T72" fmla="*/ 36 w 69"/>
                <a:gd name="T73" fmla="*/ 24 h 57"/>
                <a:gd name="T74" fmla="*/ 40 w 69"/>
                <a:gd name="T75" fmla="*/ 26 h 57"/>
                <a:gd name="T76" fmla="*/ 43 w 69"/>
                <a:gd name="T77" fmla="*/ 33 h 57"/>
                <a:gd name="T78" fmla="*/ 45 w 69"/>
                <a:gd name="T79" fmla="*/ 36 h 57"/>
                <a:gd name="T80" fmla="*/ 50 w 69"/>
                <a:gd name="T81" fmla="*/ 33 h 57"/>
                <a:gd name="T82" fmla="*/ 50 w 69"/>
                <a:gd name="T83" fmla="*/ 29 h 57"/>
                <a:gd name="T84" fmla="*/ 45 w 69"/>
                <a:gd name="T85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" h="57">
                  <a:moveTo>
                    <a:pt x="69" y="45"/>
                  </a:moveTo>
                  <a:lnTo>
                    <a:pt x="69" y="43"/>
                  </a:lnTo>
                  <a:lnTo>
                    <a:pt x="66" y="38"/>
                  </a:lnTo>
                  <a:lnTo>
                    <a:pt x="64" y="36"/>
                  </a:lnTo>
                  <a:lnTo>
                    <a:pt x="59" y="36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52" y="50"/>
                  </a:lnTo>
                  <a:lnTo>
                    <a:pt x="57" y="57"/>
                  </a:lnTo>
                  <a:lnTo>
                    <a:pt x="64" y="55"/>
                  </a:lnTo>
                  <a:lnTo>
                    <a:pt x="69" y="55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45"/>
                  </a:lnTo>
                  <a:close/>
                  <a:moveTo>
                    <a:pt x="45" y="26"/>
                  </a:moveTo>
                  <a:lnTo>
                    <a:pt x="43" y="24"/>
                  </a:lnTo>
                  <a:lnTo>
                    <a:pt x="40" y="24"/>
                  </a:lnTo>
                  <a:lnTo>
                    <a:pt x="38" y="22"/>
                  </a:lnTo>
                  <a:lnTo>
                    <a:pt x="33" y="12"/>
                  </a:lnTo>
                  <a:lnTo>
                    <a:pt x="26" y="7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2"/>
                  </a:lnTo>
                  <a:lnTo>
                    <a:pt x="5" y="17"/>
                  </a:lnTo>
                  <a:lnTo>
                    <a:pt x="14" y="22"/>
                  </a:lnTo>
                  <a:lnTo>
                    <a:pt x="21" y="24"/>
                  </a:lnTo>
                  <a:lnTo>
                    <a:pt x="24" y="24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6" y="24"/>
                  </a:lnTo>
                  <a:lnTo>
                    <a:pt x="40" y="26"/>
                  </a:lnTo>
                  <a:lnTo>
                    <a:pt x="43" y="33"/>
                  </a:lnTo>
                  <a:lnTo>
                    <a:pt x="45" y="36"/>
                  </a:lnTo>
                  <a:lnTo>
                    <a:pt x="50" y="33"/>
                  </a:lnTo>
                  <a:lnTo>
                    <a:pt x="50" y="29"/>
                  </a:lnTo>
                  <a:lnTo>
                    <a:pt x="45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22"/>
            <p:cNvSpPr>
              <a:spLocks/>
            </p:cNvSpPr>
            <p:nvPr/>
          </p:nvSpPr>
          <p:spPr bwMode="auto">
            <a:xfrm>
              <a:off x="1621" y="1838"/>
              <a:ext cx="426" cy="151"/>
            </a:xfrm>
            <a:custGeom>
              <a:avLst/>
              <a:gdLst>
                <a:gd name="T0" fmla="*/ 199 w 426"/>
                <a:gd name="T1" fmla="*/ 2 h 151"/>
                <a:gd name="T2" fmla="*/ 218 w 426"/>
                <a:gd name="T3" fmla="*/ 7 h 151"/>
                <a:gd name="T4" fmla="*/ 220 w 426"/>
                <a:gd name="T5" fmla="*/ 7 h 151"/>
                <a:gd name="T6" fmla="*/ 234 w 426"/>
                <a:gd name="T7" fmla="*/ 9 h 151"/>
                <a:gd name="T8" fmla="*/ 253 w 426"/>
                <a:gd name="T9" fmla="*/ 7 h 151"/>
                <a:gd name="T10" fmla="*/ 275 w 426"/>
                <a:gd name="T11" fmla="*/ 7 h 151"/>
                <a:gd name="T12" fmla="*/ 298 w 426"/>
                <a:gd name="T13" fmla="*/ 21 h 151"/>
                <a:gd name="T14" fmla="*/ 305 w 426"/>
                <a:gd name="T15" fmla="*/ 31 h 151"/>
                <a:gd name="T16" fmla="*/ 324 w 426"/>
                <a:gd name="T17" fmla="*/ 33 h 151"/>
                <a:gd name="T18" fmla="*/ 346 w 426"/>
                <a:gd name="T19" fmla="*/ 38 h 151"/>
                <a:gd name="T20" fmla="*/ 350 w 426"/>
                <a:gd name="T21" fmla="*/ 40 h 151"/>
                <a:gd name="T22" fmla="*/ 369 w 426"/>
                <a:gd name="T23" fmla="*/ 42 h 151"/>
                <a:gd name="T24" fmla="*/ 398 w 426"/>
                <a:gd name="T25" fmla="*/ 54 h 151"/>
                <a:gd name="T26" fmla="*/ 417 w 426"/>
                <a:gd name="T27" fmla="*/ 85 h 151"/>
                <a:gd name="T28" fmla="*/ 414 w 426"/>
                <a:gd name="T29" fmla="*/ 97 h 151"/>
                <a:gd name="T30" fmla="*/ 402 w 426"/>
                <a:gd name="T31" fmla="*/ 102 h 151"/>
                <a:gd name="T32" fmla="*/ 398 w 426"/>
                <a:gd name="T33" fmla="*/ 104 h 151"/>
                <a:gd name="T34" fmla="*/ 384 w 426"/>
                <a:gd name="T35" fmla="*/ 104 h 151"/>
                <a:gd name="T36" fmla="*/ 350 w 426"/>
                <a:gd name="T37" fmla="*/ 109 h 151"/>
                <a:gd name="T38" fmla="*/ 343 w 426"/>
                <a:gd name="T39" fmla="*/ 106 h 151"/>
                <a:gd name="T40" fmla="*/ 341 w 426"/>
                <a:gd name="T41" fmla="*/ 102 h 151"/>
                <a:gd name="T42" fmla="*/ 331 w 426"/>
                <a:gd name="T43" fmla="*/ 97 h 151"/>
                <a:gd name="T44" fmla="*/ 315 w 426"/>
                <a:gd name="T45" fmla="*/ 97 h 151"/>
                <a:gd name="T46" fmla="*/ 322 w 426"/>
                <a:gd name="T47" fmla="*/ 95 h 151"/>
                <a:gd name="T48" fmla="*/ 310 w 426"/>
                <a:gd name="T49" fmla="*/ 92 h 151"/>
                <a:gd name="T50" fmla="*/ 294 w 426"/>
                <a:gd name="T51" fmla="*/ 97 h 151"/>
                <a:gd name="T52" fmla="*/ 282 w 426"/>
                <a:gd name="T53" fmla="*/ 123 h 151"/>
                <a:gd name="T54" fmla="*/ 265 w 426"/>
                <a:gd name="T55" fmla="*/ 121 h 151"/>
                <a:gd name="T56" fmla="*/ 263 w 426"/>
                <a:gd name="T57" fmla="*/ 113 h 151"/>
                <a:gd name="T58" fmla="*/ 244 w 426"/>
                <a:gd name="T59" fmla="*/ 118 h 151"/>
                <a:gd name="T60" fmla="*/ 239 w 426"/>
                <a:gd name="T61" fmla="*/ 132 h 151"/>
                <a:gd name="T62" fmla="*/ 239 w 426"/>
                <a:gd name="T63" fmla="*/ 137 h 151"/>
                <a:gd name="T64" fmla="*/ 232 w 426"/>
                <a:gd name="T65" fmla="*/ 140 h 151"/>
                <a:gd name="T66" fmla="*/ 246 w 426"/>
                <a:gd name="T67" fmla="*/ 140 h 151"/>
                <a:gd name="T68" fmla="*/ 239 w 426"/>
                <a:gd name="T69" fmla="*/ 151 h 151"/>
                <a:gd name="T70" fmla="*/ 211 w 426"/>
                <a:gd name="T71" fmla="*/ 132 h 151"/>
                <a:gd name="T72" fmla="*/ 182 w 426"/>
                <a:gd name="T73" fmla="*/ 125 h 151"/>
                <a:gd name="T74" fmla="*/ 159 w 426"/>
                <a:gd name="T75" fmla="*/ 128 h 151"/>
                <a:gd name="T76" fmla="*/ 121 w 426"/>
                <a:gd name="T77" fmla="*/ 128 h 151"/>
                <a:gd name="T78" fmla="*/ 114 w 426"/>
                <a:gd name="T79" fmla="*/ 118 h 151"/>
                <a:gd name="T80" fmla="*/ 109 w 426"/>
                <a:gd name="T81" fmla="*/ 111 h 151"/>
                <a:gd name="T82" fmla="*/ 88 w 426"/>
                <a:gd name="T83" fmla="*/ 102 h 151"/>
                <a:gd name="T84" fmla="*/ 76 w 426"/>
                <a:gd name="T85" fmla="*/ 87 h 151"/>
                <a:gd name="T86" fmla="*/ 71 w 426"/>
                <a:gd name="T87" fmla="*/ 83 h 151"/>
                <a:gd name="T88" fmla="*/ 45 w 426"/>
                <a:gd name="T89" fmla="*/ 71 h 151"/>
                <a:gd name="T90" fmla="*/ 31 w 426"/>
                <a:gd name="T91" fmla="*/ 73 h 151"/>
                <a:gd name="T92" fmla="*/ 22 w 426"/>
                <a:gd name="T93" fmla="*/ 71 h 151"/>
                <a:gd name="T94" fmla="*/ 5 w 426"/>
                <a:gd name="T95" fmla="*/ 66 h 151"/>
                <a:gd name="T96" fmla="*/ 5 w 426"/>
                <a:gd name="T97" fmla="*/ 57 h 151"/>
                <a:gd name="T98" fmla="*/ 5 w 426"/>
                <a:gd name="T99" fmla="*/ 45 h 151"/>
                <a:gd name="T100" fmla="*/ 10 w 426"/>
                <a:gd name="T101" fmla="*/ 38 h 151"/>
                <a:gd name="T102" fmla="*/ 19 w 426"/>
                <a:gd name="T103" fmla="*/ 33 h 151"/>
                <a:gd name="T104" fmla="*/ 38 w 426"/>
                <a:gd name="T105" fmla="*/ 24 h 151"/>
                <a:gd name="T106" fmla="*/ 50 w 426"/>
                <a:gd name="T107" fmla="*/ 21 h 151"/>
                <a:gd name="T108" fmla="*/ 74 w 426"/>
                <a:gd name="T109" fmla="*/ 19 h 151"/>
                <a:gd name="T110" fmla="*/ 76 w 426"/>
                <a:gd name="T111" fmla="*/ 14 h 151"/>
                <a:gd name="T112" fmla="*/ 88 w 426"/>
                <a:gd name="T113" fmla="*/ 2 h 151"/>
                <a:gd name="T114" fmla="*/ 152 w 426"/>
                <a:gd name="T115" fmla="*/ 2 h 151"/>
                <a:gd name="T116" fmla="*/ 178 w 426"/>
                <a:gd name="T117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6" h="151">
                  <a:moveTo>
                    <a:pt x="178" y="2"/>
                  </a:moveTo>
                  <a:lnTo>
                    <a:pt x="182" y="5"/>
                  </a:lnTo>
                  <a:lnTo>
                    <a:pt x="187" y="2"/>
                  </a:lnTo>
                  <a:lnTo>
                    <a:pt x="199" y="2"/>
                  </a:lnTo>
                  <a:lnTo>
                    <a:pt x="208" y="2"/>
                  </a:lnTo>
                  <a:lnTo>
                    <a:pt x="216" y="5"/>
                  </a:lnTo>
                  <a:lnTo>
                    <a:pt x="216" y="5"/>
                  </a:lnTo>
                  <a:lnTo>
                    <a:pt x="218" y="7"/>
                  </a:lnTo>
                  <a:lnTo>
                    <a:pt x="218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30" y="7"/>
                  </a:lnTo>
                  <a:lnTo>
                    <a:pt x="230" y="7"/>
                  </a:lnTo>
                  <a:lnTo>
                    <a:pt x="234" y="9"/>
                  </a:lnTo>
                  <a:lnTo>
                    <a:pt x="234" y="9"/>
                  </a:lnTo>
                  <a:lnTo>
                    <a:pt x="242" y="9"/>
                  </a:lnTo>
                  <a:lnTo>
                    <a:pt x="251" y="7"/>
                  </a:lnTo>
                  <a:lnTo>
                    <a:pt x="253" y="7"/>
                  </a:lnTo>
                  <a:lnTo>
                    <a:pt x="258" y="9"/>
                  </a:lnTo>
                  <a:lnTo>
                    <a:pt x="261" y="9"/>
                  </a:lnTo>
                  <a:lnTo>
                    <a:pt x="272" y="7"/>
                  </a:lnTo>
                  <a:lnTo>
                    <a:pt x="275" y="7"/>
                  </a:lnTo>
                  <a:lnTo>
                    <a:pt x="279" y="9"/>
                  </a:lnTo>
                  <a:lnTo>
                    <a:pt x="282" y="12"/>
                  </a:lnTo>
                  <a:lnTo>
                    <a:pt x="294" y="19"/>
                  </a:lnTo>
                  <a:lnTo>
                    <a:pt x="298" y="21"/>
                  </a:lnTo>
                  <a:lnTo>
                    <a:pt x="301" y="26"/>
                  </a:lnTo>
                  <a:lnTo>
                    <a:pt x="303" y="28"/>
                  </a:lnTo>
                  <a:lnTo>
                    <a:pt x="303" y="28"/>
                  </a:lnTo>
                  <a:lnTo>
                    <a:pt x="305" y="31"/>
                  </a:lnTo>
                  <a:lnTo>
                    <a:pt x="308" y="31"/>
                  </a:lnTo>
                  <a:lnTo>
                    <a:pt x="320" y="31"/>
                  </a:lnTo>
                  <a:lnTo>
                    <a:pt x="322" y="31"/>
                  </a:lnTo>
                  <a:lnTo>
                    <a:pt x="324" y="33"/>
                  </a:lnTo>
                  <a:lnTo>
                    <a:pt x="329" y="35"/>
                  </a:lnTo>
                  <a:lnTo>
                    <a:pt x="331" y="38"/>
                  </a:lnTo>
                  <a:lnTo>
                    <a:pt x="336" y="38"/>
                  </a:lnTo>
                  <a:lnTo>
                    <a:pt x="346" y="38"/>
                  </a:lnTo>
                  <a:lnTo>
                    <a:pt x="346" y="38"/>
                  </a:lnTo>
                  <a:lnTo>
                    <a:pt x="348" y="40"/>
                  </a:lnTo>
                  <a:lnTo>
                    <a:pt x="348" y="40"/>
                  </a:lnTo>
                  <a:lnTo>
                    <a:pt x="350" y="40"/>
                  </a:lnTo>
                  <a:lnTo>
                    <a:pt x="365" y="40"/>
                  </a:lnTo>
                  <a:lnTo>
                    <a:pt x="365" y="40"/>
                  </a:lnTo>
                  <a:lnTo>
                    <a:pt x="367" y="42"/>
                  </a:lnTo>
                  <a:lnTo>
                    <a:pt x="369" y="42"/>
                  </a:lnTo>
                  <a:lnTo>
                    <a:pt x="384" y="45"/>
                  </a:lnTo>
                  <a:lnTo>
                    <a:pt x="391" y="47"/>
                  </a:lnTo>
                  <a:lnTo>
                    <a:pt x="391" y="50"/>
                  </a:lnTo>
                  <a:lnTo>
                    <a:pt x="398" y="54"/>
                  </a:lnTo>
                  <a:lnTo>
                    <a:pt x="402" y="61"/>
                  </a:lnTo>
                  <a:lnTo>
                    <a:pt x="410" y="73"/>
                  </a:lnTo>
                  <a:lnTo>
                    <a:pt x="414" y="80"/>
                  </a:lnTo>
                  <a:lnTo>
                    <a:pt x="417" y="85"/>
                  </a:lnTo>
                  <a:lnTo>
                    <a:pt x="421" y="87"/>
                  </a:lnTo>
                  <a:lnTo>
                    <a:pt x="426" y="92"/>
                  </a:lnTo>
                  <a:lnTo>
                    <a:pt x="424" y="92"/>
                  </a:lnTo>
                  <a:lnTo>
                    <a:pt x="414" y="97"/>
                  </a:lnTo>
                  <a:lnTo>
                    <a:pt x="407" y="102"/>
                  </a:lnTo>
                  <a:lnTo>
                    <a:pt x="405" y="104"/>
                  </a:lnTo>
                  <a:lnTo>
                    <a:pt x="400" y="102"/>
                  </a:lnTo>
                  <a:lnTo>
                    <a:pt x="402" y="102"/>
                  </a:lnTo>
                  <a:lnTo>
                    <a:pt x="402" y="102"/>
                  </a:lnTo>
                  <a:lnTo>
                    <a:pt x="402" y="97"/>
                  </a:lnTo>
                  <a:lnTo>
                    <a:pt x="400" y="99"/>
                  </a:lnTo>
                  <a:lnTo>
                    <a:pt x="398" y="104"/>
                  </a:lnTo>
                  <a:lnTo>
                    <a:pt x="393" y="106"/>
                  </a:lnTo>
                  <a:lnTo>
                    <a:pt x="391" y="106"/>
                  </a:lnTo>
                  <a:lnTo>
                    <a:pt x="386" y="104"/>
                  </a:lnTo>
                  <a:lnTo>
                    <a:pt x="384" y="104"/>
                  </a:lnTo>
                  <a:lnTo>
                    <a:pt x="379" y="106"/>
                  </a:lnTo>
                  <a:lnTo>
                    <a:pt x="362" y="109"/>
                  </a:lnTo>
                  <a:lnTo>
                    <a:pt x="353" y="109"/>
                  </a:lnTo>
                  <a:lnTo>
                    <a:pt x="350" y="109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09"/>
                  </a:lnTo>
                  <a:lnTo>
                    <a:pt x="343" y="106"/>
                  </a:lnTo>
                  <a:lnTo>
                    <a:pt x="343" y="104"/>
                  </a:lnTo>
                  <a:lnTo>
                    <a:pt x="343" y="102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39" y="99"/>
                  </a:lnTo>
                  <a:lnTo>
                    <a:pt x="339" y="99"/>
                  </a:lnTo>
                  <a:lnTo>
                    <a:pt x="336" y="97"/>
                  </a:lnTo>
                  <a:lnTo>
                    <a:pt x="331" y="97"/>
                  </a:lnTo>
                  <a:lnTo>
                    <a:pt x="329" y="97"/>
                  </a:lnTo>
                  <a:lnTo>
                    <a:pt x="327" y="95"/>
                  </a:lnTo>
                  <a:lnTo>
                    <a:pt x="322" y="97"/>
                  </a:lnTo>
                  <a:lnTo>
                    <a:pt x="315" y="97"/>
                  </a:lnTo>
                  <a:lnTo>
                    <a:pt x="313" y="99"/>
                  </a:lnTo>
                  <a:lnTo>
                    <a:pt x="303" y="99"/>
                  </a:lnTo>
                  <a:lnTo>
                    <a:pt x="303" y="97"/>
                  </a:lnTo>
                  <a:lnTo>
                    <a:pt x="322" y="95"/>
                  </a:lnTo>
                  <a:lnTo>
                    <a:pt x="320" y="92"/>
                  </a:lnTo>
                  <a:lnTo>
                    <a:pt x="317" y="92"/>
                  </a:lnTo>
                  <a:lnTo>
                    <a:pt x="313" y="92"/>
                  </a:lnTo>
                  <a:lnTo>
                    <a:pt x="310" y="92"/>
                  </a:lnTo>
                  <a:lnTo>
                    <a:pt x="303" y="90"/>
                  </a:lnTo>
                  <a:lnTo>
                    <a:pt x="301" y="87"/>
                  </a:lnTo>
                  <a:lnTo>
                    <a:pt x="296" y="90"/>
                  </a:lnTo>
                  <a:lnTo>
                    <a:pt x="294" y="97"/>
                  </a:lnTo>
                  <a:lnTo>
                    <a:pt x="289" y="116"/>
                  </a:lnTo>
                  <a:lnTo>
                    <a:pt x="287" y="121"/>
                  </a:lnTo>
                  <a:lnTo>
                    <a:pt x="284" y="123"/>
                  </a:lnTo>
                  <a:lnTo>
                    <a:pt x="282" y="123"/>
                  </a:lnTo>
                  <a:lnTo>
                    <a:pt x="279" y="121"/>
                  </a:lnTo>
                  <a:lnTo>
                    <a:pt x="277" y="121"/>
                  </a:lnTo>
                  <a:lnTo>
                    <a:pt x="275" y="121"/>
                  </a:lnTo>
                  <a:lnTo>
                    <a:pt x="265" y="121"/>
                  </a:lnTo>
                  <a:lnTo>
                    <a:pt x="265" y="121"/>
                  </a:lnTo>
                  <a:lnTo>
                    <a:pt x="268" y="118"/>
                  </a:lnTo>
                  <a:lnTo>
                    <a:pt x="265" y="116"/>
                  </a:lnTo>
                  <a:lnTo>
                    <a:pt x="263" y="113"/>
                  </a:lnTo>
                  <a:lnTo>
                    <a:pt x="261" y="111"/>
                  </a:lnTo>
                  <a:lnTo>
                    <a:pt x="258" y="111"/>
                  </a:lnTo>
                  <a:lnTo>
                    <a:pt x="253" y="111"/>
                  </a:lnTo>
                  <a:lnTo>
                    <a:pt x="244" y="118"/>
                  </a:lnTo>
                  <a:lnTo>
                    <a:pt x="242" y="125"/>
                  </a:lnTo>
                  <a:lnTo>
                    <a:pt x="244" y="130"/>
                  </a:lnTo>
                  <a:lnTo>
                    <a:pt x="242" y="130"/>
                  </a:lnTo>
                  <a:lnTo>
                    <a:pt x="239" y="132"/>
                  </a:lnTo>
                  <a:lnTo>
                    <a:pt x="237" y="132"/>
                  </a:lnTo>
                  <a:lnTo>
                    <a:pt x="239" y="135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7" y="137"/>
                  </a:lnTo>
                  <a:lnTo>
                    <a:pt x="234" y="137"/>
                  </a:lnTo>
                  <a:lnTo>
                    <a:pt x="234" y="137"/>
                  </a:lnTo>
                  <a:lnTo>
                    <a:pt x="232" y="140"/>
                  </a:lnTo>
                  <a:lnTo>
                    <a:pt x="234" y="142"/>
                  </a:lnTo>
                  <a:lnTo>
                    <a:pt x="239" y="142"/>
                  </a:lnTo>
                  <a:lnTo>
                    <a:pt x="242" y="142"/>
                  </a:lnTo>
                  <a:lnTo>
                    <a:pt x="246" y="140"/>
                  </a:lnTo>
                  <a:lnTo>
                    <a:pt x="249" y="147"/>
                  </a:lnTo>
                  <a:lnTo>
                    <a:pt x="249" y="149"/>
                  </a:lnTo>
                  <a:lnTo>
                    <a:pt x="244" y="151"/>
                  </a:lnTo>
                  <a:lnTo>
                    <a:pt x="239" y="151"/>
                  </a:lnTo>
                  <a:lnTo>
                    <a:pt x="237" y="151"/>
                  </a:lnTo>
                  <a:lnTo>
                    <a:pt x="232" y="151"/>
                  </a:lnTo>
                  <a:lnTo>
                    <a:pt x="216" y="137"/>
                  </a:lnTo>
                  <a:lnTo>
                    <a:pt x="211" y="132"/>
                  </a:lnTo>
                  <a:lnTo>
                    <a:pt x="197" y="125"/>
                  </a:lnTo>
                  <a:lnTo>
                    <a:pt x="192" y="125"/>
                  </a:lnTo>
                  <a:lnTo>
                    <a:pt x="187" y="125"/>
                  </a:lnTo>
                  <a:lnTo>
                    <a:pt x="182" y="125"/>
                  </a:lnTo>
                  <a:lnTo>
                    <a:pt x="180" y="130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59" y="128"/>
                  </a:lnTo>
                  <a:lnTo>
                    <a:pt x="133" y="132"/>
                  </a:lnTo>
                  <a:lnTo>
                    <a:pt x="130" y="132"/>
                  </a:lnTo>
                  <a:lnTo>
                    <a:pt x="128" y="130"/>
                  </a:lnTo>
                  <a:lnTo>
                    <a:pt x="121" y="128"/>
                  </a:lnTo>
                  <a:lnTo>
                    <a:pt x="119" y="125"/>
                  </a:lnTo>
                  <a:lnTo>
                    <a:pt x="119" y="123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4" y="116"/>
                  </a:lnTo>
                  <a:lnTo>
                    <a:pt x="109" y="116"/>
                  </a:lnTo>
                  <a:lnTo>
                    <a:pt x="109" y="113"/>
                  </a:lnTo>
                  <a:lnTo>
                    <a:pt x="109" y="111"/>
                  </a:lnTo>
                  <a:lnTo>
                    <a:pt x="109" y="106"/>
                  </a:lnTo>
                  <a:lnTo>
                    <a:pt x="107" y="102"/>
                  </a:lnTo>
                  <a:lnTo>
                    <a:pt x="102" y="99"/>
                  </a:lnTo>
                  <a:lnTo>
                    <a:pt x="88" y="102"/>
                  </a:lnTo>
                  <a:lnTo>
                    <a:pt x="85" y="99"/>
                  </a:lnTo>
                  <a:lnTo>
                    <a:pt x="81" y="90"/>
                  </a:lnTo>
                  <a:lnTo>
                    <a:pt x="78" y="87"/>
                  </a:lnTo>
                  <a:lnTo>
                    <a:pt x="76" y="87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1" y="85"/>
                  </a:lnTo>
                  <a:lnTo>
                    <a:pt x="71" y="83"/>
                  </a:lnTo>
                  <a:lnTo>
                    <a:pt x="69" y="78"/>
                  </a:lnTo>
                  <a:lnTo>
                    <a:pt x="64" y="71"/>
                  </a:lnTo>
                  <a:lnTo>
                    <a:pt x="59" y="69"/>
                  </a:lnTo>
                  <a:lnTo>
                    <a:pt x="45" y="71"/>
                  </a:lnTo>
                  <a:lnTo>
                    <a:pt x="36" y="69"/>
                  </a:lnTo>
                  <a:lnTo>
                    <a:pt x="33" y="71"/>
                  </a:lnTo>
                  <a:lnTo>
                    <a:pt x="31" y="71"/>
                  </a:lnTo>
                  <a:lnTo>
                    <a:pt x="31" y="73"/>
                  </a:lnTo>
                  <a:lnTo>
                    <a:pt x="29" y="73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22" y="71"/>
                  </a:lnTo>
                  <a:lnTo>
                    <a:pt x="14" y="69"/>
                  </a:lnTo>
                  <a:lnTo>
                    <a:pt x="12" y="69"/>
                  </a:lnTo>
                  <a:lnTo>
                    <a:pt x="7" y="69"/>
                  </a:lnTo>
                  <a:lnTo>
                    <a:pt x="5" y="66"/>
                  </a:lnTo>
                  <a:lnTo>
                    <a:pt x="3" y="64"/>
                  </a:lnTo>
                  <a:lnTo>
                    <a:pt x="0" y="61"/>
                  </a:lnTo>
                  <a:lnTo>
                    <a:pt x="3" y="59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7" y="42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10" y="38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14" y="33"/>
                  </a:lnTo>
                  <a:lnTo>
                    <a:pt x="19" y="33"/>
                  </a:lnTo>
                  <a:lnTo>
                    <a:pt x="19" y="28"/>
                  </a:lnTo>
                  <a:lnTo>
                    <a:pt x="26" y="21"/>
                  </a:lnTo>
                  <a:lnTo>
                    <a:pt x="31" y="19"/>
                  </a:lnTo>
                  <a:lnTo>
                    <a:pt x="38" y="24"/>
                  </a:lnTo>
                  <a:lnTo>
                    <a:pt x="41" y="19"/>
                  </a:lnTo>
                  <a:lnTo>
                    <a:pt x="43" y="19"/>
                  </a:lnTo>
                  <a:lnTo>
                    <a:pt x="45" y="19"/>
                  </a:lnTo>
                  <a:lnTo>
                    <a:pt x="50" y="21"/>
                  </a:lnTo>
                  <a:lnTo>
                    <a:pt x="64" y="16"/>
                  </a:lnTo>
                  <a:lnTo>
                    <a:pt x="67" y="16"/>
                  </a:lnTo>
                  <a:lnTo>
                    <a:pt x="71" y="19"/>
                  </a:lnTo>
                  <a:lnTo>
                    <a:pt x="74" y="19"/>
                  </a:lnTo>
                  <a:lnTo>
                    <a:pt x="76" y="19"/>
                  </a:lnTo>
                  <a:lnTo>
                    <a:pt x="76" y="16"/>
                  </a:lnTo>
                  <a:lnTo>
                    <a:pt x="76" y="14"/>
                  </a:lnTo>
                  <a:lnTo>
                    <a:pt x="76" y="14"/>
                  </a:lnTo>
                  <a:lnTo>
                    <a:pt x="78" y="12"/>
                  </a:lnTo>
                  <a:lnTo>
                    <a:pt x="81" y="5"/>
                  </a:lnTo>
                  <a:lnTo>
                    <a:pt x="83" y="2"/>
                  </a:lnTo>
                  <a:lnTo>
                    <a:pt x="88" y="2"/>
                  </a:lnTo>
                  <a:lnTo>
                    <a:pt x="95" y="0"/>
                  </a:lnTo>
                  <a:lnTo>
                    <a:pt x="102" y="0"/>
                  </a:lnTo>
                  <a:lnTo>
                    <a:pt x="133" y="2"/>
                  </a:lnTo>
                  <a:lnTo>
                    <a:pt x="152" y="2"/>
                  </a:lnTo>
                  <a:lnTo>
                    <a:pt x="159" y="2"/>
                  </a:lnTo>
                  <a:lnTo>
                    <a:pt x="173" y="2"/>
                  </a:lnTo>
                  <a:lnTo>
                    <a:pt x="178" y="2"/>
                  </a:lnTo>
                  <a:lnTo>
                    <a:pt x="178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23"/>
            <p:cNvSpPr>
              <a:spLocks noEditPoints="1"/>
            </p:cNvSpPr>
            <p:nvPr/>
          </p:nvSpPr>
          <p:spPr bwMode="auto">
            <a:xfrm>
              <a:off x="2362" y="1426"/>
              <a:ext cx="532" cy="436"/>
            </a:xfrm>
            <a:custGeom>
              <a:avLst/>
              <a:gdLst>
                <a:gd name="T0" fmla="*/ 156 w 532"/>
                <a:gd name="T1" fmla="*/ 417 h 436"/>
                <a:gd name="T2" fmla="*/ 139 w 532"/>
                <a:gd name="T3" fmla="*/ 320 h 436"/>
                <a:gd name="T4" fmla="*/ 269 w 532"/>
                <a:gd name="T5" fmla="*/ 12 h 436"/>
                <a:gd name="T6" fmla="*/ 286 w 532"/>
                <a:gd name="T7" fmla="*/ 0 h 436"/>
                <a:gd name="T8" fmla="*/ 217 w 532"/>
                <a:gd name="T9" fmla="*/ 246 h 436"/>
                <a:gd name="T10" fmla="*/ 303 w 532"/>
                <a:gd name="T11" fmla="*/ 272 h 436"/>
                <a:gd name="T12" fmla="*/ 288 w 532"/>
                <a:gd name="T13" fmla="*/ 248 h 436"/>
                <a:gd name="T14" fmla="*/ 217 w 532"/>
                <a:gd name="T15" fmla="*/ 246 h 436"/>
                <a:gd name="T16" fmla="*/ 515 w 532"/>
                <a:gd name="T17" fmla="*/ 322 h 436"/>
                <a:gd name="T18" fmla="*/ 489 w 532"/>
                <a:gd name="T19" fmla="*/ 298 h 436"/>
                <a:gd name="T20" fmla="*/ 513 w 532"/>
                <a:gd name="T21" fmla="*/ 253 h 436"/>
                <a:gd name="T22" fmla="*/ 504 w 532"/>
                <a:gd name="T23" fmla="*/ 208 h 436"/>
                <a:gd name="T24" fmla="*/ 513 w 532"/>
                <a:gd name="T25" fmla="*/ 175 h 436"/>
                <a:gd name="T26" fmla="*/ 499 w 532"/>
                <a:gd name="T27" fmla="*/ 123 h 436"/>
                <a:gd name="T28" fmla="*/ 487 w 532"/>
                <a:gd name="T29" fmla="*/ 52 h 436"/>
                <a:gd name="T30" fmla="*/ 478 w 532"/>
                <a:gd name="T31" fmla="*/ 61 h 436"/>
                <a:gd name="T32" fmla="*/ 468 w 532"/>
                <a:gd name="T33" fmla="*/ 52 h 436"/>
                <a:gd name="T34" fmla="*/ 435 w 532"/>
                <a:gd name="T35" fmla="*/ 57 h 436"/>
                <a:gd name="T36" fmla="*/ 407 w 532"/>
                <a:gd name="T37" fmla="*/ 54 h 436"/>
                <a:gd name="T38" fmla="*/ 381 w 532"/>
                <a:gd name="T39" fmla="*/ 52 h 436"/>
                <a:gd name="T40" fmla="*/ 383 w 532"/>
                <a:gd name="T41" fmla="*/ 61 h 436"/>
                <a:gd name="T42" fmla="*/ 364 w 532"/>
                <a:gd name="T43" fmla="*/ 47 h 436"/>
                <a:gd name="T44" fmla="*/ 291 w 532"/>
                <a:gd name="T45" fmla="*/ 28 h 436"/>
                <a:gd name="T46" fmla="*/ 246 w 532"/>
                <a:gd name="T47" fmla="*/ 38 h 436"/>
                <a:gd name="T48" fmla="*/ 213 w 532"/>
                <a:gd name="T49" fmla="*/ 43 h 436"/>
                <a:gd name="T50" fmla="*/ 170 w 532"/>
                <a:gd name="T51" fmla="*/ 76 h 436"/>
                <a:gd name="T52" fmla="*/ 201 w 532"/>
                <a:gd name="T53" fmla="*/ 102 h 436"/>
                <a:gd name="T54" fmla="*/ 234 w 532"/>
                <a:gd name="T55" fmla="*/ 97 h 436"/>
                <a:gd name="T56" fmla="*/ 298 w 532"/>
                <a:gd name="T57" fmla="*/ 118 h 436"/>
                <a:gd name="T58" fmla="*/ 312 w 532"/>
                <a:gd name="T59" fmla="*/ 130 h 436"/>
                <a:gd name="T60" fmla="*/ 305 w 532"/>
                <a:gd name="T61" fmla="*/ 140 h 436"/>
                <a:gd name="T62" fmla="*/ 305 w 532"/>
                <a:gd name="T63" fmla="*/ 161 h 436"/>
                <a:gd name="T64" fmla="*/ 317 w 532"/>
                <a:gd name="T65" fmla="*/ 185 h 436"/>
                <a:gd name="T66" fmla="*/ 338 w 532"/>
                <a:gd name="T67" fmla="*/ 230 h 436"/>
                <a:gd name="T68" fmla="*/ 385 w 532"/>
                <a:gd name="T69" fmla="*/ 265 h 436"/>
                <a:gd name="T70" fmla="*/ 404 w 532"/>
                <a:gd name="T71" fmla="*/ 296 h 436"/>
                <a:gd name="T72" fmla="*/ 390 w 532"/>
                <a:gd name="T73" fmla="*/ 298 h 436"/>
                <a:gd name="T74" fmla="*/ 310 w 532"/>
                <a:gd name="T75" fmla="*/ 329 h 436"/>
                <a:gd name="T76" fmla="*/ 227 w 532"/>
                <a:gd name="T77" fmla="*/ 331 h 436"/>
                <a:gd name="T78" fmla="*/ 154 w 532"/>
                <a:gd name="T79" fmla="*/ 331 h 436"/>
                <a:gd name="T80" fmla="*/ 168 w 532"/>
                <a:gd name="T81" fmla="*/ 322 h 436"/>
                <a:gd name="T82" fmla="*/ 142 w 532"/>
                <a:gd name="T83" fmla="*/ 327 h 436"/>
                <a:gd name="T84" fmla="*/ 123 w 532"/>
                <a:gd name="T85" fmla="*/ 327 h 436"/>
                <a:gd name="T86" fmla="*/ 94 w 532"/>
                <a:gd name="T87" fmla="*/ 322 h 436"/>
                <a:gd name="T88" fmla="*/ 26 w 532"/>
                <a:gd name="T89" fmla="*/ 317 h 436"/>
                <a:gd name="T90" fmla="*/ 7 w 532"/>
                <a:gd name="T91" fmla="*/ 350 h 436"/>
                <a:gd name="T92" fmla="*/ 21 w 532"/>
                <a:gd name="T93" fmla="*/ 388 h 436"/>
                <a:gd name="T94" fmla="*/ 57 w 532"/>
                <a:gd name="T95" fmla="*/ 388 h 436"/>
                <a:gd name="T96" fmla="*/ 101 w 532"/>
                <a:gd name="T97" fmla="*/ 409 h 436"/>
                <a:gd name="T98" fmla="*/ 125 w 532"/>
                <a:gd name="T99" fmla="*/ 436 h 436"/>
                <a:gd name="T100" fmla="*/ 156 w 532"/>
                <a:gd name="T101" fmla="*/ 391 h 436"/>
                <a:gd name="T102" fmla="*/ 163 w 532"/>
                <a:gd name="T103" fmla="*/ 391 h 436"/>
                <a:gd name="T104" fmla="*/ 180 w 532"/>
                <a:gd name="T105" fmla="*/ 388 h 436"/>
                <a:gd name="T106" fmla="*/ 227 w 532"/>
                <a:gd name="T107" fmla="*/ 379 h 436"/>
                <a:gd name="T108" fmla="*/ 291 w 532"/>
                <a:gd name="T109" fmla="*/ 386 h 436"/>
                <a:gd name="T110" fmla="*/ 336 w 532"/>
                <a:gd name="T111" fmla="*/ 381 h 436"/>
                <a:gd name="T112" fmla="*/ 381 w 532"/>
                <a:gd name="T113" fmla="*/ 369 h 436"/>
                <a:gd name="T114" fmla="*/ 523 w 532"/>
                <a:gd name="T115" fmla="*/ 383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436">
                  <a:moveTo>
                    <a:pt x="177" y="417"/>
                  </a:moveTo>
                  <a:lnTo>
                    <a:pt x="175" y="417"/>
                  </a:lnTo>
                  <a:lnTo>
                    <a:pt x="170" y="417"/>
                  </a:lnTo>
                  <a:lnTo>
                    <a:pt x="165" y="417"/>
                  </a:lnTo>
                  <a:lnTo>
                    <a:pt x="163" y="417"/>
                  </a:lnTo>
                  <a:lnTo>
                    <a:pt x="163" y="414"/>
                  </a:lnTo>
                  <a:lnTo>
                    <a:pt x="161" y="414"/>
                  </a:lnTo>
                  <a:lnTo>
                    <a:pt x="158" y="417"/>
                  </a:lnTo>
                  <a:lnTo>
                    <a:pt x="158" y="414"/>
                  </a:lnTo>
                  <a:lnTo>
                    <a:pt x="156" y="414"/>
                  </a:lnTo>
                  <a:lnTo>
                    <a:pt x="156" y="417"/>
                  </a:lnTo>
                  <a:lnTo>
                    <a:pt x="156" y="417"/>
                  </a:lnTo>
                  <a:lnTo>
                    <a:pt x="161" y="421"/>
                  </a:lnTo>
                  <a:lnTo>
                    <a:pt x="163" y="424"/>
                  </a:lnTo>
                  <a:lnTo>
                    <a:pt x="168" y="424"/>
                  </a:lnTo>
                  <a:lnTo>
                    <a:pt x="175" y="424"/>
                  </a:lnTo>
                  <a:lnTo>
                    <a:pt x="180" y="421"/>
                  </a:lnTo>
                  <a:lnTo>
                    <a:pt x="182" y="421"/>
                  </a:lnTo>
                  <a:lnTo>
                    <a:pt x="180" y="417"/>
                  </a:lnTo>
                  <a:lnTo>
                    <a:pt x="177" y="417"/>
                  </a:lnTo>
                  <a:close/>
                  <a:moveTo>
                    <a:pt x="132" y="320"/>
                  </a:moveTo>
                  <a:lnTo>
                    <a:pt x="139" y="320"/>
                  </a:lnTo>
                  <a:lnTo>
                    <a:pt x="144" y="317"/>
                  </a:lnTo>
                  <a:lnTo>
                    <a:pt x="142" y="312"/>
                  </a:lnTo>
                  <a:lnTo>
                    <a:pt x="137" y="310"/>
                  </a:lnTo>
                  <a:lnTo>
                    <a:pt x="130" y="310"/>
                  </a:lnTo>
                  <a:lnTo>
                    <a:pt x="128" y="312"/>
                  </a:lnTo>
                  <a:lnTo>
                    <a:pt x="128" y="317"/>
                  </a:lnTo>
                  <a:lnTo>
                    <a:pt x="132" y="320"/>
                  </a:lnTo>
                  <a:close/>
                  <a:moveTo>
                    <a:pt x="260" y="12"/>
                  </a:moveTo>
                  <a:lnTo>
                    <a:pt x="265" y="12"/>
                  </a:lnTo>
                  <a:lnTo>
                    <a:pt x="269" y="14"/>
                  </a:lnTo>
                  <a:lnTo>
                    <a:pt x="269" y="12"/>
                  </a:lnTo>
                  <a:lnTo>
                    <a:pt x="272" y="12"/>
                  </a:lnTo>
                  <a:lnTo>
                    <a:pt x="274" y="12"/>
                  </a:lnTo>
                  <a:lnTo>
                    <a:pt x="279" y="12"/>
                  </a:lnTo>
                  <a:lnTo>
                    <a:pt x="288" y="12"/>
                  </a:lnTo>
                  <a:lnTo>
                    <a:pt x="295" y="14"/>
                  </a:lnTo>
                  <a:lnTo>
                    <a:pt x="312" y="14"/>
                  </a:lnTo>
                  <a:lnTo>
                    <a:pt x="314" y="16"/>
                  </a:lnTo>
                  <a:lnTo>
                    <a:pt x="317" y="12"/>
                  </a:lnTo>
                  <a:lnTo>
                    <a:pt x="307" y="7"/>
                  </a:lnTo>
                  <a:lnTo>
                    <a:pt x="288" y="2"/>
                  </a:lnTo>
                  <a:lnTo>
                    <a:pt x="286" y="0"/>
                  </a:lnTo>
                  <a:lnTo>
                    <a:pt x="281" y="0"/>
                  </a:lnTo>
                  <a:lnTo>
                    <a:pt x="279" y="0"/>
                  </a:lnTo>
                  <a:lnTo>
                    <a:pt x="272" y="0"/>
                  </a:lnTo>
                  <a:lnTo>
                    <a:pt x="262" y="2"/>
                  </a:lnTo>
                  <a:lnTo>
                    <a:pt x="255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5" y="9"/>
                  </a:lnTo>
                  <a:lnTo>
                    <a:pt x="260" y="12"/>
                  </a:lnTo>
                  <a:close/>
                  <a:moveTo>
                    <a:pt x="217" y="246"/>
                  </a:moveTo>
                  <a:lnTo>
                    <a:pt x="217" y="248"/>
                  </a:lnTo>
                  <a:lnTo>
                    <a:pt x="220" y="248"/>
                  </a:lnTo>
                  <a:lnTo>
                    <a:pt x="222" y="251"/>
                  </a:lnTo>
                  <a:lnTo>
                    <a:pt x="227" y="256"/>
                  </a:lnTo>
                  <a:lnTo>
                    <a:pt x="232" y="258"/>
                  </a:lnTo>
                  <a:lnTo>
                    <a:pt x="251" y="260"/>
                  </a:lnTo>
                  <a:lnTo>
                    <a:pt x="267" y="270"/>
                  </a:lnTo>
                  <a:lnTo>
                    <a:pt x="274" y="270"/>
                  </a:lnTo>
                  <a:lnTo>
                    <a:pt x="281" y="270"/>
                  </a:lnTo>
                  <a:lnTo>
                    <a:pt x="298" y="272"/>
                  </a:lnTo>
                  <a:lnTo>
                    <a:pt x="303" y="272"/>
                  </a:lnTo>
                  <a:lnTo>
                    <a:pt x="303" y="272"/>
                  </a:lnTo>
                  <a:lnTo>
                    <a:pt x="305" y="275"/>
                  </a:lnTo>
                  <a:lnTo>
                    <a:pt x="307" y="277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2" y="272"/>
                  </a:lnTo>
                  <a:lnTo>
                    <a:pt x="312" y="267"/>
                  </a:lnTo>
                  <a:lnTo>
                    <a:pt x="312" y="263"/>
                  </a:lnTo>
                  <a:lnTo>
                    <a:pt x="310" y="258"/>
                  </a:lnTo>
                  <a:lnTo>
                    <a:pt x="303" y="253"/>
                  </a:lnTo>
                  <a:lnTo>
                    <a:pt x="288" y="248"/>
                  </a:lnTo>
                  <a:lnTo>
                    <a:pt x="274" y="241"/>
                  </a:lnTo>
                  <a:lnTo>
                    <a:pt x="260" y="239"/>
                  </a:lnTo>
                  <a:lnTo>
                    <a:pt x="232" y="232"/>
                  </a:lnTo>
                  <a:lnTo>
                    <a:pt x="227" y="232"/>
                  </a:lnTo>
                  <a:lnTo>
                    <a:pt x="225" y="232"/>
                  </a:lnTo>
                  <a:lnTo>
                    <a:pt x="220" y="234"/>
                  </a:lnTo>
                  <a:lnTo>
                    <a:pt x="217" y="237"/>
                  </a:lnTo>
                  <a:lnTo>
                    <a:pt x="215" y="241"/>
                  </a:lnTo>
                  <a:lnTo>
                    <a:pt x="215" y="241"/>
                  </a:lnTo>
                  <a:lnTo>
                    <a:pt x="215" y="244"/>
                  </a:lnTo>
                  <a:lnTo>
                    <a:pt x="217" y="246"/>
                  </a:lnTo>
                  <a:close/>
                  <a:moveTo>
                    <a:pt x="525" y="367"/>
                  </a:moveTo>
                  <a:lnTo>
                    <a:pt x="525" y="364"/>
                  </a:lnTo>
                  <a:lnTo>
                    <a:pt x="523" y="357"/>
                  </a:lnTo>
                  <a:lnTo>
                    <a:pt x="523" y="357"/>
                  </a:lnTo>
                  <a:lnTo>
                    <a:pt x="523" y="353"/>
                  </a:lnTo>
                  <a:lnTo>
                    <a:pt x="523" y="348"/>
                  </a:lnTo>
                  <a:lnTo>
                    <a:pt x="532" y="329"/>
                  </a:lnTo>
                  <a:lnTo>
                    <a:pt x="532" y="329"/>
                  </a:lnTo>
                  <a:lnTo>
                    <a:pt x="530" y="327"/>
                  </a:lnTo>
                  <a:lnTo>
                    <a:pt x="527" y="324"/>
                  </a:lnTo>
                  <a:lnTo>
                    <a:pt x="515" y="322"/>
                  </a:lnTo>
                  <a:lnTo>
                    <a:pt x="508" y="320"/>
                  </a:lnTo>
                  <a:lnTo>
                    <a:pt x="506" y="317"/>
                  </a:lnTo>
                  <a:lnTo>
                    <a:pt x="504" y="312"/>
                  </a:lnTo>
                  <a:lnTo>
                    <a:pt x="501" y="312"/>
                  </a:lnTo>
                  <a:lnTo>
                    <a:pt x="494" y="310"/>
                  </a:lnTo>
                  <a:lnTo>
                    <a:pt x="489" y="310"/>
                  </a:lnTo>
                  <a:lnTo>
                    <a:pt x="489" y="305"/>
                  </a:lnTo>
                  <a:lnTo>
                    <a:pt x="489" y="305"/>
                  </a:lnTo>
                  <a:lnTo>
                    <a:pt x="489" y="303"/>
                  </a:lnTo>
                  <a:lnTo>
                    <a:pt x="492" y="303"/>
                  </a:lnTo>
                  <a:lnTo>
                    <a:pt x="489" y="298"/>
                  </a:lnTo>
                  <a:lnTo>
                    <a:pt x="489" y="298"/>
                  </a:lnTo>
                  <a:lnTo>
                    <a:pt x="471" y="282"/>
                  </a:lnTo>
                  <a:lnTo>
                    <a:pt x="468" y="279"/>
                  </a:lnTo>
                  <a:lnTo>
                    <a:pt x="471" y="277"/>
                  </a:lnTo>
                  <a:lnTo>
                    <a:pt x="478" y="275"/>
                  </a:lnTo>
                  <a:lnTo>
                    <a:pt x="492" y="275"/>
                  </a:lnTo>
                  <a:lnTo>
                    <a:pt x="499" y="270"/>
                  </a:lnTo>
                  <a:lnTo>
                    <a:pt x="501" y="267"/>
                  </a:lnTo>
                  <a:lnTo>
                    <a:pt x="504" y="260"/>
                  </a:lnTo>
                  <a:lnTo>
                    <a:pt x="506" y="258"/>
                  </a:lnTo>
                  <a:lnTo>
                    <a:pt x="513" y="253"/>
                  </a:lnTo>
                  <a:lnTo>
                    <a:pt x="515" y="251"/>
                  </a:lnTo>
                  <a:lnTo>
                    <a:pt x="518" y="246"/>
                  </a:lnTo>
                  <a:lnTo>
                    <a:pt x="518" y="241"/>
                  </a:lnTo>
                  <a:lnTo>
                    <a:pt x="518" y="239"/>
                  </a:lnTo>
                  <a:lnTo>
                    <a:pt x="518" y="234"/>
                  </a:lnTo>
                  <a:lnTo>
                    <a:pt x="515" y="227"/>
                  </a:lnTo>
                  <a:lnTo>
                    <a:pt x="515" y="220"/>
                  </a:lnTo>
                  <a:lnTo>
                    <a:pt x="513" y="215"/>
                  </a:lnTo>
                  <a:lnTo>
                    <a:pt x="511" y="213"/>
                  </a:lnTo>
                  <a:lnTo>
                    <a:pt x="506" y="211"/>
                  </a:lnTo>
                  <a:lnTo>
                    <a:pt x="504" y="208"/>
                  </a:lnTo>
                  <a:lnTo>
                    <a:pt x="501" y="204"/>
                  </a:lnTo>
                  <a:lnTo>
                    <a:pt x="499" y="201"/>
                  </a:lnTo>
                  <a:lnTo>
                    <a:pt x="494" y="204"/>
                  </a:lnTo>
                  <a:lnTo>
                    <a:pt x="489" y="206"/>
                  </a:lnTo>
                  <a:lnTo>
                    <a:pt x="487" y="206"/>
                  </a:lnTo>
                  <a:lnTo>
                    <a:pt x="487" y="201"/>
                  </a:lnTo>
                  <a:lnTo>
                    <a:pt x="489" y="199"/>
                  </a:lnTo>
                  <a:lnTo>
                    <a:pt x="499" y="196"/>
                  </a:lnTo>
                  <a:lnTo>
                    <a:pt x="501" y="194"/>
                  </a:lnTo>
                  <a:lnTo>
                    <a:pt x="508" y="185"/>
                  </a:lnTo>
                  <a:lnTo>
                    <a:pt x="513" y="175"/>
                  </a:lnTo>
                  <a:lnTo>
                    <a:pt x="515" y="173"/>
                  </a:lnTo>
                  <a:lnTo>
                    <a:pt x="520" y="168"/>
                  </a:lnTo>
                  <a:lnTo>
                    <a:pt x="523" y="163"/>
                  </a:lnTo>
                  <a:lnTo>
                    <a:pt x="523" y="159"/>
                  </a:lnTo>
                  <a:lnTo>
                    <a:pt x="523" y="147"/>
                  </a:lnTo>
                  <a:lnTo>
                    <a:pt x="506" y="142"/>
                  </a:lnTo>
                  <a:lnTo>
                    <a:pt x="499" y="135"/>
                  </a:lnTo>
                  <a:lnTo>
                    <a:pt x="494" y="132"/>
                  </a:lnTo>
                  <a:lnTo>
                    <a:pt x="494" y="128"/>
                  </a:lnTo>
                  <a:lnTo>
                    <a:pt x="494" y="125"/>
                  </a:lnTo>
                  <a:lnTo>
                    <a:pt x="499" y="123"/>
                  </a:lnTo>
                  <a:lnTo>
                    <a:pt x="501" y="121"/>
                  </a:lnTo>
                  <a:lnTo>
                    <a:pt x="504" y="114"/>
                  </a:lnTo>
                  <a:lnTo>
                    <a:pt x="504" y="114"/>
                  </a:lnTo>
                  <a:lnTo>
                    <a:pt x="506" y="109"/>
                  </a:lnTo>
                  <a:lnTo>
                    <a:pt x="504" y="99"/>
                  </a:lnTo>
                  <a:lnTo>
                    <a:pt x="501" y="85"/>
                  </a:lnTo>
                  <a:lnTo>
                    <a:pt x="494" y="73"/>
                  </a:lnTo>
                  <a:lnTo>
                    <a:pt x="492" y="69"/>
                  </a:lnTo>
                  <a:lnTo>
                    <a:pt x="492" y="59"/>
                  </a:lnTo>
                  <a:lnTo>
                    <a:pt x="489" y="57"/>
                  </a:lnTo>
                  <a:lnTo>
                    <a:pt x="487" y="52"/>
                  </a:lnTo>
                  <a:lnTo>
                    <a:pt x="485" y="52"/>
                  </a:lnTo>
                  <a:lnTo>
                    <a:pt x="480" y="52"/>
                  </a:lnTo>
                  <a:lnTo>
                    <a:pt x="475" y="52"/>
                  </a:lnTo>
                  <a:lnTo>
                    <a:pt x="473" y="52"/>
                  </a:lnTo>
                  <a:lnTo>
                    <a:pt x="471" y="52"/>
                  </a:lnTo>
                  <a:lnTo>
                    <a:pt x="471" y="54"/>
                  </a:lnTo>
                  <a:lnTo>
                    <a:pt x="473" y="57"/>
                  </a:lnTo>
                  <a:lnTo>
                    <a:pt x="473" y="57"/>
                  </a:lnTo>
                  <a:lnTo>
                    <a:pt x="478" y="57"/>
                  </a:lnTo>
                  <a:lnTo>
                    <a:pt x="480" y="59"/>
                  </a:lnTo>
                  <a:lnTo>
                    <a:pt x="478" y="61"/>
                  </a:lnTo>
                  <a:lnTo>
                    <a:pt x="478" y="64"/>
                  </a:lnTo>
                  <a:lnTo>
                    <a:pt x="475" y="61"/>
                  </a:lnTo>
                  <a:lnTo>
                    <a:pt x="471" y="59"/>
                  </a:lnTo>
                  <a:lnTo>
                    <a:pt x="468" y="59"/>
                  </a:lnTo>
                  <a:lnTo>
                    <a:pt x="466" y="61"/>
                  </a:lnTo>
                  <a:lnTo>
                    <a:pt x="461" y="61"/>
                  </a:lnTo>
                  <a:lnTo>
                    <a:pt x="459" y="59"/>
                  </a:lnTo>
                  <a:lnTo>
                    <a:pt x="466" y="57"/>
                  </a:lnTo>
                  <a:lnTo>
                    <a:pt x="466" y="57"/>
                  </a:lnTo>
                  <a:lnTo>
                    <a:pt x="468" y="57"/>
                  </a:lnTo>
                  <a:lnTo>
                    <a:pt x="468" y="52"/>
                  </a:lnTo>
                  <a:lnTo>
                    <a:pt x="468" y="52"/>
                  </a:lnTo>
                  <a:lnTo>
                    <a:pt x="463" y="52"/>
                  </a:lnTo>
                  <a:lnTo>
                    <a:pt x="454" y="50"/>
                  </a:lnTo>
                  <a:lnTo>
                    <a:pt x="447" y="52"/>
                  </a:lnTo>
                  <a:lnTo>
                    <a:pt x="445" y="54"/>
                  </a:lnTo>
                  <a:lnTo>
                    <a:pt x="442" y="54"/>
                  </a:lnTo>
                  <a:lnTo>
                    <a:pt x="442" y="57"/>
                  </a:lnTo>
                  <a:lnTo>
                    <a:pt x="440" y="59"/>
                  </a:lnTo>
                  <a:lnTo>
                    <a:pt x="440" y="59"/>
                  </a:lnTo>
                  <a:lnTo>
                    <a:pt x="437" y="59"/>
                  </a:lnTo>
                  <a:lnTo>
                    <a:pt x="435" y="57"/>
                  </a:lnTo>
                  <a:lnTo>
                    <a:pt x="433" y="57"/>
                  </a:lnTo>
                  <a:lnTo>
                    <a:pt x="433" y="57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23" y="57"/>
                  </a:lnTo>
                  <a:lnTo>
                    <a:pt x="421" y="54"/>
                  </a:lnTo>
                  <a:lnTo>
                    <a:pt x="419" y="52"/>
                  </a:lnTo>
                  <a:lnTo>
                    <a:pt x="416" y="52"/>
                  </a:lnTo>
                  <a:lnTo>
                    <a:pt x="416" y="52"/>
                  </a:lnTo>
                  <a:lnTo>
                    <a:pt x="414" y="52"/>
                  </a:lnTo>
                  <a:lnTo>
                    <a:pt x="407" y="54"/>
                  </a:lnTo>
                  <a:lnTo>
                    <a:pt x="404" y="54"/>
                  </a:lnTo>
                  <a:lnTo>
                    <a:pt x="402" y="52"/>
                  </a:lnTo>
                  <a:lnTo>
                    <a:pt x="402" y="47"/>
                  </a:lnTo>
                  <a:lnTo>
                    <a:pt x="400" y="47"/>
                  </a:lnTo>
                  <a:lnTo>
                    <a:pt x="395" y="47"/>
                  </a:lnTo>
                  <a:lnTo>
                    <a:pt x="392" y="50"/>
                  </a:lnTo>
                  <a:lnTo>
                    <a:pt x="392" y="52"/>
                  </a:lnTo>
                  <a:lnTo>
                    <a:pt x="390" y="54"/>
                  </a:lnTo>
                  <a:lnTo>
                    <a:pt x="385" y="54"/>
                  </a:lnTo>
                  <a:lnTo>
                    <a:pt x="383" y="52"/>
                  </a:lnTo>
                  <a:lnTo>
                    <a:pt x="381" y="52"/>
                  </a:lnTo>
                  <a:lnTo>
                    <a:pt x="383" y="54"/>
                  </a:lnTo>
                  <a:lnTo>
                    <a:pt x="383" y="54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1" y="57"/>
                  </a:lnTo>
                  <a:lnTo>
                    <a:pt x="381" y="57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5" y="57"/>
                  </a:lnTo>
                  <a:lnTo>
                    <a:pt x="383" y="61"/>
                  </a:lnTo>
                  <a:lnTo>
                    <a:pt x="383" y="61"/>
                  </a:lnTo>
                  <a:lnTo>
                    <a:pt x="383" y="64"/>
                  </a:lnTo>
                  <a:lnTo>
                    <a:pt x="378" y="61"/>
                  </a:lnTo>
                  <a:lnTo>
                    <a:pt x="378" y="61"/>
                  </a:lnTo>
                  <a:lnTo>
                    <a:pt x="376" y="57"/>
                  </a:lnTo>
                  <a:lnTo>
                    <a:pt x="378" y="57"/>
                  </a:lnTo>
                  <a:lnTo>
                    <a:pt x="378" y="57"/>
                  </a:lnTo>
                  <a:lnTo>
                    <a:pt x="378" y="57"/>
                  </a:lnTo>
                  <a:lnTo>
                    <a:pt x="369" y="47"/>
                  </a:lnTo>
                  <a:lnTo>
                    <a:pt x="366" y="45"/>
                  </a:lnTo>
                  <a:lnTo>
                    <a:pt x="364" y="47"/>
                  </a:lnTo>
                  <a:lnTo>
                    <a:pt x="359" y="45"/>
                  </a:lnTo>
                  <a:lnTo>
                    <a:pt x="352" y="45"/>
                  </a:lnTo>
                  <a:lnTo>
                    <a:pt x="350" y="43"/>
                  </a:lnTo>
                  <a:lnTo>
                    <a:pt x="348" y="45"/>
                  </a:lnTo>
                  <a:lnTo>
                    <a:pt x="340" y="43"/>
                  </a:lnTo>
                  <a:lnTo>
                    <a:pt x="336" y="40"/>
                  </a:lnTo>
                  <a:lnTo>
                    <a:pt x="331" y="35"/>
                  </a:lnTo>
                  <a:lnTo>
                    <a:pt x="319" y="33"/>
                  </a:lnTo>
                  <a:lnTo>
                    <a:pt x="314" y="33"/>
                  </a:lnTo>
                  <a:lnTo>
                    <a:pt x="310" y="31"/>
                  </a:lnTo>
                  <a:lnTo>
                    <a:pt x="291" y="28"/>
                  </a:lnTo>
                  <a:lnTo>
                    <a:pt x="284" y="28"/>
                  </a:lnTo>
                  <a:lnTo>
                    <a:pt x="279" y="28"/>
                  </a:lnTo>
                  <a:lnTo>
                    <a:pt x="272" y="31"/>
                  </a:lnTo>
                  <a:lnTo>
                    <a:pt x="267" y="35"/>
                  </a:lnTo>
                  <a:lnTo>
                    <a:pt x="262" y="33"/>
                  </a:lnTo>
                  <a:lnTo>
                    <a:pt x="260" y="35"/>
                  </a:lnTo>
                  <a:lnTo>
                    <a:pt x="255" y="38"/>
                  </a:lnTo>
                  <a:lnTo>
                    <a:pt x="255" y="40"/>
                  </a:lnTo>
                  <a:lnTo>
                    <a:pt x="253" y="38"/>
                  </a:lnTo>
                  <a:lnTo>
                    <a:pt x="251" y="38"/>
                  </a:lnTo>
                  <a:lnTo>
                    <a:pt x="246" y="38"/>
                  </a:lnTo>
                  <a:lnTo>
                    <a:pt x="243" y="38"/>
                  </a:lnTo>
                  <a:lnTo>
                    <a:pt x="241" y="40"/>
                  </a:lnTo>
                  <a:lnTo>
                    <a:pt x="239" y="40"/>
                  </a:lnTo>
                  <a:lnTo>
                    <a:pt x="236" y="40"/>
                  </a:lnTo>
                  <a:lnTo>
                    <a:pt x="234" y="40"/>
                  </a:lnTo>
                  <a:lnTo>
                    <a:pt x="229" y="40"/>
                  </a:lnTo>
                  <a:lnTo>
                    <a:pt x="227" y="40"/>
                  </a:lnTo>
                  <a:lnTo>
                    <a:pt x="222" y="40"/>
                  </a:lnTo>
                  <a:lnTo>
                    <a:pt x="220" y="40"/>
                  </a:lnTo>
                  <a:lnTo>
                    <a:pt x="215" y="38"/>
                  </a:lnTo>
                  <a:lnTo>
                    <a:pt x="213" y="43"/>
                  </a:lnTo>
                  <a:lnTo>
                    <a:pt x="208" y="50"/>
                  </a:lnTo>
                  <a:lnTo>
                    <a:pt x="184" y="61"/>
                  </a:lnTo>
                  <a:lnTo>
                    <a:pt x="182" y="61"/>
                  </a:lnTo>
                  <a:lnTo>
                    <a:pt x="177" y="64"/>
                  </a:lnTo>
                  <a:lnTo>
                    <a:pt x="175" y="64"/>
                  </a:lnTo>
                  <a:lnTo>
                    <a:pt x="170" y="66"/>
                  </a:lnTo>
                  <a:lnTo>
                    <a:pt x="182" y="64"/>
                  </a:lnTo>
                  <a:lnTo>
                    <a:pt x="182" y="66"/>
                  </a:lnTo>
                  <a:lnTo>
                    <a:pt x="172" y="73"/>
                  </a:lnTo>
                  <a:lnTo>
                    <a:pt x="170" y="73"/>
                  </a:lnTo>
                  <a:lnTo>
                    <a:pt x="170" y="76"/>
                  </a:lnTo>
                  <a:lnTo>
                    <a:pt x="163" y="88"/>
                  </a:lnTo>
                  <a:lnTo>
                    <a:pt x="165" y="90"/>
                  </a:lnTo>
                  <a:lnTo>
                    <a:pt x="165" y="92"/>
                  </a:lnTo>
                  <a:lnTo>
                    <a:pt x="168" y="97"/>
                  </a:lnTo>
                  <a:lnTo>
                    <a:pt x="170" y="99"/>
                  </a:lnTo>
                  <a:lnTo>
                    <a:pt x="172" y="99"/>
                  </a:lnTo>
                  <a:lnTo>
                    <a:pt x="175" y="102"/>
                  </a:lnTo>
                  <a:lnTo>
                    <a:pt x="177" y="104"/>
                  </a:lnTo>
                  <a:lnTo>
                    <a:pt x="180" y="104"/>
                  </a:lnTo>
                  <a:lnTo>
                    <a:pt x="182" y="104"/>
                  </a:lnTo>
                  <a:lnTo>
                    <a:pt x="201" y="102"/>
                  </a:lnTo>
                  <a:lnTo>
                    <a:pt x="210" y="99"/>
                  </a:lnTo>
                  <a:lnTo>
                    <a:pt x="213" y="97"/>
                  </a:lnTo>
                  <a:lnTo>
                    <a:pt x="215" y="97"/>
                  </a:lnTo>
                  <a:lnTo>
                    <a:pt x="220" y="99"/>
                  </a:lnTo>
                  <a:lnTo>
                    <a:pt x="225" y="102"/>
                  </a:lnTo>
                  <a:lnTo>
                    <a:pt x="227" y="102"/>
                  </a:lnTo>
                  <a:lnTo>
                    <a:pt x="229" y="102"/>
                  </a:lnTo>
                  <a:lnTo>
                    <a:pt x="229" y="99"/>
                  </a:lnTo>
                  <a:lnTo>
                    <a:pt x="232" y="99"/>
                  </a:lnTo>
                  <a:lnTo>
                    <a:pt x="232" y="97"/>
                  </a:lnTo>
                  <a:lnTo>
                    <a:pt x="234" y="97"/>
                  </a:lnTo>
                  <a:lnTo>
                    <a:pt x="239" y="99"/>
                  </a:lnTo>
                  <a:lnTo>
                    <a:pt x="239" y="99"/>
                  </a:lnTo>
                  <a:lnTo>
                    <a:pt x="253" y="102"/>
                  </a:lnTo>
                  <a:lnTo>
                    <a:pt x="253" y="99"/>
                  </a:lnTo>
                  <a:lnTo>
                    <a:pt x="255" y="99"/>
                  </a:lnTo>
                  <a:lnTo>
                    <a:pt x="262" y="106"/>
                  </a:lnTo>
                  <a:lnTo>
                    <a:pt x="265" y="106"/>
                  </a:lnTo>
                  <a:lnTo>
                    <a:pt x="269" y="106"/>
                  </a:lnTo>
                  <a:lnTo>
                    <a:pt x="281" y="111"/>
                  </a:lnTo>
                  <a:lnTo>
                    <a:pt x="293" y="116"/>
                  </a:lnTo>
                  <a:lnTo>
                    <a:pt x="298" y="118"/>
                  </a:lnTo>
                  <a:lnTo>
                    <a:pt x="300" y="121"/>
                  </a:lnTo>
                  <a:lnTo>
                    <a:pt x="303" y="123"/>
                  </a:lnTo>
                  <a:lnTo>
                    <a:pt x="305" y="125"/>
                  </a:lnTo>
                  <a:lnTo>
                    <a:pt x="314" y="125"/>
                  </a:lnTo>
                  <a:lnTo>
                    <a:pt x="317" y="125"/>
                  </a:lnTo>
                  <a:lnTo>
                    <a:pt x="322" y="132"/>
                  </a:lnTo>
                  <a:lnTo>
                    <a:pt x="319" y="132"/>
                  </a:lnTo>
                  <a:lnTo>
                    <a:pt x="317" y="132"/>
                  </a:lnTo>
                  <a:lnTo>
                    <a:pt x="314" y="130"/>
                  </a:lnTo>
                  <a:lnTo>
                    <a:pt x="314" y="130"/>
                  </a:lnTo>
                  <a:lnTo>
                    <a:pt x="312" y="130"/>
                  </a:lnTo>
                  <a:lnTo>
                    <a:pt x="310" y="130"/>
                  </a:lnTo>
                  <a:lnTo>
                    <a:pt x="312" y="130"/>
                  </a:lnTo>
                  <a:lnTo>
                    <a:pt x="312" y="135"/>
                  </a:lnTo>
                  <a:lnTo>
                    <a:pt x="312" y="137"/>
                  </a:lnTo>
                  <a:lnTo>
                    <a:pt x="312" y="137"/>
                  </a:lnTo>
                  <a:lnTo>
                    <a:pt x="312" y="140"/>
                  </a:lnTo>
                  <a:lnTo>
                    <a:pt x="310" y="140"/>
                  </a:lnTo>
                  <a:lnTo>
                    <a:pt x="307" y="140"/>
                  </a:lnTo>
                  <a:lnTo>
                    <a:pt x="305" y="140"/>
                  </a:lnTo>
                  <a:lnTo>
                    <a:pt x="305" y="137"/>
                  </a:lnTo>
                  <a:lnTo>
                    <a:pt x="305" y="140"/>
                  </a:lnTo>
                  <a:lnTo>
                    <a:pt x="305" y="144"/>
                  </a:lnTo>
                  <a:lnTo>
                    <a:pt x="305" y="149"/>
                  </a:lnTo>
                  <a:lnTo>
                    <a:pt x="307" y="149"/>
                  </a:lnTo>
                  <a:lnTo>
                    <a:pt x="312" y="149"/>
                  </a:lnTo>
                  <a:lnTo>
                    <a:pt x="314" y="151"/>
                  </a:lnTo>
                  <a:lnTo>
                    <a:pt x="317" y="156"/>
                  </a:lnTo>
                  <a:lnTo>
                    <a:pt x="314" y="156"/>
                  </a:lnTo>
                  <a:lnTo>
                    <a:pt x="312" y="156"/>
                  </a:lnTo>
                  <a:lnTo>
                    <a:pt x="310" y="159"/>
                  </a:lnTo>
                  <a:lnTo>
                    <a:pt x="307" y="159"/>
                  </a:lnTo>
                  <a:lnTo>
                    <a:pt x="305" y="161"/>
                  </a:lnTo>
                  <a:lnTo>
                    <a:pt x="305" y="166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3" y="173"/>
                  </a:lnTo>
                  <a:lnTo>
                    <a:pt x="310" y="180"/>
                  </a:lnTo>
                  <a:lnTo>
                    <a:pt x="312" y="182"/>
                  </a:lnTo>
                  <a:lnTo>
                    <a:pt x="314" y="185"/>
                  </a:lnTo>
                  <a:lnTo>
                    <a:pt x="317" y="185"/>
                  </a:lnTo>
                  <a:lnTo>
                    <a:pt x="322" y="187"/>
                  </a:lnTo>
                  <a:lnTo>
                    <a:pt x="322" y="192"/>
                  </a:lnTo>
                  <a:lnTo>
                    <a:pt x="322" y="194"/>
                  </a:lnTo>
                  <a:lnTo>
                    <a:pt x="317" y="196"/>
                  </a:lnTo>
                  <a:lnTo>
                    <a:pt x="310" y="196"/>
                  </a:lnTo>
                  <a:lnTo>
                    <a:pt x="303" y="201"/>
                  </a:lnTo>
                  <a:lnTo>
                    <a:pt x="305" y="206"/>
                  </a:lnTo>
                  <a:lnTo>
                    <a:pt x="326" y="225"/>
                  </a:lnTo>
                  <a:lnTo>
                    <a:pt x="331" y="227"/>
                  </a:lnTo>
                  <a:lnTo>
                    <a:pt x="333" y="227"/>
                  </a:lnTo>
                  <a:lnTo>
                    <a:pt x="338" y="230"/>
                  </a:lnTo>
                  <a:lnTo>
                    <a:pt x="343" y="232"/>
                  </a:lnTo>
                  <a:lnTo>
                    <a:pt x="345" y="234"/>
                  </a:lnTo>
                  <a:lnTo>
                    <a:pt x="357" y="248"/>
                  </a:lnTo>
                  <a:lnTo>
                    <a:pt x="359" y="253"/>
                  </a:lnTo>
                  <a:lnTo>
                    <a:pt x="359" y="253"/>
                  </a:lnTo>
                  <a:lnTo>
                    <a:pt x="366" y="258"/>
                  </a:lnTo>
                  <a:lnTo>
                    <a:pt x="371" y="256"/>
                  </a:lnTo>
                  <a:lnTo>
                    <a:pt x="376" y="258"/>
                  </a:lnTo>
                  <a:lnTo>
                    <a:pt x="381" y="263"/>
                  </a:lnTo>
                  <a:lnTo>
                    <a:pt x="383" y="265"/>
                  </a:lnTo>
                  <a:lnTo>
                    <a:pt x="385" y="265"/>
                  </a:lnTo>
                  <a:lnTo>
                    <a:pt x="390" y="265"/>
                  </a:lnTo>
                  <a:lnTo>
                    <a:pt x="392" y="265"/>
                  </a:lnTo>
                  <a:lnTo>
                    <a:pt x="402" y="267"/>
                  </a:lnTo>
                  <a:lnTo>
                    <a:pt x="404" y="270"/>
                  </a:lnTo>
                  <a:lnTo>
                    <a:pt x="407" y="272"/>
                  </a:lnTo>
                  <a:lnTo>
                    <a:pt x="404" y="272"/>
                  </a:lnTo>
                  <a:lnTo>
                    <a:pt x="404" y="275"/>
                  </a:lnTo>
                  <a:lnTo>
                    <a:pt x="402" y="277"/>
                  </a:lnTo>
                  <a:lnTo>
                    <a:pt x="402" y="279"/>
                  </a:lnTo>
                  <a:lnTo>
                    <a:pt x="404" y="291"/>
                  </a:lnTo>
                  <a:lnTo>
                    <a:pt x="404" y="296"/>
                  </a:lnTo>
                  <a:lnTo>
                    <a:pt x="404" y="301"/>
                  </a:lnTo>
                  <a:lnTo>
                    <a:pt x="400" y="301"/>
                  </a:lnTo>
                  <a:lnTo>
                    <a:pt x="400" y="301"/>
                  </a:lnTo>
                  <a:lnTo>
                    <a:pt x="395" y="296"/>
                  </a:lnTo>
                  <a:lnTo>
                    <a:pt x="392" y="296"/>
                  </a:lnTo>
                  <a:lnTo>
                    <a:pt x="392" y="296"/>
                  </a:lnTo>
                  <a:lnTo>
                    <a:pt x="392" y="296"/>
                  </a:lnTo>
                  <a:lnTo>
                    <a:pt x="390" y="296"/>
                  </a:lnTo>
                  <a:lnTo>
                    <a:pt x="390" y="296"/>
                  </a:lnTo>
                  <a:lnTo>
                    <a:pt x="390" y="298"/>
                  </a:lnTo>
                  <a:lnTo>
                    <a:pt x="390" y="298"/>
                  </a:lnTo>
                  <a:lnTo>
                    <a:pt x="388" y="298"/>
                  </a:lnTo>
                  <a:lnTo>
                    <a:pt x="357" y="301"/>
                  </a:lnTo>
                  <a:lnTo>
                    <a:pt x="350" y="303"/>
                  </a:lnTo>
                  <a:lnTo>
                    <a:pt x="348" y="308"/>
                  </a:lnTo>
                  <a:lnTo>
                    <a:pt x="345" y="315"/>
                  </a:lnTo>
                  <a:lnTo>
                    <a:pt x="340" y="322"/>
                  </a:lnTo>
                  <a:lnTo>
                    <a:pt x="336" y="327"/>
                  </a:lnTo>
                  <a:lnTo>
                    <a:pt x="329" y="329"/>
                  </a:lnTo>
                  <a:lnTo>
                    <a:pt x="317" y="329"/>
                  </a:lnTo>
                  <a:lnTo>
                    <a:pt x="312" y="329"/>
                  </a:lnTo>
                  <a:lnTo>
                    <a:pt x="310" y="329"/>
                  </a:lnTo>
                  <a:lnTo>
                    <a:pt x="305" y="331"/>
                  </a:lnTo>
                  <a:lnTo>
                    <a:pt x="300" y="331"/>
                  </a:lnTo>
                  <a:lnTo>
                    <a:pt x="303" y="329"/>
                  </a:lnTo>
                  <a:lnTo>
                    <a:pt x="284" y="327"/>
                  </a:lnTo>
                  <a:lnTo>
                    <a:pt x="267" y="331"/>
                  </a:lnTo>
                  <a:lnTo>
                    <a:pt x="265" y="331"/>
                  </a:lnTo>
                  <a:lnTo>
                    <a:pt x="260" y="331"/>
                  </a:lnTo>
                  <a:lnTo>
                    <a:pt x="258" y="329"/>
                  </a:lnTo>
                  <a:lnTo>
                    <a:pt x="251" y="329"/>
                  </a:lnTo>
                  <a:lnTo>
                    <a:pt x="243" y="329"/>
                  </a:lnTo>
                  <a:lnTo>
                    <a:pt x="227" y="331"/>
                  </a:lnTo>
                  <a:lnTo>
                    <a:pt x="222" y="329"/>
                  </a:lnTo>
                  <a:lnTo>
                    <a:pt x="215" y="327"/>
                  </a:lnTo>
                  <a:lnTo>
                    <a:pt x="210" y="327"/>
                  </a:lnTo>
                  <a:lnTo>
                    <a:pt x="180" y="329"/>
                  </a:lnTo>
                  <a:lnTo>
                    <a:pt x="172" y="329"/>
                  </a:lnTo>
                  <a:lnTo>
                    <a:pt x="165" y="334"/>
                  </a:lnTo>
                  <a:lnTo>
                    <a:pt x="163" y="334"/>
                  </a:lnTo>
                  <a:lnTo>
                    <a:pt x="156" y="336"/>
                  </a:lnTo>
                  <a:lnTo>
                    <a:pt x="154" y="334"/>
                  </a:lnTo>
                  <a:lnTo>
                    <a:pt x="154" y="331"/>
                  </a:lnTo>
                  <a:lnTo>
                    <a:pt x="154" y="331"/>
                  </a:lnTo>
                  <a:lnTo>
                    <a:pt x="151" y="329"/>
                  </a:lnTo>
                  <a:lnTo>
                    <a:pt x="149" y="329"/>
                  </a:lnTo>
                  <a:lnTo>
                    <a:pt x="146" y="329"/>
                  </a:lnTo>
                  <a:lnTo>
                    <a:pt x="144" y="327"/>
                  </a:lnTo>
                  <a:lnTo>
                    <a:pt x="149" y="324"/>
                  </a:lnTo>
                  <a:lnTo>
                    <a:pt x="151" y="324"/>
                  </a:lnTo>
                  <a:lnTo>
                    <a:pt x="156" y="324"/>
                  </a:lnTo>
                  <a:lnTo>
                    <a:pt x="161" y="327"/>
                  </a:lnTo>
                  <a:lnTo>
                    <a:pt x="161" y="324"/>
                  </a:lnTo>
                  <a:lnTo>
                    <a:pt x="165" y="324"/>
                  </a:lnTo>
                  <a:lnTo>
                    <a:pt x="168" y="322"/>
                  </a:lnTo>
                  <a:lnTo>
                    <a:pt x="168" y="317"/>
                  </a:lnTo>
                  <a:lnTo>
                    <a:pt x="161" y="317"/>
                  </a:lnTo>
                  <a:lnTo>
                    <a:pt x="158" y="317"/>
                  </a:lnTo>
                  <a:lnTo>
                    <a:pt x="151" y="322"/>
                  </a:lnTo>
                  <a:lnTo>
                    <a:pt x="149" y="322"/>
                  </a:lnTo>
                  <a:lnTo>
                    <a:pt x="146" y="322"/>
                  </a:lnTo>
                  <a:lnTo>
                    <a:pt x="146" y="322"/>
                  </a:lnTo>
                  <a:lnTo>
                    <a:pt x="144" y="322"/>
                  </a:lnTo>
                  <a:lnTo>
                    <a:pt x="142" y="327"/>
                  </a:lnTo>
                  <a:lnTo>
                    <a:pt x="142" y="327"/>
                  </a:lnTo>
                  <a:lnTo>
                    <a:pt x="142" y="327"/>
                  </a:lnTo>
                  <a:lnTo>
                    <a:pt x="139" y="329"/>
                  </a:lnTo>
                  <a:lnTo>
                    <a:pt x="137" y="329"/>
                  </a:lnTo>
                  <a:lnTo>
                    <a:pt x="137" y="329"/>
                  </a:lnTo>
                  <a:lnTo>
                    <a:pt x="135" y="329"/>
                  </a:lnTo>
                  <a:lnTo>
                    <a:pt x="132" y="329"/>
                  </a:lnTo>
                  <a:lnTo>
                    <a:pt x="130" y="329"/>
                  </a:lnTo>
                  <a:lnTo>
                    <a:pt x="130" y="329"/>
                  </a:lnTo>
                  <a:lnTo>
                    <a:pt x="130" y="331"/>
                  </a:lnTo>
                  <a:lnTo>
                    <a:pt x="128" y="331"/>
                  </a:lnTo>
                  <a:lnTo>
                    <a:pt x="125" y="329"/>
                  </a:lnTo>
                  <a:lnTo>
                    <a:pt x="123" y="327"/>
                  </a:lnTo>
                  <a:lnTo>
                    <a:pt x="120" y="327"/>
                  </a:lnTo>
                  <a:lnTo>
                    <a:pt x="118" y="327"/>
                  </a:lnTo>
                  <a:lnTo>
                    <a:pt x="109" y="327"/>
                  </a:lnTo>
                  <a:lnTo>
                    <a:pt x="106" y="327"/>
                  </a:lnTo>
                  <a:lnTo>
                    <a:pt x="99" y="324"/>
                  </a:lnTo>
                  <a:lnTo>
                    <a:pt x="99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4" y="322"/>
                  </a:lnTo>
                  <a:lnTo>
                    <a:pt x="94" y="322"/>
                  </a:lnTo>
                  <a:lnTo>
                    <a:pt x="83" y="322"/>
                  </a:lnTo>
                  <a:lnTo>
                    <a:pt x="57" y="315"/>
                  </a:lnTo>
                  <a:lnTo>
                    <a:pt x="49" y="312"/>
                  </a:lnTo>
                  <a:lnTo>
                    <a:pt x="38" y="315"/>
                  </a:lnTo>
                  <a:lnTo>
                    <a:pt x="35" y="315"/>
                  </a:lnTo>
                  <a:lnTo>
                    <a:pt x="33" y="315"/>
                  </a:lnTo>
                  <a:lnTo>
                    <a:pt x="33" y="317"/>
                  </a:lnTo>
                  <a:lnTo>
                    <a:pt x="33" y="320"/>
                  </a:lnTo>
                  <a:lnTo>
                    <a:pt x="31" y="320"/>
                  </a:lnTo>
                  <a:lnTo>
                    <a:pt x="26" y="317"/>
                  </a:lnTo>
                  <a:lnTo>
                    <a:pt x="23" y="320"/>
                  </a:lnTo>
                  <a:lnTo>
                    <a:pt x="14" y="324"/>
                  </a:lnTo>
                  <a:lnTo>
                    <a:pt x="9" y="329"/>
                  </a:lnTo>
                  <a:lnTo>
                    <a:pt x="7" y="329"/>
                  </a:lnTo>
                  <a:lnTo>
                    <a:pt x="7" y="331"/>
                  </a:lnTo>
                  <a:lnTo>
                    <a:pt x="9" y="334"/>
                  </a:lnTo>
                  <a:lnTo>
                    <a:pt x="9" y="336"/>
                  </a:lnTo>
                  <a:lnTo>
                    <a:pt x="12" y="338"/>
                  </a:lnTo>
                  <a:lnTo>
                    <a:pt x="9" y="338"/>
                  </a:lnTo>
                  <a:lnTo>
                    <a:pt x="7" y="341"/>
                  </a:lnTo>
                  <a:lnTo>
                    <a:pt x="7" y="350"/>
                  </a:lnTo>
                  <a:lnTo>
                    <a:pt x="2" y="355"/>
                  </a:lnTo>
                  <a:lnTo>
                    <a:pt x="4" y="355"/>
                  </a:lnTo>
                  <a:lnTo>
                    <a:pt x="4" y="357"/>
                  </a:lnTo>
                  <a:lnTo>
                    <a:pt x="0" y="367"/>
                  </a:lnTo>
                  <a:lnTo>
                    <a:pt x="4" y="372"/>
                  </a:lnTo>
                  <a:lnTo>
                    <a:pt x="7" y="376"/>
                  </a:lnTo>
                  <a:lnTo>
                    <a:pt x="7" y="379"/>
                  </a:lnTo>
                  <a:lnTo>
                    <a:pt x="9" y="383"/>
                  </a:lnTo>
                  <a:lnTo>
                    <a:pt x="16" y="386"/>
                  </a:lnTo>
                  <a:lnTo>
                    <a:pt x="19" y="388"/>
                  </a:lnTo>
                  <a:lnTo>
                    <a:pt x="21" y="388"/>
                  </a:lnTo>
                  <a:lnTo>
                    <a:pt x="23" y="391"/>
                  </a:lnTo>
                  <a:lnTo>
                    <a:pt x="28" y="393"/>
                  </a:lnTo>
                  <a:lnTo>
                    <a:pt x="33" y="393"/>
                  </a:lnTo>
                  <a:lnTo>
                    <a:pt x="35" y="391"/>
                  </a:lnTo>
                  <a:lnTo>
                    <a:pt x="40" y="388"/>
                  </a:lnTo>
                  <a:lnTo>
                    <a:pt x="45" y="386"/>
                  </a:lnTo>
                  <a:lnTo>
                    <a:pt x="47" y="386"/>
                  </a:lnTo>
                  <a:lnTo>
                    <a:pt x="49" y="386"/>
                  </a:lnTo>
                  <a:lnTo>
                    <a:pt x="49" y="386"/>
                  </a:lnTo>
                  <a:lnTo>
                    <a:pt x="57" y="388"/>
                  </a:lnTo>
                  <a:lnTo>
                    <a:pt x="57" y="388"/>
                  </a:lnTo>
                  <a:lnTo>
                    <a:pt x="59" y="388"/>
                  </a:lnTo>
                  <a:lnTo>
                    <a:pt x="61" y="388"/>
                  </a:lnTo>
                  <a:lnTo>
                    <a:pt x="61" y="391"/>
                  </a:lnTo>
                  <a:lnTo>
                    <a:pt x="61" y="393"/>
                  </a:lnTo>
                  <a:lnTo>
                    <a:pt x="64" y="393"/>
                  </a:lnTo>
                  <a:lnTo>
                    <a:pt x="66" y="393"/>
                  </a:lnTo>
                  <a:lnTo>
                    <a:pt x="73" y="395"/>
                  </a:lnTo>
                  <a:lnTo>
                    <a:pt x="75" y="395"/>
                  </a:lnTo>
                  <a:lnTo>
                    <a:pt x="97" y="407"/>
                  </a:lnTo>
                  <a:lnTo>
                    <a:pt x="99" y="409"/>
                  </a:lnTo>
                  <a:lnTo>
                    <a:pt x="101" y="409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4" y="412"/>
                  </a:lnTo>
                  <a:lnTo>
                    <a:pt x="104" y="414"/>
                  </a:lnTo>
                  <a:lnTo>
                    <a:pt x="104" y="414"/>
                  </a:lnTo>
                  <a:lnTo>
                    <a:pt x="118" y="431"/>
                  </a:lnTo>
                  <a:lnTo>
                    <a:pt x="120" y="433"/>
                  </a:lnTo>
                  <a:lnTo>
                    <a:pt x="123" y="433"/>
                  </a:lnTo>
                  <a:lnTo>
                    <a:pt x="123" y="436"/>
                  </a:lnTo>
                  <a:lnTo>
                    <a:pt x="125" y="436"/>
                  </a:lnTo>
                  <a:lnTo>
                    <a:pt x="139" y="433"/>
                  </a:lnTo>
                  <a:lnTo>
                    <a:pt x="142" y="433"/>
                  </a:lnTo>
                  <a:lnTo>
                    <a:pt x="142" y="431"/>
                  </a:lnTo>
                  <a:lnTo>
                    <a:pt x="139" y="426"/>
                  </a:lnTo>
                  <a:lnTo>
                    <a:pt x="137" y="424"/>
                  </a:lnTo>
                  <a:lnTo>
                    <a:pt x="130" y="417"/>
                  </a:lnTo>
                  <a:lnTo>
                    <a:pt x="132" y="409"/>
                  </a:lnTo>
                  <a:lnTo>
                    <a:pt x="135" y="407"/>
                  </a:lnTo>
                  <a:lnTo>
                    <a:pt x="149" y="400"/>
                  </a:lnTo>
                  <a:lnTo>
                    <a:pt x="156" y="391"/>
                  </a:lnTo>
                  <a:lnTo>
                    <a:pt x="156" y="391"/>
                  </a:lnTo>
                  <a:lnTo>
                    <a:pt x="156" y="391"/>
                  </a:lnTo>
                  <a:lnTo>
                    <a:pt x="156" y="388"/>
                  </a:lnTo>
                  <a:lnTo>
                    <a:pt x="156" y="388"/>
                  </a:lnTo>
                  <a:lnTo>
                    <a:pt x="158" y="388"/>
                  </a:lnTo>
                  <a:lnTo>
                    <a:pt x="158" y="388"/>
                  </a:lnTo>
                  <a:lnTo>
                    <a:pt x="158" y="391"/>
                  </a:lnTo>
                  <a:lnTo>
                    <a:pt x="161" y="388"/>
                  </a:lnTo>
                  <a:lnTo>
                    <a:pt x="163" y="386"/>
                  </a:lnTo>
                  <a:lnTo>
                    <a:pt x="163" y="383"/>
                  </a:lnTo>
                  <a:lnTo>
                    <a:pt x="163" y="388"/>
                  </a:lnTo>
                  <a:lnTo>
                    <a:pt x="163" y="391"/>
                  </a:lnTo>
                  <a:lnTo>
                    <a:pt x="163" y="393"/>
                  </a:lnTo>
                  <a:lnTo>
                    <a:pt x="165" y="391"/>
                  </a:lnTo>
                  <a:lnTo>
                    <a:pt x="165" y="386"/>
                  </a:lnTo>
                  <a:lnTo>
                    <a:pt x="170" y="383"/>
                  </a:lnTo>
                  <a:lnTo>
                    <a:pt x="168" y="388"/>
                  </a:lnTo>
                  <a:lnTo>
                    <a:pt x="170" y="391"/>
                  </a:lnTo>
                  <a:lnTo>
                    <a:pt x="172" y="391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7" y="391"/>
                  </a:lnTo>
                  <a:lnTo>
                    <a:pt x="180" y="388"/>
                  </a:lnTo>
                  <a:lnTo>
                    <a:pt x="180" y="383"/>
                  </a:lnTo>
                  <a:lnTo>
                    <a:pt x="182" y="381"/>
                  </a:lnTo>
                  <a:lnTo>
                    <a:pt x="184" y="381"/>
                  </a:lnTo>
                  <a:lnTo>
                    <a:pt x="187" y="386"/>
                  </a:lnTo>
                  <a:lnTo>
                    <a:pt x="187" y="386"/>
                  </a:lnTo>
                  <a:lnTo>
                    <a:pt x="189" y="386"/>
                  </a:lnTo>
                  <a:lnTo>
                    <a:pt x="196" y="381"/>
                  </a:lnTo>
                  <a:lnTo>
                    <a:pt x="198" y="379"/>
                  </a:lnTo>
                  <a:lnTo>
                    <a:pt x="215" y="379"/>
                  </a:lnTo>
                  <a:lnTo>
                    <a:pt x="227" y="379"/>
                  </a:lnTo>
                  <a:lnTo>
                    <a:pt x="227" y="379"/>
                  </a:lnTo>
                  <a:lnTo>
                    <a:pt x="222" y="379"/>
                  </a:lnTo>
                  <a:lnTo>
                    <a:pt x="220" y="381"/>
                  </a:lnTo>
                  <a:lnTo>
                    <a:pt x="217" y="383"/>
                  </a:lnTo>
                  <a:lnTo>
                    <a:pt x="220" y="383"/>
                  </a:lnTo>
                  <a:lnTo>
                    <a:pt x="232" y="381"/>
                  </a:lnTo>
                  <a:lnTo>
                    <a:pt x="258" y="383"/>
                  </a:lnTo>
                  <a:lnTo>
                    <a:pt x="258" y="383"/>
                  </a:lnTo>
                  <a:lnTo>
                    <a:pt x="265" y="386"/>
                  </a:lnTo>
                  <a:lnTo>
                    <a:pt x="267" y="386"/>
                  </a:lnTo>
                  <a:lnTo>
                    <a:pt x="272" y="386"/>
                  </a:lnTo>
                  <a:lnTo>
                    <a:pt x="291" y="386"/>
                  </a:lnTo>
                  <a:lnTo>
                    <a:pt x="300" y="386"/>
                  </a:lnTo>
                  <a:lnTo>
                    <a:pt x="305" y="388"/>
                  </a:lnTo>
                  <a:lnTo>
                    <a:pt x="312" y="391"/>
                  </a:lnTo>
                  <a:lnTo>
                    <a:pt x="317" y="388"/>
                  </a:lnTo>
                  <a:lnTo>
                    <a:pt x="326" y="388"/>
                  </a:lnTo>
                  <a:lnTo>
                    <a:pt x="331" y="383"/>
                  </a:lnTo>
                  <a:lnTo>
                    <a:pt x="333" y="383"/>
                  </a:lnTo>
                  <a:lnTo>
                    <a:pt x="336" y="383"/>
                  </a:lnTo>
                  <a:lnTo>
                    <a:pt x="338" y="383"/>
                  </a:lnTo>
                  <a:lnTo>
                    <a:pt x="338" y="383"/>
                  </a:lnTo>
                  <a:lnTo>
                    <a:pt x="336" y="381"/>
                  </a:lnTo>
                  <a:lnTo>
                    <a:pt x="336" y="381"/>
                  </a:lnTo>
                  <a:lnTo>
                    <a:pt x="340" y="381"/>
                  </a:lnTo>
                  <a:lnTo>
                    <a:pt x="362" y="376"/>
                  </a:lnTo>
                  <a:lnTo>
                    <a:pt x="366" y="376"/>
                  </a:lnTo>
                  <a:lnTo>
                    <a:pt x="371" y="376"/>
                  </a:lnTo>
                  <a:lnTo>
                    <a:pt x="374" y="376"/>
                  </a:lnTo>
                  <a:lnTo>
                    <a:pt x="374" y="374"/>
                  </a:lnTo>
                  <a:lnTo>
                    <a:pt x="374" y="367"/>
                  </a:lnTo>
                  <a:lnTo>
                    <a:pt x="374" y="367"/>
                  </a:lnTo>
                  <a:lnTo>
                    <a:pt x="376" y="367"/>
                  </a:lnTo>
                  <a:lnTo>
                    <a:pt x="381" y="369"/>
                  </a:lnTo>
                  <a:lnTo>
                    <a:pt x="395" y="364"/>
                  </a:lnTo>
                  <a:lnTo>
                    <a:pt x="423" y="360"/>
                  </a:lnTo>
                  <a:lnTo>
                    <a:pt x="442" y="357"/>
                  </a:lnTo>
                  <a:lnTo>
                    <a:pt x="456" y="353"/>
                  </a:lnTo>
                  <a:lnTo>
                    <a:pt x="463" y="353"/>
                  </a:lnTo>
                  <a:lnTo>
                    <a:pt x="471" y="355"/>
                  </a:lnTo>
                  <a:lnTo>
                    <a:pt x="478" y="357"/>
                  </a:lnTo>
                  <a:lnTo>
                    <a:pt x="494" y="360"/>
                  </a:lnTo>
                  <a:lnTo>
                    <a:pt x="501" y="362"/>
                  </a:lnTo>
                  <a:lnTo>
                    <a:pt x="506" y="367"/>
                  </a:lnTo>
                  <a:lnTo>
                    <a:pt x="523" y="383"/>
                  </a:lnTo>
                  <a:lnTo>
                    <a:pt x="525" y="386"/>
                  </a:lnTo>
                  <a:lnTo>
                    <a:pt x="527" y="379"/>
                  </a:lnTo>
                  <a:lnTo>
                    <a:pt x="527" y="376"/>
                  </a:lnTo>
                  <a:lnTo>
                    <a:pt x="527" y="369"/>
                  </a:lnTo>
                  <a:lnTo>
                    <a:pt x="525" y="36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24"/>
            <p:cNvSpPr>
              <a:spLocks noEditPoints="1"/>
            </p:cNvSpPr>
            <p:nvPr/>
          </p:nvSpPr>
          <p:spPr bwMode="auto">
            <a:xfrm>
              <a:off x="2189" y="1499"/>
              <a:ext cx="26" cy="15"/>
            </a:xfrm>
            <a:custGeom>
              <a:avLst/>
              <a:gdLst>
                <a:gd name="T0" fmla="*/ 12 w 26"/>
                <a:gd name="T1" fmla="*/ 3 h 15"/>
                <a:gd name="T2" fmla="*/ 7 w 26"/>
                <a:gd name="T3" fmla="*/ 3 h 15"/>
                <a:gd name="T4" fmla="*/ 0 w 26"/>
                <a:gd name="T5" fmla="*/ 7 h 15"/>
                <a:gd name="T6" fmla="*/ 0 w 26"/>
                <a:gd name="T7" fmla="*/ 15 h 15"/>
                <a:gd name="T8" fmla="*/ 0 w 26"/>
                <a:gd name="T9" fmla="*/ 15 h 15"/>
                <a:gd name="T10" fmla="*/ 5 w 26"/>
                <a:gd name="T11" fmla="*/ 10 h 15"/>
                <a:gd name="T12" fmla="*/ 5 w 26"/>
                <a:gd name="T13" fmla="*/ 10 h 15"/>
                <a:gd name="T14" fmla="*/ 7 w 26"/>
                <a:gd name="T15" fmla="*/ 10 h 15"/>
                <a:gd name="T16" fmla="*/ 7 w 26"/>
                <a:gd name="T17" fmla="*/ 10 h 15"/>
                <a:gd name="T18" fmla="*/ 10 w 26"/>
                <a:gd name="T19" fmla="*/ 7 h 15"/>
                <a:gd name="T20" fmla="*/ 10 w 26"/>
                <a:gd name="T21" fmla="*/ 7 h 15"/>
                <a:gd name="T22" fmla="*/ 12 w 26"/>
                <a:gd name="T23" fmla="*/ 5 h 15"/>
                <a:gd name="T24" fmla="*/ 12 w 26"/>
                <a:gd name="T25" fmla="*/ 3 h 15"/>
                <a:gd name="T26" fmla="*/ 12 w 26"/>
                <a:gd name="T27" fmla="*/ 3 h 15"/>
                <a:gd name="T28" fmla="*/ 24 w 26"/>
                <a:gd name="T29" fmla="*/ 0 h 15"/>
                <a:gd name="T30" fmla="*/ 17 w 26"/>
                <a:gd name="T31" fmla="*/ 0 h 15"/>
                <a:gd name="T32" fmla="*/ 17 w 26"/>
                <a:gd name="T33" fmla="*/ 0 h 15"/>
                <a:gd name="T34" fmla="*/ 21 w 26"/>
                <a:gd name="T35" fmla="*/ 3 h 15"/>
                <a:gd name="T36" fmla="*/ 24 w 26"/>
                <a:gd name="T37" fmla="*/ 3 h 15"/>
                <a:gd name="T38" fmla="*/ 24 w 26"/>
                <a:gd name="T39" fmla="*/ 5 h 15"/>
                <a:gd name="T40" fmla="*/ 17 w 26"/>
                <a:gd name="T41" fmla="*/ 7 h 15"/>
                <a:gd name="T42" fmla="*/ 14 w 26"/>
                <a:gd name="T43" fmla="*/ 10 h 15"/>
                <a:gd name="T44" fmla="*/ 12 w 26"/>
                <a:gd name="T45" fmla="*/ 12 h 15"/>
                <a:gd name="T46" fmla="*/ 12 w 26"/>
                <a:gd name="T47" fmla="*/ 15 h 15"/>
                <a:gd name="T48" fmla="*/ 14 w 26"/>
                <a:gd name="T49" fmla="*/ 15 h 15"/>
                <a:gd name="T50" fmla="*/ 19 w 26"/>
                <a:gd name="T51" fmla="*/ 15 h 15"/>
                <a:gd name="T52" fmla="*/ 26 w 26"/>
                <a:gd name="T53" fmla="*/ 15 h 15"/>
                <a:gd name="T54" fmla="*/ 26 w 26"/>
                <a:gd name="T55" fmla="*/ 15 h 15"/>
                <a:gd name="T56" fmla="*/ 24 w 26"/>
                <a:gd name="T5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6" h="15">
                  <a:moveTo>
                    <a:pt x="12" y="3"/>
                  </a:moveTo>
                  <a:lnTo>
                    <a:pt x="7" y="3"/>
                  </a:lnTo>
                  <a:lnTo>
                    <a:pt x="0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close/>
                  <a:moveTo>
                    <a:pt x="24" y="0"/>
                  </a:moveTo>
                  <a:lnTo>
                    <a:pt x="17" y="0"/>
                  </a:lnTo>
                  <a:lnTo>
                    <a:pt x="17" y="0"/>
                  </a:lnTo>
                  <a:lnTo>
                    <a:pt x="21" y="3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15"/>
                  </a:lnTo>
                  <a:lnTo>
                    <a:pt x="14" y="15"/>
                  </a:lnTo>
                  <a:lnTo>
                    <a:pt x="19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25"/>
            <p:cNvSpPr>
              <a:spLocks noEditPoints="1"/>
            </p:cNvSpPr>
            <p:nvPr/>
          </p:nvSpPr>
          <p:spPr bwMode="auto">
            <a:xfrm>
              <a:off x="4862" y="1824"/>
              <a:ext cx="156" cy="142"/>
            </a:xfrm>
            <a:custGeom>
              <a:avLst/>
              <a:gdLst>
                <a:gd name="T0" fmla="*/ 52 w 156"/>
                <a:gd name="T1" fmla="*/ 142 h 142"/>
                <a:gd name="T2" fmla="*/ 41 w 156"/>
                <a:gd name="T3" fmla="*/ 38 h 142"/>
                <a:gd name="T4" fmla="*/ 38 w 156"/>
                <a:gd name="T5" fmla="*/ 40 h 142"/>
                <a:gd name="T6" fmla="*/ 138 w 156"/>
                <a:gd name="T7" fmla="*/ 59 h 142"/>
                <a:gd name="T8" fmla="*/ 140 w 156"/>
                <a:gd name="T9" fmla="*/ 56 h 142"/>
                <a:gd name="T10" fmla="*/ 140 w 156"/>
                <a:gd name="T11" fmla="*/ 56 h 142"/>
                <a:gd name="T12" fmla="*/ 55 w 156"/>
                <a:gd name="T13" fmla="*/ 135 h 142"/>
                <a:gd name="T14" fmla="*/ 57 w 156"/>
                <a:gd name="T15" fmla="*/ 142 h 142"/>
                <a:gd name="T16" fmla="*/ 59 w 156"/>
                <a:gd name="T17" fmla="*/ 132 h 142"/>
                <a:gd name="T18" fmla="*/ 57 w 156"/>
                <a:gd name="T19" fmla="*/ 135 h 142"/>
                <a:gd name="T20" fmla="*/ 57 w 156"/>
                <a:gd name="T21" fmla="*/ 137 h 142"/>
                <a:gd name="T22" fmla="*/ 59 w 156"/>
                <a:gd name="T23" fmla="*/ 132 h 142"/>
                <a:gd name="T24" fmla="*/ 50 w 156"/>
                <a:gd name="T25" fmla="*/ 142 h 142"/>
                <a:gd name="T26" fmla="*/ 48 w 156"/>
                <a:gd name="T27" fmla="*/ 137 h 142"/>
                <a:gd name="T28" fmla="*/ 138 w 156"/>
                <a:gd name="T29" fmla="*/ 30 h 142"/>
                <a:gd name="T30" fmla="*/ 152 w 156"/>
                <a:gd name="T31" fmla="*/ 19 h 142"/>
                <a:gd name="T32" fmla="*/ 123 w 156"/>
                <a:gd name="T33" fmla="*/ 99 h 142"/>
                <a:gd name="T34" fmla="*/ 107 w 156"/>
                <a:gd name="T35" fmla="*/ 104 h 142"/>
                <a:gd name="T36" fmla="*/ 104 w 156"/>
                <a:gd name="T37" fmla="*/ 113 h 142"/>
                <a:gd name="T38" fmla="*/ 107 w 156"/>
                <a:gd name="T39" fmla="*/ 118 h 142"/>
                <a:gd name="T40" fmla="*/ 123 w 156"/>
                <a:gd name="T41" fmla="*/ 120 h 142"/>
                <a:gd name="T42" fmla="*/ 130 w 156"/>
                <a:gd name="T43" fmla="*/ 111 h 142"/>
                <a:gd name="T44" fmla="*/ 55 w 156"/>
                <a:gd name="T45" fmla="*/ 90 h 142"/>
                <a:gd name="T46" fmla="*/ 48 w 156"/>
                <a:gd name="T47" fmla="*/ 61 h 142"/>
                <a:gd name="T48" fmla="*/ 50 w 156"/>
                <a:gd name="T49" fmla="*/ 49 h 142"/>
                <a:gd name="T50" fmla="*/ 43 w 156"/>
                <a:gd name="T51" fmla="*/ 52 h 142"/>
                <a:gd name="T52" fmla="*/ 38 w 156"/>
                <a:gd name="T53" fmla="*/ 52 h 142"/>
                <a:gd name="T54" fmla="*/ 41 w 156"/>
                <a:gd name="T55" fmla="*/ 49 h 142"/>
                <a:gd name="T56" fmla="*/ 15 w 156"/>
                <a:gd name="T57" fmla="*/ 42 h 142"/>
                <a:gd name="T58" fmla="*/ 7 w 156"/>
                <a:gd name="T59" fmla="*/ 42 h 142"/>
                <a:gd name="T60" fmla="*/ 0 w 156"/>
                <a:gd name="T61" fmla="*/ 54 h 142"/>
                <a:gd name="T62" fmla="*/ 5 w 156"/>
                <a:gd name="T63" fmla="*/ 68 h 142"/>
                <a:gd name="T64" fmla="*/ 12 w 156"/>
                <a:gd name="T65" fmla="*/ 97 h 142"/>
                <a:gd name="T66" fmla="*/ 22 w 156"/>
                <a:gd name="T67" fmla="*/ 109 h 142"/>
                <a:gd name="T68" fmla="*/ 29 w 156"/>
                <a:gd name="T69" fmla="*/ 113 h 142"/>
                <a:gd name="T70" fmla="*/ 33 w 156"/>
                <a:gd name="T71" fmla="*/ 123 h 142"/>
                <a:gd name="T72" fmla="*/ 116 w 156"/>
                <a:gd name="T73" fmla="*/ 45 h 142"/>
                <a:gd name="T74" fmla="*/ 126 w 156"/>
                <a:gd name="T75" fmla="*/ 42 h 142"/>
                <a:gd name="T76" fmla="*/ 107 w 156"/>
                <a:gd name="T77" fmla="*/ 35 h 142"/>
                <a:gd name="T78" fmla="*/ 97 w 156"/>
                <a:gd name="T79" fmla="*/ 30 h 142"/>
                <a:gd name="T80" fmla="*/ 90 w 156"/>
                <a:gd name="T81" fmla="*/ 33 h 142"/>
                <a:gd name="T82" fmla="*/ 78 w 156"/>
                <a:gd name="T83" fmla="*/ 26 h 142"/>
                <a:gd name="T84" fmla="*/ 74 w 156"/>
                <a:gd name="T85" fmla="*/ 11 h 142"/>
                <a:gd name="T86" fmla="*/ 59 w 156"/>
                <a:gd name="T87" fmla="*/ 0 h 142"/>
                <a:gd name="T88" fmla="*/ 50 w 156"/>
                <a:gd name="T89" fmla="*/ 9 h 142"/>
                <a:gd name="T90" fmla="*/ 48 w 156"/>
                <a:gd name="T91" fmla="*/ 19 h 142"/>
                <a:gd name="T92" fmla="*/ 55 w 156"/>
                <a:gd name="T93" fmla="*/ 28 h 142"/>
                <a:gd name="T94" fmla="*/ 57 w 156"/>
                <a:gd name="T95" fmla="*/ 33 h 142"/>
                <a:gd name="T96" fmla="*/ 50 w 156"/>
                <a:gd name="T97" fmla="*/ 49 h 142"/>
                <a:gd name="T98" fmla="*/ 50 w 156"/>
                <a:gd name="T99" fmla="*/ 54 h 142"/>
                <a:gd name="T100" fmla="*/ 62 w 156"/>
                <a:gd name="T101" fmla="*/ 64 h 142"/>
                <a:gd name="T102" fmla="*/ 78 w 156"/>
                <a:gd name="T103" fmla="*/ 5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6" h="142">
                  <a:moveTo>
                    <a:pt x="52" y="142"/>
                  </a:moveTo>
                  <a:lnTo>
                    <a:pt x="52" y="142"/>
                  </a:lnTo>
                  <a:lnTo>
                    <a:pt x="55" y="142"/>
                  </a:lnTo>
                  <a:lnTo>
                    <a:pt x="52" y="142"/>
                  </a:lnTo>
                  <a:lnTo>
                    <a:pt x="52" y="142"/>
                  </a:lnTo>
                  <a:close/>
                  <a:moveTo>
                    <a:pt x="41" y="38"/>
                  </a:moveTo>
                  <a:lnTo>
                    <a:pt x="43" y="38"/>
                  </a:lnTo>
                  <a:lnTo>
                    <a:pt x="41" y="38"/>
                  </a:lnTo>
                  <a:lnTo>
                    <a:pt x="41" y="35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1" y="38"/>
                  </a:lnTo>
                  <a:close/>
                  <a:moveTo>
                    <a:pt x="138" y="56"/>
                  </a:moveTo>
                  <a:lnTo>
                    <a:pt x="135" y="56"/>
                  </a:lnTo>
                  <a:lnTo>
                    <a:pt x="138" y="59"/>
                  </a:lnTo>
                  <a:lnTo>
                    <a:pt x="138" y="59"/>
                  </a:lnTo>
                  <a:lnTo>
                    <a:pt x="140" y="59"/>
                  </a:lnTo>
                  <a:lnTo>
                    <a:pt x="140" y="56"/>
                  </a:lnTo>
                  <a:lnTo>
                    <a:pt x="140" y="56"/>
                  </a:lnTo>
                  <a:lnTo>
                    <a:pt x="138" y="56"/>
                  </a:lnTo>
                  <a:close/>
                  <a:moveTo>
                    <a:pt x="140" y="56"/>
                  </a:moveTo>
                  <a:lnTo>
                    <a:pt x="140" y="56"/>
                  </a:lnTo>
                  <a:lnTo>
                    <a:pt x="140" y="56"/>
                  </a:lnTo>
                  <a:lnTo>
                    <a:pt x="140" y="56"/>
                  </a:lnTo>
                  <a:close/>
                  <a:moveTo>
                    <a:pt x="55" y="132"/>
                  </a:moveTo>
                  <a:lnTo>
                    <a:pt x="55" y="132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5" y="132"/>
                  </a:lnTo>
                  <a:close/>
                  <a:moveTo>
                    <a:pt x="57" y="139"/>
                  </a:moveTo>
                  <a:lnTo>
                    <a:pt x="57" y="142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39"/>
                  </a:lnTo>
                  <a:close/>
                  <a:moveTo>
                    <a:pt x="59" y="132"/>
                  </a:moveTo>
                  <a:lnTo>
                    <a:pt x="59" y="132"/>
                  </a:lnTo>
                  <a:lnTo>
                    <a:pt x="57" y="132"/>
                  </a:lnTo>
                  <a:lnTo>
                    <a:pt x="57" y="132"/>
                  </a:lnTo>
                  <a:lnTo>
                    <a:pt x="57" y="135"/>
                  </a:lnTo>
                  <a:lnTo>
                    <a:pt x="55" y="135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7" y="137"/>
                  </a:lnTo>
                  <a:lnTo>
                    <a:pt x="59" y="135"/>
                  </a:lnTo>
                  <a:lnTo>
                    <a:pt x="59" y="132"/>
                  </a:lnTo>
                  <a:lnTo>
                    <a:pt x="59" y="132"/>
                  </a:lnTo>
                  <a:lnTo>
                    <a:pt x="59" y="132"/>
                  </a:lnTo>
                  <a:close/>
                  <a:moveTo>
                    <a:pt x="48" y="137"/>
                  </a:moveTo>
                  <a:lnTo>
                    <a:pt x="48" y="137"/>
                  </a:lnTo>
                  <a:lnTo>
                    <a:pt x="48" y="139"/>
                  </a:lnTo>
                  <a:lnTo>
                    <a:pt x="50" y="142"/>
                  </a:lnTo>
                  <a:lnTo>
                    <a:pt x="50" y="139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48" y="137"/>
                  </a:lnTo>
                  <a:close/>
                  <a:moveTo>
                    <a:pt x="152" y="19"/>
                  </a:moveTo>
                  <a:lnTo>
                    <a:pt x="147" y="21"/>
                  </a:lnTo>
                  <a:lnTo>
                    <a:pt x="140" y="28"/>
                  </a:lnTo>
                  <a:lnTo>
                    <a:pt x="138" y="30"/>
                  </a:lnTo>
                  <a:lnTo>
                    <a:pt x="142" y="30"/>
                  </a:lnTo>
                  <a:lnTo>
                    <a:pt x="147" y="28"/>
                  </a:lnTo>
                  <a:lnTo>
                    <a:pt x="156" y="19"/>
                  </a:lnTo>
                  <a:lnTo>
                    <a:pt x="152" y="19"/>
                  </a:lnTo>
                  <a:close/>
                  <a:moveTo>
                    <a:pt x="130" y="106"/>
                  </a:moveTo>
                  <a:lnTo>
                    <a:pt x="128" y="106"/>
                  </a:lnTo>
                  <a:lnTo>
                    <a:pt x="126" y="104"/>
                  </a:lnTo>
                  <a:lnTo>
                    <a:pt x="123" y="99"/>
                  </a:lnTo>
                  <a:lnTo>
                    <a:pt x="119" y="97"/>
                  </a:lnTo>
                  <a:lnTo>
                    <a:pt x="114" y="97"/>
                  </a:lnTo>
                  <a:lnTo>
                    <a:pt x="109" y="99"/>
                  </a:lnTo>
                  <a:lnTo>
                    <a:pt x="107" y="104"/>
                  </a:lnTo>
                  <a:lnTo>
                    <a:pt x="107" y="106"/>
                  </a:lnTo>
                  <a:lnTo>
                    <a:pt x="107" y="109"/>
                  </a:lnTo>
                  <a:lnTo>
                    <a:pt x="104" y="113"/>
                  </a:lnTo>
                  <a:lnTo>
                    <a:pt x="104" y="113"/>
                  </a:lnTo>
                  <a:lnTo>
                    <a:pt x="104" y="116"/>
                  </a:lnTo>
                  <a:lnTo>
                    <a:pt x="107" y="116"/>
                  </a:lnTo>
                  <a:lnTo>
                    <a:pt x="107" y="116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12" y="125"/>
                  </a:lnTo>
                  <a:lnTo>
                    <a:pt x="116" y="125"/>
                  </a:lnTo>
                  <a:lnTo>
                    <a:pt x="123" y="120"/>
                  </a:lnTo>
                  <a:lnTo>
                    <a:pt x="128" y="118"/>
                  </a:lnTo>
                  <a:lnTo>
                    <a:pt x="130" y="116"/>
                  </a:lnTo>
                  <a:lnTo>
                    <a:pt x="130" y="113"/>
                  </a:lnTo>
                  <a:lnTo>
                    <a:pt x="130" y="111"/>
                  </a:lnTo>
                  <a:lnTo>
                    <a:pt x="130" y="109"/>
                  </a:lnTo>
                  <a:lnTo>
                    <a:pt x="130" y="106"/>
                  </a:lnTo>
                  <a:close/>
                  <a:moveTo>
                    <a:pt x="55" y="101"/>
                  </a:moveTo>
                  <a:lnTo>
                    <a:pt x="55" y="90"/>
                  </a:lnTo>
                  <a:lnTo>
                    <a:pt x="52" y="80"/>
                  </a:lnTo>
                  <a:lnTo>
                    <a:pt x="48" y="73"/>
                  </a:lnTo>
                  <a:lnTo>
                    <a:pt x="45" y="64"/>
                  </a:lnTo>
                  <a:lnTo>
                    <a:pt x="48" y="61"/>
                  </a:lnTo>
                  <a:lnTo>
                    <a:pt x="50" y="59"/>
                  </a:lnTo>
                  <a:lnTo>
                    <a:pt x="52" y="59"/>
                  </a:lnTo>
                  <a:lnTo>
                    <a:pt x="50" y="54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48" y="49"/>
                  </a:lnTo>
                  <a:lnTo>
                    <a:pt x="45" y="49"/>
                  </a:lnTo>
                  <a:lnTo>
                    <a:pt x="43" y="52"/>
                  </a:lnTo>
                  <a:lnTo>
                    <a:pt x="43" y="54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1" y="49"/>
                  </a:lnTo>
                  <a:lnTo>
                    <a:pt x="36" y="47"/>
                  </a:lnTo>
                  <a:lnTo>
                    <a:pt x="29" y="45"/>
                  </a:lnTo>
                  <a:lnTo>
                    <a:pt x="22" y="42"/>
                  </a:lnTo>
                  <a:lnTo>
                    <a:pt x="15" y="42"/>
                  </a:lnTo>
                  <a:lnTo>
                    <a:pt x="15" y="42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7" y="42"/>
                  </a:lnTo>
                  <a:lnTo>
                    <a:pt x="5" y="45"/>
                  </a:lnTo>
                  <a:lnTo>
                    <a:pt x="3" y="49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3" y="66"/>
                  </a:lnTo>
                  <a:lnTo>
                    <a:pt x="5" y="68"/>
                  </a:lnTo>
                  <a:lnTo>
                    <a:pt x="7" y="71"/>
                  </a:lnTo>
                  <a:lnTo>
                    <a:pt x="7" y="73"/>
                  </a:lnTo>
                  <a:lnTo>
                    <a:pt x="10" y="80"/>
                  </a:lnTo>
                  <a:lnTo>
                    <a:pt x="12" y="97"/>
                  </a:lnTo>
                  <a:lnTo>
                    <a:pt x="17" y="104"/>
                  </a:lnTo>
                  <a:lnTo>
                    <a:pt x="19" y="104"/>
                  </a:lnTo>
                  <a:lnTo>
                    <a:pt x="19" y="106"/>
                  </a:lnTo>
                  <a:lnTo>
                    <a:pt x="22" y="109"/>
                  </a:lnTo>
                  <a:lnTo>
                    <a:pt x="24" y="111"/>
                  </a:lnTo>
                  <a:lnTo>
                    <a:pt x="26" y="113"/>
                  </a:lnTo>
                  <a:lnTo>
                    <a:pt x="29" y="113"/>
                  </a:lnTo>
                  <a:lnTo>
                    <a:pt x="29" y="113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1" y="120"/>
                  </a:lnTo>
                  <a:lnTo>
                    <a:pt x="33" y="123"/>
                  </a:lnTo>
                  <a:lnTo>
                    <a:pt x="43" y="116"/>
                  </a:lnTo>
                  <a:lnTo>
                    <a:pt x="50" y="109"/>
                  </a:lnTo>
                  <a:lnTo>
                    <a:pt x="55" y="101"/>
                  </a:lnTo>
                  <a:close/>
                  <a:moveTo>
                    <a:pt x="116" y="45"/>
                  </a:moveTo>
                  <a:lnTo>
                    <a:pt x="116" y="45"/>
                  </a:lnTo>
                  <a:lnTo>
                    <a:pt x="123" y="47"/>
                  </a:lnTo>
                  <a:lnTo>
                    <a:pt x="123" y="45"/>
                  </a:lnTo>
                  <a:lnTo>
                    <a:pt x="126" y="42"/>
                  </a:lnTo>
                  <a:lnTo>
                    <a:pt x="126" y="42"/>
                  </a:lnTo>
                  <a:lnTo>
                    <a:pt x="121" y="42"/>
                  </a:lnTo>
                  <a:lnTo>
                    <a:pt x="109" y="38"/>
                  </a:lnTo>
                  <a:lnTo>
                    <a:pt x="107" y="35"/>
                  </a:lnTo>
                  <a:lnTo>
                    <a:pt x="104" y="35"/>
                  </a:lnTo>
                  <a:lnTo>
                    <a:pt x="100" y="33"/>
                  </a:lnTo>
                  <a:lnTo>
                    <a:pt x="100" y="30"/>
                  </a:lnTo>
                  <a:lnTo>
                    <a:pt x="97" y="30"/>
                  </a:lnTo>
                  <a:lnTo>
                    <a:pt x="95" y="33"/>
                  </a:lnTo>
                  <a:lnTo>
                    <a:pt x="93" y="33"/>
                  </a:lnTo>
                  <a:lnTo>
                    <a:pt x="90" y="30"/>
                  </a:lnTo>
                  <a:lnTo>
                    <a:pt x="90" y="33"/>
                  </a:lnTo>
                  <a:lnTo>
                    <a:pt x="86" y="33"/>
                  </a:lnTo>
                  <a:lnTo>
                    <a:pt x="83" y="30"/>
                  </a:lnTo>
                  <a:lnTo>
                    <a:pt x="81" y="28"/>
                  </a:lnTo>
                  <a:lnTo>
                    <a:pt x="78" y="26"/>
                  </a:lnTo>
                  <a:lnTo>
                    <a:pt x="76" y="23"/>
                  </a:lnTo>
                  <a:lnTo>
                    <a:pt x="76" y="21"/>
                  </a:lnTo>
                  <a:lnTo>
                    <a:pt x="76" y="16"/>
                  </a:lnTo>
                  <a:lnTo>
                    <a:pt x="74" y="11"/>
                  </a:lnTo>
                  <a:lnTo>
                    <a:pt x="71" y="7"/>
                  </a:lnTo>
                  <a:lnTo>
                    <a:pt x="67" y="4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7" y="2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50" y="9"/>
                  </a:lnTo>
                  <a:lnTo>
                    <a:pt x="48" y="14"/>
                  </a:lnTo>
                  <a:lnTo>
                    <a:pt x="48" y="16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50" y="26"/>
                  </a:lnTo>
                  <a:lnTo>
                    <a:pt x="52" y="26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57" y="28"/>
                  </a:lnTo>
                  <a:lnTo>
                    <a:pt x="57" y="30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35"/>
                  </a:lnTo>
                  <a:lnTo>
                    <a:pt x="52" y="35"/>
                  </a:lnTo>
                  <a:lnTo>
                    <a:pt x="52" y="38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50" y="52"/>
                  </a:lnTo>
                  <a:lnTo>
                    <a:pt x="50" y="54"/>
                  </a:lnTo>
                  <a:lnTo>
                    <a:pt x="52" y="56"/>
                  </a:lnTo>
                  <a:lnTo>
                    <a:pt x="55" y="59"/>
                  </a:lnTo>
                  <a:lnTo>
                    <a:pt x="57" y="61"/>
                  </a:lnTo>
                  <a:lnTo>
                    <a:pt x="62" y="64"/>
                  </a:lnTo>
                  <a:lnTo>
                    <a:pt x="64" y="64"/>
                  </a:lnTo>
                  <a:lnTo>
                    <a:pt x="69" y="64"/>
                  </a:lnTo>
                  <a:lnTo>
                    <a:pt x="74" y="61"/>
                  </a:lnTo>
                  <a:lnTo>
                    <a:pt x="78" y="59"/>
                  </a:lnTo>
                  <a:lnTo>
                    <a:pt x="112" y="45"/>
                  </a:lnTo>
                  <a:lnTo>
                    <a:pt x="116" y="4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26"/>
            <p:cNvSpPr>
              <a:spLocks noEditPoints="1"/>
            </p:cNvSpPr>
            <p:nvPr/>
          </p:nvSpPr>
          <p:spPr bwMode="auto">
            <a:xfrm>
              <a:off x="5002" y="2631"/>
              <a:ext cx="66" cy="116"/>
            </a:xfrm>
            <a:custGeom>
              <a:avLst/>
              <a:gdLst>
                <a:gd name="T0" fmla="*/ 64 w 66"/>
                <a:gd name="T1" fmla="*/ 2 h 116"/>
                <a:gd name="T2" fmla="*/ 64 w 66"/>
                <a:gd name="T3" fmla="*/ 2 h 116"/>
                <a:gd name="T4" fmla="*/ 61 w 66"/>
                <a:gd name="T5" fmla="*/ 0 h 116"/>
                <a:gd name="T6" fmla="*/ 31 w 66"/>
                <a:gd name="T7" fmla="*/ 52 h 116"/>
                <a:gd name="T8" fmla="*/ 31 w 66"/>
                <a:gd name="T9" fmla="*/ 50 h 116"/>
                <a:gd name="T10" fmla="*/ 31 w 66"/>
                <a:gd name="T11" fmla="*/ 47 h 116"/>
                <a:gd name="T12" fmla="*/ 31 w 66"/>
                <a:gd name="T13" fmla="*/ 50 h 116"/>
                <a:gd name="T14" fmla="*/ 28 w 66"/>
                <a:gd name="T15" fmla="*/ 52 h 116"/>
                <a:gd name="T16" fmla="*/ 31 w 66"/>
                <a:gd name="T17" fmla="*/ 52 h 116"/>
                <a:gd name="T18" fmla="*/ 57 w 66"/>
                <a:gd name="T19" fmla="*/ 2 h 116"/>
                <a:gd name="T20" fmla="*/ 54 w 66"/>
                <a:gd name="T21" fmla="*/ 2 h 116"/>
                <a:gd name="T22" fmla="*/ 50 w 66"/>
                <a:gd name="T23" fmla="*/ 12 h 116"/>
                <a:gd name="T24" fmla="*/ 45 w 66"/>
                <a:gd name="T25" fmla="*/ 12 h 116"/>
                <a:gd name="T26" fmla="*/ 47 w 66"/>
                <a:gd name="T27" fmla="*/ 14 h 116"/>
                <a:gd name="T28" fmla="*/ 47 w 66"/>
                <a:gd name="T29" fmla="*/ 14 h 116"/>
                <a:gd name="T30" fmla="*/ 45 w 66"/>
                <a:gd name="T31" fmla="*/ 19 h 116"/>
                <a:gd name="T32" fmla="*/ 52 w 66"/>
                <a:gd name="T33" fmla="*/ 14 h 116"/>
                <a:gd name="T34" fmla="*/ 59 w 66"/>
                <a:gd name="T35" fmla="*/ 14 h 116"/>
                <a:gd name="T36" fmla="*/ 59 w 66"/>
                <a:gd name="T37" fmla="*/ 7 h 116"/>
                <a:gd name="T38" fmla="*/ 33 w 66"/>
                <a:gd name="T39" fmla="*/ 88 h 116"/>
                <a:gd name="T40" fmla="*/ 33 w 66"/>
                <a:gd name="T41" fmla="*/ 85 h 116"/>
                <a:gd name="T42" fmla="*/ 31 w 66"/>
                <a:gd name="T43" fmla="*/ 71 h 116"/>
                <a:gd name="T44" fmla="*/ 31 w 66"/>
                <a:gd name="T45" fmla="*/ 66 h 116"/>
                <a:gd name="T46" fmla="*/ 26 w 66"/>
                <a:gd name="T47" fmla="*/ 64 h 116"/>
                <a:gd name="T48" fmla="*/ 16 w 66"/>
                <a:gd name="T49" fmla="*/ 66 h 116"/>
                <a:gd name="T50" fmla="*/ 7 w 66"/>
                <a:gd name="T51" fmla="*/ 85 h 116"/>
                <a:gd name="T52" fmla="*/ 5 w 66"/>
                <a:gd name="T53" fmla="*/ 99 h 116"/>
                <a:gd name="T54" fmla="*/ 7 w 66"/>
                <a:gd name="T55" fmla="*/ 104 h 116"/>
                <a:gd name="T56" fmla="*/ 7 w 66"/>
                <a:gd name="T57" fmla="*/ 109 h 116"/>
                <a:gd name="T58" fmla="*/ 0 w 66"/>
                <a:gd name="T59" fmla="*/ 116 h 116"/>
                <a:gd name="T60" fmla="*/ 7 w 66"/>
                <a:gd name="T61" fmla="*/ 116 h 116"/>
                <a:gd name="T62" fmla="*/ 12 w 66"/>
                <a:gd name="T63" fmla="*/ 111 h 116"/>
                <a:gd name="T64" fmla="*/ 16 w 66"/>
                <a:gd name="T65" fmla="*/ 114 h 116"/>
                <a:gd name="T66" fmla="*/ 19 w 66"/>
                <a:gd name="T67" fmla="*/ 114 h 116"/>
                <a:gd name="T68" fmla="*/ 19 w 66"/>
                <a:gd name="T69" fmla="*/ 111 h 116"/>
                <a:gd name="T70" fmla="*/ 24 w 66"/>
                <a:gd name="T71" fmla="*/ 109 h 116"/>
                <a:gd name="T72" fmla="*/ 31 w 66"/>
                <a:gd name="T73" fmla="*/ 104 h 116"/>
                <a:gd name="T74" fmla="*/ 31 w 66"/>
                <a:gd name="T75" fmla="*/ 99 h 116"/>
                <a:gd name="T76" fmla="*/ 31 w 66"/>
                <a:gd name="T77" fmla="*/ 97 h 116"/>
                <a:gd name="T78" fmla="*/ 33 w 66"/>
                <a:gd name="T79" fmla="*/ 95 h 116"/>
                <a:gd name="T80" fmla="*/ 31 w 66"/>
                <a:gd name="T81" fmla="*/ 9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6" h="116">
                  <a:moveTo>
                    <a:pt x="61" y="0"/>
                  </a:move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6" y="0"/>
                  </a:lnTo>
                  <a:lnTo>
                    <a:pt x="61" y="0"/>
                  </a:lnTo>
                  <a:close/>
                  <a:moveTo>
                    <a:pt x="31" y="52"/>
                  </a:moveTo>
                  <a:lnTo>
                    <a:pt x="31" y="52"/>
                  </a:lnTo>
                  <a:lnTo>
                    <a:pt x="33" y="50"/>
                  </a:lnTo>
                  <a:lnTo>
                    <a:pt x="31" y="50"/>
                  </a:lnTo>
                  <a:lnTo>
                    <a:pt x="33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50"/>
                  </a:lnTo>
                  <a:lnTo>
                    <a:pt x="28" y="50"/>
                  </a:lnTo>
                  <a:lnTo>
                    <a:pt x="28" y="52"/>
                  </a:lnTo>
                  <a:lnTo>
                    <a:pt x="31" y="52"/>
                  </a:lnTo>
                  <a:lnTo>
                    <a:pt x="31" y="52"/>
                  </a:lnTo>
                  <a:close/>
                  <a:moveTo>
                    <a:pt x="59" y="7"/>
                  </a:moveTo>
                  <a:lnTo>
                    <a:pt x="57" y="2"/>
                  </a:lnTo>
                  <a:lnTo>
                    <a:pt x="57" y="0"/>
                  </a:lnTo>
                  <a:lnTo>
                    <a:pt x="54" y="2"/>
                  </a:lnTo>
                  <a:lnTo>
                    <a:pt x="52" y="7"/>
                  </a:lnTo>
                  <a:lnTo>
                    <a:pt x="50" y="12"/>
                  </a:lnTo>
                  <a:lnTo>
                    <a:pt x="45" y="9"/>
                  </a:lnTo>
                  <a:lnTo>
                    <a:pt x="45" y="12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50" y="16"/>
                  </a:lnTo>
                  <a:lnTo>
                    <a:pt x="52" y="14"/>
                  </a:lnTo>
                  <a:lnTo>
                    <a:pt x="54" y="14"/>
                  </a:lnTo>
                  <a:lnTo>
                    <a:pt x="59" y="14"/>
                  </a:lnTo>
                  <a:lnTo>
                    <a:pt x="57" y="9"/>
                  </a:lnTo>
                  <a:lnTo>
                    <a:pt x="59" y="7"/>
                  </a:lnTo>
                  <a:close/>
                  <a:moveTo>
                    <a:pt x="31" y="90"/>
                  </a:moveTo>
                  <a:lnTo>
                    <a:pt x="33" y="88"/>
                  </a:lnTo>
                  <a:lnTo>
                    <a:pt x="33" y="85"/>
                  </a:lnTo>
                  <a:lnTo>
                    <a:pt x="33" y="85"/>
                  </a:lnTo>
                  <a:lnTo>
                    <a:pt x="33" y="76"/>
                  </a:lnTo>
                  <a:lnTo>
                    <a:pt x="31" y="71"/>
                  </a:lnTo>
                  <a:lnTo>
                    <a:pt x="28" y="69"/>
                  </a:lnTo>
                  <a:lnTo>
                    <a:pt x="31" y="66"/>
                  </a:lnTo>
                  <a:lnTo>
                    <a:pt x="31" y="66"/>
                  </a:lnTo>
                  <a:lnTo>
                    <a:pt x="26" y="64"/>
                  </a:lnTo>
                  <a:lnTo>
                    <a:pt x="21" y="64"/>
                  </a:lnTo>
                  <a:lnTo>
                    <a:pt x="16" y="66"/>
                  </a:lnTo>
                  <a:lnTo>
                    <a:pt x="7" y="83"/>
                  </a:lnTo>
                  <a:lnTo>
                    <a:pt x="7" y="85"/>
                  </a:lnTo>
                  <a:lnTo>
                    <a:pt x="5" y="95"/>
                  </a:lnTo>
                  <a:lnTo>
                    <a:pt x="5" y="99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7" y="106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0" y="116"/>
                  </a:lnTo>
                  <a:lnTo>
                    <a:pt x="2" y="116"/>
                  </a:lnTo>
                  <a:lnTo>
                    <a:pt x="7" y="116"/>
                  </a:lnTo>
                  <a:lnTo>
                    <a:pt x="9" y="114"/>
                  </a:lnTo>
                  <a:lnTo>
                    <a:pt x="12" y="111"/>
                  </a:lnTo>
                  <a:lnTo>
                    <a:pt x="14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9" y="114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21" y="109"/>
                  </a:lnTo>
                  <a:lnTo>
                    <a:pt x="24" y="109"/>
                  </a:lnTo>
                  <a:lnTo>
                    <a:pt x="24" y="109"/>
                  </a:lnTo>
                  <a:lnTo>
                    <a:pt x="31" y="104"/>
                  </a:lnTo>
                  <a:lnTo>
                    <a:pt x="31" y="102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31" y="97"/>
                  </a:lnTo>
                  <a:lnTo>
                    <a:pt x="33" y="97"/>
                  </a:lnTo>
                  <a:lnTo>
                    <a:pt x="33" y="95"/>
                  </a:lnTo>
                  <a:lnTo>
                    <a:pt x="31" y="92"/>
                  </a:lnTo>
                  <a:lnTo>
                    <a:pt x="31" y="9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27"/>
            <p:cNvSpPr>
              <a:spLocks/>
            </p:cNvSpPr>
            <p:nvPr/>
          </p:nvSpPr>
          <p:spPr bwMode="auto">
            <a:xfrm>
              <a:off x="4948" y="2001"/>
              <a:ext cx="54" cy="85"/>
            </a:xfrm>
            <a:custGeom>
              <a:avLst/>
              <a:gdLst>
                <a:gd name="T0" fmla="*/ 18 w 54"/>
                <a:gd name="T1" fmla="*/ 7 h 85"/>
                <a:gd name="T2" fmla="*/ 23 w 54"/>
                <a:gd name="T3" fmla="*/ 5 h 85"/>
                <a:gd name="T4" fmla="*/ 35 w 54"/>
                <a:gd name="T5" fmla="*/ 10 h 85"/>
                <a:gd name="T6" fmla="*/ 40 w 54"/>
                <a:gd name="T7" fmla="*/ 14 h 85"/>
                <a:gd name="T8" fmla="*/ 44 w 54"/>
                <a:gd name="T9" fmla="*/ 22 h 85"/>
                <a:gd name="T10" fmla="*/ 49 w 54"/>
                <a:gd name="T11" fmla="*/ 36 h 85"/>
                <a:gd name="T12" fmla="*/ 49 w 54"/>
                <a:gd name="T13" fmla="*/ 40 h 85"/>
                <a:gd name="T14" fmla="*/ 52 w 54"/>
                <a:gd name="T15" fmla="*/ 43 h 85"/>
                <a:gd name="T16" fmla="*/ 54 w 54"/>
                <a:gd name="T17" fmla="*/ 57 h 85"/>
                <a:gd name="T18" fmla="*/ 52 w 54"/>
                <a:gd name="T19" fmla="*/ 74 h 85"/>
                <a:gd name="T20" fmla="*/ 49 w 54"/>
                <a:gd name="T21" fmla="*/ 76 h 85"/>
                <a:gd name="T22" fmla="*/ 47 w 54"/>
                <a:gd name="T23" fmla="*/ 76 h 85"/>
                <a:gd name="T24" fmla="*/ 44 w 54"/>
                <a:gd name="T25" fmla="*/ 76 h 85"/>
                <a:gd name="T26" fmla="*/ 42 w 54"/>
                <a:gd name="T27" fmla="*/ 81 h 85"/>
                <a:gd name="T28" fmla="*/ 40 w 54"/>
                <a:gd name="T29" fmla="*/ 83 h 85"/>
                <a:gd name="T30" fmla="*/ 37 w 54"/>
                <a:gd name="T31" fmla="*/ 85 h 85"/>
                <a:gd name="T32" fmla="*/ 33 w 54"/>
                <a:gd name="T33" fmla="*/ 83 h 85"/>
                <a:gd name="T34" fmla="*/ 33 w 54"/>
                <a:gd name="T35" fmla="*/ 74 h 85"/>
                <a:gd name="T36" fmla="*/ 30 w 54"/>
                <a:gd name="T37" fmla="*/ 71 h 85"/>
                <a:gd name="T38" fmla="*/ 28 w 54"/>
                <a:gd name="T39" fmla="*/ 66 h 85"/>
                <a:gd name="T40" fmla="*/ 23 w 54"/>
                <a:gd name="T41" fmla="*/ 57 h 85"/>
                <a:gd name="T42" fmla="*/ 21 w 54"/>
                <a:gd name="T43" fmla="*/ 50 h 85"/>
                <a:gd name="T44" fmla="*/ 18 w 54"/>
                <a:gd name="T45" fmla="*/ 45 h 85"/>
                <a:gd name="T46" fmla="*/ 11 w 54"/>
                <a:gd name="T47" fmla="*/ 40 h 85"/>
                <a:gd name="T48" fmla="*/ 9 w 54"/>
                <a:gd name="T49" fmla="*/ 36 h 85"/>
                <a:gd name="T50" fmla="*/ 7 w 54"/>
                <a:gd name="T51" fmla="*/ 33 h 85"/>
                <a:gd name="T52" fmla="*/ 4 w 54"/>
                <a:gd name="T53" fmla="*/ 31 h 85"/>
                <a:gd name="T54" fmla="*/ 2 w 54"/>
                <a:gd name="T55" fmla="*/ 24 h 85"/>
                <a:gd name="T56" fmla="*/ 0 w 54"/>
                <a:gd name="T57" fmla="*/ 22 h 85"/>
                <a:gd name="T58" fmla="*/ 2 w 54"/>
                <a:gd name="T59" fmla="*/ 19 h 85"/>
                <a:gd name="T60" fmla="*/ 4 w 54"/>
                <a:gd name="T61" fmla="*/ 14 h 85"/>
                <a:gd name="T62" fmla="*/ 2 w 54"/>
                <a:gd name="T63" fmla="*/ 14 h 85"/>
                <a:gd name="T64" fmla="*/ 0 w 54"/>
                <a:gd name="T65" fmla="*/ 12 h 85"/>
                <a:gd name="T66" fmla="*/ 7 w 54"/>
                <a:gd name="T67" fmla="*/ 0 h 85"/>
                <a:gd name="T68" fmla="*/ 14 w 54"/>
                <a:gd name="T69" fmla="*/ 3 h 85"/>
                <a:gd name="T70" fmla="*/ 16 w 54"/>
                <a:gd name="T71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" h="85">
                  <a:moveTo>
                    <a:pt x="16" y="7"/>
                  </a:moveTo>
                  <a:lnTo>
                    <a:pt x="18" y="7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35" y="7"/>
                  </a:lnTo>
                  <a:lnTo>
                    <a:pt x="35" y="10"/>
                  </a:lnTo>
                  <a:lnTo>
                    <a:pt x="37" y="12"/>
                  </a:lnTo>
                  <a:lnTo>
                    <a:pt x="40" y="14"/>
                  </a:lnTo>
                  <a:lnTo>
                    <a:pt x="42" y="17"/>
                  </a:lnTo>
                  <a:lnTo>
                    <a:pt x="44" y="22"/>
                  </a:lnTo>
                  <a:lnTo>
                    <a:pt x="49" y="29"/>
                  </a:lnTo>
                  <a:lnTo>
                    <a:pt x="49" y="36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2" y="43"/>
                  </a:lnTo>
                  <a:lnTo>
                    <a:pt x="52" y="43"/>
                  </a:lnTo>
                  <a:lnTo>
                    <a:pt x="52" y="50"/>
                  </a:lnTo>
                  <a:lnTo>
                    <a:pt x="54" y="57"/>
                  </a:lnTo>
                  <a:lnTo>
                    <a:pt x="54" y="66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49" y="76"/>
                  </a:lnTo>
                  <a:lnTo>
                    <a:pt x="49" y="76"/>
                  </a:lnTo>
                  <a:lnTo>
                    <a:pt x="47" y="7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2" y="78"/>
                  </a:lnTo>
                  <a:lnTo>
                    <a:pt x="42" y="81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0" y="85"/>
                  </a:lnTo>
                  <a:lnTo>
                    <a:pt x="37" y="85"/>
                  </a:lnTo>
                  <a:lnTo>
                    <a:pt x="35" y="85"/>
                  </a:lnTo>
                  <a:lnTo>
                    <a:pt x="33" y="83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30" y="71"/>
                  </a:lnTo>
                  <a:lnTo>
                    <a:pt x="28" y="69"/>
                  </a:lnTo>
                  <a:lnTo>
                    <a:pt x="28" y="66"/>
                  </a:lnTo>
                  <a:lnTo>
                    <a:pt x="26" y="59"/>
                  </a:lnTo>
                  <a:lnTo>
                    <a:pt x="23" y="57"/>
                  </a:lnTo>
                  <a:lnTo>
                    <a:pt x="21" y="52"/>
                  </a:lnTo>
                  <a:lnTo>
                    <a:pt x="21" y="50"/>
                  </a:lnTo>
                  <a:lnTo>
                    <a:pt x="18" y="48"/>
                  </a:lnTo>
                  <a:lnTo>
                    <a:pt x="18" y="45"/>
                  </a:lnTo>
                  <a:lnTo>
                    <a:pt x="14" y="40"/>
                  </a:lnTo>
                  <a:lnTo>
                    <a:pt x="11" y="40"/>
                  </a:lnTo>
                  <a:lnTo>
                    <a:pt x="11" y="38"/>
                  </a:lnTo>
                  <a:lnTo>
                    <a:pt x="9" y="36"/>
                  </a:lnTo>
                  <a:lnTo>
                    <a:pt x="9" y="33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3"/>
                  </a:lnTo>
                  <a:lnTo>
                    <a:pt x="7" y="0"/>
                  </a:lnTo>
                  <a:lnTo>
                    <a:pt x="9" y="3"/>
                  </a:lnTo>
                  <a:lnTo>
                    <a:pt x="14" y="3"/>
                  </a:lnTo>
                  <a:lnTo>
                    <a:pt x="16" y="7"/>
                  </a:lnTo>
                  <a:lnTo>
                    <a:pt x="16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28"/>
            <p:cNvSpPr>
              <a:spLocks noEditPoints="1"/>
            </p:cNvSpPr>
            <p:nvPr/>
          </p:nvSpPr>
          <p:spPr bwMode="auto">
            <a:xfrm>
              <a:off x="2830" y="1414"/>
              <a:ext cx="700" cy="490"/>
            </a:xfrm>
            <a:custGeom>
              <a:avLst/>
              <a:gdLst>
                <a:gd name="T0" fmla="*/ 627 w 700"/>
                <a:gd name="T1" fmla="*/ 289 h 490"/>
                <a:gd name="T2" fmla="*/ 658 w 700"/>
                <a:gd name="T3" fmla="*/ 301 h 490"/>
                <a:gd name="T4" fmla="*/ 114 w 700"/>
                <a:gd name="T5" fmla="*/ 483 h 490"/>
                <a:gd name="T6" fmla="*/ 693 w 700"/>
                <a:gd name="T7" fmla="*/ 187 h 490"/>
                <a:gd name="T8" fmla="*/ 611 w 700"/>
                <a:gd name="T9" fmla="*/ 135 h 490"/>
                <a:gd name="T10" fmla="*/ 585 w 700"/>
                <a:gd name="T11" fmla="*/ 133 h 490"/>
                <a:gd name="T12" fmla="*/ 563 w 700"/>
                <a:gd name="T13" fmla="*/ 130 h 490"/>
                <a:gd name="T14" fmla="*/ 551 w 700"/>
                <a:gd name="T15" fmla="*/ 140 h 490"/>
                <a:gd name="T16" fmla="*/ 535 w 700"/>
                <a:gd name="T17" fmla="*/ 135 h 490"/>
                <a:gd name="T18" fmla="*/ 478 w 700"/>
                <a:gd name="T19" fmla="*/ 126 h 490"/>
                <a:gd name="T20" fmla="*/ 457 w 700"/>
                <a:gd name="T21" fmla="*/ 130 h 490"/>
                <a:gd name="T22" fmla="*/ 466 w 700"/>
                <a:gd name="T23" fmla="*/ 104 h 490"/>
                <a:gd name="T24" fmla="*/ 518 w 700"/>
                <a:gd name="T25" fmla="*/ 90 h 490"/>
                <a:gd name="T26" fmla="*/ 509 w 700"/>
                <a:gd name="T27" fmla="*/ 71 h 490"/>
                <a:gd name="T28" fmla="*/ 471 w 700"/>
                <a:gd name="T29" fmla="*/ 83 h 490"/>
                <a:gd name="T30" fmla="*/ 454 w 700"/>
                <a:gd name="T31" fmla="*/ 81 h 490"/>
                <a:gd name="T32" fmla="*/ 414 w 700"/>
                <a:gd name="T33" fmla="*/ 97 h 490"/>
                <a:gd name="T34" fmla="*/ 376 w 700"/>
                <a:gd name="T35" fmla="*/ 40 h 490"/>
                <a:gd name="T36" fmla="*/ 336 w 700"/>
                <a:gd name="T37" fmla="*/ 38 h 490"/>
                <a:gd name="T38" fmla="*/ 289 w 700"/>
                <a:gd name="T39" fmla="*/ 36 h 490"/>
                <a:gd name="T40" fmla="*/ 232 w 700"/>
                <a:gd name="T41" fmla="*/ 24 h 490"/>
                <a:gd name="T42" fmla="*/ 187 w 700"/>
                <a:gd name="T43" fmla="*/ 0 h 490"/>
                <a:gd name="T44" fmla="*/ 166 w 700"/>
                <a:gd name="T45" fmla="*/ 2 h 490"/>
                <a:gd name="T46" fmla="*/ 140 w 700"/>
                <a:gd name="T47" fmla="*/ 14 h 490"/>
                <a:gd name="T48" fmla="*/ 130 w 700"/>
                <a:gd name="T49" fmla="*/ 21 h 490"/>
                <a:gd name="T50" fmla="*/ 121 w 700"/>
                <a:gd name="T51" fmla="*/ 24 h 490"/>
                <a:gd name="T52" fmla="*/ 64 w 700"/>
                <a:gd name="T53" fmla="*/ 17 h 490"/>
                <a:gd name="T54" fmla="*/ 33 w 700"/>
                <a:gd name="T55" fmla="*/ 26 h 490"/>
                <a:gd name="T56" fmla="*/ 24 w 700"/>
                <a:gd name="T57" fmla="*/ 40 h 490"/>
                <a:gd name="T58" fmla="*/ 21 w 700"/>
                <a:gd name="T59" fmla="*/ 52 h 490"/>
                <a:gd name="T60" fmla="*/ 24 w 700"/>
                <a:gd name="T61" fmla="*/ 81 h 490"/>
                <a:gd name="T62" fmla="*/ 26 w 700"/>
                <a:gd name="T63" fmla="*/ 137 h 490"/>
                <a:gd name="T64" fmla="*/ 47 w 700"/>
                <a:gd name="T65" fmla="*/ 185 h 490"/>
                <a:gd name="T66" fmla="*/ 26 w 700"/>
                <a:gd name="T67" fmla="*/ 216 h 490"/>
                <a:gd name="T68" fmla="*/ 50 w 700"/>
                <a:gd name="T69" fmla="*/ 246 h 490"/>
                <a:gd name="T70" fmla="*/ 31 w 700"/>
                <a:gd name="T71" fmla="*/ 282 h 490"/>
                <a:gd name="T72" fmla="*/ 21 w 700"/>
                <a:gd name="T73" fmla="*/ 315 h 490"/>
                <a:gd name="T74" fmla="*/ 47 w 700"/>
                <a:gd name="T75" fmla="*/ 334 h 490"/>
                <a:gd name="T76" fmla="*/ 57 w 700"/>
                <a:gd name="T77" fmla="*/ 376 h 490"/>
                <a:gd name="T78" fmla="*/ 81 w 700"/>
                <a:gd name="T79" fmla="*/ 407 h 490"/>
                <a:gd name="T80" fmla="*/ 90 w 700"/>
                <a:gd name="T81" fmla="*/ 440 h 490"/>
                <a:gd name="T82" fmla="*/ 133 w 700"/>
                <a:gd name="T83" fmla="*/ 474 h 490"/>
                <a:gd name="T84" fmla="*/ 154 w 700"/>
                <a:gd name="T85" fmla="*/ 429 h 490"/>
                <a:gd name="T86" fmla="*/ 159 w 700"/>
                <a:gd name="T87" fmla="*/ 424 h 490"/>
                <a:gd name="T88" fmla="*/ 171 w 700"/>
                <a:gd name="T89" fmla="*/ 407 h 490"/>
                <a:gd name="T90" fmla="*/ 182 w 700"/>
                <a:gd name="T91" fmla="*/ 341 h 490"/>
                <a:gd name="T92" fmla="*/ 199 w 700"/>
                <a:gd name="T93" fmla="*/ 327 h 490"/>
                <a:gd name="T94" fmla="*/ 220 w 700"/>
                <a:gd name="T95" fmla="*/ 324 h 490"/>
                <a:gd name="T96" fmla="*/ 230 w 700"/>
                <a:gd name="T97" fmla="*/ 315 h 490"/>
                <a:gd name="T98" fmla="*/ 253 w 700"/>
                <a:gd name="T99" fmla="*/ 303 h 490"/>
                <a:gd name="T100" fmla="*/ 277 w 700"/>
                <a:gd name="T101" fmla="*/ 298 h 490"/>
                <a:gd name="T102" fmla="*/ 277 w 700"/>
                <a:gd name="T103" fmla="*/ 320 h 490"/>
                <a:gd name="T104" fmla="*/ 284 w 700"/>
                <a:gd name="T105" fmla="*/ 334 h 490"/>
                <a:gd name="T106" fmla="*/ 350 w 700"/>
                <a:gd name="T107" fmla="*/ 322 h 490"/>
                <a:gd name="T108" fmla="*/ 376 w 700"/>
                <a:gd name="T109" fmla="*/ 298 h 490"/>
                <a:gd name="T110" fmla="*/ 405 w 700"/>
                <a:gd name="T111" fmla="*/ 265 h 490"/>
                <a:gd name="T112" fmla="*/ 457 w 700"/>
                <a:gd name="T113" fmla="*/ 270 h 490"/>
                <a:gd name="T114" fmla="*/ 483 w 700"/>
                <a:gd name="T115" fmla="*/ 268 h 490"/>
                <a:gd name="T116" fmla="*/ 542 w 700"/>
                <a:gd name="T117" fmla="*/ 256 h 490"/>
                <a:gd name="T118" fmla="*/ 608 w 700"/>
                <a:gd name="T119" fmla="*/ 256 h 490"/>
                <a:gd name="T120" fmla="*/ 653 w 700"/>
                <a:gd name="T121" fmla="*/ 270 h 490"/>
                <a:gd name="T122" fmla="*/ 672 w 700"/>
                <a:gd name="T123" fmla="*/ 253 h 490"/>
                <a:gd name="T124" fmla="*/ 686 w 700"/>
                <a:gd name="T125" fmla="*/ 232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00" h="490">
                  <a:moveTo>
                    <a:pt x="665" y="294"/>
                  </a:moveTo>
                  <a:lnTo>
                    <a:pt x="663" y="291"/>
                  </a:lnTo>
                  <a:lnTo>
                    <a:pt x="658" y="291"/>
                  </a:lnTo>
                  <a:lnTo>
                    <a:pt x="648" y="294"/>
                  </a:lnTo>
                  <a:lnTo>
                    <a:pt x="639" y="294"/>
                  </a:lnTo>
                  <a:lnTo>
                    <a:pt x="637" y="294"/>
                  </a:lnTo>
                  <a:lnTo>
                    <a:pt x="634" y="291"/>
                  </a:lnTo>
                  <a:lnTo>
                    <a:pt x="632" y="289"/>
                  </a:lnTo>
                  <a:lnTo>
                    <a:pt x="627" y="289"/>
                  </a:lnTo>
                  <a:lnTo>
                    <a:pt x="625" y="291"/>
                  </a:lnTo>
                  <a:lnTo>
                    <a:pt x="627" y="296"/>
                  </a:lnTo>
                  <a:lnTo>
                    <a:pt x="632" y="301"/>
                  </a:lnTo>
                  <a:lnTo>
                    <a:pt x="637" y="303"/>
                  </a:lnTo>
                  <a:lnTo>
                    <a:pt x="644" y="305"/>
                  </a:lnTo>
                  <a:lnTo>
                    <a:pt x="646" y="303"/>
                  </a:lnTo>
                  <a:lnTo>
                    <a:pt x="653" y="301"/>
                  </a:lnTo>
                  <a:lnTo>
                    <a:pt x="655" y="301"/>
                  </a:lnTo>
                  <a:lnTo>
                    <a:pt x="658" y="301"/>
                  </a:lnTo>
                  <a:lnTo>
                    <a:pt x="665" y="303"/>
                  </a:lnTo>
                  <a:lnTo>
                    <a:pt x="667" y="303"/>
                  </a:lnTo>
                  <a:lnTo>
                    <a:pt x="667" y="301"/>
                  </a:lnTo>
                  <a:lnTo>
                    <a:pt x="667" y="298"/>
                  </a:lnTo>
                  <a:lnTo>
                    <a:pt x="665" y="294"/>
                  </a:lnTo>
                  <a:close/>
                  <a:moveTo>
                    <a:pt x="121" y="476"/>
                  </a:moveTo>
                  <a:lnTo>
                    <a:pt x="116" y="474"/>
                  </a:lnTo>
                  <a:lnTo>
                    <a:pt x="116" y="478"/>
                  </a:lnTo>
                  <a:lnTo>
                    <a:pt x="114" y="483"/>
                  </a:lnTo>
                  <a:lnTo>
                    <a:pt x="114" y="488"/>
                  </a:lnTo>
                  <a:lnTo>
                    <a:pt x="118" y="490"/>
                  </a:lnTo>
                  <a:lnTo>
                    <a:pt x="121" y="488"/>
                  </a:lnTo>
                  <a:lnTo>
                    <a:pt x="126" y="483"/>
                  </a:lnTo>
                  <a:lnTo>
                    <a:pt x="128" y="481"/>
                  </a:lnTo>
                  <a:lnTo>
                    <a:pt x="123" y="478"/>
                  </a:lnTo>
                  <a:lnTo>
                    <a:pt x="121" y="476"/>
                  </a:lnTo>
                  <a:close/>
                  <a:moveTo>
                    <a:pt x="700" y="194"/>
                  </a:moveTo>
                  <a:lnTo>
                    <a:pt x="693" y="187"/>
                  </a:lnTo>
                  <a:lnTo>
                    <a:pt x="682" y="182"/>
                  </a:lnTo>
                  <a:lnTo>
                    <a:pt x="672" y="175"/>
                  </a:lnTo>
                  <a:lnTo>
                    <a:pt x="672" y="175"/>
                  </a:lnTo>
                  <a:lnTo>
                    <a:pt x="670" y="173"/>
                  </a:lnTo>
                  <a:lnTo>
                    <a:pt x="660" y="168"/>
                  </a:lnTo>
                  <a:lnTo>
                    <a:pt x="646" y="161"/>
                  </a:lnTo>
                  <a:lnTo>
                    <a:pt x="637" y="154"/>
                  </a:lnTo>
                  <a:lnTo>
                    <a:pt x="613" y="135"/>
                  </a:lnTo>
                  <a:lnTo>
                    <a:pt x="611" y="135"/>
                  </a:lnTo>
                  <a:lnTo>
                    <a:pt x="606" y="135"/>
                  </a:lnTo>
                  <a:lnTo>
                    <a:pt x="606" y="135"/>
                  </a:lnTo>
                  <a:lnTo>
                    <a:pt x="603" y="133"/>
                  </a:lnTo>
                  <a:lnTo>
                    <a:pt x="601" y="133"/>
                  </a:lnTo>
                  <a:lnTo>
                    <a:pt x="596" y="135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3"/>
                  </a:lnTo>
                  <a:lnTo>
                    <a:pt x="585" y="133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0" y="128"/>
                  </a:lnTo>
                  <a:lnTo>
                    <a:pt x="577" y="128"/>
                  </a:lnTo>
                  <a:lnTo>
                    <a:pt x="573" y="128"/>
                  </a:lnTo>
                  <a:lnTo>
                    <a:pt x="566" y="128"/>
                  </a:lnTo>
                  <a:lnTo>
                    <a:pt x="566" y="128"/>
                  </a:lnTo>
                  <a:lnTo>
                    <a:pt x="563" y="130"/>
                  </a:lnTo>
                  <a:lnTo>
                    <a:pt x="563" y="133"/>
                  </a:lnTo>
                  <a:lnTo>
                    <a:pt x="561" y="133"/>
                  </a:lnTo>
                  <a:lnTo>
                    <a:pt x="558" y="133"/>
                  </a:lnTo>
                  <a:lnTo>
                    <a:pt x="558" y="133"/>
                  </a:lnTo>
                  <a:lnTo>
                    <a:pt x="561" y="135"/>
                  </a:lnTo>
                  <a:lnTo>
                    <a:pt x="558" y="137"/>
                  </a:lnTo>
                  <a:lnTo>
                    <a:pt x="554" y="140"/>
                  </a:lnTo>
                  <a:lnTo>
                    <a:pt x="551" y="142"/>
                  </a:lnTo>
                  <a:lnTo>
                    <a:pt x="551" y="140"/>
                  </a:lnTo>
                  <a:lnTo>
                    <a:pt x="549" y="140"/>
                  </a:lnTo>
                  <a:lnTo>
                    <a:pt x="544" y="137"/>
                  </a:lnTo>
                  <a:lnTo>
                    <a:pt x="542" y="137"/>
                  </a:lnTo>
                  <a:lnTo>
                    <a:pt x="537" y="130"/>
                  </a:lnTo>
                  <a:lnTo>
                    <a:pt x="535" y="130"/>
                  </a:lnTo>
                  <a:lnTo>
                    <a:pt x="530" y="130"/>
                  </a:lnTo>
                  <a:lnTo>
                    <a:pt x="530" y="133"/>
                  </a:lnTo>
                  <a:lnTo>
                    <a:pt x="532" y="133"/>
                  </a:lnTo>
                  <a:lnTo>
                    <a:pt x="535" y="135"/>
                  </a:lnTo>
                  <a:lnTo>
                    <a:pt x="532" y="137"/>
                  </a:lnTo>
                  <a:lnTo>
                    <a:pt x="528" y="137"/>
                  </a:lnTo>
                  <a:lnTo>
                    <a:pt x="502" y="135"/>
                  </a:lnTo>
                  <a:lnTo>
                    <a:pt x="497" y="135"/>
                  </a:lnTo>
                  <a:lnTo>
                    <a:pt x="492" y="135"/>
                  </a:lnTo>
                  <a:lnTo>
                    <a:pt x="490" y="133"/>
                  </a:lnTo>
                  <a:lnTo>
                    <a:pt x="485" y="126"/>
                  </a:lnTo>
                  <a:lnTo>
                    <a:pt x="483" y="126"/>
                  </a:lnTo>
                  <a:lnTo>
                    <a:pt x="478" y="126"/>
                  </a:lnTo>
                  <a:lnTo>
                    <a:pt x="469" y="126"/>
                  </a:lnTo>
                  <a:lnTo>
                    <a:pt x="469" y="128"/>
                  </a:lnTo>
                  <a:lnTo>
                    <a:pt x="471" y="128"/>
                  </a:lnTo>
                  <a:lnTo>
                    <a:pt x="473" y="128"/>
                  </a:lnTo>
                  <a:lnTo>
                    <a:pt x="476" y="128"/>
                  </a:lnTo>
                  <a:lnTo>
                    <a:pt x="476" y="130"/>
                  </a:lnTo>
                  <a:lnTo>
                    <a:pt x="471" y="130"/>
                  </a:lnTo>
                  <a:lnTo>
                    <a:pt x="462" y="128"/>
                  </a:lnTo>
                  <a:lnTo>
                    <a:pt x="457" y="130"/>
                  </a:lnTo>
                  <a:lnTo>
                    <a:pt x="454" y="130"/>
                  </a:lnTo>
                  <a:lnTo>
                    <a:pt x="443" y="133"/>
                  </a:lnTo>
                  <a:lnTo>
                    <a:pt x="438" y="130"/>
                  </a:lnTo>
                  <a:lnTo>
                    <a:pt x="438" y="128"/>
                  </a:lnTo>
                  <a:lnTo>
                    <a:pt x="438" y="118"/>
                  </a:lnTo>
                  <a:lnTo>
                    <a:pt x="438" y="109"/>
                  </a:lnTo>
                  <a:lnTo>
                    <a:pt x="438" y="107"/>
                  </a:lnTo>
                  <a:lnTo>
                    <a:pt x="440" y="107"/>
                  </a:lnTo>
                  <a:lnTo>
                    <a:pt x="466" y="104"/>
                  </a:lnTo>
                  <a:lnTo>
                    <a:pt x="473" y="109"/>
                  </a:lnTo>
                  <a:lnTo>
                    <a:pt x="478" y="109"/>
                  </a:lnTo>
                  <a:lnTo>
                    <a:pt x="492" y="104"/>
                  </a:lnTo>
                  <a:lnTo>
                    <a:pt x="509" y="107"/>
                  </a:lnTo>
                  <a:lnTo>
                    <a:pt x="514" y="104"/>
                  </a:lnTo>
                  <a:lnTo>
                    <a:pt x="516" y="102"/>
                  </a:lnTo>
                  <a:lnTo>
                    <a:pt x="518" y="97"/>
                  </a:lnTo>
                  <a:lnTo>
                    <a:pt x="518" y="95"/>
                  </a:lnTo>
                  <a:lnTo>
                    <a:pt x="518" y="90"/>
                  </a:lnTo>
                  <a:lnTo>
                    <a:pt x="523" y="88"/>
                  </a:lnTo>
                  <a:lnTo>
                    <a:pt x="523" y="83"/>
                  </a:lnTo>
                  <a:lnTo>
                    <a:pt x="523" y="78"/>
                  </a:lnTo>
                  <a:lnTo>
                    <a:pt x="518" y="81"/>
                  </a:lnTo>
                  <a:lnTo>
                    <a:pt x="516" y="83"/>
                  </a:lnTo>
                  <a:lnTo>
                    <a:pt x="511" y="83"/>
                  </a:lnTo>
                  <a:lnTo>
                    <a:pt x="506" y="83"/>
                  </a:lnTo>
                  <a:lnTo>
                    <a:pt x="509" y="76"/>
                  </a:lnTo>
                  <a:lnTo>
                    <a:pt x="509" y="71"/>
                  </a:lnTo>
                  <a:lnTo>
                    <a:pt x="509" y="69"/>
                  </a:lnTo>
                  <a:lnTo>
                    <a:pt x="502" y="71"/>
                  </a:lnTo>
                  <a:lnTo>
                    <a:pt x="495" y="78"/>
                  </a:lnTo>
                  <a:lnTo>
                    <a:pt x="492" y="81"/>
                  </a:lnTo>
                  <a:lnTo>
                    <a:pt x="490" y="85"/>
                  </a:lnTo>
                  <a:lnTo>
                    <a:pt x="488" y="83"/>
                  </a:lnTo>
                  <a:lnTo>
                    <a:pt x="476" y="81"/>
                  </a:lnTo>
                  <a:lnTo>
                    <a:pt x="473" y="83"/>
                  </a:lnTo>
                  <a:lnTo>
                    <a:pt x="471" y="83"/>
                  </a:lnTo>
                  <a:lnTo>
                    <a:pt x="471" y="83"/>
                  </a:lnTo>
                  <a:lnTo>
                    <a:pt x="471" y="81"/>
                  </a:lnTo>
                  <a:lnTo>
                    <a:pt x="469" y="81"/>
                  </a:lnTo>
                  <a:lnTo>
                    <a:pt x="469" y="81"/>
                  </a:lnTo>
                  <a:lnTo>
                    <a:pt x="466" y="81"/>
                  </a:lnTo>
                  <a:lnTo>
                    <a:pt x="466" y="81"/>
                  </a:lnTo>
                  <a:lnTo>
                    <a:pt x="462" y="83"/>
                  </a:lnTo>
                  <a:lnTo>
                    <a:pt x="459" y="83"/>
                  </a:lnTo>
                  <a:lnTo>
                    <a:pt x="454" y="81"/>
                  </a:lnTo>
                  <a:lnTo>
                    <a:pt x="452" y="81"/>
                  </a:lnTo>
                  <a:lnTo>
                    <a:pt x="450" y="83"/>
                  </a:lnTo>
                  <a:lnTo>
                    <a:pt x="445" y="85"/>
                  </a:lnTo>
                  <a:lnTo>
                    <a:pt x="440" y="88"/>
                  </a:lnTo>
                  <a:lnTo>
                    <a:pt x="438" y="90"/>
                  </a:lnTo>
                  <a:lnTo>
                    <a:pt x="428" y="92"/>
                  </a:lnTo>
                  <a:lnTo>
                    <a:pt x="426" y="92"/>
                  </a:lnTo>
                  <a:lnTo>
                    <a:pt x="419" y="97"/>
                  </a:lnTo>
                  <a:lnTo>
                    <a:pt x="414" y="97"/>
                  </a:lnTo>
                  <a:lnTo>
                    <a:pt x="407" y="95"/>
                  </a:lnTo>
                  <a:lnTo>
                    <a:pt x="400" y="90"/>
                  </a:lnTo>
                  <a:lnTo>
                    <a:pt x="386" y="73"/>
                  </a:lnTo>
                  <a:lnTo>
                    <a:pt x="383" y="71"/>
                  </a:lnTo>
                  <a:lnTo>
                    <a:pt x="383" y="66"/>
                  </a:lnTo>
                  <a:lnTo>
                    <a:pt x="381" y="57"/>
                  </a:lnTo>
                  <a:lnTo>
                    <a:pt x="379" y="55"/>
                  </a:lnTo>
                  <a:lnTo>
                    <a:pt x="376" y="52"/>
                  </a:lnTo>
                  <a:lnTo>
                    <a:pt x="376" y="40"/>
                  </a:lnTo>
                  <a:lnTo>
                    <a:pt x="376" y="36"/>
                  </a:lnTo>
                  <a:lnTo>
                    <a:pt x="374" y="31"/>
                  </a:lnTo>
                  <a:lnTo>
                    <a:pt x="367" y="26"/>
                  </a:lnTo>
                  <a:lnTo>
                    <a:pt x="365" y="24"/>
                  </a:lnTo>
                  <a:lnTo>
                    <a:pt x="362" y="24"/>
                  </a:lnTo>
                  <a:lnTo>
                    <a:pt x="355" y="26"/>
                  </a:lnTo>
                  <a:lnTo>
                    <a:pt x="346" y="26"/>
                  </a:lnTo>
                  <a:lnTo>
                    <a:pt x="343" y="28"/>
                  </a:lnTo>
                  <a:lnTo>
                    <a:pt x="336" y="38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29" y="40"/>
                  </a:lnTo>
                  <a:lnTo>
                    <a:pt x="317" y="40"/>
                  </a:lnTo>
                  <a:lnTo>
                    <a:pt x="310" y="38"/>
                  </a:lnTo>
                  <a:lnTo>
                    <a:pt x="301" y="38"/>
                  </a:lnTo>
                  <a:lnTo>
                    <a:pt x="296" y="38"/>
                  </a:lnTo>
                  <a:lnTo>
                    <a:pt x="294" y="36"/>
                  </a:lnTo>
                  <a:lnTo>
                    <a:pt x="289" y="36"/>
                  </a:lnTo>
                  <a:lnTo>
                    <a:pt x="270" y="17"/>
                  </a:lnTo>
                  <a:lnTo>
                    <a:pt x="260" y="17"/>
                  </a:lnTo>
                  <a:lnTo>
                    <a:pt x="260" y="17"/>
                  </a:lnTo>
                  <a:lnTo>
                    <a:pt x="258" y="19"/>
                  </a:lnTo>
                  <a:lnTo>
                    <a:pt x="256" y="21"/>
                  </a:lnTo>
                  <a:lnTo>
                    <a:pt x="253" y="21"/>
                  </a:lnTo>
                  <a:lnTo>
                    <a:pt x="253" y="24"/>
                  </a:lnTo>
                  <a:lnTo>
                    <a:pt x="241" y="24"/>
                  </a:lnTo>
                  <a:lnTo>
                    <a:pt x="232" y="24"/>
                  </a:lnTo>
                  <a:lnTo>
                    <a:pt x="225" y="21"/>
                  </a:lnTo>
                  <a:lnTo>
                    <a:pt x="218" y="19"/>
                  </a:lnTo>
                  <a:lnTo>
                    <a:pt x="211" y="14"/>
                  </a:lnTo>
                  <a:lnTo>
                    <a:pt x="208" y="14"/>
                  </a:lnTo>
                  <a:lnTo>
                    <a:pt x="201" y="14"/>
                  </a:lnTo>
                  <a:lnTo>
                    <a:pt x="201" y="12"/>
                  </a:lnTo>
                  <a:lnTo>
                    <a:pt x="199" y="12"/>
                  </a:lnTo>
                  <a:lnTo>
                    <a:pt x="189" y="2"/>
                  </a:lnTo>
                  <a:lnTo>
                    <a:pt x="187" y="0"/>
                  </a:lnTo>
                  <a:lnTo>
                    <a:pt x="185" y="0"/>
                  </a:lnTo>
                  <a:lnTo>
                    <a:pt x="180" y="2"/>
                  </a:lnTo>
                  <a:lnTo>
                    <a:pt x="178" y="2"/>
                  </a:lnTo>
                  <a:lnTo>
                    <a:pt x="168" y="2"/>
                  </a:lnTo>
                  <a:lnTo>
                    <a:pt x="168" y="5"/>
                  </a:lnTo>
                  <a:lnTo>
                    <a:pt x="171" y="7"/>
                  </a:lnTo>
                  <a:lnTo>
                    <a:pt x="168" y="7"/>
                  </a:lnTo>
                  <a:lnTo>
                    <a:pt x="166" y="7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49" y="5"/>
                  </a:lnTo>
                  <a:lnTo>
                    <a:pt x="144" y="5"/>
                  </a:lnTo>
                  <a:lnTo>
                    <a:pt x="144" y="7"/>
                  </a:lnTo>
                  <a:lnTo>
                    <a:pt x="140" y="14"/>
                  </a:lnTo>
                  <a:lnTo>
                    <a:pt x="140" y="14"/>
                  </a:lnTo>
                  <a:lnTo>
                    <a:pt x="135" y="17"/>
                  </a:lnTo>
                  <a:lnTo>
                    <a:pt x="133" y="17"/>
                  </a:lnTo>
                  <a:lnTo>
                    <a:pt x="130" y="17"/>
                  </a:lnTo>
                  <a:lnTo>
                    <a:pt x="128" y="17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6" y="19"/>
                  </a:lnTo>
                  <a:lnTo>
                    <a:pt x="123" y="17"/>
                  </a:lnTo>
                  <a:lnTo>
                    <a:pt x="121" y="19"/>
                  </a:lnTo>
                  <a:lnTo>
                    <a:pt x="121" y="21"/>
                  </a:lnTo>
                  <a:lnTo>
                    <a:pt x="121" y="24"/>
                  </a:lnTo>
                  <a:lnTo>
                    <a:pt x="121" y="24"/>
                  </a:lnTo>
                  <a:lnTo>
                    <a:pt x="118" y="26"/>
                  </a:lnTo>
                  <a:lnTo>
                    <a:pt x="109" y="26"/>
                  </a:lnTo>
                  <a:lnTo>
                    <a:pt x="107" y="26"/>
                  </a:lnTo>
                  <a:lnTo>
                    <a:pt x="102" y="24"/>
                  </a:lnTo>
                  <a:lnTo>
                    <a:pt x="97" y="26"/>
                  </a:lnTo>
                  <a:lnTo>
                    <a:pt x="92" y="26"/>
                  </a:lnTo>
                  <a:lnTo>
                    <a:pt x="74" y="19"/>
                  </a:lnTo>
                  <a:lnTo>
                    <a:pt x="69" y="17"/>
                  </a:lnTo>
                  <a:lnTo>
                    <a:pt x="64" y="17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6" y="24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6" y="31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29" y="36"/>
                  </a:lnTo>
                  <a:lnTo>
                    <a:pt x="26" y="36"/>
                  </a:lnTo>
                  <a:lnTo>
                    <a:pt x="24" y="38"/>
                  </a:lnTo>
                  <a:lnTo>
                    <a:pt x="24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19" y="40"/>
                  </a:lnTo>
                  <a:lnTo>
                    <a:pt x="17" y="45"/>
                  </a:lnTo>
                  <a:lnTo>
                    <a:pt x="17" y="47"/>
                  </a:lnTo>
                  <a:lnTo>
                    <a:pt x="17" y="50"/>
                  </a:lnTo>
                  <a:lnTo>
                    <a:pt x="21" y="50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6" y="62"/>
                  </a:lnTo>
                  <a:lnTo>
                    <a:pt x="29" y="64"/>
                  </a:lnTo>
                  <a:lnTo>
                    <a:pt x="24" y="64"/>
                  </a:lnTo>
                  <a:lnTo>
                    <a:pt x="19" y="62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21" y="69"/>
                  </a:lnTo>
                  <a:lnTo>
                    <a:pt x="24" y="71"/>
                  </a:lnTo>
                  <a:lnTo>
                    <a:pt x="24" y="81"/>
                  </a:lnTo>
                  <a:lnTo>
                    <a:pt x="26" y="85"/>
                  </a:lnTo>
                  <a:lnTo>
                    <a:pt x="33" y="97"/>
                  </a:lnTo>
                  <a:lnTo>
                    <a:pt x="36" y="111"/>
                  </a:lnTo>
                  <a:lnTo>
                    <a:pt x="38" y="121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33" y="133"/>
                  </a:lnTo>
                  <a:lnTo>
                    <a:pt x="31" y="135"/>
                  </a:lnTo>
                  <a:lnTo>
                    <a:pt x="26" y="137"/>
                  </a:lnTo>
                  <a:lnTo>
                    <a:pt x="26" y="140"/>
                  </a:lnTo>
                  <a:lnTo>
                    <a:pt x="26" y="144"/>
                  </a:lnTo>
                  <a:lnTo>
                    <a:pt x="31" y="147"/>
                  </a:lnTo>
                  <a:lnTo>
                    <a:pt x="38" y="154"/>
                  </a:lnTo>
                  <a:lnTo>
                    <a:pt x="55" y="159"/>
                  </a:lnTo>
                  <a:lnTo>
                    <a:pt x="55" y="171"/>
                  </a:lnTo>
                  <a:lnTo>
                    <a:pt x="55" y="175"/>
                  </a:lnTo>
                  <a:lnTo>
                    <a:pt x="52" y="180"/>
                  </a:lnTo>
                  <a:lnTo>
                    <a:pt x="47" y="185"/>
                  </a:lnTo>
                  <a:lnTo>
                    <a:pt x="45" y="187"/>
                  </a:lnTo>
                  <a:lnTo>
                    <a:pt x="40" y="197"/>
                  </a:lnTo>
                  <a:lnTo>
                    <a:pt x="33" y="206"/>
                  </a:lnTo>
                  <a:lnTo>
                    <a:pt x="31" y="208"/>
                  </a:lnTo>
                  <a:lnTo>
                    <a:pt x="21" y="211"/>
                  </a:lnTo>
                  <a:lnTo>
                    <a:pt x="19" y="213"/>
                  </a:lnTo>
                  <a:lnTo>
                    <a:pt x="19" y="218"/>
                  </a:lnTo>
                  <a:lnTo>
                    <a:pt x="21" y="218"/>
                  </a:lnTo>
                  <a:lnTo>
                    <a:pt x="26" y="216"/>
                  </a:lnTo>
                  <a:lnTo>
                    <a:pt x="31" y="213"/>
                  </a:lnTo>
                  <a:lnTo>
                    <a:pt x="33" y="216"/>
                  </a:lnTo>
                  <a:lnTo>
                    <a:pt x="36" y="220"/>
                  </a:lnTo>
                  <a:lnTo>
                    <a:pt x="38" y="223"/>
                  </a:lnTo>
                  <a:lnTo>
                    <a:pt x="43" y="225"/>
                  </a:lnTo>
                  <a:lnTo>
                    <a:pt x="45" y="227"/>
                  </a:lnTo>
                  <a:lnTo>
                    <a:pt x="47" y="232"/>
                  </a:lnTo>
                  <a:lnTo>
                    <a:pt x="47" y="239"/>
                  </a:lnTo>
                  <a:lnTo>
                    <a:pt x="50" y="246"/>
                  </a:lnTo>
                  <a:lnTo>
                    <a:pt x="50" y="251"/>
                  </a:lnTo>
                  <a:lnTo>
                    <a:pt x="50" y="253"/>
                  </a:lnTo>
                  <a:lnTo>
                    <a:pt x="50" y="258"/>
                  </a:lnTo>
                  <a:lnTo>
                    <a:pt x="47" y="263"/>
                  </a:lnTo>
                  <a:lnTo>
                    <a:pt x="45" y="265"/>
                  </a:lnTo>
                  <a:lnTo>
                    <a:pt x="38" y="270"/>
                  </a:lnTo>
                  <a:lnTo>
                    <a:pt x="36" y="272"/>
                  </a:lnTo>
                  <a:lnTo>
                    <a:pt x="33" y="279"/>
                  </a:lnTo>
                  <a:lnTo>
                    <a:pt x="31" y="282"/>
                  </a:lnTo>
                  <a:lnTo>
                    <a:pt x="24" y="287"/>
                  </a:lnTo>
                  <a:lnTo>
                    <a:pt x="10" y="287"/>
                  </a:lnTo>
                  <a:lnTo>
                    <a:pt x="3" y="289"/>
                  </a:lnTo>
                  <a:lnTo>
                    <a:pt x="0" y="291"/>
                  </a:lnTo>
                  <a:lnTo>
                    <a:pt x="3" y="294"/>
                  </a:lnTo>
                  <a:lnTo>
                    <a:pt x="21" y="310"/>
                  </a:lnTo>
                  <a:lnTo>
                    <a:pt x="21" y="310"/>
                  </a:lnTo>
                  <a:lnTo>
                    <a:pt x="24" y="315"/>
                  </a:lnTo>
                  <a:lnTo>
                    <a:pt x="21" y="315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21" y="322"/>
                  </a:lnTo>
                  <a:lnTo>
                    <a:pt x="26" y="322"/>
                  </a:lnTo>
                  <a:lnTo>
                    <a:pt x="33" y="324"/>
                  </a:lnTo>
                  <a:lnTo>
                    <a:pt x="36" y="324"/>
                  </a:lnTo>
                  <a:lnTo>
                    <a:pt x="38" y="329"/>
                  </a:lnTo>
                  <a:lnTo>
                    <a:pt x="40" y="332"/>
                  </a:lnTo>
                  <a:lnTo>
                    <a:pt x="47" y="334"/>
                  </a:lnTo>
                  <a:lnTo>
                    <a:pt x="59" y="336"/>
                  </a:lnTo>
                  <a:lnTo>
                    <a:pt x="62" y="339"/>
                  </a:lnTo>
                  <a:lnTo>
                    <a:pt x="64" y="341"/>
                  </a:lnTo>
                  <a:lnTo>
                    <a:pt x="64" y="341"/>
                  </a:lnTo>
                  <a:lnTo>
                    <a:pt x="55" y="360"/>
                  </a:lnTo>
                  <a:lnTo>
                    <a:pt x="55" y="365"/>
                  </a:lnTo>
                  <a:lnTo>
                    <a:pt x="55" y="369"/>
                  </a:lnTo>
                  <a:lnTo>
                    <a:pt x="55" y="369"/>
                  </a:lnTo>
                  <a:lnTo>
                    <a:pt x="57" y="376"/>
                  </a:lnTo>
                  <a:lnTo>
                    <a:pt x="57" y="379"/>
                  </a:lnTo>
                  <a:lnTo>
                    <a:pt x="59" y="381"/>
                  </a:lnTo>
                  <a:lnTo>
                    <a:pt x="59" y="388"/>
                  </a:lnTo>
                  <a:lnTo>
                    <a:pt x="59" y="391"/>
                  </a:lnTo>
                  <a:lnTo>
                    <a:pt x="57" y="398"/>
                  </a:lnTo>
                  <a:lnTo>
                    <a:pt x="57" y="398"/>
                  </a:lnTo>
                  <a:lnTo>
                    <a:pt x="69" y="400"/>
                  </a:lnTo>
                  <a:lnTo>
                    <a:pt x="76" y="405"/>
                  </a:lnTo>
                  <a:lnTo>
                    <a:pt x="81" y="407"/>
                  </a:lnTo>
                  <a:lnTo>
                    <a:pt x="83" y="412"/>
                  </a:lnTo>
                  <a:lnTo>
                    <a:pt x="83" y="419"/>
                  </a:lnTo>
                  <a:lnTo>
                    <a:pt x="83" y="421"/>
                  </a:lnTo>
                  <a:lnTo>
                    <a:pt x="83" y="424"/>
                  </a:lnTo>
                  <a:lnTo>
                    <a:pt x="85" y="426"/>
                  </a:lnTo>
                  <a:lnTo>
                    <a:pt x="90" y="431"/>
                  </a:lnTo>
                  <a:lnTo>
                    <a:pt x="90" y="433"/>
                  </a:lnTo>
                  <a:lnTo>
                    <a:pt x="90" y="438"/>
                  </a:lnTo>
                  <a:lnTo>
                    <a:pt x="90" y="440"/>
                  </a:lnTo>
                  <a:lnTo>
                    <a:pt x="85" y="448"/>
                  </a:lnTo>
                  <a:lnTo>
                    <a:pt x="83" y="450"/>
                  </a:lnTo>
                  <a:lnTo>
                    <a:pt x="90" y="450"/>
                  </a:lnTo>
                  <a:lnTo>
                    <a:pt x="104" y="448"/>
                  </a:lnTo>
                  <a:lnTo>
                    <a:pt x="111" y="448"/>
                  </a:lnTo>
                  <a:lnTo>
                    <a:pt x="116" y="452"/>
                  </a:lnTo>
                  <a:lnTo>
                    <a:pt x="130" y="471"/>
                  </a:lnTo>
                  <a:lnTo>
                    <a:pt x="133" y="474"/>
                  </a:lnTo>
                  <a:lnTo>
                    <a:pt x="133" y="474"/>
                  </a:lnTo>
                  <a:lnTo>
                    <a:pt x="135" y="474"/>
                  </a:lnTo>
                  <a:lnTo>
                    <a:pt x="137" y="476"/>
                  </a:lnTo>
                  <a:lnTo>
                    <a:pt x="144" y="464"/>
                  </a:lnTo>
                  <a:lnTo>
                    <a:pt x="144" y="459"/>
                  </a:lnTo>
                  <a:lnTo>
                    <a:pt x="149" y="440"/>
                  </a:lnTo>
                  <a:lnTo>
                    <a:pt x="152" y="436"/>
                  </a:lnTo>
                  <a:lnTo>
                    <a:pt x="152" y="436"/>
                  </a:lnTo>
                  <a:lnTo>
                    <a:pt x="152" y="431"/>
                  </a:lnTo>
                  <a:lnTo>
                    <a:pt x="154" y="429"/>
                  </a:lnTo>
                  <a:lnTo>
                    <a:pt x="154" y="429"/>
                  </a:lnTo>
                  <a:lnTo>
                    <a:pt x="156" y="429"/>
                  </a:lnTo>
                  <a:lnTo>
                    <a:pt x="156" y="426"/>
                  </a:lnTo>
                  <a:lnTo>
                    <a:pt x="156" y="424"/>
                  </a:lnTo>
                  <a:lnTo>
                    <a:pt x="156" y="426"/>
                  </a:lnTo>
                  <a:lnTo>
                    <a:pt x="156" y="424"/>
                  </a:lnTo>
                  <a:lnTo>
                    <a:pt x="156" y="424"/>
                  </a:lnTo>
                  <a:lnTo>
                    <a:pt x="156" y="421"/>
                  </a:lnTo>
                  <a:lnTo>
                    <a:pt x="159" y="424"/>
                  </a:lnTo>
                  <a:lnTo>
                    <a:pt x="159" y="424"/>
                  </a:lnTo>
                  <a:lnTo>
                    <a:pt x="159" y="424"/>
                  </a:lnTo>
                  <a:lnTo>
                    <a:pt x="161" y="419"/>
                  </a:lnTo>
                  <a:lnTo>
                    <a:pt x="161" y="417"/>
                  </a:lnTo>
                  <a:lnTo>
                    <a:pt x="163" y="414"/>
                  </a:lnTo>
                  <a:lnTo>
                    <a:pt x="166" y="412"/>
                  </a:lnTo>
                  <a:lnTo>
                    <a:pt x="168" y="410"/>
                  </a:lnTo>
                  <a:lnTo>
                    <a:pt x="171" y="410"/>
                  </a:lnTo>
                  <a:lnTo>
                    <a:pt x="171" y="407"/>
                  </a:lnTo>
                  <a:lnTo>
                    <a:pt x="173" y="403"/>
                  </a:lnTo>
                  <a:lnTo>
                    <a:pt x="187" y="374"/>
                  </a:lnTo>
                  <a:lnTo>
                    <a:pt x="189" y="365"/>
                  </a:lnTo>
                  <a:lnTo>
                    <a:pt x="192" y="360"/>
                  </a:lnTo>
                  <a:lnTo>
                    <a:pt x="192" y="358"/>
                  </a:lnTo>
                  <a:lnTo>
                    <a:pt x="189" y="355"/>
                  </a:lnTo>
                  <a:lnTo>
                    <a:pt x="185" y="346"/>
                  </a:lnTo>
                  <a:lnTo>
                    <a:pt x="185" y="343"/>
                  </a:lnTo>
                  <a:lnTo>
                    <a:pt x="182" y="341"/>
                  </a:lnTo>
                  <a:lnTo>
                    <a:pt x="182" y="341"/>
                  </a:lnTo>
                  <a:lnTo>
                    <a:pt x="180" y="339"/>
                  </a:lnTo>
                  <a:lnTo>
                    <a:pt x="180" y="336"/>
                  </a:lnTo>
                  <a:lnTo>
                    <a:pt x="182" y="332"/>
                  </a:lnTo>
                  <a:lnTo>
                    <a:pt x="182" y="332"/>
                  </a:lnTo>
                  <a:lnTo>
                    <a:pt x="182" y="327"/>
                  </a:lnTo>
                  <a:lnTo>
                    <a:pt x="187" y="327"/>
                  </a:lnTo>
                  <a:lnTo>
                    <a:pt x="189" y="324"/>
                  </a:lnTo>
                  <a:lnTo>
                    <a:pt x="199" y="327"/>
                  </a:lnTo>
                  <a:lnTo>
                    <a:pt x="201" y="327"/>
                  </a:lnTo>
                  <a:lnTo>
                    <a:pt x="204" y="329"/>
                  </a:lnTo>
                  <a:lnTo>
                    <a:pt x="204" y="329"/>
                  </a:lnTo>
                  <a:lnTo>
                    <a:pt x="206" y="332"/>
                  </a:lnTo>
                  <a:lnTo>
                    <a:pt x="206" y="334"/>
                  </a:lnTo>
                  <a:lnTo>
                    <a:pt x="208" y="334"/>
                  </a:lnTo>
                  <a:lnTo>
                    <a:pt x="213" y="332"/>
                  </a:lnTo>
                  <a:lnTo>
                    <a:pt x="215" y="332"/>
                  </a:lnTo>
                  <a:lnTo>
                    <a:pt x="220" y="324"/>
                  </a:lnTo>
                  <a:lnTo>
                    <a:pt x="220" y="322"/>
                  </a:lnTo>
                  <a:lnTo>
                    <a:pt x="223" y="322"/>
                  </a:lnTo>
                  <a:lnTo>
                    <a:pt x="225" y="322"/>
                  </a:lnTo>
                  <a:lnTo>
                    <a:pt x="225" y="320"/>
                  </a:lnTo>
                  <a:lnTo>
                    <a:pt x="225" y="317"/>
                  </a:lnTo>
                  <a:lnTo>
                    <a:pt x="225" y="317"/>
                  </a:lnTo>
                  <a:lnTo>
                    <a:pt x="227" y="315"/>
                  </a:lnTo>
                  <a:lnTo>
                    <a:pt x="227" y="315"/>
                  </a:lnTo>
                  <a:lnTo>
                    <a:pt x="230" y="315"/>
                  </a:lnTo>
                  <a:lnTo>
                    <a:pt x="232" y="313"/>
                  </a:lnTo>
                  <a:lnTo>
                    <a:pt x="234" y="310"/>
                  </a:lnTo>
                  <a:lnTo>
                    <a:pt x="237" y="310"/>
                  </a:lnTo>
                  <a:lnTo>
                    <a:pt x="237" y="310"/>
                  </a:lnTo>
                  <a:lnTo>
                    <a:pt x="241" y="310"/>
                  </a:lnTo>
                  <a:lnTo>
                    <a:pt x="244" y="310"/>
                  </a:lnTo>
                  <a:lnTo>
                    <a:pt x="246" y="310"/>
                  </a:lnTo>
                  <a:lnTo>
                    <a:pt x="246" y="308"/>
                  </a:lnTo>
                  <a:lnTo>
                    <a:pt x="253" y="303"/>
                  </a:lnTo>
                  <a:lnTo>
                    <a:pt x="253" y="301"/>
                  </a:lnTo>
                  <a:lnTo>
                    <a:pt x="251" y="296"/>
                  </a:lnTo>
                  <a:lnTo>
                    <a:pt x="253" y="294"/>
                  </a:lnTo>
                  <a:lnTo>
                    <a:pt x="256" y="291"/>
                  </a:lnTo>
                  <a:lnTo>
                    <a:pt x="260" y="291"/>
                  </a:lnTo>
                  <a:lnTo>
                    <a:pt x="265" y="291"/>
                  </a:lnTo>
                  <a:lnTo>
                    <a:pt x="270" y="294"/>
                  </a:lnTo>
                  <a:lnTo>
                    <a:pt x="272" y="294"/>
                  </a:lnTo>
                  <a:lnTo>
                    <a:pt x="277" y="298"/>
                  </a:lnTo>
                  <a:lnTo>
                    <a:pt x="279" y="301"/>
                  </a:lnTo>
                  <a:lnTo>
                    <a:pt x="279" y="305"/>
                  </a:lnTo>
                  <a:lnTo>
                    <a:pt x="279" y="310"/>
                  </a:lnTo>
                  <a:lnTo>
                    <a:pt x="279" y="313"/>
                  </a:lnTo>
                  <a:lnTo>
                    <a:pt x="279" y="315"/>
                  </a:lnTo>
                  <a:lnTo>
                    <a:pt x="277" y="315"/>
                  </a:lnTo>
                  <a:lnTo>
                    <a:pt x="277" y="317"/>
                  </a:lnTo>
                  <a:lnTo>
                    <a:pt x="277" y="320"/>
                  </a:lnTo>
                  <a:lnTo>
                    <a:pt x="277" y="320"/>
                  </a:lnTo>
                  <a:lnTo>
                    <a:pt x="282" y="322"/>
                  </a:lnTo>
                  <a:lnTo>
                    <a:pt x="284" y="324"/>
                  </a:lnTo>
                  <a:lnTo>
                    <a:pt x="284" y="324"/>
                  </a:lnTo>
                  <a:lnTo>
                    <a:pt x="286" y="327"/>
                  </a:lnTo>
                  <a:lnTo>
                    <a:pt x="286" y="327"/>
                  </a:lnTo>
                  <a:lnTo>
                    <a:pt x="286" y="329"/>
                  </a:lnTo>
                  <a:lnTo>
                    <a:pt x="284" y="332"/>
                  </a:lnTo>
                  <a:lnTo>
                    <a:pt x="284" y="332"/>
                  </a:lnTo>
                  <a:lnTo>
                    <a:pt x="284" y="334"/>
                  </a:lnTo>
                  <a:lnTo>
                    <a:pt x="286" y="334"/>
                  </a:lnTo>
                  <a:lnTo>
                    <a:pt x="301" y="334"/>
                  </a:lnTo>
                  <a:lnTo>
                    <a:pt x="305" y="332"/>
                  </a:lnTo>
                  <a:lnTo>
                    <a:pt x="312" y="327"/>
                  </a:lnTo>
                  <a:lnTo>
                    <a:pt x="317" y="324"/>
                  </a:lnTo>
                  <a:lnTo>
                    <a:pt x="341" y="320"/>
                  </a:lnTo>
                  <a:lnTo>
                    <a:pt x="343" y="322"/>
                  </a:lnTo>
                  <a:lnTo>
                    <a:pt x="348" y="322"/>
                  </a:lnTo>
                  <a:lnTo>
                    <a:pt x="350" y="322"/>
                  </a:lnTo>
                  <a:lnTo>
                    <a:pt x="353" y="320"/>
                  </a:lnTo>
                  <a:lnTo>
                    <a:pt x="357" y="320"/>
                  </a:lnTo>
                  <a:lnTo>
                    <a:pt x="360" y="320"/>
                  </a:lnTo>
                  <a:lnTo>
                    <a:pt x="362" y="317"/>
                  </a:lnTo>
                  <a:lnTo>
                    <a:pt x="365" y="310"/>
                  </a:lnTo>
                  <a:lnTo>
                    <a:pt x="372" y="305"/>
                  </a:lnTo>
                  <a:lnTo>
                    <a:pt x="372" y="303"/>
                  </a:lnTo>
                  <a:lnTo>
                    <a:pt x="372" y="301"/>
                  </a:lnTo>
                  <a:lnTo>
                    <a:pt x="376" y="298"/>
                  </a:lnTo>
                  <a:lnTo>
                    <a:pt x="376" y="296"/>
                  </a:lnTo>
                  <a:lnTo>
                    <a:pt x="379" y="289"/>
                  </a:lnTo>
                  <a:lnTo>
                    <a:pt x="381" y="284"/>
                  </a:lnTo>
                  <a:lnTo>
                    <a:pt x="383" y="279"/>
                  </a:lnTo>
                  <a:lnTo>
                    <a:pt x="388" y="277"/>
                  </a:lnTo>
                  <a:lnTo>
                    <a:pt x="393" y="275"/>
                  </a:lnTo>
                  <a:lnTo>
                    <a:pt x="395" y="272"/>
                  </a:lnTo>
                  <a:lnTo>
                    <a:pt x="400" y="270"/>
                  </a:lnTo>
                  <a:lnTo>
                    <a:pt x="405" y="265"/>
                  </a:lnTo>
                  <a:lnTo>
                    <a:pt x="407" y="265"/>
                  </a:lnTo>
                  <a:lnTo>
                    <a:pt x="414" y="263"/>
                  </a:lnTo>
                  <a:lnTo>
                    <a:pt x="445" y="263"/>
                  </a:lnTo>
                  <a:lnTo>
                    <a:pt x="445" y="263"/>
                  </a:lnTo>
                  <a:lnTo>
                    <a:pt x="447" y="265"/>
                  </a:lnTo>
                  <a:lnTo>
                    <a:pt x="452" y="270"/>
                  </a:lnTo>
                  <a:lnTo>
                    <a:pt x="452" y="270"/>
                  </a:lnTo>
                  <a:lnTo>
                    <a:pt x="454" y="270"/>
                  </a:lnTo>
                  <a:lnTo>
                    <a:pt x="457" y="270"/>
                  </a:lnTo>
                  <a:lnTo>
                    <a:pt x="459" y="268"/>
                  </a:lnTo>
                  <a:lnTo>
                    <a:pt x="459" y="268"/>
                  </a:lnTo>
                  <a:lnTo>
                    <a:pt x="459" y="265"/>
                  </a:lnTo>
                  <a:lnTo>
                    <a:pt x="459" y="263"/>
                  </a:lnTo>
                  <a:lnTo>
                    <a:pt x="459" y="260"/>
                  </a:lnTo>
                  <a:lnTo>
                    <a:pt x="462" y="260"/>
                  </a:lnTo>
                  <a:lnTo>
                    <a:pt x="466" y="263"/>
                  </a:lnTo>
                  <a:lnTo>
                    <a:pt x="478" y="268"/>
                  </a:lnTo>
                  <a:lnTo>
                    <a:pt x="483" y="268"/>
                  </a:lnTo>
                  <a:lnTo>
                    <a:pt x="490" y="263"/>
                  </a:lnTo>
                  <a:lnTo>
                    <a:pt x="514" y="258"/>
                  </a:lnTo>
                  <a:lnTo>
                    <a:pt x="516" y="253"/>
                  </a:lnTo>
                  <a:lnTo>
                    <a:pt x="521" y="256"/>
                  </a:lnTo>
                  <a:lnTo>
                    <a:pt x="525" y="256"/>
                  </a:lnTo>
                  <a:lnTo>
                    <a:pt x="528" y="253"/>
                  </a:lnTo>
                  <a:lnTo>
                    <a:pt x="532" y="251"/>
                  </a:lnTo>
                  <a:lnTo>
                    <a:pt x="537" y="253"/>
                  </a:lnTo>
                  <a:lnTo>
                    <a:pt x="542" y="256"/>
                  </a:lnTo>
                  <a:lnTo>
                    <a:pt x="547" y="256"/>
                  </a:lnTo>
                  <a:lnTo>
                    <a:pt x="549" y="258"/>
                  </a:lnTo>
                  <a:lnTo>
                    <a:pt x="558" y="258"/>
                  </a:lnTo>
                  <a:lnTo>
                    <a:pt x="563" y="258"/>
                  </a:lnTo>
                  <a:lnTo>
                    <a:pt x="575" y="256"/>
                  </a:lnTo>
                  <a:lnTo>
                    <a:pt x="585" y="251"/>
                  </a:lnTo>
                  <a:lnTo>
                    <a:pt x="594" y="251"/>
                  </a:lnTo>
                  <a:lnTo>
                    <a:pt x="601" y="253"/>
                  </a:lnTo>
                  <a:lnTo>
                    <a:pt x="608" y="256"/>
                  </a:lnTo>
                  <a:lnTo>
                    <a:pt x="615" y="263"/>
                  </a:lnTo>
                  <a:lnTo>
                    <a:pt x="622" y="270"/>
                  </a:lnTo>
                  <a:lnTo>
                    <a:pt x="627" y="279"/>
                  </a:lnTo>
                  <a:lnTo>
                    <a:pt x="629" y="287"/>
                  </a:lnTo>
                  <a:lnTo>
                    <a:pt x="632" y="289"/>
                  </a:lnTo>
                  <a:lnTo>
                    <a:pt x="648" y="284"/>
                  </a:lnTo>
                  <a:lnTo>
                    <a:pt x="651" y="284"/>
                  </a:lnTo>
                  <a:lnTo>
                    <a:pt x="651" y="282"/>
                  </a:lnTo>
                  <a:lnTo>
                    <a:pt x="653" y="270"/>
                  </a:lnTo>
                  <a:lnTo>
                    <a:pt x="653" y="265"/>
                  </a:lnTo>
                  <a:lnTo>
                    <a:pt x="655" y="263"/>
                  </a:lnTo>
                  <a:lnTo>
                    <a:pt x="658" y="258"/>
                  </a:lnTo>
                  <a:lnTo>
                    <a:pt x="655" y="253"/>
                  </a:lnTo>
                  <a:lnTo>
                    <a:pt x="655" y="251"/>
                  </a:lnTo>
                  <a:lnTo>
                    <a:pt x="658" y="249"/>
                  </a:lnTo>
                  <a:lnTo>
                    <a:pt x="660" y="249"/>
                  </a:lnTo>
                  <a:lnTo>
                    <a:pt x="670" y="253"/>
                  </a:lnTo>
                  <a:lnTo>
                    <a:pt x="672" y="253"/>
                  </a:lnTo>
                  <a:lnTo>
                    <a:pt x="677" y="253"/>
                  </a:lnTo>
                  <a:lnTo>
                    <a:pt x="682" y="251"/>
                  </a:lnTo>
                  <a:lnTo>
                    <a:pt x="684" y="249"/>
                  </a:lnTo>
                  <a:lnTo>
                    <a:pt x="686" y="246"/>
                  </a:lnTo>
                  <a:lnTo>
                    <a:pt x="686" y="244"/>
                  </a:lnTo>
                  <a:lnTo>
                    <a:pt x="684" y="237"/>
                  </a:lnTo>
                  <a:lnTo>
                    <a:pt x="684" y="234"/>
                  </a:lnTo>
                  <a:lnTo>
                    <a:pt x="686" y="234"/>
                  </a:lnTo>
                  <a:lnTo>
                    <a:pt x="686" y="232"/>
                  </a:lnTo>
                  <a:lnTo>
                    <a:pt x="700" y="201"/>
                  </a:lnTo>
                  <a:lnTo>
                    <a:pt x="700" y="19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29"/>
            <p:cNvSpPr>
              <a:spLocks noEditPoints="1"/>
            </p:cNvSpPr>
            <p:nvPr/>
          </p:nvSpPr>
          <p:spPr bwMode="auto">
            <a:xfrm>
              <a:off x="325" y="929"/>
              <a:ext cx="2065" cy="644"/>
            </a:xfrm>
            <a:custGeom>
              <a:avLst/>
              <a:gdLst>
                <a:gd name="T0" fmla="*/ 435 w 2065"/>
                <a:gd name="T1" fmla="*/ 291 h 644"/>
                <a:gd name="T2" fmla="*/ 629 w 2065"/>
                <a:gd name="T3" fmla="*/ 251 h 644"/>
                <a:gd name="T4" fmla="*/ 352 w 2065"/>
                <a:gd name="T5" fmla="*/ 310 h 644"/>
                <a:gd name="T6" fmla="*/ 738 w 2065"/>
                <a:gd name="T7" fmla="*/ 5 h 644"/>
                <a:gd name="T8" fmla="*/ 781 w 2065"/>
                <a:gd name="T9" fmla="*/ 12 h 644"/>
                <a:gd name="T10" fmla="*/ 899 w 2065"/>
                <a:gd name="T11" fmla="*/ 35 h 644"/>
                <a:gd name="T12" fmla="*/ 1152 w 2065"/>
                <a:gd name="T13" fmla="*/ 123 h 644"/>
                <a:gd name="T14" fmla="*/ 1225 w 2065"/>
                <a:gd name="T15" fmla="*/ 483 h 644"/>
                <a:gd name="T16" fmla="*/ 1294 w 2065"/>
                <a:gd name="T17" fmla="*/ 173 h 644"/>
                <a:gd name="T18" fmla="*/ 1303 w 2065"/>
                <a:gd name="T19" fmla="*/ 154 h 644"/>
                <a:gd name="T20" fmla="*/ 1360 w 2065"/>
                <a:gd name="T21" fmla="*/ 227 h 644"/>
                <a:gd name="T22" fmla="*/ 1169 w 2065"/>
                <a:gd name="T23" fmla="*/ 121 h 644"/>
                <a:gd name="T24" fmla="*/ 1240 w 2065"/>
                <a:gd name="T25" fmla="*/ 137 h 644"/>
                <a:gd name="T26" fmla="*/ 925 w 2065"/>
                <a:gd name="T27" fmla="*/ 47 h 644"/>
                <a:gd name="T28" fmla="*/ 1282 w 2065"/>
                <a:gd name="T29" fmla="*/ 177 h 644"/>
                <a:gd name="T30" fmla="*/ 1355 w 2065"/>
                <a:gd name="T31" fmla="*/ 232 h 644"/>
                <a:gd name="T32" fmla="*/ 1315 w 2065"/>
                <a:gd name="T33" fmla="*/ 147 h 644"/>
                <a:gd name="T34" fmla="*/ 1008 w 2065"/>
                <a:gd name="T35" fmla="*/ 104 h 644"/>
                <a:gd name="T36" fmla="*/ 986 w 2065"/>
                <a:gd name="T37" fmla="*/ 80 h 644"/>
                <a:gd name="T38" fmla="*/ 1261 w 2065"/>
                <a:gd name="T39" fmla="*/ 128 h 644"/>
                <a:gd name="T40" fmla="*/ 873 w 2065"/>
                <a:gd name="T41" fmla="*/ 52 h 644"/>
                <a:gd name="T42" fmla="*/ 1100 w 2065"/>
                <a:gd name="T43" fmla="*/ 433 h 644"/>
                <a:gd name="T44" fmla="*/ 2060 w 2065"/>
                <a:gd name="T45" fmla="*/ 492 h 644"/>
                <a:gd name="T46" fmla="*/ 1890 w 2065"/>
                <a:gd name="T47" fmla="*/ 421 h 644"/>
                <a:gd name="T48" fmla="*/ 1807 w 2065"/>
                <a:gd name="T49" fmla="*/ 431 h 644"/>
                <a:gd name="T50" fmla="*/ 1769 w 2065"/>
                <a:gd name="T51" fmla="*/ 397 h 644"/>
                <a:gd name="T52" fmla="*/ 1710 w 2065"/>
                <a:gd name="T53" fmla="*/ 355 h 644"/>
                <a:gd name="T54" fmla="*/ 1594 w 2065"/>
                <a:gd name="T55" fmla="*/ 350 h 644"/>
                <a:gd name="T56" fmla="*/ 1552 w 2065"/>
                <a:gd name="T57" fmla="*/ 317 h 644"/>
                <a:gd name="T58" fmla="*/ 1448 w 2065"/>
                <a:gd name="T59" fmla="*/ 286 h 644"/>
                <a:gd name="T60" fmla="*/ 1379 w 2065"/>
                <a:gd name="T61" fmla="*/ 227 h 644"/>
                <a:gd name="T62" fmla="*/ 1396 w 2065"/>
                <a:gd name="T63" fmla="*/ 253 h 644"/>
                <a:gd name="T64" fmla="*/ 1280 w 2065"/>
                <a:gd name="T65" fmla="*/ 196 h 644"/>
                <a:gd name="T66" fmla="*/ 1109 w 2065"/>
                <a:gd name="T67" fmla="*/ 149 h 644"/>
                <a:gd name="T68" fmla="*/ 944 w 2065"/>
                <a:gd name="T69" fmla="*/ 66 h 644"/>
                <a:gd name="T70" fmla="*/ 799 w 2065"/>
                <a:gd name="T71" fmla="*/ 19 h 644"/>
                <a:gd name="T72" fmla="*/ 636 w 2065"/>
                <a:gd name="T73" fmla="*/ 42 h 644"/>
                <a:gd name="T74" fmla="*/ 426 w 2065"/>
                <a:gd name="T75" fmla="*/ 64 h 644"/>
                <a:gd name="T76" fmla="*/ 288 w 2065"/>
                <a:gd name="T77" fmla="*/ 97 h 644"/>
                <a:gd name="T78" fmla="*/ 163 w 2065"/>
                <a:gd name="T79" fmla="*/ 142 h 644"/>
                <a:gd name="T80" fmla="*/ 94 w 2065"/>
                <a:gd name="T81" fmla="*/ 244 h 644"/>
                <a:gd name="T82" fmla="*/ 7 w 2065"/>
                <a:gd name="T83" fmla="*/ 317 h 644"/>
                <a:gd name="T84" fmla="*/ 182 w 2065"/>
                <a:gd name="T85" fmla="*/ 281 h 644"/>
                <a:gd name="T86" fmla="*/ 298 w 2065"/>
                <a:gd name="T87" fmla="*/ 229 h 644"/>
                <a:gd name="T88" fmla="*/ 579 w 2065"/>
                <a:gd name="T89" fmla="*/ 130 h 644"/>
                <a:gd name="T90" fmla="*/ 598 w 2065"/>
                <a:gd name="T91" fmla="*/ 227 h 644"/>
                <a:gd name="T92" fmla="*/ 702 w 2065"/>
                <a:gd name="T93" fmla="*/ 215 h 644"/>
                <a:gd name="T94" fmla="*/ 849 w 2065"/>
                <a:gd name="T95" fmla="*/ 237 h 644"/>
                <a:gd name="T96" fmla="*/ 986 w 2065"/>
                <a:gd name="T97" fmla="*/ 300 h 644"/>
                <a:gd name="T98" fmla="*/ 1173 w 2065"/>
                <a:gd name="T99" fmla="*/ 300 h 644"/>
                <a:gd name="T100" fmla="*/ 1277 w 2065"/>
                <a:gd name="T101" fmla="*/ 450 h 644"/>
                <a:gd name="T102" fmla="*/ 1455 w 2065"/>
                <a:gd name="T103" fmla="*/ 461 h 644"/>
                <a:gd name="T104" fmla="*/ 1426 w 2065"/>
                <a:gd name="T105" fmla="*/ 589 h 644"/>
                <a:gd name="T106" fmla="*/ 1538 w 2065"/>
                <a:gd name="T107" fmla="*/ 620 h 644"/>
                <a:gd name="T108" fmla="*/ 1876 w 2065"/>
                <a:gd name="T109" fmla="*/ 566 h 644"/>
                <a:gd name="T110" fmla="*/ 2041 w 2065"/>
                <a:gd name="T111" fmla="*/ 532 h 644"/>
                <a:gd name="T112" fmla="*/ 1202 w 2065"/>
                <a:gd name="T113" fmla="*/ 471 h 644"/>
                <a:gd name="T114" fmla="*/ 658 w 2065"/>
                <a:gd name="T115" fmla="*/ 248 h 644"/>
                <a:gd name="T116" fmla="*/ 208 w 2065"/>
                <a:gd name="T117" fmla="*/ 123 h 644"/>
                <a:gd name="T118" fmla="*/ 331 w 2065"/>
                <a:gd name="T119" fmla="*/ 319 h 644"/>
                <a:gd name="T120" fmla="*/ 478 w 2065"/>
                <a:gd name="T121" fmla="*/ 360 h 644"/>
                <a:gd name="T122" fmla="*/ 452 w 2065"/>
                <a:gd name="T123" fmla="*/ 32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65" h="644">
                  <a:moveTo>
                    <a:pt x="449" y="161"/>
                  </a:moveTo>
                  <a:lnTo>
                    <a:pt x="449" y="161"/>
                  </a:lnTo>
                  <a:lnTo>
                    <a:pt x="449" y="158"/>
                  </a:lnTo>
                  <a:lnTo>
                    <a:pt x="452" y="158"/>
                  </a:lnTo>
                  <a:lnTo>
                    <a:pt x="452" y="154"/>
                  </a:lnTo>
                  <a:lnTo>
                    <a:pt x="452" y="149"/>
                  </a:lnTo>
                  <a:lnTo>
                    <a:pt x="449" y="147"/>
                  </a:lnTo>
                  <a:lnTo>
                    <a:pt x="449" y="147"/>
                  </a:lnTo>
                  <a:lnTo>
                    <a:pt x="449" y="144"/>
                  </a:lnTo>
                  <a:lnTo>
                    <a:pt x="447" y="144"/>
                  </a:lnTo>
                  <a:lnTo>
                    <a:pt x="447" y="144"/>
                  </a:lnTo>
                  <a:lnTo>
                    <a:pt x="447" y="147"/>
                  </a:lnTo>
                  <a:lnTo>
                    <a:pt x="447" y="147"/>
                  </a:lnTo>
                  <a:lnTo>
                    <a:pt x="449" y="161"/>
                  </a:lnTo>
                  <a:close/>
                  <a:moveTo>
                    <a:pt x="1067" y="106"/>
                  </a:moveTo>
                  <a:lnTo>
                    <a:pt x="1067" y="106"/>
                  </a:lnTo>
                  <a:lnTo>
                    <a:pt x="1067" y="106"/>
                  </a:lnTo>
                  <a:lnTo>
                    <a:pt x="1072" y="104"/>
                  </a:lnTo>
                  <a:lnTo>
                    <a:pt x="1074" y="102"/>
                  </a:lnTo>
                  <a:lnTo>
                    <a:pt x="1067" y="104"/>
                  </a:lnTo>
                  <a:lnTo>
                    <a:pt x="1064" y="104"/>
                  </a:lnTo>
                  <a:lnTo>
                    <a:pt x="1067" y="104"/>
                  </a:lnTo>
                  <a:lnTo>
                    <a:pt x="1067" y="106"/>
                  </a:lnTo>
                  <a:close/>
                  <a:moveTo>
                    <a:pt x="561" y="338"/>
                  </a:moveTo>
                  <a:lnTo>
                    <a:pt x="561" y="338"/>
                  </a:lnTo>
                  <a:lnTo>
                    <a:pt x="561" y="341"/>
                  </a:lnTo>
                  <a:lnTo>
                    <a:pt x="561" y="341"/>
                  </a:lnTo>
                  <a:lnTo>
                    <a:pt x="558" y="343"/>
                  </a:lnTo>
                  <a:lnTo>
                    <a:pt x="556" y="345"/>
                  </a:lnTo>
                  <a:lnTo>
                    <a:pt x="553" y="345"/>
                  </a:lnTo>
                  <a:lnTo>
                    <a:pt x="549" y="348"/>
                  </a:lnTo>
                  <a:lnTo>
                    <a:pt x="549" y="348"/>
                  </a:lnTo>
                  <a:lnTo>
                    <a:pt x="546" y="350"/>
                  </a:lnTo>
                  <a:lnTo>
                    <a:pt x="544" y="350"/>
                  </a:lnTo>
                  <a:lnTo>
                    <a:pt x="544" y="353"/>
                  </a:lnTo>
                  <a:lnTo>
                    <a:pt x="539" y="355"/>
                  </a:lnTo>
                  <a:lnTo>
                    <a:pt x="537" y="357"/>
                  </a:lnTo>
                  <a:lnTo>
                    <a:pt x="539" y="357"/>
                  </a:lnTo>
                  <a:lnTo>
                    <a:pt x="542" y="357"/>
                  </a:lnTo>
                  <a:lnTo>
                    <a:pt x="544" y="355"/>
                  </a:lnTo>
                  <a:lnTo>
                    <a:pt x="546" y="355"/>
                  </a:lnTo>
                  <a:lnTo>
                    <a:pt x="546" y="353"/>
                  </a:lnTo>
                  <a:lnTo>
                    <a:pt x="549" y="353"/>
                  </a:lnTo>
                  <a:lnTo>
                    <a:pt x="553" y="350"/>
                  </a:lnTo>
                  <a:lnTo>
                    <a:pt x="561" y="348"/>
                  </a:lnTo>
                  <a:lnTo>
                    <a:pt x="563" y="343"/>
                  </a:lnTo>
                  <a:lnTo>
                    <a:pt x="563" y="341"/>
                  </a:lnTo>
                  <a:lnTo>
                    <a:pt x="561" y="338"/>
                  </a:lnTo>
                  <a:close/>
                  <a:moveTo>
                    <a:pt x="433" y="284"/>
                  </a:moveTo>
                  <a:lnTo>
                    <a:pt x="428" y="286"/>
                  </a:lnTo>
                  <a:lnTo>
                    <a:pt x="430" y="289"/>
                  </a:lnTo>
                  <a:lnTo>
                    <a:pt x="435" y="291"/>
                  </a:lnTo>
                  <a:lnTo>
                    <a:pt x="442" y="291"/>
                  </a:lnTo>
                  <a:lnTo>
                    <a:pt x="442" y="289"/>
                  </a:lnTo>
                  <a:lnTo>
                    <a:pt x="440" y="286"/>
                  </a:lnTo>
                  <a:lnTo>
                    <a:pt x="433" y="284"/>
                  </a:lnTo>
                  <a:close/>
                  <a:moveTo>
                    <a:pt x="587" y="334"/>
                  </a:moveTo>
                  <a:lnTo>
                    <a:pt x="584" y="336"/>
                  </a:lnTo>
                  <a:lnTo>
                    <a:pt x="579" y="338"/>
                  </a:lnTo>
                  <a:lnTo>
                    <a:pt x="577" y="338"/>
                  </a:lnTo>
                  <a:lnTo>
                    <a:pt x="579" y="338"/>
                  </a:lnTo>
                  <a:lnTo>
                    <a:pt x="577" y="338"/>
                  </a:lnTo>
                  <a:lnTo>
                    <a:pt x="575" y="341"/>
                  </a:lnTo>
                  <a:lnTo>
                    <a:pt x="572" y="343"/>
                  </a:lnTo>
                  <a:lnTo>
                    <a:pt x="570" y="341"/>
                  </a:lnTo>
                  <a:lnTo>
                    <a:pt x="570" y="341"/>
                  </a:lnTo>
                  <a:lnTo>
                    <a:pt x="570" y="343"/>
                  </a:lnTo>
                  <a:lnTo>
                    <a:pt x="572" y="345"/>
                  </a:lnTo>
                  <a:lnTo>
                    <a:pt x="577" y="345"/>
                  </a:lnTo>
                  <a:lnTo>
                    <a:pt x="582" y="338"/>
                  </a:lnTo>
                  <a:lnTo>
                    <a:pt x="587" y="338"/>
                  </a:lnTo>
                  <a:lnTo>
                    <a:pt x="589" y="334"/>
                  </a:lnTo>
                  <a:lnTo>
                    <a:pt x="589" y="334"/>
                  </a:lnTo>
                  <a:lnTo>
                    <a:pt x="587" y="334"/>
                  </a:lnTo>
                  <a:close/>
                  <a:moveTo>
                    <a:pt x="674" y="317"/>
                  </a:moveTo>
                  <a:lnTo>
                    <a:pt x="672" y="319"/>
                  </a:lnTo>
                  <a:lnTo>
                    <a:pt x="667" y="322"/>
                  </a:lnTo>
                  <a:lnTo>
                    <a:pt x="665" y="324"/>
                  </a:lnTo>
                  <a:lnTo>
                    <a:pt x="665" y="329"/>
                  </a:lnTo>
                  <a:lnTo>
                    <a:pt x="662" y="331"/>
                  </a:lnTo>
                  <a:lnTo>
                    <a:pt x="660" y="331"/>
                  </a:lnTo>
                  <a:lnTo>
                    <a:pt x="658" y="334"/>
                  </a:lnTo>
                  <a:lnTo>
                    <a:pt x="655" y="331"/>
                  </a:lnTo>
                  <a:lnTo>
                    <a:pt x="653" y="331"/>
                  </a:lnTo>
                  <a:lnTo>
                    <a:pt x="653" y="334"/>
                  </a:lnTo>
                  <a:lnTo>
                    <a:pt x="650" y="336"/>
                  </a:lnTo>
                  <a:lnTo>
                    <a:pt x="648" y="338"/>
                  </a:lnTo>
                  <a:lnTo>
                    <a:pt x="643" y="338"/>
                  </a:lnTo>
                  <a:lnTo>
                    <a:pt x="641" y="338"/>
                  </a:lnTo>
                  <a:lnTo>
                    <a:pt x="641" y="343"/>
                  </a:lnTo>
                  <a:lnTo>
                    <a:pt x="648" y="343"/>
                  </a:lnTo>
                  <a:lnTo>
                    <a:pt x="653" y="338"/>
                  </a:lnTo>
                  <a:lnTo>
                    <a:pt x="667" y="329"/>
                  </a:lnTo>
                  <a:lnTo>
                    <a:pt x="674" y="322"/>
                  </a:lnTo>
                  <a:lnTo>
                    <a:pt x="676" y="319"/>
                  </a:lnTo>
                  <a:lnTo>
                    <a:pt x="676" y="319"/>
                  </a:lnTo>
                  <a:lnTo>
                    <a:pt x="676" y="319"/>
                  </a:lnTo>
                  <a:lnTo>
                    <a:pt x="674" y="317"/>
                  </a:lnTo>
                  <a:close/>
                  <a:moveTo>
                    <a:pt x="636" y="251"/>
                  </a:moveTo>
                  <a:lnTo>
                    <a:pt x="636" y="248"/>
                  </a:lnTo>
                  <a:lnTo>
                    <a:pt x="634" y="248"/>
                  </a:lnTo>
                  <a:lnTo>
                    <a:pt x="632" y="248"/>
                  </a:lnTo>
                  <a:lnTo>
                    <a:pt x="629" y="248"/>
                  </a:lnTo>
                  <a:lnTo>
                    <a:pt x="629" y="251"/>
                  </a:lnTo>
                  <a:lnTo>
                    <a:pt x="632" y="253"/>
                  </a:lnTo>
                  <a:lnTo>
                    <a:pt x="632" y="253"/>
                  </a:lnTo>
                  <a:lnTo>
                    <a:pt x="634" y="253"/>
                  </a:lnTo>
                  <a:lnTo>
                    <a:pt x="634" y="253"/>
                  </a:lnTo>
                  <a:lnTo>
                    <a:pt x="636" y="255"/>
                  </a:lnTo>
                  <a:lnTo>
                    <a:pt x="639" y="253"/>
                  </a:lnTo>
                  <a:lnTo>
                    <a:pt x="639" y="251"/>
                  </a:lnTo>
                  <a:lnTo>
                    <a:pt x="636" y="251"/>
                  </a:lnTo>
                  <a:close/>
                  <a:moveTo>
                    <a:pt x="452" y="353"/>
                  </a:moveTo>
                  <a:lnTo>
                    <a:pt x="449" y="350"/>
                  </a:lnTo>
                  <a:lnTo>
                    <a:pt x="452" y="348"/>
                  </a:lnTo>
                  <a:lnTo>
                    <a:pt x="452" y="345"/>
                  </a:lnTo>
                  <a:lnTo>
                    <a:pt x="449" y="345"/>
                  </a:lnTo>
                  <a:lnTo>
                    <a:pt x="447" y="345"/>
                  </a:lnTo>
                  <a:lnTo>
                    <a:pt x="442" y="343"/>
                  </a:lnTo>
                  <a:lnTo>
                    <a:pt x="442" y="341"/>
                  </a:lnTo>
                  <a:lnTo>
                    <a:pt x="442" y="338"/>
                  </a:lnTo>
                  <a:lnTo>
                    <a:pt x="442" y="338"/>
                  </a:lnTo>
                  <a:lnTo>
                    <a:pt x="442" y="336"/>
                  </a:lnTo>
                  <a:lnTo>
                    <a:pt x="442" y="336"/>
                  </a:lnTo>
                  <a:lnTo>
                    <a:pt x="445" y="331"/>
                  </a:lnTo>
                  <a:lnTo>
                    <a:pt x="445" y="329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2" y="324"/>
                  </a:lnTo>
                  <a:lnTo>
                    <a:pt x="442" y="322"/>
                  </a:lnTo>
                  <a:lnTo>
                    <a:pt x="440" y="319"/>
                  </a:lnTo>
                  <a:lnTo>
                    <a:pt x="438" y="322"/>
                  </a:lnTo>
                  <a:lnTo>
                    <a:pt x="428" y="315"/>
                  </a:lnTo>
                  <a:lnTo>
                    <a:pt x="426" y="310"/>
                  </a:lnTo>
                  <a:lnTo>
                    <a:pt x="426" y="308"/>
                  </a:lnTo>
                  <a:lnTo>
                    <a:pt x="426" y="305"/>
                  </a:lnTo>
                  <a:lnTo>
                    <a:pt x="426" y="303"/>
                  </a:lnTo>
                  <a:lnTo>
                    <a:pt x="426" y="300"/>
                  </a:lnTo>
                  <a:lnTo>
                    <a:pt x="423" y="298"/>
                  </a:lnTo>
                  <a:lnTo>
                    <a:pt x="419" y="296"/>
                  </a:lnTo>
                  <a:lnTo>
                    <a:pt x="409" y="293"/>
                  </a:lnTo>
                  <a:lnTo>
                    <a:pt x="393" y="291"/>
                  </a:lnTo>
                  <a:lnTo>
                    <a:pt x="369" y="289"/>
                  </a:lnTo>
                  <a:lnTo>
                    <a:pt x="367" y="291"/>
                  </a:lnTo>
                  <a:lnTo>
                    <a:pt x="367" y="291"/>
                  </a:lnTo>
                  <a:lnTo>
                    <a:pt x="367" y="291"/>
                  </a:lnTo>
                  <a:lnTo>
                    <a:pt x="369" y="293"/>
                  </a:lnTo>
                  <a:lnTo>
                    <a:pt x="369" y="291"/>
                  </a:lnTo>
                  <a:lnTo>
                    <a:pt x="371" y="293"/>
                  </a:lnTo>
                  <a:lnTo>
                    <a:pt x="374" y="293"/>
                  </a:lnTo>
                  <a:lnTo>
                    <a:pt x="371" y="293"/>
                  </a:lnTo>
                  <a:lnTo>
                    <a:pt x="367" y="296"/>
                  </a:lnTo>
                  <a:lnTo>
                    <a:pt x="364" y="300"/>
                  </a:lnTo>
                  <a:lnTo>
                    <a:pt x="362" y="300"/>
                  </a:lnTo>
                  <a:lnTo>
                    <a:pt x="362" y="305"/>
                  </a:lnTo>
                  <a:lnTo>
                    <a:pt x="352" y="310"/>
                  </a:lnTo>
                  <a:lnTo>
                    <a:pt x="352" y="319"/>
                  </a:lnTo>
                  <a:lnTo>
                    <a:pt x="355" y="326"/>
                  </a:lnTo>
                  <a:lnTo>
                    <a:pt x="371" y="355"/>
                  </a:lnTo>
                  <a:lnTo>
                    <a:pt x="374" y="357"/>
                  </a:lnTo>
                  <a:lnTo>
                    <a:pt x="381" y="357"/>
                  </a:lnTo>
                  <a:lnTo>
                    <a:pt x="381" y="360"/>
                  </a:lnTo>
                  <a:lnTo>
                    <a:pt x="378" y="367"/>
                  </a:lnTo>
                  <a:lnTo>
                    <a:pt x="376" y="364"/>
                  </a:lnTo>
                  <a:lnTo>
                    <a:pt x="378" y="362"/>
                  </a:lnTo>
                  <a:lnTo>
                    <a:pt x="378" y="360"/>
                  </a:lnTo>
                  <a:lnTo>
                    <a:pt x="376" y="360"/>
                  </a:lnTo>
                  <a:lnTo>
                    <a:pt x="376" y="360"/>
                  </a:lnTo>
                  <a:lnTo>
                    <a:pt x="376" y="362"/>
                  </a:lnTo>
                  <a:lnTo>
                    <a:pt x="374" y="362"/>
                  </a:lnTo>
                  <a:lnTo>
                    <a:pt x="371" y="364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57" y="371"/>
                  </a:lnTo>
                  <a:lnTo>
                    <a:pt x="355" y="369"/>
                  </a:lnTo>
                  <a:lnTo>
                    <a:pt x="352" y="369"/>
                  </a:lnTo>
                  <a:lnTo>
                    <a:pt x="348" y="367"/>
                  </a:lnTo>
                  <a:lnTo>
                    <a:pt x="348" y="364"/>
                  </a:lnTo>
                  <a:lnTo>
                    <a:pt x="336" y="357"/>
                  </a:lnTo>
                  <a:lnTo>
                    <a:pt x="336" y="355"/>
                  </a:lnTo>
                  <a:lnTo>
                    <a:pt x="333" y="355"/>
                  </a:lnTo>
                  <a:lnTo>
                    <a:pt x="333" y="357"/>
                  </a:lnTo>
                  <a:lnTo>
                    <a:pt x="336" y="362"/>
                  </a:lnTo>
                  <a:lnTo>
                    <a:pt x="338" y="367"/>
                  </a:lnTo>
                  <a:lnTo>
                    <a:pt x="341" y="371"/>
                  </a:lnTo>
                  <a:lnTo>
                    <a:pt x="343" y="374"/>
                  </a:lnTo>
                  <a:lnTo>
                    <a:pt x="348" y="376"/>
                  </a:lnTo>
                  <a:lnTo>
                    <a:pt x="350" y="379"/>
                  </a:lnTo>
                  <a:lnTo>
                    <a:pt x="357" y="386"/>
                  </a:lnTo>
                  <a:lnTo>
                    <a:pt x="357" y="388"/>
                  </a:lnTo>
                  <a:lnTo>
                    <a:pt x="364" y="386"/>
                  </a:lnTo>
                  <a:lnTo>
                    <a:pt x="367" y="388"/>
                  </a:lnTo>
                  <a:lnTo>
                    <a:pt x="371" y="388"/>
                  </a:lnTo>
                  <a:lnTo>
                    <a:pt x="374" y="388"/>
                  </a:lnTo>
                  <a:lnTo>
                    <a:pt x="385" y="388"/>
                  </a:lnTo>
                  <a:lnTo>
                    <a:pt x="388" y="390"/>
                  </a:lnTo>
                  <a:lnTo>
                    <a:pt x="390" y="390"/>
                  </a:lnTo>
                  <a:lnTo>
                    <a:pt x="402" y="388"/>
                  </a:lnTo>
                  <a:lnTo>
                    <a:pt x="416" y="383"/>
                  </a:lnTo>
                  <a:lnTo>
                    <a:pt x="440" y="369"/>
                  </a:lnTo>
                  <a:lnTo>
                    <a:pt x="445" y="369"/>
                  </a:lnTo>
                  <a:lnTo>
                    <a:pt x="447" y="367"/>
                  </a:lnTo>
                  <a:lnTo>
                    <a:pt x="452" y="362"/>
                  </a:lnTo>
                  <a:lnTo>
                    <a:pt x="454" y="360"/>
                  </a:lnTo>
                  <a:lnTo>
                    <a:pt x="456" y="355"/>
                  </a:lnTo>
                  <a:lnTo>
                    <a:pt x="454" y="355"/>
                  </a:lnTo>
                  <a:lnTo>
                    <a:pt x="452" y="353"/>
                  </a:lnTo>
                  <a:close/>
                  <a:moveTo>
                    <a:pt x="738" y="5"/>
                  </a:moveTo>
                  <a:lnTo>
                    <a:pt x="740" y="5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5" y="7"/>
                  </a:lnTo>
                  <a:lnTo>
                    <a:pt x="747" y="7"/>
                  </a:lnTo>
                  <a:lnTo>
                    <a:pt x="750" y="5"/>
                  </a:lnTo>
                  <a:lnTo>
                    <a:pt x="750" y="5"/>
                  </a:lnTo>
                  <a:lnTo>
                    <a:pt x="747" y="5"/>
                  </a:lnTo>
                  <a:lnTo>
                    <a:pt x="747" y="5"/>
                  </a:lnTo>
                  <a:lnTo>
                    <a:pt x="740" y="0"/>
                  </a:lnTo>
                  <a:lnTo>
                    <a:pt x="738" y="2"/>
                  </a:lnTo>
                  <a:lnTo>
                    <a:pt x="736" y="2"/>
                  </a:lnTo>
                  <a:lnTo>
                    <a:pt x="738" y="2"/>
                  </a:lnTo>
                  <a:lnTo>
                    <a:pt x="738" y="5"/>
                  </a:lnTo>
                  <a:close/>
                  <a:moveTo>
                    <a:pt x="859" y="21"/>
                  </a:moveTo>
                  <a:lnTo>
                    <a:pt x="859" y="21"/>
                  </a:lnTo>
                  <a:lnTo>
                    <a:pt x="859" y="23"/>
                  </a:lnTo>
                  <a:lnTo>
                    <a:pt x="859" y="23"/>
                  </a:lnTo>
                  <a:lnTo>
                    <a:pt x="863" y="26"/>
                  </a:lnTo>
                  <a:lnTo>
                    <a:pt x="863" y="26"/>
                  </a:lnTo>
                  <a:lnTo>
                    <a:pt x="866" y="26"/>
                  </a:lnTo>
                  <a:lnTo>
                    <a:pt x="866" y="28"/>
                  </a:lnTo>
                  <a:lnTo>
                    <a:pt x="866" y="28"/>
                  </a:lnTo>
                  <a:lnTo>
                    <a:pt x="868" y="28"/>
                  </a:lnTo>
                  <a:lnTo>
                    <a:pt x="868" y="28"/>
                  </a:lnTo>
                  <a:lnTo>
                    <a:pt x="868" y="26"/>
                  </a:lnTo>
                  <a:lnTo>
                    <a:pt x="868" y="26"/>
                  </a:lnTo>
                  <a:lnTo>
                    <a:pt x="868" y="23"/>
                  </a:lnTo>
                  <a:lnTo>
                    <a:pt x="866" y="23"/>
                  </a:lnTo>
                  <a:lnTo>
                    <a:pt x="863" y="21"/>
                  </a:lnTo>
                  <a:lnTo>
                    <a:pt x="861" y="19"/>
                  </a:lnTo>
                  <a:lnTo>
                    <a:pt x="861" y="19"/>
                  </a:lnTo>
                  <a:lnTo>
                    <a:pt x="861" y="19"/>
                  </a:lnTo>
                  <a:lnTo>
                    <a:pt x="859" y="19"/>
                  </a:lnTo>
                  <a:lnTo>
                    <a:pt x="859" y="19"/>
                  </a:lnTo>
                  <a:lnTo>
                    <a:pt x="856" y="19"/>
                  </a:lnTo>
                  <a:lnTo>
                    <a:pt x="856" y="21"/>
                  </a:lnTo>
                  <a:lnTo>
                    <a:pt x="859" y="21"/>
                  </a:lnTo>
                  <a:close/>
                  <a:moveTo>
                    <a:pt x="755" y="12"/>
                  </a:moveTo>
                  <a:lnTo>
                    <a:pt x="757" y="12"/>
                  </a:lnTo>
                  <a:lnTo>
                    <a:pt x="762" y="14"/>
                  </a:lnTo>
                  <a:lnTo>
                    <a:pt x="764" y="14"/>
                  </a:lnTo>
                  <a:lnTo>
                    <a:pt x="766" y="12"/>
                  </a:lnTo>
                  <a:lnTo>
                    <a:pt x="769" y="14"/>
                  </a:lnTo>
                  <a:lnTo>
                    <a:pt x="771" y="14"/>
                  </a:lnTo>
                  <a:lnTo>
                    <a:pt x="773" y="14"/>
                  </a:lnTo>
                  <a:lnTo>
                    <a:pt x="776" y="14"/>
                  </a:lnTo>
                  <a:lnTo>
                    <a:pt x="776" y="14"/>
                  </a:lnTo>
                  <a:lnTo>
                    <a:pt x="778" y="14"/>
                  </a:lnTo>
                  <a:lnTo>
                    <a:pt x="778" y="14"/>
                  </a:lnTo>
                  <a:lnTo>
                    <a:pt x="781" y="14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69" y="12"/>
                  </a:lnTo>
                  <a:lnTo>
                    <a:pt x="762" y="9"/>
                  </a:lnTo>
                  <a:lnTo>
                    <a:pt x="757" y="9"/>
                  </a:lnTo>
                  <a:lnTo>
                    <a:pt x="752" y="9"/>
                  </a:lnTo>
                  <a:lnTo>
                    <a:pt x="752" y="9"/>
                  </a:lnTo>
                  <a:lnTo>
                    <a:pt x="752" y="9"/>
                  </a:lnTo>
                  <a:lnTo>
                    <a:pt x="755" y="12"/>
                  </a:lnTo>
                  <a:close/>
                  <a:moveTo>
                    <a:pt x="970" y="68"/>
                  </a:moveTo>
                  <a:lnTo>
                    <a:pt x="972" y="68"/>
                  </a:lnTo>
                  <a:lnTo>
                    <a:pt x="972" y="68"/>
                  </a:lnTo>
                  <a:lnTo>
                    <a:pt x="975" y="68"/>
                  </a:lnTo>
                  <a:lnTo>
                    <a:pt x="975" y="68"/>
                  </a:lnTo>
                  <a:lnTo>
                    <a:pt x="975" y="71"/>
                  </a:lnTo>
                  <a:lnTo>
                    <a:pt x="975" y="71"/>
                  </a:lnTo>
                  <a:lnTo>
                    <a:pt x="979" y="71"/>
                  </a:lnTo>
                  <a:lnTo>
                    <a:pt x="979" y="68"/>
                  </a:lnTo>
                  <a:lnTo>
                    <a:pt x="979" y="68"/>
                  </a:lnTo>
                  <a:lnTo>
                    <a:pt x="977" y="66"/>
                  </a:lnTo>
                  <a:lnTo>
                    <a:pt x="975" y="66"/>
                  </a:lnTo>
                  <a:lnTo>
                    <a:pt x="975" y="64"/>
                  </a:lnTo>
                  <a:lnTo>
                    <a:pt x="970" y="64"/>
                  </a:lnTo>
                  <a:lnTo>
                    <a:pt x="970" y="64"/>
                  </a:lnTo>
                  <a:lnTo>
                    <a:pt x="970" y="59"/>
                  </a:lnTo>
                  <a:lnTo>
                    <a:pt x="967" y="57"/>
                  </a:lnTo>
                  <a:lnTo>
                    <a:pt x="967" y="59"/>
                  </a:lnTo>
                  <a:lnTo>
                    <a:pt x="967" y="59"/>
                  </a:lnTo>
                  <a:lnTo>
                    <a:pt x="967" y="61"/>
                  </a:lnTo>
                  <a:lnTo>
                    <a:pt x="965" y="61"/>
                  </a:lnTo>
                  <a:lnTo>
                    <a:pt x="965" y="64"/>
                  </a:lnTo>
                  <a:lnTo>
                    <a:pt x="967" y="66"/>
                  </a:lnTo>
                  <a:lnTo>
                    <a:pt x="970" y="68"/>
                  </a:lnTo>
                  <a:close/>
                  <a:moveTo>
                    <a:pt x="828" y="23"/>
                  </a:moveTo>
                  <a:lnTo>
                    <a:pt x="830" y="21"/>
                  </a:lnTo>
                  <a:lnTo>
                    <a:pt x="833" y="21"/>
                  </a:lnTo>
                  <a:lnTo>
                    <a:pt x="835" y="19"/>
                  </a:lnTo>
                  <a:lnTo>
                    <a:pt x="840" y="19"/>
                  </a:lnTo>
                  <a:lnTo>
                    <a:pt x="840" y="19"/>
                  </a:lnTo>
                  <a:lnTo>
                    <a:pt x="842" y="19"/>
                  </a:lnTo>
                  <a:lnTo>
                    <a:pt x="842" y="16"/>
                  </a:lnTo>
                  <a:lnTo>
                    <a:pt x="840" y="16"/>
                  </a:lnTo>
                  <a:lnTo>
                    <a:pt x="837" y="16"/>
                  </a:lnTo>
                  <a:lnTo>
                    <a:pt x="833" y="16"/>
                  </a:lnTo>
                  <a:lnTo>
                    <a:pt x="833" y="19"/>
                  </a:lnTo>
                  <a:lnTo>
                    <a:pt x="830" y="19"/>
                  </a:lnTo>
                  <a:lnTo>
                    <a:pt x="828" y="19"/>
                  </a:lnTo>
                  <a:lnTo>
                    <a:pt x="830" y="21"/>
                  </a:lnTo>
                  <a:lnTo>
                    <a:pt x="828" y="21"/>
                  </a:lnTo>
                  <a:lnTo>
                    <a:pt x="828" y="21"/>
                  </a:lnTo>
                  <a:lnTo>
                    <a:pt x="828" y="23"/>
                  </a:lnTo>
                  <a:lnTo>
                    <a:pt x="828" y="23"/>
                  </a:lnTo>
                  <a:close/>
                  <a:moveTo>
                    <a:pt x="899" y="35"/>
                  </a:moveTo>
                  <a:lnTo>
                    <a:pt x="899" y="35"/>
                  </a:lnTo>
                  <a:lnTo>
                    <a:pt x="901" y="35"/>
                  </a:lnTo>
                  <a:lnTo>
                    <a:pt x="901" y="35"/>
                  </a:lnTo>
                  <a:lnTo>
                    <a:pt x="904" y="38"/>
                  </a:lnTo>
                  <a:lnTo>
                    <a:pt x="904" y="38"/>
                  </a:lnTo>
                  <a:lnTo>
                    <a:pt x="904" y="38"/>
                  </a:lnTo>
                  <a:lnTo>
                    <a:pt x="904" y="35"/>
                  </a:lnTo>
                  <a:lnTo>
                    <a:pt x="904" y="33"/>
                  </a:lnTo>
                  <a:lnTo>
                    <a:pt x="901" y="33"/>
                  </a:lnTo>
                  <a:lnTo>
                    <a:pt x="899" y="31"/>
                  </a:lnTo>
                  <a:lnTo>
                    <a:pt x="896" y="31"/>
                  </a:lnTo>
                  <a:lnTo>
                    <a:pt x="896" y="33"/>
                  </a:lnTo>
                  <a:lnTo>
                    <a:pt x="896" y="33"/>
                  </a:lnTo>
                  <a:lnTo>
                    <a:pt x="896" y="33"/>
                  </a:lnTo>
                  <a:lnTo>
                    <a:pt x="896" y="35"/>
                  </a:lnTo>
                  <a:lnTo>
                    <a:pt x="896" y="35"/>
                  </a:lnTo>
                  <a:lnTo>
                    <a:pt x="899" y="35"/>
                  </a:lnTo>
                  <a:close/>
                  <a:moveTo>
                    <a:pt x="944" y="52"/>
                  </a:moveTo>
                  <a:lnTo>
                    <a:pt x="941" y="54"/>
                  </a:lnTo>
                  <a:lnTo>
                    <a:pt x="941" y="54"/>
                  </a:lnTo>
                  <a:lnTo>
                    <a:pt x="941" y="57"/>
                  </a:lnTo>
                  <a:lnTo>
                    <a:pt x="941" y="57"/>
                  </a:lnTo>
                  <a:lnTo>
                    <a:pt x="944" y="59"/>
                  </a:lnTo>
                  <a:lnTo>
                    <a:pt x="946" y="59"/>
                  </a:lnTo>
                  <a:lnTo>
                    <a:pt x="949" y="57"/>
                  </a:lnTo>
                  <a:lnTo>
                    <a:pt x="949" y="57"/>
                  </a:lnTo>
                  <a:lnTo>
                    <a:pt x="946" y="54"/>
                  </a:lnTo>
                  <a:lnTo>
                    <a:pt x="944" y="54"/>
                  </a:lnTo>
                  <a:lnTo>
                    <a:pt x="946" y="52"/>
                  </a:lnTo>
                  <a:lnTo>
                    <a:pt x="949" y="52"/>
                  </a:lnTo>
                  <a:lnTo>
                    <a:pt x="949" y="52"/>
                  </a:lnTo>
                  <a:lnTo>
                    <a:pt x="949" y="49"/>
                  </a:lnTo>
                  <a:lnTo>
                    <a:pt x="949" y="47"/>
                  </a:lnTo>
                  <a:lnTo>
                    <a:pt x="946" y="47"/>
                  </a:lnTo>
                  <a:lnTo>
                    <a:pt x="941" y="47"/>
                  </a:lnTo>
                  <a:lnTo>
                    <a:pt x="939" y="52"/>
                  </a:lnTo>
                  <a:lnTo>
                    <a:pt x="941" y="52"/>
                  </a:lnTo>
                  <a:lnTo>
                    <a:pt x="944" y="52"/>
                  </a:lnTo>
                  <a:close/>
                  <a:moveTo>
                    <a:pt x="1152" y="123"/>
                  </a:moveTo>
                  <a:lnTo>
                    <a:pt x="1154" y="123"/>
                  </a:lnTo>
                  <a:lnTo>
                    <a:pt x="1157" y="121"/>
                  </a:lnTo>
                  <a:lnTo>
                    <a:pt x="1157" y="118"/>
                  </a:lnTo>
                  <a:lnTo>
                    <a:pt x="1159" y="116"/>
                  </a:lnTo>
                  <a:lnTo>
                    <a:pt x="1159" y="116"/>
                  </a:lnTo>
                  <a:lnTo>
                    <a:pt x="1157" y="116"/>
                  </a:lnTo>
                  <a:lnTo>
                    <a:pt x="1157" y="116"/>
                  </a:lnTo>
                  <a:lnTo>
                    <a:pt x="1157" y="116"/>
                  </a:lnTo>
                  <a:lnTo>
                    <a:pt x="1154" y="118"/>
                  </a:lnTo>
                  <a:lnTo>
                    <a:pt x="1152" y="116"/>
                  </a:lnTo>
                  <a:lnTo>
                    <a:pt x="1152" y="118"/>
                  </a:lnTo>
                  <a:lnTo>
                    <a:pt x="1152" y="121"/>
                  </a:lnTo>
                  <a:lnTo>
                    <a:pt x="1152" y="123"/>
                  </a:lnTo>
                  <a:close/>
                  <a:moveTo>
                    <a:pt x="262" y="291"/>
                  </a:moveTo>
                  <a:lnTo>
                    <a:pt x="258" y="291"/>
                  </a:lnTo>
                  <a:lnTo>
                    <a:pt x="253" y="289"/>
                  </a:lnTo>
                  <a:lnTo>
                    <a:pt x="251" y="291"/>
                  </a:lnTo>
                  <a:lnTo>
                    <a:pt x="255" y="291"/>
                  </a:lnTo>
                  <a:lnTo>
                    <a:pt x="258" y="291"/>
                  </a:lnTo>
                  <a:lnTo>
                    <a:pt x="262" y="291"/>
                  </a:lnTo>
                  <a:lnTo>
                    <a:pt x="262" y="291"/>
                  </a:lnTo>
                  <a:lnTo>
                    <a:pt x="262" y="291"/>
                  </a:lnTo>
                  <a:lnTo>
                    <a:pt x="262" y="291"/>
                  </a:lnTo>
                  <a:close/>
                  <a:moveTo>
                    <a:pt x="783" y="16"/>
                  </a:moveTo>
                  <a:lnTo>
                    <a:pt x="783" y="14"/>
                  </a:lnTo>
                  <a:lnTo>
                    <a:pt x="783" y="14"/>
                  </a:lnTo>
                  <a:lnTo>
                    <a:pt x="785" y="14"/>
                  </a:lnTo>
                  <a:lnTo>
                    <a:pt x="788" y="14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9"/>
                  </a:lnTo>
                  <a:lnTo>
                    <a:pt x="788" y="9"/>
                  </a:lnTo>
                  <a:lnTo>
                    <a:pt x="785" y="9"/>
                  </a:lnTo>
                  <a:lnTo>
                    <a:pt x="783" y="12"/>
                  </a:lnTo>
                  <a:lnTo>
                    <a:pt x="781" y="12"/>
                  </a:lnTo>
                  <a:lnTo>
                    <a:pt x="781" y="16"/>
                  </a:lnTo>
                  <a:lnTo>
                    <a:pt x="783" y="16"/>
                  </a:lnTo>
                  <a:close/>
                  <a:moveTo>
                    <a:pt x="1327" y="154"/>
                  </a:moveTo>
                  <a:lnTo>
                    <a:pt x="1329" y="156"/>
                  </a:lnTo>
                  <a:lnTo>
                    <a:pt x="1327" y="158"/>
                  </a:lnTo>
                  <a:lnTo>
                    <a:pt x="1337" y="170"/>
                  </a:lnTo>
                  <a:lnTo>
                    <a:pt x="1341" y="175"/>
                  </a:lnTo>
                  <a:lnTo>
                    <a:pt x="1346" y="175"/>
                  </a:lnTo>
                  <a:lnTo>
                    <a:pt x="1344" y="170"/>
                  </a:lnTo>
                  <a:lnTo>
                    <a:pt x="1339" y="168"/>
                  </a:lnTo>
                  <a:lnTo>
                    <a:pt x="1337" y="165"/>
                  </a:lnTo>
                  <a:lnTo>
                    <a:pt x="1332" y="156"/>
                  </a:lnTo>
                  <a:lnTo>
                    <a:pt x="1329" y="151"/>
                  </a:lnTo>
                  <a:lnTo>
                    <a:pt x="1325" y="149"/>
                  </a:lnTo>
                  <a:lnTo>
                    <a:pt x="1320" y="151"/>
                  </a:lnTo>
                  <a:lnTo>
                    <a:pt x="1322" y="151"/>
                  </a:lnTo>
                  <a:lnTo>
                    <a:pt x="1327" y="154"/>
                  </a:lnTo>
                  <a:close/>
                  <a:moveTo>
                    <a:pt x="1244" y="476"/>
                  </a:moveTo>
                  <a:lnTo>
                    <a:pt x="1240" y="476"/>
                  </a:lnTo>
                  <a:lnTo>
                    <a:pt x="1237" y="476"/>
                  </a:lnTo>
                  <a:lnTo>
                    <a:pt x="1235" y="478"/>
                  </a:lnTo>
                  <a:lnTo>
                    <a:pt x="1235" y="476"/>
                  </a:lnTo>
                  <a:lnTo>
                    <a:pt x="1235" y="476"/>
                  </a:lnTo>
                  <a:lnTo>
                    <a:pt x="1235" y="476"/>
                  </a:lnTo>
                  <a:lnTo>
                    <a:pt x="1232" y="478"/>
                  </a:lnTo>
                  <a:lnTo>
                    <a:pt x="1225" y="480"/>
                  </a:lnTo>
                  <a:lnTo>
                    <a:pt x="1223" y="483"/>
                  </a:lnTo>
                  <a:lnTo>
                    <a:pt x="1225" y="483"/>
                  </a:lnTo>
                  <a:lnTo>
                    <a:pt x="1230" y="485"/>
                  </a:lnTo>
                  <a:lnTo>
                    <a:pt x="1232" y="483"/>
                  </a:lnTo>
                  <a:lnTo>
                    <a:pt x="1242" y="480"/>
                  </a:lnTo>
                  <a:lnTo>
                    <a:pt x="1244" y="476"/>
                  </a:lnTo>
                  <a:close/>
                  <a:moveTo>
                    <a:pt x="1204" y="492"/>
                  </a:moveTo>
                  <a:lnTo>
                    <a:pt x="1202" y="492"/>
                  </a:lnTo>
                  <a:lnTo>
                    <a:pt x="1202" y="495"/>
                  </a:lnTo>
                  <a:lnTo>
                    <a:pt x="1204" y="495"/>
                  </a:lnTo>
                  <a:lnTo>
                    <a:pt x="1206" y="495"/>
                  </a:lnTo>
                  <a:lnTo>
                    <a:pt x="1206" y="492"/>
                  </a:lnTo>
                  <a:lnTo>
                    <a:pt x="1204" y="492"/>
                  </a:lnTo>
                  <a:lnTo>
                    <a:pt x="1204" y="492"/>
                  </a:lnTo>
                  <a:close/>
                  <a:moveTo>
                    <a:pt x="1263" y="506"/>
                  </a:moveTo>
                  <a:lnTo>
                    <a:pt x="1261" y="506"/>
                  </a:lnTo>
                  <a:lnTo>
                    <a:pt x="1258" y="506"/>
                  </a:lnTo>
                  <a:lnTo>
                    <a:pt x="1258" y="509"/>
                  </a:lnTo>
                  <a:lnTo>
                    <a:pt x="1256" y="509"/>
                  </a:lnTo>
                  <a:lnTo>
                    <a:pt x="1254" y="506"/>
                  </a:lnTo>
                  <a:lnTo>
                    <a:pt x="1251" y="504"/>
                  </a:lnTo>
                  <a:lnTo>
                    <a:pt x="1249" y="502"/>
                  </a:lnTo>
                  <a:lnTo>
                    <a:pt x="1247" y="499"/>
                  </a:lnTo>
                  <a:lnTo>
                    <a:pt x="1242" y="499"/>
                  </a:lnTo>
                  <a:lnTo>
                    <a:pt x="1240" y="502"/>
                  </a:lnTo>
                  <a:lnTo>
                    <a:pt x="1247" y="504"/>
                  </a:lnTo>
                  <a:lnTo>
                    <a:pt x="1251" y="506"/>
                  </a:lnTo>
                  <a:lnTo>
                    <a:pt x="1254" y="511"/>
                  </a:lnTo>
                  <a:lnTo>
                    <a:pt x="1256" y="513"/>
                  </a:lnTo>
                  <a:lnTo>
                    <a:pt x="1258" y="513"/>
                  </a:lnTo>
                  <a:lnTo>
                    <a:pt x="1261" y="513"/>
                  </a:lnTo>
                  <a:lnTo>
                    <a:pt x="1266" y="516"/>
                  </a:lnTo>
                  <a:lnTo>
                    <a:pt x="1268" y="516"/>
                  </a:lnTo>
                  <a:lnTo>
                    <a:pt x="1268" y="513"/>
                  </a:lnTo>
                  <a:lnTo>
                    <a:pt x="1266" y="509"/>
                  </a:lnTo>
                  <a:lnTo>
                    <a:pt x="1263" y="506"/>
                  </a:lnTo>
                  <a:close/>
                  <a:moveTo>
                    <a:pt x="1781" y="419"/>
                  </a:moveTo>
                  <a:lnTo>
                    <a:pt x="1784" y="421"/>
                  </a:lnTo>
                  <a:lnTo>
                    <a:pt x="1786" y="421"/>
                  </a:lnTo>
                  <a:lnTo>
                    <a:pt x="1788" y="421"/>
                  </a:lnTo>
                  <a:lnTo>
                    <a:pt x="1795" y="424"/>
                  </a:lnTo>
                  <a:lnTo>
                    <a:pt x="1800" y="421"/>
                  </a:lnTo>
                  <a:lnTo>
                    <a:pt x="1798" y="419"/>
                  </a:lnTo>
                  <a:lnTo>
                    <a:pt x="1795" y="419"/>
                  </a:lnTo>
                  <a:lnTo>
                    <a:pt x="1793" y="414"/>
                  </a:lnTo>
                  <a:lnTo>
                    <a:pt x="1791" y="412"/>
                  </a:lnTo>
                  <a:lnTo>
                    <a:pt x="1788" y="412"/>
                  </a:lnTo>
                  <a:lnTo>
                    <a:pt x="1781" y="414"/>
                  </a:lnTo>
                  <a:lnTo>
                    <a:pt x="1781" y="419"/>
                  </a:lnTo>
                  <a:close/>
                  <a:moveTo>
                    <a:pt x="1299" y="156"/>
                  </a:moveTo>
                  <a:lnTo>
                    <a:pt x="1299" y="163"/>
                  </a:lnTo>
                  <a:lnTo>
                    <a:pt x="1299" y="168"/>
                  </a:lnTo>
                  <a:lnTo>
                    <a:pt x="1296" y="170"/>
                  </a:lnTo>
                  <a:lnTo>
                    <a:pt x="1294" y="173"/>
                  </a:lnTo>
                  <a:lnTo>
                    <a:pt x="1292" y="175"/>
                  </a:lnTo>
                  <a:lnTo>
                    <a:pt x="1294" y="177"/>
                  </a:lnTo>
                  <a:lnTo>
                    <a:pt x="1299" y="182"/>
                  </a:lnTo>
                  <a:lnTo>
                    <a:pt x="1301" y="184"/>
                  </a:lnTo>
                  <a:lnTo>
                    <a:pt x="1303" y="184"/>
                  </a:lnTo>
                  <a:lnTo>
                    <a:pt x="1310" y="189"/>
                  </a:lnTo>
                  <a:lnTo>
                    <a:pt x="1313" y="189"/>
                  </a:lnTo>
                  <a:lnTo>
                    <a:pt x="1310" y="184"/>
                  </a:lnTo>
                  <a:lnTo>
                    <a:pt x="1313" y="182"/>
                  </a:lnTo>
                  <a:lnTo>
                    <a:pt x="1318" y="184"/>
                  </a:lnTo>
                  <a:lnTo>
                    <a:pt x="1318" y="187"/>
                  </a:lnTo>
                  <a:lnTo>
                    <a:pt x="1320" y="189"/>
                  </a:lnTo>
                  <a:lnTo>
                    <a:pt x="1320" y="189"/>
                  </a:lnTo>
                  <a:lnTo>
                    <a:pt x="1322" y="192"/>
                  </a:lnTo>
                  <a:lnTo>
                    <a:pt x="1322" y="192"/>
                  </a:lnTo>
                  <a:lnTo>
                    <a:pt x="1325" y="192"/>
                  </a:lnTo>
                  <a:lnTo>
                    <a:pt x="1325" y="189"/>
                  </a:lnTo>
                  <a:lnTo>
                    <a:pt x="1327" y="192"/>
                  </a:lnTo>
                  <a:lnTo>
                    <a:pt x="1329" y="189"/>
                  </a:lnTo>
                  <a:lnTo>
                    <a:pt x="1334" y="180"/>
                  </a:lnTo>
                  <a:lnTo>
                    <a:pt x="1332" y="177"/>
                  </a:lnTo>
                  <a:lnTo>
                    <a:pt x="1327" y="177"/>
                  </a:lnTo>
                  <a:lnTo>
                    <a:pt x="1325" y="177"/>
                  </a:lnTo>
                  <a:lnTo>
                    <a:pt x="1325" y="177"/>
                  </a:lnTo>
                  <a:lnTo>
                    <a:pt x="1322" y="175"/>
                  </a:lnTo>
                  <a:lnTo>
                    <a:pt x="1320" y="175"/>
                  </a:lnTo>
                  <a:lnTo>
                    <a:pt x="1318" y="175"/>
                  </a:lnTo>
                  <a:lnTo>
                    <a:pt x="1320" y="173"/>
                  </a:lnTo>
                  <a:lnTo>
                    <a:pt x="1325" y="170"/>
                  </a:lnTo>
                  <a:lnTo>
                    <a:pt x="1327" y="170"/>
                  </a:lnTo>
                  <a:lnTo>
                    <a:pt x="1325" y="165"/>
                  </a:lnTo>
                  <a:lnTo>
                    <a:pt x="1322" y="168"/>
                  </a:lnTo>
                  <a:lnTo>
                    <a:pt x="1322" y="170"/>
                  </a:lnTo>
                  <a:lnTo>
                    <a:pt x="1320" y="168"/>
                  </a:lnTo>
                  <a:lnTo>
                    <a:pt x="1318" y="165"/>
                  </a:lnTo>
                  <a:lnTo>
                    <a:pt x="1318" y="165"/>
                  </a:lnTo>
                  <a:lnTo>
                    <a:pt x="1315" y="168"/>
                  </a:lnTo>
                  <a:lnTo>
                    <a:pt x="1315" y="168"/>
                  </a:lnTo>
                  <a:lnTo>
                    <a:pt x="1315" y="170"/>
                  </a:lnTo>
                  <a:lnTo>
                    <a:pt x="1318" y="173"/>
                  </a:lnTo>
                  <a:lnTo>
                    <a:pt x="1315" y="173"/>
                  </a:lnTo>
                  <a:lnTo>
                    <a:pt x="1313" y="170"/>
                  </a:lnTo>
                  <a:lnTo>
                    <a:pt x="1310" y="168"/>
                  </a:lnTo>
                  <a:lnTo>
                    <a:pt x="1310" y="165"/>
                  </a:lnTo>
                  <a:lnTo>
                    <a:pt x="1308" y="165"/>
                  </a:lnTo>
                  <a:lnTo>
                    <a:pt x="1303" y="168"/>
                  </a:lnTo>
                  <a:lnTo>
                    <a:pt x="1301" y="165"/>
                  </a:lnTo>
                  <a:lnTo>
                    <a:pt x="1301" y="163"/>
                  </a:lnTo>
                  <a:lnTo>
                    <a:pt x="1301" y="161"/>
                  </a:lnTo>
                  <a:lnTo>
                    <a:pt x="1303" y="158"/>
                  </a:lnTo>
                  <a:lnTo>
                    <a:pt x="1303" y="156"/>
                  </a:lnTo>
                  <a:lnTo>
                    <a:pt x="1303" y="154"/>
                  </a:lnTo>
                  <a:lnTo>
                    <a:pt x="1301" y="151"/>
                  </a:lnTo>
                  <a:lnTo>
                    <a:pt x="1296" y="151"/>
                  </a:lnTo>
                  <a:lnTo>
                    <a:pt x="1294" y="151"/>
                  </a:lnTo>
                  <a:lnTo>
                    <a:pt x="1296" y="154"/>
                  </a:lnTo>
                  <a:lnTo>
                    <a:pt x="1299" y="156"/>
                  </a:lnTo>
                  <a:close/>
                  <a:moveTo>
                    <a:pt x="1344" y="194"/>
                  </a:moveTo>
                  <a:lnTo>
                    <a:pt x="1341" y="192"/>
                  </a:lnTo>
                  <a:lnTo>
                    <a:pt x="1339" y="192"/>
                  </a:lnTo>
                  <a:lnTo>
                    <a:pt x="1337" y="192"/>
                  </a:lnTo>
                  <a:lnTo>
                    <a:pt x="1334" y="192"/>
                  </a:lnTo>
                  <a:lnTo>
                    <a:pt x="1332" y="192"/>
                  </a:lnTo>
                  <a:lnTo>
                    <a:pt x="1329" y="194"/>
                  </a:lnTo>
                  <a:lnTo>
                    <a:pt x="1327" y="196"/>
                  </a:lnTo>
                  <a:lnTo>
                    <a:pt x="1327" y="196"/>
                  </a:lnTo>
                  <a:lnTo>
                    <a:pt x="1322" y="196"/>
                  </a:lnTo>
                  <a:lnTo>
                    <a:pt x="1320" y="196"/>
                  </a:lnTo>
                  <a:lnTo>
                    <a:pt x="1318" y="194"/>
                  </a:lnTo>
                  <a:lnTo>
                    <a:pt x="1315" y="192"/>
                  </a:lnTo>
                  <a:lnTo>
                    <a:pt x="1310" y="192"/>
                  </a:lnTo>
                  <a:lnTo>
                    <a:pt x="1313" y="194"/>
                  </a:lnTo>
                  <a:lnTo>
                    <a:pt x="1313" y="199"/>
                  </a:lnTo>
                  <a:lnTo>
                    <a:pt x="1315" y="201"/>
                  </a:lnTo>
                  <a:lnTo>
                    <a:pt x="1318" y="203"/>
                  </a:lnTo>
                  <a:lnTo>
                    <a:pt x="1320" y="206"/>
                  </a:lnTo>
                  <a:lnTo>
                    <a:pt x="1322" y="210"/>
                  </a:lnTo>
                  <a:lnTo>
                    <a:pt x="1325" y="210"/>
                  </a:lnTo>
                  <a:lnTo>
                    <a:pt x="1327" y="208"/>
                  </a:lnTo>
                  <a:lnTo>
                    <a:pt x="1329" y="206"/>
                  </a:lnTo>
                  <a:lnTo>
                    <a:pt x="1329" y="206"/>
                  </a:lnTo>
                  <a:lnTo>
                    <a:pt x="1332" y="210"/>
                  </a:lnTo>
                  <a:lnTo>
                    <a:pt x="1332" y="208"/>
                  </a:lnTo>
                  <a:lnTo>
                    <a:pt x="1332" y="206"/>
                  </a:lnTo>
                  <a:lnTo>
                    <a:pt x="1332" y="206"/>
                  </a:lnTo>
                  <a:lnTo>
                    <a:pt x="1332" y="203"/>
                  </a:lnTo>
                  <a:lnTo>
                    <a:pt x="1334" y="203"/>
                  </a:lnTo>
                  <a:lnTo>
                    <a:pt x="1337" y="206"/>
                  </a:lnTo>
                  <a:lnTo>
                    <a:pt x="1339" y="206"/>
                  </a:lnTo>
                  <a:lnTo>
                    <a:pt x="1337" y="208"/>
                  </a:lnTo>
                  <a:lnTo>
                    <a:pt x="1337" y="210"/>
                  </a:lnTo>
                  <a:lnTo>
                    <a:pt x="1337" y="213"/>
                  </a:lnTo>
                  <a:lnTo>
                    <a:pt x="1337" y="215"/>
                  </a:lnTo>
                  <a:lnTo>
                    <a:pt x="1339" y="215"/>
                  </a:lnTo>
                  <a:lnTo>
                    <a:pt x="1344" y="218"/>
                  </a:lnTo>
                  <a:lnTo>
                    <a:pt x="1348" y="218"/>
                  </a:lnTo>
                  <a:lnTo>
                    <a:pt x="1351" y="218"/>
                  </a:lnTo>
                  <a:lnTo>
                    <a:pt x="1353" y="218"/>
                  </a:lnTo>
                  <a:lnTo>
                    <a:pt x="1353" y="220"/>
                  </a:lnTo>
                  <a:lnTo>
                    <a:pt x="1355" y="222"/>
                  </a:lnTo>
                  <a:lnTo>
                    <a:pt x="1358" y="225"/>
                  </a:lnTo>
                  <a:lnTo>
                    <a:pt x="1358" y="227"/>
                  </a:lnTo>
                  <a:lnTo>
                    <a:pt x="1360" y="227"/>
                  </a:lnTo>
                  <a:lnTo>
                    <a:pt x="1360" y="227"/>
                  </a:lnTo>
                  <a:lnTo>
                    <a:pt x="1363" y="227"/>
                  </a:lnTo>
                  <a:lnTo>
                    <a:pt x="1363" y="225"/>
                  </a:lnTo>
                  <a:lnTo>
                    <a:pt x="1360" y="222"/>
                  </a:lnTo>
                  <a:lnTo>
                    <a:pt x="1360" y="222"/>
                  </a:lnTo>
                  <a:lnTo>
                    <a:pt x="1360" y="220"/>
                  </a:lnTo>
                  <a:lnTo>
                    <a:pt x="1363" y="218"/>
                  </a:lnTo>
                  <a:lnTo>
                    <a:pt x="1365" y="220"/>
                  </a:lnTo>
                  <a:lnTo>
                    <a:pt x="1365" y="225"/>
                  </a:lnTo>
                  <a:lnTo>
                    <a:pt x="1367" y="220"/>
                  </a:lnTo>
                  <a:lnTo>
                    <a:pt x="1370" y="220"/>
                  </a:lnTo>
                  <a:lnTo>
                    <a:pt x="1372" y="220"/>
                  </a:lnTo>
                  <a:lnTo>
                    <a:pt x="1370" y="215"/>
                  </a:lnTo>
                  <a:lnTo>
                    <a:pt x="1370" y="215"/>
                  </a:lnTo>
                  <a:lnTo>
                    <a:pt x="1372" y="206"/>
                  </a:lnTo>
                  <a:lnTo>
                    <a:pt x="1372" y="201"/>
                  </a:lnTo>
                  <a:lnTo>
                    <a:pt x="1372" y="199"/>
                  </a:lnTo>
                  <a:lnTo>
                    <a:pt x="1370" y="196"/>
                  </a:lnTo>
                  <a:lnTo>
                    <a:pt x="1367" y="194"/>
                  </a:lnTo>
                  <a:lnTo>
                    <a:pt x="1365" y="194"/>
                  </a:lnTo>
                  <a:lnTo>
                    <a:pt x="1365" y="196"/>
                  </a:lnTo>
                  <a:lnTo>
                    <a:pt x="1363" y="199"/>
                  </a:lnTo>
                  <a:lnTo>
                    <a:pt x="1360" y="196"/>
                  </a:lnTo>
                  <a:lnTo>
                    <a:pt x="1353" y="194"/>
                  </a:lnTo>
                  <a:lnTo>
                    <a:pt x="1351" y="194"/>
                  </a:lnTo>
                  <a:lnTo>
                    <a:pt x="1351" y="194"/>
                  </a:lnTo>
                  <a:lnTo>
                    <a:pt x="1346" y="196"/>
                  </a:lnTo>
                  <a:lnTo>
                    <a:pt x="1346" y="196"/>
                  </a:lnTo>
                  <a:lnTo>
                    <a:pt x="1344" y="196"/>
                  </a:lnTo>
                  <a:lnTo>
                    <a:pt x="1344" y="194"/>
                  </a:lnTo>
                  <a:close/>
                  <a:moveTo>
                    <a:pt x="1216" y="492"/>
                  </a:moveTo>
                  <a:lnTo>
                    <a:pt x="1216" y="492"/>
                  </a:lnTo>
                  <a:lnTo>
                    <a:pt x="1216" y="492"/>
                  </a:lnTo>
                  <a:lnTo>
                    <a:pt x="1218" y="492"/>
                  </a:lnTo>
                  <a:lnTo>
                    <a:pt x="1213" y="492"/>
                  </a:lnTo>
                  <a:lnTo>
                    <a:pt x="1211" y="492"/>
                  </a:lnTo>
                  <a:lnTo>
                    <a:pt x="1211" y="492"/>
                  </a:lnTo>
                  <a:lnTo>
                    <a:pt x="1211" y="495"/>
                  </a:lnTo>
                  <a:lnTo>
                    <a:pt x="1211" y="495"/>
                  </a:lnTo>
                  <a:lnTo>
                    <a:pt x="1213" y="495"/>
                  </a:lnTo>
                  <a:lnTo>
                    <a:pt x="1213" y="495"/>
                  </a:lnTo>
                  <a:lnTo>
                    <a:pt x="1216" y="495"/>
                  </a:lnTo>
                  <a:lnTo>
                    <a:pt x="1218" y="495"/>
                  </a:lnTo>
                  <a:lnTo>
                    <a:pt x="1218" y="492"/>
                  </a:lnTo>
                  <a:lnTo>
                    <a:pt x="1216" y="492"/>
                  </a:lnTo>
                  <a:close/>
                  <a:moveTo>
                    <a:pt x="1171" y="113"/>
                  </a:moveTo>
                  <a:lnTo>
                    <a:pt x="1169" y="113"/>
                  </a:lnTo>
                  <a:lnTo>
                    <a:pt x="1166" y="113"/>
                  </a:lnTo>
                  <a:lnTo>
                    <a:pt x="1166" y="118"/>
                  </a:lnTo>
                  <a:lnTo>
                    <a:pt x="1166" y="116"/>
                  </a:lnTo>
                  <a:lnTo>
                    <a:pt x="1164" y="116"/>
                  </a:lnTo>
                  <a:lnTo>
                    <a:pt x="1166" y="123"/>
                  </a:lnTo>
                  <a:lnTo>
                    <a:pt x="1169" y="121"/>
                  </a:lnTo>
                  <a:lnTo>
                    <a:pt x="1171" y="118"/>
                  </a:lnTo>
                  <a:lnTo>
                    <a:pt x="1176" y="121"/>
                  </a:lnTo>
                  <a:lnTo>
                    <a:pt x="1173" y="123"/>
                  </a:lnTo>
                  <a:lnTo>
                    <a:pt x="1176" y="125"/>
                  </a:lnTo>
                  <a:lnTo>
                    <a:pt x="1180" y="128"/>
                  </a:lnTo>
                  <a:lnTo>
                    <a:pt x="1190" y="128"/>
                  </a:lnTo>
                  <a:lnTo>
                    <a:pt x="1195" y="130"/>
                  </a:lnTo>
                  <a:lnTo>
                    <a:pt x="1199" y="132"/>
                  </a:lnTo>
                  <a:lnTo>
                    <a:pt x="1206" y="130"/>
                  </a:lnTo>
                  <a:lnTo>
                    <a:pt x="1213" y="130"/>
                  </a:lnTo>
                  <a:lnTo>
                    <a:pt x="1216" y="128"/>
                  </a:lnTo>
                  <a:lnTo>
                    <a:pt x="1218" y="128"/>
                  </a:lnTo>
                  <a:lnTo>
                    <a:pt x="1221" y="128"/>
                  </a:lnTo>
                  <a:lnTo>
                    <a:pt x="1221" y="130"/>
                  </a:lnTo>
                  <a:lnTo>
                    <a:pt x="1221" y="130"/>
                  </a:lnTo>
                  <a:lnTo>
                    <a:pt x="1221" y="132"/>
                  </a:lnTo>
                  <a:lnTo>
                    <a:pt x="1218" y="132"/>
                  </a:lnTo>
                  <a:lnTo>
                    <a:pt x="1218" y="132"/>
                  </a:lnTo>
                  <a:lnTo>
                    <a:pt x="1216" y="132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7"/>
                  </a:lnTo>
                  <a:lnTo>
                    <a:pt x="1240" y="130"/>
                  </a:lnTo>
                  <a:lnTo>
                    <a:pt x="1240" y="130"/>
                  </a:lnTo>
                  <a:lnTo>
                    <a:pt x="1242" y="130"/>
                  </a:lnTo>
                  <a:lnTo>
                    <a:pt x="1244" y="130"/>
                  </a:lnTo>
                  <a:lnTo>
                    <a:pt x="1244" y="128"/>
                  </a:lnTo>
                  <a:lnTo>
                    <a:pt x="1242" y="128"/>
                  </a:lnTo>
                  <a:lnTo>
                    <a:pt x="1230" y="116"/>
                  </a:lnTo>
                  <a:lnTo>
                    <a:pt x="1228" y="113"/>
                  </a:lnTo>
                  <a:lnTo>
                    <a:pt x="1230" y="113"/>
                  </a:lnTo>
                  <a:lnTo>
                    <a:pt x="1230" y="113"/>
                  </a:lnTo>
                  <a:lnTo>
                    <a:pt x="1228" y="111"/>
                  </a:lnTo>
                  <a:lnTo>
                    <a:pt x="1225" y="109"/>
                  </a:lnTo>
                  <a:lnTo>
                    <a:pt x="1221" y="109"/>
                  </a:lnTo>
                  <a:lnTo>
                    <a:pt x="1216" y="109"/>
                  </a:lnTo>
                  <a:lnTo>
                    <a:pt x="1213" y="109"/>
                  </a:lnTo>
                  <a:lnTo>
                    <a:pt x="1211" y="113"/>
                  </a:lnTo>
                  <a:lnTo>
                    <a:pt x="1206" y="116"/>
                  </a:lnTo>
                  <a:lnTo>
                    <a:pt x="1204" y="116"/>
                  </a:lnTo>
                  <a:lnTo>
                    <a:pt x="1199" y="116"/>
                  </a:lnTo>
                  <a:lnTo>
                    <a:pt x="1192" y="116"/>
                  </a:lnTo>
                  <a:lnTo>
                    <a:pt x="1187" y="116"/>
                  </a:lnTo>
                  <a:lnTo>
                    <a:pt x="1183" y="113"/>
                  </a:lnTo>
                  <a:lnTo>
                    <a:pt x="1173" y="113"/>
                  </a:lnTo>
                  <a:lnTo>
                    <a:pt x="1173" y="113"/>
                  </a:lnTo>
                  <a:lnTo>
                    <a:pt x="1171" y="113"/>
                  </a:lnTo>
                  <a:close/>
                  <a:moveTo>
                    <a:pt x="1237" y="137"/>
                  </a:moveTo>
                  <a:lnTo>
                    <a:pt x="1240" y="137"/>
                  </a:lnTo>
                  <a:lnTo>
                    <a:pt x="1240" y="137"/>
                  </a:lnTo>
                  <a:lnTo>
                    <a:pt x="1242" y="137"/>
                  </a:lnTo>
                  <a:lnTo>
                    <a:pt x="1242" y="139"/>
                  </a:lnTo>
                  <a:lnTo>
                    <a:pt x="1247" y="137"/>
                  </a:lnTo>
                  <a:lnTo>
                    <a:pt x="1251" y="137"/>
                  </a:lnTo>
                  <a:lnTo>
                    <a:pt x="1254" y="142"/>
                  </a:lnTo>
                  <a:lnTo>
                    <a:pt x="1254" y="144"/>
                  </a:lnTo>
                  <a:lnTo>
                    <a:pt x="1251" y="144"/>
                  </a:lnTo>
                  <a:lnTo>
                    <a:pt x="1251" y="147"/>
                  </a:lnTo>
                  <a:lnTo>
                    <a:pt x="1251" y="149"/>
                  </a:lnTo>
                  <a:lnTo>
                    <a:pt x="1254" y="151"/>
                  </a:lnTo>
                  <a:lnTo>
                    <a:pt x="1256" y="151"/>
                  </a:lnTo>
                  <a:lnTo>
                    <a:pt x="1256" y="149"/>
                  </a:lnTo>
                  <a:lnTo>
                    <a:pt x="1256" y="147"/>
                  </a:lnTo>
                  <a:lnTo>
                    <a:pt x="1256" y="144"/>
                  </a:lnTo>
                  <a:lnTo>
                    <a:pt x="1258" y="144"/>
                  </a:lnTo>
                  <a:lnTo>
                    <a:pt x="1263" y="144"/>
                  </a:lnTo>
                  <a:lnTo>
                    <a:pt x="1266" y="149"/>
                  </a:lnTo>
                  <a:lnTo>
                    <a:pt x="1261" y="151"/>
                  </a:lnTo>
                  <a:lnTo>
                    <a:pt x="1266" y="154"/>
                  </a:lnTo>
                  <a:lnTo>
                    <a:pt x="1270" y="156"/>
                  </a:lnTo>
                  <a:lnTo>
                    <a:pt x="1275" y="154"/>
                  </a:lnTo>
                  <a:lnTo>
                    <a:pt x="1280" y="156"/>
                  </a:lnTo>
                  <a:lnTo>
                    <a:pt x="1289" y="161"/>
                  </a:lnTo>
                  <a:lnTo>
                    <a:pt x="1294" y="161"/>
                  </a:lnTo>
                  <a:lnTo>
                    <a:pt x="1296" y="158"/>
                  </a:lnTo>
                  <a:lnTo>
                    <a:pt x="1294" y="158"/>
                  </a:lnTo>
                  <a:lnTo>
                    <a:pt x="1292" y="156"/>
                  </a:lnTo>
                  <a:lnTo>
                    <a:pt x="1289" y="156"/>
                  </a:lnTo>
                  <a:lnTo>
                    <a:pt x="1284" y="154"/>
                  </a:lnTo>
                  <a:lnTo>
                    <a:pt x="1284" y="151"/>
                  </a:lnTo>
                  <a:lnTo>
                    <a:pt x="1282" y="144"/>
                  </a:lnTo>
                  <a:lnTo>
                    <a:pt x="1282" y="142"/>
                  </a:lnTo>
                  <a:lnTo>
                    <a:pt x="1280" y="139"/>
                  </a:lnTo>
                  <a:lnTo>
                    <a:pt x="1277" y="137"/>
                  </a:lnTo>
                  <a:lnTo>
                    <a:pt x="1275" y="132"/>
                  </a:lnTo>
                  <a:lnTo>
                    <a:pt x="1270" y="130"/>
                  </a:lnTo>
                  <a:lnTo>
                    <a:pt x="1263" y="130"/>
                  </a:lnTo>
                  <a:lnTo>
                    <a:pt x="1261" y="132"/>
                  </a:lnTo>
                  <a:lnTo>
                    <a:pt x="1258" y="130"/>
                  </a:lnTo>
                  <a:lnTo>
                    <a:pt x="1256" y="130"/>
                  </a:lnTo>
                  <a:lnTo>
                    <a:pt x="1251" y="132"/>
                  </a:lnTo>
                  <a:lnTo>
                    <a:pt x="1244" y="132"/>
                  </a:lnTo>
                  <a:lnTo>
                    <a:pt x="1240" y="135"/>
                  </a:lnTo>
                  <a:lnTo>
                    <a:pt x="1237" y="137"/>
                  </a:lnTo>
                  <a:close/>
                  <a:moveTo>
                    <a:pt x="920" y="49"/>
                  </a:moveTo>
                  <a:lnTo>
                    <a:pt x="923" y="52"/>
                  </a:lnTo>
                  <a:lnTo>
                    <a:pt x="923" y="52"/>
                  </a:lnTo>
                  <a:lnTo>
                    <a:pt x="923" y="49"/>
                  </a:lnTo>
                  <a:lnTo>
                    <a:pt x="925" y="49"/>
                  </a:lnTo>
                  <a:lnTo>
                    <a:pt x="925" y="49"/>
                  </a:lnTo>
                  <a:lnTo>
                    <a:pt x="925" y="47"/>
                  </a:lnTo>
                  <a:lnTo>
                    <a:pt x="925" y="47"/>
                  </a:lnTo>
                  <a:lnTo>
                    <a:pt x="923" y="45"/>
                  </a:lnTo>
                  <a:lnTo>
                    <a:pt x="920" y="45"/>
                  </a:lnTo>
                  <a:lnTo>
                    <a:pt x="920" y="47"/>
                  </a:lnTo>
                  <a:lnTo>
                    <a:pt x="920" y="47"/>
                  </a:lnTo>
                  <a:lnTo>
                    <a:pt x="920" y="49"/>
                  </a:lnTo>
                  <a:close/>
                  <a:moveTo>
                    <a:pt x="925" y="57"/>
                  </a:moveTo>
                  <a:lnTo>
                    <a:pt x="927" y="54"/>
                  </a:lnTo>
                  <a:lnTo>
                    <a:pt x="930" y="52"/>
                  </a:lnTo>
                  <a:lnTo>
                    <a:pt x="930" y="52"/>
                  </a:lnTo>
                  <a:lnTo>
                    <a:pt x="934" y="54"/>
                  </a:lnTo>
                  <a:lnTo>
                    <a:pt x="937" y="52"/>
                  </a:lnTo>
                  <a:lnTo>
                    <a:pt x="937" y="49"/>
                  </a:lnTo>
                  <a:lnTo>
                    <a:pt x="934" y="49"/>
                  </a:lnTo>
                  <a:lnTo>
                    <a:pt x="932" y="47"/>
                  </a:lnTo>
                  <a:lnTo>
                    <a:pt x="930" y="49"/>
                  </a:lnTo>
                  <a:lnTo>
                    <a:pt x="925" y="49"/>
                  </a:lnTo>
                  <a:lnTo>
                    <a:pt x="923" y="52"/>
                  </a:lnTo>
                  <a:lnTo>
                    <a:pt x="925" y="57"/>
                  </a:lnTo>
                  <a:close/>
                  <a:moveTo>
                    <a:pt x="946" y="59"/>
                  </a:moveTo>
                  <a:lnTo>
                    <a:pt x="944" y="61"/>
                  </a:lnTo>
                  <a:lnTo>
                    <a:pt x="944" y="64"/>
                  </a:lnTo>
                  <a:lnTo>
                    <a:pt x="946" y="61"/>
                  </a:lnTo>
                  <a:lnTo>
                    <a:pt x="949" y="61"/>
                  </a:lnTo>
                  <a:lnTo>
                    <a:pt x="946" y="59"/>
                  </a:lnTo>
                  <a:lnTo>
                    <a:pt x="946" y="59"/>
                  </a:lnTo>
                  <a:lnTo>
                    <a:pt x="946" y="59"/>
                  </a:lnTo>
                  <a:close/>
                  <a:moveTo>
                    <a:pt x="1076" y="109"/>
                  </a:moveTo>
                  <a:lnTo>
                    <a:pt x="1079" y="109"/>
                  </a:lnTo>
                  <a:lnTo>
                    <a:pt x="1079" y="109"/>
                  </a:lnTo>
                  <a:lnTo>
                    <a:pt x="1079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4"/>
                  </a:lnTo>
                  <a:lnTo>
                    <a:pt x="1081" y="104"/>
                  </a:lnTo>
                  <a:lnTo>
                    <a:pt x="1079" y="104"/>
                  </a:lnTo>
                  <a:lnTo>
                    <a:pt x="1079" y="104"/>
                  </a:lnTo>
                  <a:lnTo>
                    <a:pt x="1074" y="106"/>
                  </a:lnTo>
                  <a:lnTo>
                    <a:pt x="1074" y="106"/>
                  </a:lnTo>
                  <a:lnTo>
                    <a:pt x="1076" y="109"/>
                  </a:lnTo>
                  <a:close/>
                  <a:moveTo>
                    <a:pt x="1287" y="180"/>
                  </a:moveTo>
                  <a:lnTo>
                    <a:pt x="1284" y="177"/>
                  </a:lnTo>
                  <a:lnTo>
                    <a:pt x="1284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4" y="180"/>
                  </a:lnTo>
                  <a:lnTo>
                    <a:pt x="1284" y="182"/>
                  </a:lnTo>
                  <a:lnTo>
                    <a:pt x="1287" y="182"/>
                  </a:lnTo>
                  <a:lnTo>
                    <a:pt x="1289" y="182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7" y="180"/>
                  </a:lnTo>
                  <a:lnTo>
                    <a:pt x="1287" y="180"/>
                  </a:lnTo>
                  <a:lnTo>
                    <a:pt x="1287" y="180"/>
                  </a:lnTo>
                  <a:close/>
                  <a:moveTo>
                    <a:pt x="1909" y="424"/>
                  </a:moveTo>
                  <a:lnTo>
                    <a:pt x="1909" y="424"/>
                  </a:lnTo>
                  <a:lnTo>
                    <a:pt x="1909" y="424"/>
                  </a:lnTo>
                  <a:lnTo>
                    <a:pt x="1909" y="424"/>
                  </a:lnTo>
                  <a:lnTo>
                    <a:pt x="1909" y="421"/>
                  </a:lnTo>
                  <a:lnTo>
                    <a:pt x="1907" y="419"/>
                  </a:lnTo>
                  <a:lnTo>
                    <a:pt x="1907" y="421"/>
                  </a:lnTo>
                  <a:lnTo>
                    <a:pt x="1909" y="424"/>
                  </a:lnTo>
                  <a:close/>
                  <a:moveTo>
                    <a:pt x="1237" y="175"/>
                  </a:moveTo>
                  <a:lnTo>
                    <a:pt x="1237" y="175"/>
                  </a:lnTo>
                  <a:lnTo>
                    <a:pt x="1240" y="173"/>
                  </a:lnTo>
                  <a:lnTo>
                    <a:pt x="1240" y="170"/>
                  </a:lnTo>
                  <a:lnTo>
                    <a:pt x="1242" y="165"/>
                  </a:lnTo>
                  <a:lnTo>
                    <a:pt x="1242" y="165"/>
                  </a:lnTo>
                  <a:lnTo>
                    <a:pt x="1237" y="165"/>
                  </a:lnTo>
                  <a:lnTo>
                    <a:pt x="1235" y="170"/>
                  </a:lnTo>
                  <a:lnTo>
                    <a:pt x="1235" y="170"/>
                  </a:lnTo>
                  <a:lnTo>
                    <a:pt x="1235" y="173"/>
                  </a:lnTo>
                  <a:lnTo>
                    <a:pt x="1237" y="173"/>
                  </a:lnTo>
                  <a:lnTo>
                    <a:pt x="1237" y="173"/>
                  </a:lnTo>
                  <a:lnTo>
                    <a:pt x="1237" y="175"/>
                  </a:lnTo>
                  <a:lnTo>
                    <a:pt x="1237" y="175"/>
                  </a:lnTo>
                  <a:close/>
                  <a:moveTo>
                    <a:pt x="885" y="31"/>
                  </a:moveTo>
                  <a:lnTo>
                    <a:pt x="887" y="28"/>
                  </a:lnTo>
                  <a:lnTo>
                    <a:pt x="889" y="28"/>
                  </a:lnTo>
                  <a:lnTo>
                    <a:pt x="889" y="26"/>
                  </a:lnTo>
                  <a:lnTo>
                    <a:pt x="887" y="26"/>
                  </a:lnTo>
                  <a:lnTo>
                    <a:pt x="885" y="26"/>
                  </a:lnTo>
                  <a:lnTo>
                    <a:pt x="882" y="26"/>
                  </a:lnTo>
                  <a:lnTo>
                    <a:pt x="880" y="26"/>
                  </a:lnTo>
                  <a:lnTo>
                    <a:pt x="878" y="23"/>
                  </a:lnTo>
                  <a:lnTo>
                    <a:pt x="875" y="21"/>
                  </a:lnTo>
                  <a:lnTo>
                    <a:pt x="875" y="21"/>
                  </a:lnTo>
                  <a:lnTo>
                    <a:pt x="873" y="23"/>
                  </a:lnTo>
                  <a:lnTo>
                    <a:pt x="873" y="23"/>
                  </a:lnTo>
                  <a:lnTo>
                    <a:pt x="873" y="26"/>
                  </a:lnTo>
                  <a:lnTo>
                    <a:pt x="873" y="28"/>
                  </a:lnTo>
                  <a:lnTo>
                    <a:pt x="880" y="31"/>
                  </a:lnTo>
                  <a:lnTo>
                    <a:pt x="885" y="31"/>
                  </a:lnTo>
                  <a:close/>
                  <a:moveTo>
                    <a:pt x="1355" y="232"/>
                  </a:moveTo>
                  <a:lnTo>
                    <a:pt x="1355" y="232"/>
                  </a:lnTo>
                  <a:lnTo>
                    <a:pt x="1355" y="229"/>
                  </a:lnTo>
                  <a:lnTo>
                    <a:pt x="1353" y="229"/>
                  </a:lnTo>
                  <a:lnTo>
                    <a:pt x="1353" y="229"/>
                  </a:lnTo>
                  <a:lnTo>
                    <a:pt x="1351" y="229"/>
                  </a:lnTo>
                  <a:lnTo>
                    <a:pt x="1351" y="232"/>
                  </a:lnTo>
                  <a:lnTo>
                    <a:pt x="1355" y="234"/>
                  </a:lnTo>
                  <a:lnTo>
                    <a:pt x="1355" y="234"/>
                  </a:lnTo>
                  <a:lnTo>
                    <a:pt x="1358" y="232"/>
                  </a:lnTo>
                  <a:lnTo>
                    <a:pt x="1358" y="232"/>
                  </a:lnTo>
                  <a:lnTo>
                    <a:pt x="1355" y="232"/>
                  </a:lnTo>
                  <a:lnTo>
                    <a:pt x="1355" y="232"/>
                  </a:lnTo>
                  <a:close/>
                  <a:moveTo>
                    <a:pt x="908" y="42"/>
                  </a:moveTo>
                  <a:lnTo>
                    <a:pt x="911" y="42"/>
                  </a:lnTo>
                  <a:lnTo>
                    <a:pt x="913" y="40"/>
                  </a:lnTo>
                  <a:lnTo>
                    <a:pt x="915" y="35"/>
                  </a:lnTo>
                  <a:lnTo>
                    <a:pt x="915" y="35"/>
                  </a:lnTo>
                  <a:lnTo>
                    <a:pt x="913" y="33"/>
                  </a:lnTo>
                  <a:lnTo>
                    <a:pt x="911" y="33"/>
                  </a:lnTo>
                  <a:lnTo>
                    <a:pt x="911" y="33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8"/>
                  </a:lnTo>
                  <a:lnTo>
                    <a:pt x="911" y="38"/>
                  </a:lnTo>
                  <a:lnTo>
                    <a:pt x="908" y="38"/>
                  </a:lnTo>
                  <a:lnTo>
                    <a:pt x="908" y="35"/>
                  </a:lnTo>
                  <a:lnTo>
                    <a:pt x="908" y="38"/>
                  </a:lnTo>
                  <a:lnTo>
                    <a:pt x="908" y="40"/>
                  </a:lnTo>
                  <a:lnTo>
                    <a:pt x="908" y="42"/>
                  </a:lnTo>
                  <a:close/>
                  <a:moveTo>
                    <a:pt x="1093" y="97"/>
                  </a:moveTo>
                  <a:lnTo>
                    <a:pt x="1105" y="97"/>
                  </a:lnTo>
                  <a:lnTo>
                    <a:pt x="1107" y="99"/>
                  </a:lnTo>
                  <a:lnTo>
                    <a:pt x="1109" y="102"/>
                  </a:lnTo>
                  <a:lnTo>
                    <a:pt x="1114" y="99"/>
                  </a:lnTo>
                  <a:lnTo>
                    <a:pt x="1114" y="97"/>
                  </a:lnTo>
                  <a:lnTo>
                    <a:pt x="1109" y="94"/>
                  </a:lnTo>
                  <a:lnTo>
                    <a:pt x="1093" y="94"/>
                  </a:lnTo>
                  <a:lnTo>
                    <a:pt x="1090" y="97"/>
                  </a:lnTo>
                  <a:lnTo>
                    <a:pt x="1093" y="97"/>
                  </a:lnTo>
                  <a:lnTo>
                    <a:pt x="1093" y="97"/>
                  </a:lnTo>
                  <a:close/>
                  <a:moveTo>
                    <a:pt x="1310" y="147"/>
                  </a:moveTo>
                  <a:lnTo>
                    <a:pt x="1310" y="147"/>
                  </a:lnTo>
                  <a:lnTo>
                    <a:pt x="1315" y="149"/>
                  </a:lnTo>
                  <a:lnTo>
                    <a:pt x="1315" y="149"/>
                  </a:lnTo>
                  <a:lnTo>
                    <a:pt x="1315" y="151"/>
                  </a:lnTo>
                  <a:lnTo>
                    <a:pt x="1315" y="151"/>
                  </a:lnTo>
                  <a:lnTo>
                    <a:pt x="1318" y="151"/>
                  </a:lnTo>
                  <a:lnTo>
                    <a:pt x="1318" y="149"/>
                  </a:lnTo>
                  <a:lnTo>
                    <a:pt x="1315" y="147"/>
                  </a:lnTo>
                  <a:lnTo>
                    <a:pt x="1315" y="147"/>
                  </a:lnTo>
                  <a:lnTo>
                    <a:pt x="1313" y="144"/>
                  </a:lnTo>
                  <a:lnTo>
                    <a:pt x="1310" y="142"/>
                  </a:lnTo>
                  <a:lnTo>
                    <a:pt x="1308" y="142"/>
                  </a:lnTo>
                  <a:lnTo>
                    <a:pt x="1308" y="142"/>
                  </a:lnTo>
                  <a:lnTo>
                    <a:pt x="1308" y="144"/>
                  </a:lnTo>
                  <a:lnTo>
                    <a:pt x="1310" y="147"/>
                  </a:lnTo>
                  <a:close/>
                  <a:moveTo>
                    <a:pt x="1313" y="158"/>
                  </a:moveTo>
                  <a:lnTo>
                    <a:pt x="1313" y="158"/>
                  </a:lnTo>
                  <a:lnTo>
                    <a:pt x="1310" y="158"/>
                  </a:lnTo>
                  <a:lnTo>
                    <a:pt x="1310" y="158"/>
                  </a:lnTo>
                  <a:lnTo>
                    <a:pt x="1308" y="158"/>
                  </a:lnTo>
                  <a:lnTo>
                    <a:pt x="1308" y="161"/>
                  </a:lnTo>
                  <a:lnTo>
                    <a:pt x="1310" y="161"/>
                  </a:lnTo>
                  <a:lnTo>
                    <a:pt x="1310" y="163"/>
                  </a:lnTo>
                  <a:lnTo>
                    <a:pt x="1313" y="161"/>
                  </a:lnTo>
                  <a:lnTo>
                    <a:pt x="1315" y="158"/>
                  </a:lnTo>
                  <a:lnTo>
                    <a:pt x="1315" y="158"/>
                  </a:lnTo>
                  <a:lnTo>
                    <a:pt x="1315" y="158"/>
                  </a:lnTo>
                  <a:lnTo>
                    <a:pt x="1313" y="158"/>
                  </a:lnTo>
                  <a:close/>
                  <a:moveTo>
                    <a:pt x="1081" y="123"/>
                  </a:moveTo>
                  <a:lnTo>
                    <a:pt x="1081" y="123"/>
                  </a:lnTo>
                  <a:lnTo>
                    <a:pt x="1081" y="123"/>
                  </a:lnTo>
                  <a:lnTo>
                    <a:pt x="1079" y="121"/>
                  </a:lnTo>
                  <a:lnTo>
                    <a:pt x="1079" y="121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4" y="123"/>
                  </a:lnTo>
                  <a:lnTo>
                    <a:pt x="1074" y="123"/>
                  </a:lnTo>
                  <a:lnTo>
                    <a:pt x="1079" y="125"/>
                  </a:lnTo>
                  <a:lnTo>
                    <a:pt x="1081" y="123"/>
                  </a:lnTo>
                  <a:close/>
                  <a:moveTo>
                    <a:pt x="1012" y="104"/>
                  </a:moveTo>
                  <a:lnTo>
                    <a:pt x="1012" y="102"/>
                  </a:lnTo>
                  <a:lnTo>
                    <a:pt x="1012" y="102"/>
                  </a:lnTo>
                  <a:lnTo>
                    <a:pt x="1012" y="102"/>
                  </a:lnTo>
                  <a:lnTo>
                    <a:pt x="1012" y="102"/>
                  </a:lnTo>
                  <a:lnTo>
                    <a:pt x="1010" y="102"/>
                  </a:lnTo>
                  <a:lnTo>
                    <a:pt x="1012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102"/>
                  </a:lnTo>
                  <a:lnTo>
                    <a:pt x="1008" y="102"/>
                  </a:lnTo>
                  <a:lnTo>
                    <a:pt x="1008" y="102"/>
                  </a:lnTo>
                  <a:lnTo>
                    <a:pt x="1008" y="104"/>
                  </a:lnTo>
                  <a:lnTo>
                    <a:pt x="1008" y="104"/>
                  </a:lnTo>
                  <a:lnTo>
                    <a:pt x="1008" y="104"/>
                  </a:lnTo>
                  <a:lnTo>
                    <a:pt x="1008" y="106"/>
                  </a:lnTo>
                  <a:lnTo>
                    <a:pt x="1010" y="109"/>
                  </a:lnTo>
                  <a:lnTo>
                    <a:pt x="1012" y="109"/>
                  </a:lnTo>
                  <a:lnTo>
                    <a:pt x="1012" y="106"/>
                  </a:lnTo>
                  <a:lnTo>
                    <a:pt x="1012" y="106"/>
                  </a:lnTo>
                  <a:lnTo>
                    <a:pt x="1012" y="104"/>
                  </a:lnTo>
                  <a:lnTo>
                    <a:pt x="1012" y="104"/>
                  </a:lnTo>
                  <a:close/>
                  <a:moveTo>
                    <a:pt x="1112" y="128"/>
                  </a:moveTo>
                  <a:lnTo>
                    <a:pt x="1114" y="128"/>
                  </a:lnTo>
                  <a:lnTo>
                    <a:pt x="1114" y="125"/>
                  </a:lnTo>
                  <a:lnTo>
                    <a:pt x="1114" y="123"/>
                  </a:lnTo>
                  <a:lnTo>
                    <a:pt x="1112" y="123"/>
                  </a:lnTo>
                  <a:lnTo>
                    <a:pt x="1109" y="125"/>
                  </a:lnTo>
                  <a:lnTo>
                    <a:pt x="1109" y="125"/>
                  </a:lnTo>
                  <a:lnTo>
                    <a:pt x="1112" y="128"/>
                  </a:lnTo>
                  <a:lnTo>
                    <a:pt x="1112" y="128"/>
                  </a:lnTo>
                  <a:lnTo>
                    <a:pt x="1112" y="128"/>
                  </a:lnTo>
                  <a:close/>
                  <a:moveTo>
                    <a:pt x="989" y="80"/>
                  </a:moveTo>
                  <a:lnTo>
                    <a:pt x="993" y="78"/>
                  </a:lnTo>
                  <a:lnTo>
                    <a:pt x="998" y="80"/>
                  </a:lnTo>
                  <a:lnTo>
                    <a:pt x="998" y="83"/>
                  </a:lnTo>
                  <a:lnTo>
                    <a:pt x="1001" y="85"/>
                  </a:lnTo>
                  <a:lnTo>
                    <a:pt x="1003" y="85"/>
                  </a:lnTo>
                  <a:lnTo>
                    <a:pt x="1003" y="87"/>
                  </a:lnTo>
                  <a:lnTo>
                    <a:pt x="1005" y="87"/>
                  </a:lnTo>
                  <a:lnTo>
                    <a:pt x="1008" y="90"/>
                  </a:lnTo>
                  <a:lnTo>
                    <a:pt x="1008" y="92"/>
                  </a:lnTo>
                  <a:lnTo>
                    <a:pt x="1008" y="92"/>
                  </a:lnTo>
                  <a:lnTo>
                    <a:pt x="1010" y="92"/>
                  </a:lnTo>
                  <a:lnTo>
                    <a:pt x="1015" y="94"/>
                  </a:lnTo>
                  <a:lnTo>
                    <a:pt x="1017" y="97"/>
                  </a:lnTo>
                  <a:lnTo>
                    <a:pt x="1019" y="97"/>
                  </a:lnTo>
                  <a:lnTo>
                    <a:pt x="1024" y="94"/>
                  </a:lnTo>
                  <a:lnTo>
                    <a:pt x="1031" y="102"/>
                  </a:lnTo>
                  <a:lnTo>
                    <a:pt x="1034" y="104"/>
                  </a:lnTo>
                  <a:lnTo>
                    <a:pt x="1036" y="106"/>
                  </a:lnTo>
                  <a:lnTo>
                    <a:pt x="1038" y="106"/>
                  </a:lnTo>
                  <a:lnTo>
                    <a:pt x="1041" y="106"/>
                  </a:lnTo>
                  <a:lnTo>
                    <a:pt x="1041" y="106"/>
                  </a:lnTo>
                  <a:lnTo>
                    <a:pt x="1046" y="111"/>
                  </a:lnTo>
                  <a:lnTo>
                    <a:pt x="1043" y="106"/>
                  </a:lnTo>
                  <a:lnTo>
                    <a:pt x="1041" y="102"/>
                  </a:lnTo>
                  <a:lnTo>
                    <a:pt x="1036" y="99"/>
                  </a:lnTo>
                  <a:lnTo>
                    <a:pt x="1029" y="97"/>
                  </a:lnTo>
                  <a:lnTo>
                    <a:pt x="1022" y="92"/>
                  </a:lnTo>
                  <a:lnTo>
                    <a:pt x="1012" y="90"/>
                  </a:lnTo>
                  <a:lnTo>
                    <a:pt x="1008" y="87"/>
                  </a:lnTo>
                  <a:lnTo>
                    <a:pt x="998" y="76"/>
                  </a:lnTo>
                  <a:lnTo>
                    <a:pt x="993" y="76"/>
                  </a:lnTo>
                  <a:lnTo>
                    <a:pt x="991" y="76"/>
                  </a:lnTo>
                  <a:lnTo>
                    <a:pt x="986" y="78"/>
                  </a:lnTo>
                  <a:lnTo>
                    <a:pt x="986" y="80"/>
                  </a:lnTo>
                  <a:lnTo>
                    <a:pt x="989" y="80"/>
                  </a:lnTo>
                  <a:close/>
                  <a:moveTo>
                    <a:pt x="1164" y="104"/>
                  </a:moveTo>
                  <a:lnTo>
                    <a:pt x="1164" y="104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6" y="106"/>
                  </a:lnTo>
                  <a:lnTo>
                    <a:pt x="1166" y="104"/>
                  </a:lnTo>
                  <a:lnTo>
                    <a:pt x="1166" y="104"/>
                  </a:lnTo>
                  <a:lnTo>
                    <a:pt x="1166" y="104"/>
                  </a:lnTo>
                  <a:lnTo>
                    <a:pt x="1166" y="106"/>
                  </a:lnTo>
                  <a:lnTo>
                    <a:pt x="1166" y="109"/>
                  </a:lnTo>
                  <a:lnTo>
                    <a:pt x="1166" y="106"/>
                  </a:lnTo>
                  <a:lnTo>
                    <a:pt x="1166" y="106"/>
                  </a:lnTo>
                  <a:lnTo>
                    <a:pt x="1166" y="106"/>
                  </a:lnTo>
                  <a:lnTo>
                    <a:pt x="1169" y="106"/>
                  </a:lnTo>
                  <a:lnTo>
                    <a:pt x="1169" y="109"/>
                  </a:lnTo>
                  <a:lnTo>
                    <a:pt x="1171" y="109"/>
                  </a:lnTo>
                  <a:lnTo>
                    <a:pt x="1171" y="109"/>
                  </a:lnTo>
                  <a:lnTo>
                    <a:pt x="1171" y="109"/>
                  </a:lnTo>
                  <a:lnTo>
                    <a:pt x="1173" y="109"/>
                  </a:lnTo>
                  <a:lnTo>
                    <a:pt x="1173" y="109"/>
                  </a:lnTo>
                  <a:lnTo>
                    <a:pt x="1173" y="109"/>
                  </a:lnTo>
                  <a:lnTo>
                    <a:pt x="1169" y="104"/>
                  </a:lnTo>
                  <a:lnTo>
                    <a:pt x="1166" y="102"/>
                  </a:lnTo>
                  <a:lnTo>
                    <a:pt x="1164" y="102"/>
                  </a:lnTo>
                  <a:lnTo>
                    <a:pt x="1161" y="102"/>
                  </a:lnTo>
                  <a:lnTo>
                    <a:pt x="1161" y="104"/>
                  </a:lnTo>
                  <a:lnTo>
                    <a:pt x="1164" y="104"/>
                  </a:lnTo>
                  <a:close/>
                  <a:moveTo>
                    <a:pt x="1263" y="128"/>
                  </a:moveTo>
                  <a:lnTo>
                    <a:pt x="1263" y="128"/>
                  </a:lnTo>
                  <a:lnTo>
                    <a:pt x="1266" y="128"/>
                  </a:lnTo>
                  <a:lnTo>
                    <a:pt x="1266" y="128"/>
                  </a:lnTo>
                  <a:lnTo>
                    <a:pt x="1266" y="125"/>
                  </a:lnTo>
                  <a:lnTo>
                    <a:pt x="1266" y="123"/>
                  </a:lnTo>
                  <a:lnTo>
                    <a:pt x="1266" y="123"/>
                  </a:lnTo>
                  <a:lnTo>
                    <a:pt x="1268" y="123"/>
                  </a:lnTo>
                  <a:lnTo>
                    <a:pt x="1268" y="125"/>
                  </a:lnTo>
                  <a:lnTo>
                    <a:pt x="1270" y="128"/>
                  </a:lnTo>
                  <a:lnTo>
                    <a:pt x="1270" y="128"/>
                  </a:lnTo>
                  <a:lnTo>
                    <a:pt x="1270" y="128"/>
                  </a:lnTo>
                  <a:lnTo>
                    <a:pt x="1270" y="123"/>
                  </a:lnTo>
                  <a:lnTo>
                    <a:pt x="1268" y="121"/>
                  </a:lnTo>
                  <a:lnTo>
                    <a:pt x="1266" y="121"/>
                  </a:lnTo>
                  <a:lnTo>
                    <a:pt x="1263" y="121"/>
                  </a:lnTo>
                  <a:lnTo>
                    <a:pt x="1263" y="121"/>
                  </a:lnTo>
                  <a:lnTo>
                    <a:pt x="1263" y="123"/>
                  </a:lnTo>
                  <a:lnTo>
                    <a:pt x="1263" y="125"/>
                  </a:lnTo>
                  <a:lnTo>
                    <a:pt x="1261" y="125"/>
                  </a:lnTo>
                  <a:lnTo>
                    <a:pt x="1261" y="128"/>
                  </a:lnTo>
                  <a:lnTo>
                    <a:pt x="1261" y="128"/>
                  </a:lnTo>
                  <a:lnTo>
                    <a:pt x="1263" y="128"/>
                  </a:lnTo>
                  <a:close/>
                  <a:moveTo>
                    <a:pt x="1135" y="130"/>
                  </a:moveTo>
                  <a:lnTo>
                    <a:pt x="1135" y="130"/>
                  </a:lnTo>
                  <a:lnTo>
                    <a:pt x="1135" y="130"/>
                  </a:lnTo>
                  <a:lnTo>
                    <a:pt x="1138" y="130"/>
                  </a:lnTo>
                  <a:lnTo>
                    <a:pt x="1138" y="130"/>
                  </a:lnTo>
                  <a:lnTo>
                    <a:pt x="1140" y="132"/>
                  </a:lnTo>
                  <a:lnTo>
                    <a:pt x="1140" y="130"/>
                  </a:lnTo>
                  <a:lnTo>
                    <a:pt x="1140" y="128"/>
                  </a:lnTo>
                  <a:lnTo>
                    <a:pt x="1138" y="125"/>
                  </a:lnTo>
                  <a:lnTo>
                    <a:pt x="1138" y="125"/>
                  </a:lnTo>
                  <a:lnTo>
                    <a:pt x="1135" y="125"/>
                  </a:lnTo>
                  <a:lnTo>
                    <a:pt x="1133" y="125"/>
                  </a:lnTo>
                  <a:lnTo>
                    <a:pt x="1133" y="125"/>
                  </a:lnTo>
                  <a:lnTo>
                    <a:pt x="1133" y="128"/>
                  </a:lnTo>
                  <a:lnTo>
                    <a:pt x="1133" y="128"/>
                  </a:lnTo>
                  <a:lnTo>
                    <a:pt x="1133" y="130"/>
                  </a:lnTo>
                  <a:lnTo>
                    <a:pt x="1135" y="130"/>
                  </a:lnTo>
                  <a:close/>
                  <a:moveTo>
                    <a:pt x="1185" y="407"/>
                  </a:moveTo>
                  <a:lnTo>
                    <a:pt x="1183" y="405"/>
                  </a:lnTo>
                  <a:lnTo>
                    <a:pt x="1183" y="405"/>
                  </a:lnTo>
                  <a:lnTo>
                    <a:pt x="1180" y="405"/>
                  </a:lnTo>
                  <a:lnTo>
                    <a:pt x="1178" y="405"/>
                  </a:lnTo>
                  <a:lnTo>
                    <a:pt x="1178" y="405"/>
                  </a:lnTo>
                  <a:lnTo>
                    <a:pt x="1180" y="405"/>
                  </a:lnTo>
                  <a:lnTo>
                    <a:pt x="1180" y="407"/>
                  </a:lnTo>
                  <a:lnTo>
                    <a:pt x="1180" y="407"/>
                  </a:lnTo>
                  <a:lnTo>
                    <a:pt x="1183" y="407"/>
                  </a:lnTo>
                  <a:lnTo>
                    <a:pt x="1183" y="407"/>
                  </a:lnTo>
                  <a:lnTo>
                    <a:pt x="1185" y="407"/>
                  </a:lnTo>
                  <a:lnTo>
                    <a:pt x="1185" y="407"/>
                  </a:lnTo>
                  <a:lnTo>
                    <a:pt x="1185" y="409"/>
                  </a:lnTo>
                  <a:lnTo>
                    <a:pt x="1185" y="409"/>
                  </a:lnTo>
                  <a:lnTo>
                    <a:pt x="1187" y="409"/>
                  </a:lnTo>
                  <a:lnTo>
                    <a:pt x="1185" y="407"/>
                  </a:lnTo>
                  <a:lnTo>
                    <a:pt x="1185" y="407"/>
                  </a:lnTo>
                  <a:close/>
                  <a:moveTo>
                    <a:pt x="1159" y="466"/>
                  </a:moveTo>
                  <a:lnTo>
                    <a:pt x="1150" y="469"/>
                  </a:lnTo>
                  <a:lnTo>
                    <a:pt x="1150" y="466"/>
                  </a:lnTo>
                  <a:lnTo>
                    <a:pt x="1150" y="464"/>
                  </a:lnTo>
                  <a:lnTo>
                    <a:pt x="1147" y="461"/>
                  </a:lnTo>
                  <a:lnTo>
                    <a:pt x="1145" y="461"/>
                  </a:lnTo>
                  <a:lnTo>
                    <a:pt x="1145" y="464"/>
                  </a:lnTo>
                  <a:lnTo>
                    <a:pt x="1143" y="466"/>
                  </a:lnTo>
                  <a:lnTo>
                    <a:pt x="1147" y="471"/>
                  </a:lnTo>
                  <a:lnTo>
                    <a:pt x="1159" y="471"/>
                  </a:lnTo>
                  <a:lnTo>
                    <a:pt x="1164" y="473"/>
                  </a:lnTo>
                  <a:lnTo>
                    <a:pt x="1164" y="473"/>
                  </a:lnTo>
                  <a:lnTo>
                    <a:pt x="1161" y="469"/>
                  </a:lnTo>
                  <a:lnTo>
                    <a:pt x="1159" y="466"/>
                  </a:lnTo>
                  <a:close/>
                  <a:moveTo>
                    <a:pt x="873" y="54"/>
                  </a:moveTo>
                  <a:lnTo>
                    <a:pt x="873" y="52"/>
                  </a:lnTo>
                  <a:lnTo>
                    <a:pt x="870" y="49"/>
                  </a:lnTo>
                  <a:lnTo>
                    <a:pt x="870" y="49"/>
                  </a:lnTo>
                  <a:lnTo>
                    <a:pt x="868" y="49"/>
                  </a:lnTo>
                  <a:lnTo>
                    <a:pt x="868" y="47"/>
                  </a:lnTo>
                  <a:lnTo>
                    <a:pt x="870" y="47"/>
                  </a:lnTo>
                  <a:lnTo>
                    <a:pt x="870" y="45"/>
                  </a:lnTo>
                  <a:lnTo>
                    <a:pt x="868" y="45"/>
                  </a:lnTo>
                  <a:lnTo>
                    <a:pt x="863" y="45"/>
                  </a:lnTo>
                  <a:lnTo>
                    <a:pt x="856" y="49"/>
                  </a:lnTo>
                  <a:lnTo>
                    <a:pt x="854" y="49"/>
                  </a:lnTo>
                  <a:lnTo>
                    <a:pt x="852" y="49"/>
                  </a:lnTo>
                  <a:lnTo>
                    <a:pt x="852" y="49"/>
                  </a:lnTo>
                  <a:lnTo>
                    <a:pt x="849" y="49"/>
                  </a:lnTo>
                  <a:lnTo>
                    <a:pt x="854" y="52"/>
                  </a:lnTo>
                  <a:lnTo>
                    <a:pt x="873" y="54"/>
                  </a:lnTo>
                  <a:close/>
                  <a:moveTo>
                    <a:pt x="1169" y="343"/>
                  </a:moveTo>
                  <a:lnTo>
                    <a:pt x="1169" y="345"/>
                  </a:lnTo>
                  <a:lnTo>
                    <a:pt x="1169" y="345"/>
                  </a:lnTo>
                  <a:lnTo>
                    <a:pt x="1169" y="345"/>
                  </a:lnTo>
                  <a:lnTo>
                    <a:pt x="1171" y="343"/>
                  </a:lnTo>
                  <a:lnTo>
                    <a:pt x="1169" y="343"/>
                  </a:lnTo>
                  <a:close/>
                  <a:moveTo>
                    <a:pt x="1062" y="409"/>
                  </a:moveTo>
                  <a:lnTo>
                    <a:pt x="1057" y="412"/>
                  </a:lnTo>
                  <a:lnTo>
                    <a:pt x="1060" y="414"/>
                  </a:lnTo>
                  <a:lnTo>
                    <a:pt x="1064" y="416"/>
                  </a:lnTo>
                  <a:lnTo>
                    <a:pt x="1064" y="414"/>
                  </a:lnTo>
                  <a:lnTo>
                    <a:pt x="1067" y="414"/>
                  </a:lnTo>
                  <a:lnTo>
                    <a:pt x="1069" y="416"/>
                  </a:lnTo>
                  <a:lnTo>
                    <a:pt x="1069" y="419"/>
                  </a:lnTo>
                  <a:lnTo>
                    <a:pt x="1064" y="419"/>
                  </a:lnTo>
                  <a:lnTo>
                    <a:pt x="1064" y="419"/>
                  </a:lnTo>
                  <a:lnTo>
                    <a:pt x="1067" y="421"/>
                  </a:lnTo>
                  <a:lnTo>
                    <a:pt x="1069" y="421"/>
                  </a:lnTo>
                  <a:lnTo>
                    <a:pt x="1074" y="421"/>
                  </a:lnTo>
                  <a:lnTo>
                    <a:pt x="1076" y="419"/>
                  </a:lnTo>
                  <a:lnTo>
                    <a:pt x="1069" y="412"/>
                  </a:lnTo>
                  <a:lnTo>
                    <a:pt x="1062" y="409"/>
                  </a:lnTo>
                  <a:close/>
                  <a:moveTo>
                    <a:pt x="1119" y="447"/>
                  </a:moveTo>
                  <a:lnTo>
                    <a:pt x="1114" y="442"/>
                  </a:lnTo>
                  <a:lnTo>
                    <a:pt x="1107" y="435"/>
                  </a:lnTo>
                  <a:lnTo>
                    <a:pt x="1098" y="431"/>
                  </a:lnTo>
                  <a:lnTo>
                    <a:pt x="1090" y="433"/>
                  </a:lnTo>
                  <a:lnTo>
                    <a:pt x="1090" y="435"/>
                  </a:lnTo>
                  <a:lnTo>
                    <a:pt x="1093" y="435"/>
                  </a:lnTo>
                  <a:lnTo>
                    <a:pt x="1095" y="438"/>
                  </a:lnTo>
                  <a:lnTo>
                    <a:pt x="1098" y="438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3"/>
                  </a:lnTo>
                  <a:lnTo>
                    <a:pt x="1100" y="433"/>
                  </a:lnTo>
                  <a:lnTo>
                    <a:pt x="1105" y="438"/>
                  </a:lnTo>
                  <a:lnTo>
                    <a:pt x="1109" y="442"/>
                  </a:lnTo>
                  <a:lnTo>
                    <a:pt x="1112" y="445"/>
                  </a:lnTo>
                  <a:lnTo>
                    <a:pt x="1109" y="445"/>
                  </a:lnTo>
                  <a:lnTo>
                    <a:pt x="1107" y="442"/>
                  </a:lnTo>
                  <a:lnTo>
                    <a:pt x="1105" y="440"/>
                  </a:lnTo>
                  <a:lnTo>
                    <a:pt x="1100" y="438"/>
                  </a:lnTo>
                  <a:lnTo>
                    <a:pt x="1100" y="440"/>
                  </a:lnTo>
                  <a:lnTo>
                    <a:pt x="1107" y="447"/>
                  </a:lnTo>
                  <a:lnTo>
                    <a:pt x="1112" y="450"/>
                  </a:lnTo>
                  <a:lnTo>
                    <a:pt x="1116" y="452"/>
                  </a:lnTo>
                  <a:lnTo>
                    <a:pt x="1116" y="450"/>
                  </a:lnTo>
                  <a:lnTo>
                    <a:pt x="1116" y="447"/>
                  </a:lnTo>
                  <a:lnTo>
                    <a:pt x="1119" y="447"/>
                  </a:lnTo>
                  <a:lnTo>
                    <a:pt x="1119" y="447"/>
                  </a:lnTo>
                  <a:close/>
                  <a:moveTo>
                    <a:pt x="1131" y="454"/>
                  </a:moveTo>
                  <a:lnTo>
                    <a:pt x="1128" y="454"/>
                  </a:lnTo>
                  <a:lnTo>
                    <a:pt x="1128" y="452"/>
                  </a:lnTo>
                  <a:lnTo>
                    <a:pt x="1124" y="452"/>
                  </a:lnTo>
                  <a:lnTo>
                    <a:pt x="1121" y="452"/>
                  </a:lnTo>
                  <a:lnTo>
                    <a:pt x="1119" y="452"/>
                  </a:lnTo>
                  <a:lnTo>
                    <a:pt x="1121" y="454"/>
                  </a:lnTo>
                  <a:lnTo>
                    <a:pt x="1131" y="459"/>
                  </a:lnTo>
                  <a:lnTo>
                    <a:pt x="1135" y="461"/>
                  </a:lnTo>
                  <a:lnTo>
                    <a:pt x="1135" y="461"/>
                  </a:lnTo>
                  <a:lnTo>
                    <a:pt x="1138" y="461"/>
                  </a:lnTo>
                  <a:lnTo>
                    <a:pt x="1138" y="461"/>
                  </a:lnTo>
                  <a:lnTo>
                    <a:pt x="1140" y="459"/>
                  </a:lnTo>
                  <a:lnTo>
                    <a:pt x="1140" y="454"/>
                  </a:lnTo>
                  <a:lnTo>
                    <a:pt x="1135" y="454"/>
                  </a:lnTo>
                  <a:lnTo>
                    <a:pt x="1131" y="454"/>
                  </a:lnTo>
                  <a:close/>
                  <a:moveTo>
                    <a:pt x="1232" y="473"/>
                  </a:moveTo>
                  <a:lnTo>
                    <a:pt x="1232" y="471"/>
                  </a:lnTo>
                  <a:lnTo>
                    <a:pt x="1232" y="471"/>
                  </a:lnTo>
                  <a:lnTo>
                    <a:pt x="1230" y="471"/>
                  </a:lnTo>
                  <a:lnTo>
                    <a:pt x="1230" y="469"/>
                  </a:lnTo>
                  <a:lnTo>
                    <a:pt x="1228" y="469"/>
                  </a:lnTo>
                  <a:lnTo>
                    <a:pt x="1230" y="469"/>
                  </a:lnTo>
                  <a:lnTo>
                    <a:pt x="1230" y="471"/>
                  </a:lnTo>
                  <a:lnTo>
                    <a:pt x="1232" y="473"/>
                  </a:lnTo>
                  <a:close/>
                  <a:moveTo>
                    <a:pt x="1348" y="497"/>
                  </a:moveTo>
                  <a:lnTo>
                    <a:pt x="1346" y="499"/>
                  </a:lnTo>
                  <a:lnTo>
                    <a:pt x="1346" y="499"/>
                  </a:lnTo>
                  <a:lnTo>
                    <a:pt x="1348" y="499"/>
                  </a:lnTo>
                  <a:lnTo>
                    <a:pt x="1348" y="502"/>
                  </a:lnTo>
                  <a:lnTo>
                    <a:pt x="1348" y="502"/>
                  </a:lnTo>
                  <a:lnTo>
                    <a:pt x="1351" y="499"/>
                  </a:lnTo>
                  <a:lnTo>
                    <a:pt x="1351" y="499"/>
                  </a:lnTo>
                  <a:lnTo>
                    <a:pt x="1348" y="497"/>
                  </a:lnTo>
                  <a:close/>
                  <a:moveTo>
                    <a:pt x="2063" y="497"/>
                  </a:moveTo>
                  <a:lnTo>
                    <a:pt x="2063" y="495"/>
                  </a:lnTo>
                  <a:lnTo>
                    <a:pt x="2060" y="492"/>
                  </a:lnTo>
                  <a:lnTo>
                    <a:pt x="2058" y="487"/>
                  </a:lnTo>
                  <a:lnTo>
                    <a:pt x="2051" y="485"/>
                  </a:lnTo>
                  <a:lnTo>
                    <a:pt x="2046" y="483"/>
                  </a:lnTo>
                  <a:lnTo>
                    <a:pt x="2046" y="480"/>
                  </a:lnTo>
                  <a:lnTo>
                    <a:pt x="2044" y="480"/>
                  </a:lnTo>
                  <a:lnTo>
                    <a:pt x="2039" y="480"/>
                  </a:lnTo>
                  <a:lnTo>
                    <a:pt x="2034" y="483"/>
                  </a:lnTo>
                  <a:lnTo>
                    <a:pt x="2032" y="485"/>
                  </a:lnTo>
                  <a:lnTo>
                    <a:pt x="2030" y="487"/>
                  </a:lnTo>
                  <a:lnTo>
                    <a:pt x="2025" y="487"/>
                  </a:lnTo>
                  <a:lnTo>
                    <a:pt x="2020" y="487"/>
                  </a:lnTo>
                  <a:lnTo>
                    <a:pt x="2018" y="487"/>
                  </a:lnTo>
                  <a:lnTo>
                    <a:pt x="2015" y="490"/>
                  </a:lnTo>
                  <a:lnTo>
                    <a:pt x="2013" y="490"/>
                  </a:lnTo>
                  <a:lnTo>
                    <a:pt x="2013" y="487"/>
                  </a:lnTo>
                  <a:lnTo>
                    <a:pt x="2008" y="483"/>
                  </a:lnTo>
                  <a:lnTo>
                    <a:pt x="2001" y="480"/>
                  </a:lnTo>
                  <a:lnTo>
                    <a:pt x="1997" y="480"/>
                  </a:lnTo>
                  <a:lnTo>
                    <a:pt x="1994" y="480"/>
                  </a:lnTo>
                  <a:lnTo>
                    <a:pt x="1994" y="478"/>
                  </a:lnTo>
                  <a:lnTo>
                    <a:pt x="1982" y="471"/>
                  </a:lnTo>
                  <a:lnTo>
                    <a:pt x="1982" y="469"/>
                  </a:lnTo>
                  <a:lnTo>
                    <a:pt x="1980" y="469"/>
                  </a:lnTo>
                  <a:lnTo>
                    <a:pt x="1973" y="461"/>
                  </a:lnTo>
                  <a:lnTo>
                    <a:pt x="1971" y="457"/>
                  </a:lnTo>
                  <a:lnTo>
                    <a:pt x="1971" y="454"/>
                  </a:lnTo>
                  <a:lnTo>
                    <a:pt x="1961" y="450"/>
                  </a:lnTo>
                  <a:lnTo>
                    <a:pt x="1956" y="447"/>
                  </a:lnTo>
                  <a:lnTo>
                    <a:pt x="1956" y="445"/>
                  </a:lnTo>
                  <a:lnTo>
                    <a:pt x="1949" y="445"/>
                  </a:lnTo>
                  <a:lnTo>
                    <a:pt x="1947" y="442"/>
                  </a:lnTo>
                  <a:lnTo>
                    <a:pt x="1945" y="442"/>
                  </a:lnTo>
                  <a:lnTo>
                    <a:pt x="1945" y="442"/>
                  </a:lnTo>
                  <a:lnTo>
                    <a:pt x="1945" y="442"/>
                  </a:lnTo>
                  <a:lnTo>
                    <a:pt x="1942" y="440"/>
                  </a:lnTo>
                  <a:lnTo>
                    <a:pt x="1940" y="435"/>
                  </a:lnTo>
                  <a:lnTo>
                    <a:pt x="1940" y="435"/>
                  </a:lnTo>
                  <a:lnTo>
                    <a:pt x="1942" y="433"/>
                  </a:lnTo>
                  <a:lnTo>
                    <a:pt x="1940" y="431"/>
                  </a:lnTo>
                  <a:lnTo>
                    <a:pt x="1935" y="431"/>
                  </a:lnTo>
                  <a:lnTo>
                    <a:pt x="1921" y="431"/>
                  </a:lnTo>
                  <a:lnTo>
                    <a:pt x="1916" y="428"/>
                  </a:lnTo>
                  <a:lnTo>
                    <a:pt x="1914" y="426"/>
                  </a:lnTo>
                  <a:lnTo>
                    <a:pt x="1909" y="424"/>
                  </a:lnTo>
                  <a:lnTo>
                    <a:pt x="1907" y="426"/>
                  </a:lnTo>
                  <a:lnTo>
                    <a:pt x="1902" y="426"/>
                  </a:lnTo>
                  <a:lnTo>
                    <a:pt x="1902" y="424"/>
                  </a:lnTo>
                  <a:lnTo>
                    <a:pt x="1900" y="424"/>
                  </a:lnTo>
                  <a:lnTo>
                    <a:pt x="1900" y="421"/>
                  </a:lnTo>
                  <a:lnTo>
                    <a:pt x="1897" y="421"/>
                  </a:lnTo>
                  <a:lnTo>
                    <a:pt x="1895" y="421"/>
                  </a:lnTo>
                  <a:lnTo>
                    <a:pt x="1890" y="421"/>
                  </a:lnTo>
                  <a:lnTo>
                    <a:pt x="1876" y="424"/>
                  </a:lnTo>
                  <a:lnTo>
                    <a:pt x="1878" y="426"/>
                  </a:lnTo>
                  <a:lnTo>
                    <a:pt x="1878" y="428"/>
                  </a:lnTo>
                  <a:lnTo>
                    <a:pt x="1876" y="428"/>
                  </a:lnTo>
                  <a:lnTo>
                    <a:pt x="1874" y="426"/>
                  </a:lnTo>
                  <a:lnTo>
                    <a:pt x="1874" y="426"/>
                  </a:lnTo>
                  <a:lnTo>
                    <a:pt x="1874" y="426"/>
                  </a:lnTo>
                  <a:lnTo>
                    <a:pt x="1871" y="428"/>
                  </a:lnTo>
                  <a:lnTo>
                    <a:pt x="1871" y="431"/>
                  </a:lnTo>
                  <a:lnTo>
                    <a:pt x="1869" y="426"/>
                  </a:lnTo>
                  <a:lnTo>
                    <a:pt x="1866" y="426"/>
                  </a:lnTo>
                  <a:lnTo>
                    <a:pt x="1864" y="426"/>
                  </a:lnTo>
                  <a:lnTo>
                    <a:pt x="1862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5" y="426"/>
                  </a:lnTo>
                  <a:lnTo>
                    <a:pt x="1855" y="424"/>
                  </a:lnTo>
                  <a:lnTo>
                    <a:pt x="1857" y="424"/>
                  </a:lnTo>
                  <a:lnTo>
                    <a:pt x="1857" y="421"/>
                  </a:lnTo>
                  <a:lnTo>
                    <a:pt x="1855" y="421"/>
                  </a:lnTo>
                  <a:lnTo>
                    <a:pt x="1845" y="421"/>
                  </a:lnTo>
                  <a:lnTo>
                    <a:pt x="1843" y="421"/>
                  </a:lnTo>
                  <a:lnTo>
                    <a:pt x="1843" y="421"/>
                  </a:lnTo>
                  <a:lnTo>
                    <a:pt x="1840" y="421"/>
                  </a:lnTo>
                  <a:lnTo>
                    <a:pt x="1836" y="421"/>
                  </a:lnTo>
                  <a:lnTo>
                    <a:pt x="1831" y="424"/>
                  </a:lnTo>
                  <a:lnTo>
                    <a:pt x="1829" y="426"/>
                  </a:lnTo>
                  <a:lnTo>
                    <a:pt x="1833" y="426"/>
                  </a:lnTo>
                  <a:lnTo>
                    <a:pt x="1840" y="428"/>
                  </a:lnTo>
                  <a:lnTo>
                    <a:pt x="1843" y="431"/>
                  </a:lnTo>
                  <a:lnTo>
                    <a:pt x="1833" y="433"/>
                  </a:lnTo>
                  <a:lnTo>
                    <a:pt x="1829" y="433"/>
                  </a:lnTo>
                  <a:lnTo>
                    <a:pt x="1826" y="428"/>
                  </a:lnTo>
                  <a:lnTo>
                    <a:pt x="1824" y="431"/>
                  </a:lnTo>
                  <a:lnTo>
                    <a:pt x="1824" y="431"/>
                  </a:lnTo>
                  <a:lnTo>
                    <a:pt x="1824" y="433"/>
                  </a:lnTo>
                  <a:lnTo>
                    <a:pt x="1821" y="428"/>
                  </a:lnTo>
                  <a:lnTo>
                    <a:pt x="1821" y="426"/>
                  </a:lnTo>
                  <a:lnTo>
                    <a:pt x="1824" y="426"/>
                  </a:lnTo>
                  <a:lnTo>
                    <a:pt x="1824" y="424"/>
                  </a:lnTo>
                  <a:lnTo>
                    <a:pt x="1819" y="421"/>
                  </a:lnTo>
                  <a:lnTo>
                    <a:pt x="1817" y="421"/>
                  </a:lnTo>
                  <a:lnTo>
                    <a:pt x="1812" y="421"/>
                  </a:lnTo>
                  <a:lnTo>
                    <a:pt x="1807" y="421"/>
                  </a:lnTo>
                  <a:lnTo>
                    <a:pt x="1803" y="424"/>
                  </a:lnTo>
                  <a:lnTo>
                    <a:pt x="1800" y="426"/>
                  </a:lnTo>
                  <a:lnTo>
                    <a:pt x="1803" y="426"/>
                  </a:lnTo>
                  <a:lnTo>
                    <a:pt x="1805" y="426"/>
                  </a:lnTo>
                  <a:lnTo>
                    <a:pt x="1807" y="426"/>
                  </a:lnTo>
                  <a:lnTo>
                    <a:pt x="1807" y="431"/>
                  </a:lnTo>
                  <a:lnTo>
                    <a:pt x="1805" y="431"/>
                  </a:lnTo>
                  <a:lnTo>
                    <a:pt x="1803" y="428"/>
                  </a:lnTo>
                  <a:lnTo>
                    <a:pt x="1803" y="428"/>
                  </a:lnTo>
                  <a:lnTo>
                    <a:pt x="1800" y="428"/>
                  </a:lnTo>
                  <a:lnTo>
                    <a:pt x="1800" y="428"/>
                  </a:lnTo>
                  <a:lnTo>
                    <a:pt x="1798" y="431"/>
                  </a:lnTo>
                  <a:lnTo>
                    <a:pt x="1786" y="431"/>
                  </a:lnTo>
                  <a:lnTo>
                    <a:pt x="1788" y="435"/>
                  </a:lnTo>
                  <a:lnTo>
                    <a:pt x="1784" y="433"/>
                  </a:lnTo>
                  <a:lnTo>
                    <a:pt x="1781" y="433"/>
                  </a:lnTo>
                  <a:lnTo>
                    <a:pt x="1781" y="431"/>
                  </a:lnTo>
                  <a:lnTo>
                    <a:pt x="1781" y="428"/>
                  </a:lnTo>
                  <a:lnTo>
                    <a:pt x="1779" y="428"/>
                  </a:lnTo>
                  <a:lnTo>
                    <a:pt x="1774" y="428"/>
                  </a:lnTo>
                  <a:lnTo>
                    <a:pt x="1777" y="426"/>
                  </a:lnTo>
                  <a:lnTo>
                    <a:pt x="1774" y="421"/>
                  </a:lnTo>
                  <a:lnTo>
                    <a:pt x="1774" y="419"/>
                  </a:lnTo>
                  <a:lnTo>
                    <a:pt x="1769" y="416"/>
                  </a:lnTo>
                  <a:lnTo>
                    <a:pt x="1769" y="421"/>
                  </a:lnTo>
                  <a:lnTo>
                    <a:pt x="1760" y="428"/>
                  </a:lnTo>
                  <a:lnTo>
                    <a:pt x="1758" y="433"/>
                  </a:lnTo>
                  <a:lnTo>
                    <a:pt x="1758" y="435"/>
                  </a:lnTo>
                  <a:lnTo>
                    <a:pt x="1755" y="435"/>
                  </a:lnTo>
                  <a:lnTo>
                    <a:pt x="1746" y="433"/>
                  </a:lnTo>
                  <a:lnTo>
                    <a:pt x="1743" y="428"/>
                  </a:lnTo>
                  <a:lnTo>
                    <a:pt x="1743" y="426"/>
                  </a:lnTo>
                  <a:lnTo>
                    <a:pt x="1743" y="424"/>
                  </a:lnTo>
                  <a:lnTo>
                    <a:pt x="1743" y="421"/>
                  </a:lnTo>
                  <a:lnTo>
                    <a:pt x="1743" y="419"/>
                  </a:lnTo>
                  <a:lnTo>
                    <a:pt x="1743" y="419"/>
                  </a:lnTo>
                  <a:lnTo>
                    <a:pt x="1743" y="414"/>
                  </a:lnTo>
                  <a:lnTo>
                    <a:pt x="1743" y="409"/>
                  </a:lnTo>
                  <a:lnTo>
                    <a:pt x="1743" y="407"/>
                  </a:lnTo>
                  <a:lnTo>
                    <a:pt x="1755" y="409"/>
                  </a:lnTo>
                  <a:lnTo>
                    <a:pt x="1760" y="407"/>
                  </a:lnTo>
                  <a:lnTo>
                    <a:pt x="1769" y="405"/>
                  </a:lnTo>
                  <a:lnTo>
                    <a:pt x="1769" y="405"/>
                  </a:lnTo>
                  <a:lnTo>
                    <a:pt x="1772" y="405"/>
                  </a:lnTo>
                  <a:lnTo>
                    <a:pt x="1772" y="407"/>
                  </a:lnTo>
                  <a:lnTo>
                    <a:pt x="1772" y="407"/>
                  </a:lnTo>
                  <a:lnTo>
                    <a:pt x="1774" y="409"/>
                  </a:lnTo>
                  <a:lnTo>
                    <a:pt x="1774" y="409"/>
                  </a:lnTo>
                  <a:lnTo>
                    <a:pt x="1777" y="409"/>
                  </a:lnTo>
                  <a:lnTo>
                    <a:pt x="1781" y="412"/>
                  </a:lnTo>
                  <a:lnTo>
                    <a:pt x="1784" y="412"/>
                  </a:lnTo>
                  <a:lnTo>
                    <a:pt x="1784" y="407"/>
                  </a:lnTo>
                  <a:lnTo>
                    <a:pt x="1781" y="407"/>
                  </a:lnTo>
                  <a:lnTo>
                    <a:pt x="1781" y="407"/>
                  </a:lnTo>
                  <a:lnTo>
                    <a:pt x="1779" y="405"/>
                  </a:lnTo>
                  <a:lnTo>
                    <a:pt x="1779" y="402"/>
                  </a:lnTo>
                  <a:lnTo>
                    <a:pt x="1777" y="400"/>
                  </a:lnTo>
                  <a:lnTo>
                    <a:pt x="1769" y="397"/>
                  </a:lnTo>
                  <a:lnTo>
                    <a:pt x="1765" y="397"/>
                  </a:lnTo>
                  <a:lnTo>
                    <a:pt x="1760" y="397"/>
                  </a:lnTo>
                  <a:lnTo>
                    <a:pt x="1755" y="400"/>
                  </a:lnTo>
                  <a:lnTo>
                    <a:pt x="1753" y="402"/>
                  </a:lnTo>
                  <a:lnTo>
                    <a:pt x="1753" y="402"/>
                  </a:lnTo>
                  <a:lnTo>
                    <a:pt x="1751" y="400"/>
                  </a:lnTo>
                  <a:lnTo>
                    <a:pt x="1748" y="397"/>
                  </a:lnTo>
                  <a:lnTo>
                    <a:pt x="1746" y="395"/>
                  </a:lnTo>
                  <a:lnTo>
                    <a:pt x="1753" y="393"/>
                  </a:lnTo>
                  <a:lnTo>
                    <a:pt x="1751" y="393"/>
                  </a:lnTo>
                  <a:lnTo>
                    <a:pt x="1751" y="390"/>
                  </a:lnTo>
                  <a:lnTo>
                    <a:pt x="1751" y="390"/>
                  </a:lnTo>
                  <a:lnTo>
                    <a:pt x="1748" y="390"/>
                  </a:lnTo>
                  <a:lnTo>
                    <a:pt x="1748" y="390"/>
                  </a:lnTo>
                  <a:lnTo>
                    <a:pt x="1751" y="390"/>
                  </a:lnTo>
                  <a:lnTo>
                    <a:pt x="1751" y="390"/>
                  </a:lnTo>
                  <a:lnTo>
                    <a:pt x="1753" y="390"/>
                  </a:lnTo>
                  <a:lnTo>
                    <a:pt x="1755" y="388"/>
                  </a:lnTo>
                  <a:lnTo>
                    <a:pt x="1758" y="390"/>
                  </a:lnTo>
                  <a:lnTo>
                    <a:pt x="1758" y="393"/>
                  </a:lnTo>
                  <a:lnTo>
                    <a:pt x="1758" y="395"/>
                  </a:lnTo>
                  <a:lnTo>
                    <a:pt x="1762" y="395"/>
                  </a:lnTo>
                  <a:lnTo>
                    <a:pt x="1765" y="393"/>
                  </a:lnTo>
                  <a:lnTo>
                    <a:pt x="1767" y="390"/>
                  </a:lnTo>
                  <a:lnTo>
                    <a:pt x="1769" y="388"/>
                  </a:lnTo>
                  <a:lnTo>
                    <a:pt x="1769" y="386"/>
                  </a:lnTo>
                  <a:lnTo>
                    <a:pt x="1769" y="383"/>
                  </a:lnTo>
                  <a:lnTo>
                    <a:pt x="1769" y="383"/>
                  </a:lnTo>
                  <a:lnTo>
                    <a:pt x="1769" y="381"/>
                  </a:lnTo>
                  <a:lnTo>
                    <a:pt x="1772" y="379"/>
                  </a:lnTo>
                  <a:lnTo>
                    <a:pt x="1772" y="379"/>
                  </a:lnTo>
                  <a:lnTo>
                    <a:pt x="1777" y="369"/>
                  </a:lnTo>
                  <a:lnTo>
                    <a:pt x="1767" y="360"/>
                  </a:lnTo>
                  <a:lnTo>
                    <a:pt x="1762" y="357"/>
                  </a:lnTo>
                  <a:lnTo>
                    <a:pt x="1755" y="360"/>
                  </a:lnTo>
                  <a:lnTo>
                    <a:pt x="1753" y="353"/>
                  </a:lnTo>
                  <a:lnTo>
                    <a:pt x="1751" y="350"/>
                  </a:lnTo>
                  <a:lnTo>
                    <a:pt x="1743" y="350"/>
                  </a:lnTo>
                  <a:lnTo>
                    <a:pt x="1739" y="350"/>
                  </a:lnTo>
                  <a:lnTo>
                    <a:pt x="1734" y="353"/>
                  </a:lnTo>
                  <a:lnTo>
                    <a:pt x="1734" y="353"/>
                  </a:lnTo>
                  <a:lnTo>
                    <a:pt x="1732" y="350"/>
                  </a:lnTo>
                  <a:lnTo>
                    <a:pt x="1732" y="350"/>
                  </a:lnTo>
                  <a:lnTo>
                    <a:pt x="1729" y="350"/>
                  </a:lnTo>
                  <a:lnTo>
                    <a:pt x="1727" y="348"/>
                  </a:lnTo>
                  <a:lnTo>
                    <a:pt x="1717" y="357"/>
                  </a:lnTo>
                  <a:lnTo>
                    <a:pt x="1720" y="360"/>
                  </a:lnTo>
                  <a:lnTo>
                    <a:pt x="1720" y="360"/>
                  </a:lnTo>
                  <a:lnTo>
                    <a:pt x="1717" y="360"/>
                  </a:lnTo>
                  <a:lnTo>
                    <a:pt x="1715" y="355"/>
                  </a:lnTo>
                  <a:lnTo>
                    <a:pt x="1713" y="355"/>
                  </a:lnTo>
                  <a:lnTo>
                    <a:pt x="1710" y="355"/>
                  </a:lnTo>
                  <a:lnTo>
                    <a:pt x="1708" y="355"/>
                  </a:lnTo>
                  <a:lnTo>
                    <a:pt x="1708" y="355"/>
                  </a:lnTo>
                  <a:lnTo>
                    <a:pt x="1703" y="360"/>
                  </a:lnTo>
                  <a:lnTo>
                    <a:pt x="1703" y="360"/>
                  </a:lnTo>
                  <a:lnTo>
                    <a:pt x="1701" y="360"/>
                  </a:lnTo>
                  <a:lnTo>
                    <a:pt x="1696" y="360"/>
                  </a:lnTo>
                  <a:lnTo>
                    <a:pt x="1694" y="360"/>
                  </a:lnTo>
                  <a:lnTo>
                    <a:pt x="1694" y="364"/>
                  </a:lnTo>
                  <a:lnTo>
                    <a:pt x="1694" y="367"/>
                  </a:lnTo>
                  <a:lnTo>
                    <a:pt x="1691" y="364"/>
                  </a:lnTo>
                  <a:lnTo>
                    <a:pt x="1691" y="362"/>
                  </a:lnTo>
                  <a:lnTo>
                    <a:pt x="1689" y="362"/>
                  </a:lnTo>
                  <a:lnTo>
                    <a:pt x="1689" y="364"/>
                  </a:lnTo>
                  <a:lnTo>
                    <a:pt x="1689" y="364"/>
                  </a:lnTo>
                  <a:lnTo>
                    <a:pt x="1689" y="364"/>
                  </a:lnTo>
                  <a:lnTo>
                    <a:pt x="1689" y="362"/>
                  </a:lnTo>
                  <a:lnTo>
                    <a:pt x="1687" y="362"/>
                  </a:lnTo>
                  <a:lnTo>
                    <a:pt x="1687" y="360"/>
                  </a:lnTo>
                  <a:lnTo>
                    <a:pt x="1684" y="360"/>
                  </a:lnTo>
                  <a:lnTo>
                    <a:pt x="1682" y="357"/>
                  </a:lnTo>
                  <a:lnTo>
                    <a:pt x="1680" y="360"/>
                  </a:lnTo>
                  <a:lnTo>
                    <a:pt x="1675" y="362"/>
                  </a:lnTo>
                  <a:lnTo>
                    <a:pt x="1675" y="364"/>
                  </a:lnTo>
                  <a:lnTo>
                    <a:pt x="1672" y="364"/>
                  </a:lnTo>
                  <a:lnTo>
                    <a:pt x="1670" y="362"/>
                  </a:lnTo>
                  <a:lnTo>
                    <a:pt x="1670" y="360"/>
                  </a:lnTo>
                  <a:lnTo>
                    <a:pt x="1670" y="355"/>
                  </a:lnTo>
                  <a:lnTo>
                    <a:pt x="1668" y="353"/>
                  </a:lnTo>
                  <a:lnTo>
                    <a:pt x="1668" y="348"/>
                  </a:lnTo>
                  <a:lnTo>
                    <a:pt x="1661" y="345"/>
                  </a:lnTo>
                  <a:lnTo>
                    <a:pt x="1639" y="341"/>
                  </a:lnTo>
                  <a:lnTo>
                    <a:pt x="1637" y="338"/>
                  </a:lnTo>
                  <a:lnTo>
                    <a:pt x="1632" y="334"/>
                  </a:lnTo>
                  <a:lnTo>
                    <a:pt x="1625" y="334"/>
                  </a:lnTo>
                  <a:lnTo>
                    <a:pt x="1623" y="331"/>
                  </a:lnTo>
                  <a:lnTo>
                    <a:pt x="1618" y="329"/>
                  </a:lnTo>
                  <a:lnTo>
                    <a:pt x="1597" y="331"/>
                  </a:lnTo>
                  <a:lnTo>
                    <a:pt x="1592" y="334"/>
                  </a:lnTo>
                  <a:lnTo>
                    <a:pt x="1592" y="336"/>
                  </a:lnTo>
                  <a:lnTo>
                    <a:pt x="1592" y="338"/>
                  </a:lnTo>
                  <a:lnTo>
                    <a:pt x="1594" y="341"/>
                  </a:lnTo>
                  <a:lnTo>
                    <a:pt x="1597" y="341"/>
                  </a:lnTo>
                  <a:lnTo>
                    <a:pt x="1604" y="343"/>
                  </a:lnTo>
                  <a:lnTo>
                    <a:pt x="1606" y="343"/>
                  </a:lnTo>
                  <a:lnTo>
                    <a:pt x="1604" y="343"/>
                  </a:lnTo>
                  <a:lnTo>
                    <a:pt x="1599" y="348"/>
                  </a:lnTo>
                  <a:lnTo>
                    <a:pt x="1599" y="348"/>
                  </a:lnTo>
                  <a:lnTo>
                    <a:pt x="1597" y="348"/>
                  </a:lnTo>
                  <a:lnTo>
                    <a:pt x="1597" y="348"/>
                  </a:lnTo>
                  <a:lnTo>
                    <a:pt x="1597" y="348"/>
                  </a:lnTo>
                  <a:lnTo>
                    <a:pt x="1594" y="350"/>
                  </a:lnTo>
                  <a:lnTo>
                    <a:pt x="1594" y="350"/>
                  </a:lnTo>
                  <a:lnTo>
                    <a:pt x="1592" y="353"/>
                  </a:lnTo>
                  <a:lnTo>
                    <a:pt x="1592" y="353"/>
                  </a:lnTo>
                  <a:lnTo>
                    <a:pt x="1590" y="353"/>
                  </a:lnTo>
                  <a:lnTo>
                    <a:pt x="1587" y="348"/>
                  </a:lnTo>
                  <a:lnTo>
                    <a:pt x="1587" y="348"/>
                  </a:lnTo>
                  <a:lnTo>
                    <a:pt x="1585" y="348"/>
                  </a:lnTo>
                  <a:lnTo>
                    <a:pt x="1583" y="350"/>
                  </a:lnTo>
                  <a:lnTo>
                    <a:pt x="1580" y="350"/>
                  </a:lnTo>
                  <a:lnTo>
                    <a:pt x="1578" y="348"/>
                  </a:lnTo>
                  <a:lnTo>
                    <a:pt x="1580" y="345"/>
                  </a:lnTo>
                  <a:lnTo>
                    <a:pt x="1580" y="345"/>
                  </a:lnTo>
                  <a:lnTo>
                    <a:pt x="1578" y="345"/>
                  </a:lnTo>
                  <a:lnTo>
                    <a:pt x="1578" y="345"/>
                  </a:lnTo>
                  <a:lnTo>
                    <a:pt x="1587" y="343"/>
                  </a:lnTo>
                  <a:lnTo>
                    <a:pt x="1590" y="341"/>
                  </a:lnTo>
                  <a:lnTo>
                    <a:pt x="1590" y="331"/>
                  </a:lnTo>
                  <a:lnTo>
                    <a:pt x="1587" y="331"/>
                  </a:lnTo>
                  <a:lnTo>
                    <a:pt x="1587" y="336"/>
                  </a:lnTo>
                  <a:lnTo>
                    <a:pt x="1587" y="336"/>
                  </a:lnTo>
                  <a:lnTo>
                    <a:pt x="1585" y="334"/>
                  </a:lnTo>
                  <a:lnTo>
                    <a:pt x="1580" y="331"/>
                  </a:lnTo>
                  <a:lnTo>
                    <a:pt x="1575" y="331"/>
                  </a:lnTo>
                  <a:lnTo>
                    <a:pt x="1571" y="331"/>
                  </a:lnTo>
                  <a:lnTo>
                    <a:pt x="1568" y="334"/>
                  </a:lnTo>
                  <a:lnTo>
                    <a:pt x="1568" y="334"/>
                  </a:lnTo>
                  <a:lnTo>
                    <a:pt x="1571" y="336"/>
                  </a:lnTo>
                  <a:lnTo>
                    <a:pt x="1571" y="338"/>
                  </a:lnTo>
                  <a:lnTo>
                    <a:pt x="1573" y="338"/>
                  </a:lnTo>
                  <a:lnTo>
                    <a:pt x="1575" y="341"/>
                  </a:lnTo>
                  <a:lnTo>
                    <a:pt x="1578" y="341"/>
                  </a:lnTo>
                  <a:lnTo>
                    <a:pt x="1573" y="341"/>
                  </a:lnTo>
                  <a:lnTo>
                    <a:pt x="1568" y="341"/>
                  </a:lnTo>
                  <a:lnTo>
                    <a:pt x="1566" y="341"/>
                  </a:lnTo>
                  <a:lnTo>
                    <a:pt x="1564" y="338"/>
                  </a:lnTo>
                  <a:lnTo>
                    <a:pt x="1559" y="338"/>
                  </a:lnTo>
                  <a:lnTo>
                    <a:pt x="1557" y="336"/>
                  </a:lnTo>
                  <a:lnTo>
                    <a:pt x="1554" y="336"/>
                  </a:lnTo>
                  <a:lnTo>
                    <a:pt x="1554" y="334"/>
                  </a:lnTo>
                  <a:lnTo>
                    <a:pt x="1554" y="331"/>
                  </a:lnTo>
                  <a:lnTo>
                    <a:pt x="1554" y="331"/>
                  </a:lnTo>
                  <a:lnTo>
                    <a:pt x="1557" y="331"/>
                  </a:lnTo>
                  <a:lnTo>
                    <a:pt x="1557" y="336"/>
                  </a:lnTo>
                  <a:lnTo>
                    <a:pt x="1566" y="329"/>
                  </a:lnTo>
                  <a:lnTo>
                    <a:pt x="1571" y="329"/>
                  </a:lnTo>
                  <a:lnTo>
                    <a:pt x="1571" y="326"/>
                  </a:lnTo>
                  <a:lnTo>
                    <a:pt x="1568" y="324"/>
                  </a:lnTo>
                  <a:lnTo>
                    <a:pt x="1566" y="322"/>
                  </a:lnTo>
                  <a:lnTo>
                    <a:pt x="1564" y="322"/>
                  </a:lnTo>
                  <a:lnTo>
                    <a:pt x="1561" y="322"/>
                  </a:lnTo>
                  <a:lnTo>
                    <a:pt x="1557" y="319"/>
                  </a:lnTo>
                  <a:lnTo>
                    <a:pt x="1554" y="317"/>
                  </a:lnTo>
                  <a:lnTo>
                    <a:pt x="1552" y="317"/>
                  </a:lnTo>
                  <a:lnTo>
                    <a:pt x="1552" y="319"/>
                  </a:lnTo>
                  <a:lnTo>
                    <a:pt x="1549" y="319"/>
                  </a:lnTo>
                  <a:lnTo>
                    <a:pt x="1538" y="317"/>
                  </a:lnTo>
                  <a:lnTo>
                    <a:pt x="1538" y="319"/>
                  </a:lnTo>
                  <a:lnTo>
                    <a:pt x="1538" y="322"/>
                  </a:lnTo>
                  <a:lnTo>
                    <a:pt x="1535" y="324"/>
                  </a:lnTo>
                  <a:lnTo>
                    <a:pt x="1535" y="324"/>
                  </a:lnTo>
                  <a:lnTo>
                    <a:pt x="1535" y="326"/>
                  </a:lnTo>
                  <a:lnTo>
                    <a:pt x="1535" y="329"/>
                  </a:lnTo>
                  <a:lnTo>
                    <a:pt x="1535" y="331"/>
                  </a:lnTo>
                  <a:lnTo>
                    <a:pt x="1533" y="334"/>
                  </a:lnTo>
                  <a:lnTo>
                    <a:pt x="1533" y="329"/>
                  </a:lnTo>
                  <a:lnTo>
                    <a:pt x="1523" y="334"/>
                  </a:lnTo>
                  <a:lnTo>
                    <a:pt x="1521" y="329"/>
                  </a:lnTo>
                  <a:lnTo>
                    <a:pt x="1521" y="326"/>
                  </a:lnTo>
                  <a:lnTo>
                    <a:pt x="1523" y="324"/>
                  </a:lnTo>
                  <a:lnTo>
                    <a:pt x="1526" y="324"/>
                  </a:lnTo>
                  <a:lnTo>
                    <a:pt x="1533" y="322"/>
                  </a:lnTo>
                  <a:lnTo>
                    <a:pt x="1535" y="322"/>
                  </a:lnTo>
                  <a:lnTo>
                    <a:pt x="1535" y="319"/>
                  </a:lnTo>
                  <a:lnTo>
                    <a:pt x="1538" y="315"/>
                  </a:lnTo>
                  <a:lnTo>
                    <a:pt x="1533" y="315"/>
                  </a:lnTo>
                  <a:lnTo>
                    <a:pt x="1533" y="312"/>
                  </a:lnTo>
                  <a:lnTo>
                    <a:pt x="1530" y="310"/>
                  </a:lnTo>
                  <a:lnTo>
                    <a:pt x="1521" y="310"/>
                  </a:lnTo>
                  <a:lnTo>
                    <a:pt x="1514" y="308"/>
                  </a:lnTo>
                  <a:lnTo>
                    <a:pt x="1509" y="305"/>
                  </a:lnTo>
                  <a:lnTo>
                    <a:pt x="1507" y="303"/>
                  </a:lnTo>
                  <a:lnTo>
                    <a:pt x="1486" y="279"/>
                  </a:lnTo>
                  <a:lnTo>
                    <a:pt x="1481" y="277"/>
                  </a:lnTo>
                  <a:lnTo>
                    <a:pt x="1478" y="279"/>
                  </a:lnTo>
                  <a:lnTo>
                    <a:pt x="1476" y="281"/>
                  </a:lnTo>
                  <a:lnTo>
                    <a:pt x="1471" y="291"/>
                  </a:lnTo>
                  <a:lnTo>
                    <a:pt x="1471" y="300"/>
                  </a:lnTo>
                  <a:lnTo>
                    <a:pt x="1469" y="305"/>
                  </a:lnTo>
                  <a:lnTo>
                    <a:pt x="1467" y="305"/>
                  </a:lnTo>
                  <a:lnTo>
                    <a:pt x="1467" y="305"/>
                  </a:lnTo>
                  <a:lnTo>
                    <a:pt x="1467" y="305"/>
                  </a:lnTo>
                  <a:lnTo>
                    <a:pt x="1462" y="310"/>
                  </a:lnTo>
                  <a:lnTo>
                    <a:pt x="1460" y="310"/>
                  </a:lnTo>
                  <a:lnTo>
                    <a:pt x="1462" y="305"/>
                  </a:lnTo>
                  <a:lnTo>
                    <a:pt x="1457" y="305"/>
                  </a:lnTo>
                  <a:lnTo>
                    <a:pt x="1455" y="308"/>
                  </a:lnTo>
                  <a:lnTo>
                    <a:pt x="1452" y="308"/>
                  </a:lnTo>
                  <a:lnTo>
                    <a:pt x="1450" y="305"/>
                  </a:lnTo>
                  <a:lnTo>
                    <a:pt x="1448" y="303"/>
                  </a:lnTo>
                  <a:lnTo>
                    <a:pt x="1448" y="298"/>
                  </a:lnTo>
                  <a:lnTo>
                    <a:pt x="1448" y="298"/>
                  </a:lnTo>
                  <a:lnTo>
                    <a:pt x="1450" y="296"/>
                  </a:lnTo>
                  <a:lnTo>
                    <a:pt x="1452" y="291"/>
                  </a:lnTo>
                  <a:lnTo>
                    <a:pt x="1450" y="289"/>
                  </a:lnTo>
                  <a:lnTo>
                    <a:pt x="1448" y="286"/>
                  </a:lnTo>
                  <a:lnTo>
                    <a:pt x="1441" y="289"/>
                  </a:lnTo>
                  <a:lnTo>
                    <a:pt x="1441" y="289"/>
                  </a:lnTo>
                  <a:lnTo>
                    <a:pt x="1438" y="286"/>
                  </a:lnTo>
                  <a:lnTo>
                    <a:pt x="1436" y="286"/>
                  </a:lnTo>
                  <a:lnTo>
                    <a:pt x="1434" y="284"/>
                  </a:lnTo>
                  <a:lnTo>
                    <a:pt x="1431" y="284"/>
                  </a:lnTo>
                  <a:lnTo>
                    <a:pt x="1429" y="284"/>
                  </a:lnTo>
                  <a:lnTo>
                    <a:pt x="1429" y="281"/>
                  </a:lnTo>
                  <a:lnTo>
                    <a:pt x="1431" y="279"/>
                  </a:lnTo>
                  <a:lnTo>
                    <a:pt x="1436" y="279"/>
                  </a:lnTo>
                  <a:lnTo>
                    <a:pt x="1436" y="279"/>
                  </a:lnTo>
                  <a:lnTo>
                    <a:pt x="1438" y="281"/>
                  </a:lnTo>
                  <a:lnTo>
                    <a:pt x="1441" y="281"/>
                  </a:lnTo>
                  <a:lnTo>
                    <a:pt x="1441" y="281"/>
                  </a:lnTo>
                  <a:lnTo>
                    <a:pt x="1443" y="281"/>
                  </a:lnTo>
                  <a:lnTo>
                    <a:pt x="1443" y="281"/>
                  </a:lnTo>
                  <a:lnTo>
                    <a:pt x="1443" y="281"/>
                  </a:lnTo>
                  <a:lnTo>
                    <a:pt x="1443" y="279"/>
                  </a:lnTo>
                  <a:lnTo>
                    <a:pt x="1443" y="279"/>
                  </a:lnTo>
                  <a:lnTo>
                    <a:pt x="1443" y="279"/>
                  </a:lnTo>
                  <a:lnTo>
                    <a:pt x="1448" y="279"/>
                  </a:lnTo>
                  <a:lnTo>
                    <a:pt x="1450" y="279"/>
                  </a:lnTo>
                  <a:lnTo>
                    <a:pt x="1464" y="284"/>
                  </a:lnTo>
                  <a:lnTo>
                    <a:pt x="1464" y="284"/>
                  </a:lnTo>
                  <a:lnTo>
                    <a:pt x="1467" y="289"/>
                  </a:lnTo>
                  <a:lnTo>
                    <a:pt x="1469" y="289"/>
                  </a:lnTo>
                  <a:lnTo>
                    <a:pt x="1471" y="286"/>
                  </a:lnTo>
                  <a:lnTo>
                    <a:pt x="1474" y="281"/>
                  </a:lnTo>
                  <a:lnTo>
                    <a:pt x="1474" y="277"/>
                  </a:lnTo>
                  <a:lnTo>
                    <a:pt x="1474" y="274"/>
                  </a:lnTo>
                  <a:lnTo>
                    <a:pt x="1471" y="272"/>
                  </a:lnTo>
                  <a:lnTo>
                    <a:pt x="1471" y="270"/>
                  </a:lnTo>
                  <a:lnTo>
                    <a:pt x="1471" y="267"/>
                  </a:lnTo>
                  <a:lnTo>
                    <a:pt x="1469" y="267"/>
                  </a:lnTo>
                  <a:lnTo>
                    <a:pt x="1464" y="267"/>
                  </a:lnTo>
                  <a:lnTo>
                    <a:pt x="1462" y="267"/>
                  </a:lnTo>
                  <a:lnTo>
                    <a:pt x="1460" y="267"/>
                  </a:lnTo>
                  <a:lnTo>
                    <a:pt x="1448" y="260"/>
                  </a:lnTo>
                  <a:lnTo>
                    <a:pt x="1445" y="258"/>
                  </a:lnTo>
                  <a:lnTo>
                    <a:pt x="1438" y="253"/>
                  </a:lnTo>
                  <a:lnTo>
                    <a:pt x="1436" y="251"/>
                  </a:lnTo>
                  <a:lnTo>
                    <a:pt x="1434" y="251"/>
                  </a:lnTo>
                  <a:lnTo>
                    <a:pt x="1424" y="248"/>
                  </a:lnTo>
                  <a:lnTo>
                    <a:pt x="1419" y="246"/>
                  </a:lnTo>
                  <a:lnTo>
                    <a:pt x="1398" y="234"/>
                  </a:lnTo>
                  <a:lnTo>
                    <a:pt x="1398" y="232"/>
                  </a:lnTo>
                  <a:lnTo>
                    <a:pt x="1396" y="227"/>
                  </a:lnTo>
                  <a:lnTo>
                    <a:pt x="1396" y="227"/>
                  </a:lnTo>
                  <a:lnTo>
                    <a:pt x="1389" y="220"/>
                  </a:lnTo>
                  <a:lnTo>
                    <a:pt x="1384" y="220"/>
                  </a:lnTo>
                  <a:lnTo>
                    <a:pt x="1381" y="225"/>
                  </a:lnTo>
                  <a:lnTo>
                    <a:pt x="1379" y="227"/>
                  </a:lnTo>
                  <a:lnTo>
                    <a:pt x="1377" y="232"/>
                  </a:lnTo>
                  <a:lnTo>
                    <a:pt x="1379" y="229"/>
                  </a:lnTo>
                  <a:lnTo>
                    <a:pt x="1381" y="229"/>
                  </a:lnTo>
                  <a:lnTo>
                    <a:pt x="1384" y="232"/>
                  </a:lnTo>
                  <a:lnTo>
                    <a:pt x="1391" y="239"/>
                  </a:lnTo>
                  <a:lnTo>
                    <a:pt x="1396" y="244"/>
                  </a:lnTo>
                  <a:lnTo>
                    <a:pt x="1400" y="246"/>
                  </a:lnTo>
                  <a:lnTo>
                    <a:pt x="1403" y="244"/>
                  </a:lnTo>
                  <a:lnTo>
                    <a:pt x="1405" y="246"/>
                  </a:lnTo>
                  <a:lnTo>
                    <a:pt x="1407" y="244"/>
                  </a:lnTo>
                  <a:lnTo>
                    <a:pt x="1410" y="244"/>
                  </a:lnTo>
                  <a:lnTo>
                    <a:pt x="1412" y="248"/>
                  </a:lnTo>
                  <a:lnTo>
                    <a:pt x="1412" y="248"/>
                  </a:lnTo>
                  <a:lnTo>
                    <a:pt x="1412" y="251"/>
                  </a:lnTo>
                  <a:lnTo>
                    <a:pt x="1417" y="251"/>
                  </a:lnTo>
                  <a:lnTo>
                    <a:pt x="1417" y="251"/>
                  </a:lnTo>
                  <a:lnTo>
                    <a:pt x="1419" y="253"/>
                  </a:lnTo>
                  <a:lnTo>
                    <a:pt x="1419" y="258"/>
                  </a:lnTo>
                  <a:lnTo>
                    <a:pt x="1422" y="263"/>
                  </a:lnTo>
                  <a:lnTo>
                    <a:pt x="1424" y="265"/>
                  </a:lnTo>
                  <a:lnTo>
                    <a:pt x="1431" y="267"/>
                  </a:lnTo>
                  <a:lnTo>
                    <a:pt x="1431" y="270"/>
                  </a:lnTo>
                  <a:lnTo>
                    <a:pt x="1434" y="272"/>
                  </a:lnTo>
                  <a:lnTo>
                    <a:pt x="1434" y="272"/>
                  </a:lnTo>
                  <a:lnTo>
                    <a:pt x="1434" y="274"/>
                  </a:lnTo>
                  <a:lnTo>
                    <a:pt x="1434" y="274"/>
                  </a:lnTo>
                  <a:lnTo>
                    <a:pt x="1431" y="277"/>
                  </a:lnTo>
                  <a:lnTo>
                    <a:pt x="1431" y="277"/>
                  </a:lnTo>
                  <a:lnTo>
                    <a:pt x="1429" y="277"/>
                  </a:lnTo>
                  <a:lnTo>
                    <a:pt x="1424" y="274"/>
                  </a:lnTo>
                  <a:lnTo>
                    <a:pt x="1419" y="274"/>
                  </a:lnTo>
                  <a:lnTo>
                    <a:pt x="1417" y="274"/>
                  </a:lnTo>
                  <a:lnTo>
                    <a:pt x="1415" y="272"/>
                  </a:lnTo>
                  <a:lnTo>
                    <a:pt x="1415" y="267"/>
                  </a:lnTo>
                  <a:lnTo>
                    <a:pt x="1410" y="263"/>
                  </a:lnTo>
                  <a:lnTo>
                    <a:pt x="1410" y="258"/>
                  </a:lnTo>
                  <a:lnTo>
                    <a:pt x="1410" y="255"/>
                  </a:lnTo>
                  <a:lnTo>
                    <a:pt x="1412" y="255"/>
                  </a:lnTo>
                  <a:lnTo>
                    <a:pt x="1412" y="255"/>
                  </a:lnTo>
                  <a:lnTo>
                    <a:pt x="1417" y="255"/>
                  </a:lnTo>
                  <a:lnTo>
                    <a:pt x="1412" y="251"/>
                  </a:lnTo>
                  <a:lnTo>
                    <a:pt x="1410" y="251"/>
                  </a:lnTo>
                  <a:lnTo>
                    <a:pt x="1407" y="248"/>
                  </a:lnTo>
                  <a:lnTo>
                    <a:pt x="1407" y="251"/>
                  </a:lnTo>
                  <a:lnTo>
                    <a:pt x="1407" y="251"/>
                  </a:lnTo>
                  <a:lnTo>
                    <a:pt x="1407" y="253"/>
                  </a:lnTo>
                  <a:lnTo>
                    <a:pt x="1405" y="253"/>
                  </a:lnTo>
                  <a:lnTo>
                    <a:pt x="1405" y="253"/>
                  </a:lnTo>
                  <a:lnTo>
                    <a:pt x="1403" y="251"/>
                  </a:lnTo>
                  <a:lnTo>
                    <a:pt x="1403" y="251"/>
                  </a:lnTo>
                  <a:lnTo>
                    <a:pt x="1398" y="251"/>
                  </a:lnTo>
                  <a:lnTo>
                    <a:pt x="1396" y="253"/>
                  </a:lnTo>
                  <a:lnTo>
                    <a:pt x="1396" y="255"/>
                  </a:lnTo>
                  <a:lnTo>
                    <a:pt x="1389" y="251"/>
                  </a:lnTo>
                  <a:lnTo>
                    <a:pt x="1384" y="251"/>
                  </a:lnTo>
                  <a:lnTo>
                    <a:pt x="1381" y="251"/>
                  </a:lnTo>
                  <a:lnTo>
                    <a:pt x="1370" y="253"/>
                  </a:lnTo>
                  <a:lnTo>
                    <a:pt x="1367" y="251"/>
                  </a:lnTo>
                  <a:lnTo>
                    <a:pt x="1367" y="251"/>
                  </a:lnTo>
                  <a:lnTo>
                    <a:pt x="1365" y="251"/>
                  </a:lnTo>
                  <a:lnTo>
                    <a:pt x="1363" y="251"/>
                  </a:lnTo>
                  <a:lnTo>
                    <a:pt x="1360" y="251"/>
                  </a:lnTo>
                  <a:lnTo>
                    <a:pt x="1355" y="251"/>
                  </a:lnTo>
                  <a:lnTo>
                    <a:pt x="1353" y="248"/>
                  </a:lnTo>
                  <a:lnTo>
                    <a:pt x="1351" y="248"/>
                  </a:lnTo>
                  <a:lnTo>
                    <a:pt x="1351" y="246"/>
                  </a:lnTo>
                  <a:lnTo>
                    <a:pt x="1351" y="244"/>
                  </a:lnTo>
                  <a:lnTo>
                    <a:pt x="1348" y="239"/>
                  </a:lnTo>
                  <a:lnTo>
                    <a:pt x="1346" y="237"/>
                  </a:lnTo>
                  <a:lnTo>
                    <a:pt x="1346" y="237"/>
                  </a:lnTo>
                  <a:lnTo>
                    <a:pt x="1341" y="237"/>
                  </a:lnTo>
                  <a:lnTo>
                    <a:pt x="1339" y="234"/>
                  </a:lnTo>
                  <a:lnTo>
                    <a:pt x="1337" y="234"/>
                  </a:lnTo>
                  <a:lnTo>
                    <a:pt x="1334" y="232"/>
                  </a:lnTo>
                  <a:lnTo>
                    <a:pt x="1334" y="229"/>
                  </a:lnTo>
                  <a:lnTo>
                    <a:pt x="1332" y="227"/>
                  </a:lnTo>
                  <a:lnTo>
                    <a:pt x="1332" y="222"/>
                  </a:lnTo>
                  <a:lnTo>
                    <a:pt x="1332" y="222"/>
                  </a:lnTo>
                  <a:lnTo>
                    <a:pt x="1339" y="220"/>
                  </a:lnTo>
                  <a:lnTo>
                    <a:pt x="1341" y="218"/>
                  </a:lnTo>
                  <a:lnTo>
                    <a:pt x="1337" y="218"/>
                  </a:lnTo>
                  <a:lnTo>
                    <a:pt x="1332" y="218"/>
                  </a:lnTo>
                  <a:lnTo>
                    <a:pt x="1329" y="218"/>
                  </a:lnTo>
                  <a:lnTo>
                    <a:pt x="1329" y="220"/>
                  </a:lnTo>
                  <a:lnTo>
                    <a:pt x="1329" y="237"/>
                  </a:lnTo>
                  <a:lnTo>
                    <a:pt x="1329" y="239"/>
                  </a:lnTo>
                  <a:lnTo>
                    <a:pt x="1327" y="239"/>
                  </a:lnTo>
                  <a:lnTo>
                    <a:pt x="1325" y="237"/>
                  </a:lnTo>
                  <a:lnTo>
                    <a:pt x="1322" y="232"/>
                  </a:lnTo>
                  <a:lnTo>
                    <a:pt x="1320" y="229"/>
                  </a:lnTo>
                  <a:lnTo>
                    <a:pt x="1310" y="222"/>
                  </a:lnTo>
                  <a:lnTo>
                    <a:pt x="1308" y="220"/>
                  </a:lnTo>
                  <a:lnTo>
                    <a:pt x="1306" y="220"/>
                  </a:lnTo>
                  <a:lnTo>
                    <a:pt x="1306" y="218"/>
                  </a:lnTo>
                  <a:lnTo>
                    <a:pt x="1301" y="213"/>
                  </a:lnTo>
                  <a:lnTo>
                    <a:pt x="1299" y="208"/>
                  </a:lnTo>
                  <a:lnTo>
                    <a:pt x="1299" y="208"/>
                  </a:lnTo>
                  <a:lnTo>
                    <a:pt x="1294" y="203"/>
                  </a:lnTo>
                  <a:lnTo>
                    <a:pt x="1292" y="199"/>
                  </a:lnTo>
                  <a:lnTo>
                    <a:pt x="1289" y="199"/>
                  </a:lnTo>
                  <a:lnTo>
                    <a:pt x="1287" y="199"/>
                  </a:lnTo>
                  <a:lnTo>
                    <a:pt x="1284" y="199"/>
                  </a:lnTo>
                  <a:lnTo>
                    <a:pt x="1282" y="199"/>
                  </a:lnTo>
                  <a:lnTo>
                    <a:pt x="1280" y="196"/>
                  </a:lnTo>
                  <a:lnTo>
                    <a:pt x="1277" y="196"/>
                  </a:lnTo>
                  <a:lnTo>
                    <a:pt x="1277" y="194"/>
                  </a:lnTo>
                  <a:lnTo>
                    <a:pt x="1280" y="194"/>
                  </a:lnTo>
                  <a:lnTo>
                    <a:pt x="1275" y="194"/>
                  </a:lnTo>
                  <a:lnTo>
                    <a:pt x="1273" y="194"/>
                  </a:lnTo>
                  <a:lnTo>
                    <a:pt x="1270" y="194"/>
                  </a:lnTo>
                  <a:lnTo>
                    <a:pt x="1270" y="192"/>
                  </a:lnTo>
                  <a:lnTo>
                    <a:pt x="1270" y="189"/>
                  </a:lnTo>
                  <a:lnTo>
                    <a:pt x="1268" y="187"/>
                  </a:lnTo>
                  <a:lnTo>
                    <a:pt x="1258" y="189"/>
                  </a:lnTo>
                  <a:lnTo>
                    <a:pt x="1256" y="187"/>
                  </a:lnTo>
                  <a:lnTo>
                    <a:pt x="1249" y="184"/>
                  </a:lnTo>
                  <a:lnTo>
                    <a:pt x="1249" y="184"/>
                  </a:lnTo>
                  <a:lnTo>
                    <a:pt x="1247" y="187"/>
                  </a:lnTo>
                  <a:lnTo>
                    <a:pt x="1244" y="187"/>
                  </a:lnTo>
                  <a:lnTo>
                    <a:pt x="1242" y="184"/>
                  </a:lnTo>
                  <a:lnTo>
                    <a:pt x="1242" y="184"/>
                  </a:lnTo>
                  <a:lnTo>
                    <a:pt x="1237" y="182"/>
                  </a:lnTo>
                  <a:lnTo>
                    <a:pt x="1235" y="182"/>
                  </a:lnTo>
                  <a:lnTo>
                    <a:pt x="1235" y="180"/>
                  </a:lnTo>
                  <a:lnTo>
                    <a:pt x="1232" y="177"/>
                  </a:lnTo>
                  <a:lnTo>
                    <a:pt x="1230" y="175"/>
                  </a:lnTo>
                  <a:lnTo>
                    <a:pt x="1230" y="175"/>
                  </a:lnTo>
                  <a:lnTo>
                    <a:pt x="1228" y="175"/>
                  </a:lnTo>
                  <a:lnTo>
                    <a:pt x="1228" y="175"/>
                  </a:lnTo>
                  <a:lnTo>
                    <a:pt x="1228" y="173"/>
                  </a:lnTo>
                  <a:lnTo>
                    <a:pt x="1228" y="170"/>
                  </a:lnTo>
                  <a:lnTo>
                    <a:pt x="1225" y="170"/>
                  </a:lnTo>
                  <a:lnTo>
                    <a:pt x="1213" y="170"/>
                  </a:lnTo>
                  <a:lnTo>
                    <a:pt x="1209" y="170"/>
                  </a:lnTo>
                  <a:lnTo>
                    <a:pt x="1204" y="168"/>
                  </a:lnTo>
                  <a:lnTo>
                    <a:pt x="1202" y="165"/>
                  </a:lnTo>
                  <a:lnTo>
                    <a:pt x="1197" y="163"/>
                  </a:lnTo>
                  <a:lnTo>
                    <a:pt x="1195" y="161"/>
                  </a:lnTo>
                  <a:lnTo>
                    <a:pt x="1192" y="158"/>
                  </a:lnTo>
                  <a:lnTo>
                    <a:pt x="1171" y="154"/>
                  </a:lnTo>
                  <a:lnTo>
                    <a:pt x="1164" y="147"/>
                  </a:lnTo>
                  <a:lnTo>
                    <a:pt x="1159" y="147"/>
                  </a:lnTo>
                  <a:lnTo>
                    <a:pt x="1159" y="149"/>
                  </a:lnTo>
                  <a:lnTo>
                    <a:pt x="1161" y="149"/>
                  </a:lnTo>
                  <a:lnTo>
                    <a:pt x="1161" y="151"/>
                  </a:lnTo>
                  <a:lnTo>
                    <a:pt x="1164" y="154"/>
                  </a:lnTo>
                  <a:lnTo>
                    <a:pt x="1161" y="161"/>
                  </a:lnTo>
                  <a:lnTo>
                    <a:pt x="1161" y="163"/>
                  </a:lnTo>
                  <a:lnTo>
                    <a:pt x="1159" y="161"/>
                  </a:lnTo>
                  <a:lnTo>
                    <a:pt x="1157" y="161"/>
                  </a:lnTo>
                  <a:lnTo>
                    <a:pt x="1157" y="161"/>
                  </a:lnTo>
                  <a:lnTo>
                    <a:pt x="1152" y="149"/>
                  </a:lnTo>
                  <a:lnTo>
                    <a:pt x="1152" y="149"/>
                  </a:lnTo>
                  <a:lnTo>
                    <a:pt x="1143" y="149"/>
                  </a:lnTo>
                  <a:lnTo>
                    <a:pt x="1114" y="149"/>
                  </a:lnTo>
                  <a:lnTo>
                    <a:pt x="1109" y="149"/>
                  </a:lnTo>
                  <a:lnTo>
                    <a:pt x="1105" y="149"/>
                  </a:lnTo>
                  <a:lnTo>
                    <a:pt x="1098" y="154"/>
                  </a:lnTo>
                  <a:lnTo>
                    <a:pt x="1095" y="154"/>
                  </a:lnTo>
                  <a:lnTo>
                    <a:pt x="1093" y="154"/>
                  </a:lnTo>
                  <a:lnTo>
                    <a:pt x="1090" y="151"/>
                  </a:lnTo>
                  <a:lnTo>
                    <a:pt x="1088" y="151"/>
                  </a:lnTo>
                  <a:lnTo>
                    <a:pt x="1086" y="151"/>
                  </a:lnTo>
                  <a:lnTo>
                    <a:pt x="1086" y="154"/>
                  </a:lnTo>
                  <a:lnTo>
                    <a:pt x="1083" y="154"/>
                  </a:lnTo>
                  <a:lnTo>
                    <a:pt x="1083" y="156"/>
                  </a:lnTo>
                  <a:lnTo>
                    <a:pt x="1079" y="156"/>
                  </a:lnTo>
                  <a:lnTo>
                    <a:pt x="1069" y="154"/>
                  </a:lnTo>
                  <a:lnTo>
                    <a:pt x="1067" y="156"/>
                  </a:lnTo>
                  <a:lnTo>
                    <a:pt x="1067" y="158"/>
                  </a:lnTo>
                  <a:lnTo>
                    <a:pt x="1062" y="156"/>
                  </a:lnTo>
                  <a:lnTo>
                    <a:pt x="1060" y="154"/>
                  </a:lnTo>
                  <a:lnTo>
                    <a:pt x="1057" y="151"/>
                  </a:lnTo>
                  <a:lnTo>
                    <a:pt x="1053" y="154"/>
                  </a:lnTo>
                  <a:lnTo>
                    <a:pt x="1046" y="151"/>
                  </a:lnTo>
                  <a:lnTo>
                    <a:pt x="1029" y="139"/>
                  </a:lnTo>
                  <a:lnTo>
                    <a:pt x="1029" y="137"/>
                  </a:lnTo>
                  <a:lnTo>
                    <a:pt x="1022" y="130"/>
                  </a:lnTo>
                  <a:lnTo>
                    <a:pt x="1022" y="130"/>
                  </a:lnTo>
                  <a:lnTo>
                    <a:pt x="1015" y="130"/>
                  </a:lnTo>
                  <a:lnTo>
                    <a:pt x="1012" y="130"/>
                  </a:lnTo>
                  <a:lnTo>
                    <a:pt x="1012" y="128"/>
                  </a:lnTo>
                  <a:lnTo>
                    <a:pt x="1005" y="123"/>
                  </a:lnTo>
                  <a:lnTo>
                    <a:pt x="1005" y="121"/>
                  </a:lnTo>
                  <a:lnTo>
                    <a:pt x="1001" y="116"/>
                  </a:lnTo>
                  <a:lnTo>
                    <a:pt x="998" y="111"/>
                  </a:lnTo>
                  <a:lnTo>
                    <a:pt x="996" y="109"/>
                  </a:lnTo>
                  <a:lnTo>
                    <a:pt x="993" y="109"/>
                  </a:lnTo>
                  <a:lnTo>
                    <a:pt x="991" y="106"/>
                  </a:lnTo>
                  <a:lnTo>
                    <a:pt x="989" y="106"/>
                  </a:lnTo>
                  <a:lnTo>
                    <a:pt x="984" y="87"/>
                  </a:lnTo>
                  <a:lnTo>
                    <a:pt x="982" y="85"/>
                  </a:lnTo>
                  <a:lnTo>
                    <a:pt x="977" y="87"/>
                  </a:lnTo>
                  <a:lnTo>
                    <a:pt x="977" y="87"/>
                  </a:lnTo>
                  <a:lnTo>
                    <a:pt x="977" y="87"/>
                  </a:lnTo>
                  <a:lnTo>
                    <a:pt x="975" y="90"/>
                  </a:lnTo>
                  <a:lnTo>
                    <a:pt x="975" y="90"/>
                  </a:lnTo>
                  <a:lnTo>
                    <a:pt x="972" y="90"/>
                  </a:lnTo>
                  <a:lnTo>
                    <a:pt x="972" y="87"/>
                  </a:lnTo>
                  <a:lnTo>
                    <a:pt x="972" y="87"/>
                  </a:lnTo>
                  <a:lnTo>
                    <a:pt x="960" y="80"/>
                  </a:lnTo>
                  <a:lnTo>
                    <a:pt x="956" y="80"/>
                  </a:lnTo>
                  <a:lnTo>
                    <a:pt x="949" y="80"/>
                  </a:lnTo>
                  <a:lnTo>
                    <a:pt x="946" y="78"/>
                  </a:lnTo>
                  <a:lnTo>
                    <a:pt x="946" y="78"/>
                  </a:lnTo>
                  <a:lnTo>
                    <a:pt x="944" y="78"/>
                  </a:lnTo>
                  <a:lnTo>
                    <a:pt x="941" y="73"/>
                  </a:lnTo>
                  <a:lnTo>
                    <a:pt x="944" y="66"/>
                  </a:lnTo>
                  <a:lnTo>
                    <a:pt x="946" y="64"/>
                  </a:lnTo>
                  <a:lnTo>
                    <a:pt x="951" y="66"/>
                  </a:lnTo>
                  <a:lnTo>
                    <a:pt x="953" y="64"/>
                  </a:lnTo>
                  <a:lnTo>
                    <a:pt x="956" y="61"/>
                  </a:lnTo>
                  <a:lnTo>
                    <a:pt x="956" y="61"/>
                  </a:lnTo>
                  <a:lnTo>
                    <a:pt x="953" y="61"/>
                  </a:lnTo>
                  <a:lnTo>
                    <a:pt x="941" y="64"/>
                  </a:lnTo>
                  <a:lnTo>
                    <a:pt x="937" y="71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2" y="68"/>
                  </a:lnTo>
                  <a:lnTo>
                    <a:pt x="930" y="68"/>
                  </a:lnTo>
                  <a:lnTo>
                    <a:pt x="927" y="68"/>
                  </a:lnTo>
                  <a:lnTo>
                    <a:pt x="925" y="68"/>
                  </a:lnTo>
                  <a:lnTo>
                    <a:pt x="918" y="66"/>
                  </a:lnTo>
                  <a:lnTo>
                    <a:pt x="918" y="64"/>
                  </a:lnTo>
                  <a:lnTo>
                    <a:pt x="913" y="57"/>
                  </a:lnTo>
                  <a:lnTo>
                    <a:pt x="913" y="54"/>
                  </a:lnTo>
                  <a:lnTo>
                    <a:pt x="911" y="54"/>
                  </a:lnTo>
                  <a:lnTo>
                    <a:pt x="908" y="52"/>
                  </a:lnTo>
                  <a:lnTo>
                    <a:pt x="906" y="52"/>
                  </a:lnTo>
                  <a:lnTo>
                    <a:pt x="906" y="57"/>
                  </a:lnTo>
                  <a:lnTo>
                    <a:pt x="904" y="57"/>
                  </a:lnTo>
                  <a:lnTo>
                    <a:pt x="899" y="57"/>
                  </a:lnTo>
                  <a:lnTo>
                    <a:pt x="887" y="52"/>
                  </a:lnTo>
                  <a:lnTo>
                    <a:pt x="885" y="52"/>
                  </a:lnTo>
                  <a:lnTo>
                    <a:pt x="887" y="57"/>
                  </a:lnTo>
                  <a:lnTo>
                    <a:pt x="875" y="61"/>
                  </a:lnTo>
                  <a:lnTo>
                    <a:pt x="870" y="64"/>
                  </a:lnTo>
                  <a:lnTo>
                    <a:pt x="863" y="64"/>
                  </a:lnTo>
                  <a:lnTo>
                    <a:pt x="861" y="64"/>
                  </a:lnTo>
                  <a:lnTo>
                    <a:pt x="859" y="64"/>
                  </a:lnTo>
                  <a:lnTo>
                    <a:pt x="854" y="61"/>
                  </a:lnTo>
                  <a:lnTo>
                    <a:pt x="852" y="59"/>
                  </a:lnTo>
                  <a:lnTo>
                    <a:pt x="849" y="59"/>
                  </a:lnTo>
                  <a:lnTo>
                    <a:pt x="840" y="59"/>
                  </a:lnTo>
                  <a:lnTo>
                    <a:pt x="835" y="59"/>
                  </a:lnTo>
                  <a:lnTo>
                    <a:pt x="833" y="57"/>
                  </a:lnTo>
                  <a:lnTo>
                    <a:pt x="830" y="54"/>
                  </a:lnTo>
                  <a:lnTo>
                    <a:pt x="828" y="52"/>
                  </a:lnTo>
                  <a:lnTo>
                    <a:pt x="826" y="52"/>
                  </a:lnTo>
                  <a:lnTo>
                    <a:pt x="818" y="52"/>
                  </a:lnTo>
                  <a:lnTo>
                    <a:pt x="816" y="52"/>
                  </a:lnTo>
                  <a:lnTo>
                    <a:pt x="811" y="49"/>
                  </a:lnTo>
                  <a:lnTo>
                    <a:pt x="804" y="35"/>
                  </a:lnTo>
                  <a:lnTo>
                    <a:pt x="797" y="33"/>
                  </a:lnTo>
                  <a:lnTo>
                    <a:pt x="802" y="23"/>
                  </a:lnTo>
                  <a:lnTo>
                    <a:pt x="804" y="21"/>
                  </a:lnTo>
                  <a:lnTo>
                    <a:pt x="804" y="19"/>
                  </a:lnTo>
                  <a:lnTo>
                    <a:pt x="802" y="19"/>
                  </a:lnTo>
                  <a:lnTo>
                    <a:pt x="799" y="19"/>
                  </a:lnTo>
                  <a:lnTo>
                    <a:pt x="797" y="19"/>
                  </a:lnTo>
                  <a:lnTo>
                    <a:pt x="795" y="21"/>
                  </a:lnTo>
                  <a:lnTo>
                    <a:pt x="797" y="23"/>
                  </a:lnTo>
                  <a:lnTo>
                    <a:pt x="797" y="28"/>
                  </a:lnTo>
                  <a:lnTo>
                    <a:pt x="795" y="31"/>
                  </a:lnTo>
                  <a:lnTo>
                    <a:pt x="790" y="33"/>
                  </a:lnTo>
                  <a:lnTo>
                    <a:pt x="785" y="33"/>
                  </a:lnTo>
                  <a:lnTo>
                    <a:pt x="776" y="33"/>
                  </a:lnTo>
                  <a:lnTo>
                    <a:pt x="771" y="33"/>
                  </a:lnTo>
                  <a:lnTo>
                    <a:pt x="743" y="40"/>
                  </a:lnTo>
                  <a:lnTo>
                    <a:pt x="740" y="42"/>
                  </a:lnTo>
                  <a:lnTo>
                    <a:pt x="736" y="42"/>
                  </a:lnTo>
                  <a:lnTo>
                    <a:pt x="731" y="42"/>
                  </a:lnTo>
                  <a:lnTo>
                    <a:pt x="731" y="38"/>
                  </a:lnTo>
                  <a:lnTo>
                    <a:pt x="731" y="35"/>
                  </a:lnTo>
                  <a:lnTo>
                    <a:pt x="729" y="33"/>
                  </a:lnTo>
                  <a:lnTo>
                    <a:pt x="729" y="35"/>
                  </a:lnTo>
                  <a:lnTo>
                    <a:pt x="729" y="35"/>
                  </a:lnTo>
                  <a:lnTo>
                    <a:pt x="719" y="33"/>
                  </a:lnTo>
                  <a:lnTo>
                    <a:pt x="719" y="33"/>
                  </a:lnTo>
                  <a:lnTo>
                    <a:pt x="714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0" y="42"/>
                  </a:lnTo>
                  <a:lnTo>
                    <a:pt x="710" y="42"/>
                  </a:lnTo>
                  <a:lnTo>
                    <a:pt x="707" y="47"/>
                  </a:lnTo>
                  <a:lnTo>
                    <a:pt x="705" y="49"/>
                  </a:lnTo>
                  <a:lnTo>
                    <a:pt x="705" y="49"/>
                  </a:lnTo>
                  <a:lnTo>
                    <a:pt x="700" y="49"/>
                  </a:lnTo>
                  <a:lnTo>
                    <a:pt x="693" y="47"/>
                  </a:lnTo>
                  <a:lnTo>
                    <a:pt x="681" y="35"/>
                  </a:lnTo>
                  <a:lnTo>
                    <a:pt x="674" y="33"/>
                  </a:lnTo>
                  <a:lnTo>
                    <a:pt x="674" y="33"/>
                  </a:lnTo>
                  <a:lnTo>
                    <a:pt x="676" y="31"/>
                  </a:lnTo>
                  <a:lnTo>
                    <a:pt x="686" y="23"/>
                  </a:lnTo>
                  <a:lnTo>
                    <a:pt x="695" y="21"/>
                  </a:lnTo>
                  <a:lnTo>
                    <a:pt x="700" y="19"/>
                  </a:lnTo>
                  <a:lnTo>
                    <a:pt x="702" y="16"/>
                  </a:lnTo>
                  <a:lnTo>
                    <a:pt x="698" y="14"/>
                  </a:lnTo>
                  <a:lnTo>
                    <a:pt x="695" y="16"/>
                  </a:lnTo>
                  <a:lnTo>
                    <a:pt x="688" y="21"/>
                  </a:lnTo>
                  <a:lnTo>
                    <a:pt x="684" y="23"/>
                  </a:lnTo>
                  <a:lnTo>
                    <a:pt x="676" y="28"/>
                  </a:lnTo>
                  <a:lnTo>
                    <a:pt x="674" y="31"/>
                  </a:lnTo>
                  <a:lnTo>
                    <a:pt x="665" y="31"/>
                  </a:lnTo>
                  <a:lnTo>
                    <a:pt x="660" y="33"/>
                  </a:lnTo>
                  <a:lnTo>
                    <a:pt x="658" y="35"/>
                  </a:lnTo>
                  <a:lnTo>
                    <a:pt x="658" y="35"/>
                  </a:lnTo>
                  <a:lnTo>
                    <a:pt x="641" y="40"/>
                  </a:lnTo>
                  <a:lnTo>
                    <a:pt x="639" y="40"/>
                  </a:lnTo>
                  <a:lnTo>
                    <a:pt x="639" y="40"/>
                  </a:lnTo>
                  <a:lnTo>
                    <a:pt x="636" y="42"/>
                  </a:lnTo>
                  <a:lnTo>
                    <a:pt x="636" y="45"/>
                  </a:lnTo>
                  <a:lnTo>
                    <a:pt x="634" y="49"/>
                  </a:lnTo>
                  <a:lnTo>
                    <a:pt x="634" y="49"/>
                  </a:lnTo>
                  <a:lnTo>
                    <a:pt x="632" y="52"/>
                  </a:lnTo>
                  <a:lnTo>
                    <a:pt x="629" y="52"/>
                  </a:lnTo>
                  <a:lnTo>
                    <a:pt x="627" y="52"/>
                  </a:lnTo>
                  <a:lnTo>
                    <a:pt x="624" y="52"/>
                  </a:lnTo>
                  <a:lnTo>
                    <a:pt x="624" y="49"/>
                  </a:lnTo>
                  <a:lnTo>
                    <a:pt x="627" y="49"/>
                  </a:lnTo>
                  <a:lnTo>
                    <a:pt x="627" y="47"/>
                  </a:lnTo>
                  <a:lnTo>
                    <a:pt x="627" y="45"/>
                  </a:lnTo>
                  <a:lnTo>
                    <a:pt x="629" y="40"/>
                  </a:lnTo>
                  <a:lnTo>
                    <a:pt x="627" y="35"/>
                  </a:lnTo>
                  <a:lnTo>
                    <a:pt x="622" y="33"/>
                  </a:lnTo>
                  <a:lnTo>
                    <a:pt x="620" y="31"/>
                  </a:lnTo>
                  <a:lnTo>
                    <a:pt x="617" y="31"/>
                  </a:lnTo>
                  <a:lnTo>
                    <a:pt x="615" y="31"/>
                  </a:lnTo>
                  <a:lnTo>
                    <a:pt x="613" y="31"/>
                  </a:lnTo>
                  <a:lnTo>
                    <a:pt x="613" y="31"/>
                  </a:lnTo>
                  <a:lnTo>
                    <a:pt x="610" y="28"/>
                  </a:lnTo>
                  <a:lnTo>
                    <a:pt x="608" y="31"/>
                  </a:lnTo>
                  <a:lnTo>
                    <a:pt x="603" y="31"/>
                  </a:lnTo>
                  <a:lnTo>
                    <a:pt x="570" y="33"/>
                  </a:lnTo>
                  <a:lnTo>
                    <a:pt x="565" y="35"/>
                  </a:lnTo>
                  <a:lnTo>
                    <a:pt x="561" y="33"/>
                  </a:lnTo>
                  <a:lnTo>
                    <a:pt x="549" y="33"/>
                  </a:lnTo>
                  <a:lnTo>
                    <a:pt x="544" y="33"/>
                  </a:lnTo>
                  <a:lnTo>
                    <a:pt x="535" y="28"/>
                  </a:lnTo>
                  <a:lnTo>
                    <a:pt x="535" y="26"/>
                  </a:lnTo>
                  <a:lnTo>
                    <a:pt x="532" y="26"/>
                  </a:lnTo>
                  <a:lnTo>
                    <a:pt x="530" y="28"/>
                  </a:lnTo>
                  <a:lnTo>
                    <a:pt x="527" y="28"/>
                  </a:lnTo>
                  <a:lnTo>
                    <a:pt x="523" y="28"/>
                  </a:lnTo>
                  <a:lnTo>
                    <a:pt x="516" y="31"/>
                  </a:lnTo>
                  <a:lnTo>
                    <a:pt x="513" y="33"/>
                  </a:lnTo>
                  <a:lnTo>
                    <a:pt x="499" y="31"/>
                  </a:lnTo>
                  <a:lnTo>
                    <a:pt x="494" y="33"/>
                  </a:lnTo>
                  <a:lnTo>
                    <a:pt x="480" y="35"/>
                  </a:lnTo>
                  <a:lnTo>
                    <a:pt x="473" y="40"/>
                  </a:lnTo>
                  <a:lnTo>
                    <a:pt x="466" y="40"/>
                  </a:lnTo>
                  <a:lnTo>
                    <a:pt x="461" y="42"/>
                  </a:lnTo>
                  <a:lnTo>
                    <a:pt x="456" y="47"/>
                  </a:lnTo>
                  <a:lnTo>
                    <a:pt x="454" y="49"/>
                  </a:lnTo>
                  <a:lnTo>
                    <a:pt x="452" y="49"/>
                  </a:lnTo>
                  <a:lnTo>
                    <a:pt x="449" y="49"/>
                  </a:lnTo>
                  <a:lnTo>
                    <a:pt x="449" y="52"/>
                  </a:lnTo>
                  <a:lnTo>
                    <a:pt x="447" y="54"/>
                  </a:lnTo>
                  <a:lnTo>
                    <a:pt x="447" y="54"/>
                  </a:lnTo>
                  <a:lnTo>
                    <a:pt x="442" y="57"/>
                  </a:lnTo>
                  <a:lnTo>
                    <a:pt x="435" y="61"/>
                  </a:lnTo>
                  <a:lnTo>
                    <a:pt x="430" y="61"/>
                  </a:lnTo>
                  <a:lnTo>
                    <a:pt x="426" y="64"/>
                  </a:lnTo>
                  <a:lnTo>
                    <a:pt x="409" y="66"/>
                  </a:lnTo>
                  <a:lnTo>
                    <a:pt x="393" y="66"/>
                  </a:lnTo>
                  <a:lnTo>
                    <a:pt x="388" y="68"/>
                  </a:lnTo>
                  <a:lnTo>
                    <a:pt x="383" y="68"/>
                  </a:lnTo>
                  <a:lnTo>
                    <a:pt x="376" y="68"/>
                  </a:lnTo>
                  <a:lnTo>
                    <a:pt x="371" y="68"/>
                  </a:lnTo>
                  <a:lnTo>
                    <a:pt x="369" y="73"/>
                  </a:lnTo>
                  <a:lnTo>
                    <a:pt x="367" y="78"/>
                  </a:lnTo>
                  <a:lnTo>
                    <a:pt x="362" y="83"/>
                  </a:lnTo>
                  <a:lnTo>
                    <a:pt x="359" y="83"/>
                  </a:lnTo>
                  <a:lnTo>
                    <a:pt x="359" y="78"/>
                  </a:lnTo>
                  <a:lnTo>
                    <a:pt x="357" y="80"/>
                  </a:lnTo>
                  <a:lnTo>
                    <a:pt x="357" y="80"/>
                  </a:lnTo>
                  <a:lnTo>
                    <a:pt x="355" y="80"/>
                  </a:lnTo>
                  <a:lnTo>
                    <a:pt x="355" y="78"/>
                  </a:lnTo>
                  <a:lnTo>
                    <a:pt x="355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2" y="76"/>
                  </a:lnTo>
                  <a:lnTo>
                    <a:pt x="352" y="76"/>
                  </a:lnTo>
                  <a:lnTo>
                    <a:pt x="350" y="76"/>
                  </a:lnTo>
                  <a:lnTo>
                    <a:pt x="348" y="73"/>
                  </a:lnTo>
                  <a:lnTo>
                    <a:pt x="345" y="73"/>
                  </a:lnTo>
                  <a:lnTo>
                    <a:pt x="343" y="73"/>
                  </a:lnTo>
                  <a:lnTo>
                    <a:pt x="341" y="76"/>
                  </a:lnTo>
                  <a:lnTo>
                    <a:pt x="341" y="76"/>
                  </a:lnTo>
                  <a:lnTo>
                    <a:pt x="333" y="78"/>
                  </a:lnTo>
                  <a:lnTo>
                    <a:pt x="329" y="80"/>
                  </a:lnTo>
                  <a:lnTo>
                    <a:pt x="326" y="83"/>
                  </a:lnTo>
                  <a:lnTo>
                    <a:pt x="326" y="85"/>
                  </a:lnTo>
                  <a:lnTo>
                    <a:pt x="329" y="87"/>
                  </a:lnTo>
                  <a:lnTo>
                    <a:pt x="329" y="90"/>
                  </a:lnTo>
                  <a:lnTo>
                    <a:pt x="326" y="90"/>
                  </a:lnTo>
                  <a:lnTo>
                    <a:pt x="324" y="92"/>
                  </a:lnTo>
                  <a:lnTo>
                    <a:pt x="322" y="92"/>
                  </a:lnTo>
                  <a:lnTo>
                    <a:pt x="322" y="90"/>
                  </a:lnTo>
                  <a:lnTo>
                    <a:pt x="319" y="85"/>
                  </a:lnTo>
                  <a:lnTo>
                    <a:pt x="322" y="83"/>
                  </a:lnTo>
                  <a:lnTo>
                    <a:pt x="322" y="83"/>
                  </a:lnTo>
                  <a:lnTo>
                    <a:pt x="322" y="80"/>
                  </a:lnTo>
                  <a:lnTo>
                    <a:pt x="319" y="78"/>
                  </a:lnTo>
                  <a:lnTo>
                    <a:pt x="317" y="78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0" y="87"/>
                  </a:lnTo>
                  <a:lnTo>
                    <a:pt x="298" y="87"/>
                  </a:lnTo>
                  <a:lnTo>
                    <a:pt x="296" y="90"/>
                  </a:lnTo>
                  <a:lnTo>
                    <a:pt x="291" y="94"/>
                  </a:lnTo>
                  <a:lnTo>
                    <a:pt x="288" y="97"/>
                  </a:lnTo>
                  <a:lnTo>
                    <a:pt x="288" y="102"/>
                  </a:lnTo>
                  <a:lnTo>
                    <a:pt x="286" y="104"/>
                  </a:lnTo>
                  <a:lnTo>
                    <a:pt x="284" y="104"/>
                  </a:lnTo>
                  <a:lnTo>
                    <a:pt x="281" y="106"/>
                  </a:lnTo>
                  <a:lnTo>
                    <a:pt x="281" y="104"/>
                  </a:lnTo>
                  <a:lnTo>
                    <a:pt x="279" y="102"/>
                  </a:lnTo>
                  <a:lnTo>
                    <a:pt x="277" y="102"/>
                  </a:lnTo>
                  <a:lnTo>
                    <a:pt x="274" y="99"/>
                  </a:lnTo>
                  <a:lnTo>
                    <a:pt x="272" y="102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9"/>
                  </a:lnTo>
                  <a:lnTo>
                    <a:pt x="262" y="109"/>
                  </a:lnTo>
                  <a:lnTo>
                    <a:pt x="265" y="109"/>
                  </a:lnTo>
                  <a:lnTo>
                    <a:pt x="265" y="106"/>
                  </a:lnTo>
                  <a:lnTo>
                    <a:pt x="265" y="106"/>
                  </a:lnTo>
                  <a:lnTo>
                    <a:pt x="258" y="106"/>
                  </a:lnTo>
                  <a:lnTo>
                    <a:pt x="255" y="106"/>
                  </a:lnTo>
                  <a:lnTo>
                    <a:pt x="253" y="113"/>
                  </a:lnTo>
                  <a:lnTo>
                    <a:pt x="253" y="113"/>
                  </a:lnTo>
                  <a:lnTo>
                    <a:pt x="244" y="116"/>
                  </a:lnTo>
                  <a:lnTo>
                    <a:pt x="239" y="116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9" y="121"/>
                  </a:lnTo>
                  <a:lnTo>
                    <a:pt x="239" y="118"/>
                  </a:lnTo>
                  <a:lnTo>
                    <a:pt x="239" y="121"/>
                  </a:lnTo>
                  <a:lnTo>
                    <a:pt x="239" y="121"/>
                  </a:lnTo>
                  <a:lnTo>
                    <a:pt x="236" y="123"/>
                  </a:lnTo>
                  <a:lnTo>
                    <a:pt x="234" y="123"/>
                  </a:lnTo>
                  <a:lnTo>
                    <a:pt x="232" y="123"/>
                  </a:lnTo>
                  <a:lnTo>
                    <a:pt x="229" y="123"/>
                  </a:lnTo>
                  <a:lnTo>
                    <a:pt x="227" y="123"/>
                  </a:lnTo>
                  <a:lnTo>
                    <a:pt x="225" y="123"/>
                  </a:lnTo>
                  <a:lnTo>
                    <a:pt x="218" y="125"/>
                  </a:lnTo>
                  <a:lnTo>
                    <a:pt x="206" y="132"/>
                  </a:lnTo>
                  <a:lnTo>
                    <a:pt x="203" y="132"/>
                  </a:lnTo>
                  <a:lnTo>
                    <a:pt x="194" y="135"/>
                  </a:lnTo>
                  <a:lnTo>
                    <a:pt x="191" y="137"/>
                  </a:lnTo>
                  <a:lnTo>
                    <a:pt x="189" y="142"/>
                  </a:lnTo>
                  <a:lnTo>
                    <a:pt x="187" y="139"/>
                  </a:lnTo>
                  <a:lnTo>
                    <a:pt x="177" y="147"/>
                  </a:lnTo>
                  <a:lnTo>
                    <a:pt x="175" y="149"/>
                  </a:lnTo>
                  <a:lnTo>
                    <a:pt x="173" y="149"/>
                  </a:lnTo>
                  <a:lnTo>
                    <a:pt x="170" y="149"/>
                  </a:lnTo>
                  <a:lnTo>
                    <a:pt x="168" y="144"/>
                  </a:lnTo>
                  <a:lnTo>
                    <a:pt x="168" y="142"/>
                  </a:lnTo>
                  <a:lnTo>
                    <a:pt x="163" y="142"/>
                  </a:lnTo>
                  <a:lnTo>
                    <a:pt x="163" y="142"/>
                  </a:lnTo>
                  <a:lnTo>
                    <a:pt x="161" y="144"/>
                  </a:lnTo>
                  <a:lnTo>
                    <a:pt x="158" y="144"/>
                  </a:lnTo>
                  <a:lnTo>
                    <a:pt x="158" y="147"/>
                  </a:lnTo>
                  <a:lnTo>
                    <a:pt x="161" y="147"/>
                  </a:lnTo>
                  <a:lnTo>
                    <a:pt x="163" y="147"/>
                  </a:lnTo>
                  <a:lnTo>
                    <a:pt x="165" y="149"/>
                  </a:lnTo>
                  <a:lnTo>
                    <a:pt x="168" y="151"/>
                  </a:lnTo>
                  <a:lnTo>
                    <a:pt x="165" y="151"/>
                  </a:lnTo>
                  <a:lnTo>
                    <a:pt x="163" y="154"/>
                  </a:lnTo>
                  <a:lnTo>
                    <a:pt x="161" y="156"/>
                  </a:lnTo>
                  <a:lnTo>
                    <a:pt x="158" y="154"/>
                  </a:lnTo>
                  <a:lnTo>
                    <a:pt x="156" y="154"/>
                  </a:lnTo>
                  <a:lnTo>
                    <a:pt x="156" y="156"/>
                  </a:lnTo>
                  <a:lnTo>
                    <a:pt x="156" y="158"/>
                  </a:lnTo>
                  <a:lnTo>
                    <a:pt x="156" y="161"/>
                  </a:lnTo>
                  <a:lnTo>
                    <a:pt x="154" y="163"/>
                  </a:lnTo>
                  <a:lnTo>
                    <a:pt x="149" y="163"/>
                  </a:lnTo>
                  <a:lnTo>
                    <a:pt x="147" y="163"/>
                  </a:lnTo>
                  <a:lnTo>
                    <a:pt x="147" y="165"/>
                  </a:lnTo>
                  <a:lnTo>
                    <a:pt x="144" y="173"/>
                  </a:lnTo>
                  <a:lnTo>
                    <a:pt x="144" y="170"/>
                  </a:lnTo>
                  <a:lnTo>
                    <a:pt x="142" y="170"/>
                  </a:lnTo>
                  <a:lnTo>
                    <a:pt x="139" y="170"/>
                  </a:lnTo>
                  <a:lnTo>
                    <a:pt x="137" y="173"/>
                  </a:lnTo>
                  <a:lnTo>
                    <a:pt x="135" y="173"/>
                  </a:lnTo>
                  <a:lnTo>
                    <a:pt x="132" y="170"/>
                  </a:lnTo>
                  <a:lnTo>
                    <a:pt x="132" y="173"/>
                  </a:lnTo>
                  <a:lnTo>
                    <a:pt x="135" y="175"/>
                  </a:lnTo>
                  <a:lnTo>
                    <a:pt x="135" y="180"/>
                  </a:lnTo>
                  <a:lnTo>
                    <a:pt x="132" y="184"/>
                  </a:lnTo>
                  <a:lnTo>
                    <a:pt x="130" y="187"/>
                  </a:lnTo>
                  <a:lnTo>
                    <a:pt x="125" y="189"/>
                  </a:lnTo>
                  <a:lnTo>
                    <a:pt x="118" y="192"/>
                  </a:lnTo>
                  <a:lnTo>
                    <a:pt x="116" y="194"/>
                  </a:lnTo>
                  <a:lnTo>
                    <a:pt x="118" y="194"/>
                  </a:lnTo>
                  <a:lnTo>
                    <a:pt x="118" y="196"/>
                  </a:lnTo>
                  <a:lnTo>
                    <a:pt x="116" y="199"/>
                  </a:lnTo>
                  <a:lnTo>
                    <a:pt x="113" y="201"/>
                  </a:lnTo>
                  <a:lnTo>
                    <a:pt x="109" y="208"/>
                  </a:lnTo>
                  <a:lnTo>
                    <a:pt x="109" y="208"/>
                  </a:lnTo>
                  <a:lnTo>
                    <a:pt x="109" y="210"/>
                  </a:lnTo>
                  <a:lnTo>
                    <a:pt x="106" y="213"/>
                  </a:lnTo>
                  <a:lnTo>
                    <a:pt x="106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2" y="218"/>
                  </a:lnTo>
                  <a:lnTo>
                    <a:pt x="102" y="220"/>
                  </a:lnTo>
                  <a:lnTo>
                    <a:pt x="99" y="227"/>
                  </a:lnTo>
                  <a:lnTo>
                    <a:pt x="97" y="232"/>
                  </a:lnTo>
                  <a:lnTo>
                    <a:pt x="97" y="237"/>
                  </a:lnTo>
                  <a:lnTo>
                    <a:pt x="97" y="241"/>
                  </a:lnTo>
                  <a:lnTo>
                    <a:pt x="94" y="244"/>
                  </a:lnTo>
                  <a:lnTo>
                    <a:pt x="92" y="248"/>
                  </a:lnTo>
                  <a:lnTo>
                    <a:pt x="92" y="248"/>
                  </a:lnTo>
                  <a:lnTo>
                    <a:pt x="94" y="251"/>
                  </a:lnTo>
                  <a:lnTo>
                    <a:pt x="97" y="253"/>
                  </a:lnTo>
                  <a:lnTo>
                    <a:pt x="97" y="255"/>
                  </a:lnTo>
                  <a:lnTo>
                    <a:pt x="99" y="258"/>
                  </a:lnTo>
                  <a:lnTo>
                    <a:pt x="102" y="260"/>
                  </a:lnTo>
                  <a:lnTo>
                    <a:pt x="106" y="263"/>
                  </a:lnTo>
                  <a:lnTo>
                    <a:pt x="109" y="263"/>
                  </a:lnTo>
                  <a:lnTo>
                    <a:pt x="113" y="263"/>
                  </a:lnTo>
                  <a:lnTo>
                    <a:pt x="111" y="265"/>
                  </a:lnTo>
                  <a:lnTo>
                    <a:pt x="111" y="270"/>
                  </a:lnTo>
                  <a:lnTo>
                    <a:pt x="113" y="272"/>
                  </a:lnTo>
                  <a:lnTo>
                    <a:pt x="116" y="274"/>
                  </a:lnTo>
                  <a:lnTo>
                    <a:pt x="116" y="277"/>
                  </a:lnTo>
                  <a:lnTo>
                    <a:pt x="116" y="281"/>
                  </a:lnTo>
                  <a:lnTo>
                    <a:pt x="118" y="281"/>
                  </a:lnTo>
                  <a:lnTo>
                    <a:pt x="121" y="281"/>
                  </a:lnTo>
                  <a:lnTo>
                    <a:pt x="123" y="277"/>
                  </a:lnTo>
                  <a:lnTo>
                    <a:pt x="125" y="274"/>
                  </a:lnTo>
                  <a:lnTo>
                    <a:pt x="123" y="286"/>
                  </a:lnTo>
                  <a:lnTo>
                    <a:pt x="121" y="286"/>
                  </a:lnTo>
                  <a:lnTo>
                    <a:pt x="116" y="289"/>
                  </a:lnTo>
                  <a:lnTo>
                    <a:pt x="113" y="289"/>
                  </a:lnTo>
                  <a:lnTo>
                    <a:pt x="113" y="286"/>
                  </a:lnTo>
                  <a:lnTo>
                    <a:pt x="109" y="284"/>
                  </a:lnTo>
                  <a:lnTo>
                    <a:pt x="106" y="281"/>
                  </a:lnTo>
                  <a:lnTo>
                    <a:pt x="104" y="281"/>
                  </a:lnTo>
                  <a:lnTo>
                    <a:pt x="99" y="281"/>
                  </a:lnTo>
                  <a:lnTo>
                    <a:pt x="94" y="286"/>
                  </a:lnTo>
                  <a:lnTo>
                    <a:pt x="90" y="286"/>
                  </a:lnTo>
                  <a:lnTo>
                    <a:pt x="83" y="284"/>
                  </a:lnTo>
                  <a:lnTo>
                    <a:pt x="85" y="284"/>
                  </a:lnTo>
                  <a:lnTo>
                    <a:pt x="83" y="281"/>
                  </a:lnTo>
                  <a:lnTo>
                    <a:pt x="80" y="281"/>
                  </a:lnTo>
                  <a:lnTo>
                    <a:pt x="78" y="281"/>
                  </a:lnTo>
                  <a:lnTo>
                    <a:pt x="78" y="284"/>
                  </a:lnTo>
                  <a:lnTo>
                    <a:pt x="66" y="291"/>
                  </a:lnTo>
                  <a:lnTo>
                    <a:pt x="52" y="298"/>
                  </a:lnTo>
                  <a:lnTo>
                    <a:pt x="38" y="303"/>
                  </a:lnTo>
                  <a:lnTo>
                    <a:pt x="24" y="312"/>
                  </a:lnTo>
                  <a:lnTo>
                    <a:pt x="21" y="308"/>
                  </a:lnTo>
                  <a:lnTo>
                    <a:pt x="21" y="305"/>
                  </a:lnTo>
                  <a:lnTo>
                    <a:pt x="16" y="305"/>
                  </a:lnTo>
                  <a:lnTo>
                    <a:pt x="14" y="308"/>
                  </a:lnTo>
                  <a:lnTo>
                    <a:pt x="19" y="310"/>
                  </a:lnTo>
                  <a:lnTo>
                    <a:pt x="16" y="312"/>
                  </a:lnTo>
                  <a:lnTo>
                    <a:pt x="16" y="315"/>
                  </a:lnTo>
                  <a:lnTo>
                    <a:pt x="12" y="317"/>
                  </a:lnTo>
                  <a:lnTo>
                    <a:pt x="12" y="317"/>
                  </a:lnTo>
                  <a:lnTo>
                    <a:pt x="9" y="317"/>
                  </a:lnTo>
                  <a:lnTo>
                    <a:pt x="7" y="317"/>
                  </a:lnTo>
                  <a:lnTo>
                    <a:pt x="7" y="315"/>
                  </a:lnTo>
                  <a:lnTo>
                    <a:pt x="5" y="315"/>
                  </a:lnTo>
                  <a:lnTo>
                    <a:pt x="5" y="312"/>
                  </a:lnTo>
                  <a:lnTo>
                    <a:pt x="5" y="312"/>
                  </a:lnTo>
                  <a:lnTo>
                    <a:pt x="2" y="312"/>
                  </a:lnTo>
                  <a:lnTo>
                    <a:pt x="2" y="312"/>
                  </a:lnTo>
                  <a:lnTo>
                    <a:pt x="0" y="312"/>
                  </a:lnTo>
                  <a:lnTo>
                    <a:pt x="0" y="315"/>
                  </a:lnTo>
                  <a:lnTo>
                    <a:pt x="0" y="317"/>
                  </a:lnTo>
                  <a:lnTo>
                    <a:pt x="0" y="319"/>
                  </a:lnTo>
                  <a:lnTo>
                    <a:pt x="0" y="324"/>
                  </a:lnTo>
                  <a:lnTo>
                    <a:pt x="0" y="326"/>
                  </a:lnTo>
                  <a:lnTo>
                    <a:pt x="5" y="329"/>
                  </a:lnTo>
                  <a:lnTo>
                    <a:pt x="12" y="331"/>
                  </a:lnTo>
                  <a:lnTo>
                    <a:pt x="19" y="329"/>
                  </a:lnTo>
                  <a:lnTo>
                    <a:pt x="28" y="329"/>
                  </a:lnTo>
                  <a:lnTo>
                    <a:pt x="47" y="315"/>
                  </a:lnTo>
                  <a:lnTo>
                    <a:pt x="54" y="310"/>
                  </a:lnTo>
                  <a:lnTo>
                    <a:pt x="68" y="305"/>
                  </a:lnTo>
                  <a:lnTo>
                    <a:pt x="76" y="303"/>
                  </a:lnTo>
                  <a:lnTo>
                    <a:pt x="85" y="305"/>
                  </a:lnTo>
                  <a:lnTo>
                    <a:pt x="90" y="310"/>
                  </a:lnTo>
                  <a:lnTo>
                    <a:pt x="87" y="319"/>
                  </a:lnTo>
                  <a:lnTo>
                    <a:pt x="80" y="336"/>
                  </a:lnTo>
                  <a:lnTo>
                    <a:pt x="83" y="338"/>
                  </a:lnTo>
                  <a:lnTo>
                    <a:pt x="92" y="338"/>
                  </a:lnTo>
                  <a:lnTo>
                    <a:pt x="99" y="334"/>
                  </a:lnTo>
                  <a:lnTo>
                    <a:pt x="121" y="312"/>
                  </a:lnTo>
                  <a:lnTo>
                    <a:pt x="128" y="312"/>
                  </a:lnTo>
                  <a:lnTo>
                    <a:pt x="130" y="308"/>
                  </a:lnTo>
                  <a:lnTo>
                    <a:pt x="132" y="308"/>
                  </a:lnTo>
                  <a:lnTo>
                    <a:pt x="135" y="308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44" y="305"/>
                  </a:lnTo>
                  <a:lnTo>
                    <a:pt x="151" y="300"/>
                  </a:lnTo>
                  <a:lnTo>
                    <a:pt x="156" y="300"/>
                  </a:lnTo>
                  <a:lnTo>
                    <a:pt x="158" y="300"/>
                  </a:lnTo>
                  <a:lnTo>
                    <a:pt x="165" y="303"/>
                  </a:lnTo>
                  <a:lnTo>
                    <a:pt x="170" y="305"/>
                  </a:lnTo>
                  <a:lnTo>
                    <a:pt x="173" y="303"/>
                  </a:lnTo>
                  <a:lnTo>
                    <a:pt x="175" y="303"/>
                  </a:lnTo>
                  <a:lnTo>
                    <a:pt x="177" y="300"/>
                  </a:lnTo>
                  <a:lnTo>
                    <a:pt x="177" y="298"/>
                  </a:lnTo>
                  <a:lnTo>
                    <a:pt x="180" y="298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75" y="293"/>
                  </a:lnTo>
                  <a:lnTo>
                    <a:pt x="177" y="289"/>
                  </a:lnTo>
                  <a:lnTo>
                    <a:pt x="184" y="284"/>
                  </a:lnTo>
                  <a:lnTo>
                    <a:pt x="184" y="279"/>
                  </a:lnTo>
                  <a:lnTo>
                    <a:pt x="182" y="281"/>
                  </a:lnTo>
                  <a:lnTo>
                    <a:pt x="180" y="281"/>
                  </a:lnTo>
                  <a:lnTo>
                    <a:pt x="177" y="281"/>
                  </a:lnTo>
                  <a:lnTo>
                    <a:pt x="177" y="279"/>
                  </a:lnTo>
                  <a:lnTo>
                    <a:pt x="177" y="277"/>
                  </a:lnTo>
                  <a:lnTo>
                    <a:pt x="177" y="274"/>
                  </a:lnTo>
                  <a:lnTo>
                    <a:pt x="180" y="272"/>
                  </a:lnTo>
                  <a:lnTo>
                    <a:pt x="182" y="274"/>
                  </a:lnTo>
                  <a:lnTo>
                    <a:pt x="182" y="272"/>
                  </a:lnTo>
                  <a:lnTo>
                    <a:pt x="182" y="270"/>
                  </a:lnTo>
                  <a:lnTo>
                    <a:pt x="180" y="270"/>
                  </a:lnTo>
                  <a:lnTo>
                    <a:pt x="182" y="267"/>
                  </a:lnTo>
                  <a:lnTo>
                    <a:pt x="182" y="263"/>
                  </a:lnTo>
                  <a:lnTo>
                    <a:pt x="182" y="260"/>
                  </a:lnTo>
                  <a:lnTo>
                    <a:pt x="189" y="253"/>
                  </a:lnTo>
                  <a:lnTo>
                    <a:pt x="194" y="251"/>
                  </a:lnTo>
                  <a:lnTo>
                    <a:pt x="208" y="251"/>
                  </a:lnTo>
                  <a:lnTo>
                    <a:pt x="210" y="251"/>
                  </a:lnTo>
                  <a:lnTo>
                    <a:pt x="213" y="248"/>
                  </a:lnTo>
                  <a:lnTo>
                    <a:pt x="215" y="246"/>
                  </a:lnTo>
                  <a:lnTo>
                    <a:pt x="215" y="248"/>
                  </a:lnTo>
                  <a:lnTo>
                    <a:pt x="215" y="248"/>
                  </a:lnTo>
                  <a:lnTo>
                    <a:pt x="215" y="251"/>
                  </a:lnTo>
                  <a:lnTo>
                    <a:pt x="218" y="251"/>
                  </a:lnTo>
                  <a:lnTo>
                    <a:pt x="218" y="251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39" y="251"/>
                  </a:lnTo>
                  <a:lnTo>
                    <a:pt x="244" y="248"/>
                  </a:lnTo>
                  <a:lnTo>
                    <a:pt x="248" y="244"/>
                  </a:lnTo>
                  <a:lnTo>
                    <a:pt x="253" y="239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58" y="237"/>
                  </a:lnTo>
                  <a:lnTo>
                    <a:pt x="260" y="239"/>
                  </a:lnTo>
                  <a:lnTo>
                    <a:pt x="260" y="241"/>
                  </a:lnTo>
                  <a:lnTo>
                    <a:pt x="258" y="241"/>
                  </a:lnTo>
                  <a:lnTo>
                    <a:pt x="267" y="246"/>
                  </a:lnTo>
                  <a:lnTo>
                    <a:pt x="277" y="246"/>
                  </a:lnTo>
                  <a:lnTo>
                    <a:pt x="284" y="244"/>
                  </a:lnTo>
                  <a:lnTo>
                    <a:pt x="288" y="237"/>
                  </a:lnTo>
                  <a:lnTo>
                    <a:pt x="291" y="239"/>
                  </a:lnTo>
                  <a:lnTo>
                    <a:pt x="293" y="241"/>
                  </a:lnTo>
                  <a:lnTo>
                    <a:pt x="293" y="239"/>
                  </a:lnTo>
                  <a:lnTo>
                    <a:pt x="293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8" y="237"/>
                  </a:lnTo>
                  <a:lnTo>
                    <a:pt x="298" y="234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298" y="229"/>
                  </a:lnTo>
                  <a:lnTo>
                    <a:pt x="298" y="229"/>
                  </a:lnTo>
                  <a:lnTo>
                    <a:pt x="300" y="227"/>
                  </a:lnTo>
                  <a:lnTo>
                    <a:pt x="303" y="225"/>
                  </a:lnTo>
                  <a:lnTo>
                    <a:pt x="310" y="220"/>
                  </a:lnTo>
                  <a:lnTo>
                    <a:pt x="310" y="220"/>
                  </a:lnTo>
                  <a:lnTo>
                    <a:pt x="307" y="218"/>
                  </a:lnTo>
                  <a:lnTo>
                    <a:pt x="310" y="215"/>
                  </a:lnTo>
                  <a:lnTo>
                    <a:pt x="310" y="215"/>
                  </a:lnTo>
                  <a:lnTo>
                    <a:pt x="310" y="215"/>
                  </a:lnTo>
                  <a:lnTo>
                    <a:pt x="312" y="215"/>
                  </a:lnTo>
                  <a:lnTo>
                    <a:pt x="312" y="215"/>
                  </a:lnTo>
                  <a:lnTo>
                    <a:pt x="312" y="215"/>
                  </a:lnTo>
                  <a:lnTo>
                    <a:pt x="315" y="215"/>
                  </a:lnTo>
                  <a:lnTo>
                    <a:pt x="312" y="213"/>
                  </a:lnTo>
                  <a:lnTo>
                    <a:pt x="315" y="213"/>
                  </a:lnTo>
                  <a:lnTo>
                    <a:pt x="317" y="210"/>
                  </a:lnTo>
                  <a:lnTo>
                    <a:pt x="319" y="210"/>
                  </a:lnTo>
                  <a:lnTo>
                    <a:pt x="324" y="213"/>
                  </a:lnTo>
                  <a:lnTo>
                    <a:pt x="331" y="210"/>
                  </a:lnTo>
                  <a:lnTo>
                    <a:pt x="336" y="206"/>
                  </a:lnTo>
                  <a:lnTo>
                    <a:pt x="345" y="187"/>
                  </a:lnTo>
                  <a:lnTo>
                    <a:pt x="350" y="180"/>
                  </a:lnTo>
                  <a:lnTo>
                    <a:pt x="355" y="175"/>
                  </a:lnTo>
                  <a:lnTo>
                    <a:pt x="369" y="168"/>
                  </a:lnTo>
                  <a:lnTo>
                    <a:pt x="371" y="168"/>
                  </a:lnTo>
                  <a:lnTo>
                    <a:pt x="376" y="168"/>
                  </a:lnTo>
                  <a:lnTo>
                    <a:pt x="376" y="165"/>
                  </a:lnTo>
                  <a:lnTo>
                    <a:pt x="388" y="156"/>
                  </a:lnTo>
                  <a:lnTo>
                    <a:pt x="395" y="154"/>
                  </a:lnTo>
                  <a:lnTo>
                    <a:pt x="397" y="151"/>
                  </a:lnTo>
                  <a:lnTo>
                    <a:pt x="397" y="147"/>
                  </a:lnTo>
                  <a:lnTo>
                    <a:pt x="397" y="144"/>
                  </a:lnTo>
                  <a:lnTo>
                    <a:pt x="397" y="139"/>
                  </a:lnTo>
                  <a:lnTo>
                    <a:pt x="400" y="135"/>
                  </a:lnTo>
                  <a:lnTo>
                    <a:pt x="404" y="135"/>
                  </a:lnTo>
                  <a:lnTo>
                    <a:pt x="407" y="132"/>
                  </a:lnTo>
                  <a:lnTo>
                    <a:pt x="416" y="135"/>
                  </a:lnTo>
                  <a:lnTo>
                    <a:pt x="442" y="137"/>
                  </a:lnTo>
                  <a:lnTo>
                    <a:pt x="445" y="137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71" y="132"/>
                  </a:lnTo>
                  <a:lnTo>
                    <a:pt x="478" y="135"/>
                  </a:lnTo>
                  <a:lnTo>
                    <a:pt x="482" y="135"/>
                  </a:lnTo>
                  <a:lnTo>
                    <a:pt x="487" y="135"/>
                  </a:lnTo>
                  <a:lnTo>
                    <a:pt x="494" y="132"/>
                  </a:lnTo>
                  <a:lnTo>
                    <a:pt x="499" y="132"/>
                  </a:lnTo>
                  <a:lnTo>
                    <a:pt x="523" y="135"/>
                  </a:lnTo>
                  <a:lnTo>
                    <a:pt x="530" y="135"/>
                  </a:lnTo>
                  <a:lnTo>
                    <a:pt x="546" y="132"/>
                  </a:lnTo>
                  <a:lnTo>
                    <a:pt x="563" y="130"/>
                  </a:lnTo>
                  <a:lnTo>
                    <a:pt x="579" y="130"/>
                  </a:lnTo>
                  <a:lnTo>
                    <a:pt x="587" y="132"/>
                  </a:lnTo>
                  <a:lnTo>
                    <a:pt x="594" y="135"/>
                  </a:lnTo>
                  <a:lnTo>
                    <a:pt x="601" y="142"/>
                  </a:lnTo>
                  <a:lnTo>
                    <a:pt x="603" y="144"/>
                  </a:lnTo>
                  <a:lnTo>
                    <a:pt x="613" y="147"/>
                  </a:lnTo>
                  <a:lnTo>
                    <a:pt x="613" y="147"/>
                  </a:lnTo>
                  <a:lnTo>
                    <a:pt x="613" y="149"/>
                  </a:lnTo>
                  <a:lnTo>
                    <a:pt x="615" y="151"/>
                  </a:lnTo>
                  <a:lnTo>
                    <a:pt x="615" y="154"/>
                  </a:lnTo>
                  <a:lnTo>
                    <a:pt x="613" y="161"/>
                  </a:lnTo>
                  <a:lnTo>
                    <a:pt x="613" y="165"/>
                  </a:lnTo>
                  <a:lnTo>
                    <a:pt x="610" y="165"/>
                  </a:lnTo>
                  <a:lnTo>
                    <a:pt x="608" y="168"/>
                  </a:lnTo>
                  <a:lnTo>
                    <a:pt x="608" y="168"/>
                  </a:lnTo>
                  <a:lnTo>
                    <a:pt x="605" y="170"/>
                  </a:lnTo>
                  <a:lnTo>
                    <a:pt x="605" y="173"/>
                  </a:lnTo>
                  <a:lnTo>
                    <a:pt x="603" y="173"/>
                  </a:lnTo>
                  <a:lnTo>
                    <a:pt x="598" y="173"/>
                  </a:lnTo>
                  <a:lnTo>
                    <a:pt x="598" y="175"/>
                  </a:lnTo>
                  <a:lnTo>
                    <a:pt x="596" y="175"/>
                  </a:lnTo>
                  <a:lnTo>
                    <a:pt x="582" y="177"/>
                  </a:lnTo>
                  <a:lnTo>
                    <a:pt x="577" y="180"/>
                  </a:lnTo>
                  <a:lnTo>
                    <a:pt x="575" y="177"/>
                  </a:lnTo>
                  <a:lnTo>
                    <a:pt x="570" y="177"/>
                  </a:lnTo>
                  <a:lnTo>
                    <a:pt x="565" y="180"/>
                  </a:lnTo>
                  <a:lnTo>
                    <a:pt x="530" y="182"/>
                  </a:lnTo>
                  <a:lnTo>
                    <a:pt x="525" y="182"/>
                  </a:lnTo>
                  <a:lnTo>
                    <a:pt x="525" y="184"/>
                  </a:lnTo>
                  <a:lnTo>
                    <a:pt x="523" y="184"/>
                  </a:lnTo>
                  <a:lnTo>
                    <a:pt x="518" y="187"/>
                  </a:lnTo>
                  <a:lnTo>
                    <a:pt x="518" y="189"/>
                  </a:lnTo>
                  <a:lnTo>
                    <a:pt x="520" y="194"/>
                  </a:lnTo>
                  <a:lnTo>
                    <a:pt x="523" y="194"/>
                  </a:lnTo>
                  <a:lnTo>
                    <a:pt x="527" y="194"/>
                  </a:lnTo>
                  <a:lnTo>
                    <a:pt x="530" y="194"/>
                  </a:lnTo>
                  <a:lnTo>
                    <a:pt x="530" y="196"/>
                  </a:lnTo>
                  <a:lnTo>
                    <a:pt x="532" y="199"/>
                  </a:lnTo>
                  <a:lnTo>
                    <a:pt x="532" y="201"/>
                  </a:lnTo>
                  <a:lnTo>
                    <a:pt x="535" y="201"/>
                  </a:lnTo>
                  <a:lnTo>
                    <a:pt x="539" y="201"/>
                  </a:lnTo>
                  <a:lnTo>
                    <a:pt x="539" y="201"/>
                  </a:lnTo>
                  <a:lnTo>
                    <a:pt x="544" y="203"/>
                  </a:lnTo>
                  <a:lnTo>
                    <a:pt x="546" y="206"/>
                  </a:lnTo>
                  <a:lnTo>
                    <a:pt x="572" y="215"/>
                  </a:lnTo>
                  <a:lnTo>
                    <a:pt x="577" y="218"/>
                  </a:lnTo>
                  <a:lnTo>
                    <a:pt x="577" y="220"/>
                  </a:lnTo>
                  <a:lnTo>
                    <a:pt x="579" y="222"/>
                  </a:lnTo>
                  <a:lnTo>
                    <a:pt x="584" y="227"/>
                  </a:lnTo>
                  <a:lnTo>
                    <a:pt x="587" y="229"/>
                  </a:lnTo>
                  <a:lnTo>
                    <a:pt x="596" y="229"/>
                  </a:lnTo>
                  <a:lnTo>
                    <a:pt x="598" y="229"/>
                  </a:lnTo>
                  <a:lnTo>
                    <a:pt x="598" y="227"/>
                  </a:lnTo>
                  <a:lnTo>
                    <a:pt x="598" y="227"/>
                  </a:lnTo>
                  <a:lnTo>
                    <a:pt x="596" y="227"/>
                  </a:lnTo>
                  <a:lnTo>
                    <a:pt x="601" y="227"/>
                  </a:lnTo>
                  <a:lnTo>
                    <a:pt x="601" y="227"/>
                  </a:lnTo>
                  <a:lnTo>
                    <a:pt x="601" y="225"/>
                  </a:lnTo>
                  <a:lnTo>
                    <a:pt x="603" y="225"/>
                  </a:lnTo>
                  <a:lnTo>
                    <a:pt x="605" y="225"/>
                  </a:lnTo>
                  <a:lnTo>
                    <a:pt x="610" y="225"/>
                  </a:lnTo>
                  <a:lnTo>
                    <a:pt x="615" y="225"/>
                  </a:lnTo>
                  <a:lnTo>
                    <a:pt x="615" y="225"/>
                  </a:lnTo>
                  <a:lnTo>
                    <a:pt x="617" y="222"/>
                  </a:lnTo>
                  <a:lnTo>
                    <a:pt x="620" y="222"/>
                  </a:lnTo>
                  <a:lnTo>
                    <a:pt x="622" y="222"/>
                  </a:lnTo>
                  <a:lnTo>
                    <a:pt x="622" y="222"/>
                  </a:lnTo>
                  <a:lnTo>
                    <a:pt x="629" y="225"/>
                  </a:lnTo>
                  <a:lnTo>
                    <a:pt x="632" y="225"/>
                  </a:lnTo>
                  <a:lnTo>
                    <a:pt x="632" y="227"/>
                  </a:lnTo>
                  <a:lnTo>
                    <a:pt x="632" y="227"/>
                  </a:lnTo>
                  <a:lnTo>
                    <a:pt x="634" y="227"/>
                  </a:lnTo>
                  <a:lnTo>
                    <a:pt x="634" y="227"/>
                  </a:lnTo>
                  <a:lnTo>
                    <a:pt x="634" y="227"/>
                  </a:lnTo>
                  <a:lnTo>
                    <a:pt x="634" y="225"/>
                  </a:lnTo>
                  <a:lnTo>
                    <a:pt x="636" y="225"/>
                  </a:lnTo>
                  <a:lnTo>
                    <a:pt x="639" y="222"/>
                  </a:lnTo>
                  <a:lnTo>
                    <a:pt x="641" y="222"/>
                  </a:lnTo>
                  <a:lnTo>
                    <a:pt x="643" y="222"/>
                  </a:lnTo>
                  <a:lnTo>
                    <a:pt x="646" y="225"/>
                  </a:lnTo>
                  <a:lnTo>
                    <a:pt x="648" y="225"/>
                  </a:lnTo>
                  <a:lnTo>
                    <a:pt x="658" y="225"/>
                  </a:lnTo>
                  <a:lnTo>
                    <a:pt x="665" y="227"/>
                  </a:lnTo>
                  <a:lnTo>
                    <a:pt x="669" y="241"/>
                  </a:lnTo>
                  <a:lnTo>
                    <a:pt x="676" y="244"/>
                  </a:lnTo>
                  <a:lnTo>
                    <a:pt x="679" y="241"/>
                  </a:lnTo>
                  <a:lnTo>
                    <a:pt x="679" y="241"/>
                  </a:lnTo>
                  <a:lnTo>
                    <a:pt x="679" y="239"/>
                  </a:lnTo>
                  <a:lnTo>
                    <a:pt x="681" y="239"/>
                  </a:lnTo>
                  <a:lnTo>
                    <a:pt x="684" y="239"/>
                  </a:lnTo>
                  <a:lnTo>
                    <a:pt x="684" y="239"/>
                  </a:lnTo>
                  <a:lnTo>
                    <a:pt x="686" y="241"/>
                  </a:lnTo>
                  <a:lnTo>
                    <a:pt x="688" y="239"/>
                  </a:lnTo>
                  <a:lnTo>
                    <a:pt x="688" y="237"/>
                  </a:lnTo>
                  <a:lnTo>
                    <a:pt x="688" y="234"/>
                  </a:lnTo>
                  <a:lnTo>
                    <a:pt x="688" y="232"/>
                  </a:lnTo>
                  <a:lnTo>
                    <a:pt x="691" y="232"/>
                  </a:lnTo>
                  <a:lnTo>
                    <a:pt x="695" y="229"/>
                  </a:lnTo>
                  <a:lnTo>
                    <a:pt x="698" y="229"/>
                  </a:lnTo>
                  <a:lnTo>
                    <a:pt x="700" y="237"/>
                  </a:lnTo>
                  <a:lnTo>
                    <a:pt x="700" y="241"/>
                  </a:lnTo>
                  <a:lnTo>
                    <a:pt x="698" y="246"/>
                  </a:lnTo>
                  <a:lnTo>
                    <a:pt x="702" y="246"/>
                  </a:lnTo>
                  <a:lnTo>
                    <a:pt x="702" y="241"/>
                  </a:lnTo>
                  <a:lnTo>
                    <a:pt x="702" y="215"/>
                  </a:lnTo>
                  <a:lnTo>
                    <a:pt x="698" y="208"/>
                  </a:lnTo>
                  <a:lnTo>
                    <a:pt x="698" y="206"/>
                  </a:lnTo>
                  <a:lnTo>
                    <a:pt x="700" y="203"/>
                  </a:lnTo>
                  <a:lnTo>
                    <a:pt x="702" y="203"/>
                  </a:lnTo>
                  <a:lnTo>
                    <a:pt x="705" y="203"/>
                  </a:lnTo>
                  <a:lnTo>
                    <a:pt x="707" y="203"/>
                  </a:lnTo>
                  <a:lnTo>
                    <a:pt x="712" y="210"/>
                  </a:lnTo>
                  <a:lnTo>
                    <a:pt x="714" y="213"/>
                  </a:lnTo>
                  <a:lnTo>
                    <a:pt x="712" y="220"/>
                  </a:lnTo>
                  <a:lnTo>
                    <a:pt x="712" y="225"/>
                  </a:lnTo>
                  <a:lnTo>
                    <a:pt x="714" y="225"/>
                  </a:lnTo>
                  <a:lnTo>
                    <a:pt x="719" y="237"/>
                  </a:lnTo>
                  <a:lnTo>
                    <a:pt x="721" y="239"/>
                  </a:lnTo>
                  <a:lnTo>
                    <a:pt x="724" y="241"/>
                  </a:lnTo>
                  <a:lnTo>
                    <a:pt x="731" y="241"/>
                  </a:lnTo>
                  <a:lnTo>
                    <a:pt x="738" y="244"/>
                  </a:lnTo>
                  <a:lnTo>
                    <a:pt x="743" y="246"/>
                  </a:lnTo>
                  <a:lnTo>
                    <a:pt x="759" y="246"/>
                  </a:lnTo>
                  <a:lnTo>
                    <a:pt x="785" y="241"/>
                  </a:lnTo>
                  <a:lnTo>
                    <a:pt x="809" y="241"/>
                  </a:lnTo>
                  <a:lnTo>
                    <a:pt x="833" y="239"/>
                  </a:lnTo>
                  <a:lnTo>
                    <a:pt x="840" y="241"/>
                  </a:lnTo>
                  <a:lnTo>
                    <a:pt x="842" y="237"/>
                  </a:lnTo>
                  <a:lnTo>
                    <a:pt x="840" y="232"/>
                  </a:lnTo>
                  <a:lnTo>
                    <a:pt x="837" y="227"/>
                  </a:lnTo>
                  <a:lnTo>
                    <a:pt x="835" y="225"/>
                  </a:lnTo>
                  <a:lnTo>
                    <a:pt x="828" y="220"/>
                  </a:lnTo>
                  <a:lnTo>
                    <a:pt x="826" y="218"/>
                  </a:lnTo>
                  <a:lnTo>
                    <a:pt x="828" y="213"/>
                  </a:lnTo>
                  <a:lnTo>
                    <a:pt x="830" y="215"/>
                  </a:lnTo>
                  <a:lnTo>
                    <a:pt x="833" y="215"/>
                  </a:lnTo>
                  <a:lnTo>
                    <a:pt x="835" y="213"/>
                  </a:lnTo>
                  <a:lnTo>
                    <a:pt x="835" y="210"/>
                  </a:lnTo>
                  <a:lnTo>
                    <a:pt x="837" y="213"/>
                  </a:lnTo>
                  <a:lnTo>
                    <a:pt x="840" y="215"/>
                  </a:lnTo>
                  <a:lnTo>
                    <a:pt x="844" y="218"/>
                  </a:lnTo>
                  <a:lnTo>
                    <a:pt x="842" y="220"/>
                  </a:lnTo>
                  <a:lnTo>
                    <a:pt x="842" y="222"/>
                  </a:lnTo>
                  <a:lnTo>
                    <a:pt x="844" y="225"/>
                  </a:lnTo>
                  <a:lnTo>
                    <a:pt x="847" y="225"/>
                  </a:lnTo>
                  <a:lnTo>
                    <a:pt x="847" y="227"/>
                  </a:lnTo>
                  <a:lnTo>
                    <a:pt x="849" y="227"/>
                  </a:lnTo>
                  <a:lnTo>
                    <a:pt x="852" y="227"/>
                  </a:lnTo>
                  <a:lnTo>
                    <a:pt x="854" y="227"/>
                  </a:lnTo>
                  <a:lnTo>
                    <a:pt x="854" y="229"/>
                  </a:lnTo>
                  <a:lnTo>
                    <a:pt x="854" y="229"/>
                  </a:lnTo>
                  <a:lnTo>
                    <a:pt x="852" y="232"/>
                  </a:lnTo>
                  <a:lnTo>
                    <a:pt x="852" y="234"/>
                  </a:lnTo>
                  <a:lnTo>
                    <a:pt x="852" y="234"/>
                  </a:lnTo>
                  <a:lnTo>
                    <a:pt x="856" y="232"/>
                  </a:lnTo>
                  <a:lnTo>
                    <a:pt x="854" y="234"/>
                  </a:lnTo>
                  <a:lnTo>
                    <a:pt x="849" y="237"/>
                  </a:lnTo>
                  <a:lnTo>
                    <a:pt x="847" y="237"/>
                  </a:lnTo>
                  <a:lnTo>
                    <a:pt x="844" y="237"/>
                  </a:lnTo>
                  <a:lnTo>
                    <a:pt x="844" y="239"/>
                  </a:lnTo>
                  <a:lnTo>
                    <a:pt x="844" y="239"/>
                  </a:lnTo>
                  <a:lnTo>
                    <a:pt x="847" y="241"/>
                  </a:lnTo>
                  <a:lnTo>
                    <a:pt x="847" y="241"/>
                  </a:lnTo>
                  <a:lnTo>
                    <a:pt x="849" y="241"/>
                  </a:lnTo>
                  <a:lnTo>
                    <a:pt x="852" y="241"/>
                  </a:lnTo>
                  <a:lnTo>
                    <a:pt x="852" y="241"/>
                  </a:lnTo>
                  <a:lnTo>
                    <a:pt x="852" y="244"/>
                  </a:lnTo>
                  <a:lnTo>
                    <a:pt x="852" y="244"/>
                  </a:lnTo>
                  <a:lnTo>
                    <a:pt x="852" y="246"/>
                  </a:lnTo>
                  <a:lnTo>
                    <a:pt x="875" y="265"/>
                  </a:lnTo>
                  <a:lnTo>
                    <a:pt x="880" y="270"/>
                  </a:lnTo>
                  <a:lnTo>
                    <a:pt x="889" y="272"/>
                  </a:lnTo>
                  <a:lnTo>
                    <a:pt x="896" y="277"/>
                  </a:lnTo>
                  <a:lnTo>
                    <a:pt x="904" y="277"/>
                  </a:lnTo>
                  <a:lnTo>
                    <a:pt x="913" y="279"/>
                  </a:lnTo>
                  <a:lnTo>
                    <a:pt x="915" y="281"/>
                  </a:lnTo>
                  <a:lnTo>
                    <a:pt x="920" y="281"/>
                  </a:lnTo>
                  <a:lnTo>
                    <a:pt x="923" y="284"/>
                  </a:lnTo>
                  <a:lnTo>
                    <a:pt x="923" y="289"/>
                  </a:lnTo>
                  <a:lnTo>
                    <a:pt x="925" y="291"/>
                  </a:lnTo>
                  <a:lnTo>
                    <a:pt x="925" y="296"/>
                  </a:lnTo>
                  <a:lnTo>
                    <a:pt x="930" y="298"/>
                  </a:lnTo>
                  <a:lnTo>
                    <a:pt x="932" y="300"/>
                  </a:lnTo>
                  <a:lnTo>
                    <a:pt x="934" y="298"/>
                  </a:lnTo>
                  <a:lnTo>
                    <a:pt x="934" y="298"/>
                  </a:lnTo>
                  <a:lnTo>
                    <a:pt x="932" y="296"/>
                  </a:lnTo>
                  <a:lnTo>
                    <a:pt x="930" y="296"/>
                  </a:lnTo>
                  <a:lnTo>
                    <a:pt x="930" y="293"/>
                  </a:lnTo>
                  <a:lnTo>
                    <a:pt x="932" y="293"/>
                  </a:lnTo>
                  <a:lnTo>
                    <a:pt x="934" y="293"/>
                  </a:lnTo>
                  <a:lnTo>
                    <a:pt x="939" y="293"/>
                  </a:lnTo>
                  <a:lnTo>
                    <a:pt x="941" y="296"/>
                  </a:lnTo>
                  <a:lnTo>
                    <a:pt x="946" y="293"/>
                  </a:lnTo>
                  <a:lnTo>
                    <a:pt x="949" y="293"/>
                  </a:lnTo>
                  <a:lnTo>
                    <a:pt x="953" y="291"/>
                  </a:lnTo>
                  <a:lnTo>
                    <a:pt x="953" y="293"/>
                  </a:lnTo>
                  <a:lnTo>
                    <a:pt x="953" y="296"/>
                  </a:lnTo>
                  <a:lnTo>
                    <a:pt x="953" y="298"/>
                  </a:lnTo>
                  <a:lnTo>
                    <a:pt x="956" y="298"/>
                  </a:lnTo>
                  <a:lnTo>
                    <a:pt x="958" y="300"/>
                  </a:lnTo>
                  <a:lnTo>
                    <a:pt x="953" y="300"/>
                  </a:lnTo>
                  <a:lnTo>
                    <a:pt x="953" y="303"/>
                  </a:lnTo>
                  <a:lnTo>
                    <a:pt x="958" y="305"/>
                  </a:lnTo>
                  <a:lnTo>
                    <a:pt x="963" y="305"/>
                  </a:lnTo>
                  <a:lnTo>
                    <a:pt x="965" y="305"/>
                  </a:lnTo>
                  <a:lnTo>
                    <a:pt x="965" y="303"/>
                  </a:lnTo>
                  <a:lnTo>
                    <a:pt x="967" y="298"/>
                  </a:lnTo>
                  <a:lnTo>
                    <a:pt x="972" y="298"/>
                  </a:lnTo>
                  <a:lnTo>
                    <a:pt x="986" y="300"/>
                  </a:lnTo>
                  <a:lnTo>
                    <a:pt x="998" y="300"/>
                  </a:lnTo>
                  <a:lnTo>
                    <a:pt x="1001" y="300"/>
                  </a:lnTo>
                  <a:lnTo>
                    <a:pt x="1003" y="303"/>
                  </a:lnTo>
                  <a:lnTo>
                    <a:pt x="1003" y="305"/>
                  </a:lnTo>
                  <a:lnTo>
                    <a:pt x="1005" y="308"/>
                  </a:lnTo>
                  <a:lnTo>
                    <a:pt x="1008" y="308"/>
                  </a:lnTo>
                  <a:lnTo>
                    <a:pt x="1008" y="310"/>
                  </a:lnTo>
                  <a:lnTo>
                    <a:pt x="1017" y="310"/>
                  </a:lnTo>
                  <a:lnTo>
                    <a:pt x="1017" y="310"/>
                  </a:lnTo>
                  <a:lnTo>
                    <a:pt x="1019" y="312"/>
                  </a:lnTo>
                  <a:lnTo>
                    <a:pt x="1022" y="312"/>
                  </a:lnTo>
                  <a:lnTo>
                    <a:pt x="1022" y="312"/>
                  </a:lnTo>
                  <a:lnTo>
                    <a:pt x="1024" y="312"/>
                  </a:lnTo>
                  <a:lnTo>
                    <a:pt x="1024" y="310"/>
                  </a:lnTo>
                  <a:lnTo>
                    <a:pt x="1024" y="308"/>
                  </a:lnTo>
                  <a:lnTo>
                    <a:pt x="1027" y="310"/>
                  </a:lnTo>
                  <a:lnTo>
                    <a:pt x="1031" y="315"/>
                  </a:lnTo>
                  <a:lnTo>
                    <a:pt x="1031" y="315"/>
                  </a:lnTo>
                  <a:lnTo>
                    <a:pt x="1034" y="317"/>
                  </a:lnTo>
                  <a:lnTo>
                    <a:pt x="1038" y="317"/>
                  </a:lnTo>
                  <a:lnTo>
                    <a:pt x="1041" y="317"/>
                  </a:lnTo>
                  <a:lnTo>
                    <a:pt x="1053" y="315"/>
                  </a:lnTo>
                  <a:lnTo>
                    <a:pt x="1055" y="315"/>
                  </a:lnTo>
                  <a:lnTo>
                    <a:pt x="1057" y="319"/>
                  </a:lnTo>
                  <a:lnTo>
                    <a:pt x="1062" y="319"/>
                  </a:lnTo>
                  <a:lnTo>
                    <a:pt x="1076" y="324"/>
                  </a:lnTo>
                  <a:lnTo>
                    <a:pt x="1083" y="324"/>
                  </a:lnTo>
                  <a:lnTo>
                    <a:pt x="1093" y="322"/>
                  </a:lnTo>
                  <a:lnTo>
                    <a:pt x="1100" y="319"/>
                  </a:lnTo>
                  <a:lnTo>
                    <a:pt x="1109" y="315"/>
                  </a:lnTo>
                  <a:lnTo>
                    <a:pt x="1112" y="312"/>
                  </a:lnTo>
                  <a:lnTo>
                    <a:pt x="1121" y="312"/>
                  </a:lnTo>
                  <a:lnTo>
                    <a:pt x="1124" y="310"/>
                  </a:lnTo>
                  <a:lnTo>
                    <a:pt x="1126" y="310"/>
                  </a:lnTo>
                  <a:lnTo>
                    <a:pt x="1128" y="310"/>
                  </a:lnTo>
                  <a:lnTo>
                    <a:pt x="1131" y="310"/>
                  </a:lnTo>
                  <a:lnTo>
                    <a:pt x="1133" y="310"/>
                  </a:lnTo>
                  <a:lnTo>
                    <a:pt x="1135" y="310"/>
                  </a:lnTo>
                  <a:lnTo>
                    <a:pt x="1140" y="310"/>
                  </a:lnTo>
                  <a:lnTo>
                    <a:pt x="1143" y="310"/>
                  </a:lnTo>
                  <a:lnTo>
                    <a:pt x="1143" y="308"/>
                  </a:lnTo>
                  <a:lnTo>
                    <a:pt x="1143" y="308"/>
                  </a:lnTo>
                  <a:lnTo>
                    <a:pt x="1143" y="305"/>
                  </a:lnTo>
                  <a:lnTo>
                    <a:pt x="1145" y="305"/>
                  </a:lnTo>
                  <a:lnTo>
                    <a:pt x="1145" y="305"/>
                  </a:lnTo>
                  <a:lnTo>
                    <a:pt x="1154" y="303"/>
                  </a:lnTo>
                  <a:lnTo>
                    <a:pt x="1161" y="300"/>
                  </a:lnTo>
                  <a:lnTo>
                    <a:pt x="1164" y="298"/>
                  </a:lnTo>
                  <a:lnTo>
                    <a:pt x="1166" y="298"/>
                  </a:lnTo>
                  <a:lnTo>
                    <a:pt x="1166" y="298"/>
                  </a:lnTo>
                  <a:lnTo>
                    <a:pt x="1171" y="298"/>
                  </a:lnTo>
                  <a:lnTo>
                    <a:pt x="1173" y="300"/>
                  </a:lnTo>
                  <a:lnTo>
                    <a:pt x="1176" y="303"/>
                  </a:lnTo>
                  <a:lnTo>
                    <a:pt x="1178" y="303"/>
                  </a:lnTo>
                  <a:lnTo>
                    <a:pt x="1180" y="305"/>
                  </a:lnTo>
                  <a:lnTo>
                    <a:pt x="1180" y="308"/>
                  </a:lnTo>
                  <a:lnTo>
                    <a:pt x="1180" y="310"/>
                  </a:lnTo>
                  <a:lnTo>
                    <a:pt x="1176" y="310"/>
                  </a:lnTo>
                  <a:lnTo>
                    <a:pt x="1173" y="310"/>
                  </a:lnTo>
                  <a:lnTo>
                    <a:pt x="1171" y="308"/>
                  </a:lnTo>
                  <a:lnTo>
                    <a:pt x="1171" y="310"/>
                  </a:lnTo>
                  <a:lnTo>
                    <a:pt x="1171" y="312"/>
                  </a:lnTo>
                  <a:lnTo>
                    <a:pt x="1173" y="312"/>
                  </a:lnTo>
                  <a:lnTo>
                    <a:pt x="1183" y="315"/>
                  </a:lnTo>
                  <a:lnTo>
                    <a:pt x="1187" y="315"/>
                  </a:lnTo>
                  <a:lnTo>
                    <a:pt x="1190" y="317"/>
                  </a:lnTo>
                  <a:lnTo>
                    <a:pt x="1195" y="319"/>
                  </a:lnTo>
                  <a:lnTo>
                    <a:pt x="1197" y="324"/>
                  </a:lnTo>
                  <a:lnTo>
                    <a:pt x="1202" y="331"/>
                  </a:lnTo>
                  <a:lnTo>
                    <a:pt x="1204" y="338"/>
                  </a:lnTo>
                  <a:lnTo>
                    <a:pt x="1204" y="341"/>
                  </a:lnTo>
                  <a:lnTo>
                    <a:pt x="1209" y="348"/>
                  </a:lnTo>
                  <a:lnTo>
                    <a:pt x="1209" y="350"/>
                  </a:lnTo>
                  <a:lnTo>
                    <a:pt x="1211" y="355"/>
                  </a:lnTo>
                  <a:lnTo>
                    <a:pt x="1213" y="360"/>
                  </a:lnTo>
                  <a:lnTo>
                    <a:pt x="1213" y="364"/>
                  </a:lnTo>
                  <a:lnTo>
                    <a:pt x="1213" y="364"/>
                  </a:lnTo>
                  <a:lnTo>
                    <a:pt x="1221" y="367"/>
                  </a:lnTo>
                  <a:lnTo>
                    <a:pt x="1223" y="369"/>
                  </a:lnTo>
                  <a:lnTo>
                    <a:pt x="1223" y="371"/>
                  </a:lnTo>
                  <a:lnTo>
                    <a:pt x="1221" y="374"/>
                  </a:lnTo>
                  <a:lnTo>
                    <a:pt x="1218" y="374"/>
                  </a:lnTo>
                  <a:lnTo>
                    <a:pt x="1216" y="371"/>
                  </a:lnTo>
                  <a:lnTo>
                    <a:pt x="1216" y="376"/>
                  </a:lnTo>
                  <a:lnTo>
                    <a:pt x="1218" y="383"/>
                  </a:lnTo>
                  <a:lnTo>
                    <a:pt x="1221" y="388"/>
                  </a:lnTo>
                  <a:lnTo>
                    <a:pt x="1223" y="393"/>
                  </a:lnTo>
                  <a:lnTo>
                    <a:pt x="1225" y="407"/>
                  </a:lnTo>
                  <a:lnTo>
                    <a:pt x="1228" y="412"/>
                  </a:lnTo>
                  <a:lnTo>
                    <a:pt x="1228" y="414"/>
                  </a:lnTo>
                  <a:lnTo>
                    <a:pt x="1230" y="414"/>
                  </a:lnTo>
                  <a:lnTo>
                    <a:pt x="1237" y="419"/>
                  </a:lnTo>
                  <a:lnTo>
                    <a:pt x="1240" y="421"/>
                  </a:lnTo>
                  <a:lnTo>
                    <a:pt x="1242" y="426"/>
                  </a:lnTo>
                  <a:lnTo>
                    <a:pt x="1244" y="431"/>
                  </a:lnTo>
                  <a:lnTo>
                    <a:pt x="1247" y="431"/>
                  </a:lnTo>
                  <a:lnTo>
                    <a:pt x="1254" y="431"/>
                  </a:lnTo>
                  <a:lnTo>
                    <a:pt x="1256" y="431"/>
                  </a:lnTo>
                  <a:lnTo>
                    <a:pt x="1270" y="438"/>
                  </a:lnTo>
                  <a:lnTo>
                    <a:pt x="1273" y="442"/>
                  </a:lnTo>
                  <a:lnTo>
                    <a:pt x="1273" y="442"/>
                  </a:lnTo>
                  <a:lnTo>
                    <a:pt x="1275" y="445"/>
                  </a:lnTo>
                  <a:lnTo>
                    <a:pt x="1277" y="447"/>
                  </a:lnTo>
                  <a:lnTo>
                    <a:pt x="1277" y="450"/>
                  </a:lnTo>
                  <a:lnTo>
                    <a:pt x="1277" y="452"/>
                  </a:lnTo>
                  <a:lnTo>
                    <a:pt x="1280" y="452"/>
                  </a:lnTo>
                  <a:lnTo>
                    <a:pt x="1280" y="450"/>
                  </a:lnTo>
                  <a:lnTo>
                    <a:pt x="1284" y="450"/>
                  </a:lnTo>
                  <a:lnTo>
                    <a:pt x="1287" y="452"/>
                  </a:lnTo>
                  <a:lnTo>
                    <a:pt x="1292" y="454"/>
                  </a:lnTo>
                  <a:lnTo>
                    <a:pt x="1294" y="457"/>
                  </a:lnTo>
                  <a:lnTo>
                    <a:pt x="1296" y="464"/>
                  </a:lnTo>
                  <a:lnTo>
                    <a:pt x="1301" y="466"/>
                  </a:lnTo>
                  <a:lnTo>
                    <a:pt x="1303" y="466"/>
                  </a:lnTo>
                  <a:lnTo>
                    <a:pt x="1306" y="466"/>
                  </a:lnTo>
                  <a:lnTo>
                    <a:pt x="1313" y="473"/>
                  </a:lnTo>
                  <a:lnTo>
                    <a:pt x="1315" y="471"/>
                  </a:lnTo>
                  <a:lnTo>
                    <a:pt x="1315" y="471"/>
                  </a:lnTo>
                  <a:lnTo>
                    <a:pt x="1318" y="476"/>
                  </a:lnTo>
                  <a:lnTo>
                    <a:pt x="1325" y="476"/>
                  </a:lnTo>
                  <a:lnTo>
                    <a:pt x="1337" y="473"/>
                  </a:lnTo>
                  <a:lnTo>
                    <a:pt x="1339" y="473"/>
                  </a:lnTo>
                  <a:lnTo>
                    <a:pt x="1341" y="471"/>
                  </a:lnTo>
                  <a:lnTo>
                    <a:pt x="1344" y="469"/>
                  </a:lnTo>
                  <a:lnTo>
                    <a:pt x="1348" y="466"/>
                  </a:lnTo>
                  <a:lnTo>
                    <a:pt x="1355" y="466"/>
                  </a:lnTo>
                  <a:lnTo>
                    <a:pt x="1358" y="466"/>
                  </a:lnTo>
                  <a:lnTo>
                    <a:pt x="1365" y="471"/>
                  </a:lnTo>
                  <a:lnTo>
                    <a:pt x="1367" y="471"/>
                  </a:lnTo>
                  <a:lnTo>
                    <a:pt x="1377" y="471"/>
                  </a:lnTo>
                  <a:lnTo>
                    <a:pt x="1379" y="471"/>
                  </a:lnTo>
                  <a:lnTo>
                    <a:pt x="1379" y="471"/>
                  </a:lnTo>
                  <a:lnTo>
                    <a:pt x="1381" y="471"/>
                  </a:lnTo>
                  <a:lnTo>
                    <a:pt x="1386" y="471"/>
                  </a:lnTo>
                  <a:lnTo>
                    <a:pt x="1386" y="471"/>
                  </a:lnTo>
                  <a:lnTo>
                    <a:pt x="1391" y="471"/>
                  </a:lnTo>
                  <a:lnTo>
                    <a:pt x="1393" y="471"/>
                  </a:lnTo>
                  <a:lnTo>
                    <a:pt x="1396" y="471"/>
                  </a:lnTo>
                  <a:lnTo>
                    <a:pt x="1398" y="473"/>
                  </a:lnTo>
                  <a:lnTo>
                    <a:pt x="1400" y="473"/>
                  </a:lnTo>
                  <a:lnTo>
                    <a:pt x="1407" y="469"/>
                  </a:lnTo>
                  <a:lnTo>
                    <a:pt x="1417" y="471"/>
                  </a:lnTo>
                  <a:lnTo>
                    <a:pt x="1419" y="471"/>
                  </a:lnTo>
                  <a:lnTo>
                    <a:pt x="1422" y="471"/>
                  </a:lnTo>
                  <a:lnTo>
                    <a:pt x="1424" y="471"/>
                  </a:lnTo>
                  <a:lnTo>
                    <a:pt x="1424" y="471"/>
                  </a:lnTo>
                  <a:lnTo>
                    <a:pt x="1426" y="469"/>
                  </a:lnTo>
                  <a:lnTo>
                    <a:pt x="1426" y="469"/>
                  </a:lnTo>
                  <a:lnTo>
                    <a:pt x="1429" y="469"/>
                  </a:lnTo>
                  <a:lnTo>
                    <a:pt x="1429" y="469"/>
                  </a:lnTo>
                  <a:lnTo>
                    <a:pt x="1431" y="469"/>
                  </a:lnTo>
                  <a:lnTo>
                    <a:pt x="1434" y="466"/>
                  </a:lnTo>
                  <a:lnTo>
                    <a:pt x="1438" y="464"/>
                  </a:lnTo>
                  <a:lnTo>
                    <a:pt x="1443" y="461"/>
                  </a:lnTo>
                  <a:lnTo>
                    <a:pt x="1450" y="459"/>
                  </a:lnTo>
                  <a:lnTo>
                    <a:pt x="1455" y="461"/>
                  </a:lnTo>
                  <a:lnTo>
                    <a:pt x="1460" y="466"/>
                  </a:lnTo>
                  <a:lnTo>
                    <a:pt x="1462" y="471"/>
                  </a:lnTo>
                  <a:lnTo>
                    <a:pt x="1467" y="473"/>
                  </a:lnTo>
                  <a:lnTo>
                    <a:pt x="1467" y="471"/>
                  </a:lnTo>
                  <a:lnTo>
                    <a:pt x="1471" y="471"/>
                  </a:lnTo>
                  <a:lnTo>
                    <a:pt x="1478" y="473"/>
                  </a:lnTo>
                  <a:lnTo>
                    <a:pt x="1478" y="476"/>
                  </a:lnTo>
                  <a:lnTo>
                    <a:pt x="1476" y="480"/>
                  </a:lnTo>
                  <a:lnTo>
                    <a:pt x="1474" y="483"/>
                  </a:lnTo>
                  <a:lnTo>
                    <a:pt x="1471" y="483"/>
                  </a:lnTo>
                  <a:lnTo>
                    <a:pt x="1471" y="483"/>
                  </a:lnTo>
                  <a:lnTo>
                    <a:pt x="1471" y="485"/>
                  </a:lnTo>
                  <a:lnTo>
                    <a:pt x="1471" y="490"/>
                  </a:lnTo>
                  <a:lnTo>
                    <a:pt x="1474" y="492"/>
                  </a:lnTo>
                  <a:lnTo>
                    <a:pt x="1476" y="492"/>
                  </a:lnTo>
                  <a:lnTo>
                    <a:pt x="1481" y="495"/>
                  </a:lnTo>
                  <a:lnTo>
                    <a:pt x="1481" y="492"/>
                  </a:lnTo>
                  <a:lnTo>
                    <a:pt x="1481" y="490"/>
                  </a:lnTo>
                  <a:lnTo>
                    <a:pt x="1483" y="490"/>
                  </a:lnTo>
                  <a:lnTo>
                    <a:pt x="1488" y="492"/>
                  </a:lnTo>
                  <a:lnTo>
                    <a:pt x="1495" y="497"/>
                  </a:lnTo>
                  <a:lnTo>
                    <a:pt x="1497" y="497"/>
                  </a:lnTo>
                  <a:lnTo>
                    <a:pt x="1502" y="506"/>
                  </a:lnTo>
                  <a:lnTo>
                    <a:pt x="1502" y="513"/>
                  </a:lnTo>
                  <a:lnTo>
                    <a:pt x="1500" y="516"/>
                  </a:lnTo>
                  <a:lnTo>
                    <a:pt x="1500" y="516"/>
                  </a:lnTo>
                  <a:lnTo>
                    <a:pt x="1500" y="525"/>
                  </a:lnTo>
                  <a:lnTo>
                    <a:pt x="1493" y="532"/>
                  </a:lnTo>
                  <a:lnTo>
                    <a:pt x="1490" y="532"/>
                  </a:lnTo>
                  <a:lnTo>
                    <a:pt x="1490" y="537"/>
                  </a:lnTo>
                  <a:lnTo>
                    <a:pt x="1490" y="540"/>
                  </a:lnTo>
                  <a:lnTo>
                    <a:pt x="1488" y="542"/>
                  </a:lnTo>
                  <a:lnTo>
                    <a:pt x="1486" y="544"/>
                  </a:lnTo>
                  <a:lnTo>
                    <a:pt x="1483" y="544"/>
                  </a:lnTo>
                  <a:lnTo>
                    <a:pt x="1481" y="544"/>
                  </a:lnTo>
                  <a:lnTo>
                    <a:pt x="1478" y="544"/>
                  </a:lnTo>
                  <a:lnTo>
                    <a:pt x="1478" y="542"/>
                  </a:lnTo>
                  <a:lnTo>
                    <a:pt x="1478" y="542"/>
                  </a:lnTo>
                  <a:lnTo>
                    <a:pt x="1478" y="542"/>
                  </a:lnTo>
                  <a:lnTo>
                    <a:pt x="1476" y="542"/>
                  </a:lnTo>
                  <a:lnTo>
                    <a:pt x="1474" y="544"/>
                  </a:lnTo>
                  <a:lnTo>
                    <a:pt x="1471" y="551"/>
                  </a:lnTo>
                  <a:lnTo>
                    <a:pt x="1469" y="554"/>
                  </a:lnTo>
                  <a:lnTo>
                    <a:pt x="1467" y="554"/>
                  </a:lnTo>
                  <a:lnTo>
                    <a:pt x="1448" y="566"/>
                  </a:lnTo>
                  <a:lnTo>
                    <a:pt x="1445" y="568"/>
                  </a:lnTo>
                  <a:lnTo>
                    <a:pt x="1441" y="573"/>
                  </a:lnTo>
                  <a:lnTo>
                    <a:pt x="1434" y="577"/>
                  </a:lnTo>
                  <a:lnTo>
                    <a:pt x="1431" y="580"/>
                  </a:lnTo>
                  <a:lnTo>
                    <a:pt x="1429" y="587"/>
                  </a:lnTo>
                  <a:lnTo>
                    <a:pt x="1429" y="587"/>
                  </a:lnTo>
                  <a:lnTo>
                    <a:pt x="1426" y="589"/>
                  </a:lnTo>
                  <a:lnTo>
                    <a:pt x="1424" y="589"/>
                  </a:lnTo>
                  <a:lnTo>
                    <a:pt x="1422" y="592"/>
                  </a:lnTo>
                  <a:lnTo>
                    <a:pt x="1417" y="589"/>
                  </a:lnTo>
                  <a:lnTo>
                    <a:pt x="1415" y="589"/>
                  </a:lnTo>
                  <a:lnTo>
                    <a:pt x="1415" y="592"/>
                  </a:lnTo>
                  <a:lnTo>
                    <a:pt x="1417" y="594"/>
                  </a:lnTo>
                  <a:lnTo>
                    <a:pt x="1417" y="596"/>
                  </a:lnTo>
                  <a:lnTo>
                    <a:pt x="1410" y="606"/>
                  </a:lnTo>
                  <a:lnTo>
                    <a:pt x="1410" y="606"/>
                  </a:lnTo>
                  <a:lnTo>
                    <a:pt x="1410" y="608"/>
                  </a:lnTo>
                  <a:lnTo>
                    <a:pt x="1405" y="613"/>
                  </a:lnTo>
                  <a:lnTo>
                    <a:pt x="1403" y="618"/>
                  </a:lnTo>
                  <a:lnTo>
                    <a:pt x="1400" y="618"/>
                  </a:lnTo>
                  <a:lnTo>
                    <a:pt x="1403" y="620"/>
                  </a:lnTo>
                  <a:lnTo>
                    <a:pt x="1400" y="622"/>
                  </a:lnTo>
                  <a:lnTo>
                    <a:pt x="1400" y="625"/>
                  </a:lnTo>
                  <a:lnTo>
                    <a:pt x="1398" y="625"/>
                  </a:lnTo>
                  <a:lnTo>
                    <a:pt x="1398" y="627"/>
                  </a:lnTo>
                  <a:lnTo>
                    <a:pt x="1396" y="627"/>
                  </a:lnTo>
                  <a:lnTo>
                    <a:pt x="1393" y="627"/>
                  </a:lnTo>
                  <a:lnTo>
                    <a:pt x="1393" y="629"/>
                  </a:lnTo>
                  <a:lnTo>
                    <a:pt x="1391" y="637"/>
                  </a:lnTo>
                  <a:lnTo>
                    <a:pt x="1391" y="639"/>
                  </a:lnTo>
                  <a:lnTo>
                    <a:pt x="1391" y="641"/>
                  </a:lnTo>
                  <a:lnTo>
                    <a:pt x="1393" y="644"/>
                  </a:lnTo>
                  <a:lnTo>
                    <a:pt x="1396" y="644"/>
                  </a:lnTo>
                  <a:lnTo>
                    <a:pt x="1400" y="644"/>
                  </a:lnTo>
                  <a:lnTo>
                    <a:pt x="1403" y="644"/>
                  </a:lnTo>
                  <a:lnTo>
                    <a:pt x="1415" y="639"/>
                  </a:lnTo>
                  <a:lnTo>
                    <a:pt x="1422" y="639"/>
                  </a:lnTo>
                  <a:lnTo>
                    <a:pt x="1429" y="639"/>
                  </a:lnTo>
                  <a:lnTo>
                    <a:pt x="1441" y="634"/>
                  </a:lnTo>
                  <a:lnTo>
                    <a:pt x="1460" y="632"/>
                  </a:lnTo>
                  <a:lnTo>
                    <a:pt x="1462" y="632"/>
                  </a:lnTo>
                  <a:lnTo>
                    <a:pt x="1467" y="629"/>
                  </a:lnTo>
                  <a:lnTo>
                    <a:pt x="1471" y="629"/>
                  </a:lnTo>
                  <a:lnTo>
                    <a:pt x="1471" y="627"/>
                  </a:lnTo>
                  <a:lnTo>
                    <a:pt x="1464" y="627"/>
                  </a:lnTo>
                  <a:lnTo>
                    <a:pt x="1469" y="625"/>
                  </a:lnTo>
                  <a:lnTo>
                    <a:pt x="1474" y="622"/>
                  </a:lnTo>
                  <a:lnTo>
                    <a:pt x="1478" y="622"/>
                  </a:lnTo>
                  <a:lnTo>
                    <a:pt x="1483" y="622"/>
                  </a:lnTo>
                  <a:lnTo>
                    <a:pt x="1483" y="620"/>
                  </a:lnTo>
                  <a:lnTo>
                    <a:pt x="1486" y="620"/>
                  </a:lnTo>
                  <a:lnTo>
                    <a:pt x="1488" y="620"/>
                  </a:lnTo>
                  <a:lnTo>
                    <a:pt x="1490" y="620"/>
                  </a:lnTo>
                  <a:lnTo>
                    <a:pt x="1490" y="620"/>
                  </a:lnTo>
                  <a:lnTo>
                    <a:pt x="1493" y="618"/>
                  </a:lnTo>
                  <a:lnTo>
                    <a:pt x="1497" y="620"/>
                  </a:lnTo>
                  <a:lnTo>
                    <a:pt x="1507" y="622"/>
                  </a:lnTo>
                  <a:lnTo>
                    <a:pt x="1514" y="622"/>
                  </a:lnTo>
                  <a:lnTo>
                    <a:pt x="1538" y="620"/>
                  </a:lnTo>
                  <a:lnTo>
                    <a:pt x="1542" y="618"/>
                  </a:lnTo>
                  <a:lnTo>
                    <a:pt x="1545" y="615"/>
                  </a:lnTo>
                  <a:lnTo>
                    <a:pt x="1552" y="611"/>
                  </a:lnTo>
                  <a:lnTo>
                    <a:pt x="1554" y="608"/>
                  </a:lnTo>
                  <a:lnTo>
                    <a:pt x="1559" y="608"/>
                  </a:lnTo>
                  <a:lnTo>
                    <a:pt x="1561" y="608"/>
                  </a:lnTo>
                  <a:lnTo>
                    <a:pt x="1566" y="608"/>
                  </a:lnTo>
                  <a:lnTo>
                    <a:pt x="1571" y="606"/>
                  </a:lnTo>
                  <a:lnTo>
                    <a:pt x="1594" y="601"/>
                  </a:lnTo>
                  <a:lnTo>
                    <a:pt x="1618" y="601"/>
                  </a:lnTo>
                  <a:lnTo>
                    <a:pt x="1623" y="599"/>
                  </a:lnTo>
                  <a:lnTo>
                    <a:pt x="1630" y="596"/>
                  </a:lnTo>
                  <a:lnTo>
                    <a:pt x="1635" y="594"/>
                  </a:lnTo>
                  <a:lnTo>
                    <a:pt x="1649" y="594"/>
                  </a:lnTo>
                  <a:lnTo>
                    <a:pt x="1656" y="592"/>
                  </a:lnTo>
                  <a:lnTo>
                    <a:pt x="1670" y="587"/>
                  </a:lnTo>
                  <a:lnTo>
                    <a:pt x="1680" y="585"/>
                  </a:lnTo>
                  <a:lnTo>
                    <a:pt x="1696" y="585"/>
                  </a:lnTo>
                  <a:lnTo>
                    <a:pt x="1722" y="589"/>
                  </a:lnTo>
                  <a:lnTo>
                    <a:pt x="1724" y="589"/>
                  </a:lnTo>
                  <a:lnTo>
                    <a:pt x="1727" y="587"/>
                  </a:lnTo>
                  <a:lnTo>
                    <a:pt x="1729" y="585"/>
                  </a:lnTo>
                  <a:lnTo>
                    <a:pt x="1736" y="585"/>
                  </a:lnTo>
                  <a:lnTo>
                    <a:pt x="1741" y="585"/>
                  </a:lnTo>
                  <a:lnTo>
                    <a:pt x="1748" y="585"/>
                  </a:lnTo>
                  <a:lnTo>
                    <a:pt x="1753" y="585"/>
                  </a:lnTo>
                  <a:lnTo>
                    <a:pt x="1765" y="582"/>
                  </a:lnTo>
                  <a:lnTo>
                    <a:pt x="1769" y="582"/>
                  </a:lnTo>
                  <a:lnTo>
                    <a:pt x="1777" y="587"/>
                  </a:lnTo>
                  <a:lnTo>
                    <a:pt x="1786" y="592"/>
                  </a:lnTo>
                  <a:lnTo>
                    <a:pt x="1793" y="594"/>
                  </a:lnTo>
                  <a:lnTo>
                    <a:pt x="1800" y="592"/>
                  </a:lnTo>
                  <a:lnTo>
                    <a:pt x="1805" y="594"/>
                  </a:lnTo>
                  <a:lnTo>
                    <a:pt x="1810" y="594"/>
                  </a:lnTo>
                  <a:lnTo>
                    <a:pt x="1817" y="594"/>
                  </a:lnTo>
                  <a:lnTo>
                    <a:pt x="1821" y="594"/>
                  </a:lnTo>
                  <a:lnTo>
                    <a:pt x="1821" y="592"/>
                  </a:lnTo>
                  <a:lnTo>
                    <a:pt x="1824" y="589"/>
                  </a:lnTo>
                  <a:lnTo>
                    <a:pt x="1824" y="589"/>
                  </a:lnTo>
                  <a:lnTo>
                    <a:pt x="1824" y="589"/>
                  </a:lnTo>
                  <a:lnTo>
                    <a:pt x="1826" y="592"/>
                  </a:lnTo>
                  <a:lnTo>
                    <a:pt x="1833" y="592"/>
                  </a:lnTo>
                  <a:lnTo>
                    <a:pt x="1836" y="592"/>
                  </a:lnTo>
                  <a:lnTo>
                    <a:pt x="1855" y="589"/>
                  </a:lnTo>
                  <a:lnTo>
                    <a:pt x="1864" y="585"/>
                  </a:lnTo>
                  <a:lnTo>
                    <a:pt x="1864" y="577"/>
                  </a:lnTo>
                  <a:lnTo>
                    <a:pt x="1871" y="573"/>
                  </a:lnTo>
                  <a:lnTo>
                    <a:pt x="1876" y="573"/>
                  </a:lnTo>
                  <a:lnTo>
                    <a:pt x="1876" y="570"/>
                  </a:lnTo>
                  <a:lnTo>
                    <a:pt x="1876" y="568"/>
                  </a:lnTo>
                  <a:lnTo>
                    <a:pt x="1878" y="568"/>
                  </a:lnTo>
                  <a:lnTo>
                    <a:pt x="1876" y="566"/>
                  </a:lnTo>
                  <a:lnTo>
                    <a:pt x="1876" y="563"/>
                  </a:lnTo>
                  <a:lnTo>
                    <a:pt x="1876" y="566"/>
                  </a:lnTo>
                  <a:lnTo>
                    <a:pt x="1876" y="566"/>
                  </a:lnTo>
                  <a:lnTo>
                    <a:pt x="1876" y="566"/>
                  </a:lnTo>
                  <a:lnTo>
                    <a:pt x="1874" y="566"/>
                  </a:lnTo>
                  <a:lnTo>
                    <a:pt x="1874" y="566"/>
                  </a:lnTo>
                  <a:lnTo>
                    <a:pt x="1871" y="563"/>
                  </a:lnTo>
                  <a:lnTo>
                    <a:pt x="1871" y="561"/>
                  </a:lnTo>
                  <a:lnTo>
                    <a:pt x="1874" y="558"/>
                  </a:lnTo>
                  <a:lnTo>
                    <a:pt x="1876" y="558"/>
                  </a:lnTo>
                  <a:lnTo>
                    <a:pt x="1878" y="561"/>
                  </a:lnTo>
                  <a:lnTo>
                    <a:pt x="1881" y="563"/>
                  </a:lnTo>
                  <a:lnTo>
                    <a:pt x="1881" y="558"/>
                  </a:lnTo>
                  <a:lnTo>
                    <a:pt x="1883" y="556"/>
                  </a:lnTo>
                  <a:lnTo>
                    <a:pt x="1883" y="551"/>
                  </a:lnTo>
                  <a:lnTo>
                    <a:pt x="1888" y="549"/>
                  </a:lnTo>
                  <a:lnTo>
                    <a:pt x="1888" y="556"/>
                  </a:lnTo>
                  <a:lnTo>
                    <a:pt x="1890" y="558"/>
                  </a:lnTo>
                  <a:lnTo>
                    <a:pt x="1890" y="563"/>
                  </a:lnTo>
                  <a:lnTo>
                    <a:pt x="1885" y="566"/>
                  </a:lnTo>
                  <a:lnTo>
                    <a:pt x="1883" y="566"/>
                  </a:lnTo>
                  <a:lnTo>
                    <a:pt x="1881" y="566"/>
                  </a:lnTo>
                  <a:lnTo>
                    <a:pt x="1881" y="568"/>
                  </a:lnTo>
                  <a:lnTo>
                    <a:pt x="1881" y="570"/>
                  </a:lnTo>
                  <a:lnTo>
                    <a:pt x="1881" y="570"/>
                  </a:lnTo>
                  <a:lnTo>
                    <a:pt x="1888" y="570"/>
                  </a:lnTo>
                  <a:lnTo>
                    <a:pt x="1890" y="585"/>
                  </a:lnTo>
                  <a:lnTo>
                    <a:pt x="1895" y="580"/>
                  </a:lnTo>
                  <a:lnTo>
                    <a:pt x="1897" y="577"/>
                  </a:lnTo>
                  <a:lnTo>
                    <a:pt x="1897" y="577"/>
                  </a:lnTo>
                  <a:lnTo>
                    <a:pt x="1902" y="580"/>
                  </a:lnTo>
                  <a:lnTo>
                    <a:pt x="1907" y="577"/>
                  </a:lnTo>
                  <a:lnTo>
                    <a:pt x="1911" y="573"/>
                  </a:lnTo>
                  <a:lnTo>
                    <a:pt x="1914" y="570"/>
                  </a:lnTo>
                  <a:lnTo>
                    <a:pt x="1914" y="566"/>
                  </a:lnTo>
                  <a:lnTo>
                    <a:pt x="1914" y="563"/>
                  </a:lnTo>
                  <a:lnTo>
                    <a:pt x="1914" y="563"/>
                  </a:lnTo>
                  <a:lnTo>
                    <a:pt x="1923" y="563"/>
                  </a:lnTo>
                  <a:lnTo>
                    <a:pt x="1928" y="561"/>
                  </a:lnTo>
                  <a:lnTo>
                    <a:pt x="1930" y="558"/>
                  </a:lnTo>
                  <a:lnTo>
                    <a:pt x="1933" y="554"/>
                  </a:lnTo>
                  <a:lnTo>
                    <a:pt x="1935" y="551"/>
                  </a:lnTo>
                  <a:lnTo>
                    <a:pt x="1940" y="549"/>
                  </a:lnTo>
                  <a:lnTo>
                    <a:pt x="1945" y="547"/>
                  </a:lnTo>
                  <a:lnTo>
                    <a:pt x="1968" y="544"/>
                  </a:lnTo>
                  <a:lnTo>
                    <a:pt x="1987" y="540"/>
                  </a:lnTo>
                  <a:lnTo>
                    <a:pt x="1999" y="537"/>
                  </a:lnTo>
                  <a:lnTo>
                    <a:pt x="2006" y="535"/>
                  </a:lnTo>
                  <a:lnTo>
                    <a:pt x="2018" y="532"/>
                  </a:lnTo>
                  <a:lnTo>
                    <a:pt x="2027" y="530"/>
                  </a:lnTo>
                  <a:lnTo>
                    <a:pt x="2034" y="532"/>
                  </a:lnTo>
                  <a:lnTo>
                    <a:pt x="2041" y="532"/>
                  </a:lnTo>
                  <a:lnTo>
                    <a:pt x="2049" y="525"/>
                  </a:lnTo>
                  <a:lnTo>
                    <a:pt x="2049" y="518"/>
                  </a:lnTo>
                  <a:lnTo>
                    <a:pt x="2049" y="518"/>
                  </a:lnTo>
                  <a:lnTo>
                    <a:pt x="2051" y="516"/>
                  </a:lnTo>
                  <a:lnTo>
                    <a:pt x="2053" y="513"/>
                  </a:lnTo>
                  <a:lnTo>
                    <a:pt x="2056" y="511"/>
                  </a:lnTo>
                  <a:lnTo>
                    <a:pt x="2060" y="509"/>
                  </a:lnTo>
                  <a:lnTo>
                    <a:pt x="2063" y="506"/>
                  </a:lnTo>
                  <a:lnTo>
                    <a:pt x="2065" y="502"/>
                  </a:lnTo>
                  <a:lnTo>
                    <a:pt x="2063" y="497"/>
                  </a:lnTo>
                  <a:close/>
                  <a:moveTo>
                    <a:pt x="989" y="106"/>
                  </a:moveTo>
                  <a:lnTo>
                    <a:pt x="989" y="106"/>
                  </a:lnTo>
                  <a:lnTo>
                    <a:pt x="989" y="106"/>
                  </a:lnTo>
                  <a:lnTo>
                    <a:pt x="989" y="106"/>
                  </a:lnTo>
                  <a:close/>
                  <a:moveTo>
                    <a:pt x="989" y="109"/>
                  </a:moveTo>
                  <a:lnTo>
                    <a:pt x="991" y="109"/>
                  </a:lnTo>
                  <a:lnTo>
                    <a:pt x="991" y="106"/>
                  </a:lnTo>
                  <a:lnTo>
                    <a:pt x="991" y="109"/>
                  </a:lnTo>
                  <a:lnTo>
                    <a:pt x="989" y="109"/>
                  </a:lnTo>
                  <a:close/>
                  <a:moveTo>
                    <a:pt x="1306" y="480"/>
                  </a:moveTo>
                  <a:lnTo>
                    <a:pt x="1306" y="480"/>
                  </a:lnTo>
                  <a:lnTo>
                    <a:pt x="1306" y="483"/>
                  </a:lnTo>
                  <a:lnTo>
                    <a:pt x="1308" y="483"/>
                  </a:lnTo>
                  <a:lnTo>
                    <a:pt x="1308" y="480"/>
                  </a:lnTo>
                  <a:lnTo>
                    <a:pt x="1308" y="480"/>
                  </a:lnTo>
                  <a:lnTo>
                    <a:pt x="1306" y="480"/>
                  </a:lnTo>
                  <a:close/>
                  <a:moveTo>
                    <a:pt x="1251" y="492"/>
                  </a:moveTo>
                  <a:lnTo>
                    <a:pt x="1254" y="492"/>
                  </a:lnTo>
                  <a:lnTo>
                    <a:pt x="1256" y="492"/>
                  </a:lnTo>
                  <a:lnTo>
                    <a:pt x="1256" y="490"/>
                  </a:lnTo>
                  <a:lnTo>
                    <a:pt x="1256" y="490"/>
                  </a:lnTo>
                  <a:lnTo>
                    <a:pt x="1254" y="490"/>
                  </a:lnTo>
                  <a:lnTo>
                    <a:pt x="1254" y="487"/>
                  </a:lnTo>
                  <a:lnTo>
                    <a:pt x="1254" y="487"/>
                  </a:lnTo>
                  <a:lnTo>
                    <a:pt x="1254" y="490"/>
                  </a:lnTo>
                  <a:lnTo>
                    <a:pt x="1251" y="490"/>
                  </a:lnTo>
                  <a:lnTo>
                    <a:pt x="1254" y="492"/>
                  </a:lnTo>
                  <a:lnTo>
                    <a:pt x="1254" y="492"/>
                  </a:lnTo>
                  <a:lnTo>
                    <a:pt x="1251" y="492"/>
                  </a:lnTo>
                  <a:close/>
                  <a:moveTo>
                    <a:pt x="1204" y="478"/>
                  </a:moveTo>
                  <a:lnTo>
                    <a:pt x="1204" y="478"/>
                  </a:lnTo>
                  <a:lnTo>
                    <a:pt x="1204" y="478"/>
                  </a:lnTo>
                  <a:lnTo>
                    <a:pt x="1204" y="478"/>
                  </a:lnTo>
                  <a:lnTo>
                    <a:pt x="1204" y="476"/>
                  </a:lnTo>
                  <a:lnTo>
                    <a:pt x="1204" y="473"/>
                  </a:lnTo>
                  <a:lnTo>
                    <a:pt x="1204" y="471"/>
                  </a:lnTo>
                  <a:lnTo>
                    <a:pt x="1204" y="471"/>
                  </a:lnTo>
                  <a:lnTo>
                    <a:pt x="1204" y="473"/>
                  </a:lnTo>
                  <a:lnTo>
                    <a:pt x="1204" y="473"/>
                  </a:lnTo>
                  <a:lnTo>
                    <a:pt x="1204" y="471"/>
                  </a:lnTo>
                  <a:lnTo>
                    <a:pt x="1204" y="471"/>
                  </a:lnTo>
                  <a:lnTo>
                    <a:pt x="1202" y="471"/>
                  </a:lnTo>
                  <a:lnTo>
                    <a:pt x="1202" y="471"/>
                  </a:lnTo>
                  <a:lnTo>
                    <a:pt x="1202" y="473"/>
                  </a:lnTo>
                  <a:lnTo>
                    <a:pt x="1199" y="473"/>
                  </a:lnTo>
                  <a:lnTo>
                    <a:pt x="1199" y="473"/>
                  </a:lnTo>
                  <a:lnTo>
                    <a:pt x="1199" y="473"/>
                  </a:lnTo>
                  <a:lnTo>
                    <a:pt x="1204" y="478"/>
                  </a:lnTo>
                  <a:lnTo>
                    <a:pt x="1204" y="478"/>
                  </a:lnTo>
                  <a:close/>
                  <a:moveTo>
                    <a:pt x="1206" y="461"/>
                  </a:moveTo>
                  <a:lnTo>
                    <a:pt x="1206" y="459"/>
                  </a:lnTo>
                  <a:lnTo>
                    <a:pt x="1206" y="459"/>
                  </a:lnTo>
                  <a:lnTo>
                    <a:pt x="1206" y="459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9"/>
                  </a:lnTo>
                  <a:lnTo>
                    <a:pt x="1206" y="461"/>
                  </a:lnTo>
                  <a:close/>
                  <a:moveTo>
                    <a:pt x="681" y="253"/>
                  </a:moveTo>
                  <a:lnTo>
                    <a:pt x="681" y="253"/>
                  </a:lnTo>
                  <a:lnTo>
                    <a:pt x="679" y="255"/>
                  </a:lnTo>
                  <a:lnTo>
                    <a:pt x="679" y="255"/>
                  </a:lnTo>
                  <a:lnTo>
                    <a:pt x="679" y="253"/>
                  </a:lnTo>
                  <a:lnTo>
                    <a:pt x="676" y="253"/>
                  </a:lnTo>
                  <a:lnTo>
                    <a:pt x="676" y="253"/>
                  </a:lnTo>
                  <a:lnTo>
                    <a:pt x="676" y="251"/>
                  </a:lnTo>
                  <a:lnTo>
                    <a:pt x="676" y="251"/>
                  </a:lnTo>
                  <a:lnTo>
                    <a:pt x="674" y="248"/>
                  </a:lnTo>
                  <a:lnTo>
                    <a:pt x="674" y="248"/>
                  </a:lnTo>
                  <a:lnTo>
                    <a:pt x="674" y="248"/>
                  </a:lnTo>
                  <a:lnTo>
                    <a:pt x="674" y="251"/>
                  </a:lnTo>
                  <a:lnTo>
                    <a:pt x="674" y="251"/>
                  </a:lnTo>
                  <a:lnTo>
                    <a:pt x="672" y="248"/>
                  </a:lnTo>
                  <a:lnTo>
                    <a:pt x="672" y="248"/>
                  </a:lnTo>
                  <a:lnTo>
                    <a:pt x="672" y="251"/>
                  </a:lnTo>
                  <a:lnTo>
                    <a:pt x="674" y="253"/>
                  </a:lnTo>
                  <a:lnTo>
                    <a:pt x="672" y="253"/>
                  </a:lnTo>
                  <a:lnTo>
                    <a:pt x="672" y="255"/>
                  </a:lnTo>
                  <a:lnTo>
                    <a:pt x="669" y="255"/>
                  </a:lnTo>
                  <a:lnTo>
                    <a:pt x="667" y="255"/>
                  </a:lnTo>
                  <a:lnTo>
                    <a:pt x="667" y="253"/>
                  </a:lnTo>
                  <a:lnTo>
                    <a:pt x="667" y="253"/>
                  </a:lnTo>
                  <a:lnTo>
                    <a:pt x="665" y="253"/>
                  </a:lnTo>
                  <a:lnTo>
                    <a:pt x="662" y="251"/>
                  </a:lnTo>
                  <a:lnTo>
                    <a:pt x="660" y="248"/>
                  </a:lnTo>
                  <a:lnTo>
                    <a:pt x="660" y="248"/>
                  </a:lnTo>
                  <a:lnTo>
                    <a:pt x="660" y="248"/>
                  </a:lnTo>
                  <a:lnTo>
                    <a:pt x="658" y="248"/>
                  </a:lnTo>
                  <a:lnTo>
                    <a:pt x="658" y="248"/>
                  </a:lnTo>
                  <a:lnTo>
                    <a:pt x="655" y="246"/>
                  </a:lnTo>
                  <a:lnTo>
                    <a:pt x="655" y="248"/>
                  </a:lnTo>
                  <a:lnTo>
                    <a:pt x="655" y="248"/>
                  </a:lnTo>
                  <a:lnTo>
                    <a:pt x="658" y="248"/>
                  </a:lnTo>
                  <a:lnTo>
                    <a:pt x="669" y="255"/>
                  </a:lnTo>
                  <a:lnTo>
                    <a:pt x="669" y="255"/>
                  </a:lnTo>
                  <a:lnTo>
                    <a:pt x="672" y="255"/>
                  </a:lnTo>
                  <a:lnTo>
                    <a:pt x="674" y="255"/>
                  </a:lnTo>
                  <a:lnTo>
                    <a:pt x="674" y="255"/>
                  </a:lnTo>
                  <a:lnTo>
                    <a:pt x="676" y="255"/>
                  </a:lnTo>
                  <a:lnTo>
                    <a:pt x="676" y="258"/>
                  </a:lnTo>
                  <a:lnTo>
                    <a:pt x="684" y="253"/>
                  </a:lnTo>
                  <a:lnTo>
                    <a:pt x="684" y="253"/>
                  </a:lnTo>
                  <a:lnTo>
                    <a:pt x="681" y="253"/>
                  </a:lnTo>
                  <a:close/>
                  <a:moveTo>
                    <a:pt x="1173" y="476"/>
                  </a:moveTo>
                  <a:lnTo>
                    <a:pt x="1169" y="478"/>
                  </a:lnTo>
                  <a:lnTo>
                    <a:pt x="1171" y="480"/>
                  </a:lnTo>
                  <a:lnTo>
                    <a:pt x="1176" y="483"/>
                  </a:lnTo>
                  <a:lnTo>
                    <a:pt x="1180" y="485"/>
                  </a:lnTo>
                  <a:lnTo>
                    <a:pt x="1183" y="480"/>
                  </a:lnTo>
                  <a:lnTo>
                    <a:pt x="1176" y="478"/>
                  </a:lnTo>
                  <a:lnTo>
                    <a:pt x="1173" y="476"/>
                  </a:lnTo>
                  <a:close/>
                  <a:moveTo>
                    <a:pt x="90" y="210"/>
                  </a:moveTo>
                  <a:lnTo>
                    <a:pt x="92" y="210"/>
                  </a:lnTo>
                  <a:lnTo>
                    <a:pt x="94" y="210"/>
                  </a:lnTo>
                  <a:lnTo>
                    <a:pt x="97" y="213"/>
                  </a:lnTo>
                  <a:lnTo>
                    <a:pt x="99" y="210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2" y="208"/>
                  </a:lnTo>
                  <a:lnTo>
                    <a:pt x="102" y="208"/>
                  </a:lnTo>
                  <a:lnTo>
                    <a:pt x="99" y="208"/>
                  </a:lnTo>
                  <a:lnTo>
                    <a:pt x="99" y="208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0" y="208"/>
                  </a:lnTo>
                  <a:lnTo>
                    <a:pt x="90" y="208"/>
                  </a:lnTo>
                  <a:lnTo>
                    <a:pt x="90" y="208"/>
                  </a:lnTo>
                  <a:lnTo>
                    <a:pt x="90" y="210"/>
                  </a:lnTo>
                  <a:lnTo>
                    <a:pt x="90" y="210"/>
                  </a:lnTo>
                  <a:close/>
                  <a:moveTo>
                    <a:pt x="298" y="291"/>
                  </a:moveTo>
                  <a:lnTo>
                    <a:pt x="293" y="291"/>
                  </a:lnTo>
                  <a:lnTo>
                    <a:pt x="293" y="291"/>
                  </a:lnTo>
                  <a:lnTo>
                    <a:pt x="284" y="293"/>
                  </a:lnTo>
                  <a:lnTo>
                    <a:pt x="284" y="296"/>
                  </a:lnTo>
                  <a:lnTo>
                    <a:pt x="300" y="293"/>
                  </a:lnTo>
                  <a:lnTo>
                    <a:pt x="300" y="293"/>
                  </a:lnTo>
                  <a:lnTo>
                    <a:pt x="298" y="291"/>
                  </a:lnTo>
                  <a:lnTo>
                    <a:pt x="298" y="291"/>
                  </a:lnTo>
                  <a:close/>
                  <a:moveTo>
                    <a:pt x="206" y="128"/>
                  </a:moveTo>
                  <a:lnTo>
                    <a:pt x="206" y="125"/>
                  </a:lnTo>
                  <a:lnTo>
                    <a:pt x="206" y="125"/>
                  </a:lnTo>
                  <a:lnTo>
                    <a:pt x="208" y="123"/>
                  </a:lnTo>
                  <a:lnTo>
                    <a:pt x="210" y="123"/>
                  </a:lnTo>
                  <a:lnTo>
                    <a:pt x="210" y="121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5" y="123"/>
                  </a:lnTo>
                  <a:lnTo>
                    <a:pt x="215" y="121"/>
                  </a:lnTo>
                  <a:lnTo>
                    <a:pt x="213" y="121"/>
                  </a:lnTo>
                  <a:lnTo>
                    <a:pt x="210" y="121"/>
                  </a:lnTo>
                  <a:lnTo>
                    <a:pt x="206" y="123"/>
                  </a:lnTo>
                  <a:lnTo>
                    <a:pt x="206" y="125"/>
                  </a:lnTo>
                  <a:lnTo>
                    <a:pt x="203" y="128"/>
                  </a:lnTo>
                  <a:lnTo>
                    <a:pt x="206" y="128"/>
                  </a:lnTo>
                  <a:lnTo>
                    <a:pt x="206" y="128"/>
                  </a:lnTo>
                  <a:close/>
                  <a:moveTo>
                    <a:pt x="724" y="9"/>
                  </a:moveTo>
                  <a:lnTo>
                    <a:pt x="726" y="7"/>
                  </a:lnTo>
                  <a:lnTo>
                    <a:pt x="726" y="5"/>
                  </a:lnTo>
                  <a:lnTo>
                    <a:pt x="726" y="5"/>
                  </a:lnTo>
                  <a:lnTo>
                    <a:pt x="724" y="5"/>
                  </a:lnTo>
                  <a:lnTo>
                    <a:pt x="724" y="7"/>
                  </a:lnTo>
                  <a:lnTo>
                    <a:pt x="724" y="9"/>
                  </a:lnTo>
                  <a:lnTo>
                    <a:pt x="724" y="9"/>
                  </a:lnTo>
                  <a:close/>
                  <a:moveTo>
                    <a:pt x="807" y="12"/>
                  </a:moveTo>
                  <a:lnTo>
                    <a:pt x="809" y="14"/>
                  </a:lnTo>
                  <a:lnTo>
                    <a:pt x="811" y="14"/>
                  </a:lnTo>
                  <a:lnTo>
                    <a:pt x="816" y="14"/>
                  </a:lnTo>
                  <a:lnTo>
                    <a:pt x="818" y="14"/>
                  </a:lnTo>
                  <a:lnTo>
                    <a:pt x="821" y="16"/>
                  </a:lnTo>
                  <a:lnTo>
                    <a:pt x="821" y="14"/>
                  </a:lnTo>
                  <a:lnTo>
                    <a:pt x="823" y="14"/>
                  </a:lnTo>
                  <a:lnTo>
                    <a:pt x="823" y="12"/>
                  </a:lnTo>
                  <a:lnTo>
                    <a:pt x="826" y="12"/>
                  </a:lnTo>
                  <a:lnTo>
                    <a:pt x="823" y="9"/>
                  </a:lnTo>
                  <a:lnTo>
                    <a:pt x="823" y="9"/>
                  </a:lnTo>
                  <a:lnTo>
                    <a:pt x="821" y="9"/>
                  </a:lnTo>
                  <a:lnTo>
                    <a:pt x="821" y="9"/>
                  </a:lnTo>
                  <a:lnTo>
                    <a:pt x="816" y="12"/>
                  </a:lnTo>
                  <a:lnTo>
                    <a:pt x="814" y="12"/>
                  </a:lnTo>
                  <a:lnTo>
                    <a:pt x="814" y="9"/>
                  </a:lnTo>
                  <a:lnTo>
                    <a:pt x="811" y="9"/>
                  </a:lnTo>
                  <a:lnTo>
                    <a:pt x="811" y="9"/>
                  </a:lnTo>
                  <a:lnTo>
                    <a:pt x="809" y="9"/>
                  </a:lnTo>
                  <a:lnTo>
                    <a:pt x="807" y="9"/>
                  </a:lnTo>
                  <a:lnTo>
                    <a:pt x="804" y="12"/>
                  </a:lnTo>
                  <a:lnTo>
                    <a:pt x="804" y="14"/>
                  </a:lnTo>
                  <a:lnTo>
                    <a:pt x="807" y="12"/>
                  </a:lnTo>
                  <a:lnTo>
                    <a:pt x="807" y="12"/>
                  </a:lnTo>
                  <a:close/>
                  <a:moveTo>
                    <a:pt x="331" y="322"/>
                  </a:moveTo>
                  <a:lnTo>
                    <a:pt x="331" y="319"/>
                  </a:lnTo>
                  <a:lnTo>
                    <a:pt x="331" y="319"/>
                  </a:lnTo>
                  <a:lnTo>
                    <a:pt x="329" y="317"/>
                  </a:lnTo>
                  <a:lnTo>
                    <a:pt x="329" y="315"/>
                  </a:lnTo>
                  <a:lnTo>
                    <a:pt x="329" y="317"/>
                  </a:lnTo>
                  <a:lnTo>
                    <a:pt x="329" y="319"/>
                  </a:lnTo>
                  <a:lnTo>
                    <a:pt x="331" y="324"/>
                  </a:lnTo>
                  <a:lnTo>
                    <a:pt x="333" y="326"/>
                  </a:lnTo>
                  <a:lnTo>
                    <a:pt x="333" y="324"/>
                  </a:lnTo>
                  <a:lnTo>
                    <a:pt x="331" y="322"/>
                  </a:lnTo>
                  <a:close/>
                  <a:moveTo>
                    <a:pt x="587" y="291"/>
                  </a:moveTo>
                  <a:lnTo>
                    <a:pt x="587" y="291"/>
                  </a:lnTo>
                  <a:lnTo>
                    <a:pt x="587" y="293"/>
                  </a:lnTo>
                  <a:lnTo>
                    <a:pt x="587" y="293"/>
                  </a:lnTo>
                  <a:lnTo>
                    <a:pt x="587" y="293"/>
                  </a:lnTo>
                  <a:lnTo>
                    <a:pt x="589" y="291"/>
                  </a:lnTo>
                  <a:lnTo>
                    <a:pt x="589" y="291"/>
                  </a:lnTo>
                  <a:lnTo>
                    <a:pt x="589" y="291"/>
                  </a:lnTo>
                  <a:lnTo>
                    <a:pt x="587" y="291"/>
                  </a:lnTo>
                  <a:close/>
                  <a:moveTo>
                    <a:pt x="745" y="26"/>
                  </a:moveTo>
                  <a:lnTo>
                    <a:pt x="752" y="23"/>
                  </a:lnTo>
                  <a:lnTo>
                    <a:pt x="755" y="26"/>
                  </a:lnTo>
                  <a:lnTo>
                    <a:pt x="757" y="26"/>
                  </a:lnTo>
                  <a:lnTo>
                    <a:pt x="759" y="26"/>
                  </a:lnTo>
                  <a:lnTo>
                    <a:pt x="762" y="23"/>
                  </a:lnTo>
                  <a:lnTo>
                    <a:pt x="764" y="21"/>
                  </a:lnTo>
                  <a:lnTo>
                    <a:pt x="764" y="21"/>
                  </a:lnTo>
                  <a:lnTo>
                    <a:pt x="762" y="21"/>
                  </a:lnTo>
                  <a:lnTo>
                    <a:pt x="759" y="16"/>
                  </a:lnTo>
                  <a:lnTo>
                    <a:pt x="759" y="16"/>
                  </a:lnTo>
                  <a:lnTo>
                    <a:pt x="759" y="21"/>
                  </a:lnTo>
                  <a:lnTo>
                    <a:pt x="755" y="16"/>
                  </a:lnTo>
                  <a:lnTo>
                    <a:pt x="755" y="16"/>
                  </a:lnTo>
                  <a:lnTo>
                    <a:pt x="752" y="16"/>
                  </a:lnTo>
                  <a:lnTo>
                    <a:pt x="755" y="19"/>
                  </a:lnTo>
                  <a:lnTo>
                    <a:pt x="755" y="21"/>
                  </a:lnTo>
                  <a:lnTo>
                    <a:pt x="757" y="21"/>
                  </a:lnTo>
                  <a:lnTo>
                    <a:pt x="752" y="21"/>
                  </a:lnTo>
                  <a:lnTo>
                    <a:pt x="747" y="21"/>
                  </a:lnTo>
                  <a:lnTo>
                    <a:pt x="745" y="21"/>
                  </a:lnTo>
                  <a:lnTo>
                    <a:pt x="736" y="31"/>
                  </a:lnTo>
                  <a:lnTo>
                    <a:pt x="733" y="33"/>
                  </a:lnTo>
                  <a:lnTo>
                    <a:pt x="740" y="28"/>
                  </a:lnTo>
                  <a:lnTo>
                    <a:pt x="745" y="26"/>
                  </a:lnTo>
                  <a:close/>
                  <a:moveTo>
                    <a:pt x="421" y="156"/>
                  </a:moveTo>
                  <a:lnTo>
                    <a:pt x="419" y="156"/>
                  </a:lnTo>
                  <a:lnTo>
                    <a:pt x="419" y="156"/>
                  </a:lnTo>
                  <a:lnTo>
                    <a:pt x="416" y="158"/>
                  </a:lnTo>
                  <a:lnTo>
                    <a:pt x="419" y="161"/>
                  </a:lnTo>
                  <a:lnTo>
                    <a:pt x="421" y="158"/>
                  </a:lnTo>
                  <a:lnTo>
                    <a:pt x="421" y="156"/>
                  </a:lnTo>
                  <a:close/>
                  <a:moveTo>
                    <a:pt x="478" y="360"/>
                  </a:moveTo>
                  <a:lnTo>
                    <a:pt x="478" y="360"/>
                  </a:lnTo>
                  <a:lnTo>
                    <a:pt x="478" y="360"/>
                  </a:lnTo>
                  <a:lnTo>
                    <a:pt x="473" y="357"/>
                  </a:lnTo>
                  <a:lnTo>
                    <a:pt x="473" y="360"/>
                  </a:lnTo>
                  <a:lnTo>
                    <a:pt x="471" y="360"/>
                  </a:lnTo>
                  <a:lnTo>
                    <a:pt x="473" y="360"/>
                  </a:lnTo>
                  <a:lnTo>
                    <a:pt x="475" y="362"/>
                  </a:lnTo>
                  <a:lnTo>
                    <a:pt x="478" y="362"/>
                  </a:lnTo>
                  <a:lnTo>
                    <a:pt x="480" y="362"/>
                  </a:lnTo>
                  <a:lnTo>
                    <a:pt x="480" y="360"/>
                  </a:lnTo>
                  <a:lnTo>
                    <a:pt x="480" y="360"/>
                  </a:lnTo>
                  <a:lnTo>
                    <a:pt x="478" y="360"/>
                  </a:lnTo>
                  <a:close/>
                  <a:moveTo>
                    <a:pt x="506" y="355"/>
                  </a:moveTo>
                  <a:lnTo>
                    <a:pt x="504" y="355"/>
                  </a:lnTo>
                  <a:lnTo>
                    <a:pt x="504" y="355"/>
                  </a:lnTo>
                  <a:lnTo>
                    <a:pt x="506" y="355"/>
                  </a:lnTo>
                  <a:lnTo>
                    <a:pt x="506" y="353"/>
                  </a:lnTo>
                  <a:lnTo>
                    <a:pt x="504" y="353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499" y="357"/>
                  </a:lnTo>
                  <a:lnTo>
                    <a:pt x="497" y="355"/>
                  </a:lnTo>
                  <a:lnTo>
                    <a:pt x="497" y="357"/>
                  </a:lnTo>
                  <a:lnTo>
                    <a:pt x="494" y="360"/>
                  </a:lnTo>
                  <a:lnTo>
                    <a:pt x="497" y="360"/>
                  </a:lnTo>
                  <a:lnTo>
                    <a:pt x="497" y="357"/>
                  </a:lnTo>
                  <a:lnTo>
                    <a:pt x="501" y="357"/>
                  </a:lnTo>
                  <a:lnTo>
                    <a:pt x="504" y="357"/>
                  </a:lnTo>
                  <a:lnTo>
                    <a:pt x="506" y="355"/>
                  </a:lnTo>
                  <a:lnTo>
                    <a:pt x="506" y="355"/>
                  </a:lnTo>
                  <a:lnTo>
                    <a:pt x="506" y="355"/>
                  </a:lnTo>
                  <a:close/>
                  <a:moveTo>
                    <a:pt x="478" y="175"/>
                  </a:moveTo>
                  <a:lnTo>
                    <a:pt x="478" y="175"/>
                  </a:lnTo>
                  <a:lnTo>
                    <a:pt x="478" y="177"/>
                  </a:lnTo>
                  <a:lnTo>
                    <a:pt x="478" y="177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3"/>
                  </a:lnTo>
                  <a:lnTo>
                    <a:pt x="478" y="170"/>
                  </a:lnTo>
                  <a:lnTo>
                    <a:pt x="478" y="170"/>
                  </a:lnTo>
                  <a:lnTo>
                    <a:pt x="478" y="173"/>
                  </a:lnTo>
                  <a:lnTo>
                    <a:pt x="478" y="175"/>
                  </a:lnTo>
                  <a:lnTo>
                    <a:pt x="478" y="175"/>
                  </a:lnTo>
                  <a:close/>
                  <a:moveTo>
                    <a:pt x="456" y="326"/>
                  </a:moveTo>
                  <a:lnTo>
                    <a:pt x="456" y="329"/>
                  </a:lnTo>
                  <a:lnTo>
                    <a:pt x="454" y="326"/>
                  </a:lnTo>
                  <a:lnTo>
                    <a:pt x="454" y="326"/>
                  </a:lnTo>
                  <a:lnTo>
                    <a:pt x="454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4"/>
                  </a:lnTo>
                  <a:lnTo>
                    <a:pt x="452" y="324"/>
                  </a:lnTo>
                  <a:lnTo>
                    <a:pt x="452" y="324"/>
                  </a:lnTo>
                  <a:lnTo>
                    <a:pt x="449" y="322"/>
                  </a:lnTo>
                  <a:lnTo>
                    <a:pt x="447" y="322"/>
                  </a:lnTo>
                  <a:lnTo>
                    <a:pt x="447" y="322"/>
                  </a:lnTo>
                  <a:lnTo>
                    <a:pt x="449" y="324"/>
                  </a:lnTo>
                  <a:lnTo>
                    <a:pt x="449" y="326"/>
                  </a:lnTo>
                  <a:lnTo>
                    <a:pt x="449" y="326"/>
                  </a:lnTo>
                  <a:lnTo>
                    <a:pt x="449" y="329"/>
                  </a:lnTo>
                  <a:lnTo>
                    <a:pt x="449" y="329"/>
                  </a:lnTo>
                  <a:lnTo>
                    <a:pt x="452" y="329"/>
                  </a:lnTo>
                  <a:lnTo>
                    <a:pt x="452" y="329"/>
                  </a:lnTo>
                  <a:lnTo>
                    <a:pt x="452" y="331"/>
                  </a:lnTo>
                  <a:lnTo>
                    <a:pt x="449" y="331"/>
                  </a:lnTo>
                  <a:lnTo>
                    <a:pt x="452" y="331"/>
                  </a:lnTo>
                  <a:lnTo>
                    <a:pt x="454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6" y="326"/>
                  </a:lnTo>
                  <a:close/>
                  <a:moveTo>
                    <a:pt x="442" y="300"/>
                  </a:moveTo>
                  <a:lnTo>
                    <a:pt x="442" y="300"/>
                  </a:lnTo>
                  <a:lnTo>
                    <a:pt x="445" y="298"/>
                  </a:lnTo>
                  <a:lnTo>
                    <a:pt x="445" y="298"/>
                  </a:lnTo>
                  <a:lnTo>
                    <a:pt x="442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300"/>
                  </a:lnTo>
                  <a:close/>
                  <a:moveTo>
                    <a:pt x="435" y="293"/>
                  </a:moveTo>
                  <a:lnTo>
                    <a:pt x="435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5" y="296"/>
                  </a:lnTo>
                  <a:lnTo>
                    <a:pt x="435" y="29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30"/>
            <p:cNvSpPr>
              <a:spLocks/>
            </p:cNvSpPr>
            <p:nvPr/>
          </p:nvSpPr>
          <p:spPr bwMode="auto">
            <a:xfrm>
              <a:off x="1366" y="346"/>
              <a:ext cx="0" cy="3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0 h 3"/>
                <a:gd name="T4" fmla="*/ 3 h 3"/>
                <a:gd name="T5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31"/>
            <p:cNvSpPr>
              <a:spLocks/>
            </p:cNvSpPr>
            <p:nvPr/>
          </p:nvSpPr>
          <p:spPr bwMode="auto">
            <a:xfrm>
              <a:off x="1361" y="351"/>
              <a:ext cx="2" cy="0"/>
            </a:xfrm>
            <a:custGeom>
              <a:avLst/>
              <a:gdLst>
                <a:gd name="T0" fmla="*/ 2 w 2"/>
                <a:gd name="T1" fmla="*/ 0 w 2"/>
                <a:gd name="T2" fmla="*/ 0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32"/>
            <p:cNvSpPr>
              <a:spLocks/>
            </p:cNvSpPr>
            <p:nvPr/>
          </p:nvSpPr>
          <p:spPr bwMode="auto">
            <a:xfrm>
              <a:off x="1375" y="3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2 h 2"/>
                <a:gd name="T4" fmla="*/ 0 w 3"/>
                <a:gd name="T5" fmla="*/ 0 h 2"/>
                <a:gd name="T6" fmla="*/ 3 w 3"/>
                <a:gd name="T7" fmla="*/ 0 h 2"/>
                <a:gd name="T8" fmla="*/ 3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1356" y="361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Rectangle 34"/>
            <p:cNvSpPr>
              <a:spLocks noChangeArrowheads="1"/>
            </p:cNvSpPr>
            <p:nvPr/>
          </p:nvSpPr>
          <p:spPr bwMode="auto">
            <a:xfrm>
              <a:off x="1406" y="361"/>
              <a:ext cx="1" cy="2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35"/>
            <p:cNvSpPr>
              <a:spLocks/>
            </p:cNvSpPr>
            <p:nvPr/>
          </p:nvSpPr>
          <p:spPr bwMode="auto">
            <a:xfrm>
              <a:off x="1408" y="3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36"/>
            <p:cNvSpPr>
              <a:spLocks/>
            </p:cNvSpPr>
            <p:nvPr/>
          </p:nvSpPr>
          <p:spPr bwMode="auto">
            <a:xfrm>
              <a:off x="1330" y="443"/>
              <a:ext cx="0" cy="3"/>
            </a:xfrm>
            <a:custGeom>
              <a:avLst/>
              <a:gdLst>
                <a:gd name="T0" fmla="*/ 0 h 3"/>
                <a:gd name="T1" fmla="*/ 3 h 3"/>
                <a:gd name="T2" fmla="*/ 0 h 3"/>
                <a:gd name="T3" fmla="*/ 0 h 3"/>
                <a:gd name="T4" fmla="*/ 0 h 3"/>
                <a:gd name="T5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37"/>
            <p:cNvSpPr>
              <a:spLocks/>
            </p:cNvSpPr>
            <p:nvPr/>
          </p:nvSpPr>
          <p:spPr bwMode="auto">
            <a:xfrm>
              <a:off x="1337" y="455"/>
              <a:ext cx="3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38"/>
            <p:cNvSpPr>
              <a:spLocks/>
            </p:cNvSpPr>
            <p:nvPr/>
          </p:nvSpPr>
          <p:spPr bwMode="auto">
            <a:xfrm>
              <a:off x="1349" y="474"/>
              <a:ext cx="0" cy="3"/>
            </a:xfrm>
            <a:custGeom>
              <a:avLst/>
              <a:gdLst>
                <a:gd name="T0" fmla="*/ 0 h 3"/>
                <a:gd name="T1" fmla="*/ 3 h 3"/>
                <a:gd name="T2" fmla="*/ 0 h 3"/>
                <a:gd name="T3" fmla="*/ 0 h 3"/>
                <a:gd name="T4" fmla="*/ 0 h 3"/>
                <a:gd name="T5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39"/>
            <p:cNvSpPr>
              <a:spLocks/>
            </p:cNvSpPr>
            <p:nvPr/>
          </p:nvSpPr>
          <p:spPr bwMode="auto">
            <a:xfrm>
              <a:off x="1352" y="47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Rectangle 40"/>
            <p:cNvSpPr>
              <a:spLocks noChangeArrowheads="1"/>
            </p:cNvSpPr>
            <p:nvPr/>
          </p:nvSpPr>
          <p:spPr bwMode="auto">
            <a:xfrm>
              <a:off x="1354" y="484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41"/>
            <p:cNvSpPr>
              <a:spLocks/>
            </p:cNvSpPr>
            <p:nvPr/>
          </p:nvSpPr>
          <p:spPr bwMode="auto">
            <a:xfrm>
              <a:off x="1359" y="49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Rectangle 42"/>
            <p:cNvSpPr>
              <a:spLocks noChangeArrowheads="1"/>
            </p:cNvSpPr>
            <p:nvPr/>
          </p:nvSpPr>
          <p:spPr bwMode="auto">
            <a:xfrm>
              <a:off x="1359" y="49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Rectangle 43"/>
            <p:cNvSpPr>
              <a:spLocks noChangeArrowheads="1"/>
            </p:cNvSpPr>
            <p:nvPr/>
          </p:nvSpPr>
          <p:spPr bwMode="auto">
            <a:xfrm>
              <a:off x="1361" y="503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44"/>
            <p:cNvSpPr>
              <a:spLocks/>
            </p:cNvSpPr>
            <p:nvPr/>
          </p:nvSpPr>
          <p:spPr bwMode="auto">
            <a:xfrm>
              <a:off x="1361" y="505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45"/>
            <p:cNvSpPr>
              <a:spLocks/>
            </p:cNvSpPr>
            <p:nvPr/>
          </p:nvSpPr>
          <p:spPr bwMode="auto">
            <a:xfrm>
              <a:off x="1363" y="510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46"/>
            <p:cNvSpPr>
              <a:spLocks/>
            </p:cNvSpPr>
            <p:nvPr/>
          </p:nvSpPr>
          <p:spPr bwMode="auto">
            <a:xfrm>
              <a:off x="1742" y="720"/>
              <a:ext cx="5" cy="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3 h 3"/>
                <a:gd name="T4" fmla="*/ 2 w 5"/>
                <a:gd name="T5" fmla="*/ 3 h 3"/>
                <a:gd name="T6" fmla="*/ 2 w 5"/>
                <a:gd name="T7" fmla="*/ 0 h 3"/>
                <a:gd name="T8" fmla="*/ 0 w 5"/>
                <a:gd name="T9" fmla="*/ 0 h 3"/>
                <a:gd name="T10" fmla="*/ 2 w 5"/>
                <a:gd name="T11" fmla="*/ 0 h 3"/>
                <a:gd name="T12" fmla="*/ 5 w 5"/>
                <a:gd name="T13" fmla="*/ 0 h 3"/>
                <a:gd name="T14" fmla="*/ 5 w 5"/>
                <a:gd name="T15" fmla="*/ 0 h 3"/>
                <a:gd name="T16" fmla="*/ 5 w 5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47"/>
            <p:cNvSpPr>
              <a:spLocks/>
            </p:cNvSpPr>
            <p:nvPr/>
          </p:nvSpPr>
          <p:spPr bwMode="auto">
            <a:xfrm>
              <a:off x="1179" y="770"/>
              <a:ext cx="0" cy="3"/>
            </a:xfrm>
            <a:custGeom>
              <a:avLst/>
              <a:gdLst>
                <a:gd name="T0" fmla="*/ 3 h 3"/>
                <a:gd name="T1" fmla="*/ 3 h 3"/>
                <a:gd name="T2" fmla="*/ 0 h 3"/>
                <a:gd name="T3" fmla="*/ 3 h 3"/>
                <a:gd name="T4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1172" y="773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Rectangle 49"/>
            <p:cNvSpPr>
              <a:spLocks noChangeArrowheads="1"/>
            </p:cNvSpPr>
            <p:nvPr/>
          </p:nvSpPr>
          <p:spPr bwMode="auto">
            <a:xfrm>
              <a:off x="1160" y="777"/>
              <a:ext cx="2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50"/>
            <p:cNvSpPr>
              <a:spLocks/>
            </p:cNvSpPr>
            <p:nvPr/>
          </p:nvSpPr>
          <p:spPr bwMode="auto">
            <a:xfrm>
              <a:off x="1158" y="777"/>
              <a:ext cx="0" cy="3"/>
            </a:xfrm>
            <a:custGeom>
              <a:avLst/>
              <a:gdLst>
                <a:gd name="T0" fmla="*/ 3 h 3"/>
                <a:gd name="T1" fmla="*/ 3 h 3"/>
                <a:gd name="T2" fmla="*/ 0 h 3"/>
                <a:gd name="T3" fmla="*/ 3 h 3"/>
                <a:gd name="T4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51"/>
            <p:cNvSpPr>
              <a:spLocks/>
            </p:cNvSpPr>
            <p:nvPr/>
          </p:nvSpPr>
          <p:spPr bwMode="auto">
            <a:xfrm>
              <a:off x="1139" y="787"/>
              <a:ext cx="2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Rectangle 52"/>
            <p:cNvSpPr>
              <a:spLocks noChangeArrowheads="1"/>
            </p:cNvSpPr>
            <p:nvPr/>
          </p:nvSpPr>
          <p:spPr bwMode="auto">
            <a:xfrm>
              <a:off x="1274" y="803"/>
              <a:ext cx="2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Freeform 53"/>
            <p:cNvSpPr>
              <a:spLocks/>
            </p:cNvSpPr>
            <p:nvPr/>
          </p:nvSpPr>
          <p:spPr bwMode="auto">
            <a:xfrm>
              <a:off x="1628" y="787"/>
              <a:ext cx="5" cy="2"/>
            </a:xfrm>
            <a:custGeom>
              <a:avLst/>
              <a:gdLst>
                <a:gd name="T0" fmla="*/ 5 w 5"/>
                <a:gd name="T1" fmla="*/ 0 h 2"/>
                <a:gd name="T2" fmla="*/ 3 w 5"/>
                <a:gd name="T3" fmla="*/ 2 h 2"/>
                <a:gd name="T4" fmla="*/ 3 w 5"/>
                <a:gd name="T5" fmla="*/ 2 h 2"/>
                <a:gd name="T6" fmla="*/ 0 w 5"/>
                <a:gd name="T7" fmla="*/ 0 h 2"/>
                <a:gd name="T8" fmla="*/ 0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54"/>
            <p:cNvSpPr>
              <a:spLocks/>
            </p:cNvSpPr>
            <p:nvPr/>
          </p:nvSpPr>
          <p:spPr bwMode="auto">
            <a:xfrm>
              <a:off x="1153" y="836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Rectangle 55"/>
            <p:cNvSpPr>
              <a:spLocks noChangeArrowheads="1"/>
            </p:cNvSpPr>
            <p:nvPr/>
          </p:nvSpPr>
          <p:spPr bwMode="auto">
            <a:xfrm>
              <a:off x="1155" y="83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Rectangle 56"/>
            <p:cNvSpPr>
              <a:spLocks noChangeArrowheads="1"/>
            </p:cNvSpPr>
            <p:nvPr/>
          </p:nvSpPr>
          <p:spPr bwMode="auto">
            <a:xfrm>
              <a:off x="1155" y="83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57"/>
            <p:cNvSpPr>
              <a:spLocks/>
            </p:cNvSpPr>
            <p:nvPr/>
          </p:nvSpPr>
          <p:spPr bwMode="auto">
            <a:xfrm>
              <a:off x="1153" y="834"/>
              <a:ext cx="2" cy="2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0 w 2"/>
                <a:gd name="T5" fmla="*/ 0 h 2"/>
                <a:gd name="T6" fmla="*/ 2 w 2"/>
                <a:gd name="T7" fmla="*/ 0 h 2"/>
                <a:gd name="T8" fmla="*/ 2 w 2"/>
                <a:gd name="T9" fmla="*/ 2 h 2"/>
                <a:gd name="T10" fmla="*/ 2 w 2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Rectangle 58"/>
            <p:cNvSpPr>
              <a:spLocks noChangeArrowheads="1"/>
            </p:cNvSpPr>
            <p:nvPr/>
          </p:nvSpPr>
          <p:spPr bwMode="auto">
            <a:xfrm>
              <a:off x="1288" y="827"/>
              <a:ext cx="1" cy="2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59"/>
            <p:cNvSpPr>
              <a:spLocks/>
            </p:cNvSpPr>
            <p:nvPr/>
          </p:nvSpPr>
          <p:spPr bwMode="auto">
            <a:xfrm>
              <a:off x="1647" y="799"/>
              <a:ext cx="5" cy="4"/>
            </a:xfrm>
            <a:custGeom>
              <a:avLst/>
              <a:gdLst>
                <a:gd name="T0" fmla="*/ 5 w 5"/>
                <a:gd name="T1" fmla="*/ 4 h 4"/>
                <a:gd name="T2" fmla="*/ 3 w 5"/>
                <a:gd name="T3" fmla="*/ 4 h 4"/>
                <a:gd name="T4" fmla="*/ 3 w 5"/>
                <a:gd name="T5" fmla="*/ 4 h 4"/>
                <a:gd name="T6" fmla="*/ 0 w 5"/>
                <a:gd name="T7" fmla="*/ 4 h 4"/>
                <a:gd name="T8" fmla="*/ 3 w 5"/>
                <a:gd name="T9" fmla="*/ 2 h 4"/>
                <a:gd name="T10" fmla="*/ 3 w 5"/>
                <a:gd name="T11" fmla="*/ 2 h 4"/>
                <a:gd name="T12" fmla="*/ 3 w 5"/>
                <a:gd name="T13" fmla="*/ 2 h 4"/>
                <a:gd name="T14" fmla="*/ 5 w 5"/>
                <a:gd name="T15" fmla="*/ 0 h 4"/>
                <a:gd name="T16" fmla="*/ 5 w 5"/>
                <a:gd name="T17" fmla="*/ 2 h 4"/>
                <a:gd name="T18" fmla="*/ 5 w 5"/>
                <a:gd name="T19" fmla="*/ 2 h 4"/>
                <a:gd name="T20" fmla="*/ 5 w 5"/>
                <a:gd name="T21" fmla="*/ 4 h 4"/>
                <a:gd name="T22" fmla="*/ 5 w 5"/>
                <a:gd name="T2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60"/>
            <p:cNvSpPr>
              <a:spLocks/>
            </p:cNvSpPr>
            <p:nvPr/>
          </p:nvSpPr>
          <p:spPr bwMode="auto">
            <a:xfrm>
              <a:off x="1399" y="358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2 w 2"/>
                <a:gd name="T5" fmla="*/ 0 h 3"/>
                <a:gd name="T6" fmla="*/ 2 w 2"/>
                <a:gd name="T7" fmla="*/ 3 h 3"/>
                <a:gd name="T8" fmla="*/ 0 w 2"/>
                <a:gd name="T9" fmla="*/ 3 h 3"/>
                <a:gd name="T10" fmla="*/ 0 w 2"/>
                <a:gd name="T11" fmla="*/ 3 h 3"/>
                <a:gd name="T12" fmla="*/ 0 w 2"/>
                <a:gd name="T13" fmla="*/ 3 h 3"/>
                <a:gd name="T14" fmla="*/ 0 w 2"/>
                <a:gd name="T15" fmla="*/ 0 h 3"/>
                <a:gd name="T16" fmla="*/ 0 w 2"/>
                <a:gd name="T17" fmla="*/ 0 h 3"/>
                <a:gd name="T18" fmla="*/ 0 w 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61"/>
            <p:cNvSpPr>
              <a:spLocks/>
            </p:cNvSpPr>
            <p:nvPr/>
          </p:nvSpPr>
          <p:spPr bwMode="auto">
            <a:xfrm>
              <a:off x="1349" y="47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62"/>
            <p:cNvSpPr>
              <a:spLocks/>
            </p:cNvSpPr>
            <p:nvPr/>
          </p:nvSpPr>
          <p:spPr bwMode="auto">
            <a:xfrm>
              <a:off x="1191" y="768"/>
              <a:ext cx="2" cy="0"/>
            </a:xfrm>
            <a:custGeom>
              <a:avLst/>
              <a:gdLst>
                <a:gd name="T0" fmla="*/ 0 w 2"/>
                <a:gd name="T1" fmla="*/ 0 w 2"/>
                <a:gd name="T2" fmla="*/ 0 w 2"/>
                <a:gd name="T3" fmla="*/ 2 w 2"/>
                <a:gd name="T4" fmla="*/ 0 w 2"/>
                <a:gd name="T5" fmla="*/ 0 w 2"/>
                <a:gd name="T6" fmla="*/ 0 w 2"/>
                <a:gd name="T7" fmla="*/ 0 w 2"/>
                <a:gd name="T8" fmla="*/ 0 w 2"/>
                <a:gd name="T9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63"/>
            <p:cNvSpPr>
              <a:spLocks/>
            </p:cNvSpPr>
            <p:nvPr/>
          </p:nvSpPr>
          <p:spPr bwMode="auto">
            <a:xfrm>
              <a:off x="1399" y="358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2 w 2"/>
                <a:gd name="T5" fmla="*/ 0 h 3"/>
                <a:gd name="T6" fmla="*/ 2 w 2"/>
                <a:gd name="T7" fmla="*/ 3 h 3"/>
                <a:gd name="T8" fmla="*/ 0 w 2"/>
                <a:gd name="T9" fmla="*/ 3 h 3"/>
                <a:gd name="T10" fmla="*/ 0 w 2"/>
                <a:gd name="T11" fmla="*/ 3 h 3"/>
                <a:gd name="T12" fmla="*/ 0 w 2"/>
                <a:gd name="T13" fmla="*/ 3 h 3"/>
                <a:gd name="T14" fmla="*/ 0 w 2"/>
                <a:gd name="T15" fmla="*/ 0 h 3"/>
                <a:gd name="T16" fmla="*/ 0 w 2"/>
                <a:gd name="T17" fmla="*/ 0 h 3"/>
                <a:gd name="T18" fmla="*/ 0 w 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64"/>
            <p:cNvSpPr>
              <a:spLocks/>
            </p:cNvSpPr>
            <p:nvPr/>
          </p:nvSpPr>
          <p:spPr bwMode="auto">
            <a:xfrm>
              <a:off x="1349" y="47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65"/>
            <p:cNvSpPr>
              <a:spLocks/>
            </p:cNvSpPr>
            <p:nvPr/>
          </p:nvSpPr>
          <p:spPr bwMode="auto">
            <a:xfrm>
              <a:off x="1191" y="768"/>
              <a:ext cx="2" cy="0"/>
            </a:xfrm>
            <a:custGeom>
              <a:avLst/>
              <a:gdLst>
                <a:gd name="T0" fmla="*/ 0 w 2"/>
                <a:gd name="T1" fmla="*/ 0 w 2"/>
                <a:gd name="T2" fmla="*/ 0 w 2"/>
                <a:gd name="T3" fmla="*/ 2 w 2"/>
                <a:gd name="T4" fmla="*/ 0 w 2"/>
                <a:gd name="T5" fmla="*/ 0 w 2"/>
                <a:gd name="T6" fmla="*/ 0 w 2"/>
                <a:gd name="T7" fmla="*/ 0 w 2"/>
                <a:gd name="T8" fmla="*/ 0 w 2"/>
                <a:gd name="T9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66"/>
            <p:cNvSpPr>
              <a:spLocks/>
            </p:cNvSpPr>
            <p:nvPr/>
          </p:nvSpPr>
          <p:spPr bwMode="auto">
            <a:xfrm>
              <a:off x="1477" y="98"/>
              <a:ext cx="5" cy="2"/>
            </a:xfrm>
            <a:custGeom>
              <a:avLst/>
              <a:gdLst>
                <a:gd name="T0" fmla="*/ 5 w 5"/>
                <a:gd name="T1" fmla="*/ 0 h 2"/>
                <a:gd name="T2" fmla="*/ 2 w 5"/>
                <a:gd name="T3" fmla="*/ 2 h 2"/>
                <a:gd name="T4" fmla="*/ 0 w 5"/>
                <a:gd name="T5" fmla="*/ 0 h 2"/>
                <a:gd name="T6" fmla="*/ 2 w 5"/>
                <a:gd name="T7" fmla="*/ 0 h 2"/>
                <a:gd name="T8" fmla="*/ 5 w 5"/>
                <a:gd name="T9" fmla="*/ 0 h 2"/>
                <a:gd name="T10" fmla="*/ 5 w 5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67"/>
            <p:cNvSpPr>
              <a:spLocks/>
            </p:cNvSpPr>
            <p:nvPr/>
          </p:nvSpPr>
          <p:spPr bwMode="auto">
            <a:xfrm>
              <a:off x="1328" y="42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68"/>
            <p:cNvSpPr>
              <a:spLocks/>
            </p:cNvSpPr>
            <p:nvPr/>
          </p:nvSpPr>
          <p:spPr bwMode="auto">
            <a:xfrm>
              <a:off x="1328" y="43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0" name="Freeform 69"/>
            <p:cNvSpPr>
              <a:spLocks/>
            </p:cNvSpPr>
            <p:nvPr/>
          </p:nvSpPr>
          <p:spPr bwMode="auto">
            <a:xfrm>
              <a:off x="2038" y="1040"/>
              <a:ext cx="2" cy="2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  <a:gd name="T10" fmla="*/ 2 w 2"/>
                <a:gd name="T11" fmla="*/ 2 h 2"/>
                <a:gd name="T12" fmla="*/ 2 w 2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Freeform 70"/>
            <p:cNvSpPr>
              <a:spLocks/>
            </p:cNvSpPr>
            <p:nvPr/>
          </p:nvSpPr>
          <p:spPr bwMode="auto">
            <a:xfrm>
              <a:off x="1458" y="193"/>
              <a:ext cx="5" cy="4"/>
            </a:xfrm>
            <a:custGeom>
              <a:avLst/>
              <a:gdLst>
                <a:gd name="T0" fmla="*/ 5 w 5"/>
                <a:gd name="T1" fmla="*/ 2 h 4"/>
                <a:gd name="T2" fmla="*/ 5 w 5"/>
                <a:gd name="T3" fmla="*/ 2 h 4"/>
                <a:gd name="T4" fmla="*/ 5 w 5"/>
                <a:gd name="T5" fmla="*/ 2 h 4"/>
                <a:gd name="T6" fmla="*/ 5 w 5"/>
                <a:gd name="T7" fmla="*/ 2 h 4"/>
                <a:gd name="T8" fmla="*/ 5 w 5"/>
                <a:gd name="T9" fmla="*/ 2 h 4"/>
                <a:gd name="T10" fmla="*/ 2 w 5"/>
                <a:gd name="T11" fmla="*/ 4 h 4"/>
                <a:gd name="T12" fmla="*/ 2 w 5"/>
                <a:gd name="T13" fmla="*/ 4 h 4"/>
                <a:gd name="T14" fmla="*/ 0 w 5"/>
                <a:gd name="T15" fmla="*/ 2 h 4"/>
                <a:gd name="T16" fmla="*/ 0 w 5"/>
                <a:gd name="T17" fmla="*/ 0 h 4"/>
                <a:gd name="T18" fmla="*/ 0 w 5"/>
                <a:gd name="T19" fmla="*/ 0 h 4"/>
                <a:gd name="T20" fmla="*/ 2 w 5"/>
                <a:gd name="T21" fmla="*/ 2 h 4"/>
                <a:gd name="T22" fmla="*/ 2 w 5"/>
                <a:gd name="T23" fmla="*/ 2 h 4"/>
                <a:gd name="T24" fmla="*/ 2 w 5"/>
                <a:gd name="T25" fmla="*/ 0 h 4"/>
                <a:gd name="T26" fmla="*/ 2 w 5"/>
                <a:gd name="T27" fmla="*/ 0 h 4"/>
                <a:gd name="T28" fmla="*/ 2 w 5"/>
                <a:gd name="T29" fmla="*/ 0 h 4"/>
                <a:gd name="T30" fmla="*/ 5 w 5"/>
                <a:gd name="T31" fmla="*/ 0 h 4"/>
                <a:gd name="T32" fmla="*/ 5 w 5"/>
                <a:gd name="T33" fmla="*/ 2 h 4"/>
                <a:gd name="T34" fmla="*/ 5 w 5"/>
                <a:gd name="T3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" name="Freeform 71"/>
            <p:cNvSpPr>
              <a:spLocks/>
            </p:cNvSpPr>
            <p:nvPr/>
          </p:nvSpPr>
          <p:spPr bwMode="auto">
            <a:xfrm>
              <a:off x="1652" y="207"/>
              <a:ext cx="2" cy="4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0 h 4"/>
                <a:gd name="T4" fmla="*/ 0 w 2"/>
                <a:gd name="T5" fmla="*/ 0 h 4"/>
                <a:gd name="T6" fmla="*/ 2 w 2"/>
                <a:gd name="T7" fmla="*/ 2 h 4"/>
                <a:gd name="T8" fmla="*/ 2 w 2"/>
                <a:gd name="T9" fmla="*/ 2 h 4"/>
                <a:gd name="T10" fmla="*/ 2 w 2"/>
                <a:gd name="T11" fmla="*/ 4 h 4"/>
                <a:gd name="T12" fmla="*/ 2 w 2"/>
                <a:gd name="T13" fmla="*/ 4 h 4"/>
                <a:gd name="T14" fmla="*/ 2 w 2"/>
                <a:gd name="T15" fmla="*/ 4 h 4"/>
                <a:gd name="T16" fmla="*/ 0 w 2"/>
                <a:gd name="T17" fmla="*/ 4 h 4"/>
                <a:gd name="T18" fmla="*/ 0 w 2"/>
                <a:gd name="T19" fmla="*/ 2 h 4"/>
                <a:gd name="T20" fmla="*/ 0 w 2"/>
                <a:gd name="T21" fmla="*/ 2 h 4"/>
                <a:gd name="T22" fmla="*/ 0 w 2"/>
                <a:gd name="T23" fmla="*/ 0 h 4"/>
                <a:gd name="T24" fmla="*/ 0 w 2"/>
                <a:gd name="T25" fmla="*/ 0 h 4"/>
                <a:gd name="T26" fmla="*/ 0 w 2"/>
                <a:gd name="T2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" name="Freeform 72"/>
            <p:cNvSpPr>
              <a:spLocks/>
            </p:cNvSpPr>
            <p:nvPr/>
          </p:nvSpPr>
          <p:spPr bwMode="auto">
            <a:xfrm>
              <a:off x="1735" y="214"/>
              <a:ext cx="2" cy="9"/>
            </a:xfrm>
            <a:custGeom>
              <a:avLst/>
              <a:gdLst>
                <a:gd name="T0" fmla="*/ 2 w 2"/>
                <a:gd name="T1" fmla="*/ 2 h 9"/>
                <a:gd name="T2" fmla="*/ 0 w 2"/>
                <a:gd name="T3" fmla="*/ 9 h 9"/>
                <a:gd name="T4" fmla="*/ 0 w 2"/>
                <a:gd name="T5" fmla="*/ 9 h 9"/>
                <a:gd name="T6" fmla="*/ 0 w 2"/>
                <a:gd name="T7" fmla="*/ 9 h 9"/>
                <a:gd name="T8" fmla="*/ 0 w 2"/>
                <a:gd name="T9" fmla="*/ 9 h 9"/>
                <a:gd name="T10" fmla="*/ 0 w 2"/>
                <a:gd name="T11" fmla="*/ 7 h 9"/>
                <a:gd name="T12" fmla="*/ 0 w 2"/>
                <a:gd name="T13" fmla="*/ 7 h 9"/>
                <a:gd name="T14" fmla="*/ 0 w 2"/>
                <a:gd name="T15" fmla="*/ 7 h 9"/>
                <a:gd name="T16" fmla="*/ 0 w 2"/>
                <a:gd name="T17" fmla="*/ 7 h 9"/>
                <a:gd name="T18" fmla="*/ 0 w 2"/>
                <a:gd name="T19" fmla="*/ 5 h 9"/>
                <a:gd name="T20" fmla="*/ 2 w 2"/>
                <a:gd name="T21" fmla="*/ 0 h 9"/>
                <a:gd name="T22" fmla="*/ 2 w 2"/>
                <a:gd name="T23" fmla="*/ 0 h 9"/>
                <a:gd name="T24" fmla="*/ 2 w 2"/>
                <a:gd name="T25" fmla="*/ 0 h 9"/>
                <a:gd name="T26" fmla="*/ 2 w 2"/>
                <a:gd name="T27" fmla="*/ 2 h 9"/>
                <a:gd name="T28" fmla="*/ 2 w 2"/>
                <a:gd name="T2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9">
                  <a:moveTo>
                    <a:pt x="2" y="2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" name="Freeform 73"/>
            <p:cNvSpPr>
              <a:spLocks/>
            </p:cNvSpPr>
            <p:nvPr/>
          </p:nvSpPr>
          <p:spPr bwMode="auto">
            <a:xfrm>
              <a:off x="1680" y="242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3 w 5"/>
                <a:gd name="T7" fmla="*/ 3 h 5"/>
                <a:gd name="T8" fmla="*/ 5 w 5"/>
                <a:gd name="T9" fmla="*/ 0 h 5"/>
                <a:gd name="T10" fmla="*/ 5 w 5"/>
                <a:gd name="T11" fmla="*/ 0 h 5"/>
                <a:gd name="T12" fmla="*/ 5 w 5"/>
                <a:gd name="T13" fmla="*/ 3 h 5"/>
                <a:gd name="T14" fmla="*/ 3 w 5"/>
                <a:gd name="T15" fmla="*/ 5 h 5"/>
                <a:gd name="T16" fmla="*/ 0 w 5"/>
                <a:gd name="T17" fmla="*/ 5 h 5"/>
                <a:gd name="T18" fmla="*/ 0 w 5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3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" name="Freeform 74"/>
            <p:cNvSpPr>
              <a:spLocks/>
            </p:cNvSpPr>
            <p:nvPr/>
          </p:nvSpPr>
          <p:spPr bwMode="auto">
            <a:xfrm>
              <a:off x="1678" y="259"/>
              <a:ext cx="5" cy="9"/>
            </a:xfrm>
            <a:custGeom>
              <a:avLst/>
              <a:gdLst>
                <a:gd name="T0" fmla="*/ 2 w 5"/>
                <a:gd name="T1" fmla="*/ 0 h 9"/>
                <a:gd name="T2" fmla="*/ 2 w 5"/>
                <a:gd name="T3" fmla="*/ 0 h 9"/>
                <a:gd name="T4" fmla="*/ 5 w 5"/>
                <a:gd name="T5" fmla="*/ 0 h 9"/>
                <a:gd name="T6" fmla="*/ 5 w 5"/>
                <a:gd name="T7" fmla="*/ 0 h 9"/>
                <a:gd name="T8" fmla="*/ 5 w 5"/>
                <a:gd name="T9" fmla="*/ 2 h 9"/>
                <a:gd name="T10" fmla="*/ 5 w 5"/>
                <a:gd name="T11" fmla="*/ 2 h 9"/>
                <a:gd name="T12" fmla="*/ 5 w 5"/>
                <a:gd name="T13" fmla="*/ 2 h 9"/>
                <a:gd name="T14" fmla="*/ 5 w 5"/>
                <a:gd name="T15" fmla="*/ 5 h 9"/>
                <a:gd name="T16" fmla="*/ 5 w 5"/>
                <a:gd name="T17" fmla="*/ 9 h 9"/>
                <a:gd name="T18" fmla="*/ 5 w 5"/>
                <a:gd name="T19" fmla="*/ 9 h 9"/>
                <a:gd name="T20" fmla="*/ 5 w 5"/>
                <a:gd name="T21" fmla="*/ 9 h 9"/>
                <a:gd name="T22" fmla="*/ 5 w 5"/>
                <a:gd name="T23" fmla="*/ 5 h 9"/>
                <a:gd name="T24" fmla="*/ 2 w 5"/>
                <a:gd name="T25" fmla="*/ 2 h 9"/>
                <a:gd name="T26" fmla="*/ 2 w 5"/>
                <a:gd name="T27" fmla="*/ 0 h 9"/>
                <a:gd name="T28" fmla="*/ 2 w 5"/>
                <a:gd name="T29" fmla="*/ 0 h 9"/>
                <a:gd name="T30" fmla="*/ 0 w 5"/>
                <a:gd name="T31" fmla="*/ 2 h 9"/>
                <a:gd name="T32" fmla="*/ 0 w 5"/>
                <a:gd name="T33" fmla="*/ 2 h 9"/>
                <a:gd name="T34" fmla="*/ 0 w 5"/>
                <a:gd name="T35" fmla="*/ 0 h 9"/>
                <a:gd name="T36" fmla="*/ 2 w 5"/>
                <a:gd name="T37" fmla="*/ 0 h 9"/>
                <a:gd name="T38" fmla="*/ 2 w 5"/>
                <a:gd name="T3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" name="Freeform 75"/>
            <p:cNvSpPr>
              <a:spLocks/>
            </p:cNvSpPr>
            <p:nvPr/>
          </p:nvSpPr>
          <p:spPr bwMode="auto">
            <a:xfrm>
              <a:off x="1640" y="311"/>
              <a:ext cx="5" cy="7"/>
            </a:xfrm>
            <a:custGeom>
              <a:avLst/>
              <a:gdLst>
                <a:gd name="T0" fmla="*/ 5 w 5"/>
                <a:gd name="T1" fmla="*/ 5 h 7"/>
                <a:gd name="T2" fmla="*/ 3 w 5"/>
                <a:gd name="T3" fmla="*/ 7 h 7"/>
                <a:gd name="T4" fmla="*/ 3 w 5"/>
                <a:gd name="T5" fmla="*/ 7 h 7"/>
                <a:gd name="T6" fmla="*/ 3 w 5"/>
                <a:gd name="T7" fmla="*/ 5 h 7"/>
                <a:gd name="T8" fmla="*/ 0 w 5"/>
                <a:gd name="T9" fmla="*/ 5 h 7"/>
                <a:gd name="T10" fmla="*/ 0 w 5"/>
                <a:gd name="T11" fmla="*/ 5 h 7"/>
                <a:gd name="T12" fmla="*/ 0 w 5"/>
                <a:gd name="T13" fmla="*/ 5 h 7"/>
                <a:gd name="T14" fmla="*/ 3 w 5"/>
                <a:gd name="T15" fmla="*/ 2 h 7"/>
                <a:gd name="T16" fmla="*/ 3 w 5"/>
                <a:gd name="T17" fmla="*/ 2 h 7"/>
                <a:gd name="T18" fmla="*/ 3 w 5"/>
                <a:gd name="T19" fmla="*/ 0 h 7"/>
                <a:gd name="T20" fmla="*/ 5 w 5"/>
                <a:gd name="T21" fmla="*/ 5 h 7"/>
                <a:gd name="T22" fmla="*/ 5 w 5"/>
                <a:gd name="T2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7">
                  <a:moveTo>
                    <a:pt x="5" y="5"/>
                  </a:moveTo>
                  <a:lnTo>
                    <a:pt x="3" y="7"/>
                  </a:lnTo>
                  <a:lnTo>
                    <a:pt x="3" y="7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" name="Freeform 76"/>
            <p:cNvSpPr>
              <a:spLocks/>
            </p:cNvSpPr>
            <p:nvPr/>
          </p:nvSpPr>
          <p:spPr bwMode="auto">
            <a:xfrm>
              <a:off x="2021" y="1009"/>
              <a:ext cx="2" cy="5"/>
            </a:xfrm>
            <a:custGeom>
              <a:avLst/>
              <a:gdLst>
                <a:gd name="T0" fmla="*/ 2 w 2"/>
                <a:gd name="T1" fmla="*/ 5 h 5"/>
                <a:gd name="T2" fmla="*/ 0 w 2"/>
                <a:gd name="T3" fmla="*/ 5 h 5"/>
                <a:gd name="T4" fmla="*/ 0 w 2"/>
                <a:gd name="T5" fmla="*/ 3 h 5"/>
                <a:gd name="T6" fmla="*/ 0 w 2"/>
                <a:gd name="T7" fmla="*/ 3 h 5"/>
                <a:gd name="T8" fmla="*/ 0 w 2"/>
                <a:gd name="T9" fmla="*/ 0 h 5"/>
                <a:gd name="T10" fmla="*/ 0 w 2"/>
                <a:gd name="T11" fmla="*/ 0 h 5"/>
                <a:gd name="T12" fmla="*/ 2 w 2"/>
                <a:gd name="T13" fmla="*/ 3 h 5"/>
                <a:gd name="T14" fmla="*/ 2 w 2"/>
                <a:gd name="T15" fmla="*/ 5 h 5"/>
                <a:gd name="T16" fmla="*/ 2 w 2"/>
                <a:gd name="T1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" name="Freeform 77"/>
            <p:cNvSpPr>
              <a:spLocks/>
            </p:cNvSpPr>
            <p:nvPr/>
          </p:nvSpPr>
          <p:spPr bwMode="auto">
            <a:xfrm>
              <a:off x="1307" y="851"/>
              <a:ext cx="7" cy="7"/>
            </a:xfrm>
            <a:custGeom>
              <a:avLst/>
              <a:gdLst>
                <a:gd name="T0" fmla="*/ 7 w 7"/>
                <a:gd name="T1" fmla="*/ 7 h 7"/>
                <a:gd name="T2" fmla="*/ 7 w 7"/>
                <a:gd name="T3" fmla="*/ 7 h 7"/>
                <a:gd name="T4" fmla="*/ 0 w 7"/>
                <a:gd name="T5" fmla="*/ 0 h 7"/>
                <a:gd name="T6" fmla="*/ 0 w 7"/>
                <a:gd name="T7" fmla="*/ 0 h 7"/>
                <a:gd name="T8" fmla="*/ 7 w 7"/>
                <a:gd name="T9" fmla="*/ 4 h 7"/>
                <a:gd name="T10" fmla="*/ 7 w 7"/>
                <a:gd name="T11" fmla="*/ 7 h 7"/>
                <a:gd name="T12" fmla="*/ 7 w 7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" name="Freeform 78"/>
            <p:cNvSpPr>
              <a:spLocks/>
            </p:cNvSpPr>
            <p:nvPr/>
          </p:nvSpPr>
          <p:spPr bwMode="auto">
            <a:xfrm>
              <a:off x="1333" y="448"/>
              <a:ext cx="2" cy="3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3 h 3"/>
                <a:gd name="T4" fmla="*/ 0 w 2"/>
                <a:gd name="T5" fmla="*/ 0 h 3"/>
                <a:gd name="T6" fmla="*/ 0 w 2"/>
                <a:gd name="T7" fmla="*/ 0 h 3"/>
                <a:gd name="T8" fmla="*/ 2 w 2"/>
                <a:gd name="T9" fmla="*/ 0 h 3"/>
                <a:gd name="T10" fmla="*/ 2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" name="Freeform 79"/>
            <p:cNvSpPr>
              <a:spLocks/>
            </p:cNvSpPr>
            <p:nvPr/>
          </p:nvSpPr>
          <p:spPr bwMode="auto">
            <a:xfrm>
              <a:off x="1337" y="45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1" name="Freeform 80"/>
            <p:cNvSpPr>
              <a:spLocks/>
            </p:cNvSpPr>
            <p:nvPr/>
          </p:nvSpPr>
          <p:spPr bwMode="auto">
            <a:xfrm>
              <a:off x="1318" y="862"/>
              <a:ext cx="5" cy="3"/>
            </a:xfrm>
            <a:custGeom>
              <a:avLst/>
              <a:gdLst>
                <a:gd name="T0" fmla="*/ 5 w 5"/>
                <a:gd name="T1" fmla="*/ 3 h 3"/>
                <a:gd name="T2" fmla="*/ 3 w 5"/>
                <a:gd name="T3" fmla="*/ 3 h 3"/>
                <a:gd name="T4" fmla="*/ 0 w 5"/>
                <a:gd name="T5" fmla="*/ 0 h 3"/>
                <a:gd name="T6" fmla="*/ 0 w 5"/>
                <a:gd name="T7" fmla="*/ 0 h 3"/>
                <a:gd name="T8" fmla="*/ 5 w 5"/>
                <a:gd name="T9" fmla="*/ 3 h 3"/>
                <a:gd name="T10" fmla="*/ 5 w 5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2" name="Freeform 81"/>
            <p:cNvSpPr>
              <a:spLocks/>
            </p:cNvSpPr>
            <p:nvPr/>
          </p:nvSpPr>
          <p:spPr bwMode="auto">
            <a:xfrm>
              <a:off x="1569" y="216"/>
              <a:ext cx="10" cy="10"/>
            </a:xfrm>
            <a:custGeom>
              <a:avLst/>
              <a:gdLst>
                <a:gd name="T0" fmla="*/ 7 w 10"/>
                <a:gd name="T1" fmla="*/ 3 h 10"/>
                <a:gd name="T2" fmla="*/ 7 w 10"/>
                <a:gd name="T3" fmla="*/ 5 h 10"/>
                <a:gd name="T4" fmla="*/ 7 w 10"/>
                <a:gd name="T5" fmla="*/ 5 h 10"/>
                <a:gd name="T6" fmla="*/ 7 w 10"/>
                <a:gd name="T7" fmla="*/ 7 h 10"/>
                <a:gd name="T8" fmla="*/ 7 w 10"/>
                <a:gd name="T9" fmla="*/ 10 h 10"/>
                <a:gd name="T10" fmla="*/ 5 w 10"/>
                <a:gd name="T11" fmla="*/ 10 h 10"/>
                <a:gd name="T12" fmla="*/ 5 w 10"/>
                <a:gd name="T13" fmla="*/ 10 h 10"/>
                <a:gd name="T14" fmla="*/ 5 w 10"/>
                <a:gd name="T15" fmla="*/ 7 h 10"/>
                <a:gd name="T16" fmla="*/ 3 w 10"/>
                <a:gd name="T17" fmla="*/ 5 h 10"/>
                <a:gd name="T18" fmla="*/ 0 w 10"/>
                <a:gd name="T19" fmla="*/ 5 h 10"/>
                <a:gd name="T20" fmla="*/ 0 w 10"/>
                <a:gd name="T21" fmla="*/ 3 h 10"/>
                <a:gd name="T22" fmla="*/ 0 w 10"/>
                <a:gd name="T23" fmla="*/ 3 h 10"/>
                <a:gd name="T24" fmla="*/ 7 w 10"/>
                <a:gd name="T25" fmla="*/ 0 h 10"/>
                <a:gd name="T26" fmla="*/ 7 w 10"/>
                <a:gd name="T27" fmla="*/ 0 h 10"/>
                <a:gd name="T28" fmla="*/ 5 w 10"/>
                <a:gd name="T29" fmla="*/ 3 h 10"/>
                <a:gd name="T30" fmla="*/ 5 w 10"/>
                <a:gd name="T31" fmla="*/ 3 h 10"/>
                <a:gd name="T32" fmla="*/ 7 w 10"/>
                <a:gd name="T33" fmla="*/ 3 h 10"/>
                <a:gd name="T34" fmla="*/ 7 w 10"/>
                <a:gd name="T35" fmla="*/ 3 h 10"/>
                <a:gd name="T36" fmla="*/ 7 w 10"/>
                <a:gd name="T37" fmla="*/ 0 h 10"/>
                <a:gd name="T38" fmla="*/ 10 w 10"/>
                <a:gd name="T39" fmla="*/ 0 h 10"/>
                <a:gd name="T40" fmla="*/ 10 w 10"/>
                <a:gd name="T41" fmla="*/ 0 h 10"/>
                <a:gd name="T42" fmla="*/ 10 w 10"/>
                <a:gd name="T43" fmla="*/ 3 h 10"/>
                <a:gd name="T44" fmla="*/ 7 w 10"/>
                <a:gd name="T45" fmla="*/ 3 h 10"/>
                <a:gd name="T46" fmla="*/ 7 w 10"/>
                <a:gd name="T4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" h="10">
                  <a:moveTo>
                    <a:pt x="7" y="3"/>
                  </a:moveTo>
                  <a:lnTo>
                    <a:pt x="7" y="5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7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3" name="Freeform 82"/>
            <p:cNvSpPr>
              <a:spLocks/>
            </p:cNvSpPr>
            <p:nvPr/>
          </p:nvSpPr>
          <p:spPr bwMode="auto">
            <a:xfrm>
              <a:off x="1683" y="233"/>
              <a:ext cx="7" cy="9"/>
            </a:xfrm>
            <a:custGeom>
              <a:avLst/>
              <a:gdLst>
                <a:gd name="T0" fmla="*/ 7 w 7"/>
                <a:gd name="T1" fmla="*/ 0 h 9"/>
                <a:gd name="T2" fmla="*/ 7 w 7"/>
                <a:gd name="T3" fmla="*/ 2 h 9"/>
                <a:gd name="T4" fmla="*/ 7 w 7"/>
                <a:gd name="T5" fmla="*/ 2 h 9"/>
                <a:gd name="T6" fmla="*/ 7 w 7"/>
                <a:gd name="T7" fmla="*/ 2 h 9"/>
                <a:gd name="T8" fmla="*/ 5 w 7"/>
                <a:gd name="T9" fmla="*/ 2 h 9"/>
                <a:gd name="T10" fmla="*/ 5 w 7"/>
                <a:gd name="T11" fmla="*/ 2 h 9"/>
                <a:gd name="T12" fmla="*/ 7 w 7"/>
                <a:gd name="T13" fmla="*/ 2 h 9"/>
                <a:gd name="T14" fmla="*/ 7 w 7"/>
                <a:gd name="T15" fmla="*/ 2 h 9"/>
                <a:gd name="T16" fmla="*/ 5 w 7"/>
                <a:gd name="T17" fmla="*/ 2 h 9"/>
                <a:gd name="T18" fmla="*/ 5 w 7"/>
                <a:gd name="T19" fmla="*/ 5 h 9"/>
                <a:gd name="T20" fmla="*/ 7 w 7"/>
                <a:gd name="T21" fmla="*/ 7 h 9"/>
                <a:gd name="T22" fmla="*/ 5 w 7"/>
                <a:gd name="T23" fmla="*/ 7 h 9"/>
                <a:gd name="T24" fmla="*/ 5 w 7"/>
                <a:gd name="T25" fmla="*/ 9 h 9"/>
                <a:gd name="T26" fmla="*/ 5 w 7"/>
                <a:gd name="T27" fmla="*/ 9 h 9"/>
                <a:gd name="T28" fmla="*/ 2 w 7"/>
                <a:gd name="T29" fmla="*/ 7 h 9"/>
                <a:gd name="T30" fmla="*/ 2 w 7"/>
                <a:gd name="T31" fmla="*/ 5 h 9"/>
                <a:gd name="T32" fmla="*/ 0 w 7"/>
                <a:gd name="T33" fmla="*/ 5 h 9"/>
                <a:gd name="T34" fmla="*/ 0 w 7"/>
                <a:gd name="T35" fmla="*/ 2 h 9"/>
                <a:gd name="T36" fmla="*/ 0 w 7"/>
                <a:gd name="T37" fmla="*/ 2 h 9"/>
                <a:gd name="T38" fmla="*/ 0 w 7"/>
                <a:gd name="T39" fmla="*/ 2 h 9"/>
                <a:gd name="T40" fmla="*/ 2 w 7"/>
                <a:gd name="T41" fmla="*/ 2 h 9"/>
                <a:gd name="T42" fmla="*/ 2 w 7"/>
                <a:gd name="T43" fmla="*/ 0 h 9"/>
                <a:gd name="T44" fmla="*/ 5 w 7"/>
                <a:gd name="T45" fmla="*/ 0 h 9"/>
                <a:gd name="T46" fmla="*/ 5 w 7"/>
                <a:gd name="T47" fmla="*/ 0 h 9"/>
                <a:gd name="T48" fmla="*/ 7 w 7"/>
                <a:gd name="T49" fmla="*/ 0 h 9"/>
                <a:gd name="T50" fmla="*/ 7 w 7"/>
                <a:gd name="T5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7" y="7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4" name="Freeform 83"/>
            <p:cNvSpPr>
              <a:spLocks/>
            </p:cNvSpPr>
            <p:nvPr/>
          </p:nvSpPr>
          <p:spPr bwMode="auto">
            <a:xfrm>
              <a:off x="1328" y="403"/>
              <a:ext cx="9" cy="17"/>
            </a:xfrm>
            <a:custGeom>
              <a:avLst/>
              <a:gdLst>
                <a:gd name="T0" fmla="*/ 9 w 9"/>
                <a:gd name="T1" fmla="*/ 3 h 17"/>
                <a:gd name="T2" fmla="*/ 9 w 9"/>
                <a:gd name="T3" fmla="*/ 7 h 17"/>
                <a:gd name="T4" fmla="*/ 9 w 9"/>
                <a:gd name="T5" fmla="*/ 10 h 17"/>
                <a:gd name="T6" fmla="*/ 9 w 9"/>
                <a:gd name="T7" fmla="*/ 7 h 17"/>
                <a:gd name="T8" fmla="*/ 9 w 9"/>
                <a:gd name="T9" fmla="*/ 10 h 17"/>
                <a:gd name="T10" fmla="*/ 7 w 9"/>
                <a:gd name="T11" fmla="*/ 10 h 17"/>
                <a:gd name="T12" fmla="*/ 7 w 9"/>
                <a:gd name="T13" fmla="*/ 7 h 17"/>
                <a:gd name="T14" fmla="*/ 7 w 9"/>
                <a:gd name="T15" fmla="*/ 5 h 17"/>
                <a:gd name="T16" fmla="*/ 7 w 9"/>
                <a:gd name="T17" fmla="*/ 5 h 17"/>
                <a:gd name="T18" fmla="*/ 5 w 9"/>
                <a:gd name="T19" fmla="*/ 7 h 17"/>
                <a:gd name="T20" fmla="*/ 2 w 9"/>
                <a:gd name="T21" fmla="*/ 7 h 17"/>
                <a:gd name="T22" fmla="*/ 2 w 9"/>
                <a:gd name="T23" fmla="*/ 10 h 17"/>
                <a:gd name="T24" fmla="*/ 2 w 9"/>
                <a:gd name="T25" fmla="*/ 12 h 17"/>
                <a:gd name="T26" fmla="*/ 5 w 9"/>
                <a:gd name="T27" fmla="*/ 14 h 17"/>
                <a:gd name="T28" fmla="*/ 7 w 9"/>
                <a:gd name="T29" fmla="*/ 14 h 17"/>
                <a:gd name="T30" fmla="*/ 9 w 9"/>
                <a:gd name="T31" fmla="*/ 17 h 17"/>
                <a:gd name="T32" fmla="*/ 7 w 9"/>
                <a:gd name="T33" fmla="*/ 17 h 17"/>
                <a:gd name="T34" fmla="*/ 2 w 9"/>
                <a:gd name="T35" fmla="*/ 17 h 17"/>
                <a:gd name="T36" fmla="*/ 0 w 9"/>
                <a:gd name="T37" fmla="*/ 17 h 17"/>
                <a:gd name="T38" fmla="*/ 0 w 9"/>
                <a:gd name="T39" fmla="*/ 17 h 17"/>
                <a:gd name="T40" fmla="*/ 0 w 9"/>
                <a:gd name="T41" fmla="*/ 14 h 17"/>
                <a:gd name="T42" fmla="*/ 2 w 9"/>
                <a:gd name="T43" fmla="*/ 10 h 17"/>
                <a:gd name="T44" fmla="*/ 5 w 9"/>
                <a:gd name="T45" fmla="*/ 5 h 17"/>
                <a:gd name="T46" fmla="*/ 7 w 9"/>
                <a:gd name="T47" fmla="*/ 3 h 17"/>
                <a:gd name="T48" fmla="*/ 9 w 9"/>
                <a:gd name="T49" fmla="*/ 0 h 17"/>
                <a:gd name="T50" fmla="*/ 9 w 9"/>
                <a:gd name="T51" fmla="*/ 3 h 17"/>
                <a:gd name="T52" fmla="*/ 9 w 9"/>
                <a:gd name="T53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" h="17">
                  <a:moveTo>
                    <a:pt x="9" y="3"/>
                  </a:moveTo>
                  <a:lnTo>
                    <a:pt x="9" y="7"/>
                  </a:lnTo>
                  <a:lnTo>
                    <a:pt x="9" y="10"/>
                  </a:lnTo>
                  <a:lnTo>
                    <a:pt x="9" y="7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Freeform 84"/>
            <p:cNvSpPr>
              <a:spLocks/>
            </p:cNvSpPr>
            <p:nvPr/>
          </p:nvSpPr>
          <p:spPr bwMode="auto">
            <a:xfrm>
              <a:off x="1586" y="451"/>
              <a:ext cx="14" cy="7"/>
            </a:xfrm>
            <a:custGeom>
              <a:avLst/>
              <a:gdLst>
                <a:gd name="T0" fmla="*/ 12 w 14"/>
                <a:gd name="T1" fmla="*/ 2 h 7"/>
                <a:gd name="T2" fmla="*/ 12 w 14"/>
                <a:gd name="T3" fmla="*/ 4 h 7"/>
                <a:gd name="T4" fmla="*/ 9 w 14"/>
                <a:gd name="T5" fmla="*/ 7 h 7"/>
                <a:gd name="T6" fmla="*/ 7 w 14"/>
                <a:gd name="T7" fmla="*/ 7 h 7"/>
                <a:gd name="T8" fmla="*/ 5 w 14"/>
                <a:gd name="T9" fmla="*/ 7 h 7"/>
                <a:gd name="T10" fmla="*/ 0 w 14"/>
                <a:gd name="T11" fmla="*/ 7 h 7"/>
                <a:gd name="T12" fmla="*/ 2 w 14"/>
                <a:gd name="T13" fmla="*/ 7 h 7"/>
                <a:gd name="T14" fmla="*/ 2 w 14"/>
                <a:gd name="T15" fmla="*/ 7 h 7"/>
                <a:gd name="T16" fmla="*/ 5 w 14"/>
                <a:gd name="T17" fmla="*/ 4 h 7"/>
                <a:gd name="T18" fmla="*/ 5 w 14"/>
                <a:gd name="T19" fmla="*/ 4 h 7"/>
                <a:gd name="T20" fmla="*/ 7 w 14"/>
                <a:gd name="T21" fmla="*/ 4 h 7"/>
                <a:gd name="T22" fmla="*/ 9 w 14"/>
                <a:gd name="T23" fmla="*/ 4 h 7"/>
                <a:gd name="T24" fmla="*/ 12 w 14"/>
                <a:gd name="T25" fmla="*/ 2 h 7"/>
                <a:gd name="T26" fmla="*/ 12 w 14"/>
                <a:gd name="T27" fmla="*/ 0 h 7"/>
                <a:gd name="T28" fmla="*/ 14 w 14"/>
                <a:gd name="T29" fmla="*/ 0 h 7"/>
                <a:gd name="T30" fmla="*/ 12 w 14"/>
                <a:gd name="T31" fmla="*/ 2 h 7"/>
                <a:gd name="T32" fmla="*/ 12 w 14"/>
                <a:gd name="T3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7">
                  <a:moveTo>
                    <a:pt x="12" y="2"/>
                  </a:moveTo>
                  <a:lnTo>
                    <a:pt x="12" y="4"/>
                  </a:lnTo>
                  <a:lnTo>
                    <a:pt x="9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Freeform 85"/>
            <p:cNvSpPr>
              <a:spLocks/>
            </p:cNvSpPr>
            <p:nvPr/>
          </p:nvSpPr>
          <p:spPr bwMode="auto">
            <a:xfrm>
              <a:off x="1806" y="612"/>
              <a:ext cx="5" cy="7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7 h 7"/>
                <a:gd name="T4" fmla="*/ 0 w 5"/>
                <a:gd name="T5" fmla="*/ 7 h 7"/>
                <a:gd name="T6" fmla="*/ 0 w 5"/>
                <a:gd name="T7" fmla="*/ 4 h 7"/>
                <a:gd name="T8" fmla="*/ 0 w 5"/>
                <a:gd name="T9" fmla="*/ 0 h 7"/>
                <a:gd name="T10" fmla="*/ 2 w 5"/>
                <a:gd name="T11" fmla="*/ 0 h 7"/>
                <a:gd name="T12" fmla="*/ 2 w 5"/>
                <a:gd name="T13" fmla="*/ 2 h 7"/>
                <a:gd name="T14" fmla="*/ 2 w 5"/>
                <a:gd name="T15" fmla="*/ 2 h 7"/>
                <a:gd name="T16" fmla="*/ 5 w 5"/>
                <a:gd name="T17" fmla="*/ 4 h 7"/>
                <a:gd name="T18" fmla="*/ 5 w 5"/>
                <a:gd name="T19" fmla="*/ 7 h 7"/>
                <a:gd name="T20" fmla="*/ 5 w 5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lnTo>
                    <a:pt x="2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5" y="4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Freeform 86"/>
            <p:cNvSpPr>
              <a:spLocks/>
            </p:cNvSpPr>
            <p:nvPr/>
          </p:nvSpPr>
          <p:spPr bwMode="auto">
            <a:xfrm>
              <a:off x="1609" y="668"/>
              <a:ext cx="10" cy="7"/>
            </a:xfrm>
            <a:custGeom>
              <a:avLst/>
              <a:gdLst>
                <a:gd name="T0" fmla="*/ 8 w 10"/>
                <a:gd name="T1" fmla="*/ 5 h 7"/>
                <a:gd name="T2" fmla="*/ 3 w 10"/>
                <a:gd name="T3" fmla="*/ 7 h 7"/>
                <a:gd name="T4" fmla="*/ 0 w 10"/>
                <a:gd name="T5" fmla="*/ 7 h 7"/>
                <a:gd name="T6" fmla="*/ 0 w 10"/>
                <a:gd name="T7" fmla="*/ 3 h 7"/>
                <a:gd name="T8" fmla="*/ 3 w 10"/>
                <a:gd name="T9" fmla="*/ 3 h 7"/>
                <a:gd name="T10" fmla="*/ 8 w 10"/>
                <a:gd name="T11" fmla="*/ 0 h 7"/>
                <a:gd name="T12" fmla="*/ 10 w 10"/>
                <a:gd name="T13" fmla="*/ 0 h 7"/>
                <a:gd name="T14" fmla="*/ 10 w 10"/>
                <a:gd name="T15" fmla="*/ 3 h 7"/>
                <a:gd name="T16" fmla="*/ 8 w 10"/>
                <a:gd name="T17" fmla="*/ 5 h 7"/>
                <a:gd name="T18" fmla="*/ 8 w 10"/>
                <a:gd name="T1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7">
                  <a:moveTo>
                    <a:pt x="8" y="5"/>
                  </a:moveTo>
                  <a:lnTo>
                    <a:pt x="3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87"/>
            <p:cNvSpPr>
              <a:spLocks/>
            </p:cNvSpPr>
            <p:nvPr/>
          </p:nvSpPr>
          <p:spPr bwMode="auto">
            <a:xfrm>
              <a:off x="2128" y="723"/>
              <a:ext cx="2" cy="5"/>
            </a:xfrm>
            <a:custGeom>
              <a:avLst/>
              <a:gdLst>
                <a:gd name="T0" fmla="*/ 2 w 2"/>
                <a:gd name="T1" fmla="*/ 5 h 5"/>
                <a:gd name="T2" fmla="*/ 0 w 2"/>
                <a:gd name="T3" fmla="*/ 5 h 5"/>
                <a:gd name="T4" fmla="*/ 0 w 2"/>
                <a:gd name="T5" fmla="*/ 2 h 5"/>
                <a:gd name="T6" fmla="*/ 0 w 2"/>
                <a:gd name="T7" fmla="*/ 0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2 h 5"/>
                <a:gd name="T14" fmla="*/ 2 w 2"/>
                <a:gd name="T15" fmla="*/ 5 h 5"/>
                <a:gd name="T16" fmla="*/ 2 w 2"/>
                <a:gd name="T1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88"/>
            <p:cNvSpPr>
              <a:spLocks/>
            </p:cNvSpPr>
            <p:nvPr/>
          </p:nvSpPr>
          <p:spPr bwMode="auto">
            <a:xfrm>
              <a:off x="2430" y="941"/>
              <a:ext cx="5" cy="2"/>
            </a:xfrm>
            <a:custGeom>
              <a:avLst/>
              <a:gdLst>
                <a:gd name="T0" fmla="*/ 5 w 5"/>
                <a:gd name="T1" fmla="*/ 0 h 2"/>
                <a:gd name="T2" fmla="*/ 3 w 5"/>
                <a:gd name="T3" fmla="*/ 2 h 2"/>
                <a:gd name="T4" fmla="*/ 0 w 5"/>
                <a:gd name="T5" fmla="*/ 2 h 2"/>
                <a:gd name="T6" fmla="*/ 0 w 5"/>
                <a:gd name="T7" fmla="*/ 0 h 2"/>
                <a:gd name="T8" fmla="*/ 3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89"/>
            <p:cNvSpPr>
              <a:spLocks/>
            </p:cNvSpPr>
            <p:nvPr/>
          </p:nvSpPr>
          <p:spPr bwMode="auto">
            <a:xfrm>
              <a:off x="2026" y="1028"/>
              <a:ext cx="5" cy="7"/>
            </a:xfrm>
            <a:custGeom>
              <a:avLst/>
              <a:gdLst>
                <a:gd name="T0" fmla="*/ 5 w 5"/>
                <a:gd name="T1" fmla="*/ 5 h 7"/>
                <a:gd name="T2" fmla="*/ 5 w 5"/>
                <a:gd name="T3" fmla="*/ 7 h 7"/>
                <a:gd name="T4" fmla="*/ 2 w 5"/>
                <a:gd name="T5" fmla="*/ 5 h 7"/>
                <a:gd name="T6" fmla="*/ 2 w 5"/>
                <a:gd name="T7" fmla="*/ 3 h 7"/>
                <a:gd name="T8" fmla="*/ 0 w 5"/>
                <a:gd name="T9" fmla="*/ 0 h 7"/>
                <a:gd name="T10" fmla="*/ 2 w 5"/>
                <a:gd name="T11" fmla="*/ 0 h 7"/>
                <a:gd name="T12" fmla="*/ 2 w 5"/>
                <a:gd name="T13" fmla="*/ 0 h 7"/>
                <a:gd name="T14" fmla="*/ 2 w 5"/>
                <a:gd name="T15" fmla="*/ 3 h 7"/>
                <a:gd name="T16" fmla="*/ 5 w 5"/>
                <a:gd name="T17" fmla="*/ 3 h 7"/>
                <a:gd name="T18" fmla="*/ 5 w 5"/>
                <a:gd name="T19" fmla="*/ 5 h 7"/>
                <a:gd name="T20" fmla="*/ 5 w 5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7">
                  <a:moveTo>
                    <a:pt x="5" y="5"/>
                  </a:moveTo>
                  <a:lnTo>
                    <a:pt x="5" y="7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90"/>
            <p:cNvSpPr>
              <a:spLocks/>
            </p:cNvSpPr>
            <p:nvPr/>
          </p:nvSpPr>
          <p:spPr bwMode="auto">
            <a:xfrm>
              <a:off x="2042" y="1052"/>
              <a:ext cx="3" cy="5"/>
            </a:xfrm>
            <a:custGeom>
              <a:avLst/>
              <a:gdLst>
                <a:gd name="T0" fmla="*/ 3 w 3"/>
                <a:gd name="T1" fmla="*/ 5 h 5"/>
                <a:gd name="T2" fmla="*/ 0 w 3"/>
                <a:gd name="T3" fmla="*/ 5 h 5"/>
                <a:gd name="T4" fmla="*/ 0 w 3"/>
                <a:gd name="T5" fmla="*/ 5 h 5"/>
                <a:gd name="T6" fmla="*/ 0 w 3"/>
                <a:gd name="T7" fmla="*/ 0 h 5"/>
                <a:gd name="T8" fmla="*/ 0 w 3"/>
                <a:gd name="T9" fmla="*/ 0 h 5"/>
                <a:gd name="T10" fmla="*/ 3 w 3"/>
                <a:gd name="T11" fmla="*/ 2 h 5"/>
                <a:gd name="T12" fmla="*/ 3 w 3"/>
                <a:gd name="T13" fmla="*/ 5 h 5"/>
                <a:gd name="T14" fmla="*/ 3 w 3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91"/>
            <p:cNvSpPr>
              <a:spLocks/>
            </p:cNvSpPr>
            <p:nvPr/>
          </p:nvSpPr>
          <p:spPr bwMode="auto">
            <a:xfrm>
              <a:off x="2045" y="1059"/>
              <a:ext cx="7" cy="9"/>
            </a:xfrm>
            <a:custGeom>
              <a:avLst/>
              <a:gdLst>
                <a:gd name="T0" fmla="*/ 4 w 7"/>
                <a:gd name="T1" fmla="*/ 5 h 9"/>
                <a:gd name="T2" fmla="*/ 4 w 7"/>
                <a:gd name="T3" fmla="*/ 5 h 9"/>
                <a:gd name="T4" fmla="*/ 7 w 7"/>
                <a:gd name="T5" fmla="*/ 7 h 9"/>
                <a:gd name="T6" fmla="*/ 4 w 7"/>
                <a:gd name="T7" fmla="*/ 9 h 9"/>
                <a:gd name="T8" fmla="*/ 2 w 7"/>
                <a:gd name="T9" fmla="*/ 9 h 9"/>
                <a:gd name="T10" fmla="*/ 0 w 7"/>
                <a:gd name="T11" fmla="*/ 7 h 9"/>
                <a:gd name="T12" fmla="*/ 0 w 7"/>
                <a:gd name="T13" fmla="*/ 5 h 9"/>
                <a:gd name="T14" fmla="*/ 0 w 7"/>
                <a:gd name="T15" fmla="*/ 5 h 9"/>
                <a:gd name="T16" fmla="*/ 0 w 7"/>
                <a:gd name="T17" fmla="*/ 2 h 9"/>
                <a:gd name="T18" fmla="*/ 2 w 7"/>
                <a:gd name="T19" fmla="*/ 5 h 9"/>
                <a:gd name="T20" fmla="*/ 2 w 7"/>
                <a:gd name="T21" fmla="*/ 5 h 9"/>
                <a:gd name="T22" fmla="*/ 2 w 7"/>
                <a:gd name="T23" fmla="*/ 2 h 9"/>
                <a:gd name="T24" fmla="*/ 0 w 7"/>
                <a:gd name="T25" fmla="*/ 0 h 9"/>
                <a:gd name="T26" fmla="*/ 2 w 7"/>
                <a:gd name="T27" fmla="*/ 0 h 9"/>
                <a:gd name="T28" fmla="*/ 2 w 7"/>
                <a:gd name="T29" fmla="*/ 0 h 9"/>
                <a:gd name="T30" fmla="*/ 4 w 7"/>
                <a:gd name="T31" fmla="*/ 5 h 9"/>
                <a:gd name="T32" fmla="*/ 4 w 7"/>
                <a:gd name="T33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" h="9">
                  <a:moveTo>
                    <a:pt x="4" y="5"/>
                  </a:moveTo>
                  <a:lnTo>
                    <a:pt x="4" y="5"/>
                  </a:lnTo>
                  <a:lnTo>
                    <a:pt x="7" y="7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92"/>
            <p:cNvSpPr>
              <a:spLocks/>
            </p:cNvSpPr>
            <p:nvPr/>
          </p:nvSpPr>
          <p:spPr bwMode="auto">
            <a:xfrm>
              <a:off x="2445" y="934"/>
              <a:ext cx="16" cy="2"/>
            </a:xfrm>
            <a:custGeom>
              <a:avLst/>
              <a:gdLst>
                <a:gd name="T0" fmla="*/ 14 w 16"/>
                <a:gd name="T1" fmla="*/ 0 h 2"/>
                <a:gd name="T2" fmla="*/ 16 w 16"/>
                <a:gd name="T3" fmla="*/ 2 h 2"/>
                <a:gd name="T4" fmla="*/ 11 w 16"/>
                <a:gd name="T5" fmla="*/ 2 h 2"/>
                <a:gd name="T6" fmla="*/ 4 w 16"/>
                <a:gd name="T7" fmla="*/ 2 h 2"/>
                <a:gd name="T8" fmla="*/ 2 w 16"/>
                <a:gd name="T9" fmla="*/ 2 h 2"/>
                <a:gd name="T10" fmla="*/ 2 w 16"/>
                <a:gd name="T11" fmla="*/ 2 h 2"/>
                <a:gd name="T12" fmla="*/ 0 w 16"/>
                <a:gd name="T13" fmla="*/ 2 h 2"/>
                <a:gd name="T14" fmla="*/ 0 w 16"/>
                <a:gd name="T15" fmla="*/ 2 h 2"/>
                <a:gd name="T16" fmla="*/ 4 w 16"/>
                <a:gd name="T17" fmla="*/ 0 h 2"/>
                <a:gd name="T18" fmla="*/ 9 w 16"/>
                <a:gd name="T19" fmla="*/ 0 h 2"/>
                <a:gd name="T20" fmla="*/ 14 w 16"/>
                <a:gd name="T21" fmla="*/ 0 h 2"/>
                <a:gd name="T22" fmla="*/ 14 w 16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">
                  <a:moveTo>
                    <a:pt x="14" y="0"/>
                  </a:moveTo>
                  <a:lnTo>
                    <a:pt x="16" y="2"/>
                  </a:lnTo>
                  <a:lnTo>
                    <a:pt x="11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93"/>
            <p:cNvSpPr>
              <a:spLocks/>
            </p:cNvSpPr>
            <p:nvPr/>
          </p:nvSpPr>
          <p:spPr bwMode="auto">
            <a:xfrm>
              <a:off x="2038" y="810"/>
              <a:ext cx="23" cy="8"/>
            </a:xfrm>
            <a:custGeom>
              <a:avLst/>
              <a:gdLst>
                <a:gd name="T0" fmla="*/ 21 w 23"/>
                <a:gd name="T1" fmla="*/ 5 h 8"/>
                <a:gd name="T2" fmla="*/ 23 w 23"/>
                <a:gd name="T3" fmla="*/ 8 h 8"/>
                <a:gd name="T4" fmla="*/ 16 w 23"/>
                <a:gd name="T5" fmla="*/ 8 h 8"/>
                <a:gd name="T6" fmla="*/ 9 w 23"/>
                <a:gd name="T7" fmla="*/ 5 h 8"/>
                <a:gd name="T8" fmla="*/ 2 w 23"/>
                <a:gd name="T9" fmla="*/ 5 h 8"/>
                <a:gd name="T10" fmla="*/ 0 w 23"/>
                <a:gd name="T11" fmla="*/ 0 h 8"/>
                <a:gd name="T12" fmla="*/ 4 w 23"/>
                <a:gd name="T13" fmla="*/ 0 h 8"/>
                <a:gd name="T14" fmla="*/ 14 w 23"/>
                <a:gd name="T15" fmla="*/ 0 h 8"/>
                <a:gd name="T16" fmla="*/ 21 w 23"/>
                <a:gd name="T17" fmla="*/ 5 h 8"/>
                <a:gd name="T18" fmla="*/ 21 w 23"/>
                <a:gd name="T1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8">
                  <a:moveTo>
                    <a:pt x="21" y="5"/>
                  </a:moveTo>
                  <a:lnTo>
                    <a:pt x="23" y="8"/>
                  </a:lnTo>
                  <a:lnTo>
                    <a:pt x="16" y="8"/>
                  </a:lnTo>
                  <a:lnTo>
                    <a:pt x="9" y="5"/>
                  </a:lnTo>
                  <a:lnTo>
                    <a:pt x="2" y="5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0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94"/>
            <p:cNvSpPr>
              <a:spLocks/>
            </p:cNvSpPr>
            <p:nvPr/>
          </p:nvSpPr>
          <p:spPr bwMode="auto">
            <a:xfrm>
              <a:off x="1583" y="382"/>
              <a:ext cx="15" cy="14"/>
            </a:xfrm>
            <a:custGeom>
              <a:avLst/>
              <a:gdLst>
                <a:gd name="T0" fmla="*/ 15 w 15"/>
                <a:gd name="T1" fmla="*/ 14 h 14"/>
                <a:gd name="T2" fmla="*/ 15 w 15"/>
                <a:gd name="T3" fmla="*/ 14 h 14"/>
                <a:gd name="T4" fmla="*/ 12 w 15"/>
                <a:gd name="T5" fmla="*/ 14 h 14"/>
                <a:gd name="T6" fmla="*/ 10 w 15"/>
                <a:gd name="T7" fmla="*/ 12 h 14"/>
                <a:gd name="T8" fmla="*/ 8 w 15"/>
                <a:gd name="T9" fmla="*/ 7 h 14"/>
                <a:gd name="T10" fmla="*/ 3 w 15"/>
                <a:gd name="T11" fmla="*/ 2 h 14"/>
                <a:gd name="T12" fmla="*/ 0 w 15"/>
                <a:gd name="T13" fmla="*/ 0 h 14"/>
                <a:gd name="T14" fmla="*/ 3 w 15"/>
                <a:gd name="T15" fmla="*/ 0 h 14"/>
                <a:gd name="T16" fmla="*/ 5 w 15"/>
                <a:gd name="T17" fmla="*/ 0 h 14"/>
                <a:gd name="T18" fmla="*/ 8 w 15"/>
                <a:gd name="T19" fmla="*/ 2 h 14"/>
                <a:gd name="T20" fmla="*/ 15 w 15"/>
                <a:gd name="T21" fmla="*/ 14 h 14"/>
                <a:gd name="T22" fmla="*/ 15 w 15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15" y="14"/>
                  </a:moveTo>
                  <a:lnTo>
                    <a:pt x="15" y="14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7"/>
                  </a:lnTo>
                  <a:lnTo>
                    <a:pt x="3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15" y="14"/>
                  </a:lnTo>
                  <a:lnTo>
                    <a:pt x="15" y="1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95"/>
            <p:cNvSpPr>
              <a:spLocks/>
            </p:cNvSpPr>
            <p:nvPr/>
          </p:nvSpPr>
          <p:spPr bwMode="auto">
            <a:xfrm>
              <a:off x="1886" y="692"/>
              <a:ext cx="17" cy="26"/>
            </a:xfrm>
            <a:custGeom>
              <a:avLst/>
              <a:gdLst>
                <a:gd name="T0" fmla="*/ 17 w 17"/>
                <a:gd name="T1" fmla="*/ 26 h 26"/>
                <a:gd name="T2" fmla="*/ 17 w 17"/>
                <a:gd name="T3" fmla="*/ 26 h 26"/>
                <a:gd name="T4" fmla="*/ 14 w 17"/>
                <a:gd name="T5" fmla="*/ 24 h 26"/>
                <a:gd name="T6" fmla="*/ 10 w 17"/>
                <a:gd name="T7" fmla="*/ 17 h 26"/>
                <a:gd name="T8" fmla="*/ 5 w 17"/>
                <a:gd name="T9" fmla="*/ 14 h 26"/>
                <a:gd name="T10" fmla="*/ 3 w 17"/>
                <a:gd name="T11" fmla="*/ 7 h 26"/>
                <a:gd name="T12" fmla="*/ 0 w 17"/>
                <a:gd name="T13" fmla="*/ 5 h 26"/>
                <a:gd name="T14" fmla="*/ 0 w 17"/>
                <a:gd name="T15" fmla="*/ 2 h 26"/>
                <a:gd name="T16" fmla="*/ 0 w 17"/>
                <a:gd name="T17" fmla="*/ 0 h 26"/>
                <a:gd name="T18" fmla="*/ 5 w 17"/>
                <a:gd name="T19" fmla="*/ 2 h 26"/>
                <a:gd name="T20" fmla="*/ 17 w 17"/>
                <a:gd name="T21" fmla="*/ 26 h 26"/>
                <a:gd name="T22" fmla="*/ 17 w 17"/>
                <a:gd name="T2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26">
                  <a:moveTo>
                    <a:pt x="17" y="26"/>
                  </a:moveTo>
                  <a:lnTo>
                    <a:pt x="17" y="26"/>
                  </a:lnTo>
                  <a:lnTo>
                    <a:pt x="14" y="24"/>
                  </a:lnTo>
                  <a:lnTo>
                    <a:pt x="10" y="17"/>
                  </a:lnTo>
                  <a:lnTo>
                    <a:pt x="5" y="14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5" y="2"/>
                  </a:lnTo>
                  <a:lnTo>
                    <a:pt x="17" y="26"/>
                  </a:lnTo>
                  <a:lnTo>
                    <a:pt x="17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96"/>
            <p:cNvSpPr>
              <a:spLocks/>
            </p:cNvSpPr>
            <p:nvPr/>
          </p:nvSpPr>
          <p:spPr bwMode="auto">
            <a:xfrm>
              <a:off x="2383" y="841"/>
              <a:ext cx="28" cy="10"/>
            </a:xfrm>
            <a:custGeom>
              <a:avLst/>
              <a:gdLst>
                <a:gd name="T0" fmla="*/ 0 w 28"/>
                <a:gd name="T1" fmla="*/ 3 h 10"/>
                <a:gd name="T2" fmla="*/ 14 w 28"/>
                <a:gd name="T3" fmla="*/ 3 h 10"/>
                <a:gd name="T4" fmla="*/ 26 w 28"/>
                <a:gd name="T5" fmla="*/ 0 h 10"/>
                <a:gd name="T6" fmla="*/ 28 w 28"/>
                <a:gd name="T7" fmla="*/ 3 h 10"/>
                <a:gd name="T8" fmla="*/ 28 w 28"/>
                <a:gd name="T9" fmla="*/ 3 h 10"/>
                <a:gd name="T10" fmla="*/ 12 w 28"/>
                <a:gd name="T11" fmla="*/ 7 h 10"/>
                <a:gd name="T12" fmla="*/ 5 w 28"/>
                <a:gd name="T13" fmla="*/ 10 h 10"/>
                <a:gd name="T14" fmla="*/ 0 w 28"/>
                <a:gd name="T15" fmla="*/ 3 h 10"/>
                <a:gd name="T16" fmla="*/ 0 w 28"/>
                <a:gd name="T1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lnTo>
                    <a:pt x="14" y="3"/>
                  </a:lnTo>
                  <a:lnTo>
                    <a:pt x="26" y="0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12" y="7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97"/>
            <p:cNvSpPr>
              <a:spLocks/>
            </p:cNvSpPr>
            <p:nvPr/>
          </p:nvSpPr>
          <p:spPr bwMode="auto">
            <a:xfrm>
              <a:off x="1855" y="659"/>
              <a:ext cx="17" cy="14"/>
            </a:xfrm>
            <a:custGeom>
              <a:avLst/>
              <a:gdLst>
                <a:gd name="T0" fmla="*/ 17 w 17"/>
                <a:gd name="T1" fmla="*/ 12 h 14"/>
                <a:gd name="T2" fmla="*/ 17 w 17"/>
                <a:gd name="T3" fmla="*/ 14 h 14"/>
                <a:gd name="T4" fmla="*/ 15 w 17"/>
                <a:gd name="T5" fmla="*/ 14 h 14"/>
                <a:gd name="T6" fmla="*/ 12 w 17"/>
                <a:gd name="T7" fmla="*/ 14 h 14"/>
                <a:gd name="T8" fmla="*/ 3 w 17"/>
                <a:gd name="T9" fmla="*/ 5 h 14"/>
                <a:gd name="T10" fmla="*/ 0 w 17"/>
                <a:gd name="T11" fmla="*/ 2 h 14"/>
                <a:gd name="T12" fmla="*/ 0 w 17"/>
                <a:gd name="T13" fmla="*/ 0 h 14"/>
                <a:gd name="T14" fmla="*/ 5 w 17"/>
                <a:gd name="T15" fmla="*/ 0 h 14"/>
                <a:gd name="T16" fmla="*/ 5 w 17"/>
                <a:gd name="T17" fmla="*/ 2 h 14"/>
                <a:gd name="T18" fmla="*/ 8 w 17"/>
                <a:gd name="T19" fmla="*/ 7 h 14"/>
                <a:gd name="T20" fmla="*/ 10 w 17"/>
                <a:gd name="T21" fmla="*/ 9 h 14"/>
                <a:gd name="T22" fmla="*/ 12 w 17"/>
                <a:gd name="T23" fmla="*/ 9 h 14"/>
                <a:gd name="T24" fmla="*/ 15 w 17"/>
                <a:gd name="T25" fmla="*/ 12 h 14"/>
                <a:gd name="T26" fmla="*/ 17 w 17"/>
                <a:gd name="T27" fmla="*/ 12 h 14"/>
                <a:gd name="T28" fmla="*/ 17 w 17"/>
                <a:gd name="T2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14">
                  <a:moveTo>
                    <a:pt x="17" y="12"/>
                  </a:moveTo>
                  <a:lnTo>
                    <a:pt x="17" y="14"/>
                  </a:lnTo>
                  <a:lnTo>
                    <a:pt x="15" y="14"/>
                  </a:lnTo>
                  <a:lnTo>
                    <a:pt x="12" y="14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8" y="7"/>
                  </a:lnTo>
                  <a:lnTo>
                    <a:pt x="10" y="9"/>
                  </a:lnTo>
                  <a:lnTo>
                    <a:pt x="12" y="9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17" y="1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98"/>
            <p:cNvSpPr>
              <a:spLocks/>
            </p:cNvSpPr>
            <p:nvPr/>
          </p:nvSpPr>
          <p:spPr bwMode="auto">
            <a:xfrm>
              <a:off x="1624" y="664"/>
              <a:ext cx="23" cy="11"/>
            </a:xfrm>
            <a:custGeom>
              <a:avLst/>
              <a:gdLst>
                <a:gd name="T0" fmla="*/ 23 w 23"/>
                <a:gd name="T1" fmla="*/ 2 h 11"/>
                <a:gd name="T2" fmla="*/ 23 w 23"/>
                <a:gd name="T3" fmla="*/ 4 h 11"/>
                <a:gd name="T4" fmla="*/ 21 w 23"/>
                <a:gd name="T5" fmla="*/ 4 h 11"/>
                <a:gd name="T6" fmla="*/ 19 w 23"/>
                <a:gd name="T7" fmla="*/ 4 h 11"/>
                <a:gd name="T8" fmla="*/ 16 w 23"/>
                <a:gd name="T9" fmla="*/ 4 h 11"/>
                <a:gd name="T10" fmla="*/ 16 w 23"/>
                <a:gd name="T11" fmla="*/ 4 h 11"/>
                <a:gd name="T12" fmla="*/ 11 w 23"/>
                <a:gd name="T13" fmla="*/ 4 h 11"/>
                <a:gd name="T14" fmla="*/ 11 w 23"/>
                <a:gd name="T15" fmla="*/ 4 h 11"/>
                <a:gd name="T16" fmla="*/ 7 w 23"/>
                <a:gd name="T17" fmla="*/ 9 h 11"/>
                <a:gd name="T18" fmla="*/ 4 w 23"/>
                <a:gd name="T19" fmla="*/ 11 h 11"/>
                <a:gd name="T20" fmla="*/ 2 w 23"/>
                <a:gd name="T21" fmla="*/ 11 h 11"/>
                <a:gd name="T22" fmla="*/ 0 w 23"/>
                <a:gd name="T23" fmla="*/ 9 h 11"/>
                <a:gd name="T24" fmla="*/ 2 w 23"/>
                <a:gd name="T25" fmla="*/ 7 h 11"/>
                <a:gd name="T26" fmla="*/ 4 w 23"/>
                <a:gd name="T27" fmla="*/ 4 h 11"/>
                <a:gd name="T28" fmla="*/ 9 w 23"/>
                <a:gd name="T29" fmla="*/ 2 h 11"/>
                <a:gd name="T30" fmla="*/ 11 w 23"/>
                <a:gd name="T31" fmla="*/ 0 h 11"/>
                <a:gd name="T32" fmla="*/ 16 w 23"/>
                <a:gd name="T33" fmla="*/ 0 h 11"/>
                <a:gd name="T34" fmla="*/ 19 w 23"/>
                <a:gd name="T35" fmla="*/ 0 h 11"/>
                <a:gd name="T36" fmla="*/ 19 w 23"/>
                <a:gd name="T37" fmla="*/ 0 h 11"/>
                <a:gd name="T38" fmla="*/ 21 w 23"/>
                <a:gd name="T39" fmla="*/ 0 h 11"/>
                <a:gd name="T40" fmla="*/ 23 w 23"/>
                <a:gd name="T41" fmla="*/ 2 h 11"/>
                <a:gd name="T42" fmla="*/ 23 w 23"/>
                <a:gd name="T4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11">
                  <a:moveTo>
                    <a:pt x="23" y="2"/>
                  </a:moveTo>
                  <a:lnTo>
                    <a:pt x="23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9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0" y="9"/>
                  </a:lnTo>
                  <a:lnTo>
                    <a:pt x="2" y="7"/>
                  </a:lnTo>
                  <a:lnTo>
                    <a:pt x="4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2"/>
                  </a:lnTo>
                  <a:lnTo>
                    <a:pt x="23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99"/>
            <p:cNvSpPr>
              <a:spLocks/>
            </p:cNvSpPr>
            <p:nvPr/>
          </p:nvSpPr>
          <p:spPr bwMode="auto">
            <a:xfrm>
              <a:off x="1586" y="685"/>
              <a:ext cx="19" cy="12"/>
            </a:xfrm>
            <a:custGeom>
              <a:avLst/>
              <a:gdLst>
                <a:gd name="T0" fmla="*/ 14 w 19"/>
                <a:gd name="T1" fmla="*/ 7 h 12"/>
                <a:gd name="T2" fmla="*/ 16 w 19"/>
                <a:gd name="T3" fmla="*/ 9 h 12"/>
                <a:gd name="T4" fmla="*/ 14 w 19"/>
                <a:gd name="T5" fmla="*/ 9 h 12"/>
                <a:gd name="T6" fmla="*/ 9 w 19"/>
                <a:gd name="T7" fmla="*/ 12 h 12"/>
                <a:gd name="T8" fmla="*/ 7 w 19"/>
                <a:gd name="T9" fmla="*/ 12 h 12"/>
                <a:gd name="T10" fmla="*/ 5 w 19"/>
                <a:gd name="T11" fmla="*/ 9 h 12"/>
                <a:gd name="T12" fmla="*/ 2 w 19"/>
                <a:gd name="T13" fmla="*/ 9 h 12"/>
                <a:gd name="T14" fmla="*/ 0 w 19"/>
                <a:gd name="T15" fmla="*/ 7 h 12"/>
                <a:gd name="T16" fmla="*/ 2 w 19"/>
                <a:gd name="T17" fmla="*/ 7 h 12"/>
                <a:gd name="T18" fmla="*/ 7 w 19"/>
                <a:gd name="T19" fmla="*/ 5 h 12"/>
                <a:gd name="T20" fmla="*/ 12 w 19"/>
                <a:gd name="T21" fmla="*/ 2 h 12"/>
                <a:gd name="T22" fmla="*/ 16 w 19"/>
                <a:gd name="T23" fmla="*/ 0 h 12"/>
                <a:gd name="T24" fmla="*/ 19 w 19"/>
                <a:gd name="T25" fmla="*/ 2 h 12"/>
                <a:gd name="T26" fmla="*/ 16 w 19"/>
                <a:gd name="T27" fmla="*/ 5 h 12"/>
                <a:gd name="T28" fmla="*/ 14 w 19"/>
                <a:gd name="T29" fmla="*/ 5 h 12"/>
                <a:gd name="T30" fmla="*/ 14 w 19"/>
                <a:gd name="T31" fmla="*/ 7 h 12"/>
                <a:gd name="T32" fmla="*/ 14 w 19"/>
                <a:gd name="T3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12">
                  <a:moveTo>
                    <a:pt x="14" y="7"/>
                  </a:moveTo>
                  <a:lnTo>
                    <a:pt x="16" y="9"/>
                  </a:lnTo>
                  <a:lnTo>
                    <a:pt x="14" y="9"/>
                  </a:lnTo>
                  <a:lnTo>
                    <a:pt x="9" y="12"/>
                  </a:lnTo>
                  <a:lnTo>
                    <a:pt x="7" y="12"/>
                  </a:lnTo>
                  <a:lnTo>
                    <a:pt x="5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2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9" y="2"/>
                  </a:lnTo>
                  <a:lnTo>
                    <a:pt x="16" y="5"/>
                  </a:lnTo>
                  <a:lnTo>
                    <a:pt x="14" y="5"/>
                  </a:lnTo>
                  <a:lnTo>
                    <a:pt x="14" y="7"/>
                  </a:lnTo>
                  <a:lnTo>
                    <a:pt x="14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00"/>
            <p:cNvSpPr>
              <a:spLocks/>
            </p:cNvSpPr>
            <p:nvPr/>
          </p:nvSpPr>
          <p:spPr bwMode="auto">
            <a:xfrm>
              <a:off x="1595" y="687"/>
              <a:ext cx="31" cy="24"/>
            </a:xfrm>
            <a:custGeom>
              <a:avLst/>
              <a:gdLst>
                <a:gd name="T0" fmla="*/ 31 w 31"/>
                <a:gd name="T1" fmla="*/ 3 h 24"/>
                <a:gd name="T2" fmla="*/ 31 w 31"/>
                <a:gd name="T3" fmla="*/ 5 h 24"/>
                <a:gd name="T4" fmla="*/ 26 w 31"/>
                <a:gd name="T5" fmla="*/ 5 h 24"/>
                <a:gd name="T6" fmla="*/ 26 w 31"/>
                <a:gd name="T7" fmla="*/ 5 h 24"/>
                <a:gd name="T8" fmla="*/ 24 w 31"/>
                <a:gd name="T9" fmla="*/ 5 h 24"/>
                <a:gd name="T10" fmla="*/ 24 w 31"/>
                <a:gd name="T11" fmla="*/ 5 h 24"/>
                <a:gd name="T12" fmla="*/ 22 w 31"/>
                <a:gd name="T13" fmla="*/ 5 h 24"/>
                <a:gd name="T14" fmla="*/ 22 w 31"/>
                <a:gd name="T15" fmla="*/ 7 h 24"/>
                <a:gd name="T16" fmla="*/ 19 w 31"/>
                <a:gd name="T17" fmla="*/ 12 h 24"/>
                <a:gd name="T18" fmla="*/ 17 w 31"/>
                <a:gd name="T19" fmla="*/ 17 h 24"/>
                <a:gd name="T20" fmla="*/ 14 w 31"/>
                <a:gd name="T21" fmla="*/ 17 h 24"/>
                <a:gd name="T22" fmla="*/ 7 w 31"/>
                <a:gd name="T23" fmla="*/ 24 h 24"/>
                <a:gd name="T24" fmla="*/ 3 w 31"/>
                <a:gd name="T25" fmla="*/ 24 h 24"/>
                <a:gd name="T26" fmla="*/ 3 w 31"/>
                <a:gd name="T27" fmla="*/ 22 h 24"/>
                <a:gd name="T28" fmla="*/ 0 w 31"/>
                <a:gd name="T29" fmla="*/ 19 h 24"/>
                <a:gd name="T30" fmla="*/ 0 w 31"/>
                <a:gd name="T31" fmla="*/ 17 h 24"/>
                <a:gd name="T32" fmla="*/ 0 w 31"/>
                <a:gd name="T33" fmla="*/ 15 h 24"/>
                <a:gd name="T34" fmla="*/ 3 w 31"/>
                <a:gd name="T35" fmla="*/ 15 h 24"/>
                <a:gd name="T36" fmla="*/ 5 w 31"/>
                <a:gd name="T37" fmla="*/ 15 h 24"/>
                <a:gd name="T38" fmla="*/ 7 w 31"/>
                <a:gd name="T39" fmla="*/ 15 h 24"/>
                <a:gd name="T40" fmla="*/ 7 w 31"/>
                <a:gd name="T41" fmla="*/ 12 h 24"/>
                <a:gd name="T42" fmla="*/ 10 w 31"/>
                <a:gd name="T43" fmla="*/ 12 h 24"/>
                <a:gd name="T44" fmla="*/ 19 w 31"/>
                <a:gd name="T45" fmla="*/ 5 h 24"/>
                <a:gd name="T46" fmla="*/ 19 w 31"/>
                <a:gd name="T47" fmla="*/ 5 h 24"/>
                <a:gd name="T48" fmla="*/ 22 w 31"/>
                <a:gd name="T49" fmla="*/ 3 h 24"/>
                <a:gd name="T50" fmla="*/ 24 w 31"/>
                <a:gd name="T51" fmla="*/ 0 h 24"/>
                <a:gd name="T52" fmla="*/ 31 w 31"/>
                <a:gd name="T53" fmla="*/ 0 h 24"/>
                <a:gd name="T54" fmla="*/ 31 w 31"/>
                <a:gd name="T55" fmla="*/ 3 h 24"/>
                <a:gd name="T56" fmla="*/ 31 w 31"/>
                <a:gd name="T57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" h="24">
                  <a:moveTo>
                    <a:pt x="31" y="3"/>
                  </a:moveTo>
                  <a:lnTo>
                    <a:pt x="31" y="5"/>
                  </a:lnTo>
                  <a:lnTo>
                    <a:pt x="26" y="5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2" y="7"/>
                  </a:lnTo>
                  <a:lnTo>
                    <a:pt x="19" y="12"/>
                  </a:lnTo>
                  <a:lnTo>
                    <a:pt x="17" y="17"/>
                  </a:lnTo>
                  <a:lnTo>
                    <a:pt x="14" y="17"/>
                  </a:lnTo>
                  <a:lnTo>
                    <a:pt x="7" y="24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22" y="3"/>
                  </a:lnTo>
                  <a:lnTo>
                    <a:pt x="24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101"/>
            <p:cNvSpPr>
              <a:spLocks/>
            </p:cNvSpPr>
            <p:nvPr/>
          </p:nvSpPr>
          <p:spPr bwMode="auto">
            <a:xfrm>
              <a:off x="1631" y="266"/>
              <a:ext cx="7" cy="14"/>
            </a:xfrm>
            <a:custGeom>
              <a:avLst/>
              <a:gdLst>
                <a:gd name="T0" fmla="*/ 7 w 7"/>
                <a:gd name="T1" fmla="*/ 7 h 14"/>
                <a:gd name="T2" fmla="*/ 2 w 7"/>
                <a:gd name="T3" fmla="*/ 14 h 14"/>
                <a:gd name="T4" fmla="*/ 2 w 7"/>
                <a:gd name="T5" fmla="*/ 9 h 14"/>
                <a:gd name="T6" fmla="*/ 2 w 7"/>
                <a:gd name="T7" fmla="*/ 7 h 14"/>
                <a:gd name="T8" fmla="*/ 0 w 7"/>
                <a:gd name="T9" fmla="*/ 5 h 14"/>
                <a:gd name="T10" fmla="*/ 0 w 7"/>
                <a:gd name="T11" fmla="*/ 0 h 14"/>
                <a:gd name="T12" fmla="*/ 2 w 7"/>
                <a:gd name="T13" fmla="*/ 2 h 14"/>
                <a:gd name="T14" fmla="*/ 7 w 7"/>
                <a:gd name="T15" fmla="*/ 5 h 14"/>
                <a:gd name="T16" fmla="*/ 7 w 7"/>
                <a:gd name="T17" fmla="*/ 7 h 14"/>
                <a:gd name="T18" fmla="*/ 7 w 7"/>
                <a:gd name="T19" fmla="*/ 7 h 14"/>
                <a:gd name="T20" fmla="*/ 7 w 7"/>
                <a:gd name="T21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7"/>
                  </a:moveTo>
                  <a:lnTo>
                    <a:pt x="2" y="14"/>
                  </a:lnTo>
                  <a:lnTo>
                    <a:pt x="2" y="9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102"/>
            <p:cNvSpPr>
              <a:spLocks/>
            </p:cNvSpPr>
            <p:nvPr/>
          </p:nvSpPr>
          <p:spPr bwMode="auto">
            <a:xfrm>
              <a:off x="2520" y="957"/>
              <a:ext cx="81" cy="29"/>
            </a:xfrm>
            <a:custGeom>
              <a:avLst/>
              <a:gdLst>
                <a:gd name="T0" fmla="*/ 14 w 81"/>
                <a:gd name="T1" fmla="*/ 5 h 29"/>
                <a:gd name="T2" fmla="*/ 14 w 81"/>
                <a:gd name="T3" fmla="*/ 5 h 29"/>
                <a:gd name="T4" fmla="*/ 17 w 81"/>
                <a:gd name="T5" fmla="*/ 3 h 29"/>
                <a:gd name="T6" fmla="*/ 22 w 81"/>
                <a:gd name="T7" fmla="*/ 3 h 29"/>
                <a:gd name="T8" fmla="*/ 29 w 81"/>
                <a:gd name="T9" fmla="*/ 5 h 29"/>
                <a:gd name="T10" fmla="*/ 43 w 81"/>
                <a:gd name="T11" fmla="*/ 10 h 29"/>
                <a:gd name="T12" fmla="*/ 40 w 81"/>
                <a:gd name="T13" fmla="*/ 5 h 29"/>
                <a:gd name="T14" fmla="*/ 50 w 81"/>
                <a:gd name="T15" fmla="*/ 7 h 29"/>
                <a:gd name="T16" fmla="*/ 55 w 81"/>
                <a:gd name="T17" fmla="*/ 10 h 29"/>
                <a:gd name="T18" fmla="*/ 62 w 81"/>
                <a:gd name="T19" fmla="*/ 10 h 29"/>
                <a:gd name="T20" fmla="*/ 67 w 81"/>
                <a:gd name="T21" fmla="*/ 10 h 29"/>
                <a:gd name="T22" fmla="*/ 71 w 81"/>
                <a:gd name="T23" fmla="*/ 14 h 29"/>
                <a:gd name="T24" fmla="*/ 76 w 81"/>
                <a:gd name="T25" fmla="*/ 14 h 29"/>
                <a:gd name="T26" fmla="*/ 81 w 81"/>
                <a:gd name="T27" fmla="*/ 19 h 29"/>
                <a:gd name="T28" fmla="*/ 78 w 81"/>
                <a:gd name="T29" fmla="*/ 26 h 29"/>
                <a:gd name="T30" fmla="*/ 71 w 81"/>
                <a:gd name="T31" fmla="*/ 26 h 29"/>
                <a:gd name="T32" fmla="*/ 57 w 81"/>
                <a:gd name="T33" fmla="*/ 17 h 29"/>
                <a:gd name="T34" fmla="*/ 52 w 81"/>
                <a:gd name="T35" fmla="*/ 17 h 29"/>
                <a:gd name="T36" fmla="*/ 45 w 81"/>
                <a:gd name="T37" fmla="*/ 17 h 29"/>
                <a:gd name="T38" fmla="*/ 40 w 81"/>
                <a:gd name="T39" fmla="*/ 19 h 29"/>
                <a:gd name="T40" fmla="*/ 38 w 81"/>
                <a:gd name="T41" fmla="*/ 17 h 29"/>
                <a:gd name="T42" fmla="*/ 33 w 81"/>
                <a:gd name="T43" fmla="*/ 17 h 29"/>
                <a:gd name="T44" fmla="*/ 24 w 81"/>
                <a:gd name="T45" fmla="*/ 21 h 29"/>
                <a:gd name="T46" fmla="*/ 17 w 81"/>
                <a:gd name="T47" fmla="*/ 24 h 29"/>
                <a:gd name="T48" fmla="*/ 14 w 81"/>
                <a:gd name="T49" fmla="*/ 21 h 29"/>
                <a:gd name="T50" fmla="*/ 7 w 81"/>
                <a:gd name="T51" fmla="*/ 21 h 29"/>
                <a:gd name="T52" fmla="*/ 0 w 81"/>
                <a:gd name="T53" fmla="*/ 19 h 29"/>
                <a:gd name="T54" fmla="*/ 5 w 81"/>
                <a:gd name="T55" fmla="*/ 14 h 29"/>
                <a:gd name="T56" fmla="*/ 3 w 81"/>
                <a:gd name="T57" fmla="*/ 12 h 29"/>
                <a:gd name="T58" fmla="*/ 5 w 81"/>
                <a:gd name="T59" fmla="*/ 7 h 29"/>
                <a:gd name="T60" fmla="*/ 5 w 81"/>
                <a:gd name="T61" fmla="*/ 3 h 29"/>
                <a:gd name="T62" fmla="*/ 10 w 81"/>
                <a:gd name="T63" fmla="*/ 5 h 29"/>
                <a:gd name="T64" fmla="*/ 12 w 81"/>
                <a:gd name="T65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1" h="29">
                  <a:moveTo>
                    <a:pt x="12" y="5"/>
                  </a:moveTo>
                  <a:lnTo>
                    <a:pt x="14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4" y="3"/>
                  </a:lnTo>
                  <a:lnTo>
                    <a:pt x="29" y="5"/>
                  </a:lnTo>
                  <a:lnTo>
                    <a:pt x="38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0" y="5"/>
                  </a:lnTo>
                  <a:lnTo>
                    <a:pt x="45" y="7"/>
                  </a:lnTo>
                  <a:lnTo>
                    <a:pt x="50" y="7"/>
                  </a:lnTo>
                  <a:lnTo>
                    <a:pt x="52" y="7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62" y="10"/>
                  </a:lnTo>
                  <a:lnTo>
                    <a:pt x="64" y="10"/>
                  </a:lnTo>
                  <a:lnTo>
                    <a:pt x="67" y="10"/>
                  </a:lnTo>
                  <a:lnTo>
                    <a:pt x="69" y="12"/>
                  </a:lnTo>
                  <a:lnTo>
                    <a:pt x="71" y="14"/>
                  </a:lnTo>
                  <a:lnTo>
                    <a:pt x="74" y="14"/>
                  </a:lnTo>
                  <a:lnTo>
                    <a:pt x="76" y="14"/>
                  </a:lnTo>
                  <a:lnTo>
                    <a:pt x="78" y="14"/>
                  </a:lnTo>
                  <a:lnTo>
                    <a:pt x="81" y="19"/>
                  </a:lnTo>
                  <a:lnTo>
                    <a:pt x="81" y="21"/>
                  </a:lnTo>
                  <a:lnTo>
                    <a:pt x="78" y="26"/>
                  </a:lnTo>
                  <a:lnTo>
                    <a:pt x="76" y="29"/>
                  </a:lnTo>
                  <a:lnTo>
                    <a:pt x="71" y="26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55" y="17"/>
                  </a:lnTo>
                  <a:lnTo>
                    <a:pt x="52" y="17"/>
                  </a:lnTo>
                  <a:lnTo>
                    <a:pt x="48" y="17"/>
                  </a:lnTo>
                  <a:lnTo>
                    <a:pt x="45" y="17"/>
                  </a:lnTo>
                  <a:lnTo>
                    <a:pt x="43" y="17"/>
                  </a:lnTo>
                  <a:lnTo>
                    <a:pt x="40" y="19"/>
                  </a:lnTo>
                  <a:lnTo>
                    <a:pt x="38" y="19"/>
                  </a:lnTo>
                  <a:lnTo>
                    <a:pt x="38" y="17"/>
                  </a:lnTo>
                  <a:lnTo>
                    <a:pt x="36" y="17"/>
                  </a:lnTo>
                  <a:lnTo>
                    <a:pt x="33" y="17"/>
                  </a:lnTo>
                  <a:lnTo>
                    <a:pt x="31" y="17"/>
                  </a:lnTo>
                  <a:lnTo>
                    <a:pt x="24" y="21"/>
                  </a:lnTo>
                  <a:lnTo>
                    <a:pt x="19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7" y="21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5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103"/>
            <p:cNvSpPr>
              <a:spLocks/>
            </p:cNvSpPr>
            <p:nvPr/>
          </p:nvSpPr>
          <p:spPr bwMode="auto">
            <a:xfrm>
              <a:off x="1993" y="562"/>
              <a:ext cx="97" cy="111"/>
            </a:xfrm>
            <a:custGeom>
              <a:avLst/>
              <a:gdLst>
                <a:gd name="T0" fmla="*/ 92 w 97"/>
                <a:gd name="T1" fmla="*/ 92 h 111"/>
                <a:gd name="T2" fmla="*/ 87 w 97"/>
                <a:gd name="T3" fmla="*/ 102 h 111"/>
                <a:gd name="T4" fmla="*/ 80 w 97"/>
                <a:gd name="T5" fmla="*/ 102 h 111"/>
                <a:gd name="T6" fmla="*/ 68 w 97"/>
                <a:gd name="T7" fmla="*/ 106 h 111"/>
                <a:gd name="T8" fmla="*/ 61 w 97"/>
                <a:gd name="T9" fmla="*/ 111 h 111"/>
                <a:gd name="T10" fmla="*/ 54 w 97"/>
                <a:gd name="T11" fmla="*/ 104 h 111"/>
                <a:gd name="T12" fmla="*/ 61 w 97"/>
                <a:gd name="T13" fmla="*/ 102 h 111"/>
                <a:gd name="T14" fmla="*/ 66 w 97"/>
                <a:gd name="T15" fmla="*/ 97 h 111"/>
                <a:gd name="T16" fmla="*/ 73 w 97"/>
                <a:gd name="T17" fmla="*/ 92 h 111"/>
                <a:gd name="T18" fmla="*/ 71 w 97"/>
                <a:gd name="T19" fmla="*/ 80 h 111"/>
                <a:gd name="T20" fmla="*/ 61 w 97"/>
                <a:gd name="T21" fmla="*/ 78 h 111"/>
                <a:gd name="T22" fmla="*/ 47 w 97"/>
                <a:gd name="T23" fmla="*/ 59 h 111"/>
                <a:gd name="T24" fmla="*/ 40 w 97"/>
                <a:gd name="T25" fmla="*/ 50 h 111"/>
                <a:gd name="T26" fmla="*/ 38 w 97"/>
                <a:gd name="T27" fmla="*/ 40 h 111"/>
                <a:gd name="T28" fmla="*/ 28 w 97"/>
                <a:gd name="T29" fmla="*/ 33 h 111"/>
                <a:gd name="T30" fmla="*/ 23 w 97"/>
                <a:gd name="T31" fmla="*/ 31 h 111"/>
                <a:gd name="T32" fmla="*/ 23 w 97"/>
                <a:gd name="T33" fmla="*/ 26 h 111"/>
                <a:gd name="T34" fmla="*/ 21 w 97"/>
                <a:gd name="T35" fmla="*/ 21 h 111"/>
                <a:gd name="T36" fmla="*/ 19 w 97"/>
                <a:gd name="T37" fmla="*/ 21 h 111"/>
                <a:gd name="T38" fmla="*/ 4 w 97"/>
                <a:gd name="T39" fmla="*/ 12 h 111"/>
                <a:gd name="T40" fmla="*/ 0 w 97"/>
                <a:gd name="T41" fmla="*/ 9 h 111"/>
                <a:gd name="T42" fmla="*/ 0 w 97"/>
                <a:gd name="T43" fmla="*/ 7 h 111"/>
                <a:gd name="T44" fmla="*/ 4 w 97"/>
                <a:gd name="T45" fmla="*/ 0 h 111"/>
                <a:gd name="T46" fmla="*/ 9 w 97"/>
                <a:gd name="T47" fmla="*/ 2 h 111"/>
                <a:gd name="T48" fmla="*/ 21 w 97"/>
                <a:gd name="T49" fmla="*/ 7 h 111"/>
                <a:gd name="T50" fmla="*/ 23 w 97"/>
                <a:gd name="T51" fmla="*/ 9 h 111"/>
                <a:gd name="T52" fmla="*/ 28 w 97"/>
                <a:gd name="T53" fmla="*/ 26 h 111"/>
                <a:gd name="T54" fmla="*/ 33 w 97"/>
                <a:gd name="T55" fmla="*/ 31 h 111"/>
                <a:gd name="T56" fmla="*/ 40 w 97"/>
                <a:gd name="T57" fmla="*/ 40 h 111"/>
                <a:gd name="T58" fmla="*/ 56 w 97"/>
                <a:gd name="T59" fmla="*/ 61 h 111"/>
                <a:gd name="T60" fmla="*/ 68 w 97"/>
                <a:gd name="T61" fmla="*/ 68 h 111"/>
                <a:gd name="T62" fmla="*/ 78 w 97"/>
                <a:gd name="T63" fmla="*/ 78 h 111"/>
                <a:gd name="T64" fmla="*/ 83 w 97"/>
                <a:gd name="T65" fmla="*/ 83 h 111"/>
                <a:gd name="T66" fmla="*/ 90 w 97"/>
                <a:gd name="T67" fmla="*/ 9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7" h="111">
                  <a:moveTo>
                    <a:pt x="90" y="90"/>
                  </a:moveTo>
                  <a:lnTo>
                    <a:pt x="92" y="92"/>
                  </a:lnTo>
                  <a:lnTo>
                    <a:pt x="97" y="104"/>
                  </a:lnTo>
                  <a:lnTo>
                    <a:pt x="87" y="102"/>
                  </a:lnTo>
                  <a:lnTo>
                    <a:pt x="85" y="102"/>
                  </a:lnTo>
                  <a:lnTo>
                    <a:pt x="80" y="102"/>
                  </a:lnTo>
                  <a:lnTo>
                    <a:pt x="71" y="106"/>
                  </a:lnTo>
                  <a:lnTo>
                    <a:pt x="68" y="106"/>
                  </a:lnTo>
                  <a:lnTo>
                    <a:pt x="66" y="111"/>
                  </a:lnTo>
                  <a:lnTo>
                    <a:pt x="61" y="111"/>
                  </a:lnTo>
                  <a:lnTo>
                    <a:pt x="56" y="109"/>
                  </a:lnTo>
                  <a:lnTo>
                    <a:pt x="54" y="104"/>
                  </a:lnTo>
                  <a:lnTo>
                    <a:pt x="56" y="102"/>
                  </a:lnTo>
                  <a:lnTo>
                    <a:pt x="61" y="102"/>
                  </a:lnTo>
                  <a:lnTo>
                    <a:pt x="64" y="99"/>
                  </a:lnTo>
                  <a:lnTo>
                    <a:pt x="66" y="97"/>
                  </a:lnTo>
                  <a:lnTo>
                    <a:pt x="68" y="92"/>
                  </a:lnTo>
                  <a:lnTo>
                    <a:pt x="73" y="92"/>
                  </a:lnTo>
                  <a:lnTo>
                    <a:pt x="73" y="87"/>
                  </a:lnTo>
                  <a:lnTo>
                    <a:pt x="71" y="80"/>
                  </a:lnTo>
                  <a:lnTo>
                    <a:pt x="68" y="78"/>
                  </a:lnTo>
                  <a:lnTo>
                    <a:pt x="61" y="78"/>
                  </a:lnTo>
                  <a:lnTo>
                    <a:pt x="59" y="73"/>
                  </a:lnTo>
                  <a:lnTo>
                    <a:pt x="47" y="59"/>
                  </a:lnTo>
                  <a:lnTo>
                    <a:pt x="45" y="54"/>
                  </a:lnTo>
                  <a:lnTo>
                    <a:pt x="40" y="50"/>
                  </a:lnTo>
                  <a:lnTo>
                    <a:pt x="40" y="47"/>
                  </a:lnTo>
                  <a:lnTo>
                    <a:pt x="38" y="40"/>
                  </a:lnTo>
                  <a:lnTo>
                    <a:pt x="35" y="35"/>
                  </a:lnTo>
                  <a:lnTo>
                    <a:pt x="28" y="33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3" y="28"/>
                  </a:lnTo>
                  <a:lnTo>
                    <a:pt x="23" y="26"/>
                  </a:lnTo>
                  <a:lnTo>
                    <a:pt x="21" y="24"/>
                  </a:lnTo>
                  <a:lnTo>
                    <a:pt x="21" y="21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9" y="14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2"/>
                  </a:lnTo>
                  <a:lnTo>
                    <a:pt x="4" y="0"/>
                  </a:lnTo>
                  <a:lnTo>
                    <a:pt x="9" y="0"/>
                  </a:lnTo>
                  <a:lnTo>
                    <a:pt x="9" y="2"/>
                  </a:lnTo>
                  <a:lnTo>
                    <a:pt x="14" y="5"/>
                  </a:lnTo>
                  <a:lnTo>
                    <a:pt x="21" y="7"/>
                  </a:lnTo>
                  <a:lnTo>
                    <a:pt x="23" y="7"/>
                  </a:lnTo>
                  <a:lnTo>
                    <a:pt x="23" y="9"/>
                  </a:lnTo>
                  <a:lnTo>
                    <a:pt x="28" y="24"/>
                  </a:lnTo>
                  <a:lnTo>
                    <a:pt x="28" y="26"/>
                  </a:lnTo>
                  <a:lnTo>
                    <a:pt x="30" y="28"/>
                  </a:lnTo>
                  <a:lnTo>
                    <a:pt x="33" y="31"/>
                  </a:lnTo>
                  <a:lnTo>
                    <a:pt x="38" y="33"/>
                  </a:lnTo>
                  <a:lnTo>
                    <a:pt x="40" y="40"/>
                  </a:lnTo>
                  <a:lnTo>
                    <a:pt x="45" y="47"/>
                  </a:lnTo>
                  <a:lnTo>
                    <a:pt x="56" y="61"/>
                  </a:lnTo>
                  <a:lnTo>
                    <a:pt x="61" y="64"/>
                  </a:lnTo>
                  <a:lnTo>
                    <a:pt x="68" y="68"/>
                  </a:lnTo>
                  <a:lnTo>
                    <a:pt x="73" y="71"/>
                  </a:lnTo>
                  <a:lnTo>
                    <a:pt x="78" y="78"/>
                  </a:lnTo>
                  <a:lnTo>
                    <a:pt x="80" y="80"/>
                  </a:lnTo>
                  <a:lnTo>
                    <a:pt x="83" y="83"/>
                  </a:lnTo>
                  <a:lnTo>
                    <a:pt x="90" y="90"/>
                  </a:lnTo>
                  <a:lnTo>
                    <a:pt x="90" y="9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104"/>
            <p:cNvSpPr>
              <a:spLocks/>
            </p:cNvSpPr>
            <p:nvPr/>
          </p:nvSpPr>
          <p:spPr bwMode="auto">
            <a:xfrm>
              <a:off x="2090" y="758"/>
              <a:ext cx="111" cy="157"/>
            </a:xfrm>
            <a:custGeom>
              <a:avLst/>
              <a:gdLst>
                <a:gd name="T0" fmla="*/ 19 w 111"/>
                <a:gd name="T1" fmla="*/ 19 h 157"/>
                <a:gd name="T2" fmla="*/ 23 w 111"/>
                <a:gd name="T3" fmla="*/ 24 h 157"/>
                <a:gd name="T4" fmla="*/ 30 w 111"/>
                <a:gd name="T5" fmla="*/ 31 h 157"/>
                <a:gd name="T6" fmla="*/ 38 w 111"/>
                <a:gd name="T7" fmla="*/ 48 h 157"/>
                <a:gd name="T8" fmla="*/ 54 w 111"/>
                <a:gd name="T9" fmla="*/ 71 h 157"/>
                <a:gd name="T10" fmla="*/ 54 w 111"/>
                <a:gd name="T11" fmla="*/ 76 h 157"/>
                <a:gd name="T12" fmla="*/ 56 w 111"/>
                <a:gd name="T13" fmla="*/ 88 h 157"/>
                <a:gd name="T14" fmla="*/ 64 w 111"/>
                <a:gd name="T15" fmla="*/ 104 h 157"/>
                <a:gd name="T16" fmla="*/ 85 w 111"/>
                <a:gd name="T17" fmla="*/ 112 h 157"/>
                <a:gd name="T18" fmla="*/ 106 w 111"/>
                <a:gd name="T19" fmla="*/ 128 h 157"/>
                <a:gd name="T20" fmla="*/ 104 w 111"/>
                <a:gd name="T21" fmla="*/ 131 h 157"/>
                <a:gd name="T22" fmla="*/ 106 w 111"/>
                <a:gd name="T23" fmla="*/ 135 h 157"/>
                <a:gd name="T24" fmla="*/ 111 w 111"/>
                <a:gd name="T25" fmla="*/ 145 h 157"/>
                <a:gd name="T26" fmla="*/ 111 w 111"/>
                <a:gd name="T27" fmla="*/ 154 h 157"/>
                <a:gd name="T28" fmla="*/ 106 w 111"/>
                <a:gd name="T29" fmla="*/ 157 h 157"/>
                <a:gd name="T30" fmla="*/ 104 w 111"/>
                <a:gd name="T31" fmla="*/ 147 h 157"/>
                <a:gd name="T32" fmla="*/ 101 w 111"/>
                <a:gd name="T33" fmla="*/ 149 h 157"/>
                <a:gd name="T34" fmla="*/ 94 w 111"/>
                <a:gd name="T35" fmla="*/ 135 h 157"/>
                <a:gd name="T36" fmla="*/ 90 w 111"/>
                <a:gd name="T37" fmla="*/ 126 h 157"/>
                <a:gd name="T38" fmla="*/ 80 w 111"/>
                <a:gd name="T39" fmla="*/ 116 h 157"/>
                <a:gd name="T40" fmla="*/ 56 w 111"/>
                <a:gd name="T41" fmla="*/ 114 h 157"/>
                <a:gd name="T42" fmla="*/ 47 w 111"/>
                <a:gd name="T43" fmla="*/ 109 h 157"/>
                <a:gd name="T44" fmla="*/ 30 w 111"/>
                <a:gd name="T45" fmla="*/ 102 h 157"/>
                <a:gd name="T46" fmla="*/ 33 w 111"/>
                <a:gd name="T47" fmla="*/ 97 h 157"/>
                <a:gd name="T48" fmla="*/ 35 w 111"/>
                <a:gd name="T49" fmla="*/ 95 h 157"/>
                <a:gd name="T50" fmla="*/ 35 w 111"/>
                <a:gd name="T51" fmla="*/ 95 h 157"/>
                <a:gd name="T52" fmla="*/ 35 w 111"/>
                <a:gd name="T53" fmla="*/ 95 h 157"/>
                <a:gd name="T54" fmla="*/ 38 w 111"/>
                <a:gd name="T55" fmla="*/ 97 h 157"/>
                <a:gd name="T56" fmla="*/ 45 w 111"/>
                <a:gd name="T57" fmla="*/ 102 h 157"/>
                <a:gd name="T58" fmla="*/ 40 w 111"/>
                <a:gd name="T59" fmla="*/ 100 h 157"/>
                <a:gd name="T60" fmla="*/ 42 w 111"/>
                <a:gd name="T61" fmla="*/ 104 h 157"/>
                <a:gd name="T62" fmla="*/ 47 w 111"/>
                <a:gd name="T63" fmla="*/ 104 h 157"/>
                <a:gd name="T64" fmla="*/ 54 w 111"/>
                <a:gd name="T65" fmla="*/ 109 h 157"/>
                <a:gd name="T66" fmla="*/ 56 w 111"/>
                <a:gd name="T67" fmla="*/ 109 h 157"/>
                <a:gd name="T68" fmla="*/ 61 w 111"/>
                <a:gd name="T69" fmla="*/ 109 h 157"/>
                <a:gd name="T70" fmla="*/ 49 w 111"/>
                <a:gd name="T71" fmla="*/ 97 h 157"/>
                <a:gd name="T72" fmla="*/ 47 w 111"/>
                <a:gd name="T73" fmla="*/ 88 h 157"/>
                <a:gd name="T74" fmla="*/ 49 w 111"/>
                <a:gd name="T75" fmla="*/ 81 h 157"/>
                <a:gd name="T76" fmla="*/ 49 w 111"/>
                <a:gd name="T77" fmla="*/ 71 h 157"/>
                <a:gd name="T78" fmla="*/ 45 w 111"/>
                <a:gd name="T79" fmla="*/ 62 h 157"/>
                <a:gd name="T80" fmla="*/ 42 w 111"/>
                <a:gd name="T81" fmla="*/ 62 h 157"/>
                <a:gd name="T82" fmla="*/ 40 w 111"/>
                <a:gd name="T83" fmla="*/ 57 h 157"/>
                <a:gd name="T84" fmla="*/ 33 w 111"/>
                <a:gd name="T85" fmla="*/ 48 h 157"/>
                <a:gd name="T86" fmla="*/ 28 w 111"/>
                <a:gd name="T87" fmla="*/ 48 h 157"/>
                <a:gd name="T88" fmla="*/ 26 w 111"/>
                <a:gd name="T89" fmla="*/ 43 h 157"/>
                <a:gd name="T90" fmla="*/ 21 w 111"/>
                <a:gd name="T91" fmla="*/ 38 h 157"/>
                <a:gd name="T92" fmla="*/ 14 w 111"/>
                <a:gd name="T93" fmla="*/ 19 h 157"/>
                <a:gd name="T94" fmla="*/ 12 w 111"/>
                <a:gd name="T95" fmla="*/ 19 h 157"/>
                <a:gd name="T96" fmla="*/ 7 w 111"/>
                <a:gd name="T97" fmla="*/ 22 h 157"/>
                <a:gd name="T98" fmla="*/ 7 w 111"/>
                <a:gd name="T99" fmla="*/ 10 h 157"/>
                <a:gd name="T100" fmla="*/ 4 w 111"/>
                <a:gd name="T101" fmla="*/ 10 h 157"/>
                <a:gd name="T102" fmla="*/ 7 w 111"/>
                <a:gd name="T103" fmla="*/ 7 h 157"/>
                <a:gd name="T104" fmla="*/ 2 w 111"/>
                <a:gd name="T105" fmla="*/ 10 h 157"/>
                <a:gd name="T106" fmla="*/ 0 w 111"/>
                <a:gd name="T107" fmla="*/ 12 h 157"/>
                <a:gd name="T108" fmla="*/ 0 w 111"/>
                <a:gd name="T109" fmla="*/ 10 h 157"/>
                <a:gd name="T110" fmla="*/ 2 w 111"/>
                <a:gd name="T111" fmla="*/ 5 h 157"/>
                <a:gd name="T112" fmla="*/ 2 w 111"/>
                <a:gd name="T113" fmla="*/ 0 h 157"/>
                <a:gd name="T114" fmla="*/ 4 w 111"/>
                <a:gd name="T115" fmla="*/ 3 h 157"/>
                <a:gd name="T116" fmla="*/ 4 w 111"/>
                <a:gd name="T117" fmla="*/ 3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157">
                  <a:moveTo>
                    <a:pt x="4" y="3"/>
                  </a:moveTo>
                  <a:lnTo>
                    <a:pt x="19" y="19"/>
                  </a:lnTo>
                  <a:lnTo>
                    <a:pt x="21" y="22"/>
                  </a:lnTo>
                  <a:lnTo>
                    <a:pt x="23" y="24"/>
                  </a:lnTo>
                  <a:lnTo>
                    <a:pt x="28" y="29"/>
                  </a:lnTo>
                  <a:lnTo>
                    <a:pt x="30" y="31"/>
                  </a:lnTo>
                  <a:lnTo>
                    <a:pt x="33" y="45"/>
                  </a:lnTo>
                  <a:lnTo>
                    <a:pt x="38" y="48"/>
                  </a:lnTo>
                  <a:lnTo>
                    <a:pt x="40" y="52"/>
                  </a:lnTo>
                  <a:lnTo>
                    <a:pt x="54" y="71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6" y="81"/>
                  </a:lnTo>
                  <a:lnTo>
                    <a:pt x="56" y="88"/>
                  </a:lnTo>
                  <a:lnTo>
                    <a:pt x="59" y="97"/>
                  </a:lnTo>
                  <a:lnTo>
                    <a:pt x="64" y="104"/>
                  </a:lnTo>
                  <a:lnTo>
                    <a:pt x="68" y="107"/>
                  </a:lnTo>
                  <a:lnTo>
                    <a:pt x="85" y="112"/>
                  </a:lnTo>
                  <a:lnTo>
                    <a:pt x="92" y="116"/>
                  </a:lnTo>
                  <a:lnTo>
                    <a:pt x="106" y="128"/>
                  </a:lnTo>
                  <a:lnTo>
                    <a:pt x="106" y="128"/>
                  </a:lnTo>
                  <a:lnTo>
                    <a:pt x="104" y="131"/>
                  </a:lnTo>
                  <a:lnTo>
                    <a:pt x="104" y="133"/>
                  </a:lnTo>
                  <a:lnTo>
                    <a:pt x="106" y="135"/>
                  </a:lnTo>
                  <a:lnTo>
                    <a:pt x="109" y="140"/>
                  </a:lnTo>
                  <a:lnTo>
                    <a:pt x="111" y="145"/>
                  </a:lnTo>
                  <a:lnTo>
                    <a:pt x="111" y="152"/>
                  </a:lnTo>
                  <a:lnTo>
                    <a:pt x="111" y="154"/>
                  </a:lnTo>
                  <a:lnTo>
                    <a:pt x="109" y="157"/>
                  </a:lnTo>
                  <a:lnTo>
                    <a:pt x="106" y="157"/>
                  </a:lnTo>
                  <a:lnTo>
                    <a:pt x="106" y="154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1" y="149"/>
                  </a:lnTo>
                  <a:lnTo>
                    <a:pt x="99" y="145"/>
                  </a:lnTo>
                  <a:lnTo>
                    <a:pt x="94" y="135"/>
                  </a:lnTo>
                  <a:lnTo>
                    <a:pt x="90" y="128"/>
                  </a:lnTo>
                  <a:lnTo>
                    <a:pt x="90" y="126"/>
                  </a:lnTo>
                  <a:lnTo>
                    <a:pt x="83" y="119"/>
                  </a:lnTo>
                  <a:lnTo>
                    <a:pt x="80" y="116"/>
                  </a:lnTo>
                  <a:lnTo>
                    <a:pt x="78" y="116"/>
                  </a:lnTo>
                  <a:lnTo>
                    <a:pt x="56" y="114"/>
                  </a:lnTo>
                  <a:lnTo>
                    <a:pt x="52" y="112"/>
                  </a:lnTo>
                  <a:lnTo>
                    <a:pt x="47" y="109"/>
                  </a:lnTo>
                  <a:lnTo>
                    <a:pt x="33" y="102"/>
                  </a:lnTo>
                  <a:lnTo>
                    <a:pt x="30" y="102"/>
                  </a:lnTo>
                  <a:lnTo>
                    <a:pt x="30" y="100"/>
                  </a:lnTo>
                  <a:lnTo>
                    <a:pt x="33" y="97"/>
                  </a:lnTo>
                  <a:lnTo>
                    <a:pt x="33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3"/>
                  </a:lnTo>
                  <a:lnTo>
                    <a:pt x="38" y="97"/>
                  </a:lnTo>
                  <a:lnTo>
                    <a:pt x="42" y="97"/>
                  </a:lnTo>
                  <a:lnTo>
                    <a:pt x="45" y="102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0" y="102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7"/>
                  </a:lnTo>
                  <a:lnTo>
                    <a:pt x="54" y="109"/>
                  </a:lnTo>
                  <a:lnTo>
                    <a:pt x="54" y="109"/>
                  </a:lnTo>
                  <a:lnTo>
                    <a:pt x="56" y="109"/>
                  </a:lnTo>
                  <a:lnTo>
                    <a:pt x="61" y="109"/>
                  </a:lnTo>
                  <a:lnTo>
                    <a:pt x="61" y="109"/>
                  </a:lnTo>
                  <a:lnTo>
                    <a:pt x="61" y="107"/>
                  </a:lnTo>
                  <a:lnTo>
                    <a:pt x="49" y="97"/>
                  </a:lnTo>
                  <a:lnTo>
                    <a:pt x="47" y="93"/>
                  </a:lnTo>
                  <a:lnTo>
                    <a:pt x="47" y="88"/>
                  </a:lnTo>
                  <a:lnTo>
                    <a:pt x="49" y="83"/>
                  </a:lnTo>
                  <a:lnTo>
                    <a:pt x="49" y="81"/>
                  </a:lnTo>
                  <a:lnTo>
                    <a:pt x="49" y="76"/>
                  </a:lnTo>
                  <a:lnTo>
                    <a:pt x="49" y="71"/>
                  </a:lnTo>
                  <a:lnTo>
                    <a:pt x="47" y="67"/>
                  </a:lnTo>
                  <a:lnTo>
                    <a:pt x="45" y="62"/>
                  </a:lnTo>
                  <a:lnTo>
                    <a:pt x="42" y="60"/>
                  </a:lnTo>
                  <a:lnTo>
                    <a:pt x="42" y="62"/>
                  </a:lnTo>
                  <a:lnTo>
                    <a:pt x="40" y="62"/>
                  </a:lnTo>
                  <a:lnTo>
                    <a:pt x="40" y="57"/>
                  </a:lnTo>
                  <a:lnTo>
                    <a:pt x="33" y="52"/>
                  </a:lnTo>
                  <a:lnTo>
                    <a:pt x="33" y="48"/>
                  </a:lnTo>
                  <a:lnTo>
                    <a:pt x="30" y="48"/>
                  </a:lnTo>
                  <a:lnTo>
                    <a:pt x="28" y="48"/>
                  </a:lnTo>
                  <a:lnTo>
                    <a:pt x="26" y="45"/>
                  </a:lnTo>
                  <a:lnTo>
                    <a:pt x="26" y="43"/>
                  </a:lnTo>
                  <a:lnTo>
                    <a:pt x="23" y="41"/>
                  </a:lnTo>
                  <a:lnTo>
                    <a:pt x="21" y="38"/>
                  </a:lnTo>
                  <a:lnTo>
                    <a:pt x="19" y="29"/>
                  </a:lnTo>
                  <a:lnTo>
                    <a:pt x="14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9" y="22"/>
                  </a:lnTo>
                  <a:lnTo>
                    <a:pt x="7" y="22"/>
                  </a:lnTo>
                  <a:lnTo>
                    <a:pt x="7" y="12"/>
                  </a:lnTo>
                  <a:lnTo>
                    <a:pt x="7" y="10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7" y="7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105"/>
            <p:cNvSpPr>
              <a:spLocks/>
            </p:cNvSpPr>
            <p:nvPr/>
          </p:nvSpPr>
          <p:spPr bwMode="auto">
            <a:xfrm>
              <a:off x="1962" y="770"/>
              <a:ext cx="73" cy="45"/>
            </a:xfrm>
            <a:custGeom>
              <a:avLst/>
              <a:gdLst>
                <a:gd name="T0" fmla="*/ 12 w 73"/>
                <a:gd name="T1" fmla="*/ 3 h 45"/>
                <a:gd name="T2" fmla="*/ 12 w 73"/>
                <a:gd name="T3" fmla="*/ 5 h 45"/>
                <a:gd name="T4" fmla="*/ 14 w 73"/>
                <a:gd name="T5" fmla="*/ 7 h 45"/>
                <a:gd name="T6" fmla="*/ 17 w 73"/>
                <a:gd name="T7" fmla="*/ 7 h 45"/>
                <a:gd name="T8" fmla="*/ 21 w 73"/>
                <a:gd name="T9" fmla="*/ 7 h 45"/>
                <a:gd name="T10" fmla="*/ 24 w 73"/>
                <a:gd name="T11" fmla="*/ 7 h 45"/>
                <a:gd name="T12" fmla="*/ 24 w 73"/>
                <a:gd name="T13" fmla="*/ 7 h 45"/>
                <a:gd name="T14" fmla="*/ 24 w 73"/>
                <a:gd name="T15" fmla="*/ 10 h 45"/>
                <a:gd name="T16" fmla="*/ 24 w 73"/>
                <a:gd name="T17" fmla="*/ 10 h 45"/>
                <a:gd name="T18" fmla="*/ 21 w 73"/>
                <a:gd name="T19" fmla="*/ 10 h 45"/>
                <a:gd name="T20" fmla="*/ 35 w 73"/>
                <a:gd name="T21" fmla="*/ 21 h 45"/>
                <a:gd name="T22" fmla="*/ 45 w 73"/>
                <a:gd name="T23" fmla="*/ 26 h 45"/>
                <a:gd name="T24" fmla="*/ 47 w 73"/>
                <a:gd name="T25" fmla="*/ 26 h 45"/>
                <a:gd name="T26" fmla="*/ 50 w 73"/>
                <a:gd name="T27" fmla="*/ 33 h 45"/>
                <a:gd name="T28" fmla="*/ 57 w 73"/>
                <a:gd name="T29" fmla="*/ 36 h 45"/>
                <a:gd name="T30" fmla="*/ 73 w 73"/>
                <a:gd name="T31" fmla="*/ 40 h 45"/>
                <a:gd name="T32" fmla="*/ 71 w 73"/>
                <a:gd name="T33" fmla="*/ 45 h 45"/>
                <a:gd name="T34" fmla="*/ 66 w 73"/>
                <a:gd name="T35" fmla="*/ 43 h 45"/>
                <a:gd name="T36" fmla="*/ 59 w 73"/>
                <a:gd name="T37" fmla="*/ 40 h 45"/>
                <a:gd name="T38" fmla="*/ 50 w 73"/>
                <a:gd name="T39" fmla="*/ 40 h 45"/>
                <a:gd name="T40" fmla="*/ 45 w 73"/>
                <a:gd name="T41" fmla="*/ 38 h 45"/>
                <a:gd name="T42" fmla="*/ 45 w 73"/>
                <a:gd name="T43" fmla="*/ 33 h 45"/>
                <a:gd name="T44" fmla="*/ 43 w 73"/>
                <a:gd name="T45" fmla="*/ 33 h 45"/>
                <a:gd name="T46" fmla="*/ 38 w 73"/>
                <a:gd name="T47" fmla="*/ 29 h 45"/>
                <a:gd name="T48" fmla="*/ 35 w 73"/>
                <a:gd name="T49" fmla="*/ 29 h 45"/>
                <a:gd name="T50" fmla="*/ 33 w 73"/>
                <a:gd name="T51" fmla="*/ 31 h 45"/>
                <a:gd name="T52" fmla="*/ 26 w 73"/>
                <a:gd name="T53" fmla="*/ 24 h 45"/>
                <a:gd name="T54" fmla="*/ 19 w 73"/>
                <a:gd name="T55" fmla="*/ 19 h 45"/>
                <a:gd name="T56" fmla="*/ 9 w 73"/>
                <a:gd name="T57" fmla="*/ 17 h 45"/>
                <a:gd name="T58" fmla="*/ 2 w 73"/>
                <a:gd name="T59" fmla="*/ 19 h 45"/>
                <a:gd name="T60" fmla="*/ 0 w 73"/>
                <a:gd name="T61" fmla="*/ 19 h 45"/>
                <a:gd name="T62" fmla="*/ 7 w 73"/>
                <a:gd name="T63" fmla="*/ 17 h 45"/>
                <a:gd name="T64" fmla="*/ 7 w 73"/>
                <a:gd name="T65" fmla="*/ 14 h 45"/>
                <a:gd name="T66" fmla="*/ 7 w 73"/>
                <a:gd name="T67" fmla="*/ 14 h 45"/>
                <a:gd name="T68" fmla="*/ 5 w 73"/>
                <a:gd name="T69" fmla="*/ 12 h 45"/>
                <a:gd name="T70" fmla="*/ 5 w 73"/>
                <a:gd name="T71" fmla="*/ 10 h 45"/>
                <a:gd name="T72" fmla="*/ 2 w 73"/>
                <a:gd name="T73" fmla="*/ 10 h 45"/>
                <a:gd name="T74" fmla="*/ 2 w 73"/>
                <a:gd name="T75" fmla="*/ 7 h 45"/>
                <a:gd name="T76" fmla="*/ 0 w 73"/>
                <a:gd name="T77" fmla="*/ 5 h 45"/>
                <a:gd name="T78" fmla="*/ 2 w 73"/>
                <a:gd name="T79" fmla="*/ 3 h 45"/>
                <a:gd name="T80" fmla="*/ 5 w 73"/>
                <a:gd name="T81" fmla="*/ 3 h 45"/>
                <a:gd name="T82" fmla="*/ 7 w 73"/>
                <a:gd name="T83" fmla="*/ 3 h 45"/>
                <a:gd name="T84" fmla="*/ 7 w 73"/>
                <a:gd name="T85" fmla="*/ 0 h 45"/>
                <a:gd name="T86" fmla="*/ 7 w 73"/>
                <a:gd name="T87" fmla="*/ 0 h 45"/>
                <a:gd name="T88" fmla="*/ 9 w 73"/>
                <a:gd name="T89" fmla="*/ 0 h 45"/>
                <a:gd name="T90" fmla="*/ 12 w 73"/>
                <a:gd name="T91" fmla="*/ 3 h 45"/>
                <a:gd name="T92" fmla="*/ 12 w 73"/>
                <a:gd name="T93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3" h="45">
                  <a:moveTo>
                    <a:pt x="12" y="3"/>
                  </a:moveTo>
                  <a:lnTo>
                    <a:pt x="12" y="5"/>
                  </a:lnTo>
                  <a:lnTo>
                    <a:pt x="14" y="7"/>
                  </a:lnTo>
                  <a:lnTo>
                    <a:pt x="17" y="7"/>
                  </a:lnTo>
                  <a:lnTo>
                    <a:pt x="21" y="7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21" y="10"/>
                  </a:lnTo>
                  <a:lnTo>
                    <a:pt x="35" y="21"/>
                  </a:lnTo>
                  <a:lnTo>
                    <a:pt x="45" y="26"/>
                  </a:lnTo>
                  <a:lnTo>
                    <a:pt x="47" y="26"/>
                  </a:lnTo>
                  <a:lnTo>
                    <a:pt x="50" y="33"/>
                  </a:lnTo>
                  <a:lnTo>
                    <a:pt x="57" y="36"/>
                  </a:lnTo>
                  <a:lnTo>
                    <a:pt x="73" y="40"/>
                  </a:lnTo>
                  <a:lnTo>
                    <a:pt x="71" y="45"/>
                  </a:lnTo>
                  <a:lnTo>
                    <a:pt x="66" y="43"/>
                  </a:lnTo>
                  <a:lnTo>
                    <a:pt x="59" y="40"/>
                  </a:lnTo>
                  <a:lnTo>
                    <a:pt x="50" y="40"/>
                  </a:lnTo>
                  <a:lnTo>
                    <a:pt x="45" y="38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5" y="29"/>
                  </a:lnTo>
                  <a:lnTo>
                    <a:pt x="33" y="31"/>
                  </a:lnTo>
                  <a:lnTo>
                    <a:pt x="26" y="24"/>
                  </a:lnTo>
                  <a:lnTo>
                    <a:pt x="19" y="19"/>
                  </a:lnTo>
                  <a:lnTo>
                    <a:pt x="9" y="17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7" y="17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2" y="10"/>
                  </a:lnTo>
                  <a:lnTo>
                    <a:pt x="2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106"/>
            <p:cNvSpPr>
              <a:spLocks/>
            </p:cNvSpPr>
            <p:nvPr/>
          </p:nvSpPr>
          <p:spPr bwMode="auto">
            <a:xfrm>
              <a:off x="1792" y="408"/>
              <a:ext cx="127" cy="173"/>
            </a:xfrm>
            <a:custGeom>
              <a:avLst/>
              <a:gdLst>
                <a:gd name="T0" fmla="*/ 14 w 127"/>
                <a:gd name="T1" fmla="*/ 0 h 173"/>
                <a:gd name="T2" fmla="*/ 14 w 127"/>
                <a:gd name="T3" fmla="*/ 2 h 173"/>
                <a:gd name="T4" fmla="*/ 14 w 127"/>
                <a:gd name="T5" fmla="*/ 9 h 173"/>
                <a:gd name="T6" fmla="*/ 19 w 127"/>
                <a:gd name="T7" fmla="*/ 9 h 173"/>
                <a:gd name="T8" fmla="*/ 21 w 127"/>
                <a:gd name="T9" fmla="*/ 17 h 173"/>
                <a:gd name="T10" fmla="*/ 28 w 127"/>
                <a:gd name="T11" fmla="*/ 19 h 173"/>
                <a:gd name="T12" fmla="*/ 59 w 127"/>
                <a:gd name="T13" fmla="*/ 38 h 173"/>
                <a:gd name="T14" fmla="*/ 75 w 127"/>
                <a:gd name="T15" fmla="*/ 38 h 173"/>
                <a:gd name="T16" fmla="*/ 82 w 127"/>
                <a:gd name="T17" fmla="*/ 40 h 173"/>
                <a:gd name="T18" fmla="*/ 106 w 127"/>
                <a:gd name="T19" fmla="*/ 62 h 173"/>
                <a:gd name="T20" fmla="*/ 123 w 127"/>
                <a:gd name="T21" fmla="*/ 73 h 173"/>
                <a:gd name="T22" fmla="*/ 127 w 127"/>
                <a:gd name="T23" fmla="*/ 78 h 173"/>
                <a:gd name="T24" fmla="*/ 127 w 127"/>
                <a:gd name="T25" fmla="*/ 99 h 173"/>
                <a:gd name="T26" fmla="*/ 127 w 127"/>
                <a:gd name="T27" fmla="*/ 104 h 173"/>
                <a:gd name="T28" fmla="*/ 123 w 127"/>
                <a:gd name="T29" fmla="*/ 106 h 173"/>
                <a:gd name="T30" fmla="*/ 123 w 127"/>
                <a:gd name="T31" fmla="*/ 111 h 173"/>
                <a:gd name="T32" fmla="*/ 125 w 127"/>
                <a:gd name="T33" fmla="*/ 118 h 173"/>
                <a:gd name="T34" fmla="*/ 127 w 127"/>
                <a:gd name="T35" fmla="*/ 133 h 173"/>
                <a:gd name="T36" fmla="*/ 123 w 127"/>
                <a:gd name="T37" fmla="*/ 142 h 173"/>
                <a:gd name="T38" fmla="*/ 123 w 127"/>
                <a:gd name="T39" fmla="*/ 161 h 173"/>
                <a:gd name="T40" fmla="*/ 127 w 127"/>
                <a:gd name="T41" fmla="*/ 173 h 173"/>
                <a:gd name="T42" fmla="*/ 118 w 127"/>
                <a:gd name="T43" fmla="*/ 166 h 173"/>
                <a:gd name="T44" fmla="*/ 111 w 127"/>
                <a:gd name="T45" fmla="*/ 154 h 173"/>
                <a:gd name="T46" fmla="*/ 101 w 127"/>
                <a:gd name="T47" fmla="*/ 149 h 173"/>
                <a:gd name="T48" fmla="*/ 92 w 127"/>
                <a:gd name="T49" fmla="*/ 142 h 173"/>
                <a:gd name="T50" fmla="*/ 97 w 127"/>
                <a:gd name="T51" fmla="*/ 140 h 173"/>
                <a:gd name="T52" fmla="*/ 116 w 127"/>
                <a:gd name="T53" fmla="*/ 142 h 173"/>
                <a:gd name="T54" fmla="*/ 116 w 127"/>
                <a:gd name="T55" fmla="*/ 137 h 173"/>
                <a:gd name="T56" fmla="*/ 120 w 127"/>
                <a:gd name="T57" fmla="*/ 133 h 173"/>
                <a:gd name="T58" fmla="*/ 120 w 127"/>
                <a:gd name="T59" fmla="*/ 128 h 173"/>
                <a:gd name="T60" fmla="*/ 118 w 127"/>
                <a:gd name="T61" fmla="*/ 125 h 173"/>
                <a:gd name="T62" fmla="*/ 116 w 127"/>
                <a:gd name="T63" fmla="*/ 130 h 173"/>
                <a:gd name="T64" fmla="*/ 113 w 127"/>
                <a:gd name="T65" fmla="*/ 123 h 173"/>
                <a:gd name="T66" fmla="*/ 116 w 127"/>
                <a:gd name="T67" fmla="*/ 111 h 173"/>
                <a:gd name="T68" fmla="*/ 116 w 127"/>
                <a:gd name="T69" fmla="*/ 109 h 173"/>
                <a:gd name="T70" fmla="*/ 123 w 127"/>
                <a:gd name="T71" fmla="*/ 102 h 173"/>
                <a:gd name="T72" fmla="*/ 123 w 127"/>
                <a:gd name="T73" fmla="*/ 85 h 173"/>
                <a:gd name="T74" fmla="*/ 111 w 127"/>
                <a:gd name="T75" fmla="*/ 73 h 173"/>
                <a:gd name="T76" fmla="*/ 99 w 127"/>
                <a:gd name="T77" fmla="*/ 66 h 173"/>
                <a:gd name="T78" fmla="*/ 75 w 127"/>
                <a:gd name="T79" fmla="*/ 43 h 173"/>
                <a:gd name="T80" fmla="*/ 54 w 127"/>
                <a:gd name="T81" fmla="*/ 38 h 173"/>
                <a:gd name="T82" fmla="*/ 35 w 127"/>
                <a:gd name="T83" fmla="*/ 26 h 173"/>
                <a:gd name="T84" fmla="*/ 23 w 127"/>
                <a:gd name="T85" fmla="*/ 24 h 173"/>
                <a:gd name="T86" fmla="*/ 11 w 127"/>
                <a:gd name="T87" fmla="*/ 24 h 173"/>
                <a:gd name="T88" fmla="*/ 2 w 127"/>
                <a:gd name="T89" fmla="*/ 28 h 173"/>
                <a:gd name="T90" fmla="*/ 2 w 127"/>
                <a:gd name="T91" fmla="*/ 24 h 173"/>
                <a:gd name="T92" fmla="*/ 7 w 127"/>
                <a:gd name="T93" fmla="*/ 0 h 173"/>
                <a:gd name="T94" fmla="*/ 11 w 127"/>
                <a:gd name="T95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7" h="173">
                  <a:moveTo>
                    <a:pt x="11" y="0"/>
                  </a:moveTo>
                  <a:lnTo>
                    <a:pt x="14" y="0"/>
                  </a:lnTo>
                  <a:lnTo>
                    <a:pt x="16" y="0"/>
                  </a:lnTo>
                  <a:lnTo>
                    <a:pt x="14" y="2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16" y="14"/>
                  </a:lnTo>
                  <a:lnTo>
                    <a:pt x="19" y="9"/>
                  </a:lnTo>
                  <a:lnTo>
                    <a:pt x="21" y="12"/>
                  </a:lnTo>
                  <a:lnTo>
                    <a:pt x="21" y="17"/>
                  </a:lnTo>
                  <a:lnTo>
                    <a:pt x="23" y="17"/>
                  </a:lnTo>
                  <a:lnTo>
                    <a:pt x="28" y="19"/>
                  </a:lnTo>
                  <a:lnTo>
                    <a:pt x="52" y="33"/>
                  </a:lnTo>
                  <a:lnTo>
                    <a:pt x="59" y="38"/>
                  </a:lnTo>
                  <a:lnTo>
                    <a:pt x="68" y="38"/>
                  </a:lnTo>
                  <a:lnTo>
                    <a:pt x="75" y="38"/>
                  </a:lnTo>
                  <a:lnTo>
                    <a:pt x="80" y="38"/>
                  </a:lnTo>
                  <a:lnTo>
                    <a:pt x="82" y="40"/>
                  </a:lnTo>
                  <a:lnTo>
                    <a:pt x="94" y="52"/>
                  </a:lnTo>
                  <a:lnTo>
                    <a:pt x="106" y="62"/>
                  </a:lnTo>
                  <a:lnTo>
                    <a:pt x="118" y="69"/>
                  </a:lnTo>
                  <a:lnTo>
                    <a:pt x="123" y="73"/>
                  </a:lnTo>
                  <a:lnTo>
                    <a:pt x="125" y="76"/>
                  </a:lnTo>
                  <a:lnTo>
                    <a:pt x="127" y="78"/>
                  </a:lnTo>
                  <a:lnTo>
                    <a:pt x="127" y="97"/>
                  </a:lnTo>
                  <a:lnTo>
                    <a:pt x="127" y="99"/>
                  </a:lnTo>
                  <a:lnTo>
                    <a:pt x="127" y="102"/>
                  </a:lnTo>
                  <a:lnTo>
                    <a:pt x="127" y="104"/>
                  </a:lnTo>
                  <a:lnTo>
                    <a:pt x="125" y="104"/>
                  </a:lnTo>
                  <a:lnTo>
                    <a:pt x="123" y="106"/>
                  </a:lnTo>
                  <a:lnTo>
                    <a:pt x="123" y="106"/>
                  </a:lnTo>
                  <a:lnTo>
                    <a:pt x="123" y="111"/>
                  </a:lnTo>
                  <a:lnTo>
                    <a:pt x="123" y="114"/>
                  </a:lnTo>
                  <a:lnTo>
                    <a:pt x="125" y="118"/>
                  </a:lnTo>
                  <a:lnTo>
                    <a:pt x="127" y="121"/>
                  </a:lnTo>
                  <a:lnTo>
                    <a:pt x="127" y="133"/>
                  </a:lnTo>
                  <a:lnTo>
                    <a:pt x="127" y="135"/>
                  </a:lnTo>
                  <a:lnTo>
                    <a:pt x="123" y="142"/>
                  </a:lnTo>
                  <a:lnTo>
                    <a:pt x="123" y="147"/>
                  </a:lnTo>
                  <a:lnTo>
                    <a:pt x="123" y="161"/>
                  </a:lnTo>
                  <a:lnTo>
                    <a:pt x="125" y="168"/>
                  </a:lnTo>
                  <a:lnTo>
                    <a:pt x="127" y="173"/>
                  </a:lnTo>
                  <a:lnTo>
                    <a:pt x="120" y="173"/>
                  </a:lnTo>
                  <a:lnTo>
                    <a:pt x="118" y="166"/>
                  </a:lnTo>
                  <a:lnTo>
                    <a:pt x="116" y="159"/>
                  </a:lnTo>
                  <a:lnTo>
                    <a:pt x="111" y="154"/>
                  </a:lnTo>
                  <a:lnTo>
                    <a:pt x="108" y="151"/>
                  </a:lnTo>
                  <a:lnTo>
                    <a:pt x="101" y="149"/>
                  </a:lnTo>
                  <a:lnTo>
                    <a:pt x="97" y="147"/>
                  </a:lnTo>
                  <a:lnTo>
                    <a:pt x="92" y="142"/>
                  </a:lnTo>
                  <a:lnTo>
                    <a:pt x="92" y="142"/>
                  </a:lnTo>
                  <a:lnTo>
                    <a:pt x="97" y="140"/>
                  </a:lnTo>
                  <a:lnTo>
                    <a:pt x="113" y="142"/>
                  </a:lnTo>
                  <a:lnTo>
                    <a:pt x="116" y="142"/>
                  </a:lnTo>
                  <a:lnTo>
                    <a:pt x="116" y="140"/>
                  </a:lnTo>
                  <a:lnTo>
                    <a:pt x="116" y="137"/>
                  </a:lnTo>
                  <a:lnTo>
                    <a:pt x="118" y="137"/>
                  </a:lnTo>
                  <a:lnTo>
                    <a:pt x="120" y="133"/>
                  </a:lnTo>
                  <a:lnTo>
                    <a:pt x="120" y="133"/>
                  </a:lnTo>
                  <a:lnTo>
                    <a:pt x="120" y="128"/>
                  </a:lnTo>
                  <a:lnTo>
                    <a:pt x="120" y="123"/>
                  </a:lnTo>
                  <a:lnTo>
                    <a:pt x="118" y="125"/>
                  </a:lnTo>
                  <a:lnTo>
                    <a:pt x="118" y="128"/>
                  </a:lnTo>
                  <a:lnTo>
                    <a:pt x="116" y="130"/>
                  </a:lnTo>
                  <a:lnTo>
                    <a:pt x="113" y="128"/>
                  </a:lnTo>
                  <a:lnTo>
                    <a:pt x="113" y="123"/>
                  </a:lnTo>
                  <a:lnTo>
                    <a:pt x="113" y="114"/>
                  </a:lnTo>
                  <a:lnTo>
                    <a:pt x="116" y="111"/>
                  </a:lnTo>
                  <a:lnTo>
                    <a:pt x="116" y="109"/>
                  </a:lnTo>
                  <a:lnTo>
                    <a:pt x="116" y="109"/>
                  </a:lnTo>
                  <a:lnTo>
                    <a:pt x="120" y="104"/>
                  </a:lnTo>
                  <a:lnTo>
                    <a:pt x="123" y="102"/>
                  </a:lnTo>
                  <a:lnTo>
                    <a:pt x="123" y="90"/>
                  </a:lnTo>
                  <a:lnTo>
                    <a:pt x="123" y="85"/>
                  </a:lnTo>
                  <a:lnTo>
                    <a:pt x="118" y="76"/>
                  </a:lnTo>
                  <a:lnTo>
                    <a:pt x="111" y="73"/>
                  </a:lnTo>
                  <a:lnTo>
                    <a:pt x="104" y="69"/>
                  </a:lnTo>
                  <a:lnTo>
                    <a:pt x="99" y="66"/>
                  </a:lnTo>
                  <a:lnTo>
                    <a:pt x="80" y="45"/>
                  </a:lnTo>
                  <a:lnTo>
                    <a:pt x="75" y="43"/>
                  </a:lnTo>
                  <a:lnTo>
                    <a:pt x="68" y="40"/>
                  </a:lnTo>
                  <a:lnTo>
                    <a:pt x="54" y="38"/>
                  </a:lnTo>
                  <a:lnTo>
                    <a:pt x="47" y="35"/>
                  </a:lnTo>
                  <a:lnTo>
                    <a:pt x="35" y="26"/>
                  </a:lnTo>
                  <a:lnTo>
                    <a:pt x="26" y="24"/>
                  </a:lnTo>
                  <a:lnTo>
                    <a:pt x="23" y="24"/>
                  </a:lnTo>
                  <a:lnTo>
                    <a:pt x="16" y="24"/>
                  </a:lnTo>
                  <a:lnTo>
                    <a:pt x="11" y="24"/>
                  </a:lnTo>
                  <a:lnTo>
                    <a:pt x="7" y="24"/>
                  </a:lnTo>
                  <a:lnTo>
                    <a:pt x="2" y="28"/>
                  </a:lnTo>
                  <a:lnTo>
                    <a:pt x="0" y="28"/>
                  </a:lnTo>
                  <a:lnTo>
                    <a:pt x="2" y="24"/>
                  </a:lnTo>
                  <a:lnTo>
                    <a:pt x="4" y="14"/>
                  </a:lnTo>
                  <a:lnTo>
                    <a:pt x="7" y="0"/>
                  </a:lnTo>
                  <a:lnTo>
                    <a:pt x="4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107"/>
            <p:cNvSpPr>
              <a:spLocks/>
            </p:cNvSpPr>
            <p:nvPr/>
          </p:nvSpPr>
          <p:spPr bwMode="auto">
            <a:xfrm>
              <a:off x="2319" y="919"/>
              <a:ext cx="76" cy="121"/>
            </a:xfrm>
            <a:custGeom>
              <a:avLst/>
              <a:gdLst>
                <a:gd name="T0" fmla="*/ 64 w 76"/>
                <a:gd name="T1" fmla="*/ 10 h 121"/>
                <a:gd name="T2" fmla="*/ 62 w 76"/>
                <a:gd name="T3" fmla="*/ 12 h 121"/>
                <a:gd name="T4" fmla="*/ 59 w 76"/>
                <a:gd name="T5" fmla="*/ 7 h 121"/>
                <a:gd name="T6" fmla="*/ 59 w 76"/>
                <a:gd name="T7" fmla="*/ 10 h 121"/>
                <a:gd name="T8" fmla="*/ 64 w 76"/>
                <a:gd name="T9" fmla="*/ 15 h 121"/>
                <a:gd name="T10" fmla="*/ 66 w 76"/>
                <a:gd name="T11" fmla="*/ 15 h 121"/>
                <a:gd name="T12" fmla="*/ 71 w 76"/>
                <a:gd name="T13" fmla="*/ 33 h 121"/>
                <a:gd name="T14" fmla="*/ 71 w 76"/>
                <a:gd name="T15" fmla="*/ 38 h 121"/>
                <a:gd name="T16" fmla="*/ 71 w 76"/>
                <a:gd name="T17" fmla="*/ 48 h 121"/>
                <a:gd name="T18" fmla="*/ 69 w 76"/>
                <a:gd name="T19" fmla="*/ 52 h 121"/>
                <a:gd name="T20" fmla="*/ 64 w 76"/>
                <a:gd name="T21" fmla="*/ 59 h 121"/>
                <a:gd name="T22" fmla="*/ 59 w 76"/>
                <a:gd name="T23" fmla="*/ 62 h 121"/>
                <a:gd name="T24" fmla="*/ 45 w 76"/>
                <a:gd name="T25" fmla="*/ 83 h 121"/>
                <a:gd name="T26" fmla="*/ 43 w 76"/>
                <a:gd name="T27" fmla="*/ 86 h 121"/>
                <a:gd name="T28" fmla="*/ 26 w 76"/>
                <a:gd name="T29" fmla="*/ 93 h 121"/>
                <a:gd name="T30" fmla="*/ 21 w 76"/>
                <a:gd name="T31" fmla="*/ 104 h 121"/>
                <a:gd name="T32" fmla="*/ 14 w 76"/>
                <a:gd name="T33" fmla="*/ 112 h 121"/>
                <a:gd name="T34" fmla="*/ 10 w 76"/>
                <a:gd name="T35" fmla="*/ 114 h 121"/>
                <a:gd name="T36" fmla="*/ 0 w 76"/>
                <a:gd name="T37" fmla="*/ 121 h 121"/>
                <a:gd name="T38" fmla="*/ 0 w 76"/>
                <a:gd name="T39" fmla="*/ 112 h 121"/>
                <a:gd name="T40" fmla="*/ 3 w 76"/>
                <a:gd name="T41" fmla="*/ 109 h 121"/>
                <a:gd name="T42" fmla="*/ 10 w 76"/>
                <a:gd name="T43" fmla="*/ 109 h 121"/>
                <a:gd name="T44" fmla="*/ 17 w 76"/>
                <a:gd name="T45" fmla="*/ 102 h 121"/>
                <a:gd name="T46" fmla="*/ 14 w 76"/>
                <a:gd name="T47" fmla="*/ 100 h 121"/>
                <a:gd name="T48" fmla="*/ 19 w 76"/>
                <a:gd name="T49" fmla="*/ 95 h 121"/>
                <a:gd name="T50" fmla="*/ 17 w 76"/>
                <a:gd name="T51" fmla="*/ 95 h 121"/>
                <a:gd name="T52" fmla="*/ 14 w 76"/>
                <a:gd name="T53" fmla="*/ 93 h 121"/>
                <a:gd name="T54" fmla="*/ 24 w 76"/>
                <a:gd name="T55" fmla="*/ 88 h 121"/>
                <a:gd name="T56" fmla="*/ 29 w 76"/>
                <a:gd name="T57" fmla="*/ 86 h 121"/>
                <a:gd name="T58" fmla="*/ 33 w 76"/>
                <a:gd name="T59" fmla="*/ 81 h 121"/>
                <a:gd name="T60" fmla="*/ 31 w 76"/>
                <a:gd name="T61" fmla="*/ 76 h 121"/>
                <a:gd name="T62" fmla="*/ 36 w 76"/>
                <a:gd name="T63" fmla="*/ 71 h 121"/>
                <a:gd name="T64" fmla="*/ 45 w 76"/>
                <a:gd name="T65" fmla="*/ 69 h 121"/>
                <a:gd name="T66" fmla="*/ 45 w 76"/>
                <a:gd name="T67" fmla="*/ 59 h 121"/>
                <a:gd name="T68" fmla="*/ 50 w 76"/>
                <a:gd name="T69" fmla="*/ 57 h 121"/>
                <a:gd name="T70" fmla="*/ 62 w 76"/>
                <a:gd name="T71" fmla="*/ 52 h 121"/>
                <a:gd name="T72" fmla="*/ 69 w 76"/>
                <a:gd name="T73" fmla="*/ 41 h 121"/>
                <a:gd name="T74" fmla="*/ 59 w 76"/>
                <a:gd name="T75" fmla="*/ 29 h 121"/>
                <a:gd name="T76" fmla="*/ 38 w 76"/>
                <a:gd name="T77" fmla="*/ 29 h 121"/>
                <a:gd name="T78" fmla="*/ 36 w 76"/>
                <a:gd name="T79" fmla="*/ 24 h 121"/>
                <a:gd name="T80" fmla="*/ 38 w 76"/>
                <a:gd name="T81" fmla="*/ 19 h 121"/>
                <a:gd name="T82" fmla="*/ 43 w 76"/>
                <a:gd name="T83" fmla="*/ 19 h 121"/>
                <a:gd name="T84" fmla="*/ 38 w 76"/>
                <a:gd name="T85" fmla="*/ 12 h 121"/>
                <a:gd name="T86" fmla="*/ 45 w 76"/>
                <a:gd name="T87" fmla="*/ 15 h 121"/>
                <a:gd name="T88" fmla="*/ 47 w 76"/>
                <a:gd name="T89" fmla="*/ 10 h 121"/>
                <a:gd name="T90" fmla="*/ 50 w 76"/>
                <a:gd name="T91" fmla="*/ 10 h 121"/>
                <a:gd name="T92" fmla="*/ 52 w 76"/>
                <a:gd name="T93" fmla="*/ 10 h 121"/>
                <a:gd name="T94" fmla="*/ 52 w 76"/>
                <a:gd name="T95" fmla="*/ 7 h 121"/>
                <a:gd name="T96" fmla="*/ 50 w 76"/>
                <a:gd name="T97" fmla="*/ 7 h 121"/>
                <a:gd name="T98" fmla="*/ 47 w 76"/>
                <a:gd name="T99" fmla="*/ 5 h 121"/>
                <a:gd name="T100" fmla="*/ 62 w 76"/>
                <a:gd name="T101" fmla="*/ 3 h 121"/>
                <a:gd name="T102" fmla="*/ 66 w 76"/>
                <a:gd name="T103" fmla="*/ 0 h 121"/>
                <a:gd name="T104" fmla="*/ 66 w 76"/>
                <a:gd name="T105" fmla="*/ 3 h 121"/>
                <a:gd name="T106" fmla="*/ 69 w 76"/>
                <a:gd name="T107" fmla="*/ 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6" h="121">
                  <a:moveTo>
                    <a:pt x="69" y="3"/>
                  </a:moveTo>
                  <a:lnTo>
                    <a:pt x="64" y="10"/>
                  </a:lnTo>
                  <a:lnTo>
                    <a:pt x="64" y="12"/>
                  </a:lnTo>
                  <a:lnTo>
                    <a:pt x="62" y="12"/>
                  </a:lnTo>
                  <a:lnTo>
                    <a:pt x="62" y="10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9" y="10"/>
                  </a:lnTo>
                  <a:lnTo>
                    <a:pt x="62" y="12"/>
                  </a:lnTo>
                  <a:lnTo>
                    <a:pt x="64" y="15"/>
                  </a:lnTo>
                  <a:lnTo>
                    <a:pt x="66" y="12"/>
                  </a:lnTo>
                  <a:lnTo>
                    <a:pt x="66" y="15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6" y="38"/>
                  </a:lnTo>
                  <a:lnTo>
                    <a:pt x="71" y="38"/>
                  </a:lnTo>
                  <a:lnTo>
                    <a:pt x="71" y="43"/>
                  </a:lnTo>
                  <a:lnTo>
                    <a:pt x="71" y="48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6" y="57"/>
                  </a:lnTo>
                  <a:lnTo>
                    <a:pt x="64" y="59"/>
                  </a:lnTo>
                  <a:lnTo>
                    <a:pt x="62" y="59"/>
                  </a:lnTo>
                  <a:lnTo>
                    <a:pt x="59" y="62"/>
                  </a:lnTo>
                  <a:lnTo>
                    <a:pt x="55" y="76"/>
                  </a:lnTo>
                  <a:lnTo>
                    <a:pt x="45" y="83"/>
                  </a:lnTo>
                  <a:lnTo>
                    <a:pt x="45" y="86"/>
                  </a:lnTo>
                  <a:lnTo>
                    <a:pt x="43" y="86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4" y="95"/>
                  </a:lnTo>
                  <a:lnTo>
                    <a:pt x="21" y="104"/>
                  </a:lnTo>
                  <a:lnTo>
                    <a:pt x="19" y="107"/>
                  </a:lnTo>
                  <a:lnTo>
                    <a:pt x="14" y="112"/>
                  </a:lnTo>
                  <a:lnTo>
                    <a:pt x="12" y="112"/>
                  </a:lnTo>
                  <a:lnTo>
                    <a:pt x="10" y="114"/>
                  </a:lnTo>
                  <a:lnTo>
                    <a:pt x="5" y="114"/>
                  </a:lnTo>
                  <a:lnTo>
                    <a:pt x="0" y="121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3" y="109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7" y="97"/>
                  </a:lnTo>
                  <a:lnTo>
                    <a:pt x="19" y="95"/>
                  </a:lnTo>
                  <a:lnTo>
                    <a:pt x="17" y="95"/>
                  </a:lnTo>
                  <a:lnTo>
                    <a:pt x="17" y="95"/>
                  </a:lnTo>
                  <a:lnTo>
                    <a:pt x="14" y="95"/>
                  </a:lnTo>
                  <a:lnTo>
                    <a:pt x="14" y="93"/>
                  </a:lnTo>
                  <a:lnTo>
                    <a:pt x="19" y="90"/>
                  </a:lnTo>
                  <a:lnTo>
                    <a:pt x="24" y="88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31" y="83"/>
                  </a:lnTo>
                  <a:lnTo>
                    <a:pt x="33" y="81"/>
                  </a:lnTo>
                  <a:lnTo>
                    <a:pt x="33" y="78"/>
                  </a:lnTo>
                  <a:lnTo>
                    <a:pt x="31" y="76"/>
                  </a:lnTo>
                  <a:lnTo>
                    <a:pt x="31" y="74"/>
                  </a:lnTo>
                  <a:lnTo>
                    <a:pt x="36" y="71"/>
                  </a:lnTo>
                  <a:lnTo>
                    <a:pt x="40" y="71"/>
                  </a:lnTo>
                  <a:lnTo>
                    <a:pt x="45" y="69"/>
                  </a:lnTo>
                  <a:lnTo>
                    <a:pt x="45" y="67"/>
                  </a:lnTo>
                  <a:lnTo>
                    <a:pt x="45" y="59"/>
                  </a:lnTo>
                  <a:lnTo>
                    <a:pt x="47" y="57"/>
                  </a:lnTo>
                  <a:lnTo>
                    <a:pt x="50" y="57"/>
                  </a:lnTo>
                  <a:lnTo>
                    <a:pt x="55" y="55"/>
                  </a:lnTo>
                  <a:lnTo>
                    <a:pt x="62" y="52"/>
                  </a:lnTo>
                  <a:lnTo>
                    <a:pt x="66" y="48"/>
                  </a:lnTo>
                  <a:lnTo>
                    <a:pt x="69" y="41"/>
                  </a:lnTo>
                  <a:lnTo>
                    <a:pt x="64" y="33"/>
                  </a:lnTo>
                  <a:lnTo>
                    <a:pt x="59" y="29"/>
                  </a:lnTo>
                  <a:lnTo>
                    <a:pt x="45" y="31"/>
                  </a:lnTo>
                  <a:lnTo>
                    <a:pt x="38" y="29"/>
                  </a:lnTo>
                  <a:lnTo>
                    <a:pt x="36" y="26"/>
                  </a:lnTo>
                  <a:lnTo>
                    <a:pt x="36" y="24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0" y="19"/>
                  </a:lnTo>
                  <a:lnTo>
                    <a:pt x="43" y="19"/>
                  </a:lnTo>
                  <a:lnTo>
                    <a:pt x="40" y="17"/>
                  </a:lnTo>
                  <a:lnTo>
                    <a:pt x="38" y="12"/>
                  </a:lnTo>
                  <a:lnTo>
                    <a:pt x="43" y="15"/>
                  </a:lnTo>
                  <a:lnTo>
                    <a:pt x="45" y="15"/>
                  </a:lnTo>
                  <a:lnTo>
                    <a:pt x="45" y="12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47" y="5"/>
                  </a:lnTo>
                  <a:lnTo>
                    <a:pt x="57" y="5"/>
                  </a:lnTo>
                  <a:lnTo>
                    <a:pt x="62" y="3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3"/>
                  </a:lnTo>
                  <a:lnTo>
                    <a:pt x="69" y="3"/>
                  </a:lnTo>
                  <a:lnTo>
                    <a:pt x="69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108"/>
            <p:cNvSpPr>
              <a:spLocks/>
            </p:cNvSpPr>
            <p:nvPr/>
          </p:nvSpPr>
          <p:spPr bwMode="auto">
            <a:xfrm>
              <a:off x="2163" y="742"/>
              <a:ext cx="31" cy="14"/>
            </a:xfrm>
            <a:custGeom>
              <a:avLst/>
              <a:gdLst>
                <a:gd name="T0" fmla="*/ 28 w 31"/>
                <a:gd name="T1" fmla="*/ 7 h 14"/>
                <a:gd name="T2" fmla="*/ 28 w 31"/>
                <a:gd name="T3" fmla="*/ 9 h 14"/>
                <a:gd name="T4" fmla="*/ 26 w 31"/>
                <a:gd name="T5" fmla="*/ 9 h 14"/>
                <a:gd name="T6" fmla="*/ 21 w 31"/>
                <a:gd name="T7" fmla="*/ 12 h 14"/>
                <a:gd name="T8" fmla="*/ 21 w 31"/>
                <a:gd name="T9" fmla="*/ 12 h 14"/>
                <a:gd name="T10" fmla="*/ 24 w 31"/>
                <a:gd name="T11" fmla="*/ 14 h 14"/>
                <a:gd name="T12" fmla="*/ 21 w 31"/>
                <a:gd name="T13" fmla="*/ 14 h 14"/>
                <a:gd name="T14" fmla="*/ 17 w 31"/>
                <a:gd name="T15" fmla="*/ 12 h 14"/>
                <a:gd name="T16" fmla="*/ 14 w 31"/>
                <a:gd name="T17" fmla="*/ 9 h 14"/>
                <a:gd name="T18" fmla="*/ 10 w 31"/>
                <a:gd name="T19" fmla="*/ 12 h 14"/>
                <a:gd name="T20" fmla="*/ 5 w 31"/>
                <a:gd name="T21" fmla="*/ 12 h 14"/>
                <a:gd name="T22" fmla="*/ 0 w 31"/>
                <a:gd name="T23" fmla="*/ 14 h 14"/>
                <a:gd name="T24" fmla="*/ 0 w 31"/>
                <a:gd name="T25" fmla="*/ 9 h 14"/>
                <a:gd name="T26" fmla="*/ 0 w 31"/>
                <a:gd name="T27" fmla="*/ 7 h 14"/>
                <a:gd name="T28" fmla="*/ 2 w 31"/>
                <a:gd name="T29" fmla="*/ 4 h 14"/>
                <a:gd name="T30" fmla="*/ 7 w 31"/>
                <a:gd name="T31" fmla="*/ 4 h 14"/>
                <a:gd name="T32" fmla="*/ 17 w 31"/>
                <a:gd name="T33" fmla="*/ 0 h 14"/>
                <a:gd name="T34" fmla="*/ 24 w 31"/>
                <a:gd name="T35" fmla="*/ 0 h 14"/>
                <a:gd name="T36" fmla="*/ 26 w 31"/>
                <a:gd name="T37" fmla="*/ 0 h 14"/>
                <a:gd name="T38" fmla="*/ 31 w 31"/>
                <a:gd name="T39" fmla="*/ 2 h 14"/>
                <a:gd name="T40" fmla="*/ 28 w 31"/>
                <a:gd name="T41" fmla="*/ 7 h 14"/>
                <a:gd name="T42" fmla="*/ 28 w 31"/>
                <a:gd name="T4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" h="14">
                  <a:moveTo>
                    <a:pt x="28" y="7"/>
                  </a:moveTo>
                  <a:lnTo>
                    <a:pt x="28" y="9"/>
                  </a:lnTo>
                  <a:lnTo>
                    <a:pt x="26" y="9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7" y="12"/>
                  </a:lnTo>
                  <a:lnTo>
                    <a:pt x="14" y="9"/>
                  </a:lnTo>
                  <a:lnTo>
                    <a:pt x="10" y="12"/>
                  </a:lnTo>
                  <a:lnTo>
                    <a:pt x="5" y="12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7"/>
                  </a:lnTo>
                  <a:lnTo>
                    <a:pt x="2" y="4"/>
                  </a:lnTo>
                  <a:lnTo>
                    <a:pt x="7" y="4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1" y="2"/>
                  </a:lnTo>
                  <a:lnTo>
                    <a:pt x="28" y="7"/>
                  </a:lnTo>
                  <a:lnTo>
                    <a:pt x="28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109"/>
            <p:cNvSpPr>
              <a:spLocks/>
            </p:cNvSpPr>
            <p:nvPr/>
          </p:nvSpPr>
          <p:spPr bwMode="auto">
            <a:xfrm>
              <a:off x="2227" y="649"/>
              <a:ext cx="21" cy="41"/>
            </a:xfrm>
            <a:custGeom>
              <a:avLst/>
              <a:gdLst>
                <a:gd name="T0" fmla="*/ 21 w 21"/>
                <a:gd name="T1" fmla="*/ 19 h 41"/>
                <a:gd name="T2" fmla="*/ 16 w 21"/>
                <a:gd name="T3" fmla="*/ 34 h 41"/>
                <a:gd name="T4" fmla="*/ 14 w 21"/>
                <a:gd name="T5" fmla="*/ 31 h 41"/>
                <a:gd name="T6" fmla="*/ 14 w 21"/>
                <a:gd name="T7" fmla="*/ 29 h 41"/>
                <a:gd name="T8" fmla="*/ 16 w 21"/>
                <a:gd name="T9" fmla="*/ 24 h 41"/>
                <a:gd name="T10" fmla="*/ 14 w 21"/>
                <a:gd name="T11" fmla="*/ 26 h 41"/>
                <a:gd name="T12" fmla="*/ 12 w 21"/>
                <a:gd name="T13" fmla="*/ 36 h 41"/>
                <a:gd name="T14" fmla="*/ 12 w 21"/>
                <a:gd name="T15" fmla="*/ 38 h 41"/>
                <a:gd name="T16" fmla="*/ 0 w 21"/>
                <a:gd name="T17" fmla="*/ 41 h 41"/>
                <a:gd name="T18" fmla="*/ 0 w 21"/>
                <a:gd name="T19" fmla="*/ 38 h 41"/>
                <a:gd name="T20" fmla="*/ 5 w 21"/>
                <a:gd name="T21" fmla="*/ 36 h 41"/>
                <a:gd name="T22" fmla="*/ 5 w 21"/>
                <a:gd name="T23" fmla="*/ 29 h 41"/>
                <a:gd name="T24" fmla="*/ 5 w 21"/>
                <a:gd name="T25" fmla="*/ 22 h 41"/>
                <a:gd name="T26" fmla="*/ 2 w 21"/>
                <a:gd name="T27" fmla="*/ 15 h 41"/>
                <a:gd name="T28" fmla="*/ 2 w 21"/>
                <a:gd name="T29" fmla="*/ 10 h 41"/>
                <a:gd name="T30" fmla="*/ 5 w 21"/>
                <a:gd name="T31" fmla="*/ 8 h 41"/>
                <a:gd name="T32" fmla="*/ 7 w 21"/>
                <a:gd name="T33" fmla="*/ 5 h 41"/>
                <a:gd name="T34" fmla="*/ 12 w 21"/>
                <a:gd name="T35" fmla="*/ 3 h 41"/>
                <a:gd name="T36" fmla="*/ 12 w 21"/>
                <a:gd name="T37" fmla="*/ 3 h 41"/>
                <a:gd name="T38" fmla="*/ 12 w 21"/>
                <a:gd name="T39" fmla="*/ 0 h 41"/>
                <a:gd name="T40" fmla="*/ 14 w 21"/>
                <a:gd name="T41" fmla="*/ 0 h 41"/>
                <a:gd name="T42" fmla="*/ 14 w 21"/>
                <a:gd name="T43" fmla="*/ 0 h 41"/>
                <a:gd name="T44" fmla="*/ 19 w 21"/>
                <a:gd name="T45" fmla="*/ 5 h 41"/>
                <a:gd name="T46" fmla="*/ 19 w 21"/>
                <a:gd name="T47" fmla="*/ 5 h 41"/>
                <a:gd name="T48" fmla="*/ 19 w 21"/>
                <a:gd name="T49" fmla="*/ 8 h 41"/>
                <a:gd name="T50" fmla="*/ 21 w 21"/>
                <a:gd name="T51" fmla="*/ 10 h 41"/>
                <a:gd name="T52" fmla="*/ 21 w 21"/>
                <a:gd name="T53" fmla="*/ 12 h 41"/>
                <a:gd name="T54" fmla="*/ 21 w 21"/>
                <a:gd name="T55" fmla="*/ 15 h 41"/>
                <a:gd name="T56" fmla="*/ 21 w 21"/>
                <a:gd name="T57" fmla="*/ 17 h 41"/>
                <a:gd name="T58" fmla="*/ 21 w 21"/>
                <a:gd name="T59" fmla="*/ 19 h 41"/>
                <a:gd name="T60" fmla="*/ 21 w 21"/>
                <a:gd name="T61" fmla="*/ 1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41">
                  <a:moveTo>
                    <a:pt x="21" y="19"/>
                  </a:moveTo>
                  <a:lnTo>
                    <a:pt x="16" y="34"/>
                  </a:lnTo>
                  <a:lnTo>
                    <a:pt x="14" y="31"/>
                  </a:lnTo>
                  <a:lnTo>
                    <a:pt x="14" y="29"/>
                  </a:lnTo>
                  <a:lnTo>
                    <a:pt x="16" y="24"/>
                  </a:lnTo>
                  <a:lnTo>
                    <a:pt x="14" y="26"/>
                  </a:lnTo>
                  <a:lnTo>
                    <a:pt x="12" y="36"/>
                  </a:lnTo>
                  <a:lnTo>
                    <a:pt x="12" y="38"/>
                  </a:lnTo>
                  <a:lnTo>
                    <a:pt x="0" y="41"/>
                  </a:lnTo>
                  <a:lnTo>
                    <a:pt x="0" y="38"/>
                  </a:lnTo>
                  <a:lnTo>
                    <a:pt x="5" y="36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2" y="15"/>
                  </a:lnTo>
                  <a:lnTo>
                    <a:pt x="2" y="10"/>
                  </a:lnTo>
                  <a:lnTo>
                    <a:pt x="5" y="8"/>
                  </a:lnTo>
                  <a:lnTo>
                    <a:pt x="7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21" y="10"/>
                  </a:lnTo>
                  <a:lnTo>
                    <a:pt x="21" y="12"/>
                  </a:lnTo>
                  <a:lnTo>
                    <a:pt x="21" y="15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1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110"/>
            <p:cNvSpPr>
              <a:spLocks/>
            </p:cNvSpPr>
            <p:nvPr/>
          </p:nvSpPr>
          <p:spPr bwMode="auto">
            <a:xfrm>
              <a:off x="2291" y="941"/>
              <a:ext cx="16" cy="28"/>
            </a:xfrm>
            <a:custGeom>
              <a:avLst/>
              <a:gdLst>
                <a:gd name="T0" fmla="*/ 5 w 16"/>
                <a:gd name="T1" fmla="*/ 23 h 28"/>
                <a:gd name="T2" fmla="*/ 0 w 16"/>
                <a:gd name="T3" fmla="*/ 28 h 28"/>
                <a:gd name="T4" fmla="*/ 0 w 16"/>
                <a:gd name="T5" fmla="*/ 19 h 28"/>
                <a:gd name="T6" fmla="*/ 5 w 16"/>
                <a:gd name="T7" fmla="*/ 11 h 28"/>
                <a:gd name="T8" fmla="*/ 12 w 16"/>
                <a:gd name="T9" fmla="*/ 7 h 28"/>
                <a:gd name="T10" fmla="*/ 16 w 16"/>
                <a:gd name="T11" fmla="*/ 0 h 28"/>
                <a:gd name="T12" fmla="*/ 16 w 16"/>
                <a:gd name="T13" fmla="*/ 4 h 28"/>
                <a:gd name="T14" fmla="*/ 12 w 16"/>
                <a:gd name="T15" fmla="*/ 14 h 28"/>
                <a:gd name="T16" fmla="*/ 5 w 16"/>
                <a:gd name="T17" fmla="*/ 23 h 28"/>
                <a:gd name="T18" fmla="*/ 5 w 16"/>
                <a:gd name="T19" fmla="*/ 2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28">
                  <a:moveTo>
                    <a:pt x="5" y="23"/>
                  </a:moveTo>
                  <a:lnTo>
                    <a:pt x="0" y="28"/>
                  </a:lnTo>
                  <a:lnTo>
                    <a:pt x="0" y="19"/>
                  </a:lnTo>
                  <a:lnTo>
                    <a:pt x="5" y="11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14"/>
                  </a:lnTo>
                  <a:lnTo>
                    <a:pt x="5" y="23"/>
                  </a:lnTo>
                  <a:lnTo>
                    <a:pt x="5" y="2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111"/>
            <p:cNvSpPr>
              <a:spLocks/>
            </p:cNvSpPr>
            <p:nvPr/>
          </p:nvSpPr>
          <p:spPr bwMode="auto">
            <a:xfrm>
              <a:off x="2291" y="907"/>
              <a:ext cx="64" cy="31"/>
            </a:xfrm>
            <a:custGeom>
              <a:avLst/>
              <a:gdLst>
                <a:gd name="T0" fmla="*/ 31 w 64"/>
                <a:gd name="T1" fmla="*/ 15 h 31"/>
                <a:gd name="T2" fmla="*/ 31 w 64"/>
                <a:gd name="T3" fmla="*/ 15 h 31"/>
                <a:gd name="T4" fmla="*/ 33 w 64"/>
                <a:gd name="T5" fmla="*/ 12 h 31"/>
                <a:gd name="T6" fmla="*/ 35 w 64"/>
                <a:gd name="T7" fmla="*/ 12 h 31"/>
                <a:gd name="T8" fmla="*/ 35 w 64"/>
                <a:gd name="T9" fmla="*/ 15 h 31"/>
                <a:gd name="T10" fmla="*/ 35 w 64"/>
                <a:gd name="T11" fmla="*/ 17 h 31"/>
                <a:gd name="T12" fmla="*/ 40 w 64"/>
                <a:gd name="T13" fmla="*/ 17 h 31"/>
                <a:gd name="T14" fmla="*/ 47 w 64"/>
                <a:gd name="T15" fmla="*/ 17 h 31"/>
                <a:gd name="T16" fmla="*/ 49 w 64"/>
                <a:gd name="T17" fmla="*/ 17 h 31"/>
                <a:gd name="T18" fmla="*/ 49 w 64"/>
                <a:gd name="T19" fmla="*/ 15 h 31"/>
                <a:gd name="T20" fmla="*/ 52 w 64"/>
                <a:gd name="T21" fmla="*/ 15 h 31"/>
                <a:gd name="T22" fmla="*/ 64 w 64"/>
                <a:gd name="T23" fmla="*/ 17 h 31"/>
                <a:gd name="T24" fmla="*/ 52 w 64"/>
                <a:gd name="T25" fmla="*/ 31 h 31"/>
                <a:gd name="T26" fmla="*/ 52 w 64"/>
                <a:gd name="T27" fmla="*/ 31 h 31"/>
                <a:gd name="T28" fmla="*/ 52 w 64"/>
                <a:gd name="T29" fmla="*/ 31 h 31"/>
                <a:gd name="T30" fmla="*/ 49 w 64"/>
                <a:gd name="T31" fmla="*/ 29 h 31"/>
                <a:gd name="T32" fmla="*/ 49 w 64"/>
                <a:gd name="T33" fmla="*/ 27 h 31"/>
                <a:gd name="T34" fmla="*/ 45 w 64"/>
                <a:gd name="T35" fmla="*/ 27 h 31"/>
                <a:gd name="T36" fmla="*/ 40 w 64"/>
                <a:gd name="T37" fmla="*/ 29 h 31"/>
                <a:gd name="T38" fmla="*/ 26 w 64"/>
                <a:gd name="T39" fmla="*/ 27 h 31"/>
                <a:gd name="T40" fmla="*/ 26 w 64"/>
                <a:gd name="T41" fmla="*/ 27 h 31"/>
                <a:gd name="T42" fmla="*/ 21 w 64"/>
                <a:gd name="T43" fmla="*/ 24 h 31"/>
                <a:gd name="T44" fmla="*/ 21 w 64"/>
                <a:gd name="T45" fmla="*/ 27 h 31"/>
                <a:gd name="T46" fmla="*/ 19 w 64"/>
                <a:gd name="T47" fmla="*/ 29 h 31"/>
                <a:gd name="T48" fmla="*/ 16 w 64"/>
                <a:gd name="T49" fmla="*/ 29 h 31"/>
                <a:gd name="T50" fmla="*/ 16 w 64"/>
                <a:gd name="T51" fmla="*/ 29 h 31"/>
                <a:gd name="T52" fmla="*/ 16 w 64"/>
                <a:gd name="T53" fmla="*/ 24 h 31"/>
                <a:gd name="T54" fmla="*/ 16 w 64"/>
                <a:gd name="T55" fmla="*/ 22 h 31"/>
                <a:gd name="T56" fmla="*/ 14 w 64"/>
                <a:gd name="T57" fmla="*/ 22 h 31"/>
                <a:gd name="T58" fmla="*/ 0 w 64"/>
                <a:gd name="T59" fmla="*/ 5 h 31"/>
                <a:gd name="T60" fmla="*/ 0 w 64"/>
                <a:gd name="T61" fmla="*/ 3 h 31"/>
                <a:gd name="T62" fmla="*/ 0 w 64"/>
                <a:gd name="T63" fmla="*/ 3 h 31"/>
                <a:gd name="T64" fmla="*/ 0 w 64"/>
                <a:gd name="T65" fmla="*/ 3 h 31"/>
                <a:gd name="T66" fmla="*/ 2 w 64"/>
                <a:gd name="T67" fmla="*/ 3 h 31"/>
                <a:gd name="T68" fmla="*/ 2 w 64"/>
                <a:gd name="T69" fmla="*/ 0 h 31"/>
                <a:gd name="T70" fmla="*/ 7 w 64"/>
                <a:gd name="T71" fmla="*/ 0 h 31"/>
                <a:gd name="T72" fmla="*/ 7 w 64"/>
                <a:gd name="T73" fmla="*/ 0 h 31"/>
                <a:gd name="T74" fmla="*/ 9 w 64"/>
                <a:gd name="T75" fmla="*/ 0 h 31"/>
                <a:gd name="T76" fmla="*/ 14 w 64"/>
                <a:gd name="T77" fmla="*/ 3 h 31"/>
                <a:gd name="T78" fmla="*/ 16 w 64"/>
                <a:gd name="T79" fmla="*/ 3 h 31"/>
                <a:gd name="T80" fmla="*/ 21 w 64"/>
                <a:gd name="T81" fmla="*/ 3 h 31"/>
                <a:gd name="T82" fmla="*/ 23 w 64"/>
                <a:gd name="T83" fmla="*/ 3 h 31"/>
                <a:gd name="T84" fmla="*/ 28 w 64"/>
                <a:gd name="T85" fmla="*/ 8 h 31"/>
                <a:gd name="T86" fmla="*/ 31 w 64"/>
                <a:gd name="T87" fmla="*/ 10 h 31"/>
                <a:gd name="T88" fmla="*/ 31 w 64"/>
                <a:gd name="T89" fmla="*/ 12 h 31"/>
                <a:gd name="T90" fmla="*/ 31 w 64"/>
                <a:gd name="T91" fmla="*/ 15 h 31"/>
                <a:gd name="T92" fmla="*/ 31 w 64"/>
                <a:gd name="T93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4" h="31">
                  <a:moveTo>
                    <a:pt x="31" y="15"/>
                  </a:moveTo>
                  <a:lnTo>
                    <a:pt x="31" y="15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5" y="15"/>
                  </a:lnTo>
                  <a:lnTo>
                    <a:pt x="35" y="17"/>
                  </a:lnTo>
                  <a:lnTo>
                    <a:pt x="40" y="17"/>
                  </a:lnTo>
                  <a:lnTo>
                    <a:pt x="47" y="17"/>
                  </a:lnTo>
                  <a:lnTo>
                    <a:pt x="49" y="17"/>
                  </a:lnTo>
                  <a:lnTo>
                    <a:pt x="49" y="15"/>
                  </a:lnTo>
                  <a:lnTo>
                    <a:pt x="52" y="15"/>
                  </a:lnTo>
                  <a:lnTo>
                    <a:pt x="64" y="17"/>
                  </a:lnTo>
                  <a:lnTo>
                    <a:pt x="52" y="31"/>
                  </a:lnTo>
                  <a:lnTo>
                    <a:pt x="52" y="31"/>
                  </a:lnTo>
                  <a:lnTo>
                    <a:pt x="52" y="31"/>
                  </a:lnTo>
                  <a:lnTo>
                    <a:pt x="49" y="29"/>
                  </a:lnTo>
                  <a:lnTo>
                    <a:pt x="49" y="27"/>
                  </a:lnTo>
                  <a:lnTo>
                    <a:pt x="45" y="27"/>
                  </a:lnTo>
                  <a:lnTo>
                    <a:pt x="40" y="29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1" y="24"/>
                  </a:lnTo>
                  <a:lnTo>
                    <a:pt x="21" y="27"/>
                  </a:lnTo>
                  <a:lnTo>
                    <a:pt x="19" y="29"/>
                  </a:lnTo>
                  <a:lnTo>
                    <a:pt x="16" y="29"/>
                  </a:lnTo>
                  <a:lnTo>
                    <a:pt x="16" y="29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4" y="3"/>
                  </a:lnTo>
                  <a:lnTo>
                    <a:pt x="16" y="3"/>
                  </a:lnTo>
                  <a:lnTo>
                    <a:pt x="21" y="3"/>
                  </a:lnTo>
                  <a:lnTo>
                    <a:pt x="23" y="3"/>
                  </a:lnTo>
                  <a:lnTo>
                    <a:pt x="28" y="8"/>
                  </a:lnTo>
                  <a:lnTo>
                    <a:pt x="31" y="10"/>
                  </a:lnTo>
                  <a:lnTo>
                    <a:pt x="31" y="12"/>
                  </a:lnTo>
                  <a:lnTo>
                    <a:pt x="31" y="15"/>
                  </a:lnTo>
                  <a:lnTo>
                    <a:pt x="31" y="1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112"/>
            <p:cNvSpPr>
              <a:spLocks/>
            </p:cNvSpPr>
            <p:nvPr/>
          </p:nvSpPr>
          <p:spPr bwMode="auto">
            <a:xfrm>
              <a:off x="1657" y="514"/>
              <a:ext cx="54" cy="22"/>
            </a:xfrm>
            <a:custGeom>
              <a:avLst/>
              <a:gdLst>
                <a:gd name="T0" fmla="*/ 42 w 54"/>
                <a:gd name="T1" fmla="*/ 0 h 22"/>
                <a:gd name="T2" fmla="*/ 47 w 54"/>
                <a:gd name="T3" fmla="*/ 3 h 22"/>
                <a:gd name="T4" fmla="*/ 54 w 54"/>
                <a:gd name="T5" fmla="*/ 3 h 22"/>
                <a:gd name="T6" fmla="*/ 52 w 54"/>
                <a:gd name="T7" fmla="*/ 8 h 22"/>
                <a:gd name="T8" fmla="*/ 33 w 54"/>
                <a:gd name="T9" fmla="*/ 17 h 22"/>
                <a:gd name="T10" fmla="*/ 28 w 54"/>
                <a:gd name="T11" fmla="*/ 17 h 22"/>
                <a:gd name="T12" fmla="*/ 23 w 54"/>
                <a:gd name="T13" fmla="*/ 15 h 22"/>
                <a:gd name="T14" fmla="*/ 21 w 54"/>
                <a:gd name="T15" fmla="*/ 17 h 22"/>
                <a:gd name="T16" fmla="*/ 21 w 54"/>
                <a:gd name="T17" fmla="*/ 19 h 22"/>
                <a:gd name="T18" fmla="*/ 19 w 54"/>
                <a:gd name="T19" fmla="*/ 22 h 22"/>
                <a:gd name="T20" fmla="*/ 16 w 54"/>
                <a:gd name="T21" fmla="*/ 22 h 22"/>
                <a:gd name="T22" fmla="*/ 12 w 54"/>
                <a:gd name="T23" fmla="*/ 19 h 22"/>
                <a:gd name="T24" fmla="*/ 9 w 54"/>
                <a:gd name="T25" fmla="*/ 19 h 22"/>
                <a:gd name="T26" fmla="*/ 5 w 54"/>
                <a:gd name="T27" fmla="*/ 19 h 22"/>
                <a:gd name="T28" fmla="*/ 2 w 54"/>
                <a:gd name="T29" fmla="*/ 19 h 22"/>
                <a:gd name="T30" fmla="*/ 0 w 54"/>
                <a:gd name="T31" fmla="*/ 17 h 22"/>
                <a:gd name="T32" fmla="*/ 2 w 54"/>
                <a:gd name="T33" fmla="*/ 12 h 22"/>
                <a:gd name="T34" fmla="*/ 5 w 54"/>
                <a:gd name="T35" fmla="*/ 10 h 22"/>
                <a:gd name="T36" fmla="*/ 9 w 54"/>
                <a:gd name="T37" fmla="*/ 8 h 22"/>
                <a:gd name="T38" fmla="*/ 12 w 54"/>
                <a:gd name="T39" fmla="*/ 5 h 22"/>
                <a:gd name="T40" fmla="*/ 19 w 54"/>
                <a:gd name="T41" fmla="*/ 3 h 22"/>
                <a:gd name="T42" fmla="*/ 21 w 54"/>
                <a:gd name="T43" fmla="*/ 3 h 22"/>
                <a:gd name="T44" fmla="*/ 28 w 54"/>
                <a:gd name="T45" fmla="*/ 3 h 22"/>
                <a:gd name="T46" fmla="*/ 35 w 54"/>
                <a:gd name="T47" fmla="*/ 0 h 22"/>
                <a:gd name="T48" fmla="*/ 40 w 54"/>
                <a:gd name="T49" fmla="*/ 0 h 22"/>
                <a:gd name="T50" fmla="*/ 42 w 54"/>
                <a:gd name="T51" fmla="*/ 0 h 22"/>
                <a:gd name="T52" fmla="*/ 42 w 54"/>
                <a:gd name="T5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22">
                  <a:moveTo>
                    <a:pt x="42" y="0"/>
                  </a:moveTo>
                  <a:lnTo>
                    <a:pt x="47" y="3"/>
                  </a:lnTo>
                  <a:lnTo>
                    <a:pt x="54" y="3"/>
                  </a:lnTo>
                  <a:lnTo>
                    <a:pt x="52" y="8"/>
                  </a:lnTo>
                  <a:lnTo>
                    <a:pt x="33" y="17"/>
                  </a:lnTo>
                  <a:lnTo>
                    <a:pt x="28" y="17"/>
                  </a:lnTo>
                  <a:lnTo>
                    <a:pt x="23" y="15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19" y="22"/>
                  </a:lnTo>
                  <a:lnTo>
                    <a:pt x="16" y="22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5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2" y="12"/>
                  </a:lnTo>
                  <a:lnTo>
                    <a:pt x="5" y="10"/>
                  </a:lnTo>
                  <a:lnTo>
                    <a:pt x="9" y="8"/>
                  </a:lnTo>
                  <a:lnTo>
                    <a:pt x="12" y="5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8" y="3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113"/>
            <p:cNvSpPr>
              <a:spLocks/>
            </p:cNvSpPr>
            <p:nvPr/>
          </p:nvSpPr>
          <p:spPr bwMode="auto">
            <a:xfrm>
              <a:off x="2560" y="1135"/>
              <a:ext cx="29" cy="26"/>
            </a:xfrm>
            <a:custGeom>
              <a:avLst/>
              <a:gdLst>
                <a:gd name="T0" fmla="*/ 8 w 29"/>
                <a:gd name="T1" fmla="*/ 26 h 26"/>
                <a:gd name="T2" fmla="*/ 5 w 29"/>
                <a:gd name="T3" fmla="*/ 26 h 26"/>
                <a:gd name="T4" fmla="*/ 5 w 29"/>
                <a:gd name="T5" fmla="*/ 23 h 26"/>
                <a:gd name="T6" fmla="*/ 0 w 29"/>
                <a:gd name="T7" fmla="*/ 12 h 26"/>
                <a:gd name="T8" fmla="*/ 0 w 29"/>
                <a:gd name="T9" fmla="*/ 9 h 26"/>
                <a:gd name="T10" fmla="*/ 3 w 29"/>
                <a:gd name="T11" fmla="*/ 9 h 26"/>
                <a:gd name="T12" fmla="*/ 5 w 29"/>
                <a:gd name="T13" fmla="*/ 7 h 26"/>
                <a:gd name="T14" fmla="*/ 8 w 29"/>
                <a:gd name="T15" fmla="*/ 7 h 26"/>
                <a:gd name="T16" fmla="*/ 10 w 29"/>
                <a:gd name="T17" fmla="*/ 2 h 26"/>
                <a:gd name="T18" fmla="*/ 12 w 29"/>
                <a:gd name="T19" fmla="*/ 0 h 26"/>
                <a:gd name="T20" fmla="*/ 15 w 29"/>
                <a:gd name="T21" fmla="*/ 0 h 26"/>
                <a:gd name="T22" fmla="*/ 17 w 29"/>
                <a:gd name="T23" fmla="*/ 4 h 26"/>
                <a:gd name="T24" fmla="*/ 19 w 29"/>
                <a:gd name="T25" fmla="*/ 7 h 26"/>
                <a:gd name="T26" fmla="*/ 22 w 29"/>
                <a:gd name="T27" fmla="*/ 7 h 26"/>
                <a:gd name="T28" fmla="*/ 27 w 29"/>
                <a:gd name="T29" fmla="*/ 7 h 26"/>
                <a:gd name="T30" fmla="*/ 29 w 29"/>
                <a:gd name="T31" fmla="*/ 9 h 26"/>
                <a:gd name="T32" fmla="*/ 27 w 29"/>
                <a:gd name="T33" fmla="*/ 12 h 26"/>
                <a:gd name="T34" fmla="*/ 22 w 29"/>
                <a:gd name="T35" fmla="*/ 16 h 26"/>
                <a:gd name="T36" fmla="*/ 12 w 29"/>
                <a:gd name="T37" fmla="*/ 19 h 26"/>
                <a:gd name="T38" fmla="*/ 8 w 29"/>
                <a:gd name="T39" fmla="*/ 26 h 26"/>
                <a:gd name="T40" fmla="*/ 8 w 29"/>
                <a:gd name="T4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" h="26">
                  <a:moveTo>
                    <a:pt x="8" y="26"/>
                  </a:moveTo>
                  <a:lnTo>
                    <a:pt x="5" y="26"/>
                  </a:lnTo>
                  <a:lnTo>
                    <a:pt x="5" y="23"/>
                  </a:lnTo>
                  <a:lnTo>
                    <a:pt x="0" y="12"/>
                  </a:lnTo>
                  <a:lnTo>
                    <a:pt x="0" y="9"/>
                  </a:lnTo>
                  <a:lnTo>
                    <a:pt x="3" y="9"/>
                  </a:lnTo>
                  <a:lnTo>
                    <a:pt x="5" y="7"/>
                  </a:lnTo>
                  <a:lnTo>
                    <a:pt x="8" y="7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7" y="7"/>
                  </a:lnTo>
                  <a:lnTo>
                    <a:pt x="29" y="9"/>
                  </a:lnTo>
                  <a:lnTo>
                    <a:pt x="27" y="12"/>
                  </a:lnTo>
                  <a:lnTo>
                    <a:pt x="22" y="16"/>
                  </a:lnTo>
                  <a:lnTo>
                    <a:pt x="12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114"/>
            <p:cNvSpPr>
              <a:spLocks/>
            </p:cNvSpPr>
            <p:nvPr/>
          </p:nvSpPr>
          <p:spPr bwMode="auto">
            <a:xfrm>
              <a:off x="1368" y="183"/>
              <a:ext cx="199" cy="69"/>
            </a:xfrm>
            <a:custGeom>
              <a:avLst/>
              <a:gdLst>
                <a:gd name="T0" fmla="*/ 114 w 199"/>
                <a:gd name="T1" fmla="*/ 24 h 69"/>
                <a:gd name="T2" fmla="*/ 126 w 199"/>
                <a:gd name="T3" fmla="*/ 21 h 69"/>
                <a:gd name="T4" fmla="*/ 130 w 199"/>
                <a:gd name="T5" fmla="*/ 17 h 69"/>
                <a:gd name="T6" fmla="*/ 154 w 199"/>
                <a:gd name="T7" fmla="*/ 19 h 69"/>
                <a:gd name="T8" fmla="*/ 163 w 199"/>
                <a:gd name="T9" fmla="*/ 17 h 69"/>
                <a:gd name="T10" fmla="*/ 173 w 199"/>
                <a:gd name="T11" fmla="*/ 12 h 69"/>
                <a:gd name="T12" fmla="*/ 187 w 199"/>
                <a:gd name="T13" fmla="*/ 10 h 69"/>
                <a:gd name="T14" fmla="*/ 189 w 199"/>
                <a:gd name="T15" fmla="*/ 5 h 69"/>
                <a:gd name="T16" fmla="*/ 194 w 199"/>
                <a:gd name="T17" fmla="*/ 0 h 69"/>
                <a:gd name="T18" fmla="*/ 194 w 199"/>
                <a:gd name="T19" fmla="*/ 10 h 69"/>
                <a:gd name="T20" fmla="*/ 199 w 199"/>
                <a:gd name="T21" fmla="*/ 19 h 69"/>
                <a:gd name="T22" fmla="*/ 197 w 199"/>
                <a:gd name="T23" fmla="*/ 26 h 69"/>
                <a:gd name="T24" fmla="*/ 192 w 199"/>
                <a:gd name="T25" fmla="*/ 28 h 69"/>
                <a:gd name="T26" fmla="*/ 187 w 199"/>
                <a:gd name="T27" fmla="*/ 26 h 69"/>
                <a:gd name="T28" fmla="*/ 173 w 199"/>
                <a:gd name="T29" fmla="*/ 26 h 69"/>
                <a:gd name="T30" fmla="*/ 130 w 199"/>
                <a:gd name="T31" fmla="*/ 36 h 69"/>
                <a:gd name="T32" fmla="*/ 88 w 199"/>
                <a:gd name="T33" fmla="*/ 52 h 69"/>
                <a:gd name="T34" fmla="*/ 81 w 199"/>
                <a:gd name="T35" fmla="*/ 57 h 69"/>
                <a:gd name="T36" fmla="*/ 73 w 199"/>
                <a:gd name="T37" fmla="*/ 59 h 69"/>
                <a:gd name="T38" fmla="*/ 66 w 199"/>
                <a:gd name="T39" fmla="*/ 64 h 69"/>
                <a:gd name="T40" fmla="*/ 62 w 199"/>
                <a:gd name="T41" fmla="*/ 69 h 69"/>
                <a:gd name="T42" fmla="*/ 50 w 199"/>
                <a:gd name="T43" fmla="*/ 69 h 69"/>
                <a:gd name="T44" fmla="*/ 36 w 199"/>
                <a:gd name="T45" fmla="*/ 62 h 69"/>
                <a:gd name="T46" fmla="*/ 3 w 199"/>
                <a:gd name="T47" fmla="*/ 36 h 69"/>
                <a:gd name="T48" fmla="*/ 3 w 199"/>
                <a:gd name="T49" fmla="*/ 31 h 69"/>
                <a:gd name="T50" fmla="*/ 5 w 199"/>
                <a:gd name="T51" fmla="*/ 33 h 69"/>
                <a:gd name="T52" fmla="*/ 31 w 199"/>
                <a:gd name="T53" fmla="*/ 47 h 69"/>
                <a:gd name="T54" fmla="*/ 38 w 199"/>
                <a:gd name="T55" fmla="*/ 50 h 69"/>
                <a:gd name="T56" fmla="*/ 50 w 199"/>
                <a:gd name="T57" fmla="*/ 52 h 69"/>
                <a:gd name="T58" fmla="*/ 57 w 199"/>
                <a:gd name="T59" fmla="*/ 50 h 69"/>
                <a:gd name="T60" fmla="*/ 64 w 199"/>
                <a:gd name="T61" fmla="*/ 45 h 69"/>
                <a:gd name="T62" fmla="*/ 64 w 199"/>
                <a:gd name="T63" fmla="*/ 40 h 69"/>
                <a:gd name="T64" fmla="*/ 66 w 199"/>
                <a:gd name="T65" fmla="*/ 38 h 69"/>
                <a:gd name="T66" fmla="*/ 69 w 199"/>
                <a:gd name="T67" fmla="*/ 33 h 69"/>
                <a:gd name="T68" fmla="*/ 71 w 199"/>
                <a:gd name="T69" fmla="*/ 28 h 69"/>
                <a:gd name="T70" fmla="*/ 71 w 199"/>
                <a:gd name="T71" fmla="*/ 24 h 69"/>
                <a:gd name="T72" fmla="*/ 66 w 199"/>
                <a:gd name="T73" fmla="*/ 21 h 69"/>
                <a:gd name="T74" fmla="*/ 71 w 199"/>
                <a:gd name="T75" fmla="*/ 12 h 69"/>
                <a:gd name="T76" fmla="*/ 76 w 199"/>
                <a:gd name="T77" fmla="*/ 7 h 69"/>
                <a:gd name="T78" fmla="*/ 81 w 199"/>
                <a:gd name="T79" fmla="*/ 14 h 69"/>
                <a:gd name="T80" fmla="*/ 85 w 199"/>
                <a:gd name="T81" fmla="*/ 17 h 69"/>
                <a:gd name="T82" fmla="*/ 109 w 199"/>
                <a:gd name="T83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69">
                  <a:moveTo>
                    <a:pt x="109" y="24"/>
                  </a:moveTo>
                  <a:lnTo>
                    <a:pt x="114" y="24"/>
                  </a:lnTo>
                  <a:lnTo>
                    <a:pt x="123" y="24"/>
                  </a:lnTo>
                  <a:lnTo>
                    <a:pt x="126" y="21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37" y="17"/>
                  </a:lnTo>
                  <a:lnTo>
                    <a:pt x="154" y="19"/>
                  </a:lnTo>
                  <a:lnTo>
                    <a:pt x="161" y="17"/>
                  </a:lnTo>
                  <a:lnTo>
                    <a:pt x="163" y="17"/>
                  </a:lnTo>
                  <a:lnTo>
                    <a:pt x="170" y="14"/>
                  </a:lnTo>
                  <a:lnTo>
                    <a:pt x="173" y="12"/>
                  </a:lnTo>
                  <a:lnTo>
                    <a:pt x="185" y="12"/>
                  </a:lnTo>
                  <a:lnTo>
                    <a:pt x="187" y="10"/>
                  </a:lnTo>
                  <a:lnTo>
                    <a:pt x="189" y="7"/>
                  </a:lnTo>
                  <a:lnTo>
                    <a:pt x="189" y="5"/>
                  </a:lnTo>
                  <a:lnTo>
                    <a:pt x="192" y="2"/>
                  </a:lnTo>
                  <a:lnTo>
                    <a:pt x="194" y="0"/>
                  </a:lnTo>
                  <a:lnTo>
                    <a:pt x="194" y="5"/>
                  </a:lnTo>
                  <a:lnTo>
                    <a:pt x="194" y="10"/>
                  </a:lnTo>
                  <a:lnTo>
                    <a:pt x="194" y="12"/>
                  </a:lnTo>
                  <a:lnTo>
                    <a:pt x="199" y="19"/>
                  </a:lnTo>
                  <a:lnTo>
                    <a:pt x="199" y="24"/>
                  </a:lnTo>
                  <a:lnTo>
                    <a:pt x="197" y="26"/>
                  </a:lnTo>
                  <a:lnTo>
                    <a:pt x="194" y="28"/>
                  </a:lnTo>
                  <a:lnTo>
                    <a:pt x="192" y="28"/>
                  </a:lnTo>
                  <a:lnTo>
                    <a:pt x="189" y="26"/>
                  </a:lnTo>
                  <a:lnTo>
                    <a:pt x="187" y="26"/>
                  </a:lnTo>
                  <a:lnTo>
                    <a:pt x="185" y="24"/>
                  </a:lnTo>
                  <a:lnTo>
                    <a:pt x="173" y="26"/>
                  </a:lnTo>
                  <a:lnTo>
                    <a:pt x="163" y="31"/>
                  </a:lnTo>
                  <a:lnTo>
                    <a:pt x="130" y="36"/>
                  </a:lnTo>
                  <a:lnTo>
                    <a:pt x="92" y="50"/>
                  </a:lnTo>
                  <a:lnTo>
                    <a:pt x="88" y="52"/>
                  </a:lnTo>
                  <a:lnTo>
                    <a:pt x="85" y="52"/>
                  </a:lnTo>
                  <a:lnTo>
                    <a:pt x="81" y="57"/>
                  </a:lnTo>
                  <a:lnTo>
                    <a:pt x="76" y="59"/>
                  </a:lnTo>
                  <a:lnTo>
                    <a:pt x="73" y="59"/>
                  </a:lnTo>
                  <a:lnTo>
                    <a:pt x="69" y="62"/>
                  </a:lnTo>
                  <a:lnTo>
                    <a:pt x="66" y="64"/>
                  </a:lnTo>
                  <a:lnTo>
                    <a:pt x="64" y="66"/>
                  </a:lnTo>
                  <a:lnTo>
                    <a:pt x="62" y="69"/>
                  </a:lnTo>
                  <a:lnTo>
                    <a:pt x="57" y="69"/>
                  </a:lnTo>
                  <a:lnTo>
                    <a:pt x="50" y="69"/>
                  </a:lnTo>
                  <a:lnTo>
                    <a:pt x="47" y="69"/>
                  </a:lnTo>
                  <a:lnTo>
                    <a:pt x="36" y="62"/>
                  </a:lnTo>
                  <a:lnTo>
                    <a:pt x="12" y="40"/>
                  </a:lnTo>
                  <a:lnTo>
                    <a:pt x="3" y="36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7" y="33"/>
                  </a:lnTo>
                  <a:lnTo>
                    <a:pt x="31" y="47"/>
                  </a:lnTo>
                  <a:lnTo>
                    <a:pt x="38" y="55"/>
                  </a:lnTo>
                  <a:lnTo>
                    <a:pt x="38" y="50"/>
                  </a:lnTo>
                  <a:lnTo>
                    <a:pt x="43" y="50"/>
                  </a:lnTo>
                  <a:lnTo>
                    <a:pt x="50" y="52"/>
                  </a:lnTo>
                  <a:lnTo>
                    <a:pt x="55" y="50"/>
                  </a:lnTo>
                  <a:lnTo>
                    <a:pt x="57" y="50"/>
                  </a:lnTo>
                  <a:lnTo>
                    <a:pt x="62" y="47"/>
                  </a:lnTo>
                  <a:lnTo>
                    <a:pt x="64" y="45"/>
                  </a:lnTo>
                  <a:lnTo>
                    <a:pt x="64" y="43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9" y="33"/>
                  </a:lnTo>
                  <a:lnTo>
                    <a:pt x="71" y="31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1" y="24"/>
                  </a:lnTo>
                  <a:lnTo>
                    <a:pt x="64" y="24"/>
                  </a:lnTo>
                  <a:lnTo>
                    <a:pt x="66" y="21"/>
                  </a:lnTo>
                  <a:lnTo>
                    <a:pt x="71" y="14"/>
                  </a:lnTo>
                  <a:lnTo>
                    <a:pt x="71" y="12"/>
                  </a:lnTo>
                  <a:lnTo>
                    <a:pt x="71" y="5"/>
                  </a:lnTo>
                  <a:lnTo>
                    <a:pt x="76" y="7"/>
                  </a:lnTo>
                  <a:lnTo>
                    <a:pt x="78" y="10"/>
                  </a:lnTo>
                  <a:lnTo>
                    <a:pt x="81" y="14"/>
                  </a:lnTo>
                  <a:lnTo>
                    <a:pt x="83" y="17"/>
                  </a:lnTo>
                  <a:lnTo>
                    <a:pt x="85" y="17"/>
                  </a:lnTo>
                  <a:lnTo>
                    <a:pt x="109" y="24"/>
                  </a:lnTo>
                  <a:lnTo>
                    <a:pt x="109" y="2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115"/>
            <p:cNvSpPr>
              <a:spLocks/>
            </p:cNvSpPr>
            <p:nvPr/>
          </p:nvSpPr>
          <p:spPr bwMode="auto">
            <a:xfrm>
              <a:off x="1503" y="503"/>
              <a:ext cx="135" cy="184"/>
            </a:xfrm>
            <a:custGeom>
              <a:avLst/>
              <a:gdLst>
                <a:gd name="T0" fmla="*/ 57 w 135"/>
                <a:gd name="T1" fmla="*/ 7 h 184"/>
                <a:gd name="T2" fmla="*/ 66 w 135"/>
                <a:gd name="T3" fmla="*/ 4 h 184"/>
                <a:gd name="T4" fmla="*/ 73 w 135"/>
                <a:gd name="T5" fmla="*/ 7 h 184"/>
                <a:gd name="T6" fmla="*/ 73 w 135"/>
                <a:gd name="T7" fmla="*/ 16 h 184"/>
                <a:gd name="T8" fmla="*/ 76 w 135"/>
                <a:gd name="T9" fmla="*/ 30 h 184"/>
                <a:gd name="T10" fmla="*/ 80 w 135"/>
                <a:gd name="T11" fmla="*/ 38 h 184"/>
                <a:gd name="T12" fmla="*/ 99 w 135"/>
                <a:gd name="T13" fmla="*/ 68 h 184"/>
                <a:gd name="T14" fmla="*/ 116 w 135"/>
                <a:gd name="T15" fmla="*/ 85 h 184"/>
                <a:gd name="T16" fmla="*/ 128 w 135"/>
                <a:gd name="T17" fmla="*/ 94 h 184"/>
                <a:gd name="T18" fmla="*/ 128 w 135"/>
                <a:gd name="T19" fmla="*/ 109 h 184"/>
                <a:gd name="T20" fmla="*/ 128 w 135"/>
                <a:gd name="T21" fmla="*/ 118 h 184"/>
                <a:gd name="T22" fmla="*/ 132 w 135"/>
                <a:gd name="T23" fmla="*/ 139 h 184"/>
                <a:gd name="T24" fmla="*/ 118 w 135"/>
                <a:gd name="T25" fmla="*/ 146 h 184"/>
                <a:gd name="T26" fmla="*/ 114 w 135"/>
                <a:gd name="T27" fmla="*/ 151 h 184"/>
                <a:gd name="T28" fmla="*/ 111 w 135"/>
                <a:gd name="T29" fmla="*/ 161 h 184"/>
                <a:gd name="T30" fmla="*/ 99 w 135"/>
                <a:gd name="T31" fmla="*/ 168 h 184"/>
                <a:gd name="T32" fmla="*/ 83 w 135"/>
                <a:gd name="T33" fmla="*/ 177 h 184"/>
                <a:gd name="T34" fmla="*/ 83 w 135"/>
                <a:gd name="T35" fmla="*/ 182 h 184"/>
                <a:gd name="T36" fmla="*/ 80 w 135"/>
                <a:gd name="T37" fmla="*/ 184 h 184"/>
                <a:gd name="T38" fmla="*/ 76 w 135"/>
                <a:gd name="T39" fmla="*/ 182 h 184"/>
                <a:gd name="T40" fmla="*/ 71 w 135"/>
                <a:gd name="T41" fmla="*/ 163 h 184"/>
                <a:gd name="T42" fmla="*/ 57 w 135"/>
                <a:gd name="T43" fmla="*/ 154 h 184"/>
                <a:gd name="T44" fmla="*/ 52 w 135"/>
                <a:gd name="T45" fmla="*/ 146 h 184"/>
                <a:gd name="T46" fmla="*/ 43 w 135"/>
                <a:gd name="T47" fmla="*/ 149 h 184"/>
                <a:gd name="T48" fmla="*/ 2 w 135"/>
                <a:gd name="T49" fmla="*/ 125 h 184"/>
                <a:gd name="T50" fmla="*/ 5 w 135"/>
                <a:gd name="T51" fmla="*/ 118 h 184"/>
                <a:gd name="T52" fmla="*/ 9 w 135"/>
                <a:gd name="T53" fmla="*/ 111 h 184"/>
                <a:gd name="T54" fmla="*/ 14 w 135"/>
                <a:gd name="T55" fmla="*/ 113 h 184"/>
                <a:gd name="T56" fmla="*/ 19 w 135"/>
                <a:gd name="T57" fmla="*/ 106 h 184"/>
                <a:gd name="T58" fmla="*/ 21 w 135"/>
                <a:gd name="T59" fmla="*/ 101 h 184"/>
                <a:gd name="T60" fmla="*/ 26 w 135"/>
                <a:gd name="T61" fmla="*/ 111 h 184"/>
                <a:gd name="T62" fmla="*/ 24 w 135"/>
                <a:gd name="T63" fmla="*/ 120 h 184"/>
                <a:gd name="T64" fmla="*/ 21 w 135"/>
                <a:gd name="T65" fmla="*/ 125 h 184"/>
                <a:gd name="T66" fmla="*/ 28 w 135"/>
                <a:gd name="T67" fmla="*/ 123 h 184"/>
                <a:gd name="T68" fmla="*/ 31 w 135"/>
                <a:gd name="T69" fmla="*/ 116 h 184"/>
                <a:gd name="T70" fmla="*/ 33 w 135"/>
                <a:gd name="T71" fmla="*/ 125 h 184"/>
                <a:gd name="T72" fmla="*/ 40 w 135"/>
                <a:gd name="T73" fmla="*/ 127 h 184"/>
                <a:gd name="T74" fmla="*/ 40 w 135"/>
                <a:gd name="T75" fmla="*/ 120 h 184"/>
                <a:gd name="T76" fmla="*/ 45 w 135"/>
                <a:gd name="T77" fmla="*/ 120 h 184"/>
                <a:gd name="T78" fmla="*/ 40 w 135"/>
                <a:gd name="T79" fmla="*/ 116 h 184"/>
                <a:gd name="T80" fmla="*/ 38 w 135"/>
                <a:gd name="T81" fmla="*/ 109 h 184"/>
                <a:gd name="T82" fmla="*/ 35 w 135"/>
                <a:gd name="T83" fmla="*/ 104 h 184"/>
                <a:gd name="T84" fmla="*/ 31 w 135"/>
                <a:gd name="T85" fmla="*/ 97 h 184"/>
                <a:gd name="T86" fmla="*/ 31 w 135"/>
                <a:gd name="T87" fmla="*/ 97 h 184"/>
                <a:gd name="T88" fmla="*/ 28 w 135"/>
                <a:gd name="T89" fmla="*/ 106 h 184"/>
                <a:gd name="T90" fmla="*/ 24 w 135"/>
                <a:gd name="T91" fmla="*/ 99 h 184"/>
                <a:gd name="T92" fmla="*/ 24 w 135"/>
                <a:gd name="T93" fmla="*/ 87 h 184"/>
                <a:gd name="T94" fmla="*/ 33 w 135"/>
                <a:gd name="T95" fmla="*/ 78 h 184"/>
                <a:gd name="T96" fmla="*/ 38 w 135"/>
                <a:gd name="T97" fmla="*/ 68 h 184"/>
                <a:gd name="T98" fmla="*/ 43 w 135"/>
                <a:gd name="T99" fmla="*/ 61 h 184"/>
                <a:gd name="T100" fmla="*/ 43 w 135"/>
                <a:gd name="T101" fmla="*/ 56 h 184"/>
                <a:gd name="T102" fmla="*/ 40 w 135"/>
                <a:gd name="T103" fmla="*/ 49 h 184"/>
                <a:gd name="T104" fmla="*/ 45 w 135"/>
                <a:gd name="T105" fmla="*/ 45 h 184"/>
                <a:gd name="T106" fmla="*/ 43 w 135"/>
                <a:gd name="T107" fmla="*/ 26 h 184"/>
                <a:gd name="T108" fmla="*/ 31 w 135"/>
                <a:gd name="T109" fmla="*/ 4 h 184"/>
                <a:gd name="T110" fmla="*/ 43 w 135"/>
                <a:gd name="T111" fmla="*/ 0 h 184"/>
                <a:gd name="T112" fmla="*/ 50 w 135"/>
                <a:gd name="T113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5" h="184">
                  <a:moveTo>
                    <a:pt x="52" y="7"/>
                  </a:moveTo>
                  <a:lnTo>
                    <a:pt x="54" y="7"/>
                  </a:lnTo>
                  <a:lnTo>
                    <a:pt x="57" y="7"/>
                  </a:lnTo>
                  <a:lnTo>
                    <a:pt x="59" y="4"/>
                  </a:lnTo>
                  <a:lnTo>
                    <a:pt x="64" y="2"/>
                  </a:lnTo>
                  <a:lnTo>
                    <a:pt x="66" y="4"/>
                  </a:lnTo>
                  <a:lnTo>
                    <a:pt x="69" y="4"/>
                  </a:lnTo>
                  <a:lnTo>
                    <a:pt x="71" y="7"/>
                  </a:lnTo>
                  <a:lnTo>
                    <a:pt x="73" y="7"/>
                  </a:lnTo>
                  <a:lnTo>
                    <a:pt x="76" y="11"/>
                  </a:lnTo>
                  <a:lnTo>
                    <a:pt x="73" y="14"/>
                  </a:lnTo>
                  <a:lnTo>
                    <a:pt x="73" y="16"/>
                  </a:lnTo>
                  <a:lnTo>
                    <a:pt x="76" y="21"/>
                  </a:lnTo>
                  <a:lnTo>
                    <a:pt x="78" y="23"/>
                  </a:lnTo>
                  <a:lnTo>
                    <a:pt x="76" y="30"/>
                  </a:lnTo>
                  <a:lnTo>
                    <a:pt x="76" y="35"/>
                  </a:lnTo>
                  <a:lnTo>
                    <a:pt x="78" y="38"/>
                  </a:lnTo>
                  <a:lnTo>
                    <a:pt x="80" y="38"/>
                  </a:lnTo>
                  <a:lnTo>
                    <a:pt x="83" y="40"/>
                  </a:lnTo>
                  <a:lnTo>
                    <a:pt x="88" y="42"/>
                  </a:lnTo>
                  <a:lnTo>
                    <a:pt x="99" y="68"/>
                  </a:lnTo>
                  <a:lnTo>
                    <a:pt x="109" y="80"/>
                  </a:lnTo>
                  <a:lnTo>
                    <a:pt x="114" y="83"/>
                  </a:lnTo>
                  <a:lnTo>
                    <a:pt x="116" y="85"/>
                  </a:lnTo>
                  <a:lnTo>
                    <a:pt x="118" y="85"/>
                  </a:lnTo>
                  <a:lnTo>
                    <a:pt x="125" y="92"/>
                  </a:lnTo>
                  <a:lnTo>
                    <a:pt x="128" y="94"/>
                  </a:lnTo>
                  <a:lnTo>
                    <a:pt x="128" y="99"/>
                  </a:lnTo>
                  <a:lnTo>
                    <a:pt x="128" y="104"/>
                  </a:lnTo>
                  <a:lnTo>
                    <a:pt x="128" y="109"/>
                  </a:lnTo>
                  <a:lnTo>
                    <a:pt x="128" y="111"/>
                  </a:lnTo>
                  <a:lnTo>
                    <a:pt x="125" y="113"/>
                  </a:lnTo>
                  <a:lnTo>
                    <a:pt x="128" y="118"/>
                  </a:lnTo>
                  <a:lnTo>
                    <a:pt x="132" y="127"/>
                  </a:lnTo>
                  <a:lnTo>
                    <a:pt x="135" y="135"/>
                  </a:lnTo>
                  <a:lnTo>
                    <a:pt x="132" y="139"/>
                  </a:lnTo>
                  <a:lnTo>
                    <a:pt x="128" y="144"/>
                  </a:lnTo>
                  <a:lnTo>
                    <a:pt x="123" y="144"/>
                  </a:lnTo>
                  <a:lnTo>
                    <a:pt x="118" y="146"/>
                  </a:lnTo>
                  <a:lnTo>
                    <a:pt x="118" y="149"/>
                  </a:lnTo>
                  <a:lnTo>
                    <a:pt x="116" y="151"/>
                  </a:lnTo>
                  <a:lnTo>
                    <a:pt x="114" y="151"/>
                  </a:lnTo>
                  <a:lnTo>
                    <a:pt x="109" y="154"/>
                  </a:lnTo>
                  <a:lnTo>
                    <a:pt x="109" y="156"/>
                  </a:lnTo>
                  <a:lnTo>
                    <a:pt x="111" y="161"/>
                  </a:lnTo>
                  <a:lnTo>
                    <a:pt x="109" y="163"/>
                  </a:lnTo>
                  <a:lnTo>
                    <a:pt x="102" y="168"/>
                  </a:lnTo>
                  <a:lnTo>
                    <a:pt x="99" y="168"/>
                  </a:lnTo>
                  <a:lnTo>
                    <a:pt x="92" y="170"/>
                  </a:lnTo>
                  <a:lnTo>
                    <a:pt x="90" y="170"/>
                  </a:lnTo>
                  <a:lnTo>
                    <a:pt x="83" y="177"/>
                  </a:lnTo>
                  <a:lnTo>
                    <a:pt x="83" y="177"/>
                  </a:lnTo>
                  <a:lnTo>
                    <a:pt x="83" y="180"/>
                  </a:lnTo>
                  <a:lnTo>
                    <a:pt x="83" y="182"/>
                  </a:lnTo>
                  <a:lnTo>
                    <a:pt x="85" y="182"/>
                  </a:lnTo>
                  <a:lnTo>
                    <a:pt x="83" y="184"/>
                  </a:lnTo>
                  <a:lnTo>
                    <a:pt x="80" y="184"/>
                  </a:lnTo>
                  <a:lnTo>
                    <a:pt x="80" y="184"/>
                  </a:lnTo>
                  <a:lnTo>
                    <a:pt x="78" y="184"/>
                  </a:lnTo>
                  <a:lnTo>
                    <a:pt x="76" y="182"/>
                  </a:lnTo>
                  <a:lnTo>
                    <a:pt x="73" y="177"/>
                  </a:lnTo>
                  <a:lnTo>
                    <a:pt x="73" y="170"/>
                  </a:lnTo>
                  <a:lnTo>
                    <a:pt x="71" y="163"/>
                  </a:lnTo>
                  <a:lnTo>
                    <a:pt x="66" y="163"/>
                  </a:lnTo>
                  <a:lnTo>
                    <a:pt x="59" y="161"/>
                  </a:lnTo>
                  <a:lnTo>
                    <a:pt x="57" y="154"/>
                  </a:lnTo>
                  <a:lnTo>
                    <a:pt x="57" y="139"/>
                  </a:lnTo>
                  <a:lnTo>
                    <a:pt x="54" y="144"/>
                  </a:lnTo>
                  <a:lnTo>
                    <a:pt x="52" y="146"/>
                  </a:lnTo>
                  <a:lnTo>
                    <a:pt x="50" y="149"/>
                  </a:lnTo>
                  <a:lnTo>
                    <a:pt x="45" y="149"/>
                  </a:lnTo>
                  <a:lnTo>
                    <a:pt x="43" y="149"/>
                  </a:lnTo>
                  <a:lnTo>
                    <a:pt x="17" y="137"/>
                  </a:lnTo>
                  <a:lnTo>
                    <a:pt x="5" y="130"/>
                  </a:lnTo>
                  <a:lnTo>
                    <a:pt x="2" y="125"/>
                  </a:lnTo>
                  <a:lnTo>
                    <a:pt x="0" y="120"/>
                  </a:lnTo>
                  <a:lnTo>
                    <a:pt x="2" y="120"/>
                  </a:lnTo>
                  <a:lnTo>
                    <a:pt x="5" y="118"/>
                  </a:lnTo>
                  <a:lnTo>
                    <a:pt x="9" y="116"/>
                  </a:lnTo>
                  <a:lnTo>
                    <a:pt x="9" y="113"/>
                  </a:lnTo>
                  <a:lnTo>
                    <a:pt x="9" y="111"/>
                  </a:lnTo>
                  <a:lnTo>
                    <a:pt x="12" y="111"/>
                  </a:lnTo>
                  <a:lnTo>
                    <a:pt x="14" y="111"/>
                  </a:lnTo>
                  <a:lnTo>
                    <a:pt x="14" y="113"/>
                  </a:lnTo>
                  <a:lnTo>
                    <a:pt x="17" y="111"/>
                  </a:lnTo>
                  <a:lnTo>
                    <a:pt x="19" y="109"/>
                  </a:lnTo>
                  <a:lnTo>
                    <a:pt x="19" y="106"/>
                  </a:lnTo>
                  <a:lnTo>
                    <a:pt x="17" y="106"/>
                  </a:lnTo>
                  <a:lnTo>
                    <a:pt x="19" y="101"/>
                  </a:lnTo>
                  <a:lnTo>
                    <a:pt x="21" y="101"/>
                  </a:lnTo>
                  <a:lnTo>
                    <a:pt x="24" y="104"/>
                  </a:lnTo>
                  <a:lnTo>
                    <a:pt x="26" y="109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8"/>
                  </a:lnTo>
                  <a:lnTo>
                    <a:pt x="24" y="120"/>
                  </a:lnTo>
                  <a:lnTo>
                    <a:pt x="21" y="123"/>
                  </a:lnTo>
                  <a:lnTo>
                    <a:pt x="19" y="123"/>
                  </a:lnTo>
                  <a:lnTo>
                    <a:pt x="21" y="125"/>
                  </a:lnTo>
                  <a:lnTo>
                    <a:pt x="21" y="127"/>
                  </a:lnTo>
                  <a:lnTo>
                    <a:pt x="24" y="127"/>
                  </a:lnTo>
                  <a:lnTo>
                    <a:pt x="28" y="123"/>
                  </a:lnTo>
                  <a:lnTo>
                    <a:pt x="31" y="123"/>
                  </a:lnTo>
                  <a:lnTo>
                    <a:pt x="31" y="120"/>
                  </a:lnTo>
                  <a:lnTo>
                    <a:pt x="31" y="116"/>
                  </a:lnTo>
                  <a:lnTo>
                    <a:pt x="33" y="118"/>
                  </a:lnTo>
                  <a:lnTo>
                    <a:pt x="35" y="120"/>
                  </a:lnTo>
                  <a:lnTo>
                    <a:pt x="33" y="125"/>
                  </a:lnTo>
                  <a:lnTo>
                    <a:pt x="35" y="130"/>
                  </a:lnTo>
                  <a:lnTo>
                    <a:pt x="38" y="130"/>
                  </a:lnTo>
                  <a:lnTo>
                    <a:pt x="40" y="127"/>
                  </a:lnTo>
                  <a:lnTo>
                    <a:pt x="40" y="123"/>
                  </a:lnTo>
                  <a:lnTo>
                    <a:pt x="38" y="120"/>
                  </a:lnTo>
                  <a:lnTo>
                    <a:pt x="40" y="120"/>
                  </a:lnTo>
                  <a:lnTo>
                    <a:pt x="43" y="123"/>
                  </a:lnTo>
                  <a:lnTo>
                    <a:pt x="45" y="123"/>
                  </a:lnTo>
                  <a:lnTo>
                    <a:pt x="45" y="120"/>
                  </a:lnTo>
                  <a:lnTo>
                    <a:pt x="45" y="118"/>
                  </a:lnTo>
                  <a:lnTo>
                    <a:pt x="43" y="116"/>
                  </a:lnTo>
                  <a:lnTo>
                    <a:pt x="40" y="116"/>
                  </a:lnTo>
                  <a:lnTo>
                    <a:pt x="40" y="113"/>
                  </a:lnTo>
                  <a:lnTo>
                    <a:pt x="38" y="111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38" y="106"/>
                  </a:lnTo>
                  <a:lnTo>
                    <a:pt x="35" y="104"/>
                  </a:lnTo>
                  <a:lnTo>
                    <a:pt x="33" y="101"/>
                  </a:lnTo>
                  <a:lnTo>
                    <a:pt x="33" y="99"/>
                  </a:lnTo>
                  <a:lnTo>
                    <a:pt x="31" y="97"/>
                  </a:lnTo>
                  <a:lnTo>
                    <a:pt x="31" y="94"/>
                  </a:lnTo>
                  <a:lnTo>
                    <a:pt x="28" y="97"/>
                  </a:lnTo>
                  <a:lnTo>
                    <a:pt x="31" y="97"/>
                  </a:lnTo>
                  <a:lnTo>
                    <a:pt x="31" y="101"/>
                  </a:lnTo>
                  <a:lnTo>
                    <a:pt x="31" y="109"/>
                  </a:lnTo>
                  <a:lnTo>
                    <a:pt x="28" y="106"/>
                  </a:lnTo>
                  <a:lnTo>
                    <a:pt x="28" y="104"/>
                  </a:lnTo>
                  <a:lnTo>
                    <a:pt x="26" y="99"/>
                  </a:lnTo>
                  <a:lnTo>
                    <a:pt x="24" y="99"/>
                  </a:lnTo>
                  <a:lnTo>
                    <a:pt x="24" y="97"/>
                  </a:lnTo>
                  <a:lnTo>
                    <a:pt x="24" y="94"/>
                  </a:lnTo>
                  <a:lnTo>
                    <a:pt x="24" y="87"/>
                  </a:lnTo>
                  <a:lnTo>
                    <a:pt x="26" y="85"/>
                  </a:lnTo>
                  <a:lnTo>
                    <a:pt x="31" y="80"/>
                  </a:lnTo>
                  <a:lnTo>
                    <a:pt x="33" y="78"/>
                  </a:lnTo>
                  <a:lnTo>
                    <a:pt x="33" y="73"/>
                  </a:lnTo>
                  <a:lnTo>
                    <a:pt x="33" y="71"/>
                  </a:lnTo>
                  <a:lnTo>
                    <a:pt x="38" y="68"/>
                  </a:lnTo>
                  <a:lnTo>
                    <a:pt x="40" y="68"/>
                  </a:lnTo>
                  <a:lnTo>
                    <a:pt x="40" y="66"/>
                  </a:lnTo>
                  <a:lnTo>
                    <a:pt x="43" y="61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0" y="54"/>
                  </a:lnTo>
                  <a:lnTo>
                    <a:pt x="40" y="52"/>
                  </a:lnTo>
                  <a:lnTo>
                    <a:pt x="40" y="49"/>
                  </a:lnTo>
                  <a:lnTo>
                    <a:pt x="40" y="47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45" y="40"/>
                  </a:lnTo>
                  <a:lnTo>
                    <a:pt x="45" y="35"/>
                  </a:lnTo>
                  <a:lnTo>
                    <a:pt x="43" y="26"/>
                  </a:lnTo>
                  <a:lnTo>
                    <a:pt x="40" y="21"/>
                  </a:lnTo>
                  <a:lnTo>
                    <a:pt x="35" y="11"/>
                  </a:lnTo>
                  <a:lnTo>
                    <a:pt x="31" y="4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43" y="0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0" y="7"/>
                  </a:lnTo>
                  <a:lnTo>
                    <a:pt x="52" y="7"/>
                  </a:lnTo>
                  <a:lnTo>
                    <a:pt x="52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116"/>
            <p:cNvSpPr>
              <a:spLocks/>
            </p:cNvSpPr>
            <p:nvPr/>
          </p:nvSpPr>
          <p:spPr bwMode="auto">
            <a:xfrm>
              <a:off x="2449" y="1180"/>
              <a:ext cx="128" cy="99"/>
            </a:xfrm>
            <a:custGeom>
              <a:avLst/>
              <a:gdLst>
                <a:gd name="T0" fmla="*/ 111 w 128"/>
                <a:gd name="T1" fmla="*/ 71 h 99"/>
                <a:gd name="T2" fmla="*/ 104 w 128"/>
                <a:gd name="T3" fmla="*/ 78 h 99"/>
                <a:gd name="T4" fmla="*/ 83 w 128"/>
                <a:gd name="T5" fmla="*/ 83 h 99"/>
                <a:gd name="T6" fmla="*/ 78 w 128"/>
                <a:gd name="T7" fmla="*/ 87 h 99"/>
                <a:gd name="T8" fmla="*/ 78 w 128"/>
                <a:gd name="T9" fmla="*/ 85 h 99"/>
                <a:gd name="T10" fmla="*/ 81 w 128"/>
                <a:gd name="T11" fmla="*/ 83 h 99"/>
                <a:gd name="T12" fmla="*/ 55 w 128"/>
                <a:gd name="T13" fmla="*/ 90 h 99"/>
                <a:gd name="T14" fmla="*/ 24 w 128"/>
                <a:gd name="T15" fmla="*/ 92 h 99"/>
                <a:gd name="T16" fmla="*/ 19 w 128"/>
                <a:gd name="T17" fmla="*/ 94 h 99"/>
                <a:gd name="T18" fmla="*/ 17 w 128"/>
                <a:gd name="T19" fmla="*/ 97 h 99"/>
                <a:gd name="T20" fmla="*/ 12 w 128"/>
                <a:gd name="T21" fmla="*/ 99 h 99"/>
                <a:gd name="T22" fmla="*/ 10 w 128"/>
                <a:gd name="T23" fmla="*/ 97 h 99"/>
                <a:gd name="T24" fmla="*/ 7 w 128"/>
                <a:gd name="T25" fmla="*/ 92 h 99"/>
                <a:gd name="T26" fmla="*/ 3 w 128"/>
                <a:gd name="T27" fmla="*/ 78 h 99"/>
                <a:gd name="T28" fmla="*/ 10 w 128"/>
                <a:gd name="T29" fmla="*/ 73 h 99"/>
                <a:gd name="T30" fmla="*/ 12 w 128"/>
                <a:gd name="T31" fmla="*/ 66 h 99"/>
                <a:gd name="T32" fmla="*/ 5 w 128"/>
                <a:gd name="T33" fmla="*/ 61 h 99"/>
                <a:gd name="T34" fmla="*/ 14 w 128"/>
                <a:gd name="T35" fmla="*/ 59 h 99"/>
                <a:gd name="T36" fmla="*/ 19 w 128"/>
                <a:gd name="T37" fmla="*/ 54 h 99"/>
                <a:gd name="T38" fmla="*/ 26 w 128"/>
                <a:gd name="T39" fmla="*/ 54 h 99"/>
                <a:gd name="T40" fmla="*/ 31 w 128"/>
                <a:gd name="T41" fmla="*/ 42 h 99"/>
                <a:gd name="T42" fmla="*/ 43 w 128"/>
                <a:gd name="T43" fmla="*/ 40 h 99"/>
                <a:gd name="T44" fmla="*/ 48 w 128"/>
                <a:gd name="T45" fmla="*/ 38 h 99"/>
                <a:gd name="T46" fmla="*/ 52 w 128"/>
                <a:gd name="T47" fmla="*/ 38 h 99"/>
                <a:gd name="T48" fmla="*/ 55 w 128"/>
                <a:gd name="T49" fmla="*/ 30 h 99"/>
                <a:gd name="T50" fmla="*/ 57 w 128"/>
                <a:gd name="T51" fmla="*/ 30 h 99"/>
                <a:gd name="T52" fmla="*/ 64 w 128"/>
                <a:gd name="T53" fmla="*/ 38 h 99"/>
                <a:gd name="T54" fmla="*/ 83 w 128"/>
                <a:gd name="T55" fmla="*/ 45 h 99"/>
                <a:gd name="T56" fmla="*/ 85 w 128"/>
                <a:gd name="T57" fmla="*/ 42 h 99"/>
                <a:gd name="T58" fmla="*/ 100 w 128"/>
                <a:gd name="T59" fmla="*/ 35 h 99"/>
                <a:gd name="T60" fmla="*/ 109 w 128"/>
                <a:gd name="T61" fmla="*/ 26 h 99"/>
                <a:gd name="T62" fmla="*/ 119 w 128"/>
                <a:gd name="T63" fmla="*/ 2 h 99"/>
                <a:gd name="T64" fmla="*/ 126 w 128"/>
                <a:gd name="T65" fmla="*/ 2 h 99"/>
                <a:gd name="T66" fmla="*/ 128 w 128"/>
                <a:gd name="T67" fmla="*/ 9 h 99"/>
                <a:gd name="T68" fmla="*/ 126 w 128"/>
                <a:gd name="T69" fmla="*/ 3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99">
                  <a:moveTo>
                    <a:pt x="126" y="38"/>
                  </a:moveTo>
                  <a:lnTo>
                    <a:pt x="111" y="71"/>
                  </a:lnTo>
                  <a:lnTo>
                    <a:pt x="107" y="73"/>
                  </a:lnTo>
                  <a:lnTo>
                    <a:pt x="104" y="78"/>
                  </a:lnTo>
                  <a:lnTo>
                    <a:pt x="85" y="83"/>
                  </a:lnTo>
                  <a:lnTo>
                    <a:pt x="83" y="83"/>
                  </a:lnTo>
                  <a:lnTo>
                    <a:pt x="83" y="83"/>
                  </a:lnTo>
                  <a:lnTo>
                    <a:pt x="78" y="87"/>
                  </a:lnTo>
                  <a:lnTo>
                    <a:pt x="78" y="87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1" y="83"/>
                  </a:lnTo>
                  <a:lnTo>
                    <a:pt x="67" y="87"/>
                  </a:lnTo>
                  <a:lnTo>
                    <a:pt x="55" y="90"/>
                  </a:lnTo>
                  <a:lnTo>
                    <a:pt x="41" y="90"/>
                  </a:lnTo>
                  <a:lnTo>
                    <a:pt x="24" y="92"/>
                  </a:lnTo>
                  <a:lnTo>
                    <a:pt x="22" y="92"/>
                  </a:lnTo>
                  <a:lnTo>
                    <a:pt x="19" y="94"/>
                  </a:lnTo>
                  <a:lnTo>
                    <a:pt x="17" y="94"/>
                  </a:lnTo>
                  <a:lnTo>
                    <a:pt x="17" y="97"/>
                  </a:lnTo>
                  <a:lnTo>
                    <a:pt x="14" y="97"/>
                  </a:lnTo>
                  <a:lnTo>
                    <a:pt x="12" y="99"/>
                  </a:lnTo>
                  <a:lnTo>
                    <a:pt x="12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7" y="92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7" y="75"/>
                  </a:lnTo>
                  <a:lnTo>
                    <a:pt x="10" y="73"/>
                  </a:lnTo>
                  <a:lnTo>
                    <a:pt x="12" y="68"/>
                  </a:lnTo>
                  <a:lnTo>
                    <a:pt x="12" y="66"/>
                  </a:lnTo>
                  <a:lnTo>
                    <a:pt x="10" y="64"/>
                  </a:lnTo>
                  <a:lnTo>
                    <a:pt x="5" y="61"/>
                  </a:lnTo>
                  <a:lnTo>
                    <a:pt x="7" y="59"/>
                  </a:lnTo>
                  <a:lnTo>
                    <a:pt x="14" y="59"/>
                  </a:lnTo>
                  <a:lnTo>
                    <a:pt x="17" y="59"/>
                  </a:lnTo>
                  <a:lnTo>
                    <a:pt x="19" y="54"/>
                  </a:lnTo>
                  <a:lnTo>
                    <a:pt x="22" y="54"/>
                  </a:lnTo>
                  <a:lnTo>
                    <a:pt x="26" y="54"/>
                  </a:lnTo>
                  <a:lnTo>
                    <a:pt x="29" y="45"/>
                  </a:lnTo>
                  <a:lnTo>
                    <a:pt x="31" y="42"/>
                  </a:lnTo>
                  <a:lnTo>
                    <a:pt x="33" y="40"/>
                  </a:lnTo>
                  <a:lnTo>
                    <a:pt x="43" y="40"/>
                  </a:lnTo>
                  <a:lnTo>
                    <a:pt x="45" y="38"/>
                  </a:lnTo>
                  <a:lnTo>
                    <a:pt x="48" y="38"/>
                  </a:lnTo>
                  <a:lnTo>
                    <a:pt x="50" y="38"/>
                  </a:lnTo>
                  <a:lnTo>
                    <a:pt x="52" y="38"/>
                  </a:lnTo>
                  <a:lnTo>
                    <a:pt x="52" y="35"/>
                  </a:lnTo>
                  <a:lnTo>
                    <a:pt x="55" y="30"/>
                  </a:lnTo>
                  <a:lnTo>
                    <a:pt x="57" y="28"/>
                  </a:lnTo>
                  <a:lnTo>
                    <a:pt x="57" y="30"/>
                  </a:lnTo>
                  <a:lnTo>
                    <a:pt x="59" y="33"/>
                  </a:lnTo>
                  <a:lnTo>
                    <a:pt x="64" y="38"/>
                  </a:lnTo>
                  <a:lnTo>
                    <a:pt x="67" y="40"/>
                  </a:lnTo>
                  <a:lnTo>
                    <a:pt x="83" y="45"/>
                  </a:lnTo>
                  <a:lnTo>
                    <a:pt x="85" y="45"/>
                  </a:lnTo>
                  <a:lnTo>
                    <a:pt x="85" y="42"/>
                  </a:lnTo>
                  <a:lnTo>
                    <a:pt x="90" y="40"/>
                  </a:lnTo>
                  <a:lnTo>
                    <a:pt x="100" y="35"/>
                  </a:lnTo>
                  <a:lnTo>
                    <a:pt x="104" y="30"/>
                  </a:lnTo>
                  <a:lnTo>
                    <a:pt x="109" y="26"/>
                  </a:lnTo>
                  <a:lnTo>
                    <a:pt x="116" y="7"/>
                  </a:lnTo>
                  <a:lnTo>
                    <a:pt x="119" y="2"/>
                  </a:lnTo>
                  <a:lnTo>
                    <a:pt x="121" y="0"/>
                  </a:lnTo>
                  <a:lnTo>
                    <a:pt x="126" y="2"/>
                  </a:lnTo>
                  <a:lnTo>
                    <a:pt x="128" y="4"/>
                  </a:lnTo>
                  <a:lnTo>
                    <a:pt x="128" y="9"/>
                  </a:lnTo>
                  <a:lnTo>
                    <a:pt x="126" y="30"/>
                  </a:lnTo>
                  <a:lnTo>
                    <a:pt x="126" y="38"/>
                  </a:lnTo>
                  <a:lnTo>
                    <a:pt x="126" y="38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117"/>
            <p:cNvSpPr>
              <a:spLocks/>
            </p:cNvSpPr>
            <p:nvPr/>
          </p:nvSpPr>
          <p:spPr bwMode="auto">
            <a:xfrm>
              <a:off x="1553" y="150"/>
              <a:ext cx="179" cy="201"/>
            </a:xfrm>
            <a:custGeom>
              <a:avLst/>
              <a:gdLst>
                <a:gd name="T0" fmla="*/ 59 w 179"/>
                <a:gd name="T1" fmla="*/ 5 h 201"/>
                <a:gd name="T2" fmla="*/ 80 w 179"/>
                <a:gd name="T3" fmla="*/ 9 h 201"/>
                <a:gd name="T4" fmla="*/ 125 w 179"/>
                <a:gd name="T5" fmla="*/ 40 h 201"/>
                <a:gd name="T6" fmla="*/ 127 w 179"/>
                <a:gd name="T7" fmla="*/ 45 h 201"/>
                <a:gd name="T8" fmla="*/ 127 w 179"/>
                <a:gd name="T9" fmla="*/ 54 h 201"/>
                <a:gd name="T10" fmla="*/ 149 w 179"/>
                <a:gd name="T11" fmla="*/ 59 h 201"/>
                <a:gd name="T12" fmla="*/ 168 w 179"/>
                <a:gd name="T13" fmla="*/ 69 h 201"/>
                <a:gd name="T14" fmla="*/ 172 w 179"/>
                <a:gd name="T15" fmla="*/ 78 h 201"/>
                <a:gd name="T16" fmla="*/ 170 w 179"/>
                <a:gd name="T17" fmla="*/ 90 h 201"/>
                <a:gd name="T18" fmla="*/ 175 w 179"/>
                <a:gd name="T19" fmla="*/ 97 h 201"/>
                <a:gd name="T20" fmla="*/ 175 w 179"/>
                <a:gd name="T21" fmla="*/ 104 h 201"/>
                <a:gd name="T22" fmla="*/ 179 w 179"/>
                <a:gd name="T23" fmla="*/ 109 h 201"/>
                <a:gd name="T24" fmla="*/ 179 w 179"/>
                <a:gd name="T25" fmla="*/ 111 h 201"/>
                <a:gd name="T26" fmla="*/ 177 w 179"/>
                <a:gd name="T27" fmla="*/ 116 h 201"/>
                <a:gd name="T28" fmla="*/ 172 w 179"/>
                <a:gd name="T29" fmla="*/ 116 h 201"/>
                <a:gd name="T30" fmla="*/ 163 w 179"/>
                <a:gd name="T31" fmla="*/ 118 h 201"/>
                <a:gd name="T32" fmla="*/ 153 w 179"/>
                <a:gd name="T33" fmla="*/ 132 h 201"/>
                <a:gd name="T34" fmla="*/ 151 w 179"/>
                <a:gd name="T35" fmla="*/ 163 h 201"/>
                <a:gd name="T36" fmla="*/ 149 w 179"/>
                <a:gd name="T37" fmla="*/ 201 h 201"/>
                <a:gd name="T38" fmla="*/ 137 w 179"/>
                <a:gd name="T39" fmla="*/ 189 h 201"/>
                <a:gd name="T40" fmla="*/ 118 w 179"/>
                <a:gd name="T41" fmla="*/ 180 h 201"/>
                <a:gd name="T42" fmla="*/ 120 w 179"/>
                <a:gd name="T43" fmla="*/ 173 h 201"/>
                <a:gd name="T44" fmla="*/ 125 w 179"/>
                <a:gd name="T45" fmla="*/ 166 h 201"/>
                <a:gd name="T46" fmla="*/ 137 w 179"/>
                <a:gd name="T47" fmla="*/ 156 h 201"/>
                <a:gd name="T48" fmla="*/ 144 w 179"/>
                <a:gd name="T49" fmla="*/ 147 h 201"/>
                <a:gd name="T50" fmla="*/ 142 w 179"/>
                <a:gd name="T51" fmla="*/ 142 h 201"/>
                <a:gd name="T52" fmla="*/ 137 w 179"/>
                <a:gd name="T53" fmla="*/ 137 h 201"/>
                <a:gd name="T54" fmla="*/ 139 w 179"/>
                <a:gd name="T55" fmla="*/ 132 h 201"/>
                <a:gd name="T56" fmla="*/ 142 w 179"/>
                <a:gd name="T57" fmla="*/ 121 h 201"/>
                <a:gd name="T58" fmla="*/ 142 w 179"/>
                <a:gd name="T59" fmla="*/ 106 h 201"/>
                <a:gd name="T60" fmla="*/ 139 w 179"/>
                <a:gd name="T61" fmla="*/ 90 h 201"/>
                <a:gd name="T62" fmla="*/ 144 w 179"/>
                <a:gd name="T63" fmla="*/ 85 h 201"/>
                <a:gd name="T64" fmla="*/ 144 w 179"/>
                <a:gd name="T65" fmla="*/ 78 h 201"/>
                <a:gd name="T66" fmla="*/ 146 w 179"/>
                <a:gd name="T67" fmla="*/ 76 h 201"/>
                <a:gd name="T68" fmla="*/ 151 w 179"/>
                <a:gd name="T69" fmla="*/ 66 h 201"/>
                <a:gd name="T70" fmla="*/ 137 w 179"/>
                <a:gd name="T71" fmla="*/ 61 h 201"/>
                <a:gd name="T72" fmla="*/ 116 w 179"/>
                <a:gd name="T73" fmla="*/ 57 h 201"/>
                <a:gd name="T74" fmla="*/ 113 w 179"/>
                <a:gd name="T75" fmla="*/ 47 h 201"/>
                <a:gd name="T76" fmla="*/ 109 w 179"/>
                <a:gd name="T77" fmla="*/ 43 h 201"/>
                <a:gd name="T78" fmla="*/ 106 w 179"/>
                <a:gd name="T79" fmla="*/ 43 h 201"/>
                <a:gd name="T80" fmla="*/ 101 w 179"/>
                <a:gd name="T81" fmla="*/ 43 h 201"/>
                <a:gd name="T82" fmla="*/ 97 w 179"/>
                <a:gd name="T83" fmla="*/ 38 h 201"/>
                <a:gd name="T84" fmla="*/ 80 w 179"/>
                <a:gd name="T85" fmla="*/ 12 h 201"/>
                <a:gd name="T86" fmla="*/ 68 w 179"/>
                <a:gd name="T87" fmla="*/ 9 h 201"/>
                <a:gd name="T88" fmla="*/ 56 w 179"/>
                <a:gd name="T89" fmla="*/ 12 h 201"/>
                <a:gd name="T90" fmla="*/ 35 w 179"/>
                <a:gd name="T91" fmla="*/ 12 h 201"/>
                <a:gd name="T92" fmla="*/ 26 w 179"/>
                <a:gd name="T93" fmla="*/ 7 h 201"/>
                <a:gd name="T94" fmla="*/ 2 w 179"/>
                <a:gd name="T95" fmla="*/ 12 h 201"/>
                <a:gd name="T96" fmla="*/ 0 w 179"/>
                <a:gd name="T97" fmla="*/ 9 h 201"/>
                <a:gd name="T98" fmla="*/ 14 w 179"/>
                <a:gd name="T99" fmla="*/ 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9" h="201">
                  <a:moveTo>
                    <a:pt x="33" y="2"/>
                  </a:moveTo>
                  <a:lnTo>
                    <a:pt x="49" y="5"/>
                  </a:lnTo>
                  <a:lnTo>
                    <a:pt x="59" y="5"/>
                  </a:lnTo>
                  <a:lnTo>
                    <a:pt x="61" y="0"/>
                  </a:lnTo>
                  <a:lnTo>
                    <a:pt x="73" y="5"/>
                  </a:lnTo>
                  <a:lnTo>
                    <a:pt x="80" y="9"/>
                  </a:lnTo>
                  <a:lnTo>
                    <a:pt x="116" y="38"/>
                  </a:lnTo>
                  <a:lnTo>
                    <a:pt x="120" y="40"/>
                  </a:lnTo>
                  <a:lnTo>
                    <a:pt x="125" y="40"/>
                  </a:lnTo>
                  <a:lnTo>
                    <a:pt x="130" y="40"/>
                  </a:lnTo>
                  <a:lnTo>
                    <a:pt x="130" y="43"/>
                  </a:lnTo>
                  <a:lnTo>
                    <a:pt x="127" y="45"/>
                  </a:lnTo>
                  <a:lnTo>
                    <a:pt x="120" y="45"/>
                  </a:lnTo>
                  <a:lnTo>
                    <a:pt x="123" y="50"/>
                  </a:lnTo>
                  <a:lnTo>
                    <a:pt x="127" y="54"/>
                  </a:lnTo>
                  <a:lnTo>
                    <a:pt x="132" y="57"/>
                  </a:lnTo>
                  <a:lnTo>
                    <a:pt x="144" y="57"/>
                  </a:lnTo>
                  <a:lnTo>
                    <a:pt x="149" y="59"/>
                  </a:lnTo>
                  <a:lnTo>
                    <a:pt x="158" y="66"/>
                  </a:lnTo>
                  <a:lnTo>
                    <a:pt x="165" y="69"/>
                  </a:lnTo>
                  <a:lnTo>
                    <a:pt x="168" y="69"/>
                  </a:lnTo>
                  <a:lnTo>
                    <a:pt x="170" y="73"/>
                  </a:lnTo>
                  <a:lnTo>
                    <a:pt x="172" y="76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70" y="83"/>
                  </a:lnTo>
                  <a:lnTo>
                    <a:pt x="170" y="90"/>
                  </a:lnTo>
                  <a:lnTo>
                    <a:pt x="170" y="95"/>
                  </a:lnTo>
                  <a:lnTo>
                    <a:pt x="172" y="97"/>
                  </a:lnTo>
                  <a:lnTo>
                    <a:pt x="175" y="97"/>
                  </a:lnTo>
                  <a:lnTo>
                    <a:pt x="177" y="97"/>
                  </a:lnTo>
                  <a:lnTo>
                    <a:pt x="177" y="102"/>
                  </a:lnTo>
                  <a:lnTo>
                    <a:pt x="175" y="104"/>
                  </a:lnTo>
                  <a:lnTo>
                    <a:pt x="177" y="106"/>
                  </a:lnTo>
                  <a:lnTo>
                    <a:pt x="177" y="106"/>
                  </a:lnTo>
                  <a:lnTo>
                    <a:pt x="179" y="109"/>
                  </a:lnTo>
                  <a:lnTo>
                    <a:pt x="179" y="109"/>
                  </a:lnTo>
                  <a:lnTo>
                    <a:pt x="179" y="111"/>
                  </a:lnTo>
                  <a:lnTo>
                    <a:pt x="179" y="111"/>
                  </a:lnTo>
                  <a:lnTo>
                    <a:pt x="179" y="114"/>
                  </a:lnTo>
                  <a:lnTo>
                    <a:pt x="177" y="114"/>
                  </a:lnTo>
                  <a:lnTo>
                    <a:pt x="177" y="116"/>
                  </a:lnTo>
                  <a:lnTo>
                    <a:pt x="175" y="116"/>
                  </a:lnTo>
                  <a:lnTo>
                    <a:pt x="172" y="118"/>
                  </a:lnTo>
                  <a:lnTo>
                    <a:pt x="172" y="116"/>
                  </a:lnTo>
                  <a:lnTo>
                    <a:pt x="172" y="114"/>
                  </a:lnTo>
                  <a:lnTo>
                    <a:pt x="168" y="116"/>
                  </a:lnTo>
                  <a:lnTo>
                    <a:pt x="163" y="118"/>
                  </a:lnTo>
                  <a:lnTo>
                    <a:pt x="158" y="123"/>
                  </a:lnTo>
                  <a:lnTo>
                    <a:pt x="153" y="128"/>
                  </a:lnTo>
                  <a:lnTo>
                    <a:pt x="153" y="132"/>
                  </a:lnTo>
                  <a:lnTo>
                    <a:pt x="153" y="149"/>
                  </a:lnTo>
                  <a:lnTo>
                    <a:pt x="153" y="154"/>
                  </a:lnTo>
                  <a:lnTo>
                    <a:pt x="151" y="163"/>
                  </a:lnTo>
                  <a:lnTo>
                    <a:pt x="153" y="180"/>
                  </a:lnTo>
                  <a:lnTo>
                    <a:pt x="156" y="194"/>
                  </a:lnTo>
                  <a:lnTo>
                    <a:pt x="149" y="201"/>
                  </a:lnTo>
                  <a:lnTo>
                    <a:pt x="144" y="199"/>
                  </a:lnTo>
                  <a:lnTo>
                    <a:pt x="139" y="194"/>
                  </a:lnTo>
                  <a:lnTo>
                    <a:pt x="137" y="189"/>
                  </a:lnTo>
                  <a:lnTo>
                    <a:pt x="135" y="185"/>
                  </a:lnTo>
                  <a:lnTo>
                    <a:pt x="132" y="182"/>
                  </a:lnTo>
                  <a:lnTo>
                    <a:pt x="118" y="180"/>
                  </a:lnTo>
                  <a:lnTo>
                    <a:pt x="113" y="175"/>
                  </a:lnTo>
                  <a:lnTo>
                    <a:pt x="116" y="175"/>
                  </a:lnTo>
                  <a:lnTo>
                    <a:pt x="120" y="173"/>
                  </a:lnTo>
                  <a:lnTo>
                    <a:pt x="123" y="173"/>
                  </a:lnTo>
                  <a:lnTo>
                    <a:pt x="125" y="166"/>
                  </a:lnTo>
                  <a:lnTo>
                    <a:pt x="125" y="166"/>
                  </a:lnTo>
                  <a:lnTo>
                    <a:pt x="130" y="166"/>
                  </a:lnTo>
                  <a:lnTo>
                    <a:pt x="130" y="163"/>
                  </a:lnTo>
                  <a:lnTo>
                    <a:pt x="137" y="156"/>
                  </a:lnTo>
                  <a:lnTo>
                    <a:pt x="142" y="151"/>
                  </a:lnTo>
                  <a:lnTo>
                    <a:pt x="144" y="149"/>
                  </a:lnTo>
                  <a:lnTo>
                    <a:pt x="144" y="147"/>
                  </a:lnTo>
                  <a:lnTo>
                    <a:pt x="144" y="147"/>
                  </a:lnTo>
                  <a:lnTo>
                    <a:pt x="142" y="144"/>
                  </a:lnTo>
                  <a:lnTo>
                    <a:pt x="142" y="142"/>
                  </a:lnTo>
                  <a:lnTo>
                    <a:pt x="142" y="140"/>
                  </a:lnTo>
                  <a:lnTo>
                    <a:pt x="139" y="140"/>
                  </a:lnTo>
                  <a:lnTo>
                    <a:pt x="137" y="137"/>
                  </a:lnTo>
                  <a:lnTo>
                    <a:pt x="137" y="137"/>
                  </a:lnTo>
                  <a:lnTo>
                    <a:pt x="139" y="135"/>
                  </a:lnTo>
                  <a:lnTo>
                    <a:pt x="139" y="132"/>
                  </a:lnTo>
                  <a:lnTo>
                    <a:pt x="142" y="130"/>
                  </a:lnTo>
                  <a:lnTo>
                    <a:pt x="142" y="128"/>
                  </a:lnTo>
                  <a:lnTo>
                    <a:pt x="142" y="121"/>
                  </a:lnTo>
                  <a:lnTo>
                    <a:pt x="142" y="118"/>
                  </a:lnTo>
                  <a:lnTo>
                    <a:pt x="137" y="116"/>
                  </a:lnTo>
                  <a:lnTo>
                    <a:pt x="142" y="106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90"/>
                  </a:lnTo>
                  <a:lnTo>
                    <a:pt x="142" y="90"/>
                  </a:lnTo>
                  <a:lnTo>
                    <a:pt x="144" y="88"/>
                  </a:lnTo>
                  <a:lnTo>
                    <a:pt x="144" y="85"/>
                  </a:lnTo>
                  <a:lnTo>
                    <a:pt x="146" y="83"/>
                  </a:lnTo>
                  <a:lnTo>
                    <a:pt x="146" y="83"/>
                  </a:lnTo>
                  <a:lnTo>
                    <a:pt x="144" y="78"/>
                  </a:lnTo>
                  <a:lnTo>
                    <a:pt x="146" y="76"/>
                  </a:lnTo>
                  <a:lnTo>
                    <a:pt x="146" y="76"/>
                  </a:lnTo>
                  <a:lnTo>
                    <a:pt x="146" y="76"/>
                  </a:lnTo>
                  <a:lnTo>
                    <a:pt x="149" y="73"/>
                  </a:lnTo>
                  <a:lnTo>
                    <a:pt x="149" y="71"/>
                  </a:lnTo>
                  <a:lnTo>
                    <a:pt x="151" y="66"/>
                  </a:lnTo>
                  <a:lnTo>
                    <a:pt x="149" y="64"/>
                  </a:lnTo>
                  <a:lnTo>
                    <a:pt x="142" y="64"/>
                  </a:lnTo>
                  <a:lnTo>
                    <a:pt x="137" y="61"/>
                  </a:lnTo>
                  <a:lnTo>
                    <a:pt x="120" y="61"/>
                  </a:lnTo>
                  <a:lnTo>
                    <a:pt x="118" y="59"/>
                  </a:lnTo>
                  <a:lnTo>
                    <a:pt x="116" y="57"/>
                  </a:lnTo>
                  <a:lnTo>
                    <a:pt x="113" y="52"/>
                  </a:lnTo>
                  <a:lnTo>
                    <a:pt x="113" y="50"/>
                  </a:lnTo>
                  <a:lnTo>
                    <a:pt x="113" y="47"/>
                  </a:lnTo>
                  <a:lnTo>
                    <a:pt x="113" y="47"/>
                  </a:lnTo>
                  <a:lnTo>
                    <a:pt x="111" y="45"/>
                  </a:lnTo>
                  <a:lnTo>
                    <a:pt x="109" y="43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6" y="43"/>
                  </a:lnTo>
                  <a:lnTo>
                    <a:pt x="106" y="43"/>
                  </a:lnTo>
                  <a:lnTo>
                    <a:pt x="106" y="43"/>
                  </a:lnTo>
                  <a:lnTo>
                    <a:pt x="101" y="43"/>
                  </a:lnTo>
                  <a:lnTo>
                    <a:pt x="99" y="43"/>
                  </a:lnTo>
                  <a:lnTo>
                    <a:pt x="97" y="40"/>
                  </a:lnTo>
                  <a:lnTo>
                    <a:pt x="97" y="38"/>
                  </a:lnTo>
                  <a:lnTo>
                    <a:pt x="94" y="31"/>
                  </a:lnTo>
                  <a:lnTo>
                    <a:pt x="85" y="19"/>
                  </a:lnTo>
                  <a:lnTo>
                    <a:pt x="80" y="12"/>
                  </a:lnTo>
                  <a:lnTo>
                    <a:pt x="75" y="9"/>
                  </a:lnTo>
                  <a:lnTo>
                    <a:pt x="73" y="9"/>
                  </a:lnTo>
                  <a:lnTo>
                    <a:pt x="68" y="9"/>
                  </a:lnTo>
                  <a:lnTo>
                    <a:pt x="66" y="12"/>
                  </a:lnTo>
                  <a:lnTo>
                    <a:pt x="61" y="14"/>
                  </a:lnTo>
                  <a:lnTo>
                    <a:pt x="56" y="12"/>
                  </a:lnTo>
                  <a:lnTo>
                    <a:pt x="47" y="9"/>
                  </a:lnTo>
                  <a:lnTo>
                    <a:pt x="42" y="9"/>
                  </a:lnTo>
                  <a:lnTo>
                    <a:pt x="35" y="12"/>
                  </a:lnTo>
                  <a:lnTo>
                    <a:pt x="35" y="9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1" y="7"/>
                  </a:lnTo>
                  <a:lnTo>
                    <a:pt x="9" y="7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9"/>
                  </a:lnTo>
                  <a:lnTo>
                    <a:pt x="7" y="5"/>
                  </a:lnTo>
                  <a:lnTo>
                    <a:pt x="14" y="2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118"/>
            <p:cNvSpPr>
              <a:spLocks/>
            </p:cNvSpPr>
            <p:nvPr/>
          </p:nvSpPr>
          <p:spPr bwMode="auto">
            <a:xfrm>
              <a:off x="1602" y="675"/>
              <a:ext cx="83" cy="119"/>
            </a:xfrm>
            <a:custGeom>
              <a:avLst/>
              <a:gdLst>
                <a:gd name="T0" fmla="*/ 43 w 83"/>
                <a:gd name="T1" fmla="*/ 38 h 119"/>
                <a:gd name="T2" fmla="*/ 43 w 83"/>
                <a:gd name="T3" fmla="*/ 50 h 119"/>
                <a:gd name="T4" fmla="*/ 38 w 83"/>
                <a:gd name="T5" fmla="*/ 55 h 119"/>
                <a:gd name="T6" fmla="*/ 50 w 83"/>
                <a:gd name="T7" fmla="*/ 41 h 119"/>
                <a:gd name="T8" fmla="*/ 55 w 83"/>
                <a:gd name="T9" fmla="*/ 29 h 119"/>
                <a:gd name="T10" fmla="*/ 57 w 83"/>
                <a:gd name="T11" fmla="*/ 17 h 119"/>
                <a:gd name="T12" fmla="*/ 67 w 83"/>
                <a:gd name="T13" fmla="*/ 27 h 119"/>
                <a:gd name="T14" fmla="*/ 74 w 83"/>
                <a:gd name="T15" fmla="*/ 34 h 119"/>
                <a:gd name="T16" fmla="*/ 76 w 83"/>
                <a:gd name="T17" fmla="*/ 48 h 119"/>
                <a:gd name="T18" fmla="*/ 76 w 83"/>
                <a:gd name="T19" fmla="*/ 57 h 119"/>
                <a:gd name="T20" fmla="*/ 78 w 83"/>
                <a:gd name="T21" fmla="*/ 64 h 119"/>
                <a:gd name="T22" fmla="*/ 78 w 83"/>
                <a:gd name="T23" fmla="*/ 69 h 119"/>
                <a:gd name="T24" fmla="*/ 76 w 83"/>
                <a:gd name="T25" fmla="*/ 71 h 119"/>
                <a:gd name="T26" fmla="*/ 67 w 83"/>
                <a:gd name="T27" fmla="*/ 79 h 119"/>
                <a:gd name="T28" fmla="*/ 81 w 83"/>
                <a:gd name="T29" fmla="*/ 74 h 119"/>
                <a:gd name="T30" fmla="*/ 83 w 83"/>
                <a:gd name="T31" fmla="*/ 86 h 119"/>
                <a:gd name="T32" fmla="*/ 74 w 83"/>
                <a:gd name="T33" fmla="*/ 95 h 119"/>
                <a:gd name="T34" fmla="*/ 78 w 83"/>
                <a:gd name="T35" fmla="*/ 102 h 119"/>
                <a:gd name="T36" fmla="*/ 78 w 83"/>
                <a:gd name="T37" fmla="*/ 109 h 119"/>
                <a:gd name="T38" fmla="*/ 67 w 83"/>
                <a:gd name="T39" fmla="*/ 114 h 119"/>
                <a:gd name="T40" fmla="*/ 62 w 83"/>
                <a:gd name="T41" fmla="*/ 114 h 119"/>
                <a:gd name="T42" fmla="*/ 57 w 83"/>
                <a:gd name="T43" fmla="*/ 119 h 119"/>
                <a:gd name="T44" fmla="*/ 38 w 83"/>
                <a:gd name="T45" fmla="*/ 114 h 119"/>
                <a:gd name="T46" fmla="*/ 45 w 83"/>
                <a:gd name="T47" fmla="*/ 107 h 119"/>
                <a:gd name="T48" fmla="*/ 60 w 83"/>
                <a:gd name="T49" fmla="*/ 102 h 119"/>
                <a:gd name="T50" fmla="*/ 74 w 83"/>
                <a:gd name="T51" fmla="*/ 93 h 119"/>
                <a:gd name="T52" fmla="*/ 67 w 83"/>
                <a:gd name="T53" fmla="*/ 93 h 119"/>
                <a:gd name="T54" fmla="*/ 50 w 83"/>
                <a:gd name="T55" fmla="*/ 105 h 119"/>
                <a:gd name="T56" fmla="*/ 48 w 83"/>
                <a:gd name="T57" fmla="*/ 105 h 119"/>
                <a:gd name="T58" fmla="*/ 50 w 83"/>
                <a:gd name="T59" fmla="*/ 93 h 119"/>
                <a:gd name="T60" fmla="*/ 55 w 83"/>
                <a:gd name="T61" fmla="*/ 88 h 119"/>
                <a:gd name="T62" fmla="*/ 38 w 83"/>
                <a:gd name="T63" fmla="*/ 90 h 119"/>
                <a:gd name="T64" fmla="*/ 31 w 83"/>
                <a:gd name="T65" fmla="*/ 93 h 119"/>
                <a:gd name="T66" fmla="*/ 24 w 83"/>
                <a:gd name="T67" fmla="*/ 76 h 119"/>
                <a:gd name="T68" fmla="*/ 22 w 83"/>
                <a:gd name="T69" fmla="*/ 67 h 119"/>
                <a:gd name="T70" fmla="*/ 22 w 83"/>
                <a:gd name="T71" fmla="*/ 60 h 119"/>
                <a:gd name="T72" fmla="*/ 17 w 83"/>
                <a:gd name="T73" fmla="*/ 55 h 119"/>
                <a:gd name="T74" fmla="*/ 12 w 83"/>
                <a:gd name="T75" fmla="*/ 50 h 119"/>
                <a:gd name="T76" fmla="*/ 3 w 83"/>
                <a:gd name="T77" fmla="*/ 43 h 119"/>
                <a:gd name="T78" fmla="*/ 7 w 83"/>
                <a:gd name="T79" fmla="*/ 43 h 119"/>
                <a:gd name="T80" fmla="*/ 5 w 83"/>
                <a:gd name="T81" fmla="*/ 38 h 119"/>
                <a:gd name="T82" fmla="*/ 10 w 83"/>
                <a:gd name="T83" fmla="*/ 36 h 119"/>
                <a:gd name="T84" fmla="*/ 17 w 83"/>
                <a:gd name="T85" fmla="*/ 29 h 119"/>
                <a:gd name="T86" fmla="*/ 24 w 83"/>
                <a:gd name="T87" fmla="*/ 22 h 119"/>
                <a:gd name="T88" fmla="*/ 29 w 83"/>
                <a:gd name="T89" fmla="*/ 17 h 119"/>
                <a:gd name="T90" fmla="*/ 33 w 83"/>
                <a:gd name="T91" fmla="*/ 12 h 119"/>
                <a:gd name="T92" fmla="*/ 48 w 83"/>
                <a:gd name="T93" fmla="*/ 0 h 119"/>
                <a:gd name="T94" fmla="*/ 52 w 83"/>
                <a:gd name="T95" fmla="*/ 10 h 119"/>
                <a:gd name="T96" fmla="*/ 55 w 83"/>
                <a:gd name="T97" fmla="*/ 15 h 119"/>
                <a:gd name="T98" fmla="*/ 33 w 83"/>
                <a:gd name="T99" fmla="*/ 29 h 119"/>
                <a:gd name="T100" fmla="*/ 38 w 83"/>
                <a:gd name="T101" fmla="*/ 31 h 119"/>
                <a:gd name="T102" fmla="*/ 33 w 83"/>
                <a:gd name="T103" fmla="*/ 3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3" h="119">
                  <a:moveTo>
                    <a:pt x="36" y="36"/>
                  </a:moveTo>
                  <a:lnTo>
                    <a:pt x="41" y="38"/>
                  </a:lnTo>
                  <a:lnTo>
                    <a:pt x="43" y="38"/>
                  </a:lnTo>
                  <a:lnTo>
                    <a:pt x="45" y="41"/>
                  </a:lnTo>
                  <a:lnTo>
                    <a:pt x="45" y="43"/>
                  </a:lnTo>
                  <a:lnTo>
                    <a:pt x="43" y="50"/>
                  </a:lnTo>
                  <a:lnTo>
                    <a:pt x="43" y="53"/>
                  </a:lnTo>
                  <a:lnTo>
                    <a:pt x="41" y="55"/>
                  </a:lnTo>
                  <a:lnTo>
                    <a:pt x="38" y="55"/>
                  </a:lnTo>
                  <a:lnTo>
                    <a:pt x="43" y="57"/>
                  </a:lnTo>
                  <a:lnTo>
                    <a:pt x="45" y="53"/>
                  </a:lnTo>
                  <a:lnTo>
                    <a:pt x="50" y="41"/>
                  </a:lnTo>
                  <a:lnTo>
                    <a:pt x="52" y="36"/>
                  </a:lnTo>
                  <a:lnTo>
                    <a:pt x="55" y="34"/>
                  </a:lnTo>
                  <a:lnTo>
                    <a:pt x="55" y="29"/>
                  </a:lnTo>
                  <a:lnTo>
                    <a:pt x="55" y="24"/>
                  </a:lnTo>
                  <a:lnTo>
                    <a:pt x="55" y="19"/>
                  </a:lnTo>
                  <a:lnTo>
                    <a:pt x="57" y="17"/>
                  </a:lnTo>
                  <a:lnTo>
                    <a:pt x="60" y="17"/>
                  </a:lnTo>
                  <a:lnTo>
                    <a:pt x="64" y="22"/>
                  </a:lnTo>
                  <a:lnTo>
                    <a:pt x="67" y="27"/>
                  </a:lnTo>
                  <a:lnTo>
                    <a:pt x="69" y="29"/>
                  </a:lnTo>
                  <a:lnTo>
                    <a:pt x="71" y="31"/>
                  </a:lnTo>
                  <a:lnTo>
                    <a:pt x="74" y="34"/>
                  </a:lnTo>
                  <a:lnTo>
                    <a:pt x="74" y="38"/>
                  </a:lnTo>
                  <a:lnTo>
                    <a:pt x="74" y="45"/>
                  </a:lnTo>
                  <a:lnTo>
                    <a:pt x="76" y="48"/>
                  </a:lnTo>
                  <a:lnTo>
                    <a:pt x="76" y="50"/>
                  </a:lnTo>
                  <a:lnTo>
                    <a:pt x="76" y="53"/>
                  </a:lnTo>
                  <a:lnTo>
                    <a:pt x="76" y="57"/>
                  </a:lnTo>
                  <a:lnTo>
                    <a:pt x="76" y="60"/>
                  </a:lnTo>
                  <a:lnTo>
                    <a:pt x="76" y="60"/>
                  </a:lnTo>
                  <a:lnTo>
                    <a:pt x="78" y="64"/>
                  </a:lnTo>
                  <a:lnTo>
                    <a:pt x="81" y="64"/>
                  </a:lnTo>
                  <a:lnTo>
                    <a:pt x="81" y="67"/>
                  </a:lnTo>
                  <a:lnTo>
                    <a:pt x="78" y="69"/>
                  </a:lnTo>
                  <a:lnTo>
                    <a:pt x="78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1" y="74"/>
                  </a:lnTo>
                  <a:lnTo>
                    <a:pt x="67" y="74"/>
                  </a:lnTo>
                  <a:lnTo>
                    <a:pt x="67" y="79"/>
                  </a:lnTo>
                  <a:lnTo>
                    <a:pt x="74" y="74"/>
                  </a:lnTo>
                  <a:lnTo>
                    <a:pt x="76" y="71"/>
                  </a:lnTo>
                  <a:lnTo>
                    <a:pt x="81" y="74"/>
                  </a:lnTo>
                  <a:lnTo>
                    <a:pt x="83" y="76"/>
                  </a:lnTo>
                  <a:lnTo>
                    <a:pt x="83" y="83"/>
                  </a:lnTo>
                  <a:lnTo>
                    <a:pt x="83" y="86"/>
                  </a:lnTo>
                  <a:lnTo>
                    <a:pt x="81" y="93"/>
                  </a:lnTo>
                  <a:lnTo>
                    <a:pt x="78" y="95"/>
                  </a:lnTo>
                  <a:lnTo>
                    <a:pt x="74" y="95"/>
                  </a:lnTo>
                  <a:lnTo>
                    <a:pt x="74" y="98"/>
                  </a:lnTo>
                  <a:lnTo>
                    <a:pt x="78" y="100"/>
                  </a:lnTo>
                  <a:lnTo>
                    <a:pt x="78" y="102"/>
                  </a:lnTo>
                  <a:lnTo>
                    <a:pt x="78" y="105"/>
                  </a:lnTo>
                  <a:lnTo>
                    <a:pt x="78" y="107"/>
                  </a:lnTo>
                  <a:lnTo>
                    <a:pt x="78" y="109"/>
                  </a:lnTo>
                  <a:lnTo>
                    <a:pt x="76" y="112"/>
                  </a:lnTo>
                  <a:lnTo>
                    <a:pt x="71" y="114"/>
                  </a:lnTo>
                  <a:lnTo>
                    <a:pt x="67" y="114"/>
                  </a:lnTo>
                  <a:lnTo>
                    <a:pt x="62" y="109"/>
                  </a:lnTo>
                  <a:lnTo>
                    <a:pt x="57" y="109"/>
                  </a:lnTo>
                  <a:lnTo>
                    <a:pt x="62" y="114"/>
                  </a:lnTo>
                  <a:lnTo>
                    <a:pt x="62" y="114"/>
                  </a:lnTo>
                  <a:lnTo>
                    <a:pt x="60" y="119"/>
                  </a:lnTo>
                  <a:lnTo>
                    <a:pt x="57" y="119"/>
                  </a:lnTo>
                  <a:lnTo>
                    <a:pt x="55" y="114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43" y="112"/>
                  </a:lnTo>
                  <a:lnTo>
                    <a:pt x="43" y="107"/>
                  </a:lnTo>
                  <a:lnTo>
                    <a:pt x="45" y="107"/>
                  </a:lnTo>
                  <a:lnTo>
                    <a:pt x="57" y="109"/>
                  </a:lnTo>
                  <a:lnTo>
                    <a:pt x="57" y="107"/>
                  </a:lnTo>
                  <a:lnTo>
                    <a:pt x="60" y="102"/>
                  </a:lnTo>
                  <a:lnTo>
                    <a:pt x="62" y="102"/>
                  </a:lnTo>
                  <a:lnTo>
                    <a:pt x="71" y="95"/>
                  </a:lnTo>
                  <a:lnTo>
                    <a:pt x="74" y="93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7" y="93"/>
                  </a:lnTo>
                  <a:lnTo>
                    <a:pt x="64" y="95"/>
                  </a:lnTo>
                  <a:lnTo>
                    <a:pt x="60" y="98"/>
                  </a:lnTo>
                  <a:lnTo>
                    <a:pt x="50" y="105"/>
                  </a:lnTo>
                  <a:lnTo>
                    <a:pt x="50" y="105"/>
                  </a:lnTo>
                  <a:lnTo>
                    <a:pt x="52" y="105"/>
                  </a:lnTo>
                  <a:lnTo>
                    <a:pt x="48" y="105"/>
                  </a:lnTo>
                  <a:lnTo>
                    <a:pt x="43" y="100"/>
                  </a:lnTo>
                  <a:lnTo>
                    <a:pt x="38" y="98"/>
                  </a:lnTo>
                  <a:lnTo>
                    <a:pt x="50" y="93"/>
                  </a:lnTo>
                  <a:lnTo>
                    <a:pt x="57" y="88"/>
                  </a:lnTo>
                  <a:lnTo>
                    <a:pt x="57" y="86"/>
                  </a:lnTo>
                  <a:lnTo>
                    <a:pt x="55" y="88"/>
                  </a:lnTo>
                  <a:lnTo>
                    <a:pt x="50" y="90"/>
                  </a:lnTo>
                  <a:lnTo>
                    <a:pt x="41" y="90"/>
                  </a:lnTo>
                  <a:lnTo>
                    <a:pt x="38" y="90"/>
                  </a:lnTo>
                  <a:lnTo>
                    <a:pt x="36" y="93"/>
                  </a:lnTo>
                  <a:lnTo>
                    <a:pt x="33" y="93"/>
                  </a:lnTo>
                  <a:lnTo>
                    <a:pt x="31" y="93"/>
                  </a:lnTo>
                  <a:lnTo>
                    <a:pt x="31" y="90"/>
                  </a:lnTo>
                  <a:lnTo>
                    <a:pt x="29" y="88"/>
                  </a:lnTo>
                  <a:lnTo>
                    <a:pt x="24" y="76"/>
                  </a:lnTo>
                  <a:lnTo>
                    <a:pt x="24" y="71"/>
                  </a:lnTo>
                  <a:lnTo>
                    <a:pt x="24" y="69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2" y="62"/>
                  </a:lnTo>
                  <a:lnTo>
                    <a:pt x="22" y="60"/>
                  </a:lnTo>
                  <a:lnTo>
                    <a:pt x="19" y="57"/>
                  </a:lnTo>
                  <a:lnTo>
                    <a:pt x="17" y="57"/>
                  </a:lnTo>
                  <a:lnTo>
                    <a:pt x="17" y="55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2" y="50"/>
                  </a:lnTo>
                  <a:lnTo>
                    <a:pt x="0" y="48"/>
                  </a:lnTo>
                  <a:lnTo>
                    <a:pt x="3" y="45"/>
                  </a:lnTo>
                  <a:lnTo>
                    <a:pt x="3" y="43"/>
                  </a:lnTo>
                  <a:lnTo>
                    <a:pt x="5" y="45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7" y="36"/>
                  </a:lnTo>
                  <a:lnTo>
                    <a:pt x="10" y="36"/>
                  </a:lnTo>
                  <a:lnTo>
                    <a:pt x="15" y="34"/>
                  </a:lnTo>
                  <a:lnTo>
                    <a:pt x="17" y="31"/>
                  </a:lnTo>
                  <a:lnTo>
                    <a:pt x="17" y="29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33" y="12"/>
                  </a:lnTo>
                  <a:lnTo>
                    <a:pt x="41" y="8"/>
                  </a:lnTo>
                  <a:lnTo>
                    <a:pt x="41" y="5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50" y="8"/>
                  </a:lnTo>
                  <a:lnTo>
                    <a:pt x="52" y="10"/>
                  </a:lnTo>
                  <a:lnTo>
                    <a:pt x="55" y="10"/>
                  </a:lnTo>
                  <a:lnTo>
                    <a:pt x="55" y="12"/>
                  </a:lnTo>
                  <a:lnTo>
                    <a:pt x="55" y="15"/>
                  </a:lnTo>
                  <a:lnTo>
                    <a:pt x="43" y="24"/>
                  </a:lnTo>
                  <a:lnTo>
                    <a:pt x="38" y="27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8" y="34"/>
                  </a:lnTo>
                  <a:lnTo>
                    <a:pt x="36" y="34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6" y="3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119"/>
            <p:cNvSpPr>
              <a:spLocks/>
            </p:cNvSpPr>
            <p:nvPr/>
          </p:nvSpPr>
          <p:spPr bwMode="auto">
            <a:xfrm>
              <a:off x="3687" y="2872"/>
              <a:ext cx="47" cy="52"/>
            </a:xfrm>
            <a:custGeom>
              <a:avLst/>
              <a:gdLst>
                <a:gd name="T0" fmla="*/ 42 w 47"/>
                <a:gd name="T1" fmla="*/ 52 h 52"/>
                <a:gd name="T2" fmla="*/ 40 w 47"/>
                <a:gd name="T3" fmla="*/ 52 h 52"/>
                <a:gd name="T4" fmla="*/ 37 w 47"/>
                <a:gd name="T5" fmla="*/ 52 h 52"/>
                <a:gd name="T6" fmla="*/ 37 w 47"/>
                <a:gd name="T7" fmla="*/ 52 h 52"/>
                <a:gd name="T8" fmla="*/ 30 w 47"/>
                <a:gd name="T9" fmla="*/ 45 h 52"/>
                <a:gd name="T10" fmla="*/ 30 w 47"/>
                <a:gd name="T11" fmla="*/ 41 h 52"/>
                <a:gd name="T12" fmla="*/ 30 w 47"/>
                <a:gd name="T13" fmla="*/ 38 h 52"/>
                <a:gd name="T14" fmla="*/ 30 w 47"/>
                <a:gd name="T15" fmla="*/ 31 h 52"/>
                <a:gd name="T16" fmla="*/ 28 w 47"/>
                <a:gd name="T17" fmla="*/ 26 h 52"/>
                <a:gd name="T18" fmla="*/ 28 w 47"/>
                <a:gd name="T19" fmla="*/ 24 h 52"/>
                <a:gd name="T20" fmla="*/ 23 w 47"/>
                <a:gd name="T21" fmla="*/ 19 h 52"/>
                <a:gd name="T22" fmla="*/ 21 w 47"/>
                <a:gd name="T23" fmla="*/ 17 h 52"/>
                <a:gd name="T24" fmla="*/ 9 w 47"/>
                <a:gd name="T25" fmla="*/ 17 h 52"/>
                <a:gd name="T26" fmla="*/ 7 w 47"/>
                <a:gd name="T27" fmla="*/ 17 h 52"/>
                <a:gd name="T28" fmla="*/ 2 w 47"/>
                <a:gd name="T29" fmla="*/ 15 h 52"/>
                <a:gd name="T30" fmla="*/ 0 w 47"/>
                <a:gd name="T31" fmla="*/ 10 h 52"/>
                <a:gd name="T32" fmla="*/ 2 w 47"/>
                <a:gd name="T33" fmla="*/ 7 h 52"/>
                <a:gd name="T34" fmla="*/ 0 w 47"/>
                <a:gd name="T35" fmla="*/ 5 h 52"/>
                <a:gd name="T36" fmla="*/ 2 w 47"/>
                <a:gd name="T37" fmla="*/ 3 h 52"/>
                <a:gd name="T38" fmla="*/ 2 w 47"/>
                <a:gd name="T39" fmla="*/ 0 h 52"/>
                <a:gd name="T40" fmla="*/ 4 w 47"/>
                <a:gd name="T41" fmla="*/ 0 h 52"/>
                <a:gd name="T42" fmla="*/ 7 w 47"/>
                <a:gd name="T43" fmla="*/ 0 h 52"/>
                <a:gd name="T44" fmla="*/ 9 w 47"/>
                <a:gd name="T45" fmla="*/ 0 h 52"/>
                <a:gd name="T46" fmla="*/ 14 w 47"/>
                <a:gd name="T47" fmla="*/ 5 h 52"/>
                <a:gd name="T48" fmla="*/ 16 w 47"/>
                <a:gd name="T49" fmla="*/ 7 h 52"/>
                <a:gd name="T50" fmla="*/ 21 w 47"/>
                <a:gd name="T51" fmla="*/ 7 h 52"/>
                <a:gd name="T52" fmla="*/ 33 w 47"/>
                <a:gd name="T53" fmla="*/ 10 h 52"/>
                <a:gd name="T54" fmla="*/ 40 w 47"/>
                <a:gd name="T55" fmla="*/ 10 h 52"/>
                <a:gd name="T56" fmla="*/ 42 w 47"/>
                <a:gd name="T57" fmla="*/ 12 h 52"/>
                <a:gd name="T58" fmla="*/ 42 w 47"/>
                <a:gd name="T59" fmla="*/ 12 h 52"/>
                <a:gd name="T60" fmla="*/ 45 w 47"/>
                <a:gd name="T61" fmla="*/ 15 h 52"/>
                <a:gd name="T62" fmla="*/ 47 w 47"/>
                <a:gd name="T63" fmla="*/ 15 h 52"/>
                <a:gd name="T64" fmla="*/ 45 w 47"/>
                <a:gd name="T65" fmla="*/ 17 h 52"/>
                <a:gd name="T66" fmla="*/ 42 w 47"/>
                <a:gd name="T67" fmla="*/ 19 h 52"/>
                <a:gd name="T68" fmla="*/ 45 w 47"/>
                <a:gd name="T69" fmla="*/ 29 h 52"/>
                <a:gd name="T70" fmla="*/ 45 w 47"/>
                <a:gd name="T71" fmla="*/ 34 h 52"/>
                <a:gd name="T72" fmla="*/ 45 w 47"/>
                <a:gd name="T73" fmla="*/ 34 h 52"/>
                <a:gd name="T74" fmla="*/ 40 w 47"/>
                <a:gd name="T75" fmla="*/ 36 h 52"/>
                <a:gd name="T76" fmla="*/ 40 w 47"/>
                <a:gd name="T77" fmla="*/ 36 h 52"/>
                <a:gd name="T78" fmla="*/ 40 w 47"/>
                <a:gd name="T79" fmla="*/ 38 h 52"/>
                <a:gd name="T80" fmla="*/ 42 w 47"/>
                <a:gd name="T81" fmla="*/ 43 h 52"/>
                <a:gd name="T82" fmla="*/ 42 w 47"/>
                <a:gd name="T83" fmla="*/ 45 h 52"/>
                <a:gd name="T84" fmla="*/ 42 w 47"/>
                <a:gd name="T85" fmla="*/ 48 h 52"/>
                <a:gd name="T86" fmla="*/ 42 w 47"/>
                <a:gd name="T87" fmla="*/ 50 h 52"/>
                <a:gd name="T88" fmla="*/ 42 w 47"/>
                <a:gd name="T89" fmla="*/ 52 h 52"/>
                <a:gd name="T90" fmla="*/ 42 w 47"/>
                <a:gd name="T9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52">
                  <a:moveTo>
                    <a:pt x="42" y="52"/>
                  </a:moveTo>
                  <a:lnTo>
                    <a:pt x="40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0" y="45"/>
                  </a:lnTo>
                  <a:lnTo>
                    <a:pt x="30" y="41"/>
                  </a:lnTo>
                  <a:lnTo>
                    <a:pt x="30" y="38"/>
                  </a:lnTo>
                  <a:lnTo>
                    <a:pt x="30" y="31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3" y="19"/>
                  </a:lnTo>
                  <a:lnTo>
                    <a:pt x="21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2" y="15"/>
                  </a:lnTo>
                  <a:lnTo>
                    <a:pt x="0" y="10"/>
                  </a:lnTo>
                  <a:lnTo>
                    <a:pt x="2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21" y="7"/>
                  </a:lnTo>
                  <a:lnTo>
                    <a:pt x="33" y="10"/>
                  </a:lnTo>
                  <a:lnTo>
                    <a:pt x="40" y="10"/>
                  </a:lnTo>
                  <a:lnTo>
                    <a:pt x="42" y="12"/>
                  </a:lnTo>
                  <a:lnTo>
                    <a:pt x="42" y="12"/>
                  </a:lnTo>
                  <a:lnTo>
                    <a:pt x="45" y="15"/>
                  </a:lnTo>
                  <a:lnTo>
                    <a:pt x="47" y="15"/>
                  </a:lnTo>
                  <a:lnTo>
                    <a:pt x="45" y="17"/>
                  </a:lnTo>
                  <a:lnTo>
                    <a:pt x="42" y="19"/>
                  </a:lnTo>
                  <a:lnTo>
                    <a:pt x="45" y="29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2" y="48"/>
                  </a:lnTo>
                  <a:lnTo>
                    <a:pt x="42" y="50"/>
                  </a:lnTo>
                  <a:lnTo>
                    <a:pt x="42" y="52"/>
                  </a:lnTo>
                  <a:lnTo>
                    <a:pt x="42" y="5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120"/>
            <p:cNvSpPr>
              <a:spLocks/>
            </p:cNvSpPr>
            <p:nvPr/>
          </p:nvSpPr>
          <p:spPr bwMode="auto">
            <a:xfrm>
              <a:off x="4600" y="1585"/>
              <a:ext cx="14" cy="7"/>
            </a:xfrm>
            <a:custGeom>
              <a:avLst/>
              <a:gdLst>
                <a:gd name="T0" fmla="*/ 9 w 14"/>
                <a:gd name="T1" fmla="*/ 7 h 7"/>
                <a:gd name="T2" fmla="*/ 7 w 14"/>
                <a:gd name="T3" fmla="*/ 7 h 7"/>
                <a:gd name="T4" fmla="*/ 4 w 14"/>
                <a:gd name="T5" fmla="*/ 7 h 7"/>
                <a:gd name="T6" fmla="*/ 2 w 14"/>
                <a:gd name="T7" fmla="*/ 4 h 7"/>
                <a:gd name="T8" fmla="*/ 0 w 14"/>
                <a:gd name="T9" fmla="*/ 2 h 7"/>
                <a:gd name="T10" fmla="*/ 0 w 14"/>
                <a:gd name="T11" fmla="*/ 0 h 7"/>
                <a:gd name="T12" fmla="*/ 2 w 14"/>
                <a:gd name="T13" fmla="*/ 0 h 7"/>
                <a:gd name="T14" fmla="*/ 14 w 14"/>
                <a:gd name="T15" fmla="*/ 0 h 7"/>
                <a:gd name="T16" fmla="*/ 14 w 14"/>
                <a:gd name="T17" fmla="*/ 2 h 7"/>
                <a:gd name="T18" fmla="*/ 12 w 14"/>
                <a:gd name="T19" fmla="*/ 4 h 7"/>
                <a:gd name="T20" fmla="*/ 9 w 14"/>
                <a:gd name="T21" fmla="*/ 7 h 7"/>
                <a:gd name="T22" fmla="*/ 9 w 14"/>
                <a:gd name="T2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7">
                  <a:moveTo>
                    <a:pt x="9" y="7"/>
                  </a:moveTo>
                  <a:lnTo>
                    <a:pt x="7" y="7"/>
                  </a:lnTo>
                  <a:lnTo>
                    <a:pt x="4" y="7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9" y="7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121"/>
            <p:cNvSpPr>
              <a:spLocks/>
            </p:cNvSpPr>
            <p:nvPr/>
          </p:nvSpPr>
          <p:spPr bwMode="auto">
            <a:xfrm>
              <a:off x="5385" y="2406"/>
              <a:ext cx="52" cy="59"/>
            </a:xfrm>
            <a:custGeom>
              <a:avLst/>
              <a:gdLst>
                <a:gd name="T0" fmla="*/ 38 w 52"/>
                <a:gd name="T1" fmla="*/ 57 h 59"/>
                <a:gd name="T2" fmla="*/ 36 w 52"/>
                <a:gd name="T3" fmla="*/ 57 h 59"/>
                <a:gd name="T4" fmla="*/ 36 w 52"/>
                <a:gd name="T5" fmla="*/ 57 h 59"/>
                <a:gd name="T6" fmla="*/ 33 w 52"/>
                <a:gd name="T7" fmla="*/ 57 h 59"/>
                <a:gd name="T8" fmla="*/ 33 w 52"/>
                <a:gd name="T9" fmla="*/ 59 h 59"/>
                <a:gd name="T10" fmla="*/ 31 w 52"/>
                <a:gd name="T11" fmla="*/ 54 h 59"/>
                <a:gd name="T12" fmla="*/ 26 w 52"/>
                <a:gd name="T13" fmla="*/ 54 h 59"/>
                <a:gd name="T14" fmla="*/ 21 w 52"/>
                <a:gd name="T15" fmla="*/ 54 h 59"/>
                <a:gd name="T16" fmla="*/ 17 w 52"/>
                <a:gd name="T17" fmla="*/ 54 h 59"/>
                <a:gd name="T18" fmla="*/ 14 w 52"/>
                <a:gd name="T19" fmla="*/ 52 h 59"/>
                <a:gd name="T20" fmla="*/ 12 w 52"/>
                <a:gd name="T21" fmla="*/ 47 h 59"/>
                <a:gd name="T22" fmla="*/ 7 w 52"/>
                <a:gd name="T23" fmla="*/ 40 h 59"/>
                <a:gd name="T24" fmla="*/ 0 w 52"/>
                <a:gd name="T25" fmla="*/ 12 h 59"/>
                <a:gd name="T26" fmla="*/ 0 w 52"/>
                <a:gd name="T27" fmla="*/ 9 h 59"/>
                <a:gd name="T28" fmla="*/ 3 w 52"/>
                <a:gd name="T29" fmla="*/ 7 h 59"/>
                <a:gd name="T30" fmla="*/ 5 w 52"/>
                <a:gd name="T31" fmla="*/ 2 h 59"/>
                <a:gd name="T32" fmla="*/ 7 w 52"/>
                <a:gd name="T33" fmla="*/ 0 h 59"/>
                <a:gd name="T34" fmla="*/ 12 w 52"/>
                <a:gd name="T35" fmla="*/ 2 h 59"/>
                <a:gd name="T36" fmla="*/ 14 w 52"/>
                <a:gd name="T37" fmla="*/ 7 h 59"/>
                <a:gd name="T38" fmla="*/ 24 w 52"/>
                <a:gd name="T39" fmla="*/ 19 h 59"/>
                <a:gd name="T40" fmla="*/ 26 w 52"/>
                <a:gd name="T41" fmla="*/ 21 h 59"/>
                <a:gd name="T42" fmla="*/ 36 w 52"/>
                <a:gd name="T43" fmla="*/ 26 h 59"/>
                <a:gd name="T44" fmla="*/ 40 w 52"/>
                <a:gd name="T45" fmla="*/ 28 h 59"/>
                <a:gd name="T46" fmla="*/ 45 w 52"/>
                <a:gd name="T47" fmla="*/ 28 h 59"/>
                <a:gd name="T48" fmla="*/ 47 w 52"/>
                <a:gd name="T49" fmla="*/ 31 h 59"/>
                <a:gd name="T50" fmla="*/ 50 w 52"/>
                <a:gd name="T51" fmla="*/ 33 h 59"/>
                <a:gd name="T52" fmla="*/ 52 w 52"/>
                <a:gd name="T53" fmla="*/ 40 h 59"/>
                <a:gd name="T54" fmla="*/ 47 w 52"/>
                <a:gd name="T55" fmla="*/ 45 h 59"/>
                <a:gd name="T56" fmla="*/ 40 w 52"/>
                <a:gd name="T57" fmla="*/ 52 h 59"/>
                <a:gd name="T58" fmla="*/ 38 w 52"/>
                <a:gd name="T59" fmla="*/ 57 h 59"/>
                <a:gd name="T60" fmla="*/ 38 w 52"/>
                <a:gd name="T6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" h="59">
                  <a:moveTo>
                    <a:pt x="38" y="57"/>
                  </a:moveTo>
                  <a:lnTo>
                    <a:pt x="36" y="57"/>
                  </a:lnTo>
                  <a:lnTo>
                    <a:pt x="36" y="57"/>
                  </a:lnTo>
                  <a:lnTo>
                    <a:pt x="33" y="57"/>
                  </a:lnTo>
                  <a:lnTo>
                    <a:pt x="33" y="59"/>
                  </a:lnTo>
                  <a:lnTo>
                    <a:pt x="31" y="54"/>
                  </a:lnTo>
                  <a:lnTo>
                    <a:pt x="26" y="54"/>
                  </a:lnTo>
                  <a:lnTo>
                    <a:pt x="21" y="54"/>
                  </a:lnTo>
                  <a:lnTo>
                    <a:pt x="17" y="54"/>
                  </a:lnTo>
                  <a:lnTo>
                    <a:pt x="14" y="52"/>
                  </a:lnTo>
                  <a:lnTo>
                    <a:pt x="12" y="47"/>
                  </a:lnTo>
                  <a:lnTo>
                    <a:pt x="7" y="40"/>
                  </a:lnTo>
                  <a:lnTo>
                    <a:pt x="0" y="12"/>
                  </a:lnTo>
                  <a:lnTo>
                    <a:pt x="0" y="9"/>
                  </a:lnTo>
                  <a:lnTo>
                    <a:pt x="3" y="7"/>
                  </a:lnTo>
                  <a:lnTo>
                    <a:pt x="5" y="2"/>
                  </a:lnTo>
                  <a:lnTo>
                    <a:pt x="7" y="0"/>
                  </a:lnTo>
                  <a:lnTo>
                    <a:pt x="12" y="2"/>
                  </a:lnTo>
                  <a:lnTo>
                    <a:pt x="14" y="7"/>
                  </a:lnTo>
                  <a:lnTo>
                    <a:pt x="24" y="19"/>
                  </a:lnTo>
                  <a:lnTo>
                    <a:pt x="26" y="21"/>
                  </a:lnTo>
                  <a:lnTo>
                    <a:pt x="36" y="26"/>
                  </a:lnTo>
                  <a:lnTo>
                    <a:pt x="40" y="28"/>
                  </a:lnTo>
                  <a:lnTo>
                    <a:pt x="45" y="28"/>
                  </a:lnTo>
                  <a:lnTo>
                    <a:pt x="47" y="31"/>
                  </a:lnTo>
                  <a:lnTo>
                    <a:pt x="50" y="33"/>
                  </a:lnTo>
                  <a:lnTo>
                    <a:pt x="52" y="40"/>
                  </a:lnTo>
                  <a:lnTo>
                    <a:pt x="47" y="45"/>
                  </a:lnTo>
                  <a:lnTo>
                    <a:pt x="40" y="52"/>
                  </a:lnTo>
                  <a:lnTo>
                    <a:pt x="38" y="57"/>
                  </a:lnTo>
                  <a:lnTo>
                    <a:pt x="38" y="5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122"/>
            <p:cNvSpPr>
              <a:spLocks/>
            </p:cNvSpPr>
            <p:nvPr/>
          </p:nvSpPr>
          <p:spPr bwMode="auto">
            <a:xfrm>
              <a:off x="3355" y="2849"/>
              <a:ext cx="41" cy="40"/>
            </a:xfrm>
            <a:custGeom>
              <a:avLst/>
              <a:gdLst>
                <a:gd name="T0" fmla="*/ 41 w 41"/>
                <a:gd name="T1" fmla="*/ 38 h 40"/>
                <a:gd name="T2" fmla="*/ 38 w 41"/>
                <a:gd name="T3" fmla="*/ 40 h 40"/>
                <a:gd name="T4" fmla="*/ 36 w 41"/>
                <a:gd name="T5" fmla="*/ 40 h 40"/>
                <a:gd name="T6" fmla="*/ 31 w 41"/>
                <a:gd name="T7" fmla="*/ 38 h 40"/>
                <a:gd name="T8" fmla="*/ 26 w 41"/>
                <a:gd name="T9" fmla="*/ 35 h 40"/>
                <a:gd name="T10" fmla="*/ 31 w 41"/>
                <a:gd name="T11" fmla="*/ 35 h 40"/>
                <a:gd name="T12" fmla="*/ 31 w 41"/>
                <a:gd name="T13" fmla="*/ 35 h 40"/>
                <a:gd name="T14" fmla="*/ 24 w 41"/>
                <a:gd name="T15" fmla="*/ 33 h 40"/>
                <a:gd name="T16" fmla="*/ 10 w 41"/>
                <a:gd name="T17" fmla="*/ 21 h 40"/>
                <a:gd name="T18" fmla="*/ 5 w 41"/>
                <a:gd name="T19" fmla="*/ 21 h 40"/>
                <a:gd name="T20" fmla="*/ 3 w 41"/>
                <a:gd name="T21" fmla="*/ 19 h 40"/>
                <a:gd name="T22" fmla="*/ 0 w 41"/>
                <a:gd name="T23" fmla="*/ 19 h 40"/>
                <a:gd name="T24" fmla="*/ 3 w 41"/>
                <a:gd name="T25" fmla="*/ 16 h 40"/>
                <a:gd name="T26" fmla="*/ 3 w 41"/>
                <a:gd name="T27" fmla="*/ 12 h 40"/>
                <a:gd name="T28" fmla="*/ 3 w 41"/>
                <a:gd name="T29" fmla="*/ 9 h 40"/>
                <a:gd name="T30" fmla="*/ 3 w 41"/>
                <a:gd name="T31" fmla="*/ 7 h 40"/>
                <a:gd name="T32" fmla="*/ 0 w 41"/>
                <a:gd name="T33" fmla="*/ 4 h 40"/>
                <a:gd name="T34" fmla="*/ 0 w 41"/>
                <a:gd name="T35" fmla="*/ 2 h 40"/>
                <a:gd name="T36" fmla="*/ 3 w 41"/>
                <a:gd name="T37" fmla="*/ 0 h 40"/>
                <a:gd name="T38" fmla="*/ 12 w 41"/>
                <a:gd name="T39" fmla="*/ 9 h 40"/>
                <a:gd name="T40" fmla="*/ 15 w 41"/>
                <a:gd name="T41" fmla="*/ 9 h 40"/>
                <a:gd name="T42" fmla="*/ 26 w 41"/>
                <a:gd name="T43" fmla="*/ 19 h 40"/>
                <a:gd name="T44" fmla="*/ 29 w 41"/>
                <a:gd name="T45" fmla="*/ 19 h 40"/>
                <a:gd name="T46" fmla="*/ 31 w 41"/>
                <a:gd name="T47" fmla="*/ 23 h 40"/>
                <a:gd name="T48" fmla="*/ 41 w 41"/>
                <a:gd name="T49" fmla="*/ 33 h 40"/>
                <a:gd name="T50" fmla="*/ 41 w 41"/>
                <a:gd name="T51" fmla="*/ 38 h 40"/>
                <a:gd name="T52" fmla="*/ 41 w 41"/>
                <a:gd name="T53" fmla="*/ 3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" h="40">
                  <a:moveTo>
                    <a:pt x="41" y="38"/>
                  </a:moveTo>
                  <a:lnTo>
                    <a:pt x="38" y="40"/>
                  </a:lnTo>
                  <a:lnTo>
                    <a:pt x="36" y="40"/>
                  </a:lnTo>
                  <a:lnTo>
                    <a:pt x="31" y="38"/>
                  </a:lnTo>
                  <a:lnTo>
                    <a:pt x="26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24" y="33"/>
                  </a:lnTo>
                  <a:lnTo>
                    <a:pt x="10" y="21"/>
                  </a:lnTo>
                  <a:lnTo>
                    <a:pt x="5" y="21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12" y="9"/>
                  </a:lnTo>
                  <a:lnTo>
                    <a:pt x="15" y="9"/>
                  </a:lnTo>
                  <a:lnTo>
                    <a:pt x="26" y="19"/>
                  </a:lnTo>
                  <a:lnTo>
                    <a:pt x="29" y="19"/>
                  </a:lnTo>
                  <a:lnTo>
                    <a:pt x="31" y="23"/>
                  </a:lnTo>
                  <a:lnTo>
                    <a:pt x="41" y="33"/>
                  </a:lnTo>
                  <a:lnTo>
                    <a:pt x="41" y="38"/>
                  </a:lnTo>
                  <a:lnTo>
                    <a:pt x="41" y="38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123"/>
            <p:cNvSpPr>
              <a:spLocks noEditPoints="1"/>
            </p:cNvSpPr>
            <p:nvPr/>
          </p:nvSpPr>
          <p:spPr bwMode="auto">
            <a:xfrm>
              <a:off x="4470" y="1466"/>
              <a:ext cx="97" cy="78"/>
            </a:xfrm>
            <a:custGeom>
              <a:avLst/>
              <a:gdLst>
                <a:gd name="T0" fmla="*/ 0 w 97"/>
                <a:gd name="T1" fmla="*/ 3 h 78"/>
                <a:gd name="T2" fmla="*/ 0 w 97"/>
                <a:gd name="T3" fmla="*/ 0 h 78"/>
                <a:gd name="T4" fmla="*/ 0 w 97"/>
                <a:gd name="T5" fmla="*/ 0 h 78"/>
                <a:gd name="T6" fmla="*/ 0 w 97"/>
                <a:gd name="T7" fmla="*/ 3 h 78"/>
                <a:gd name="T8" fmla="*/ 42 w 97"/>
                <a:gd name="T9" fmla="*/ 57 h 78"/>
                <a:gd name="T10" fmla="*/ 42 w 97"/>
                <a:gd name="T11" fmla="*/ 57 h 78"/>
                <a:gd name="T12" fmla="*/ 42 w 97"/>
                <a:gd name="T13" fmla="*/ 59 h 78"/>
                <a:gd name="T14" fmla="*/ 45 w 97"/>
                <a:gd name="T15" fmla="*/ 59 h 78"/>
                <a:gd name="T16" fmla="*/ 45 w 97"/>
                <a:gd name="T17" fmla="*/ 59 h 78"/>
                <a:gd name="T18" fmla="*/ 45 w 97"/>
                <a:gd name="T19" fmla="*/ 57 h 78"/>
                <a:gd name="T20" fmla="*/ 42 w 97"/>
                <a:gd name="T21" fmla="*/ 57 h 78"/>
                <a:gd name="T22" fmla="*/ 97 w 97"/>
                <a:gd name="T23" fmla="*/ 52 h 78"/>
                <a:gd name="T24" fmla="*/ 94 w 97"/>
                <a:gd name="T25" fmla="*/ 52 h 78"/>
                <a:gd name="T26" fmla="*/ 92 w 97"/>
                <a:gd name="T27" fmla="*/ 52 h 78"/>
                <a:gd name="T28" fmla="*/ 85 w 97"/>
                <a:gd name="T29" fmla="*/ 55 h 78"/>
                <a:gd name="T30" fmla="*/ 82 w 97"/>
                <a:gd name="T31" fmla="*/ 59 h 78"/>
                <a:gd name="T32" fmla="*/ 80 w 97"/>
                <a:gd name="T33" fmla="*/ 62 h 78"/>
                <a:gd name="T34" fmla="*/ 78 w 97"/>
                <a:gd name="T35" fmla="*/ 66 h 78"/>
                <a:gd name="T36" fmla="*/ 75 w 97"/>
                <a:gd name="T37" fmla="*/ 69 h 78"/>
                <a:gd name="T38" fmla="*/ 71 w 97"/>
                <a:gd name="T39" fmla="*/ 71 h 78"/>
                <a:gd name="T40" fmla="*/ 68 w 97"/>
                <a:gd name="T41" fmla="*/ 71 h 78"/>
                <a:gd name="T42" fmla="*/ 68 w 97"/>
                <a:gd name="T43" fmla="*/ 74 h 78"/>
                <a:gd name="T44" fmla="*/ 64 w 97"/>
                <a:gd name="T45" fmla="*/ 78 h 78"/>
                <a:gd name="T46" fmla="*/ 66 w 97"/>
                <a:gd name="T47" fmla="*/ 78 h 78"/>
                <a:gd name="T48" fmla="*/ 68 w 97"/>
                <a:gd name="T49" fmla="*/ 78 h 78"/>
                <a:gd name="T50" fmla="*/ 73 w 97"/>
                <a:gd name="T51" fmla="*/ 74 h 78"/>
                <a:gd name="T52" fmla="*/ 75 w 97"/>
                <a:gd name="T53" fmla="*/ 74 h 78"/>
                <a:gd name="T54" fmla="*/ 75 w 97"/>
                <a:gd name="T55" fmla="*/ 76 h 78"/>
                <a:gd name="T56" fmla="*/ 75 w 97"/>
                <a:gd name="T57" fmla="*/ 76 h 78"/>
                <a:gd name="T58" fmla="*/ 87 w 97"/>
                <a:gd name="T59" fmla="*/ 66 h 78"/>
                <a:gd name="T60" fmla="*/ 92 w 97"/>
                <a:gd name="T61" fmla="*/ 64 h 78"/>
                <a:gd name="T62" fmla="*/ 94 w 97"/>
                <a:gd name="T63" fmla="*/ 62 h 78"/>
                <a:gd name="T64" fmla="*/ 94 w 97"/>
                <a:gd name="T65" fmla="*/ 59 h 78"/>
                <a:gd name="T66" fmla="*/ 97 w 97"/>
                <a:gd name="T67" fmla="*/ 52 h 78"/>
                <a:gd name="T68" fmla="*/ 97 w 97"/>
                <a:gd name="T69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7" h="78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close/>
                  <a:moveTo>
                    <a:pt x="42" y="57"/>
                  </a:moveTo>
                  <a:lnTo>
                    <a:pt x="42" y="57"/>
                  </a:lnTo>
                  <a:lnTo>
                    <a:pt x="42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5" y="57"/>
                  </a:lnTo>
                  <a:lnTo>
                    <a:pt x="42" y="57"/>
                  </a:lnTo>
                  <a:close/>
                  <a:moveTo>
                    <a:pt x="97" y="52"/>
                  </a:moveTo>
                  <a:lnTo>
                    <a:pt x="94" y="52"/>
                  </a:lnTo>
                  <a:lnTo>
                    <a:pt x="92" y="52"/>
                  </a:lnTo>
                  <a:lnTo>
                    <a:pt x="85" y="55"/>
                  </a:lnTo>
                  <a:lnTo>
                    <a:pt x="82" y="59"/>
                  </a:lnTo>
                  <a:lnTo>
                    <a:pt x="80" y="62"/>
                  </a:lnTo>
                  <a:lnTo>
                    <a:pt x="78" y="66"/>
                  </a:lnTo>
                  <a:lnTo>
                    <a:pt x="75" y="69"/>
                  </a:lnTo>
                  <a:lnTo>
                    <a:pt x="71" y="71"/>
                  </a:lnTo>
                  <a:lnTo>
                    <a:pt x="68" y="71"/>
                  </a:lnTo>
                  <a:lnTo>
                    <a:pt x="68" y="74"/>
                  </a:lnTo>
                  <a:lnTo>
                    <a:pt x="64" y="78"/>
                  </a:lnTo>
                  <a:lnTo>
                    <a:pt x="66" y="78"/>
                  </a:lnTo>
                  <a:lnTo>
                    <a:pt x="68" y="78"/>
                  </a:lnTo>
                  <a:lnTo>
                    <a:pt x="73" y="74"/>
                  </a:lnTo>
                  <a:lnTo>
                    <a:pt x="75" y="74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87" y="66"/>
                  </a:lnTo>
                  <a:lnTo>
                    <a:pt x="92" y="64"/>
                  </a:lnTo>
                  <a:lnTo>
                    <a:pt x="94" y="62"/>
                  </a:lnTo>
                  <a:lnTo>
                    <a:pt x="94" y="59"/>
                  </a:lnTo>
                  <a:lnTo>
                    <a:pt x="97" y="52"/>
                  </a:lnTo>
                  <a:lnTo>
                    <a:pt x="97" y="5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124"/>
            <p:cNvSpPr>
              <a:spLocks noEditPoints="1"/>
            </p:cNvSpPr>
            <p:nvPr/>
          </p:nvSpPr>
          <p:spPr bwMode="auto">
            <a:xfrm>
              <a:off x="4798" y="1592"/>
              <a:ext cx="64" cy="146"/>
            </a:xfrm>
            <a:custGeom>
              <a:avLst/>
              <a:gdLst>
                <a:gd name="T0" fmla="*/ 57 w 64"/>
                <a:gd name="T1" fmla="*/ 125 h 146"/>
                <a:gd name="T2" fmla="*/ 62 w 64"/>
                <a:gd name="T3" fmla="*/ 125 h 146"/>
                <a:gd name="T4" fmla="*/ 62 w 64"/>
                <a:gd name="T5" fmla="*/ 123 h 146"/>
                <a:gd name="T6" fmla="*/ 60 w 64"/>
                <a:gd name="T7" fmla="*/ 120 h 146"/>
                <a:gd name="T8" fmla="*/ 57 w 64"/>
                <a:gd name="T9" fmla="*/ 123 h 146"/>
                <a:gd name="T10" fmla="*/ 53 w 64"/>
                <a:gd name="T11" fmla="*/ 123 h 146"/>
                <a:gd name="T12" fmla="*/ 53 w 64"/>
                <a:gd name="T13" fmla="*/ 118 h 146"/>
                <a:gd name="T14" fmla="*/ 53 w 64"/>
                <a:gd name="T15" fmla="*/ 118 h 146"/>
                <a:gd name="T16" fmla="*/ 53 w 64"/>
                <a:gd name="T17" fmla="*/ 118 h 146"/>
                <a:gd name="T18" fmla="*/ 48 w 64"/>
                <a:gd name="T19" fmla="*/ 116 h 146"/>
                <a:gd name="T20" fmla="*/ 45 w 64"/>
                <a:gd name="T21" fmla="*/ 118 h 146"/>
                <a:gd name="T22" fmla="*/ 45 w 64"/>
                <a:gd name="T23" fmla="*/ 120 h 146"/>
                <a:gd name="T24" fmla="*/ 38 w 64"/>
                <a:gd name="T25" fmla="*/ 116 h 146"/>
                <a:gd name="T26" fmla="*/ 29 w 64"/>
                <a:gd name="T27" fmla="*/ 111 h 146"/>
                <a:gd name="T28" fmla="*/ 27 w 64"/>
                <a:gd name="T29" fmla="*/ 116 h 146"/>
                <a:gd name="T30" fmla="*/ 29 w 64"/>
                <a:gd name="T31" fmla="*/ 120 h 146"/>
                <a:gd name="T32" fmla="*/ 19 w 64"/>
                <a:gd name="T33" fmla="*/ 125 h 146"/>
                <a:gd name="T34" fmla="*/ 22 w 64"/>
                <a:gd name="T35" fmla="*/ 130 h 146"/>
                <a:gd name="T36" fmla="*/ 22 w 64"/>
                <a:gd name="T37" fmla="*/ 132 h 146"/>
                <a:gd name="T38" fmla="*/ 22 w 64"/>
                <a:gd name="T39" fmla="*/ 135 h 146"/>
                <a:gd name="T40" fmla="*/ 22 w 64"/>
                <a:gd name="T41" fmla="*/ 142 h 146"/>
                <a:gd name="T42" fmla="*/ 29 w 64"/>
                <a:gd name="T43" fmla="*/ 146 h 146"/>
                <a:gd name="T44" fmla="*/ 36 w 64"/>
                <a:gd name="T45" fmla="*/ 144 h 146"/>
                <a:gd name="T46" fmla="*/ 43 w 64"/>
                <a:gd name="T47" fmla="*/ 142 h 146"/>
                <a:gd name="T48" fmla="*/ 45 w 64"/>
                <a:gd name="T49" fmla="*/ 142 h 146"/>
                <a:gd name="T50" fmla="*/ 53 w 64"/>
                <a:gd name="T51" fmla="*/ 144 h 146"/>
                <a:gd name="T52" fmla="*/ 53 w 64"/>
                <a:gd name="T53" fmla="*/ 137 h 146"/>
                <a:gd name="T54" fmla="*/ 53 w 64"/>
                <a:gd name="T55" fmla="*/ 135 h 146"/>
                <a:gd name="T56" fmla="*/ 60 w 64"/>
                <a:gd name="T57" fmla="*/ 137 h 146"/>
                <a:gd name="T58" fmla="*/ 62 w 64"/>
                <a:gd name="T59" fmla="*/ 132 h 146"/>
                <a:gd name="T60" fmla="*/ 62 w 64"/>
                <a:gd name="T61" fmla="*/ 127 h 146"/>
                <a:gd name="T62" fmla="*/ 27 w 64"/>
                <a:gd name="T63" fmla="*/ 30 h 146"/>
                <a:gd name="T64" fmla="*/ 31 w 64"/>
                <a:gd name="T65" fmla="*/ 33 h 146"/>
                <a:gd name="T66" fmla="*/ 34 w 64"/>
                <a:gd name="T67" fmla="*/ 30 h 146"/>
                <a:gd name="T68" fmla="*/ 34 w 64"/>
                <a:gd name="T69" fmla="*/ 23 h 146"/>
                <a:gd name="T70" fmla="*/ 31 w 64"/>
                <a:gd name="T71" fmla="*/ 14 h 146"/>
                <a:gd name="T72" fmla="*/ 27 w 64"/>
                <a:gd name="T73" fmla="*/ 9 h 146"/>
                <a:gd name="T74" fmla="*/ 19 w 64"/>
                <a:gd name="T75" fmla="*/ 4 h 146"/>
                <a:gd name="T76" fmla="*/ 12 w 64"/>
                <a:gd name="T77" fmla="*/ 7 h 146"/>
                <a:gd name="T78" fmla="*/ 12 w 64"/>
                <a:gd name="T79" fmla="*/ 4 h 146"/>
                <a:gd name="T80" fmla="*/ 8 w 64"/>
                <a:gd name="T81" fmla="*/ 0 h 146"/>
                <a:gd name="T82" fmla="*/ 5 w 64"/>
                <a:gd name="T83" fmla="*/ 4 h 146"/>
                <a:gd name="T84" fmla="*/ 10 w 64"/>
                <a:gd name="T85" fmla="*/ 9 h 146"/>
                <a:gd name="T86" fmla="*/ 12 w 64"/>
                <a:gd name="T87" fmla="*/ 19 h 146"/>
                <a:gd name="T88" fmla="*/ 10 w 64"/>
                <a:gd name="T89" fmla="*/ 21 h 146"/>
                <a:gd name="T90" fmla="*/ 10 w 64"/>
                <a:gd name="T91" fmla="*/ 16 h 146"/>
                <a:gd name="T92" fmla="*/ 8 w 64"/>
                <a:gd name="T93" fmla="*/ 11 h 146"/>
                <a:gd name="T94" fmla="*/ 3 w 64"/>
                <a:gd name="T95" fmla="*/ 7 h 146"/>
                <a:gd name="T96" fmla="*/ 3 w 64"/>
                <a:gd name="T97" fmla="*/ 4 h 146"/>
                <a:gd name="T98" fmla="*/ 3 w 64"/>
                <a:gd name="T99" fmla="*/ 7 h 146"/>
                <a:gd name="T100" fmla="*/ 5 w 64"/>
                <a:gd name="T101" fmla="*/ 14 h 146"/>
                <a:gd name="T102" fmla="*/ 8 w 64"/>
                <a:gd name="T103" fmla="*/ 26 h 146"/>
                <a:gd name="T104" fmla="*/ 12 w 64"/>
                <a:gd name="T105" fmla="*/ 26 h 146"/>
                <a:gd name="T106" fmla="*/ 27 w 64"/>
                <a:gd name="T107" fmla="*/ 3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4" h="146">
                  <a:moveTo>
                    <a:pt x="60" y="127"/>
                  </a:moveTo>
                  <a:lnTo>
                    <a:pt x="57" y="125"/>
                  </a:lnTo>
                  <a:lnTo>
                    <a:pt x="60" y="125"/>
                  </a:lnTo>
                  <a:lnTo>
                    <a:pt x="62" y="125"/>
                  </a:lnTo>
                  <a:lnTo>
                    <a:pt x="64" y="125"/>
                  </a:lnTo>
                  <a:lnTo>
                    <a:pt x="62" y="123"/>
                  </a:lnTo>
                  <a:lnTo>
                    <a:pt x="62" y="123"/>
                  </a:lnTo>
                  <a:lnTo>
                    <a:pt x="60" y="120"/>
                  </a:lnTo>
                  <a:lnTo>
                    <a:pt x="60" y="120"/>
                  </a:lnTo>
                  <a:lnTo>
                    <a:pt x="57" y="123"/>
                  </a:lnTo>
                  <a:lnTo>
                    <a:pt x="53" y="123"/>
                  </a:lnTo>
                  <a:lnTo>
                    <a:pt x="53" y="123"/>
                  </a:lnTo>
                  <a:lnTo>
                    <a:pt x="50" y="120"/>
                  </a:lnTo>
                  <a:lnTo>
                    <a:pt x="53" y="118"/>
                  </a:lnTo>
                  <a:lnTo>
                    <a:pt x="53" y="118"/>
                  </a:lnTo>
                  <a:lnTo>
                    <a:pt x="53" y="118"/>
                  </a:lnTo>
                  <a:lnTo>
                    <a:pt x="53" y="116"/>
                  </a:lnTo>
                  <a:lnTo>
                    <a:pt x="53" y="118"/>
                  </a:lnTo>
                  <a:lnTo>
                    <a:pt x="50" y="118"/>
                  </a:lnTo>
                  <a:lnTo>
                    <a:pt x="48" y="116"/>
                  </a:lnTo>
                  <a:lnTo>
                    <a:pt x="45" y="116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20"/>
                  </a:lnTo>
                  <a:lnTo>
                    <a:pt x="41" y="118"/>
                  </a:lnTo>
                  <a:lnTo>
                    <a:pt x="38" y="116"/>
                  </a:lnTo>
                  <a:lnTo>
                    <a:pt x="36" y="111"/>
                  </a:lnTo>
                  <a:lnTo>
                    <a:pt x="29" y="111"/>
                  </a:lnTo>
                  <a:lnTo>
                    <a:pt x="27" y="113"/>
                  </a:lnTo>
                  <a:lnTo>
                    <a:pt x="27" y="116"/>
                  </a:lnTo>
                  <a:lnTo>
                    <a:pt x="27" y="118"/>
                  </a:lnTo>
                  <a:lnTo>
                    <a:pt x="29" y="120"/>
                  </a:lnTo>
                  <a:lnTo>
                    <a:pt x="24" y="123"/>
                  </a:lnTo>
                  <a:lnTo>
                    <a:pt x="19" y="125"/>
                  </a:lnTo>
                  <a:lnTo>
                    <a:pt x="19" y="127"/>
                  </a:lnTo>
                  <a:lnTo>
                    <a:pt x="22" y="130"/>
                  </a:lnTo>
                  <a:lnTo>
                    <a:pt x="24" y="130"/>
                  </a:lnTo>
                  <a:lnTo>
                    <a:pt x="22" y="132"/>
                  </a:lnTo>
                  <a:lnTo>
                    <a:pt x="22" y="135"/>
                  </a:lnTo>
                  <a:lnTo>
                    <a:pt x="22" y="135"/>
                  </a:lnTo>
                  <a:lnTo>
                    <a:pt x="22" y="137"/>
                  </a:lnTo>
                  <a:lnTo>
                    <a:pt x="22" y="142"/>
                  </a:lnTo>
                  <a:lnTo>
                    <a:pt x="24" y="142"/>
                  </a:lnTo>
                  <a:lnTo>
                    <a:pt x="29" y="146"/>
                  </a:lnTo>
                  <a:lnTo>
                    <a:pt x="34" y="146"/>
                  </a:lnTo>
                  <a:lnTo>
                    <a:pt x="36" y="144"/>
                  </a:lnTo>
                  <a:lnTo>
                    <a:pt x="38" y="144"/>
                  </a:lnTo>
                  <a:lnTo>
                    <a:pt x="43" y="142"/>
                  </a:lnTo>
                  <a:lnTo>
                    <a:pt x="43" y="142"/>
                  </a:lnTo>
                  <a:lnTo>
                    <a:pt x="45" y="142"/>
                  </a:lnTo>
                  <a:lnTo>
                    <a:pt x="50" y="144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3" y="137"/>
                  </a:lnTo>
                  <a:lnTo>
                    <a:pt x="53" y="137"/>
                  </a:lnTo>
                  <a:lnTo>
                    <a:pt x="53" y="135"/>
                  </a:lnTo>
                  <a:lnTo>
                    <a:pt x="57" y="135"/>
                  </a:lnTo>
                  <a:lnTo>
                    <a:pt x="60" y="137"/>
                  </a:lnTo>
                  <a:lnTo>
                    <a:pt x="62" y="135"/>
                  </a:lnTo>
                  <a:lnTo>
                    <a:pt x="62" y="132"/>
                  </a:lnTo>
                  <a:lnTo>
                    <a:pt x="64" y="130"/>
                  </a:lnTo>
                  <a:lnTo>
                    <a:pt x="62" y="127"/>
                  </a:lnTo>
                  <a:lnTo>
                    <a:pt x="60" y="127"/>
                  </a:lnTo>
                  <a:close/>
                  <a:moveTo>
                    <a:pt x="27" y="30"/>
                  </a:moveTo>
                  <a:lnTo>
                    <a:pt x="27" y="33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4" y="30"/>
                  </a:lnTo>
                  <a:lnTo>
                    <a:pt x="34" y="26"/>
                  </a:lnTo>
                  <a:lnTo>
                    <a:pt x="34" y="23"/>
                  </a:lnTo>
                  <a:lnTo>
                    <a:pt x="34" y="21"/>
                  </a:lnTo>
                  <a:lnTo>
                    <a:pt x="31" y="14"/>
                  </a:lnTo>
                  <a:lnTo>
                    <a:pt x="29" y="11"/>
                  </a:lnTo>
                  <a:lnTo>
                    <a:pt x="27" y="9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2" y="7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8" y="7"/>
                  </a:lnTo>
                  <a:lnTo>
                    <a:pt x="10" y="9"/>
                  </a:lnTo>
                  <a:lnTo>
                    <a:pt x="12" y="14"/>
                  </a:lnTo>
                  <a:lnTo>
                    <a:pt x="12" y="19"/>
                  </a:lnTo>
                  <a:lnTo>
                    <a:pt x="12" y="21"/>
                  </a:lnTo>
                  <a:lnTo>
                    <a:pt x="10" y="21"/>
                  </a:lnTo>
                  <a:lnTo>
                    <a:pt x="10" y="19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8" y="11"/>
                  </a:lnTo>
                  <a:lnTo>
                    <a:pt x="5" y="9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5" y="14"/>
                  </a:lnTo>
                  <a:lnTo>
                    <a:pt x="8" y="16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2" y="26"/>
                  </a:lnTo>
                  <a:lnTo>
                    <a:pt x="22" y="28"/>
                  </a:lnTo>
                  <a:lnTo>
                    <a:pt x="27" y="3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980409" y="1099128"/>
            <a:ext cx="6308781" cy="3444297"/>
            <a:chOff x="1980409" y="1099128"/>
            <a:chExt cx="6308781" cy="3444297"/>
          </a:xfrm>
        </p:grpSpPr>
        <p:sp>
          <p:nvSpPr>
            <p:cNvPr id="156" name="TextBox 155"/>
            <p:cNvSpPr txBox="1"/>
            <p:nvPr/>
          </p:nvSpPr>
          <p:spPr>
            <a:xfrm>
              <a:off x="2463607" y="1873884"/>
              <a:ext cx="474810" cy="23083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GB" sz="900" dirty="0" smtClean="0">
                  <a:solidFill>
                    <a:srgbClr val="000000"/>
                  </a:solidFill>
                  <a:cs typeface="HelveticaNeueLT Std"/>
                </a:rPr>
                <a:t>Cuba</a:t>
              </a:r>
              <a:endParaRPr lang="en-GB" sz="9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980409" y="2437073"/>
              <a:ext cx="534122" cy="2754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Cayman</a:t>
              </a:r>
              <a:br>
                <a:rPr lang="en-GB" sz="7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Islands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943230" y="2835903"/>
              <a:ext cx="599844" cy="1969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Jamaica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887808" y="1099128"/>
              <a:ext cx="643126" cy="3016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The</a:t>
              </a:r>
              <a:br>
                <a:rPr lang="en-GB" sz="8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Bahamas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314657" y="1628542"/>
              <a:ext cx="808235" cy="27546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Turks and </a:t>
              </a:r>
              <a:br>
                <a:rPr lang="en-GB" sz="7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Caicos Islands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4223796" y="2452628"/>
              <a:ext cx="410690" cy="196977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Haiti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475333" y="2393670"/>
              <a:ext cx="710452" cy="301621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Dominican</a:t>
              </a:r>
              <a:br>
                <a:rPr lang="en-GB" sz="800" dirty="0" smtClean="0">
                  <a:solidFill>
                    <a:srgbClr val="000000"/>
                  </a:solidFill>
                  <a:cs typeface="HelveticaNeueLT Std"/>
                </a:rPr>
              </a:br>
              <a:r>
                <a:rPr lang="en-GB" sz="800" dirty="0" smtClean="0">
                  <a:solidFill>
                    <a:srgbClr val="000000"/>
                  </a:solidFill>
                  <a:cs typeface="HelveticaNeueLT Std"/>
                </a:rPr>
                <a:t>Republic</a:t>
              </a:r>
              <a:endParaRPr lang="en-GB" sz="8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5460998" y="2497307"/>
              <a:ext cx="688009" cy="18389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non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700" dirty="0" smtClean="0">
                  <a:solidFill>
                    <a:srgbClr val="000000"/>
                  </a:solidFill>
                  <a:cs typeface="HelveticaNeueLT Std"/>
                </a:rPr>
                <a:t>Puerto Rico</a:t>
              </a:r>
              <a:endParaRPr lang="en-GB" sz="7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6195223" y="2365865"/>
              <a:ext cx="542179" cy="32778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British Virgin Islands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6537978" y="2475075"/>
              <a:ext cx="542179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Anguilla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408901" y="4215643"/>
              <a:ext cx="542179" cy="327782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Trinidad and Tobago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7747011" y="3518812"/>
              <a:ext cx="542179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Barbados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6826762" y="3892136"/>
              <a:ext cx="542179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Grenada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6793425" y="3541052"/>
              <a:ext cx="625635" cy="4062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Saint Vincent and the Grenadines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6826762" y="3408742"/>
              <a:ext cx="630285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Saint Lucia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1" name="TextBox 170"/>
            <p:cNvSpPr txBox="1"/>
            <p:nvPr/>
          </p:nvSpPr>
          <p:spPr>
            <a:xfrm>
              <a:off x="6779137" y="3225387"/>
              <a:ext cx="630285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Martinique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2" name="TextBox 171"/>
            <p:cNvSpPr txBox="1"/>
            <p:nvPr/>
          </p:nvSpPr>
          <p:spPr>
            <a:xfrm>
              <a:off x="6695794" y="3049174"/>
              <a:ext cx="630285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Dominica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3" name="TextBox 172"/>
            <p:cNvSpPr txBox="1"/>
            <p:nvPr/>
          </p:nvSpPr>
          <p:spPr>
            <a:xfrm>
              <a:off x="6541013" y="2865818"/>
              <a:ext cx="630285" cy="17081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600" dirty="0" smtClean="0">
                  <a:solidFill>
                    <a:srgbClr val="000000"/>
                  </a:solidFill>
                  <a:cs typeface="HelveticaNeueLT Std"/>
                </a:rPr>
                <a:t>Guadeloupe</a:t>
              </a:r>
              <a:endParaRPr lang="en-GB" sz="6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4" name="TextBox 173"/>
            <p:cNvSpPr txBox="1"/>
            <p:nvPr/>
          </p:nvSpPr>
          <p:spPr>
            <a:xfrm>
              <a:off x="6488276" y="2767996"/>
              <a:ext cx="630285" cy="15773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Montserrat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6947857" y="2566227"/>
              <a:ext cx="630285" cy="2231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Antigua and Barbuda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6" name="TextBox 175"/>
            <p:cNvSpPr txBox="1"/>
            <p:nvPr/>
          </p:nvSpPr>
          <p:spPr>
            <a:xfrm>
              <a:off x="6388588" y="2623209"/>
              <a:ext cx="540240" cy="223138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Saint Kitts and Nevis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4848485" y="3983692"/>
              <a:ext cx="540240" cy="15773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Aruba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5285472" y="4032508"/>
              <a:ext cx="540240" cy="15773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0" h="0"/>
            </a:sp3d>
          </p:spPr>
          <p:txBody>
            <a:bodyPr wrap="square" rtlCol="0"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GB" sz="500" dirty="0" smtClean="0">
                  <a:solidFill>
                    <a:srgbClr val="000000"/>
                  </a:solidFill>
                  <a:cs typeface="HelveticaNeueLT Std"/>
                </a:rPr>
                <a:t>Curaçao</a:t>
              </a:r>
              <a:endParaRPr lang="en-GB" sz="500" dirty="0">
                <a:solidFill>
                  <a:srgbClr val="000000"/>
                </a:solidFill>
                <a:cs typeface="HelveticaNeueLT St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08183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Caribbean </a:t>
            </a:r>
            <a:r>
              <a:rPr lang="en-GB" dirty="0" smtClean="0"/>
              <a:t>without </a:t>
            </a:r>
            <a:br>
              <a:rPr lang="en-GB" dirty="0" smtClean="0"/>
            </a:br>
            <a:r>
              <a:rPr lang="en-GB" dirty="0" smtClean="0"/>
              <a:t>country </a:t>
            </a:r>
            <a:r>
              <a:rPr lang="en-GB" dirty="0"/>
              <a:t>names</a:t>
            </a:r>
          </a:p>
        </p:txBody>
      </p:sp>
      <p:grpSp>
        <p:nvGrpSpPr>
          <p:cNvPr id="34" name="Group 4"/>
          <p:cNvGrpSpPr>
            <a:grpSpLocks noChangeAspect="1"/>
          </p:cNvGrpSpPr>
          <p:nvPr/>
        </p:nvGrpSpPr>
        <p:grpSpPr bwMode="auto">
          <a:xfrm>
            <a:off x="1314525" y="631885"/>
            <a:ext cx="6518126" cy="3887670"/>
            <a:chOff x="325" y="98"/>
            <a:chExt cx="5112" cy="3049"/>
          </a:xfrm>
          <a:solidFill>
            <a:schemeClr val="bg1"/>
          </a:solidFill>
        </p:grpSpPr>
        <p:sp>
          <p:nvSpPr>
            <p:cNvPr id="36" name="Freeform 5"/>
            <p:cNvSpPr>
              <a:spLocks noEditPoints="1"/>
            </p:cNvSpPr>
            <p:nvPr/>
          </p:nvSpPr>
          <p:spPr bwMode="auto">
            <a:xfrm>
              <a:off x="4172" y="1551"/>
              <a:ext cx="106" cy="147"/>
            </a:xfrm>
            <a:custGeom>
              <a:avLst/>
              <a:gdLst>
                <a:gd name="T0" fmla="*/ 21 w 106"/>
                <a:gd name="T1" fmla="*/ 5 h 147"/>
                <a:gd name="T2" fmla="*/ 21 w 106"/>
                <a:gd name="T3" fmla="*/ 3 h 147"/>
                <a:gd name="T4" fmla="*/ 16 w 106"/>
                <a:gd name="T5" fmla="*/ 3 h 147"/>
                <a:gd name="T6" fmla="*/ 18 w 106"/>
                <a:gd name="T7" fmla="*/ 5 h 147"/>
                <a:gd name="T8" fmla="*/ 14 w 106"/>
                <a:gd name="T9" fmla="*/ 19 h 147"/>
                <a:gd name="T10" fmla="*/ 11 w 106"/>
                <a:gd name="T11" fmla="*/ 22 h 147"/>
                <a:gd name="T12" fmla="*/ 11 w 106"/>
                <a:gd name="T13" fmla="*/ 22 h 147"/>
                <a:gd name="T14" fmla="*/ 14 w 106"/>
                <a:gd name="T15" fmla="*/ 19 h 147"/>
                <a:gd name="T16" fmla="*/ 16 w 106"/>
                <a:gd name="T17" fmla="*/ 19 h 147"/>
                <a:gd name="T18" fmla="*/ 14 w 106"/>
                <a:gd name="T19" fmla="*/ 17 h 147"/>
                <a:gd name="T20" fmla="*/ 61 w 106"/>
                <a:gd name="T21" fmla="*/ 10 h 147"/>
                <a:gd name="T22" fmla="*/ 66 w 106"/>
                <a:gd name="T23" fmla="*/ 7 h 147"/>
                <a:gd name="T24" fmla="*/ 68 w 106"/>
                <a:gd name="T25" fmla="*/ 5 h 147"/>
                <a:gd name="T26" fmla="*/ 61 w 106"/>
                <a:gd name="T27" fmla="*/ 3 h 147"/>
                <a:gd name="T28" fmla="*/ 54 w 106"/>
                <a:gd name="T29" fmla="*/ 3 h 147"/>
                <a:gd name="T30" fmla="*/ 45 w 106"/>
                <a:gd name="T31" fmla="*/ 10 h 147"/>
                <a:gd name="T32" fmla="*/ 49 w 106"/>
                <a:gd name="T33" fmla="*/ 15 h 147"/>
                <a:gd name="T34" fmla="*/ 106 w 106"/>
                <a:gd name="T35" fmla="*/ 121 h 147"/>
                <a:gd name="T36" fmla="*/ 92 w 106"/>
                <a:gd name="T37" fmla="*/ 121 h 147"/>
                <a:gd name="T38" fmla="*/ 82 w 106"/>
                <a:gd name="T39" fmla="*/ 128 h 147"/>
                <a:gd name="T40" fmla="*/ 78 w 106"/>
                <a:gd name="T41" fmla="*/ 126 h 147"/>
                <a:gd name="T42" fmla="*/ 66 w 106"/>
                <a:gd name="T43" fmla="*/ 121 h 147"/>
                <a:gd name="T44" fmla="*/ 61 w 106"/>
                <a:gd name="T45" fmla="*/ 121 h 147"/>
                <a:gd name="T46" fmla="*/ 54 w 106"/>
                <a:gd name="T47" fmla="*/ 128 h 147"/>
                <a:gd name="T48" fmla="*/ 45 w 106"/>
                <a:gd name="T49" fmla="*/ 128 h 147"/>
                <a:gd name="T50" fmla="*/ 45 w 106"/>
                <a:gd name="T51" fmla="*/ 140 h 147"/>
                <a:gd name="T52" fmla="*/ 45 w 106"/>
                <a:gd name="T53" fmla="*/ 147 h 147"/>
                <a:gd name="T54" fmla="*/ 87 w 106"/>
                <a:gd name="T55" fmla="*/ 133 h 147"/>
                <a:gd name="T56" fmla="*/ 99 w 106"/>
                <a:gd name="T57" fmla="*/ 126 h 147"/>
                <a:gd name="T58" fmla="*/ 106 w 106"/>
                <a:gd name="T59" fmla="*/ 121 h 147"/>
                <a:gd name="T60" fmla="*/ 26 w 106"/>
                <a:gd name="T61" fmla="*/ 10 h 147"/>
                <a:gd name="T62" fmla="*/ 14 w 106"/>
                <a:gd name="T63" fmla="*/ 5 h 147"/>
                <a:gd name="T64" fmla="*/ 9 w 106"/>
                <a:gd name="T65" fmla="*/ 10 h 147"/>
                <a:gd name="T66" fmla="*/ 0 w 106"/>
                <a:gd name="T67" fmla="*/ 12 h 147"/>
                <a:gd name="T68" fmla="*/ 14 w 106"/>
                <a:gd name="T69" fmla="*/ 17 h 147"/>
                <a:gd name="T70" fmla="*/ 23 w 106"/>
                <a:gd name="T71" fmla="*/ 17 h 147"/>
                <a:gd name="T72" fmla="*/ 30 w 106"/>
                <a:gd name="T73" fmla="*/ 15 h 147"/>
                <a:gd name="T74" fmla="*/ 33 w 106"/>
                <a:gd name="T75" fmla="*/ 17 h 147"/>
                <a:gd name="T76" fmla="*/ 33 w 106"/>
                <a:gd name="T77" fmla="*/ 12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6" h="147">
                  <a:moveTo>
                    <a:pt x="18" y="5"/>
                  </a:moveTo>
                  <a:lnTo>
                    <a:pt x="21" y="5"/>
                  </a:lnTo>
                  <a:lnTo>
                    <a:pt x="21" y="5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18" y="5"/>
                  </a:lnTo>
                  <a:close/>
                  <a:moveTo>
                    <a:pt x="14" y="17"/>
                  </a:moveTo>
                  <a:lnTo>
                    <a:pt x="14" y="19"/>
                  </a:lnTo>
                  <a:lnTo>
                    <a:pt x="11" y="19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1" y="22"/>
                  </a:lnTo>
                  <a:lnTo>
                    <a:pt x="14" y="22"/>
                  </a:lnTo>
                  <a:lnTo>
                    <a:pt x="14" y="19"/>
                  </a:lnTo>
                  <a:lnTo>
                    <a:pt x="14" y="19"/>
                  </a:lnTo>
                  <a:lnTo>
                    <a:pt x="16" y="19"/>
                  </a:lnTo>
                  <a:lnTo>
                    <a:pt x="14" y="19"/>
                  </a:lnTo>
                  <a:lnTo>
                    <a:pt x="14" y="17"/>
                  </a:lnTo>
                  <a:close/>
                  <a:moveTo>
                    <a:pt x="59" y="12"/>
                  </a:moveTo>
                  <a:lnTo>
                    <a:pt x="61" y="10"/>
                  </a:lnTo>
                  <a:lnTo>
                    <a:pt x="61" y="5"/>
                  </a:lnTo>
                  <a:lnTo>
                    <a:pt x="66" y="7"/>
                  </a:lnTo>
                  <a:lnTo>
                    <a:pt x="68" y="7"/>
                  </a:lnTo>
                  <a:lnTo>
                    <a:pt x="68" y="5"/>
                  </a:lnTo>
                  <a:lnTo>
                    <a:pt x="66" y="3"/>
                  </a:lnTo>
                  <a:lnTo>
                    <a:pt x="61" y="3"/>
                  </a:lnTo>
                  <a:lnTo>
                    <a:pt x="56" y="3"/>
                  </a:lnTo>
                  <a:lnTo>
                    <a:pt x="54" y="3"/>
                  </a:lnTo>
                  <a:lnTo>
                    <a:pt x="49" y="5"/>
                  </a:lnTo>
                  <a:lnTo>
                    <a:pt x="45" y="10"/>
                  </a:lnTo>
                  <a:lnTo>
                    <a:pt x="45" y="12"/>
                  </a:lnTo>
                  <a:lnTo>
                    <a:pt x="49" y="15"/>
                  </a:lnTo>
                  <a:lnTo>
                    <a:pt x="59" y="12"/>
                  </a:lnTo>
                  <a:close/>
                  <a:moveTo>
                    <a:pt x="106" y="121"/>
                  </a:moveTo>
                  <a:lnTo>
                    <a:pt x="101" y="119"/>
                  </a:lnTo>
                  <a:lnTo>
                    <a:pt x="92" y="121"/>
                  </a:lnTo>
                  <a:lnTo>
                    <a:pt x="87" y="123"/>
                  </a:lnTo>
                  <a:lnTo>
                    <a:pt x="82" y="128"/>
                  </a:lnTo>
                  <a:lnTo>
                    <a:pt x="80" y="126"/>
                  </a:lnTo>
                  <a:lnTo>
                    <a:pt x="78" y="126"/>
                  </a:lnTo>
                  <a:lnTo>
                    <a:pt x="73" y="126"/>
                  </a:lnTo>
                  <a:lnTo>
                    <a:pt x="66" y="121"/>
                  </a:lnTo>
                  <a:lnTo>
                    <a:pt x="66" y="121"/>
                  </a:lnTo>
                  <a:lnTo>
                    <a:pt x="61" y="121"/>
                  </a:lnTo>
                  <a:lnTo>
                    <a:pt x="56" y="126"/>
                  </a:lnTo>
                  <a:lnTo>
                    <a:pt x="54" y="128"/>
                  </a:lnTo>
                  <a:lnTo>
                    <a:pt x="45" y="126"/>
                  </a:lnTo>
                  <a:lnTo>
                    <a:pt x="45" y="128"/>
                  </a:lnTo>
                  <a:lnTo>
                    <a:pt x="45" y="131"/>
                  </a:lnTo>
                  <a:lnTo>
                    <a:pt x="45" y="140"/>
                  </a:lnTo>
                  <a:lnTo>
                    <a:pt x="45" y="142"/>
                  </a:lnTo>
                  <a:lnTo>
                    <a:pt x="45" y="147"/>
                  </a:lnTo>
                  <a:lnTo>
                    <a:pt x="47" y="145"/>
                  </a:lnTo>
                  <a:lnTo>
                    <a:pt x="87" y="133"/>
                  </a:lnTo>
                  <a:lnTo>
                    <a:pt x="92" y="131"/>
                  </a:lnTo>
                  <a:lnTo>
                    <a:pt x="99" y="126"/>
                  </a:lnTo>
                  <a:lnTo>
                    <a:pt x="101" y="123"/>
                  </a:lnTo>
                  <a:lnTo>
                    <a:pt x="106" y="121"/>
                  </a:lnTo>
                  <a:lnTo>
                    <a:pt x="106" y="121"/>
                  </a:lnTo>
                  <a:close/>
                  <a:moveTo>
                    <a:pt x="26" y="10"/>
                  </a:moveTo>
                  <a:lnTo>
                    <a:pt x="18" y="7"/>
                  </a:lnTo>
                  <a:lnTo>
                    <a:pt x="14" y="5"/>
                  </a:lnTo>
                  <a:lnTo>
                    <a:pt x="18" y="10"/>
                  </a:lnTo>
                  <a:lnTo>
                    <a:pt x="9" y="10"/>
                  </a:lnTo>
                  <a:lnTo>
                    <a:pt x="4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14" y="17"/>
                  </a:lnTo>
                  <a:lnTo>
                    <a:pt x="18" y="15"/>
                  </a:lnTo>
                  <a:lnTo>
                    <a:pt x="23" y="17"/>
                  </a:lnTo>
                  <a:lnTo>
                    <a:pt x="28" y="19"/>
                  </a:lnTo>
                  <a:lnTo>
                    <a:pt x="30" y="15"/>
                  </a:lnTo>
                  <a:lnTo>
                    <a:pt x="33" y="17"/>
                  </a:lnTo>
                  <a:lnTo>
                    <a:pt x="33" y="17"/>
                  </a:lnTo>
                  <a:lnTo>
                    <a:pt x="37" y="17"/>
                  </a:lnTo>
                  <a:lnTo>
                    <a:pt x="33" y="12"/>
                  </a:lnTo>
                  <a:lnTo>
                    <a:pt x="26" y="1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7" name="Freeform 6"/>
            <p:cNvSpPr>
              <a:spLocks noEditPoints="1"/>
            </p:cNvSpPr>
            <p:nvPr/>
          </p:nvSpPr>
          <p:spPr bwMode="auto">
            <a:xfrm>
              <a:off x="4217" y="1466"/>
              <a:ext cx="87" cy="90"/>
            </a:xfrm>
            <a:custGeom>
              <a:avLst/>
              <a:gdLst>
                <a:gd name="T0" fmla="*/ 42 w 87"/>
                <a:gd name="T1" fmla="*/ 57 h 90"/>
                <a:gd name="T2" fmla="*/ 42 w 87"/>
                <a:gd name="T3" fmla="*/ 59 h 90"/>
                <a:gd name="T4" fmla="*/ 42 w 87"/>
                <a:gd name="T5" fmla="*/ 64 h 90"/>
                <a:gd name="T6" fmla="*/ 44 w 87"/>
                <a:gd name="T7" fmla="*/ 62 h 90"/>
                <a:gd name="T8" fmla="*/ 44 w 87"/>
                <a:gd name="T9" fmla="*/ 59 h 90"/>
                <a:gd name="T10" fmla="*/ 7 w 87"/>
                <a:gd name="T11" fmla="*/ 71 h 90"/>
                <a:gd name="T12" fmla="*/ 0 w 87"/>
                <a:gd name="T13" fmla="*/ 74 h 90"/>
                <a:gd name="T14" fmla="*/ 2 w 87"/>
                <a:gd name="T15" fmla="*/ 74 h 90"/>
                <a:gd name="T16" fmla="*/ 9 w 87"/>
                <a:gd name="T17" fmla="*/ 74 h 90"/>
                <a:gd name="T18" fmla="*/ 7 w 87"/>
                <a:gd name="T19" fmla="*/ 71 h 90"/>
                <a:gd name="T20" fmla="*/ 40 w 87"/>
                <a:gd name="T21" fmla="*/ 85 h 90"/>
                <a:gd name="T22" fmla="*/ 37 w 87"/>
                <a:gd name="T23" fmla="*/ 85 h 90"/>
                <a:gd name="T24" fmla="*/ 35 w 87"/>
                <a:gd name="T25" fmla="*/ 88 h 90"/>
                <a:gd name="T26" fmla="*/ 37 w 87"/>
                <a:gd name="T27" fmla="*/ 88 h 90"/>
                <a:gd name="T28" fmla="*/ 42 w 87"/>
                <a:gd name="T29" fmla="*/ 90 h 90"/>
                <a:gd name="T30" fmla="*/ 42 w 87"/>
                <a:gd name="T31" fmla="*/ 88 h 90"/>
                <a:gd name="T32" fmla="*/ 68 w 87"/>
                <a:gd name="T33" fmla="*/ 50 h 90"/>
                <a:gd name="T34" fmla="*/ 66 w 87"/>
                <a:gd name="T35" fmla="*/ 50 h 90"/>
                <a:gd name="T36" fmla="*/ 66 w 87"/>
                <a:gd name="T37" fmla="*/ 50 h 90"/>
                <a:gd name="T38" fmla="*/ 66 w 87"/>
                <a:gd name="T39" fmla="*/ 57 h 90"/>
                <a:gd name="T40" fmla="*/ 66 w 87"/>
                <a:gd name="T41" fmla="*/ 64 h 90"/>
                <a:gd name="T42" fmla="*/ 70 w 87"/>
                <a:gd name="T43" fmla="*/ 57 h 90"/>
                <a:gd name="T44" fmla="*/ 75 w 87"/>
                <a:gd name="T45" fmla="*/ 55 h 90"/>
                <a:gd name="T46" fmla="*/ 82 w 87"/>
                <a:gd name="T47" fmla="*/ 50 h 90"/>
                <a:gd name="T48" fmla="*/ 78 w 87"/>
                <a:gd name="T49" fmla="*/ 48 h 90"/>
                <a:gd name="T50" fmla="*/ 35 w 87"/>
                <a:gd name="T51" fmla="*/ 74 h 90"/>
                <a:gd name="T52" fmla="*/ 40 w 87"/>
                <a:gd name="T53" fmla="*/ 71 h 90"/>
                <a:gd name="T54" fmla="*/ 40 w 87"/>
                <a:gd name="T55" fmla="*/ 69 h 90"/>
                <a:gd name="T56" fmla="*/ 37 w 87"/>
                <a:gd name="T57" fmla="*/ 66 h 90"/>
                <a:gd name="T58" fmla="*/ 26 w 87"/>
                <a:gd name="T59" fmla="*/ 69 h 90"/>
                <a:gd name="T60" fmla="*/ 14 w 87"/>
                <a:gd name="T61" fmla="*/ 83 h 90"/>
                <a:gd name="T62" fmla="*/ 21 w 87"/>
                <a:gd name="T63" fmla="*/ 83 h 90"/>
                <a:gd name="T64" fmla="*/ 26 w 87"/>
                <a:gd name="T65" fmla="*/ 78 h 90"/>
                <a:gd name="T66" fmla="*/ 28 w 87"/>
                <a:gd name="T67" fmla="*/ 76 h 90"/>
                <a:gd name="T68" fmla="*/ 30 w 87"/>
                <a:gd name="T69" fmla="*/ 74 h 90"/>
                <a:gd name="T70" fmla="*/ 33 w 87"/>
                <a:gd name="T71" fmla="*/ 74 h 90"/>
                <a:gd name="T72" fmla="*/ 35 w 87"/>
                <a:gd name="T73" fmla="*/ 74 h 90"/>
                <a:gd name="T74" fmla="*/ 75 w 87"/>
                <a:gd name="T75" fmla="*/ 0 h 90"/>
                <a:gd name="T76" fmla="*/ 61 w 87"/>
                <a:gd name="T77" fmla="*/ 5 h 90"/>
                <a:gd name="T78" fmla="*/ 73 w 87"/>
                <a:gd name="T79" fmla="*/ 5 h 90"/>
                <a:gd name="T80" fmla="*/ 87 w 87"/>
                <a:gd name="T81" fmla="*/ 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7" h="90">
                  <a:moveTo>
                    <a:pt x="44" y="57"/>
                  </a:moveTo>
                  <a:lnTo>
                    <a:pt x="42" y="57"/>
                  </a:lnTo>
                  <a:lnTo>
                    <a:pt x="42" y="57"/>
                  </a:lnTo>
                  <a:lnTo>
                    <a:pt x="42" y="59"/>
                  </a:lnTo>
                  <a:lnTo>
                    <a:pt x="42" y="62"/>
                  </a:lnTo>
                  <a:lnTo>
                    <a:pt x="42" y="64"/>
                  </a:lnTo>
                  <a:lnTo>
                    <a:pt x="44" y="64"/>
                  </a:lnTo>
                  <a:lnTo>
                    <a:pt x="44" y="62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57"/>
                  </a:lnTo>
                  <a:close/>
                  <a:moveTo>
                    <a:pt x="7" y="71"/>
                  </a:moveTo>
                  <a:lnTo>
                    <a:pt x="4" y="71"/>
                  </a:lnTo>
                  <a:lnTo>
                    <a:pt x="0" y="74"/>
                  </a:lnTo>
                  <a:lnTo>
                    <a:pt x="0" y="76"/>
                  </a:lnTo>
                  <a:lnTo>
                    <a:pt x="2" y="74"/>
                  </a:lnTo>
                  <a:lnTo>
                    <a:pt x="7" y="74"/>
                  </a:lnTo>
                  <a:lnTo>
                    <a:pt x="9" y="74"/>
                  </a:lnTo>
                  <a:lnTo>
                    <a:pt x="7" y="71"/>
                  </a:lnTo>
                  <a:lnTo>
                    <a:pt x="7" y="71"/>
                  </a:lnTo>
                  <a:close/>
                  <a:moveTo>
                    <a:pt x="40" y="85"/>
                  </a:moveTo>
                  <a:lnTo>
                    <a:pt x="40" y="85"/>
                  </a:lnTo>
                  <a:lnTo>
                    <a:pt x="37" y="85"/>
                  </a:lnTo>
                  <a:lnTo>
                    <a:pt x="37" y="85"/>
                  </a:lnTo>
                  <a:lnTo>
                    <a:pt x="35" y="85"/>
                  </a:lnTo>
                  <a:lnTo>
                    <a:pt x="35" y="88"/>
                  </a:lnTo>
                  <a:lnTo>
                    <a:pt x="35" y="88"/>
                  </a:lnTo>
                  <a:lnTo>
                    <a:pt x="37" y="88"/>
                  </a:lnTo>
                  <a:lnTo>
                    <a:pt x="40" y="88"/>
                  </a:lnTo>
                  <a:lnTo>
                    <a:pt x="42" y="90"/>
                  </a:lnTo>
                  <a:lnTo>
                    <a:pt x="42" y="90"/>
                  </a:lnTo>
                  <a:lnTo>
                    <a:pt x="42" y="88"/>
                  </a:lnTo>
                  <a:lnTo>
                    <a:pt x="40" y="85"/>
                  </a:lnTo>
                  <a:close/>
                  <a:moveTo>
                    <a:pt x="68" y="50"/>
                  </a:moveTo>
                  <a:lnTo>
                    <a:pt x="68" y="50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6" y="50"/>
                  </a:lnTo>
                  <a:lnTo>
                    <a:pt x="66" y="55"/>
                  </a:lnTo>
                  <a:lnTo>
                    <a:pt x="66" y="57"/>
                  </a:lnTo>
                  <a:lnTo>
                    <a:pt x="61" y="64"/>
                  </a:lnTo>
                  <a:lnTo>
                    <a:pt x="66" y="64"/>
                  </a:lnTo>
                  <a:lnTo>
                    <a:pt x="68" y="62"/>
                  </a:lnTo>
                  <a:lnTo>
                    <a:pt x="70" y="57"/>
                  </a:lnTo>
                  <a:lnTo>
                    <a:pt x="73" y="55"/>
                  </a:lnTo>
                  <a:lnTo>
                    <a:pt x="75" y="55"/>
                  </a:lnTo>
                  <a:lnTo>
                    <a:pt x="78" y="52"/>
                  </a:lnTo>
                  <a:lnTo>
                    <a:pt x="82" y="50"/>
                  </a:lnTo>
                  <a:lnTo>
                    <a:pt x="82" y="48"/>
                  </a:lnTo>
                  <a:lnTo>
                    <a:pt x="78" y="48"/>
                  </a:lnTo>
                  <a:lnTo>
                    <a:pt x="68" y="50"/>
                  </a:lnTo>
                  <a:close/>
                  <a:moveTo>
                    <a:pt x="35" y="74"/>
                  </a:moveTo>
                  <a:lnTo>
                    <a:pt x="37" y="74"/>
                  </a:lnTo>
                  <a:lnTo>
                    <a:pt x="40" y="71"/>
                  </a:lnTo>
                  <a:lnTo>
                    <a:pt x="40" y="71"/>
                  </a:lnTo>
                  <a:lnTo>
                    <a:pt x="40" y="69"/>
                  </a:lnTo>
                  <a:lnTo>
                    <a:pt x="40" y="66"/>
                  </a:lnTo>
                  <a:lnTo>
                    <a:pt x="37" y="66"/>
                  </a:lnTo>
                  <a:lnTo>
                    <a:pt x="33" y="66"/>
                  </a:lnTo>
                  <a:lnTo>
                    <a:pt x="26" y="69"/>
                  </a:lnTo>
                  <a:lnTo>
                    <a:pt x="23" y="69"/>
                  </a:lnTo>
                  <a:lnTo>
                    <a:pt x="14" y="83"/>
                  </a:lnTo>
                  <a:lnTo>
                    <a:pt x="16" y="83"/>
                  </a:lnTo>
                  <a:lnTo>
                    <a:pt x="21" y="83"/>
                  </a:lnTo>
                  <a:lnTo>
                    <a:pt x="26" y="81"/>
                  </a:lnTo>
                  <a:lnTo>
                    <a:pt x="26" y="78"/>
                  </a:lnTo>
                  <a:lnTo>
                    <a:pt x="28" y="78"/>
                  </a:lnTo>
                  <a:lnTo>
                    <a:pt x="28" y="76"/>
                  </a:lnTo>
                  <a:lnTo>
                    <a:pt x="30" y="74"/>
                  </a:lnTo>
                  <a:lnTo>
                    <a:pt x="30" y="74"/>
                  </a:lnTo>
                  <a:lnTo>
                    <a:pt x="33" y="74"/>
                  </a:lnTo>
                  <a:lnTo>
                    <a:pt x="33" y="74"/>
                  </a:lnTo>
                  <a:lnTo>
                    <a:pt x="35" y="74"/>
                  </a:lnTo>
                  <a:lnTo>
                    <a:pt x="35" y="74"/>
                  </a:lnTo>
                  <a:close/>
                  <a:moveTo>
                    <a:pt x="82" y="0"/>
                  </a:moveTo>
                  <a:lnTo>
                    <a:pt x="75" y="0"/>
                  </a:lnTo>
                  <a:lnTo>
                    <a:pt x="59" y="3"/>
                  </a:lnTo>
                  <a:lnTo>
                    <a:pt x="61" y="5"/>
                  </a:lnTo>
                  <a:lnTo>
                    <a:pt x="66" y="5"/>
                  </a:lnTo>
                  <a:lnTo>
                    <a:pt x="73" y="5"/>
                  </a:lnTo>
                  <a:lnTo>
                    <a:pt x="85" y="7"/>
                  </a:lnTo>
                  <a:lnTo>
                    <a:pt x="87" y="7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8" name="Freeform 7"/>
            <p:cNvSpPr>
              <a:spLocks noEditPoints="1"/>
            </p:cNvSpPr>
            <p:nvPr/>
          </p:nvSpPr>
          <p:spPr bwMode="auto">
            <a:xfrm>
              <a:off x="5049" y="2451"/>
              <a:ext cx="55" cy="168"/>
            </a:xfrm>
            <a:custGeom>
              <a:avLst/>
              <a:gdLst>
                <a:gd name="T0" fmla="*/ 45 w 55"/>
                <a:gd name="T1" fmla="*/ 12 h 168"/>
                <a:gd name="T2" fmla="*/ 40 w 55"/>
                <a:gd name="T3" fmla="*/ 0 h 168"/>
                <a:gd name="T4" fmla="*/ 38 w 55"/>
                <a:gd name="T5" fmla="*/ 0 h 168"/>
                <a:gd name="T6" fmla="*/ 31 w 55"/>
                <a:gd name="T7" fmla="*/ 0 h 168"/>
                <a:gd name="T8" fmla="*/ 26 w 55"/>
                <a:gd name="T9" fmla="*/ 2 h 168"/>
                <a:gd name="T10" fmla="*/ 24 w 55"/>
                <a:gd name="T11" fmla="*/ 14 h 168"/>
                <a:gd name="T12" fmla="*/ 17 w 55"/>
                <a:gd name="T13" fmla="*/ 21 h 168"/>
                <a:gd name="T14" fmla="*/ 19 w 55"/>
                <a:gd name="T15" fmla="*/ 24 h 168"/>
                <a:gd name="T16" fmla="*/ 17 w 55"/>
                <a:gd name="T17" fmla="*/ 36 h 168"/>
                <a:gd name="T18" fmla="*/ 33 w 55"/>
                <a:gd name="T19" fmla="*/ 47 h 168"/>
                <a:gd name="T20" fmla="*/ 40 w 55"/>
                <a:gd name="T21" fmla="*/ 45 h 168"/>
                <a:gd name="T22" fmla="*/ 48 w 55"/>
                <a:gd name="T23" fmla="*/ 24 h 168"/>
                <a:gd name="T24" fmla="*/ 12 w 55"/>
                <a:gd name="T25" fmla="*/ 154 h 168"/>
                <a:gd name="T26" fmla="*/ 12 w 55"/>
                <a:gd name="T27" fmla="*/ 156 h 168"/>
                <a:gd name="T28" fmla="*/ 12 w 55"/>
                <a:gd name="T29" fmla="*/ 159 h 168"/>
                <a:gd name="T30" fmla="*/ 12 w 55"/>
                <a:gd name="T31" fmla="*/ 159 h 168"/>
                <a:gd name="T32" fmla="*/ 14 w 55"/>
                <a:gd name="T33" fmla="*/ 156 h 168"/>
                <a:gd name="T34" fmla="*/ 12 w 55"/>
                <a:gd name="T35" fmla="*/ 154 h 168"/>
                <a:gd name="T36" fmla="*/ 52 w 55"/>
                <a:gd name="T37" fmla="*/ 83 h 168"/>
                <a:gd name="T38" fmla="*/ 55 w 55"/>
                <a:gd name="T39" fmla="*/ 83 h 168"/>
                <a:gd name="T40" fmla="*/ 52 w 55"/>
                <a:gd name="T41" fmla="*/ 85 h 168"/>
                <a:gd name="T42" fmla="*/ 52 w 55"/>
                <a:gd name="T43" fmla="*/ 83 h 168"/>
                <a:gd name="T44" fmla="*/ 50 w 55"/>
                <a:gd name="T45" fmla="*/ 85 h 168"/>
                <a:gd name="T46" fmla="*/ 52 w 55"/>
                <a:gd name="T47" fmla="*/ 88 h 168"/>
                <a:gd name="T48" fmla="*/ 52 w 55"/>
                <a:gd name="T49" fmla="*/ 85 h 168"/>
                <a:gd name="T50" fmla="*/ 45 w 55"/>
                <a:gd name="T51" fmla="*/ 107 h 168"/>
                <a:gd name="T52" fmla="*/ 48 w 55"/>
                <a:gd name="T53" fmla="*/ 104 h 168"/>
                <a:gd name="T54" fmla="*/ 45 w 55"/>
                <a:gd name="T55" fmla="*/ 99 h 168"/>
                <a:gd name="T56" fmla="*/ 5 w 55"/>
                <a:gd name="T57" fmla="*/ 163 h 168"/>
                <a:gd name="T58" fmla="*/ 0 w 55"/>
                <a:gd name="T59" fmla="*/ 163 h 168"/>
                <a:gd name="T60" fmla="*/ 0 w 55"/>
                <a:gd name="T61" fmla="*/ 166 h 168"/>
                <a:gd name="T62" fmla="*/ 0 w 55"/>
                <a:gd name="T63" fmla="*/ 168 h 168"/>
                <a:gd name="T64" fmla="*/ 5 w 55"/>
                <a:gd name="T65" fmla="*/ 168 h 168"/>
                <a:gd name="T66" fmla="*/ 7 w 55"/>
                <a:gd name="T67" fmla="*/ 166 h 168"/>
                <a:gd name="T68" fmla="*/ 5 w 55"/>
                <a:gd name="T69" fmla="*/ 163 h 168"/>
                <a:gd name="T70" fmla="*/ 38 w 55"/>
                <a:gd name="T71" fmla="*/ 66 h 168"/>
                <a:gd name="T72" fmla="*/ 36 w 55"/>
                <a:gd name="T73" fmla="*/ 69 h 168"/>
                <a:gd name="T74" fmla="*/ 29 w 55"/>
                <a:gd name="T75" fmla="*/ 76 h 168"/>
                <a:gd name="T76" fmla="*/ 31 w 55"/>
                <a:gd name="T77" fmla="*/ 78 h 168"/>
                <a:gd name="T78" fmla="*/ 26 w 55"/>
                <a:gd name="T79" fmla="*/ 80 h 168"/>
                <a:gd name="T80" fmla="*/ 24 w 55"/>
                <a:gd name="T81" fmla="*/ 80 h 168"/>
                <a:gd name="T82" fmla="*/ 29 w 55"/>
                <a:gd name="T83" fmla="*/ 80 h 168"/>
                <a:gd name="T84" fmla="*/ 31 w 55"/>
                <a:gd name="T85" fmla="*/ 83 h 168"/>
                <a:gd name="T86" fmla="*/ 31 w 55"/>
                <a:gd name="T87" fmla="*/ 80 h 168"/>
                <a:gd name="T88" fmla="*/ 38 w 55"/>
                <a:gd name="T89" fmla="*/ 73 h 168"/>
                <a:gd name="T90" fmla="*/ 38 w 55"/>
                <a:gd name="T91" fmla="*/ 69 h 168"/>
                <a:gd name="T92" fmla="*/ 24 w 55"/>
                <a:gd name="T93" fmla="*/ 135 h 168"/>
                <a:gd name="T94" fmla="*/ 22 w 55"/>
                <a:gd name="T95" fmla="*/ 137 h 168"/>
                <a:gd name="T96" fmla="*/ 22 w 55"/>
                <a:gd name="T97" fmla="*/ 140 h 168"/>
                <a:gd name="T98" fmla="*/ 19 w 55"/>
                <a:gd name="T99" fmla="*/ 142 h 168"/>
                <a:gd name="T100" fmla="*/ 22 w 55"/>
                <a:gd name="T101" fmla="*/ 144 h 168"/>
                <a:gd name="T102" fmla="*/ 24 w 55"/>
                <a:gd name="T103" fmla="*/ 142 h 168"/>
                <a:gd name="T104" fmla="*/ 24 w 55"/>
                <a:gd name="T105" fmla="*/ 137 h 168"/>
                <a:gd name="T106" fmla="*/ 24 w 55"/>
                <a:gd name="T107" fmla="*/ 13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5" h="168">
                  <a:moveTo>
                    <a:pt x="48" y="24"/>
                  </a:moveTo>
                  <a:lnTo>
                    <a:pt x="45" y="12"/>
                  </a:lnTo>
                  <a:lnTo>
                    <a:pt x="40" y="2"/>
                  </a:lnTo>
                  <a:lnTo>
                    <a:pt x="40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6" y="2"/>
                  </a:lnTo>
                  <a:lnTo>
                    <a:pt x="24" y="7"/>
                  </a:lnTo>
                  <a:lnTo>
                    <a:pt x="24" y="14"/>
                  </a:lnTo>
                  <a:lnTo>
                    <a:pt x="22" y="19"/>
                  </a:lnTo>
                  <a:lnTo>
                    <a:pt x="17" y="21"/>
                  </a:lnTo>
                  <a:lnTo>
                    <a:pt x="17" y="21"/>
                  </a:lnTo>
                  <a:lnTo>
                    <a:pt x="19" y="24"/>
                  </a:lnTo>
                  <a:lnTo>
                    <a:pt x="17" y="28"/>
                  </a:lnTo>
                  <a:lnTo>
                    <a:pt x="17" y="36"/>
                  </a:lnTo>
                  <a:lnTo>
                    <a:pt x="19" y="40"/>
                  </a:lnTo>
                  <a:lnTo>
                    <a:pt x="33" y="47"/>
                  </a:lnTo>
                  <a:lnTo>
                    <a:pt x="38" y="50"/>
                  </a:lnTo>
                  <a:lnTo>
                    <a:pt x="40" y="45"/>
                  </a:lnTo>
                  <a:lnTo>
                    <a:pt x="45" y="38"/>
                  </a:lnTo>
                  <a:lnTo>
                    <a:pt x="48" y="24"/>
                  </a:lnTo>
                  <a:close/>
                  <a:moveTo>
                    <a:pt x="12" y="154"/>
                  </a:moveTo>
                  <a:lnTo>
                    <a:pt x="12" y="154"/>
                  </a:lnTo>
                  <a:lnTo>
                    <a:pt x="12" y="154"/>
                  </a:lnTo>
                  <a:lnTo>
                    <a:pt x="12" y="156"/>
                  </a:lnTo>
                  <a:lnTo>
                    <a:pt x="10" y="156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2" y="159"/>
                  </a:lnTo>
                  <a:lnTo>
                    <a:pt x="12" y="156"/>
                  </a:lnTo>
                  <a:lnTo>
                    <a:pt x="14" y="156"/>
                  </a:lnTo>
                  <a:lnTo>
                    <a:pt x="12" y="154"/>
                  </a:lnTo>
                  <a:lnTo>
                    <a:pt x="12" y="154"/>
                  </a:lnTo>
                  <a:close/>
                  <a:moveTo>
                    <a:pt x="55" y="83"/>
                  </a:moveTo>
                  <a:lnTo>
                    <a:pt x="52" y="83"/>
                  </a:lnTo>
                  <a:lnTo>
                    <a:pt x="52" y="85"/>
                  </a:lnTo>
                  <a:lnTo>
                    <a:pt x="55" y="83"/>
                  </a:lnTo>
                  <a:lnTo>
                    <a:pt x="55" y="83"/>
                  </a:lnTo>
                  <a:close/>
                  <a:moveTo>
                    <a:pt x="52" y="85"/>
                  </a:moveTo>
                  <a:lnTo>
                    <a:pt x="52" y="85"/>
                  </a:lnTo>
                  <a:lnTo>
                    <a:pt x="52" y="83"/>
                  </a:lnTo>
                  <a:lnTo>
                    <a:pt x="50" y="85"/>
                  </a:lnTo>
                  <a:lnTo>
                    <a:pt x="50" y="85"/>
                  </a:lnTo>
                  <a:lnTo>
                    <a:pt x="52" y="88"/>
                  </a:lnTo>
                  <a:lnTo>
                    <a:pt x="52" y="88"/>
                  </a:lnTo>
                  <a:lnTo>
                    <a:pt x="52" y="85"/>
                  </a:lnTo>
                  <a:lnTo>
                    <a:pt x="52" y="85"/>
                  </a:lnTo>
                  <a:close/>
                  <a:moveTo>
                    <a:pt x="45" y="104"/>
                  </a:moveTo>
                  <a:lnTo>
                    <a:pt x="45" y="107"/>
                  </a:lnTo>
                  <a:lnTo>
                    <a:pt x="45" y="107"/>
                  </a:lnTo>
                  <a:lnTo>
                    <a:pt x="48" y="104"/>
                  </a:lnTo>
                  <a:lnTo>
                    <a:pt x="48" y="99"/>
                  </a:lnTo>
                  <a:lnTo>
                    <a:pt x="45" y="99"/>
                  </a:lnTo>
                  <a:lnTo>
                    <a:pt x="45" y="104"/>
                  </a:lnTo>
                  <a:close/>
                  <a:moveTo>
                    <a:pt x="5" y="163"/>
                  </a:moveTo>
                  <a:lnTo>
                    <a:pt x="3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0" y="166"/>
                  </a:lnTo>
                  <a:lnTo>
                    <a:pt x="0" y="168"/>
                  </a:lnTo>
                  <a:lnTo>
                    <a:pt x="3" y="168"/>
                  </a:lnTo>
                  <a:lnTo>
                    <a:pt x="5" y="168"/>
                  </a:lnTo>
                  <a:lnTo>
                    <a:pt x="5" y="168"/>
                  </a:lnTo>
                  <a:lnTo>
                    <a:pt x="7" y="166"/>
                  </a:lnTo>
                  <a:lnTo>
                    <a:pt x="7" y="166"/>
                  </a:lnTo>
                  <a:lnTo>
                    <a:pt x="5" y="163"/>
                  </a:lnTo>
                  <a:close/>
                  <a:moveTo>
                    <a:pt x="38" y="69"/>
                  </a:moveTo>
                  <a:lnTo>
                    <a:pt x="38" y="66"/>
                  </a:lnTo>
                  <a:lnTo>
                    <a:pt x="38" y="66"/>
                  </a:lnTo>
                  <a:lnTo>
                    <a:pt x="36" y="69"/>
                  </a:lnTo>
                  <a:lnTo>
                    <a:pt x="31" y="73"/>
                  </a:lnTo>
                  <a:lnTo>
                    <a:pt x="29" y="76"/>
                  </a:lnTo>
                  <a:lnTo>
                    <a:pt x="31" y="76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26" y="80"/>
                  </a:lnTo>
                  <a:lnTo>
                    <a:pt x="24" y="80"/>
                  </a:lnTo>
                  <a:lnTo>
                    <a:pt x="24" y="80"/>
                  </a:lnTo>
                  <a:lnTo>
                    <a:pt x="26" y="80"/>
                  </a:lnTo>
                  <a:lnTo>
                    <a:pt x="29" y="80"/>
                  </a:lnTo>
                  <a:lnTo>
                    <a:pt x="31" y="83"/>
                  </a:lnTo>
                  <a:lnTo>
                    <a:pt x="31" y="83"/>
                  </a:lnTo>
                  <a:lnTo>
                    <a:pt x="33" y="80"/>
                  </a:lnTo>
                  <a:lnTo>
                    <a:pt x="31" y="80"/>
                  </a:lnTo>
                  <a:lnTo>
                    <a:pt x="33" y="78"/>
                  </a:lnTo>
                  <a:lnTo>
                    <a:pt x="38" y="73"/>
                  </a:lnTo>
                  <a:lnTo>
                    <a:pt x="40" y="69"/>
                  </a:lnTo>
                  <a:lnTo>
                    <a:pt x="38" y="69"/>
                  </a:lnTo>
                  <a:lnTo>
                    <a:pt x="38" y="69"/>
                  </a:lnTo>
                  <a:close/>
                  <a:moveTo>
                    <a:pt x="24" y="135"/>
                  </a:moveTo>
                  <a:lnTo>
                    <a:pt x="22" y="135"/>
                  </a:lnTo>
                  <a:lnTo>
                    <a:pt x="22" y="137"/>
                  </a:lnTo>
                  <a:lnTo>
                    <a:pt x="22" y="137"/>
                  </a:lnTo>
                  <a:lnTo>
                    <a:pt x="22" y="140"/>
                  </a:lnTo>
                  <a:lnTo>
                    <a:pt x="22" y="142"/>
                  </a:lnTo>
                  <a:lnTo>
                    <a:pt x="19" y="142"/>
                  </a:lnTo>
                  <a:lnTo>
                    <a:pt x="19" y="142"/>
                  </a:lnTo>
                  <a:lnTo>
                    <a:pt x="22" y="144"/>
                  </a:lnTo>
                  <a:lnTo>
                    <a:pt x="22" y="142"/>
                  </a:lnTo>
                  <a:lnTo>
                    <a:pt x="24" y="142"/>
                  </a:lnTo>
                  <a:lnTo>
                    <a:pt x="24" y="140"/>
                  </a:lnTo>
                  <a:lnTo>
                    <a:pt x="24" y="137"/>
                  </a:lnTo>
                  <a:lnTo>
                    <a:pt x="26" y="137"/>
                  </a:lnTo>
                  <a:lnTo>
                    <a:pt x="24" y="135"/>
                  </a:lnTo>
                  <a:lnTo>
                    <a:pt x="24" y="13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39" name="Freeform 8"/>
            <p:cNvSpPr>
              <a:spLocks/>
            </p:cNvSpPr>
            <p:nvPr/>
          </p:nvSpPr>
          <p:spPr bwMode="auto">
            <a:xfrm>
              <a:off x="2258" y="1807"/>
              <a:ext cx="4" cy="2"/>
            </a:xfrm>
            <a:custGeom>
              <a:avLst/>
              <a:gdLst>
                <a:gd name="T0" fmla="*/ 2 w 4"/>
                <a:gd name="T1" fmla="*/ 0 h 2"/>
                <a:gd name="T2" fmla="*/ 2 w 4"/>
                <a:gd name="T3" fmla="*/ 0 h 2"/>
                <a:gd name="T4" fmla="*/ 4 w 4"/>
                <a:gd name="T5" fmla="*/ 0 h 2"/>
                <a:gd name="T6" fmla="*/ 4 w 4"/>
                <a:gd name="T7" fmla="*/ 0 h 2"/>
                <a:gd name="T8" fmla="*/ 4 w 4"/>
                <a:gd name="T9" fmla="*/ 0 h 2"/>
                <a:gd name="T10" fmla="*/ 4 w 4"/>
                <a:gd name="T11" fmla="*/ 0 h 2"/>
                <a:gd name="T12" fmla="*/ 4 w 4"/>
                <a:gd name="T13" fmla="*/ 0 h 2"/>
                <a:gd name="T14" fmla="*/ 4 w 4"/>
                <a:gd name="T15" fmla="*/ 0 h 2"/>
                <a:gd name="T16" fmla="*/ 4 w 4"/>
                <a:gd name="T17" fmla="*/ 2 h 2"/>
                <a:gd name="T18" fmla="*/ 4 w 4"/>
                <a:gd name="T19" fmla="*/ 2 h 2"/>
                <a:gd name="T20" fmla="*/ 4 w 4"/>
                <a:gd name="T21" fmla="*/ 2 h 2"/>
                <a:gd name="T22" fmla="*/ 4 w 4"/>
                <a:gd name="T23" fmla="*/ 2 h 2"/>
                <a:gd name="T24" fmla="*/ 4 w 4"/>
                <a:gd name="T25" fmla="*/ 2 h 2"/>
                <a:gd name="T26" fmla="*/ 4 w 4"/>
                <a:gd name="T27" fmla="*/ 2 h 2"/>
                <a:gd name="T28" fmla="*/ 4 w 4"/>
                <a:gd name="T29" fmla="*/ 2 h 2"/>
                <a:gd name="T30" fmla="*/ 4 w 4"/>
                <a:gd name="T31" fmla="*/ 2 h 2"/>
                <a:gd name="T32" fmla="*/ 4 w 4"/>
                <a:gd name="T33" fmla="*/ 2 h 2"/>
                <a:gd name="T34" fmla="*/ 2 w 4"/>
                <a:gd name="T35" fmla="*/ 2 h 2"/>
                <a:gd name="T36" fmla="*/ 2 w 4"/>
                <a:gd name="T37" fmla="*/ 2 h 2"/>
                <a:gd name="T38" fmla="*/ 2 w 4"/>
                <a:gd name="T39" fmla="*/ 2 h 2"/>
                <a:gd name="T40" fmla="*/ 2 w 4"/>
                <a:gd name="T41" fmla="*/ 2 h 2"/>
                <a:gd name="T42" fmla="*/ 2 w 4"/>
                <a:gd name="T43" fmla="*/ 2 h 2"/>
                <a:gd name="T44" fmla="*/ 2 w 4"/>
                <a:gd name="T45" fmla="*/ 2 h 2"/>
                <a:gd name="T46" fmla="*/ 2 w 4"/>
                <a:gd name="T47" fmla="*/ 2 h 2"/>
                <a:gd name="T48" fmla="*/ 2 w 4"/>
                <a:gd name="T49" fmla="*/ 2 h 2"/>
                <a:gd name="T50" fmla="*/ 2 w 4"/>
                <a:gd name="T51" fmla="*/ 2 h 2"/>
                <a:gd name="T52" fmla="*/ 0 w 4"/>
                <a:gd name="T53" fmla="*/ 0 h 2"/>
                <a:gd name="T54" fmla="*/ 0 w 4"/>
                <a:gd name="T55" fmla="*/ 0 h 2"/>
                <a:gd name="T56" fmla="*/ 2 w 4"/>
                <a:gd name="T57" fmla="*/ 0 h 2"/>
                <a:gd name="T58" fmla="*/ 2 w 4"/>
                <a:gd name="T5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0" name="Freeform 9"/>
            <p:cNvSpPr>
              <a:spLocks noEditPoints="1"/>
            </p:cNvSpPr>
            <p:nvPr/>
          </p:nvSpPr>
          <p:spPr bwMode="auto">
            <a:xfrm>
              <a:off x="5033" y="2842"/>
              <a:ext cx="243" cy="305"/>
            </a:xfrm>
            <a:custGeom>
              <a:avLst/>
              <a:gdLst>
                <a:gd name="T0" fmla="*/ 30 w 243"/>
                <a:gd name="T1" fmla="*/ 168 h 305"/>
                <a:gd name="T2" fmla="*/ 28 w 243"/>
                <a:gd name="T3" fmla="*/ 165 h 305"/>
                <a:gd name="T4" fmla="*/ 28 w 243"/>
                <a:gd name="T5" fmla="*/ 170 h 305"/>
                <a:gd name="T6" fmla="*/ 16 w 243"/>
                <a:gd name="T7" fmla="*/ 172 h 305"/>
                <a:gd name="T8" fmla="*/ 19 w 243"/>
                <a:gd name="T9" fmla="*/ 170 h 305"/>
                <a:gd name="T10" fmla="*/ 16 w 243"/>
                <a:gd name="T11" fmla="*/ 170 h 305"/>
                <a:gd name="T12" fmla="*/ 14 w 243"/>
                <a:gd name="T13" fmla="*/ 175 h 305"/>
                <a:gd name="T14" fmla="*/ 172 w 243"/>
                <a:gd name="T15" fmla="*/ 210 h 305"/>
                <a:gd name="T16" fmla="*/ 165 w 243"/>
                <a:gd name="T17" fmla="*/ 184 h 305"/>
                <a:gd name="T18" fmla="*/ 161 w 243"/>
                <a:gd name="T19" fmla="*/ 156 h 305"/>
                <a:gd name="T20" fmla="*/ 175 w 243"/>
                <a:gd name="T21" fmla="*/ 130 h 305"/>
                <a:gd name="T22" fmla="*/ 144 w 243"/>
                <a:gd name="T23" fmla="*/ 123 h 305"/>
                <a:gd name="T24" fmla="*/ 94 w 243"/>
                <a:gd name="T25" fmla="*/ 135 h 305"/>
                <a:gd name="T26" fmla="*/ 85 w 243"/>
                <a:gd name="T27" fmla="*/ 144 h 305"/>
                <a:gd name="T28" fmla="*/ 80 w 243"/>
                <a:gd name="T29" fmla="*/ 146 h 305"/>
                <a:gd name="T30" fmla="*/ 78 w 243"/>
                <a:gd name="T31" fmla="*/ 144 h 305"/>
                <a:gd name="T32" fmla="*/ 75 w 243"/>
                <a:gd name="T33" fmla="*/ 144 h 305"/>
                <a:gd name="T34" fmla="*/ 73 w 243"/>
                <a:gd name="T35" fmla="*/ 144 h 305"/>
                <a:gd name="T36" fmla="*/ 61 w 243"/>
                <a:gd name="T37" fmla="*/ 149 h 305"/>
                <a:gd name="T38" fmla="*/ 33 w 243"/>
                <a:gd name="T39" fmla="*/ 163 h 305"/>
                <a:gd name="T40" fmla="*/ 47 w 243"/>
                <a:gd name="T41" fmla="*/ 165 h 305"/>
                <a:gd name="T42" fmla="*/ 71 w 243"/>
                <a:gd name="T43" fmla="*/ 175 h 305"/>
                <a:gd name="T44" fmla="*/ 80 w 243"/>
                <a:gd name="T45" fmla="*/ 203 h 305"/>
                <a:gd name="T46" fmla="*/ 80 w 243"/>
                <a:gd name="T47" fmla="*/ 220 h 305"/>
                <a:gd name="T48" fmla="*/ 80 w 243"/>
                <a:gd name="T49" fmla="*/ 225 h 305"/>
                <a:gd name="T50" fmla="*/ 82 w 243"/>
                <a:gd name="T51" fmla="*/ 229 h 305"/>
                <a:gd name="T52" fmla="*/ 87 w 243"/>
                <a:gd name="T53" fmla="*/ 239 h 305"/>
                <a:gd name="T54" fmla="*/ 82 w 243"/>
                <a:gd name="T55" fmla="*/ 253 h 305"/>
                <a:gd name="T56" fmla="*/ 54 w 243"/>
                <a:gd name="T57" fmla="*/ 255 h 305"/>
                <a:gd name="T58" fmla="*/ 40 w 243"/>
                <a:gd name="T59" fmla="*/ 274 h 305"/>
                <a:gd name="T60" fmla="*/ 19 w 243"/>
                <a:gd name="T61" fmla="*/ 291 h 305"/>
                <a:gd name="T62" fmla="*/ 7 w 243"/>
                <a:gd name="T63" fmla="*/ 296 h 305"/>
                <a:gd name="T64" fmla="*/ 9 w 243"/>
                <a:gd name="T65" fmla="*/ 305 h 305"/>
                <a:gd name="T66" fmla="*/ 21 w 243"/>
                <a:gd name="T67" fmla="*/ 296 h 305"/>
                <a:gd name="T68" fmla="*/ 52 w 243"/>
                <a:gd name="T69" fmla="*/ 291 h 305"/>
                <a:gd name="T70" fmla="*/ 61 w 243"/>
                <a:gd name="T71" fmla="*/ 293 h 305"/>
                <a:gd name="T72" fmla="*/ 75 w 243"/>
                <a:gd name="T73" fmla="*/ 288 h 305"/>
                <a:gd name="T74" fmla="*/ 118 w 243"/>
                <a:gd name="T75" fmla="*/ 284 h 305"/>
                <a:gd name="T76" fmla="*/ 151 w 243"/>
                <a:gd name="T77" fmla="*/ 277 h 305"/>
                <a:gd name="T78" fmla="*/ 172 w 243"/>
                <a:gd name="T79" fmla="*/ 265 h 305"/>
                <a:gd name="T80" fmla="*/ 182 w 243"/>
                <a:gd name="T81" fmla="*/ 248 h 305"/>
                <a:gd name="T82" fmla="*/ 243 w 243"/>
                <a:gd name="T83" fmla="*/ 4 h 305"/>
                <a:gd name="T84" fmla="*/ 236 w 243"/>
                <a:gd name="T85" fmla="*/ 7 h 305"/>
                <a:gd name="T86" fmla="*/ 227 w 243"/>
                <a:gd name="T87" fmla="*/ 7 h 305"/>
                <a:gd name="T88" fmla="*/ 210 w 243"/>
                <a:gd name="T89" fmla="*/ 16 h 305"/>
                <a:gd name="T90" fmla="*/ 189 w 243"/>
                <a:gd name="T91" fmla="*/ 40 h 305"/>
                <a:gd name="T92" fmla="*/ 184 w 243"/>
                <a:gd name="T93" fmla="*/ 47 h 305"/>
                <a:gd name="T94" fmla="*/ 194 w 243"/>
                <a:gd name="T95" fmla="*/ 49 h 305"/>
                <a:gd name="T96" fmla="*/ 215 w 243"/>
                <a:gd name="T97" fmla="*/ 33 h 305"/>
                <a:gd name="T98" fmla="*/ 224 w 243"/>
                <a:gd name="T99" fmla="*/ 30 h 305"/>
                <a:gd name="T100" fmla="*/ 232 w 243"/>
                <a:gd name="T101" fmla="*/ 21 h 305"/>
                <a:gd name="T102" fmla="*/ 239 w 243"/>
                <a:gd name="T103" fmla="*/ 19 h 305"/>
                <a:gd name="T104" fmla="*/ 243 w 243"/>
                <a:gd name="T105" fmla="*/ 11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43" h="305">
                  <a:moveTo>
                    <a:pt x="28" y="170"/>
                  </a:moveTo>
                  <a:lnTo>
                    <a:pt x="30" y="170"/>
                  </a:lnTo>
                  <a:lnTo>
                    <a:pt x="30" y="170"/>
                  </a:lnTo>
                  <a:lnTo>
                    <a:pt x="30" y="168"/>
                  </a:lnTo>
                  <a:lnTo>
                    <a:pt x="30" y="168"/>
                  </a:lnTo>
                  <a:lnTo>
                    <a:pt x="30" y="165"/>
                  </a:lnTo>
                  <a:lnTo>
                    <a:pt x="30" y="165"/>
                  </a:lnTo>
                  <a:lnTo>
                    <a:pt x="28" y="165"/>
                  </a:lnTo>
                  <a:lnTo>
                    <a:pt x="28" y="168"/>
                  </a:lnTo>
                  <a:lnTo>
                    <a:pt x="26" y="170"/>
                  </a:lnTo>
                  <a:lnTo>
                    <a:pt x="28" y="170"/>
                  </a:lnTo>
                  <a:lnTo>
                    <a:pt x="28" y="170"/>
                  </a:lnTo>
                  <a:close/>
                  <a:moveTo>
                    <a:pt x="16" y="175"/>
                  </a:moveTo>
                  <a:lnTo>
                    <a:pt x="19" y="175"/>
                  </a:lnTo>
                  <a:lnTo>
                    <a:pt x="19" y="172"/>
                  </a:lnTo>
                  <a:lnTo>
                    <a:pt x="16" y="172"/>
                  </a:lnTo>
                  <a:lnTo>
                    <a:pt x="16" y="172"/>
                  </a:lnTo>
                  <a:lnTo>
                    <a:pt x="16" y="170"/>
                  </a:lnTo>
                  <a:lnTo>
                    <a:pt x="16" y="170"/>
                  </a:lnTo>
                  <a:lnTo>
                    <a:pt x="19" y="170"/>
                  </a:lnTo>
                  <a:lnTo>
                    <a:pt x="19" y="172"/>
                  </a:lnTo>
                  <a:lnTo>
                    <a:pt x="19" y="170"/>
                  </a:lnTo>
                  <a:lnTo>
                    <a:pt x="19" y="170"/>
                  </a:lnTo>
                  <a:lnTo>
                    <a:pt x="16" y="170"/>
                  </a:lnTo>
                  <a:lnTo>
                    <a:pt x="14" y="170"/>
                  </a:lnTo>
                  <a:lnTo>
                    <a:pt x="14" y="170"/>
                  </a:lnTo>
                  <a:lnTo>
                    <a:pt x="14" y="172"/>
                  </a:lnTo>
                  <a:lnTo>
                    <a:pt x="14" y="175"/>
                  </a:lnTo>
                  <a:lnTo>
                    <a:pt x="16" y="175"/>
                  </a:lnTo>
                  <a:close/>
                  <a:moveTo>
                    <a:pt x="187" y="220"/>
                  </a:moveTo>
                  <a:lnTo>
                    <a:pt x="177" y="215"/>
                  </a:lnTo>
                  <a:lnTo>
                    <a:pt x="172" y="210"/>
                  </a:lnTo>
                  <a:lnTo>
                    <a:pt x="172" y="208"/>
                  </a:lnTo>
                  <a:lnTo>
                    <a:pt x="170" y="206"/>
                  </a:lnTo>
                  <a:lnTo>
                    <a:pt x="165" y="191"/>
                  </a:lnTo>
                  <a:lnTo>
                    <a:pt x="165" y="184"/>
                  </a:lnTo>
                  <a:lnTo>
                    <a:pt x="170" y="180"/>
                  </a:lnTo>
                  <a:lnTo>
                    <a:pt x="168" y="172"/>
                  </a:lnTo>
                  <a:lnTo>
                    <a:pt x="163" y="161"/>
                  </a:lnTo>
                  <a:lnTo>
                    <a:pt x="161" y="156"/>
                  </a:lnTo>
                  <a:lnTo>
                    <a:pt x="161" y="149"/>
                  </a:lnTo>
                  <a:lnTo>
                    <a:pt x="163" y="146"/>
                  </a:lnTo>
                  <a:lnTo>
                    <a:pt x="168" y="146"/>
                  </a:lnTo>
                  <a:lnTo>
                    <a:pt x="175" y="130"/>
                  </a:lnTo>
                  <a:lnTo>
                    <a:pt x="182" y="116"/>
                  </a:lnTo>
                  <a:lnTo>
                    <a:pt x="172" y="113"/>
                  </a:lnTo>
                  <a:lnTo>
                    <a:pt x="146" y="120"/>
                  </a:lnTo>
                  <a:lnTo>
                    <a:pt x="144" y="123"/>
                  </a:lnTo>
                  <a:lnTo>
                    <a:pt x="132" y="127"/>
                  </a:lnTo>
                  <a:lnTo>
                    <a:pt x="127" y="130"/>
                  </a:lnTo>
                  <a:lnTo>
                    <a:pt x="104" y="135"/>
                  </a:lnTo>
                  <a:lnTo>
                    <a:pt x="94" y="135"/>
                  </a:lnTo>
                  <a:lnTo>
                    <a:pt x="90" y="135"/>
                  </a:lnTo>
                  <a:lnTo>
                    <a:pt x="90" y="137"/>
                  </a:lnTo>
                  <a:lnTo>
                    <a:pt x="87" y="142"/>
                  </a:lnTo>
                  <a:lnTo>
                    <a:pt x="85" y="144"/>
                  </a:lnTo>
                  <a:lnTo>
                    <a:pt x="85" y="144"/>
                  </a:lnTo>
                  <a:lnTo>
                    <a:pt x="80" y="144"/>
                  </a:lnTo>
                  <a:lnTo>
                    <a:pt x="80" y="144"/>
                  </a:lnTo>
                  <a:lnTo>
                    <a:pt x="80" y="146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78" y="146"/>
                  </a:lnTo>
                  <a:lnTo>
                    <a:pt x="78" y="144"/>
                  </a:lnTo>
                  <a:lnTo>
                    <a:pt x="78" y="144"/>
                  </a:lnTo>
                  <a:lnTo>
                    <a:pt x="78" y="144"/>
                  </a:lnTo>
                  <a:lnTo>
                    <a:pt x="75" y="144"/>
                  </a:lnTo>
                  <a:lnTo>
                    <a:pt x="75" y="144"/>
                  </a:lnTo>
                  <a:lnTo>
                    <a:pt x="75" y="146"/>
                  </a:lnTo>
                  <a:lnTo>
                    <a:pt x="75" y="146"/>
                  </a:lnTo>
                  <a:lnTo>
                    <a:pt x="73" y="146"/>
                  </a:lnTo>
                  <a:lnTo>
                    <a:pt x="73" y="144"/>
                  </a:lnTo>
                  <a:lnTo>
                    <a:pt x="71" y="144"/>
                  </a:lnTo>
                  <a:lnTo>
                    <a:pt x="71" y="146"/>
                  </a:lnTo>
                  <a:lnTo>
                    <a:pt x="68" y="149"/>
                  </a:lnTo>
                  <a:lnTo>
                    <a:pt x="61" y="149"/>
                  </a:lnTo>
                  <a:lnTo>
                    <a:pt x="54" y="153"/>
                  </a:lnTo>
                  <a:lnTo>
                    <a:pt x="45" y="153"/>
                  </a:lnTo>
                  <a:lnTo>
                    <a:pt x="42" y="156"/>
                  </a:lnTo>
                  <a:lnTo>
                    <a:pt x="33" y="163"/>
                  </a:lnTo>
                  <a:lnTo>
                    <a:pt x="35" y="165"/>
                  </a:lnTo>
                  <a:lnTo>
                    <a:pt x="35" y="168"/>
                  </a:lnTo>
                  <a:lnTo>
                    <a:pt x="38" y="168"/>
                  </a:lnTo>
                  <a:lnTo>
                    <a:pt x="47" y="165"/>
                  </a:lnTo>
                  <a:lnTo>
                    <a:pt x="52" y="168"/>
                  </a:lnTo>
                  <a:lnTo>
                    <a:pt x="64" y="170"/>
                  </a:lnTo>
                  <a:lnTo>
                    <a:pt x="71" y="175"/>
                  </a:lnTo>
                  <a:lnTo>
                    <a:pt x="71" y="175"/>
                  </a:lnTo>
                  <a:lnTo>
                    <a:pt x="75" y="180"/>
                  </a:lnTo>
                  <a:lnTo>
                    <a:pt x="78" y="187"/>
                  </a:lnTo>
                  <a:lnTo>
                    <a:pt x="80" y="196"/>
                  </a:lnTo>
                  <a:lnTo>
                    <a:pt x="80" y="203"/>
                  </a:lnTo>
                  <a:lnTo>
                    <a:pt x="78" y="210"/>
                  </a:lnTo>
                  <a:lnTo>
                    <a:pt x="78" y="215"/>
                  </a:lnTo>
                  <a:lnTo>
                    <a:pt x="78" y="217"/>
                  </a:lnTo>
                  <a:lnTo>
                    <a:pt x="80" y="220"/>
                  </a:lnTo>
                  <a:lnTo>
                    <a:pt x="80" y="222"/>
                  </a:lnTo>
                  <a:lnTo>
                    <a:pt x="82" y="225"/>
                  </a:lnTo>
                  <a:lnTo>
                    <a:pt x="80" y="225"/>
                  </a:lnTo>
                  <a:lnTo>
                    <a:pt x="80" y="225"/>
                  </a:lnTo>
                  <a:lnTo>
                    <a:pt x="80" y="225"/>
                  </a:lnTo>
                  <a:lnTo>
                    <a:pt x="80" y="227"/>
                  </a:lnTo>
                  <a:lnTo>
                    <a:pt x="80" y="227"/>
                  </a:lnTo>
                  <a:lnTo>
                    <a:pt x="82" y="229"/>
                  </a:lnTo>
                  <a:lnTo>
                    <a:pt x="82" y="229"/>
                  </a:lnTo>
                  <a:lnTo>
                    <a:pt x="85" y="234"/>
                  </a:lnTo>
                  <a:lnTo>
                    <a:pt x="87" y="236"/>
                  </a:lnTo>
                  <a:lnTo>
                    <a:pt x="87" y="239"/>
                  </a:lnTo>
                  <a:lnTo>
                    <a:pt x="87" y="243"/>
                  </a:lnTo>
                  <a:lnTo>
                    <a:pt x="85" y="246"/>
                  </a:lnTo>
                  <a:lnTo>
                    <a:pt x="85" y="251"/>
                  </a:lnTo>
                  <a:lnTo>
                    <a:pt x="82" y="253"/>
                  </a:lnTo>
                  <a:lnTo>
                    <a:pt x="80" y="253"/>
                  </a:lnTo>
                  <a:lnTo>
                    <a:pt x="68" y="255"/>
                  </a:lnTo>
                  <a:lnTo>
                    <a:pt x="59" y="255"/>
                  </a:lnTo>
                  <a:lnTo>
                    <a:pt x="54" y="255"/>
                  </a:lnTo>
                  <a:lnTo>
                    <a:pt x="52" y="258"/>
                  </a:lnTo>
                  <a:lnTo>
                    <a:pt x="54" y="262"/>
                  </a:lnTo>
                  <a:lnTo>
                    <a:pt x="49" y="269"/>
                  </a:lnTo>
                  <a:lnTo>
                    <a:pt x="40" y="274"/>
                  </a:lnTo>
                  <a:lnTo>
                    <a:pt x="26" y="281"/>
                  </a:lnTo>
                  <a:lnTo>
                    <a:pt x="23" y="284"/>
                  </a:lnTo>
                  <a:lnTo>
                    <a:pt x="21" y="286"/>
                  </a:lnTo>
                  <a:lnTo>
                    <a:pt x="19" y="291"/>
                  </a:lnTo>
                  <a:lnTo>
                    <a:pt x="16" y="291"/>
                  </a:lnTo>
                  <a:lnTo>
                    <a:pt x="12" y="293"/>
                  </a:lnTo>
                  <a:lnTo>
                    <a:pt x="9" y="296"/>
                  </a:lnTo>
                  <a:lnTo>
                    <a:pt x="7" y="296"/>
                  </a:lnTo>
                  <a:lnTo>
                    <a:pt x="2" y="300"/>
                  </a:lnTo>
                  <a:lnTo>
                    <a:pt x="0" y="303"/>
                  </a:lnTo>
                  <a:lnTo>
                    <a:pt x="4" y="305"/>
                  </a:lnTo>
                  <a:lnTo>
                    <a:pt x="9" y="305"/>
                  </a:lnTo>
                  <a:lnTo>
                    <a:pt x="12" y="303"/>
                  </a:lnTo>
                  <a:lnTo>
                    <a:pt x="16" y="300"/>
                  </a:lnTo>
                  <a:lnTo>
                    <a:pt x="19" y="298"/>
                  </a:lnTo>
                  <a:lnTo>
                    <a:pt x="21" y="296"/>
                  </a:lnTo>
                  <a:lnTo>
                    <a:pt x="26" y="293"/>
                  </a:lnTo>
                  <a:lnTo>
                    <a:pt x="45" y="291"/>
                  </a:lnTo>
                  <a:lnTo>
                    <a:pt x="47" y="291"/>
                  </a:lnTo>
                  <a:lnTo>
                    <a:pt x="52" y="291"/>
                  </a:lnTo>
                  <a:lnTo>
                    <a:pt x="54" y="293"/>
                  </a:lnTo>
                  <a:lnTo>
                    <a:pt x="56" y="293"/>
                  </a:lnTo>
                  <a:lnTo>
                    <a:pt x="59" y="293"/>
                  </a:lnTo>
                  <a:lnTo>
                    <a:pt x="61" y="293"/>
                  </a:lnTo>
                  <a:lnTo>
                    <a:pt x="64" y="293"/>
                  </a:lnTo>
                  <a:lnTo>
                    <a:pt x="68" y="293"/>
                  </a:lnTo>
                  <a:lnTo>
                    <a:pt x="71" y="291"/>
                  </a:lnTo>
                  <a:lnTo>
                    <a:pt x="75" y="288"/>
                  </a:lnTo>
                  <a:lnTo>
                    <a:pt x="78" y="288"/>
                  </a:lnTo>
                  <a:lnTo>
                    <a:pt x="85" y="288"/>
                  </a:lnTo>
                  <a:lnTo>
                    <a:pt x="101" y="284"/>
                  </a:lnTo>
                  <a:lnTo>
                    <a:pt x="118" y="284"/>
                  </a:lnTo>
                  <a:lnTo>
                    <a:pt x="130" y="279"/>
                  </a:lnTo>
                  <a:lnTo>
                    <a:pt x="135" y="277"/>
                  </a:lnTo>
                  <a:lnTo>
                    <a:pt x="146" y="277"/>
                  </a:lnTo>
                  <a:lnTo>
                    <a:pt x="151" y="277"/>
                  </a:lnTo>
                  <a:lnTo>
                    <a:pt x="161" y="274"/>
                  </a:lnTo>
                  <a:lnTo>
                    <a:pt x="165" y="272"/>
                  </a:lnTo>
                  <a:lnTo>
                    <a:pt x="168" y="267"/>
                  </a:lnTo>
                  <a:lnTo>
                    <a:pt x="172" y="265"/>
                  </a:lnTo>
                  <a:lnTo>
                    <a:pt x="175" y="260"/>
                  </a:lnTo>
                  <a:lnTo>
                    <a:pt x="179" y="258"/>
                  </a:lnTo>
                  <a:lnTo>
                    <a:pt x="184" y="260"/>
                  </a:lnTo>
                  <a:lnTo>
                    <a:pt x="182" y="248"/>
                  </a:lnTo>
                  <a:lnTo>
                    <a:pt x="179" y="236"/>
                  </a:lnTo>
                  <a:lnTo>
                    <a:pt x="182" y="227"/>
                  </a:lnTo>
                  <a:lnTo>
                    <a:pt x="187" y="220"/>
                  </a:lnTo>
                  <a:close/>
                  <a:moveTo>
                    <a:pt x="243" y="4"/>
                  </a:moveTo>
                  <a:lnTo>
                    <a:pt x="243" y="0"/>
                  </a:lnTo>
                  <a:lnTo>
                    <a:pt x="241" y="0"/>
                  </a:lnTo>
                  <a:lnTo>
                    <a:pt x="239" y="2"/>
                  </a:lnTo>
                  <a:lnTo>
                    <a:pt x="236" y="7"/>
                  </a:lnTo>
                  <a:lnTo>
                    <a:pt x="234" y="7"/>
                  </a:lnTo>
                  <a:lnTo>
                    <a:pt x="232" y="4"/>
                  </a:lnTo>
                  <a:lnTo>
                    <a:pt x="229" y="7"/>
                  </a:lnTo>
                  <a:lnTo>
                    <a:pt x="227" y="7"/>
                  </a:lnTo>
                  <a:lnTo>
                    <a:pt x="222" y="9"/>
                  </a:lnTo>
                  <a:lnTo>
                    <a:pt x="215" y="14"/>
                  </a:lnTo>
                  <a:lnTo>
                    <a:pt x="213" y="14"/>
                  </a:lnTo>
                  <a:lnTo>
                    <a:pt x="210" y="16"/>
                  </a:lnTo>
                  <a:lnTo>
                    <a:pt x="208" y="21"/>
                  </a:lnTo>
                  <a:lnTo>
                    <a:pt x="191" y="35"/>
                  </a:lnTo>
                  <a:lnTo>
                    <a:pt x="191" y="37"/>
                  </a:lnTo>
                  <a:lnTo>
                    <a:pt x="189" y="40"/>
                  </a:lnTo>
                  <a:lnTo>
                    <a:pt x="187" y="42"/>
                  </a:lnTo>
                  <a:lnTo>
                    <a:pt x="184" y="42"/>
                  </a:lnTo>
                  <a:lnTo>
                    <a:pt x="184" y="45"/>
                  </a:lnTo>
                  <a:lnTo>
                    <a:pt x="184" y="47"/>
                  </a:lnTo>
                  <a:lnTo>
                    <a:pt x="184" y="49"/>
                  </a:lnTo>
                  <a:lnTo>
                    <a:pt x="189" y="49"/>
                  </a:lnTo>
                  <a:lnTo>
                    <a:pt x="191" y="47"/>
                  </a:lnTo>
                  <a:lnTo>
                    <a:pt x="194" y="49"/>
                  </a:lnTo>
                  <a:lnTo>
                    <a:pt x="196" y="47"/>
                  </a:lnTo>
                  <a:lnTo>
                    <a:pt x="201" y="42"/>
                  </a:lnTo>
                  <a:lnTo>
                    <a:pt x="203" y="40"/>
                  </a:lnTo>
                  <a:lnTo>
                    <a:pt x="215" y="33"/>
                  </a:lnTo>
                  <a:lnTo>
                    <a:pt x="217" y="33"/>
                  </a:lnTo>
                  <a:lnTo>
                    <a:pt x="220" y="33"/>
                  </a:lnTo>
                  <a:lnTo>
                    <a:pt x="222" y="33"/>
                  </a:lnTo>
                  <a:lnTo>
                    <a:pt x="224" y="30"/>
                  </a:lnTo>
                  <a:lnTo>
                    <a:pt x="224" y="30"/>
                  </a:lnTo>
                  <a:lnTo>
                    <a:pt x="229" y="26"/>
                  </a:lnTo>
                  <a:lnTo>
                    <a:pt x="229" y="26"/>
                  </a:lnTo>
                  <a:lnTo>
                    <a:pt x="232" y="21"/>
                  </a:lnTo>
                  <a:lnTo>
                    <a:pt x="234" y="21"/>
                  </a:lnTo>
                  <a:lnTo>
                    <a:pt x="234" y="21"/>
                  </a:lnTo>
                  <a:lnTo>
                    <a:pt x="236" y="21"/>
                  </a:lnTo>
                  <a:lnTo>
                    <a:pt x="239" y="19"/>
                  </a:lnTo>
                  <a:lnTo>
                    <a:pt x="239" y="16"/>
                  </a:lnTo>
                  <a:lnTo>
                    <a:pt x="241" y="16"/>
                  </a:lnTo>
                  <a:lnTo>
                    <a:pt x="243" y="16"/>
                  </a:lnTo>
                  <a:lnTo>
                    <a:pt x="243" y="11"/>
                  </a:lnTo>
                  <a:lnTo>
                    <a:pt x="243" y="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1" name="Freeform 10"/>
            <p:cNvSpPr>
              <a:spLocks noEditPoints="1"/>
            </p:cNvSpPr>
            <p:nvPr/>
          </p:nvSpPr>
          <p:spPr bwMode="auto">
            <a:xfrm>
              <a:off x="2667" y="1031"/>
              <a:ext cx="255" cy="127"/>
            </a:xfrm>
            <a:custGeom>
              <a:avLst/>
              <a:gdLst>
                <a:gd name="T0" fmla="*/ 66 w 255"/>
                <a:gd name="T1" fmla="*/ 23 h 127"/>
                <a:gd name="T2" fmla="*/ 66 w 255"/>
                <a:gd name="T3" fmla="*/ 19 h 127"/>
                <a:gd name="T4" fmla="*/ 61 w 255"/>
                <a:gd name="T5" fmla="*/ 26 h 127"/>
                <a:gd name="T6" fmla="*/ 244 w 255"/>
                <a:gd name="T7" fmla="*/ 108 h 127"/>
                <a:gd name="T8" fmla="*/ 248 w 255"/>
                <a:gd name="T9" fmla="*/ 106 h 127"/>
                <a:gd name="T10" fmla="*/ 166 w 255"/>
                <a:gd name="T11" fmla="*/ 125 h 127"/>
                <a:gd name="T12" fmla="*/ 166 w 255"/>
                <a:gd name="T13" fmla="*/ 120 h 127"/>
                <a:gd name="T14" fmla="*/ 158 w 255"/>
                <a:gd name="T15" fmla="*/ 125 h 127"/>
                <a:gd name="T16" fmla="*/ 2 w 255"/>
                <a:gd name="T17" fmla="*/ 63 h 127"/>
                <a:gd name="T18" fmla="*/ 0 w 255"/>
                <a:gd name="T19" fmla="*/ 78 h 127"/>
                <a:gd name="T20" fmla="*/ 7 w 255"/>
                <a:gd name="T21" fmla="*/ 61 h 127"/>
                <a:gd name="T22" fmla="*/ 253 w 255"/>
                <a:gd name="T23" fmla="*/ 75 h 127"/>
                <a:gd name="T24" fmla="*/ 255 w 255"/>
                <a:gd name="T25" fmla="*/ 82 h 127"/>
                <a:gd name="T26" fmla="*/ 184 w 255"/>
                <a:gd name="T27" fmla="*/ 68 h 127"/>
                <a:gd name="T28" fmla="*/ 182 w 255"/>
                <a:gd name="T29" fmla="*/ 78 h 127"/>
                <a:gd name="T30" fmla="*/ 182 w 255"/>
                <a:gd name="T31" fmla="*/ 85 h 127"/>
                <a:gd name="T32" fmla="*/ 184 w 255"/>
                <a:gd name="T33" fmla="*/ 68 h 127"/>
                <a:gd name="T34" fmla="*/ 52 w 255"/>
                <a:gd name="T35" fmla="*/ 37 h 127"/>
                <a:gd name="T36" fmla="*/ 40 w 255"/>
                <a:gd name="T37" fmla="*/ 40 h 127"/>
                <a:gd name="T38" fmla="*/ 21 w 255"/>
                <a:gd name="T39" fmla="*/ 37 h 127"/>
                <a:gd name="T40" fmla="*/ 26 w 255"/>
                <a:gd name="T41" fmla="*/ 40 h 127"/>
                <a:gd name="T42" fmla="*/ 24 w 255"/>
                <a:gd name="T43" fmla="*/ 47 h 127"/>
                <a:gd name="T44" fmla="*/ 24 w 255"/>
                <a:gd name="T45" fmla="*/ 47 h 127"/>
                <a:gd name="T46" fmla="*/ 28 w 255"/>
                <a:gd name="T47" fmla="*/ 47 h 127"/>
                <a:gd name="T48" fmla="*/ 35 w 255"/>
                <a:gd name="T49" fmla="*/ 45 h 127"/>
                <a:gd name="T50" fmla="*/ 31 w 255"/>
                <a:gd name="T51" fmla="*/ 45 h 127"/>
                <a:gd name="T52" fmla="*/ 43 w 255"/>
                <a:gd name="T53" fmla="*/ 42 h 127"/>
                <a:gd name="T54" fmla="*/ 52 w 255"/>
                <a:gd name="T55" fmla="*/ 42 h 127"/>
                <a:gd name="T56" fmla="*/ 50 w 255"/>
                <a:gd name="T57" fmla="*/ 42 h 127"/>
                <a:gd name="T58" fmla="*/ 57 w 255"/>
                <a:gd name="T59" fmla="*/ 40 h 127"/>
                <a:gd name="T60" fmla="*/ 184 w 255"/>
                <a:gd name="T61" fmla="*/ 35 h 127"/>
                <a:gd name="T62" fmla="*/ 166 w 255"/>
                <a:gd name="T63" fmla="*/ 30 h 127"/>
                <a:gd name="T64" fmla="*/ 163 w 255"/>
                <a:gd name="T65" fmla="*/ 33 h 127"/>
                <a:gd name="T66" fmla="*/ 184 w 255"/>
                <a:gd name="T67" fmla="*/ 47 h 127"/>
                <a:gd name="T68" fmla="*/ 189 w 255"/>
                <a:gd name="T69" fmla="*/ 37 h 127"/>
                <a:gd name="T70" fmla="*/ 99 w 255"/>
                <a:gd name="T71" fmla="*/ 4 h 127"/>
                <a:gd name="T72" fmla="*/ 92 w 255"/>
                <a:gd name="T73" fmla="*/ 0 h 127"/>
                <a:gd name="T74" fmla="*/ 78 w 255"/>
                <a:gd name="T75" fmla="*/ 4 h 127"/>
                <a:gd name="T76" fmla="*/ 78 w 255"/>
                <a:gd name="T77" fmla="*/ 9 h 127"/>
                <a:gd name="T78" fmla="*/ 83 w 255"/>
                <a:gd name="T79" fmla="*/ 14 h 127"/>
                <a:gd name="T80" fmla="*/ 92 w 255"/>
                <a:gd name="T81" fmla="*/ 4 h 127"/>
                <a:gd name="T82" fmla="*/ 90 w 255"/>
                <a:gd name="T83" fmla="*/ 16 h 127"/>
                <a:gd name="T84" fmla="*/ 99 w 255"/>
                <a:gd name="T85" fmla="*/ 21 h 127"/>
                <a:gd name="T86" fmla="*/ 111 w 255"/>
                <a:gd name="T87" fmla="*/ 21 h 127"/>
                <a:gd name="T88" fmla="*/ 144 w 255"/>
                <a:gd name="T89" fmla="*/ 21 h 127"/>
                <a:gd name="T90" fmla="*/ 156 w 255"/>
                <a:gd name="T91" fmla="*/ 30 h 127"/>
                <a:gd name="T92" fmla="*/ 142 w 255"/>
                <a:gd name="T93" fmla="*/ 19 h 127"/>
                <a:gd name="T94" fmla="*/ 121 w 255"/>
                <a:gd name="T95" fmla="*/ 21 h 127"/>
                <a:gd name="T96" fmla="*/ 114 w 255"/>
                <a:gd name="T97" fmla="*/ 19 h 127"/>
                <a:gd name="T98" fmla="*/ 116 w 255"/>
                <a:gd name="T99" fmla="*/ 30 h 127"/>
                <a:gd name="T100" fmla="*/ 140 w 255"/>
                <a:gd name="T101" fmla="*/ 30 h 127"/>
                <a:gd name="T102" fmla="*/ 144 w 255"/>
                <a:gd name="T103" fmla="*/ 30 h 127"/>
                <a:gd name="T104" fmla="*/ 151 w 255"/>
                <a:gd name="T105" fmla="*/ 3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5" h="127">
                  <a:moveTo>
                    <a:pt x="66" y="19"/>
                  </a:moveTo>
                  <a:lnTo>
                    <a:pt x="66" y="19"/>
                  </a:lnTo>
                  <a:lnTo>
                    <a:pt x="64" y="21"/>
                  </a:lnTo>
                  <a:lnTo>
                    <a:pt x="66" y="23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6" y="19"/>
                  </a:lnTo>
                  <a:lnTo>
                    <a:pt x="66" y="19"/>
                  </a:lnTo>
                  <a:close/>
                  <a:moveTo>
                    <a:pt x="61" y="26"/>
                  </a:moveTo>
                  <a:lnTo>
                    <a:pt x="59" y="28"/>
                  </a:lnTo>
                  <a:lnTo>
                    <a:pt x="61" y="28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close/>
                  <a:moveTo>
                    <a:pt x="244" y="106"/>
                  </a:moveTo>
                  <a:lnTo>
                    <a:pt x="244" y="108"/>
                  </a:lnTo>
                  <a:lnTo>
                    <a:pt x="244" y="113"/>
                  </a:lnTo>
                  <a:lnTo>
                    <a:pt x="244" y="113"/>
                  </a:lnTo>
                  <a:lnTo>
                    <a:pt x="246" y="111"/>
                  </a:lnTo>
                  <a:lnTo>
                    <a:pt x="248" y="106"/>
                  </a:lnTo>
                  <a:lnTo>
                    <a:pt x="246" y="106"/>
                  </a:lnTo>
                  <a:lnTo>
                    <a:pt x="244" y="106"/>
                  </a:lnTo>
                  <a:close/>
                  <a:moveTo>
                    <a:pt x="166" y="120"/>
                  </a:moveTo>
                  <a:lnTo>
                    <a:pt x="166" y="125"/>
                  </a:lnTo>
                  <a:lnTo>
                    <a:pt x="166" y="125"/>
                  </a:lnTo>
                  <a:lnTo>
                    <a:pt x="168" y="123"/>
                  </a:lnTo>
                  <a:lnTo>
                    <a:pt x="166" y="120"/>
                  </a:lnTo>
                  <a:lnTo>
                    <a:pt x="166" y="120"/>
                  </a:lnTo>
                  <a:close/>
                  <a:moveTo>
                    <a:pt x="156" y="125"/>
                  </a:moveTo>
                  <a:lnTo>
                    <a:pt x="154" y="127"/>
                  </a:lnTo>
                  <a:lnTo>
                    <a:pt x="156" y="127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6" y="125"/>
                  </a:lnTo>
                  <a:close/>
                  <a:moveTo>
                    <a:pt x="2" y="63"/>
                  </a:moveTo>
                  <a:lnTo>
                    <a:pt x="2" y="66"/>
                  </a:lnTo>
                  <a:lnTo>
                    <a:pt x="2" y="71"/>
                  </a:lnTo>
                  <a:lnTo>
                    <a:pt x="2" y="75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5" y="75"/>
                  </a:lnTo>
                  <a:lnTo>
                    <a:pt x="7" y="68"/>
                  </a:lnTo>
                  <a:lnTo>
                    <a:pt x="7" y="61"/>
                  </a:lnTo>
                  <a:lnTo>
                    <a:pt x="2" y="63"/>
                  </a:lnTo>
                  <a:close/>
                  <a:moveTo>
                    <a:pt x="255" y="73"/>
                  </a:moveTo>
                  <a:lnTo>
                    <a:pt x="253" y="71"/>
                  </a:lnTo>
                  <a:lnTo>
                    <a:pt x="253" y="75"/>
                  </a:lnTo>
                  <a:lnTo>
                    <a:pt x="253" y="78"/>
                  </a:lnTo>
                  <a:lnTo>
                    <a:pt x="253" y="82"/>
                  </a:lnTo>
                  <a:lnTo>
                    <a:pt x="255" y="87"/>
                  </a:lnTo>
                  <a:lnTo>
                    <a:pt x="255" y="82"/>
                  </a:lnTo>
                  <a:lnTo>
                    <a:pt x="255" y="78"/>
                  </a:lnTo>
                  <a:lnTo>
                    <a:pt x="255" y="73"/>
                  </a:lnTo>
                  <a:close/>
                  <a:moveTo>
                    <a:pt x="184" y="68"/>
                  </a:moveTo>
                  <a:lnTo>
                    <a:pt x="184" y="68"/>
                  </a:lnTo>
                  <a:lnTo>
                    <a:pt x="184" y="68"/>
                  </a:lnTo>
                  <a:lnTo>
                    <a:pt x="184" y="71"/>
                  </a:lnTo>
                  <a:lnTo>
                    <a:pt x="184" y="75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77" y="80"/>
                  </a:lnTo>
                  <a:lnTo>
                    <a:pt x="180" y="82"/>
                  </a:lnTo>
                  <a:lnTo>
                    <a:pt x="182" y="85"/>
                  </a:lnTo>
                  <a:lnTo>
                    <a:pt x="184" y="82"/>
                  </a:lnTo>
                  <a:lnTo>
                    <a:pt x="187" y="80"/>
                  </a:lnTo>
                  <a:lnTo>
                    <a:pt x="187" y="75"/>
                  </a:lnTo>
                  <a:lnTo>
                    <a:pt x="184" y="68"/>
                  </a:lnTo>
                  <a:close/>
                  <a:moveTo>
                    <a:pt x="57" y="30"/>
                  </a:moveTo>
                  <a:lnTo>
                    <a:pt x="54" y="33"/>
                  </a:lnTo>
                  <a:lnTo>
                    <a:pt x="54" y="35"/>
                  </a:lnTo>
                  <a:lnTo>
                    <a:pt x="52" y="37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3" y="40"/>
                  </a:lnTo>
                  <a:lnTo>
                    <a:pt x="40" y="40"/>
                  </a:lnTo>
                  <a:lnTo>
                    <a:pt x="26" y="30"/>
                  </a:lnTo>
                  <a:lnTo>
                    <a:pt x="21" y="28"/>
                  </a:lnTo>
                  <a:lnTo>
                    <a:pt x="24" y="33"/>
                  </a:lnTo>
                  <a:lnTo>
                    <a:pt x="21" y="37"/>
                  </a:lnTo>
                  <a:lnTo>
                    <a:pt x="24" y="42"/>
                  </a:lnTo>
                  <a:lnTo>
                    <a:pt x="24" y="40"/>
                  </a:lnTo>
                  <a:lnTo>
                    <a:pt x="26" y="37"/>
                  </a:lnTo>
                  <a:lnTo>
                    <a:pt x="26" y="40"/>
                  </a:lnTo>
                  <a:lnTo>
                    <a:pt x="26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8" y="47"/>
                  </a:lnTo>
                  <a:lnTo>
                    <a:pt x="28" y="45"/>
                  </a:lnTo>
                  <a:lnTo>
                    <a:pt x="26" y="42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1" y="45"/>
                  </a:lnTo>
                  <a:lnTo>
                    <a:pt x="28" y="45"/>
                  </a:lnTo>
                  <a:lnTo>
                    <a:pt x="33" y="52"/>
                  </a:lnTo>
                  <a:lnTo>
                    <a:pt x="35" y="49"/>
                  </a:lnTo>
                  <a:lnTo>
                    <a:pt x="43" y="42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50" y="45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50" y="42"/>
                  </a:lnTo>
                  <a:lnTo>
                    <a:pt x="54" y="37"/>
                  </a:lnTo>
                  <a:lnTo>
                    <a:pt x="54" y="40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61" y="35"/>
                  </a:lnTo>
                  <a:lnTo>
                    <a:pt x="61" y="33"/>
                  </a:lnTo>
                  <a:lnTo>
                    <a:pt x="57" y="30"/>
                  </a:lnTo>
                  <a:close/>
                  <a:moveTo>
                    <a:pt x="184" y="35"/>
                  </a:moveTo>
                  <a:lnTo>
                    <a:pt x="180" y="35"/>
                  </a:lnTo>
                  <a:lnTo>
                    <a:pt x="175" y="35"/>
                  </a:lnTo>
                  <a:lnTo>
                    <a:pt x="173" y="33"/>
                  </a:lnTo>
                  <a:lnTo>
                    <a:pt x="166" y="30"/>
                  </a:lnTo>
                  <a:lnTo>
                    <a:pt x="166" y="30"/>
                  </a:lnTo>
                  <a:lnTo>
                    <a:pt x="166" y="33"/>
                  </a:lnTo>
                  <a:lnTo>
                    <a:pt x="163" y="33"/>
                  </a:lnTo>
                  <a:lnTo>
                    <a:pt x="163" y="33"/>
                  </a:lnTo>
                  <a:lnTo>
                    <a:pt x="168" y="37"/>
                  </a:lnTo>
                  <a:lnTo>
                    <a:pt x="175" y="40"/>
                  </a:lnTo>
                  <a:lnTo>
                    <a:pt x="180" y="40"/>
                  </a:lnTo>
                  <a:lnTo>
                    <a:pt x="184" y="47"/>
                  </a:lnTo>
                  <a:lnTo>
                    <a:pt x="187" y="49"/>
                  </a:lnTo>
                  <a:lnTo>
                    <a:pt x="189" y="47"/>
                  </a:lnTo>
                  <a:lnTo>
                    <a:pt x="192" y="42"/>
                  </a:lnTo>
                  <a:lnTo>
                    <a:pt x="189" y="37"/>
                  </a:lnTo>
                  <a:lnTo>
                    <a:pt x="184" y="35"/>
                  </a:lnTo>
                  <a:close/>
                  <a:moveTo>
                    <a:pt x="102" y="19"/>
                  </a:moveTo>
                  <a:lnTo>
                    <a:pt x="99" y="7"/>
                  </a:lnTo>
                  <a:lnTo>
                    <a:pt x="99" y="4"/>
                  </a:lnTo>
                  <a:lnTo>
                    <a:pt x="99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6" y="7"/>
                  </a:lnTo>
                  <a:lnTo>
                    <a:pt x="78" y="7"/>
                  </a:lnTo>
                  <a:lnTo>
                    <a:pt x="78" y="9"/>
                  </a:lnTo>
                  <a:lnTo>
                    <a:pt x="78" y="11"/>
                  </a:lnTo>
                  <a:lnTo>
                    <a:pt x="78" y="14"/>
                  </a:lnTo>
                  <a:lnTo>
                    <a:pt x="80" y="14"/>
                  </a:lnTo>
                  <a:lnTo>
                    <a:pt x="83" y="14"/>
                  </a:lnTo>
                  <a:lnTo>
                    <a:pt x="85" y="14"/>
                  </a:lnTo>
                  <a:lnTo>
                    <a:pt x="85" y="11"/>
                  </a:lnTo>
                  <a:lnTo>
                    <a:pt x="90" y="7"/>
                  </a:lnTo>
                  <a:lnTo>
                    <a:pt x="92" y="4"/>
                  </a:lnTo>
                  <a:lnTo>
                    <a:pt x="95" y="7"/>
                  </a:lnTo>
                  <a:lnTo>
                    <a:pt x="92" y="9"/>
                  </a:lnTo>
                  <a:lnTo>
                    <a:pt x="90" y="14"/>
                  </a:lnTo>
                  <a:lnTo>
                    <a:pt x="90" y="16"/>
                  </a:lnTo>
                  <a:lnTo>
                    <a:pt x="92" y="19"/>
                  </a:lnTo>
                  <a:lnTo>
                    <a:pt x="95" y="21"/>
                  </a:lnTo>
                  <a:lnTo>
                    <a:pt x="97" y="21"/>
                  </a:lnTo>
                  <a:lnTo>
                    <a:pt x="99" y="21"/>
                  </a:lnTo>
                  <a:lnTo>
                    <a:pt x="102" y="23"/>
                  </a:lnTo>
                  <a:lnTo>
                    <a:pt x="104" y="26"/>
                  </a:lnTo>
                  <a:lnTo>
                    <a:pt x="109" y="26"/>
                  </a:lnTo>
                  <a:lnTo>
                    <a:pt x="111" y="21"/>
                  </a:lnTo>
                  <a:lnTo>
                    <a:pt x="104" y="21"/>
                  </a:lnTo>
                  <a:lnTo>
                    <a:pt x="102" y="19"/>
                  </a:lnTo>
                  <a:close/>
                  <a:moveTo>
                    <a:pt x="147" y="26"/>
                  </a:moveTo>
                  <a:lnTo>
                    <a:pt x="144" y="21"/>
                  </a:lnTo>
                  <a:lnTo>
                    <a:pt x="147" y="23"/>
                  </a:lnTo>
                  <a:lnTo>
                    <a:pt x="149" y="28"/>
                  </a:lnTo>
                  <a:lnTo>
                    <a:pt x="151" y="30"/>
                  </a:lnTo>
                  <a:lnTo>
                    <a:pt x="156" y="30"/>
                  </a:lnTo>
                  <a:lnTo>
                    <a:pt x="149" y="21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37" y="21"/>
                  </a:lnTo>
                  <a:lnTo>
                    <a:pt x="125" y="21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16" y="19"/>
                  </a:lnTo>
                  <a:lnTo>
                    <a:pt x="116" y="19"/>
                  </a:lnTo>
                  <a:lnTo>
                    <a:pt x="114" y="19"/>
                  </a:lnTo>
                  <a:lnTo>
                    <a:pt x="111" y="19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6" y="30"/>
                  </a:lnTo>
                  <a:lnTo>
                    <a:pt x="118" y="33"/>
                  </a:lnTo>
                  <a:lnTo>
                    <a:pt x="123" y="30"/>
                  </a:lnTo>
                  <a:lnTo>
                    <a:pt x="135" y="28"/>
                  </a:lnTo>
                  <a:lnTo>
                    <a:pt x="140" y="30"/>
                  </a:lnTo>
                  <a:lnTo>
                    <a:pt x="142" y="35"/>
                  </a:lnTo>
                  <a:lnTo>
                    <a:pt x="144" y="35"/>
                  </a:lnTo>
                  <a:lnTo>
                    <a:pt x="144" y="33"/>
                  </a:lnTo>
                  <a:lnTo>
                    <a:pt x="144" y="30"/>
                  </a:lnTo>
                  <a:lnTo>
                    <a:pt x="149" y="35"/>
                  </a:lnTo>
                  <a:lnTo>
                    <a:pt x="151" y="37"/>
                  </a:lnTo>
                  <a:lnTo>
                    <a:pt x="154" y="35"/>
                  </a:lnTo>
                  <a:lnTo>
                    <a:pt x="151" y="33"/>
                  </a:lnTo>
                  <a:lnTo>
                    <a:pt x="147" y="26"/>
                  </a:lnTo>
                  <a:close/>
                </a:path>
              </a:pathLst>
            </a:custGeom>
            <a:grpFill/>
            <a:ln w="3175">
              <a:solidFill>
                <a:schemeClr val="bg2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2" name="Freeform 11"/>
            <p:cNvSpPr>
              <a:spLocks noEditPoints="1"/>
            </p:cNvSpPr>
            <p:nvPr/>
          </p:nvSpPr>
          <p:spPr bwMode="auto">
            <a:xfrm>
              <a:off x="2667" y="1031"/>
              <a:ext cx="255" cy="127"/>
            </a:xfrm>
            <a:custGeom>
              <a:avLst/>
              <a:gdLst>
                <a:gd name="T0" fmla="*/ 66 w 255"/>
                <a:gd name="T1" fmla="*/ 23 h 127"/>
                <a:gd name="T2" fmla="*/ 66 w 255"/>
                <a:gd name="T3" fmla="*/ 19 h 127"/>
                <a:gd name="T4" fmla="*/ 61 w 255"/>
                <a:gd name="T5" fmla="*/ 26 h 127"/>
                <a:gd name="T6" fmla="*/ 244 w 255"/>
                <a:gd name="T7" fmla="*/ 108 h 127"/>
                <a:gd name="T8" fmla="*/ 248 w 255"/>
                <a:gd name="T9" fmla="*/ 106 h 127"/>
                <a:gd name="T10" fmla="*/ 166 w 255"/>
                <a:gd name="T11" fmla="*/ 125 h 127"/>
                <a:gd name="T12" fmla="*/ 166 w 255"/>
                <a:gd name="T13" fmla="*/ 120 h 127"/>
                <a:gd name="T14" fmla="*/ 158 w 255"/>
                <a:gd name="T15" fmla="*/ 125 h 127"/>
                <a:gd name="T16" fmla="*/ 2 w 255"/>
                <a:gd name="T17" fmla="*/ 63 h 127"/>
                <a:gd name="T18" fmla="*/ 0 w 255"/>
                <a:gd name="T19" fmla="*/ 78 h 127"/>
                <a:gd name="T20" fmla="*/ 7 w 255"/>
                <a:gd name="T21" fmla="*/ 61 h 127"/>
                <a:gd name="T22" fmla="*/ 253 w 255"/>
                <a:gd name="T23" fmla="*/ 75 h 127"/>
                <a:gd name="T24" fmla="*/ 255 w 255"/>
                <a:gd name="T25" fmla="*/ 82 h 127"/>
                <a:gd name="T26" fmla="*/ 184 w 255"/>
                <a:gd name="T27" fmla="*/ 68 h 127"/>
                <a:gd name="T28" fmla="*/ 182 w 255"/>
                <a:gd name="T29" fmla="*/ 78 h 127"/>
                <a:gd name="T30" fmla="*/ 182 w 255"/>
                <a:gd name="T31" fmla="*/ 85 h 127"/>
                <a:gd name="T32" fmla="*/ 184 w 255"/>
                <a:gd name="T33" fmla="*/ 68 h 127"/>
                <a:gd name="T34" fmla="*/ 52 w 255"/>
                <a:gd name="T35" fmla="*/ 37 h 127"/>
                <a:gd name="T36" fmla="*/ 40 w 255"/>
                <a:gd name="T37" fmla="*/ 40 h 127"/>
                <a:gd name="T38" fmla="*/ 21 w 255"/>
                <a:gd name="T39" fmla="*/ 37 h 127"/>
                <a:gd name="T40" fmla="*/ 26 w 255"/>
                <a:gd name="T41" fmla="*/ 40 h 127"/>
                <a:gd name="T42" fmla="*/ 24 w 255"/>
                <a:gd name="T43" fmla="*/ 47 h 127"/>
                <a:gd name="T44" fmla="*/ 24 w 255"/>
                <a:gd name="T45" fmla="*/ 47 h 127"/>
                <a:gd name="T46" fmla="*/ 28 w 255"/>
                <a:gd name="T47" fmla="*/ 47 h 127"/>
                <a:gd name="T48" fmla="*/ 35 w 255"/>
                <a:gd name="T49" fmla="*/ 45 h 127"/>
                <a:gd name="T50" fmla="*/ 31 w 255"/>
                <a:gd name="T51" fmla="*/ 45 h 127"/>
                <a:gd name="T52" fmla="*/ 43 w 255"/>
                <a:gd name="T53" fmla="*/ 42 h 127"/>
                <a:gd name="T54" fmla="*/ 52 w 255"/>
                <a:gd name="T55" fmla="*/ 42 h 127"/>
                <a:gd name="T56" fmla="*/ 50 w 255"/>
                <a:gd name="T57" fmla="*/ 42 h 127"/>
                <a:gd name="T58" fmla="*/ 57 w 255"/>
                <a:gd name="T59" fmla="*/ 40 h 127"/>
                <a:gd name="T60" fmla="*/ 184 w 255"/>
                <a:gd name="T61" fmla="*/ 35 h 127"/>
                <a:gd name="T62" fmla="*/ 166 w 255"/>
                <a:gd name="T63" fmla="*/ 30 h 127"/>
                <a:gd name="T64" fmla="*/ 163 w 255"/>
                <a:gd name="T65" fmla="*/ 33 h 127"/>
                <a:gd name="T66" fmla="*/ 184 w 255"/>
                <a:gd name="T67" fmla="*/ 47 h 127"/>
                <a:gd name="T68" fmla="*/ 189 w 255"/>
                <a:gd name="T69" fmla="*/ 37 h 127"/>
                <a:gd name="T70" fmla="*/ 99 w 255"/>
                <a:gd name="T71" fmla="*/ 4 h 127"/>
                <a:gd name="T72" fmla="*/ 92 w 255"/>
                <a:gd name="T73" fmla="*/ 0 h 127"/>
                <a:gd name="T74" fmla="*/ 78 w 255"/>
                <a:gd name="T75" fmla="*/ 4 h 127"/>
                <a:gd name="T76" fmla="*/ 78 w 255"/>
                <a:gd name="T77" fmla="*/ 9 h 127"/>
                <a:gd name="T78" fmla="*/ 83 w 255"/>
                <a:gd name="T79" fmla="*/ 14 h 127"/>
                <a:gd name="T80" fmla="*/ 92 w 255"/>
                <a:gd name="T81" fmla="*/ 4 h 127"/>
                <a:gd name="T82" fmla="*/ 90 w 255"/>
                <a:gd name="T83" fmla="*/ 16 h 127"/>
                <a:gd name="T84" fmla="*/ 99 w 255"/>
                <a:gd name="T85" fmla="*/ 21 h 127"/>
                <a:gd name="T86" fmla="*/ 111 w 255"/>
                <a:gd name="T87" fmla="*/ 21 h 127"/>
                <a:gd name="T88" fmla="*/ 144 w 255"/>
                <a:gd name="T89" fmla="*/ 21 h 127"/>
                <a:gd name="T90" fmla="*/ 156 w 255"/>
                <a:gd name="T91" fmla="*/ 30 h 127"/>
                <a:gd name="T92" fmla="*/ 142 w 255"/>
                <a:gd name="T93" fmla="*/ 19 h 127"/>
                <a:gd name="T94" fmla="*/ 121 w 255"/>
                <a:gd name="T95" fmla="*/ 21 h 127"/>
                <a:gd name="T96" fmla="*/ 114 w 255"/>
                <a:gd name="T97" fmla="*/ 19 h 127"/>
                <a:gd name="T98" fmla="*/ 116 w 255"/>
                <a:gd name="T99" fmla="*/ 30 h 127"/>
                <a:gd name="T100" fmla="*/ 140 w 255"/>
                <a:gd name="T101" fmla="*/ 30 h 127"/>
                <a:gd name="T102" fmla="*/ 144 w 255"/>
                <a:gd name="T103" fmla="*/ 30 h 127"/>
                <a:gd name="T104" fmla="*/ 151 w 255"/>
                <a:gd name="T105" fmla="*/ 33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55" h="127">
                  <a:moveTo>
                    <a:pt x="66" y="19"/>
                  </a:moveTo>
                  <a:lnTo>
                    <a:pt x="66" y="19"/>
                  </a:lnTo>
                  <a:lnTo>
                    <a:pt x="64" y="21"/>
                  </a:lnTo>
                  <a:lnTo>
                    <a:pt x="66" y="23"/>
                  </a:lnTo>
                  <a:lnTo>
                    <a:pt x="66" y="23"/>
                  </a:lnTo>
                  <a:lnTo>
                    <a:pt x="66" y="21"/>
                  </a:lnTo>
                  <a:lnTo>
                    <a:pt x="66" y="19"/>
                  </a:lnTo>
                  <a:lnTo>
                    <a:pt x="66" y="19"/>
                  </a:lnTo>
                  <a:close/>
                  <a:moveTo>
                    <a:pt x="61" y="26"/>
                  </a:moveTo>
                  <a:lnTo>
                    <a:pt x="59" y="28"/>
                  </a:lnTo>
                  <a:lnTo>
                    <a:pt x="61" y="28"/>
                  </a:lnTo>
                  <a:lnTo>
                    <a:pt x="61" y="26"/>
                  </a:lnTo>
                  <a:lnTo>
                    <a:pt x="61" y="26"/>
                  </a:lnTo>
                  <a:lnTo>
                    <a:pt x="61" y="26"/>
                  </a:lnTo>
                  <a:close/>
                  <a:moveTo>
                    <a:pt x="244" y="106"/>
                  </a:moveTo>
                  <a:lnTo>
                    <a:pt x="244" y="108"/>
                  </a:lnTo>
                  <a:lnTo>
                    <a:pt x="244" y="113"/>
                  </a:lnTo>
                  <a:lnTo>
                    <a:pt x="244" y="113"/>
                  </a:lnTo>
                  <a:lnTo>
                    <a:pt x="246" y="111"/>
                  </a:lnTo>
                  <a:lnTo>
                    <a:pt x="248" y="106"/>
                  </a:lnTo>
                  <a:lnTo>
                    <a:pt x="246" y="106"/>
                  </a:lnTo>
                  <a:lnTo>
                    <a:pt x="244" y="106"/>
                  </a:lnTo>
                  <a:close/>
                  <a:moveTo>
                    <a:pt x="166" y="120"/>
                  </a:moveTo>
                  <a:lnTo>
                    <a:pt x="166" y="125"/>
                  </a:lnTo>
                  <a:lnTo>
                    <a:pt x="166" y="125"/>
                  </a:lnTo>
                  <a:lnTo>
                    <a:pt x="168" y="123"/>
                  </a:lnTo>
                  <a:lnTo>
                    <a:pt x="166" y="120"/>
                  </a:lnTo>
                  <a:lnTo>
                    <a:pt x="166" y="120"/>
                  </a:lnTo>
                  <a:close/>
                  <a:moveTo>
                    <a:pt x="156" y="125"/>
                  </a:moveTo>
                  <a:lnTo>
                    <a:pt x="154" y="127"/>
                  </a:lnTo>
                  <a:lnTo>
                    <a:pt x="156" y="127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8" y="125"/>
                  </a:lnTo>
                  <a:lnTo>
                    <a:pt x="156" y="125"/>
                  </a:lnTo>
                  <a:close/>
                  <a:moveTo>
                    <a:pt x="2" y="63"/>
                  </a:moveTo>
                  <a:lnTo>
                    <a:pt x="2" y="66"/>
                  </a:lnTo>
                  <a:lnTo>
                    <a:pt x="2" y="71"/>
                  </a:lnTo>
                  <a:lnTo>
                    <a:pt x="2" y="75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5" y="75"/>
                  </a:lnTo>
                  <a:lnTo>
                    <a:pt x="7" y="68"/>
                  </a:lnTo>
                  <a:lnTo>
                    <a:pt x="7" y="61"/>
                  </a:lnTo>
                  <a:lnTo>
                    <a:pt x="2" y="63"/>
                  </a:lnTo>
                  <a:close/>
                  <a:moveTo>
                    <a:pt x="255" y="73"/>
                  </a:moveTo>
                  <a:lnTo>
                    <a:pt x="253" y="71"/>
                  </a:lnTo>
                  <a:lnTo>
                    <a:pt x="253" y="75"/>
                  </a:lnTo>
                  <a:lnTo>
                    <a:pt x="253" y="78"/>
                  </a:lnTo>
                  <a:lnTo>
                    <a:pt x="253" y="82"/>
                  </a:lnTo>
                  <a:lnTo>
                    <a:pt x="255" y="87"/>
                  </a:lnTo>
                  <a:lnTo>
                    <a:pt x="255" y="82"/>
                  </a:lnTo>
                  <a:lnTo>
                    <a:pt x="255" y="78"/>
                  </a:lnTo>
                  <a:lnTo>
                    <a:pt x="255" y="73"/>
                  </a:lnTo>
                  <a:close/>
                  <a:moveTo>
                    <a:pt x="184" y="68"/>
                  </a:moveTo>
                  <a:lnTo>
                    <a:pt x="184" y="68"/>
                  </a:lnTo>
                  <a:lnTo>
                    <a:pt x="184" y="68"/>
                  </a:lnTo>
                  <a:lnTo>
                    <a:pt x="184" y="71"/>
                  </a:lnTo>
                  <a:lnTo>
                    <a:pt x="184" y="75"/>
                  </a:lnTo>
                  <a:lnTo>
                    <a:pt x="182" y="78"/>
                  </a:lnTo>
                  <a:lnTo>
                    <a:pt x="180" y="78"/>
                  </a:lnTo>
                  <a:lnTo>
                    <a:pt x="177" y="80"/>
                  </a:lnTo>
                  <a:lnTo>
                    <a:pt x="180" y="82"/>
                  </a:lnTo>
                  <a:lnTo>
                    <a:pt x="182" y="85"/>
                  </a:lnTo>
                  <a:lnTo>
                    <a:pt x="184" y="82"/>
                  </a:lnTo>
                  <a:lnTo>
                    <a:pt x="187" y="80"/>
                  </a:lnTo>
                  <a:lnTo>
                    <a:pt x="187" y="75"/>
                  </a:lnTo>
                  <a:lnTo>
                    <a:pt x="184" y="68"/>
                  </a:lnTo>
                  <a:close/>
                  <a:moveTo>
                    <a:pt x="57" y="30"/>
                  </a:moveTo>
                  <a:lnTo>
                    <a:pt x="54" y="33"/>
                  </a:lnTo>
                  <a:lnTo>
                    <a:pt x="54" y="35"/>
                  </a:lnTo>
                  <a:lnTo>
                    <a:pt x="52" y="37"/>
                  </a:lnTo>
                  <a:lnTo>
                    <a:pt x="50" y="40"/>
                  </a:lnTo>
                  <a:lnTo>
                    <a:pt x="45" y="40"/>
                  </a:lnTo>
                  <a:lnTo>
                    <a:pt x="43" y="40"/>
                  </a:lnTo>
                  <a:lnTo>
                    <a:pt x="40" y="40"/>
                  </a:lnTo>
                  <a:lnTo>
                    <a:pt x="26" y="30"/>
                  </a:lnTo>
                  <a:lnTo>
                    <a:pt x="21" y="28"/>
                  </a:lnTo>
                  <a:lnTo>
                    <a:pt x="24" y="33"/>
                  </a:lnTo>
                  <a:lnTo>
                    <a:pt x="21" y="37"/>
                  </a:lnTo>
                  <a:lnTo>
                    <a:pt x="24" y="42"/>
                  </a:lnTo>
                  <a:lnTo>
                    <a:pt x="24" y="40"/>
                  </a:lnTo>
                  <a:lnTo>
                    <a:pt x="26" y="37"/>
                  </a:lnTo>
                  <a:lnTo>
                    <a:pt x="26" y="40"/>
                  </a:lnTo>
                  <a:lnTo>
                    <a:pt x="26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4" y="49"/>
                  </a:lnTo>
                  <a:lnTo>
                    <a:pt x="26" y="49"/>
                  </a:lnTo>
                  <a:lnTo>
                    <a:pt x="28" y="47"/>
                  </a:lnTo>
                  <a:lnTo>
                    <a:pt x="28" y="45"/>
                  </a:lnTo>
                  <a:lnTo>
                    <a:pt x="26" y="42"/>
                  </a:lnTo>
                  <a:lnTo>
                    <a:pt x="33" y="45"/>
                  </a:lnTo>
                  <a:lnTo>
                    <a:pt x="35" y="45"/>
                  </a:lnTo>
                  <a:lnTo>
                    <a:pt x="35" y="47"/>
                  </a:lnTo>
                  <a:lnTo>
                    <a:pt x="33" y="47"/>
                  </a:lnTo>
                  <a:lnTo>
                    <a:pt x="33" y="47"/>
                  </a:lnTo>
                  <a:lnTo>
                    <a:pt x="31" y="45"/>
                  </a:lnTo>
                  <a:lnTo>
                    <a:pt x="28" y="45"/>
                  </a:lnTo>
                  <a:lnTo>
                    <a:pt x="33" y="52"/>
                  </a:lnTo>
                  <a:lnTo>
                    <a:pt x="35" y="49"/>
                  </a:lnTo>
                  <a:lnTo>
                    <a:pt x="43" y="42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50" y="45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2" y="42"/>
                  </a:lnTo>
                  <a:lnTo>
                    <a:pt x="50" y="42"/>
                  </a:lnTo>
                  <a:lnTo>
                    <a:pt x="50" y="42"/>
                  </a:lnTo>
                  <a:lnTo>
                    <a:pt x="54" y="37"/>
                  </a:lnTo>
                  <a:lnTo>
                    <a:pt x="54" y="40"/>
                  </a:lnTo>
                  <a:lnTo>
                    <a:pt x="57" y="42"/>
                  </a:lnTo>
                  <a:lnTo>
                    <a:pt x="57" y="40"/>
                  </a:lnTo>
                  <a:lnTo>
                    <a:pt x="61" y="35"/>
                  </a:lnTo>
                  <a:lnTo>
                    <a:pt x="61" y="33"/>
                  </a:lnTo>
                  <a:lnTo>
                    <a:pt x="57" y="30"/>
                  </a:lnTo>
                  <a:close/>
                  <a:moveTo>
                    <a:pt x="184" y="35"/>
                  </a:moveTo>
                  <a:lnTo>
                    <a:pt x="180" y="35"/>
                  </a:lnTo>
                  <a:lnTo>
                    <a:pt x="175" y="35"/>
                  </a:lnTo>
                  <a:lnTo>
                    <a:pt x="173" y="33"/>
                  </a:lnTo>
                  <a:lnTo>
                    <a:pt x="166" y="30"/>
                  </a:lnTo>
                  <a:lnTo>
                    <a:pt x="166" y="30"/>
                  </a:lnTo>
                  <a:lnTo>
                    <a:pt x="166" y="33"/>
                  </a:lnTo>
                  <a:lnTo>
                    <a:pt x="163" y="33"/>
                  </a:lnTo>
                  <a:lnTo>
                    <a:pt x="163" y="33"/>
                  </a:lnTo>
                  <a:lnTo>
                    <a:pt x="168" y="37"/>
                  </a:lnTo>
                  <a:lnTo>
                    <a:pt x="175" y="40"/>
                  </a:lnTo>
                  <a:lnTo>
                    <a:pt x="180" y="40"/>
                  </a:lnTo>
                  <a:lnTo>
                    <a:pt x="184" y="47"/>
                  </a:lnTo>
                  <a:lnTo>
                    <a:pt x="187" y="49"/>
                  </a:lnTo>
                  <a:lnTo>
                    <a:pt x="189" y="47"/>
                  </a:lnTo>
                  <a:lnTo>
                    <a:pt x="192" y="42"/>
                  </a:lnTo>
                  <a:lnTo>
                    <a:pt x="189" y="37"/>
                  </a:lnTo>
                  <a:lnTo>
                    <a:pt x="184" y="35"/>
                  </a:lnTo>
                  <a:close/>
                  <a:moveTo>
                    <a:pt x="102" y="19"/>
                  </a:moveTo>
                  <a:lnTo>
                    <a:pt x="99" y="7"/>
                  </a:lnTo>
                  <a:lnTo>
                    <a:pt x="99" y="4"/>
                  </a:lnTo>
                  <a:lnTo>
                    <a:pt x="99" y="2"/>
                  </a:lnTo>
                  <a:lnTo>
                    <a:pt x="97" y="2"/>
                  </a:lnTo>
                  <a:lnTo>
                    <a:pt x="95" y="2"/>
                  </a:lnTo>
                  <a:lnTo>
                    <a:pt x="92" y="0"/>
                  </a:lnTo>
                  <a:lnTo>
                    <a:pt x="90" y="0"/>
                  </a:lnTo>
                  <a:lnTo>
                    <a:pt x="80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76" y="4"/>
                  </a:lnTo>
                  <a:lnTo>
                    <a:pt x="76" y="7"/>
                  </a:lnTo>
                  <a:lnTo>
                    <a:pt x="78" y="7"/>
                  </a:lnTo>
                  <a:lnTo>
                    <a:pt x="78" y="9"/>
                  </a:lnTo>
                  <a:lnTo>
                    <a:pt x="78" y="11"/>
                  </a:lnTo>
                  <a:lnTo>
                    <a:pt x="78" y="14"/>
                  </a:lnTo>
                  <a:lnTo>
                    <a:pt x="80" y="14"/>
                  </a:lnTo>
                  <a:lnTo>
                    <a:pt x="83" y="14"/>
                  </a:lnTo>
                  <a:lnTo>
                    <a:pt x="85" y="14"/>
                  </a:lnTo>
                  <a:lnTo>
                    <a:pt x="85" y="11"/>
                  </a:lnTo>
                  <a:lnTo>
                    <a:pt x="90" y="7"/>
                  </a:lnTo>
                  <a:lnTo>
                    <a:pt x="92" y="4"/>
                  </a:lnTo>
                  <a:lnTo>
                    <a:pt x="95" y="7"/>
                  </a:lnTo>
                  <a:lnTo>
                    <a:pt x="92" y="9"/>
                  </a:lnTo>
                  <a:lnTo>
                    <a:pt x="90" y="14"/>
                  </a:lnTo>
                  <a:lnTo>
                    <a:pt x="90" y="16"/>
                  </a:lnTo>
                  <a:lnTo>
                    <a:pt x="92" y="19"/>
                  </a:lnTo>
                  <a:lnTo>
                    <a:pt x="95" y="21"/>
                  </a:lnTo>
                  <a:lnTo>
                    <a:pt x="97" y="21"/>
                  </a:lnTo>
                  <a:lnTo>
                    <a:pt x="99" y="21"/>
                  </a:lnTo>
                  <a:lnTo>
                    <a:pt x="102" y="23"/>
                  </a:lnTo>
                  <a:lnTo>
                    <a:pt x="104" y="26"/>
                  </a:lnTo>
                  <a:lnTo>
                    <a:pt x="109" y="26"/>
                  </a:lnTo>
                  <a:lnTo>
                    <a:pt x="111" y="21"/>
                  </a:lnTo>
                  <a:lnTo>
                    <a:pt x="104" y="21"/>
                  </a:lnTo>
                  <a:lnTo>
                    <a:pt x="102" y="19"/>
                  </a:lnTo>
                  <a:close/>
                  <a:moveTo>
                    <a:pt x="147" y="26"/>
                  </a:moveTo>
                  <a:lnTo>
                    <a:pt x="144" y="21"/>
                  </a:lnTo>
                  <a:lnTo>
                    <a:pt x="147" y="23"/>
                  </a:lnTo>
                  <a:lnTo>
                    <a:pt x="149" y="28"/>
                  </a:lnTo>
                  <a:lnTo>
                    <a:pt x="151" y="30"/>
                  </a:lnTo>
                  <a:lnTo>
                    <a:pt x="156" y="30"/>
                  </a:lnTo>
                  <a:lnTo>
                    <a:pt x="149" y="21"/>
                  </a:lnTo>
                  <a:lnTo>
                    <a:pt x="147" y="19"/>
                  </a:lnTo>
                  <a:lnTo>
                    <a:pt x="144" y="19"/>
                  </a:lnTo>
                  <a:lnTo>
                    <a:pt x="142" y="19"/>
                  </a:lnTo>
                  <a:lnTo>
                    <a:pt x="137" y="21"/>
                  </a:lnTo>
                  <a:lnTo>
                    <a:pt x="125" y="21"/>
                  </a:lnTo>
                  <a:lnTo>
                    <a:pt x="123" y="21"/>
                  </a:lnTo>
                  <a:lnTo>
                    <a:pt x="121" y="21"/>
                  </a:lnTo>
                  <a:lnTo>
                    <a:pt x="121" y="21"/>
                  </a:lnTo>
                  <a:lnTo>
                    <a:pt x="116" y="19"/>
                  </a:lnTo>
                  <a:lnTo>
                    <a:pt x="116" y="19"/>
                  </a:lnTo>
                  <a:lnTo>
                    <a:pt x="114" y="19"/>
                  </a:lnTo>
                  <a:lnTo>
                    <a:pt x="111" y="19"/>
                  </a:lnTo>
                  <a:lnTo>
                    <a:pt x="114" y="26"/>
                  </a:lnTo>
                  <a:lnTo>
                    <a:pt x="114" y="28"/>
                  </a:lnTo>
                  <a:lnTo>
                    <a:pt x="116" y="30"/>
                  </a:lnTo>
                  <a:lnTo>
                    <a:pt x="118" y="33"/>
                  </a:lnTo>
                  <a:lnTo>
                    <a:pt x="123" y="30"/>
                  </a:lnTo>
                  <a:lnTo>
                    <a:pt x="135" y="28"/>
                  </a:lnTo>
                  <a:lnTo>
                    <a:pt x="140" y="30"/>
                  </a:lnTo>
                  <a:lnTo>
                    <a:pt x="142" y="35"/>
                  </a:lnTo>
                  <a:lnTo>
                    <a:pt x="144" y="35"/>
                  </a:lnTo>
                  <a:lnTo>
                    <a:pt x="144" y="33"/>
                  </a:lnTo>
                  <a:lnTo>
                    <a:pt x="144" y="30"/>
                  </a:lnTo>
                  <a:lnTo>
                    <a:pt x="149" y="35"/>
                  </a:lnTo>
                  <a:lnTo>
                    <a:pt x="151" y="37"/>
                  </a:lnTo>
                  <a:lnTo>
                    <a:pt x="154" y="35"/>
                  </a:lnTo>
                  <a:lnTo>
                    <a:pt x="151" y="33"/>
                  </a:lnTo>
                  <a:lnTo>
                    <a:pt x="147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3" name="Freeform 12"/>
            <p:cNvSpPr>
              <a:spLocks/>
            </p:cNvSpPr>
            <p:nvPr/>
          </p:nvSpPr>
          <p:spPr bwMode="auto">
            <a:xfrm>
              <a:off x="4548" y="1566"/>
              <a:ext cx="19" cy="4"/>
            </a:xfrm>
            <a:custGeom>
              <a:avLst/>
              <a:gdLst>
                <a:gd name="T0" fmla="*/ 19 w 19"/>
                <a:gd name="T1" fmla="*/ 2 h 4"/>
                <a:gd name="T2" fmla="*/ 16 w 19"/>
                <a:gd name="T3" fmla="*/ 4 h 4"/>
                <a:gd name="T4" fmla="*/ 4 w 19"/>
                <a:gd name="T5" fmla="*/ 4 h 4"/>
                <a:gd name="T6" fmla="*/ 0 w 19"/>
                <a:gd name="T7" fmla="*/ 2 h 4"/>
                <a:gd name="T8" fmla="*/ 0 w 19"/>
                <a:gd name="T9" fmla="*/ 2 h 4"/>
                <a:gd name="T10" fmla="*/ 2 w 19"/>
                <a:gd name="T11" fmla="*/ 0 h 4"/>
                <a:gd name="T12" fmla="*/ 2 w 19"/>
                <a:gd name="T13" fmla="*/ 0 h 4"/>
                <a:gd name="T14" fmla="*/ 4 w 19"/>
                <a:gd name="T15" fmla="*/ 0 h 4"/>
                <a:gd name="T16" fmla="*/ 19 w 19"/>
                <a:gd name="T17" fmla="*/ 2 h 4"/>
                <a:gd name="T18" fmla="*/ 19 w 19"/>
                <a:gd name="T19" fmla="*/ 2 h 4"/>
                <a:gd name="T20" fmla="*/ 19 w 19"/>
                <a:gd name="T2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4">
                  <a:moveTo>
                    <a:pt x="19" y="2"/>
                  </a:moveTo>
                  <a:lnTo>
                    <a:pt x="16" y="4"/>
                  </a:lnTo>
                  <a:lnTo>
                    <a:pt x="4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9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4" name="Freeform 13"/>
            <p:cNvSpPr>
              <a:spLocks noEditPoints="1"/>
            </p:cNvSpPr>
            <p:nvPr/>
          </p:nvSpPr>
          <p:spPr bwMode="auto">
            <a:xfrm>
              <a:off x="3620" y="1573"/>
              <a:ext cx="509" cy="139"/>
            </a:xfrm>
            <a:custGeom>
              <a:avLst/>
              <a:gdLst>
                <a:gd name="T0" fmla="*/ 492 w 509"/>
                <a:gd name="T1" fmla="*/ 7 h 139"/>
                <a:gd name="T2" fmla="*/ 502 w 509"/>
                <a:gd name="T3" fmla="*/ 9 h 139"/>
                <a:gd name="T4" fmla="*/ 509 w 509"/>
                <a:gd name="T5" fmla="*/ 12 h 139"/>
                <a:gd name="T6" fmla="*/ 504 w 509"/>
                <a:gd name="T7" fmla="*/ 42 h 139"/>
                <a:gd name="T8" fmla="*/ 469 w 509"/>
                <a:gd name="T9" fmla="*/ 47 h 139"/>
                <a:gd name="T10" fmla="*/ 455 w 509"/>
                <a:gd name="T11" fmla="*/ 57 h 139"/>
                <a:gd name="T12" fmla="*/ 471 w 509"/>
                <a:gd name="T13" fmla="*/ 61 h 139"/>
                <a:gd name="T14" fmla="*/ 495 w 509"/>
                <a:gd name="T15" fmla="*/ 52 h 139"/>
                <a:gd name="T16" fmla="*/ 507 w 509"/>
                <a:gd name="T17" fmla="*/ 45 h 139"/>
                <a:gd name="T18" fmla="*/ 15 w 509"/>
                <a:gd name="T19" fmla="*/ 123 h 139"/>
                <a:gd name="T20" fmla="*/ 7 w 509"/>
                <a:gd name="T21" fmla="*/ 135 h 139"/>
                <a:gd name="T22" fmla="*/ 15 w 509"/>
                <a:gd name="T23" fmla="*/ 135 h 139"/>
                <a:gd name="T24" fmla="*/ 17 w 509"/>
                <a:gd name="T25" fmla="*/ 125 h 139"/>
                <a:gd name="T26" fmla="*/ 438 w 509"/>
                <a:gd name="T27" fmla="*/ 26 h 139"/>
                <a:gd name="T28" fmla="*/ 433 w 509"/>
                <a:gd name="T29" fmla="*/ 4 h 139"/>
                <a:gd name="T30" fmla="*/ 417 w 509"/>
                <a:gd name="T31" fmla="*/ 9 h 139"/>
                <a:gd name="T32" fmla="*/ 403 w 509"/>
                <a:gd name="T33" fmla="*/ 4 h 139"/>
                <a:gd name="T34" fmla="*/ 400 w 509"/>
                <a:gd name="T35" fmla="*/ 2 h 139"/>
                <a:gd name="T36" fmla="*/ 384 w 509"/>
                <a:gd name="T37" fmla="*/ 0 h 139"/>
                <a:gd name="T38" fmla="*/ 360 w 509"/>
                <a:gd name="T39" fmla="*/ 0 h 139"/>
                <a:gd name="T40" fmla="*/ 339 w 509"/>
                <a:gd name="T41" fmla="*/ 2 h 139"/>
                <a:gd name="T42" fmla="*/ 350 w 509"/>
                <a:gd name="T43" fmla="*/ 9 h 139"/>
                <a:gd name="T44" fmla="*/ 336 w 509"/>
                <a:gd name="T45" fmla="*/ 7 h 139"/>
                <a:gd name="T46" fmla="*/ 327 w 509"/>
                <a:gd name="T47" fmla="*/ 7 h 139"/>
                <a:gd name="T48" fmla="*/ 310 w 509"/>
                <a:gd name="T49" fmla="*/ 4 h 139"/>
                <a:gd name="T50" fmla="*/ 251 w 509"/>
                <a:gd name="T51" fmla="*/ 12 h 139"/>
                <a:gd name="T52" fmla="*/ 218 w 509"/>
                <a:gd name="T53" fmla="*/ 19 h 139"/>
                <a:gd name="T54" fmla="*/ 166 w 509"/>
                <a:gd name="T55" fmla="*/ 21 h 139"/>
                <a:gd name="T56" fmla="*/ 135 w 509"/>
                <a:gd name="T57" fmla="*/ 35 h 139"/>
                <a:gd name="T58" fmla="*/ 130 w 509"/>
                <a:gd name="T59" fmla="*/ 52 h 139"/>
                <a:gd name="T60" fmla="*/ 128 w 509"/>
                <a:gd name="T61" fmla="*/ 68 h 139"/>
                <a:gd name="T62" fmla="*/ 147 w 509"/>
                <a:gd name="T63" fmla="*/ 83 h 139"/>
                <a:gd name="T64" fmla="*/ 145 w 509"/>
                <a:gd name="T65" fmla="*/ 92 h 139"/>
                <a:gd name="T66" fmla="*/ 142 w 509"/>
                <a:gd name="T67" fmla="*/ 120 h 139"/>
                <a:gd name="T68" fmla="*/ 149 w 509"/>
                <a:gd name="T69" fmla="*/ 125 h 139"/>
                <a:gd name="T70" fmla="*/ 145 w 509"/>
                <a:gd name="T71" fmla="*/ 139 h 139"/>
                <a:gd name="T72" fmla="*/ 156 w 509"/>
                <a:gd name="T73" fmla="*/ 135 h 139"/>
                <a:gd name="T74" fmla="*/ 171 w 509"/>
                <a:gd name="T75" fmla="*/ 130 h 139"/>
                <a:gd name="T76" fmla="*/ 192 w 509"/>
                <a:gd name="T77" fmla="*/ 132 h 139"/>
                <a:gd name="T78" fmla="*/ 199 w 509"/>
                <a:gd name="T79" fmla="*/ 130 h 139"/>
                <a:gd name="T80" fmla="*/ 213 w 509"/>
                <a:gd name="T81" fmla="*/ 128 h 139"/>
                <a:gd name="T82" fmla="*/ 220 w 509"/>
                <a:gd name="T83" fmla="*/ 118 h 139"/>
                <a:gd name="T84" fmla="*/ 235 w 509"/>
                <a:gd name="T85" fmla="*/ 118 h 139"/>
                <a:gd name="T86" fmla="*/ 256 w 509"/>
                <a:gd name="T87" fmla="*/ 118 h 139"/>
                <a:gd name="T88" fmla="*/ 265 w 509"/>
                <a:gd name="T89" fmla="*/ 116 h 139"/>
                <a:gd name="T90" fmla="*/ 279 w 509"/>
                <a:gd name="T91" fmla="*/ 111 h 139"/>
                <a:gd name="T92" fmla="*/ 301 w 509"/>
                <a:gd name="T93" fmla="*/ 116 h 139"/>
                <a:gd name="T94" fmla="*/ 317 w 509"/>
                <a:gd name="T95" fmla="*/ 109 h 139"/>
                <a:gd name="T96" fmla="*/ 327 w 509"/>
                <a:gd name="T97" fmla="*/ 113 h 139"/>
                <a:gd name="T98" fmla="*/ 339 w 509"/>
                <a:gd name="T99" fmla="*/ 111 h 139"/>
                <a:gd name="T100" fmla="*/ 336 w 509"/>
                <a:gd name="T101" fmla="*/ 116 h 139"/>
                <a:gd name="T102" fmla="*/ 355 w 509"/>
                <a:gd name="T103" fmla="*/ 104 h 139"/>
                <a:gd name="T104" fmla="*/ 374 w 509"/>
                <a:gd name="T105" fmla="*/ 99 h 139"/>
                <a:gd name="T106" fmla="*/ 403 w 509"/>
                <a:gd name="T107" fmla="*/ 83 h 139"/>
                <a:gd name="T108" fmla="*/ 410 w 509"/>
                <a:gd name="T109" fmla="*/ 73 h 139"/>
                <a:gd name="T110" fmla="*/ 421 w 509"/>
                <a:gd name="T111" fmla="*/ 47 h 139"/>
                <a:gd name="T112" fmla="*/ 438 w 509"/>
                <a:gd name="T113" fmla="*/ 38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09" h="139">
                  <a:moveTo>
                    <a:pt x="507" y="7"/>
                  </a:moveTo>
                  <a:lnTo>
                    <a:pt x="502" y="4"/>
                  </a:lnTo>
                  <a:lnTo>
                    <a:pt x="497" y="4"/>
                  </a:lnTo>
                  <a:lnTo>
                    <a:pt x="492" y="4"/>
                  </a:lnTo>
                  <a:lnTo>
                    <a:pt x="492" y="7"/>
                  </a:lnTo>
                  <a:lnTo>
                    <a:pt x="502" y="12"/>
                  </a:lnTo>
                  <a:lnTo>
                    <a:pt x="504" y="16"/>
                  </a:lnTo>
                  <a:lnTo>
                    <a:pt x="504" y="14"/>
                  </a:lnTo>
                  <a:lnTo>
                    <a:pt x="504" y="12"/>
                  </a:lnTo>
                  <a:lnTo>
                    <a:pt x="502" y="9"/>
                  </a:lnTo>
                  <a:lnTo>
                    <a:pt x="502" y="9"/>
                  </a:lnTo>
                  <a:lnTo>
                    <a:pt x="504" y="12"/>
                  </a:lnTo>
                  <a:lnTo>
                    <a:pt x="504" y="12"/>
                  </a:lnTo>
                  <a:lnTo>
                    <a:pt x="507" y="12"/>
                  </a:lnTo>
                  <a:lnTo>
                    <a:pt x="509" y="12"/>
                  </a:lnTo>
                  <a:lnTo>
                    <a:pt x="507" y="9"/>
                  </a:lnTo>
                  <a:lnTo>
                    <a:pt x="509" y="9"/>
                  </a:lnTo>
                  <a:lnTo>
                    <a:pt x="509" y="9"/>
                  </a:lnTo>
                  <a:lnTo>
                    <a:pt x="507" y="7"/>
                  </a:lnTo>
                  <a:close/>
                  <a:moveTo>
                    <a:pt x="504" y="42"/>
                  </a:moveTo>
                  <a:lnTo>
                    <a:pt x="495" y="42"/>
                  </a:lnTo>
                  <a:lnTo>
                    <a:pt x="488" y="42"/>
                  </a:lnTo>
                  <a:lnTo>
                    <a:pt x="485" y="42"/>
                  </a:lnTo>
                  <a:lnTo>
                    <a:pt x="469" y="47"/>
                  </a:lnTo>
                  <a:lnTo>
                    <a:pt x="469" y="47"/>
                  </a:lnTo>
                  <a:lnTo>
                    <a:pt x="466" y="49"/>
                  </a:lnTo>
                  <a:lnTo>
                    <a:pt x="462" y="54"/>
                  </a:lnTo>
                  <a:lnTo>
                    <a:pt x="459" y="54"/>
                  </a:lnTo>
                  <a:lnTo>
                    <a:pt x="455" y="57"/>
                  </a:lnTo>
                  <a:lnTo>
                    <a:pt x="455" y="57"/>
                  </a:lnTo>
                  <a:lnTo>
                    <a:pt x="452" y="57"/>
                  </a:lnTo>
                  <a:lnTo>
                    <a:pt x="455" y="61"/>
                  </a:lnTo>
                  <a:lnTo>
                    <a:pt x="462" y="61"/>
                  </a:lnTo>
                  <a:lnTo>
                    <a:pt x="466" y="59"/>
                  </a:lnTo>
                  <a:lnTo>
                    <a:pt x="471" y="61"/>
                  </a:lnTo>
                  <a:lnTo>
                    <a:pt x="473" y="59"/>
                  </a:lnTo>
                  <a:lnTo>
                    <a:pt x="488" y="52"/>
                  </a:lnTo>
                  <a:lnTo>
                    <a:pt x="492" y="52"/>
                  </a:lnTo>
                  <a:lnTo>
                    <a:pt x="495" y="49"/>
                  </a:lnTo>
                  <a:lnTo>
                    <a:pt x="495" y="52"/>
                  </a:lnTo>
                  <a:lnTo>
                    <a:pt x="497" y="52"/>
                  </a:lnTo>
                  <a:lnTo>
                    <a:pt x="497" y="49"/>
                  </a:lnTo>
                  <a:lnTo>
                    <a:pt x="502" y="47"/>
                  </a:lnTo>
                  <a:lnTo>
                    <a:pt x="502" y="45"/>
                  </a:lnTo>
                  <a:lnTo>
                    <a:pt x="507" y="45"/>
                  </a:lnTo>
                  <a:lnTo>
                    <a:pt x="509" y="45"/>
                  </a:lnTo>
                  <a:lnTo>
                    <a:pt x="507" y="42"/>
                  </a:lnTo>
                  <a:lnTo>
                    <a:pt x="504" y="42"/>
                  </a:lnTo>
                  <a:close/>
                  <a:moveTo>
                    <a:pt x="15" y="123"/>
                  </a:moveTo>
                  <a:lnTo>
                    <a:pt x="15" y="123"/>
                  </a:lnTo>
                  <a:lnTo>
                    <a:pt x="3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3" y="132"/>
                  </a:lnTo>
                  <a:lnTo>
                    <a:pt x="7" y="135"/>
                  </a:lnTo>
                  <a:lnTo>
                    <a:pt x="10" y="137"/>
                  </a:lnTo>
                  <a:lnTo>
                    <a:pt x="10" y="137"/>
                  </a:lnTo>
                  <a:lnTo>
                    <a:pt x="12" y="137"/>
                  </a:lnTo>
                  <a:lnTo>
                    <a:pt x="15" y="137"/>
                  </a:lnTo>
                  <a:lnTo>
                    <a:pt x="15" y="135"/>
                  </a:lnTo>
                  <a:lnTo>
                    <a:pt x="15" y="135"/>
                  </a:lnTo>
                  <a:lnTo>
                    <a:pt x="15" y="132"/>
                  </a:lnTo>
                  <a:lnTo>
                    <a:pt x="15" y="132"/>
                  </a:lnTo>
                  <a:lnTo>
                    <a:pt x="17" y="128"/>
                  </a:lnTo>
                  <a:lnTo>
                    <a:pt x="17" y="125"/>
                  </a:lnTo>
                  <a:lnTo>
                    <a:pt x="17" y="125"/>
                  </a:lnTo>
                  <a:lnTo>
                    <a:pt x="15" y="123"/>
                  </a:lnTo>
                  <a:close/>
                  <a:moveTo>
                    <a:pt x="438" y="30"/>
                  </a:moveTo>
                  <a:lnTo>
                    <a:pt x="436" y="28"/>
                  </a:lnTo>
                  <a:lnTo>
                    <a:pt x="438" y="26"/>
                  </a:lnTo>
                  <a:lnTo>
                    <a:pt x="436" y="23"/>
                  </a:lnTo>
                  <a:lnTo>
                    <a:pt x="436" y="16"/>
                  </a:lnTo>
                  <a:lnTo>
                    <a:pt x="436" y="4"/>
                  </a:lnTo>
                  <a:lnTo>
                    <a:pt x="436" y="4"/>
                  </a:lnTo>
                  <a:lnTo>
                    <a:pt x="433" y="4"/>
                  </a:lnTo>
                  <a:lnTo>
                    <a:pt x="431" y="4"/>
                  </a:lnTo>
                  <a:lnTo>
                    <a:pt x="431" y="7"/>
                  </a:lnTo>
                  <a:lnTo>
                    <a:pt x="429" y="7"/>
                  </a:lnTo>
                  <a:lnTo>
                    <a:pt x="421" y="9"/>
                  </a:lnTo>
                  <a:lnTo>
                    <a:pt x="417" y="9"/>
                  </a:lnTo>
                  <a:lnTo>
                    <a:pt x="414" y="7"/>
                  </a:lnTo>
                  <a:lnTo>
                    <a:pt x="412" y="7"/>
                  </a:lnTo>
                  <a:lnTo>
                    <a:pt x="403" y="2"/>
                  </a:lnTo>
                  <a:lnTo>
                    <a:pt x="403" y="2"/>
                  </a:lnTo>
                  <a:lnTo>
                    <a:pt x="403" y="4"/>
                  </a:lnTo>
                  <a:lnTo>
                    <a:pt x="400" y="4"/>
                  </a:lnTo>
                  <a:lnTo>
                    <a:pt x="400" y="4"/>
                  </a:lnTo>
                  <a:lnTo>
                    <a:pt x="400" y="2"/>
                  </a:lnTo>
                  <a:lnTo>
                    <a:pt x="400" y="2"/>
                  </a:lnTo>
                  <a:lnTo>
                    <a:pt x="400" y="2"/>
                  </a:lnTo>
                  <a:lnTo>
                    <a:pt x="400" y="0"/>
                  </a:lnTo>
                  <a:lnTo>
                    <a:pt x="395" y="2"/>
                  </a:lnTo>
                  <a:lnTo>
                    <a:pt x="393" y="2"/>
                  </a:lnTo>
                  <a:lnTo>
                    <a:pt x="391" y="2"/>
                  </a:lnTo>
                  <a:lnTo>
                    <a:pt x="384" y="0"/>
                  </a:lnTo>
                  <a:lnTo>
                    <a:pt x="381" y="0"/>
                  </a:lnTo>
                  <a:lnTo>
                    <a:pt x="379" y="0"/>
                  </a:lnTo>
                  <a:lnTo>
                    <a:pt x="367" y="0"/>
                  </a:lnTo>
                  <a:lnTo>
                    <a:pt x="362" y="0"/>
                  </a:lnTo>
                  <a:lnTo>
                    <a:pt x="360" y="0"/>
                  </a:lnTo>
                  <a:lnTo>
                    <a:pt x="358" y="2"/>
                  </a:lnTo>
                  <a:lnTo>
                    <a:pt x="355" y="4"/>
                  </a:lnTo>
                  <a:lnTo>
                    <a:pt x="353" y="4"/>
                  </a:lnTo>
                  <a:lnTo>
                    <a:pt x="350" y="4"/>
                  </a:lnTo>
                  <a:lnTo>
                    <a:pt x="339" y="2"/>
                  </a:lnTo>
                  <a:lnTo>
                    <a:pt x="339" y="4"/>
                  </a:lnTo>
                  <a:lnTo>
                    <a:pt x="343" y="7"/>
                  </a:lnTo>
                  <a:lnTo>
                    <a:pt x="346" y="7"/>
                  </a:lnTo>
                  <a:lnTo>
                    <a:pt x="350" y="7"/>
                  </a:lnTo>
                  <a:lnTo>
                    <a:pt x="350" y="9"/>
                  </a:lnTo>
                  <a:lnTo>
                    <a:pt x="343" y="12"/>
                  </a:lnTo>
                  <a:lnTo>
                    <a:pt x="341" y="12"/>
                  </a:lnTo>
                  <a:lnTo>
                    <a:pt x="339" y="9"/>
                  </a:lnTo>
                  <a:lnTo>
                    <a:pt x="339" y="7"/>
                  </a:lnTo>
                  <a:lnTo>
                    <a:pt x="336" y="7"/>
                  </a:lnTo>
                  <a:lnTo>
                    <a:pt x="334" y="4"/>
                  </a:lnTo>
                  <a:lnTo>
                    <a:pt x="334" y="0"/>
                  </a:lnTo>
                  <a:lnTo>
                    <a:pt x="332" y="2"/>
                  </a:lnTo>
                  <a:lnTo>
                    <a:pt x="329" y="2"/>
                  </a:lnTo>
                  <a:lnTo>
                    <a:pt x="327" y="7"/>
                  </a:lnTo>
                  <a:lnTo>
                    <a:pt x="327" y="4"/>
                  </a:lnTo>
                  <a:lnTo>
                    <a:pt x="324" y="4"/>
                  </a:lnTo>
                  <a:lnTo>
                    <a:pt x="324" y="2"/>
                  </a:lnTo>
                  <a:lnTo>
                    <a:pt x="320" y="7"/>
                  </a:lnTo>
                  <a:lnTo>
                    <a:pt x="310" y="4"/>
                  </a:lnTo>
                  <a:lnTo>
                    <a:pt x="301" y="9"/>
                  </a:lnTo>
                  <a:lnTo>
                    <a:pt x="287" y="7"/>
                  </a:lnTo>
                  <a:lnTo>
                    <a:pt x="270" y="12"/>
                  </a:lnTo>
                  <a:lnTo>
                    <a:pt x="263" y="12"/>
                  </a:lnTo>
                  <a:lnTo>
                    <a:pt x="251" y="12"/>
                  </a:lnTo>
                  <a:lnTo>
                    <a:pt x="246" y="14"/>
                  </a:lnTo>
                  <a:lnTo>
                    <a:pt x="242" y="12"/>
                  </a:lnTo>
                  <a:lnTo>
                    <a:pt x="237" y="12"/>
                  </a:lnTo>
                  <a:lnTo>
                    <a:pt x="225" y="14"/>
                  </a:lnTo>
                  <a:lnTo>
                    <a:pt x="218" y="19"/>
                  </a:lnTo>
                  <a:lnTo>
                    <a:pt x="216" y="19"/>
                  </a:lnTo>
                  <a:lnTo>
                    <a:pt x="209" y="16"/>
                  </a:lnTo>
                  <a:lnTo>
                    <a:pt x="206" y="16"/>
                  </a:lnTo>
                  <a:lnTo>
                    <a:pt x="185" y="21"/>
                  </a:lnTo>
                  <a:lnTo>
                    <a:pt x="166" y="21"/>
                  </a:lnTo>
                  <a:lnTo>
                    <a:pt x="159" y="19"/>
                  </a:lnTo>
                  <a:lnTo>
                    <a:pt x="147" y="21"/>
                  </a:lnTo>
                  <a:lnTo>
                    <a:pt x="138" y="23"/>
                  </a:lnTo>
                  <a:lnTo>
                    <a:pt x="135" y="30"/>
                  </a:lnTo>
                  <a:lnTo>
                    <a:pt x="135" y="35"/>
                  </a:lnTo>
                  <a:lnTo>
                    <a:pt x="138" y="40"/>
                  </a:lnTo>
                  <a:lnTo>
                    <a:pt x="138" y="42"/>
                  </a:lnTo>
                  <a:lnTo>
                    <a:pt x="135" y="47"/>
                  </a:lnTo>
                  <a:lnTo>
                    <a:pt x="133" y="49"/>
                  </a:lnTo>
                  <a:lnTo>
                    <a:pt x="130" y="52"/>
                  </a:lnTo>
                  <a:lnTo>
                    <a:pt x="126" y="52"/>
                  </a:lnTo>
                  <a:lnTo>
                    <a:pt x="121" y="52"/>
                  </a:lnTo>
                  <a:lnTo>
                    <a:pt x="121" y="59"/>
                  </a:lnTo>
                  <a:lnTo>
                    <a:pt x="123" y="64"/>
                  </a:lnTo>
                  <a:lnTo>
                    <a:pt x="128" y="68"/>
                  </a:lnTo>
                  <a:lnTo>
                    <a:pt x="130" y="71"/>
                  </a:lnTo>
                  <a:lnTo>
                    <a:pt x="133" y="71"/>
                  </a:lnTo>
                  <a:lnTo>
                    <a:pt x="135" y="71"/>
                  </a:lnTo>
                  <a:lnTo>
                    <a:pt x="138" y="73"/>
                  </a:lnTo>
                  <a:lnTo>
                    <a:pt x="147" y="83"/>
                  </a:lnTo>
                  <a:lnTo>
                    <a:pt x="147" y="85"/>
                  </a:lnTo>
                  <a:lnTo>
                    <a:pt x="147" y="87"/>
                  </a:lnTo>
                  <a:lnTo>
                    <a:pt x="147" y="90"/>
                  </a:lnTo>
                  <a:lnTo>
                    <a:pt x="145" y="92"/>
                  </a:lnTo>
                  <a:lnTo>
                    <a:pt x="145" y="92"/>
                  </a:lnTo>
                  <a:lnTo>
                    <a:pt x="145" y="111"/>
                  </a:lnTo>
                  <a:lnTo>
                    <a:pt x="145" y="113"/>
                  </a:lnTo>
                  <a:lnTo>
                    <a:pt x="145" y="116"/>
                  </a:lnTo>
                  <a:lnTo>
                    <a:pt x="145" y="118"/>
                  </a:lnTo>
                  <a:lnTo>
                    <a:pt x="142" y="120"/>
                  </a:lnTo>
                  <a:lnTo>
                    <a:pt x="147" y="120"/>
                  </a:lnTo>
                  <a:lnTo>
                    <a:pt x="149" y="120"/>
                  </a:lnTo>
                  <a:lnTo>
                    <a:pt x="149" y="123"/>
                  </a:lnTo>
                  <a:lnTo>
                    <a:pt x="149" y="123"/>
                  </a:lnTo>
                  <a:lnTo>
                    <a:pt x="149" y="125"/>
                  </a:lnTo>
                  <a:lnTo>
                    <a:pt x="147" y="125"/>
                  </a:lnTo>
                  <a:lnTo>
                    <a:pt x="145" y="128"/>
                  </a:lnTo>
                  <a:lnTo>
                    <a:pt x="145" y="130"/>
                  </a:lnTo>
                  <a:lnTo>
                    <a:pt x="145" y="135"/>
                  </a:lnTo>
                  <a:lnTo>
                    <a:pt x="145" y="139"/>
                  </a:lnTo>
                  <a:lnTo>
                    <a:pt x="149" y="139"/>
                  </a:lnTo>
                  <a:lnTo>
                    <a:pt x="149" y="139"/>
                  </a:lnTo>
                  <a:lnTo>
                    <a:pt x="152" y="137"/>
                  </a:lnTo>
                  <a:lnTo>
                    <a:pt x="154" y="135"/>
                  </a:lnTo>
                  <a:lnTo>
                    <a:pt x="156" y="135"/>
                  </a:lnTo>
                  <a:lnTo>
                    <a:pt x="161" y="135"/>
                  </a:lnTo>
                  <a:lnTo>
                    <a:pt x="164" y="135"/>
                  </a:lnTo>
                  <a:lnTo>
                    <a:pt x="166" y="135"/>
                  </a:lnTo>
                  <a:lnTo>
                    <a:pt x="168" y="132"/>
                  </a:lnTo>
                  <a:lnTo>
                    <a:pt x="171" y="130"/>
                  </a:lnTo>
                  <a:lnTo>
                    <a:pt x="171" y="128"/>
                  </a:lnTo>
                  <a:lnTo>
                    <a:pt x="175" y="128"/>
                  </a:lnTo>
                  <a:lnTo>
                    <a:pt x="183" y="128"/>
                  </a:lnTo>
                  <a:lnTo>
                    <a:pt x="187" y="130"/>
                  </a:lnTo>
                  <a:lnTo>
                    <a:pt x="192" y="132"/>
                  </a:lnTo>
                  <a:lnTo>
                    <a:pt x="194" y="135"/>
                  </a:lnTo>
                  <a:lnTo>
                    <a:pt x="197" y="135"/>
                  </a:lnTo>
                  <a:lnTo>
                    <a:pt x="197" y="132"/>
                  </a:lnTo>
                  <a:lnTo>
                    <a:pt x="197" y="132"/>
                  </a:lnTo>
                  <a:lnTo>
                    <a:pt x="199" y="130"/>
                  </a:lnTo>
                  <a:lnTo>
                    <a:pt x="199" y="130"/>
                  </a:lnTo>
                  <a:lnTo>
                    <a:pt x="201" y="130"/>
                  </a:lnTo>
                  <a:lnTo>
                    <a:pt x="204" y="130"/>
                  </a:lnTo>
                  <a:lnTo>
                    <a:pt x="211" y="128"/>
                  </a:lnTo>
                  <a:lnTo>
                    <a:pt x="213" y="128"/>
                  </a:lnTo>
                  <a:lnTo>
                    <a:pt x="218" y="125"/>
                  </a:lnTo>
                  <a:lnTo>
                    <a:pt x="223" y="123"/>
                  </a:lnTo>
                  <a:lnTo>
                    <a:pt x="223" y="120"/>
                  </a:lnTo>
                  <a:lnTo>
                    <a:pt x="220" y="120"/>
                  </a:lnTo>
                  <a:lnTo>
                    <a:pt x="220" y="118"/>
                  </a:lnTo>
                  <a:lnTo>
                    <a:pt x="223" y="116"/>
                  </a:lnTo>
                  <a:lnTo>
                    <a:pt x="225" y="116"/>
                  </a:lnTo>
                  <a:lnTo>
                    <a:pt x="227" y="116"/>
                  </a:lnTo>
                  <a:lnTo>
                    <a:pt x="227" y="118"/>
                  </a:lnTo>
                  <a:lnTo>
                    <a:pt x="235" y="118"/>
                  </a:lnTo>
                  <a:lnTo>
                    <a:pt x="242" y="118"/>
                  </a:lnTo>
                  <a:lnTo>
                    <a:pt x="244" y="118"/>
                  </a:lnTo>
                  <a:lnTo>
                    <a:pt x="251" y="116"/>
                  </a:lnTo>
                  <a:lnTo>
                    <a:pt x="253" y="116"/>
                  </a:lnTo>
                  <a:lnTo>
                    <a:pt x="256" y="118"/>
                  </a:lnTo>
                  <a:lnTo>
                    <a:pt x="258" y="118"/>
                  </a:lnTo>
                  <a:lnTo>
                    <a:pt x="258" y="116"/>
                  </a:lnTo>
                  <a:lnTo>
                    <a:pt x="261" y="118"/>
                  </a:lnTo>
                  <a:lnTo>
                    <a:pt x="263" y="118"/>
                  </a:lnTo>
                  <a:lnTo>
                    <a:pt x="265" y="116"/>
                  </a:lnTo>
                  <a:lnTo>
                    <a:pt x="268" y="113"/>
                  </a:lnTo>
                  <a:lnTo>
                    <a:pt x="275" y="113"/>
                  </a:lnTo>
                  <a:lnTo>
                    <a:pt x="277" y="111"/>
                  </a:lnTo>
                  <a:lnTo>
                    <a:pt x="279" y="109"/>
                  </a:lnTo>
                  <a:lnTo>
                    <a:pt x="279" y="111"/>
                  </a:lnTo>
                  <a:lnTo>
                    <a:pt x="284" y="109"/>
                  </a:lnTo>
                  <a:lnTo>
                    <a:pt x="289" y="111"/>
                  </a:lnTo>
                  <a:lnTo>
                    <a:pt x="291" y="113"/>
                  </a:lnTo>
                  <a:lnTo>
                    <a:pt x="296" y="116"/>
                  </a:lnTo>
                  <a:lnTo>
                    <a:pt x="301" y="116"/>
                  </a:lnTo>
                  <a:lnTo>
                    <a:pt x="306" y="111"/>
                  </a:lnTo>
                  <a:lnTo>
                    <a:pt x="308" y="109"/>
                  </a:lnTo>
                  <a:lnTo>
                    <a:pt x="313" y="109"/>
                  </a:lnTo>
                  <a:lnTo>
                    <a:pt x="315" y="109"/>
                  </a:lnTo>
                  <a:lnTo>
                    <a:pt x="317" y="109"/>
                  </a:lnTo>
                  <a:lnTo>
                    <a:pt x="317" y="111"/>
                  </a:lnTo>
                  <a:lnTo>
                    <a:pt x="320" y="111"/>
                  </a:lnTo>
                  <a:lnTo>
                    <a:pt x="320" y="113"/>
                  </a:lnTo>
                  <a:lnTo>
                    <a:pt x="322" y="113"/>
                  </a:lnTo>
                  <a:lnTo>
                    <a:pt x="327" y="113"/>
                  </a:lnTo>
                  <a:lnTo>
                    <a:pt x="329" y="113"/>
                  </a:lnTo>
                  <a:lnTo>
                    <a:pt x="332" y="111"/>
                  </a:lnTo>
                  <a:lnTo>
                    <a:pt x="336" y="109"/>
                  </a:lnTo>
                  <a:lnTo>
                    <a:pt x="336" y="109"/>
                  </a:lnTo>
                  <a:lnTo>
                    <a:pt x="339" y="111"/>
                  </a:lnTo>
                  <a:lnTo>
                    <a:pt x="339" y="111"/>
                  </a:lnTo>
                  <a:lnTo>
                    <a:pt x="336" y="113"/>
                  </a:lnTo>
                  <a:lnTo>
                    <a:pt x="336" y="113"/>
                  </a:lnTo>
                  <a:lnTo>
                    <a:pt x="336" y="113"/>
                  </a:lnTo>
                  <a:lnTo>
                    <a:pt x="336" y="116"/>
                  </a:lnTo>
                  <a:lnTo>
                    <a:pt x="339" y="113"/>
                  </a:lnTo>
                  <a:lnTo>
                    <a:pt x="341" y="113"/>
                  </a:lnTo>
                  <a:lnTo>
                    <a:pt x="343" y="113"/>
                  </a:lnTo>
                  <a:lnTo>
                    <a:pt x="346" y="113"/>
                  </a:lnTo>
                  <a:lnTo>
                    <a:pt x="355" y="104"/>
                  </a:lnTo>
                  <a:lnTo>
                    <a:pt x="360" y="104"/>
                  </a:lnTo>
                  <a:lnTo>
                    <a:pt x="365" y="101"/>
                  </a:lnTo>
                  <a:lnTo>
                    <a:pt x="367" y="101"/>
                  </a:lnTo>
                  <a:lnTo>
                    <a:pt x="372" y="99"/>
                  </a:lnTo>
                  <a:lnTo>
                    <a:pt x="374" y="99"/>
                  </a:lnTo>
                  <a:lnTo>
                    <a:pt x="379" y="97"/>
                  </a:lnTo>
                  <a:lnTo>
                    <a:pt x="384" y="99"/>
                  </a:lnTo>
                  <a:lnTo>
                    <a:pt x="386" y="97"/>
                  </a:lnTo>
                  <a:lnTo>
                    <a:pt x="398" y="90"/>
                  </a:lnTo>
                  <a:lnTo>
                    <a:pt x="403" y="83"/>
                  </a:lnTo>
                  <a:lnTo>
                    <a:pt x="403" y="80"/>
                  </a:lnTo>
                  <a:lnTo>
                    <a:pt x="403" y="78"/>
                  </a:lnTo>
                  <a:lnTo>
                    <a:pt x="405" y="75"/>
                  </a:lnTo>
                  <a:lnTo>
                    <a:pt x="407" y="75"/>
                  </a:lnTo>
                  <a:lnTo>
                    <a:pt x="410" y="73"/>
                  </a:lnTo>
                  <a:lnTo>
                    <a:pt x="410" y="71"/>
                  </a:lnTo>
                  <a:lnTo>
                    <a:pt x="412" y="61"/>
                  </a:lnTo>
                  <a:lnTo>
                    <a:pt x="417" y="52"/>
                  </a:lnTo>
                  <a:lnTo>
                    <a:pt x="419" y="49"/>
                  </a:lnTo>
                  <a:lnTo>
                    <a:pt x="421" y="47"/>
                  </a:lnTo>
                  <a:lnTo>
                    <a:pt x="426" y="45"/>
                  </a:lnTo>
                  <a:lnTo>
                    <a:pt x="429" y="42"/>
                  </a:lnTo>
                  <a:lnTo>
                    <a:pt x="431" y="42"/>
                  </a:lnTo>
                  <a:lnTo>
                    <a:pt x="436" y="42"/>
                  </a:lnTo>
                  <a:lnTo>
                    <a:pt x="438" y="38"/>
                  </a:lnTo>
                  <a:lnTo>
                    <a:pt x="443" y="35"/>
                  </a:lnTo>
                  <a:lnTo>
                    <a:pt x="443" y="33"/>
                  </a:lnTo>
                  <a:lnTo>
                    <a:pt x="440" y="30"/>
                  </a:lnTo>
                  <a:lnTo>
                    <a:pt x="438" y="3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5" name="Freeform 14"/>
            <p:cNvSpPr>
              <a:spLocks/>
            </p:cNvSpPr>
            <p:nvPr/>
          </p:nvSpPr>
          <p:spPr bwMode="auto">
            <a:xfrm>
              <a:off x="3535" y="2875"/>
              <a:ext cx="95" cy="61"/>
            </a:xfrm>
            <a:custGeom>
              <a:avLst/>
              <a:gdLst>
                <a:gd name="T0" fmla="*/ 88 w 95"/>
                <a:gd name="T1" fmla="*/ 59 h 61"/>
                <a:gd name="T2" fmla="*/ 83 w 95"/>
                <a:gd name="T3" fmla="*/ 61 h 61"/>
                <a:gd name="T4" fmla="*/ 78 w 95"/>
                <a:gd name="T5" fmla="*/ 61 h 61"/>
                <a:gd name="T6" fmla="*/ 74 w 95"/>
                <a:gd name="T7" fmla="*/ 59 h 61"/>
                <a:gd name="T8" fmla="*/ 62 w 95"/>
                <a:gd name="T9" fmla="*/ 54 h 61"/>
                <a:gd name="T10" fmla="*/ 52 w 95"/>
                <a:gd name="T11" fmla="*/ 52 h 61"/>
                <a:gd name="T12" fmla="*/ 45 w 95"/>
                <a:gd name="T13" fmla="*/ 49 h 61"/>
                <a:gd name="T14" fmla="*/ 38 w 95"/>
                <a:gd name="T15" fmla="*/ 45 h 61"/>
                <a:gd name="T16" fmla="*/ 36 w 95"/>
                <a:gd name="T17" fmla="*/ 40 h 61"/>
                <a:gd name="T18" fmla="*/ 33 w 95"/>
                <a:gd name="T19" fmla="*/ 38 h 61"/>
                <a:gd name="T20" fmla="*/ 31 w 95"/>
                <a:gd name="T21" fmla="*/ 35 h 61"/>
                <a:gd name="T22" fmla="*/ 26 w 95"/>
                <a:gd name="T23" fmla="*/ 35 h 61"/>
                <a:gd name="T24" fmla="*/ 24 w 95"/>
                <a:gd name="T25" fmla="*/ 35 h 61"/>
                <a:gd name="T26" fmla="*/ 19 w 95"/>
                <a:gd name="T27" fmla="*/ 33 h 61"/>
                <a:gd name="T28" fmla="*/ 12 w 95"/>
                <a:gd name="T29" fmla="*/ 23 h 61"/>
                <a:gd name="T30" fmla="*/ 10 w 95"/>
                <a:gd name="T31" fmla="*/ 23 h 61"/>
                <a:gd name="T32" fmla="*/ 7 w 95"/>
                <a:gd name="T33" fmla="*/ 21 h 61"/>
                <a:gd name="T34" fmla="*/ 5 w 95"/>
                <a:gd name="T35" fmla="*/ 19 h 61"/>
                <a:gd name="T36" fmla="*/ 3 w 95"/>
                <a:gd name="T37" fmla="*/ 16 h 61"/>
                <a:gd name="T38" fmla="*/ 3 w 95"/>
                <a:gd name="T39" fmla="*/ 9 h 61"/>
                <a:gd name="T40" fmla="*/ 3 w 95"/>
                <a:gd name="T41" fmla="*/ 7 h 61"/>
                <a:gd name="T42" fmla="*/ 0 w 95"/>
                <a:gd name="T43" fmla="*/ 2 h 61"/>
                <a:gd name="T44" fmla="*/ 0 w 95"/>
                <a:gd name="T45" fmla="*/ 2 h 61"/>
                <a:gd name="T46" fmla="*/ 3 w 95"/>
                <a:gd name="T47" fmla="*/ 0 h 61"/>
                <a:gd name="T48" fmla="*/ 3 w 95"/>
                <a:gd name="T49" fmla="*/ 0 h 61"/>
                <a:gd name="T50" fmla="*/ 5 w 95"/>
                <a:gd name="T51" fmla="*/ 2 h 61"/>
                <a:gd name="T52" fmla="*/ 14 w 95"/>
                <a:gd name="T53" fmla="*/ 4 h 61"/>
                <a:gd name="T54" fmla="*/ 17 w 95"/>
                <a:gd name="T55" fmla="*/ 4 h 61"/>
                <a:gd name="T56" fmla="*/ 21 w 95"/>
                <a:gd name="T57" fmla="*/ 7 h 61"/>
                <a:gd name="T58" fmla="*/ 24 w 95"/>
                <a:gd name="T59" fmla="*/ 12 h 61"/>
                <a:gd name="T60" fmla="*/ 26 w 95"/>
                <a:gd name="T61" fmla="*/ 21 h 61"/>
                <a:gd name="T62" fmla="*/ 29 w 95"/>
                <a:gd name="T63" fmla="*/ 23 h 61"/>
                <a:gd name="T64" fmla="*/ 38 w 95"/>
                <a:gd name="T65" fmla="*/ 31 h 61"/>
                <a:gd name="T66" fmla="*/ 45 w 95"/>
                <a:gd name="T67" fmla="*/ 33 h 61"/>
                <a:gd name="T68" fmla="*/ 71 w 95"/>
                <a:gd name="T69" fmla="*/ 35 h 61"/>
                <a:gd name="T70" fmla="*/ 76 w 95"/>
                <a:gd name="T71" fmla="*/ 38 h 61"/>
                <a:gd name="T72" fmla="*/ 76 w 95"/>
                <a:gd name="T73" fmla="*/ 40 h 61"/>
                <a:gd name="T74" fmla="*/ 78 w 95"/>
                <a:gd name="T75" fmla="*/ 45 h 61"/>
                <a:gd name="T76" fmla="*/ 78 w 95"/>
                <a:gd name="T77" fmla="*/ 45 h 61"/>
                <a:gd name="T78" fmla="*/ 85 w 95"/>
                <a:gd name="T79" fmla="*/ 49 h 61"/>
                <a:gd name="T80" fmla="*/ 92 w 95"/>
                <a:gd name="T81" fmla="*/ 54 h 61"/>
                <a:gd name="T82" fmla="*/ 95 w 95"/>
                <a:gd name="T83" fmla="*/ 57 h 61"/>
                <a:gd name="T84" fmla="*/ 92 w 95"/>
                <a:gd name="T85" fmla="*/ 59 h 61"/>
                <a:gd name="T86" fmla="*/ 88 w 95"/>
                <a:gd name="T87" fmla="*/ 59 h 61"/>
                <a:gd name="T88" fmla="*/ 88 w 95"/>
                <a:gd name="T89" fmla="*/ 59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95" h="61">
                  <a:moveTo>
                    <a:pt x="88" y="59"/>
                  </a:moveTo>
                  <a:lnTo>
                    <a:pt x="83" y="61"/>
                  </a:lnTo>
                  <a:lnTo>
                    <a:pt x="78" y="61"/>
                  </a:lnTo>
                  <a:lnTo>
                    <a:pt x="74" y="59"/>
                  </a:lnTo>
                  <a:lnTo>
                    <a:pt x="62" y="54"/>
                  </a:lnTo>
                  <a:lnTo>
                    <a:pt x="52" y="52"/>
                  </a:lnTo>
                  <a:lnTo>
                    <a:pt x="45" y="49"/>
                  </a:lnTo>
                  <a:lnTo>
                    <a:pt x="38" y="45"/>
                  </a:lnTo>
                  <a:lnTo>
                    <a:pt x="36" y="40"/>
                  </a:lnTo>
                  <a:lnTo>
                    <a:pt x="33" y="38"/>
                  </a:lnTo>
                  <a:lnTo>
                    <a:pt x="31" y="35"/>
                  </a:lnTo>
                  <a:lnTo>
                    <a:pt x="26" y="35"/>
                  </a:lnTo>
                  <a:lnTo>
                    <a:pt x="24" y="35"/>
                  </a:lnTo>
                  <a:lnTo>
                    <a:pt x="19" y="33"/>
                  </a:lnTo>
                  <a:lnTo>
                    <a:pt x="12" y="23"/>
                  </a:lnTo>
                  <a:lnTo>
                    <a:pt x="10" y="23"/>
                  </a:lnTo>
                  <a:lnTo>
                    <a:pt x="7" y="21"/>
                  </a:lnTo>
                  <a:lnTo>
                    <a:pt x="5" y="19"/>
                  </a:lnTo>
                  <a:lnTo>
                    <a:pt x="3" y="16"/>
                  </a:lnTo>
                  <a:lnTo>
                    <a:pt x="3" y="9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14" y="4"/>
                  </a:lnTo>
                  <a:lnTo>
                    <a:pt x="17" y="4"/>
                  </a:lnTo>
                  <a:lnTo>
                    <a:pt x="21" y="7"/>
                  </a:lnTo>
                  <a:lnTo>
                    <a:pt x="24" y="12"/>
                  </a:lnTo>
                  <a:lnTo>
                    <a:pt x="26" y="21"/>
                  </a:lnTo>
                  <a:lnTo>
                    <a:pt x="29" y="23"/>
                  </a:lnTo>
                  <a:lnTo>
                    <a:pt x="38" y="31"/>
                  </a:lnTo>
                  <a:lnTo>
                    <a:pt x="45" y="33"/>
                  </a:lnTo>
                  <a:lnTo>
                    <a:pt x="71" y="35"/>
                  </a:lnTo>
                  <a:lnTo>
                    <a:pt x="76" y="38"/>
                  </a:lnTo>
                  <a:lnTo>
                    <a:pt x="76" y="40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85" y="49"/>
                  </a:lnTo>
                  <a:lnTo>
                    <a:pt x="92" y="54"/>
                  </a:lnTo>
                  <a:lnTo>
                    <a:pt x="95" y="57"/>
                  </a:lnTo>
                  <a:lnTo>
                    <a:pt x="92" y="59"/>
                  </a:lnTo>
                  <a:lnTo>
                    <a:pt x="88" y="59"/>
                  </a:lnTo>
                  <a:lnTo>
                    <a:pt x="88" y="5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6" name="Freeform 15"/>
            <p:cNvSpPr>
              <a:spLocks noEditPoints="1"/>
            </p:cNvSpPr>
            <p:nvPr/>
          </p:nvSpPr>
          <p:spPr bwMode="auto">
            <a:xfrm>
              <a:off x="4536" y="1653"/>
              <a:ext cx="66" cy="26"/>
            </a:xfrm>
            <a:custGeom>
              <a:avLst/>
              <a:gdLst>
                <a:gd name="T0" fmla="*/ 2 w 66"/>
                <a:gd name="T1" fmla="*/ 0 h 26"/>
                <a:gd name="T2" fmla="*/ 0 w 66"/>
                <a:gd name="T3" fmla="*/ 3 h 26"/>
                <a:gd name="T4" fmla="*/ 0 w 66"/>
                <a:gd name="T5" fmla="*/ 5 h 26"/>
                <a:gd name="T6" fmla="*/ 2 w 66"/>
                <a:gd name="T7" fmla="*/ 7 h 26"/>
                <a:gd name="T8" fmla="*/ 5 w 66"/>
                <a:gd name="T9" fmla="*/ 5 h 26"/>
                <a:gd name="T10" fmla="*/ 5 w 66"/>
                <a:gd name="T11" fmla="*/ 3 h 26"/>
                <a:gd name="T12" fmla="*/ 2 w 66"/>
                <a:gd name="T13" fmla="*/ 0 h 26"/>
                <a:gd name="T14" fmla="*/ 2 w 66"/>
                <a:gd name="T15" fmla="*/ 0 h 26"/>
                <a:gd name="T16" fmla="*/ 59 w 66"/>
                <a:gd name="T17" fmla="*/ 19 h 26"/>
                <a:gd name="T18" fmla="*/ 59 w 66"/>
                <a:gd name="T19" fmla="*/ 19 h 26"/>
                <a:gd name="T20" fmla="*/ 57 w 66"/>
                <a:gd name="T21" fmla="*/ 19 h 26"/>
                <a:gd name="T22" fmla="*/ 52 w 66"/>
                <a:gd name="T23" fmla="*/ 17 h 26"/>
                <a:gd name="T24" fmla="*/ 54 w 66"/>
                <a:gd name="T25" fmla="*/ 24 h 26"/>
                <a:gd name="T26" fmla="*/ 57 w 66"/>
                <a:gd name="T27" fmla="*/ 26 h 26"/>
                <a:gd name="T28" fmla="*/ 61 w 66"/>
                <a:gd name="T29" fmla="*/ 26 h 26"/>
                <a:gd name="T30" fmla="*/ 66 w 66"/>
                <a:gd name="T31" fmla="*/ 21 h 26"/>
                <a:gd name="T32" fmla="*/ 59 w 66"/>
                <a:gd name="T33" fmla="*/ 19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" h="26">
                  <a:moveTo>
                    <a:pt x="2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5" y="5"/>
                  </a:lnTo>
                  <a:lnTo>
                    <a:pt x="5" y="3"/>
                  </a:lnTo>
                  <a:lnTo>
                    <a:pt x="2" y="0"/>
                  </a:lnTo>
                  <a:lnTo>
                    <a:pt x="2" y="0"/>
                  </a:lnTo>
                  <a:close/>
                  <a:moveTo>
                    <a:pt x="59" y="19"/>
                  </a:moveTo>
                  <a:lnTo>
                    <a:pt x="59" y="19"/>
                  </a:lnTo>
                  <a:lnTo>
                    <a:pt x="57" y="19"/>
                  </a:lnTo>
                  <a:lnTo>
                    <a:pt x="52" y="17"/>
                  </a:lnTo>
                  <a:lnTo>
                    <a:pt x="54" y="24"/>
                  </a:lnTo>
                  <a:lnTo>
                    <a:pt x="57" y="26"/>
                  </a:lnTo>
                  <a:lnTo>
                    <a:pt x="61" y="26"/>
                  </a:lnTo>
                  <a:lnTo>
                    <a:pt x="66" y="21"/>
                  </a:lnTo>
                  <a:lnTo>
                    <a:pt x="59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7" name="Freeform 16"/>
            <p:cNvSpPr>
              <a:spLocks/>
            </p:cNvSpPr>
            <p:nvPr/>
          </p:nvSpPr>
          <p:spPr bwMode="auto">
            <a:xfrm>
              <a:off x="4763" y="1786"/>
              <a:ext cx="19" cy="28"/>
            </a:xfrm>
            <a:custGeom>
              <a:avLst/>
              <a:gdLst>
                <a:gd name="T0" fmla="*/ 5 w 19"/>
                <a:gd name="T1" fmla="*/ 2 h 28"/>
                <a:gd name="T2" fmla="*/ 7 w 19"/>
                <a:gd name="T3" fmla="*/ 2 h 28"/>
                <a:gd name="T4" fmla="*/ 9 w 19"/>
                <a:gd name="T5" fmla="*/ 2 h 28"/>
                <a:gd name="T6" fmla="*/ 9 w 19"/>
                <a:gd name="T7" fmla="*/ 4 h 28"/>
                <a:gd name="T8" fmla="*/ 12 w 19"/>
                <a:gd name="T9" fmla="*/ 9 h 28"/>
                <a:gd name="T10" fmla="*/ 14 w 19"/>
                <a:gd name="T11" fmla="*/ 12 h 28"/>
                <a:gd name="T12" fmla="*/ 17 w 19"/>
                <a:gd name="T13" fmla="*/ 14 h 28"/>
                <a:gd name="T14" fmla="*/ 17 w 19"/>
                <a:gd name="T15" fmla="*/ 16 h 28"/>
                <a:gd name="T16" fmla="*/ 17 w 19"/>
                <a:gd name="T17" fmla="*/ 19 h 28"/>
                <a:gd name="T18" fmla="*/ 17 w 19"/>
                <a:gd name="T19" fmla="*/ 19 h 28"/>
                <a:gd name="T20" fmla="*/ 17 w 19"/>
                <a:gd name="T21" fmla="*/ 21 h 28"/>
                <a:gd name="T22" fmla="*/ 19 w 19"/>
                <a:gd name="T23" fmla="*/ 21 h 28"/>
                <a:gd name="T24" fmla="*/ 19 w 19"/>
                <a:gd name="T25" fmla="*/ 23 h 28"/>
                <a:gd name="T26" fmla="*/ 19 w 19"/>
                <a:gd name="T27" fmla="*/ 23 h 28"/>
                <a:gd name="T28" fmla="*/ 19 w 19"/>
                <a:gd name="T29" fmla="*/ 26 h 28"/>
                <a:gd name="T30" fmla="*/ 19 w 19"/>
                <a:gd name="T31" fmla="*/ 26 h 28"/>
                <a:gd name="T32" fmla="*/ 17 w 19"/>
                <a:gd name="T33" fmla="*/ 28 h 28"/>
                <a:gd name="T34" fmla="*/ 14 w 19"/>
                <a:gd name="T35" fmla="*/ 28 h 28"/>
                <a:gd name="T36" fmla="*/ 5 w 19"/>
                <a:gd name="T37" fmla="*/ 28 h 28"/>
                <a:gd name="T38" fmla="*/ 0 w 19"/>
                <a:gd name="T39" fmla="*/ 21 h 28"/>
                <a:gd name="T40" fmla="*/ 2 w 19"/>
                <a:gd name="T41" fmla="*/ 9 h 28"/>
                <a:gd name="T42" fmla="*/ 2 w 19"/>
                <a:gd name="T43" fmla="*/ 0 h 28"/>
                <a:gd name="T44" fmla="*/ 5 w 19"/>
                <a:gd name="T45" fmla="*/ 2 h 28"/>
                <a:gd name="T46" fmla="*/ 5 w 19"/>
                <a:gd name="T47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9" h="28">
                  <a:moveTo>
                    <a:pt x="5" y="2"/>
                  </a:moveTo>
                  <a:lnTo>
                    <a:pt x="7" y="2"/>
                  </a:lnTo>
                  <a:lnTo>
                    <a:pt x="9" y="2"/>
                  </a:lnTo>
                  <a:lnTo>
                    <a:pt x="9" y="4"/>
                  </a:lnTo>
                  <a:lnTo>
                    <a:pt x="12" y="9"/>
                  </a:lnTo>
                  <a:lnTo>
                    <a:pt x="14" y="12"/>
                  </a:lnTo>
                  <a:lnTo>
                    <a:pt x="17" y="14"/>
                  </a:lnTo>
                  <a:lnTo>
                    <a:pt x="17" y="1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17" y="21"/>
                  </a:lnTo>
                  <a:lnTo>
                    <a:pt x="19" y="21"/>
                  </a:lnTo>
                  <a:lnTo>
                    <a:pt x="19" y="23"/>
                  </a:lnTo>
                  <a:lnTo>
                    <a:pt x="19" y="23"/>
                  </a:lnTo>
                  <a:lnTo>
                    <a:pt x="19" y="26"/>
                  </a:lnTo>
                  <a:lnTo>
                    <a:pt x="19" y="26"/>
                  </a:lnTo>
                  <a:lnTo>
                    <a:pt x="17" y="28"/>
                  </a:lnTo>
                  <a:lnTo>
                    <a:pt x="14" y="28"/>
                  </a:lnTo>
                  <a:lnTo>
                    <a:pt x="5" y="28"/>
                  </a:lnTo>
                  <a:lnTo>
                    <a:pt x="0" y="21"/>
                  </a:lnTo>
                  <a:lnTo>
                    <a:pt x="2" y="9"/>
                  </a:lnTo>
                  <a:lnTo>
                    <a:pt x="2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8" name="Freeform 17"/>
            <p:cNvSpPr>
              <a:spLocks/>
            </p:cNvSpPr>
            <p:nvPr/>
          </p:nvSpPr>
          <p:spPr bwMode="auto">
            <a:xfrm>
              <a:off x="5023" y="2146"/>
              <a:ext cx="95" cy="85"/>
            </a:xfrm>
            <a:custGeom>
              <a:avLst/>
              <a:gdLst>
                <a:gd name="T0" fmla="*/ 57 w 95"/>
                <a:gd name="T1" fmla="*/ 16 h 85"/>
                <a:gd name="T2" fmla="*/ 71 w 95"/>
                <a:gd name="T3" fmla="*/ 11 h 85"/>
                <a:gd name="T4" fmla="*/ 69 w 95"/>
                <a:gd name="T5" fmla="*/ 14 h 85"/>
                <a:gd name="T6" fmla="*/ 62 w 95"/>
                <a:gd name="T7" fmla="*/ 16 h 85"/>
                <a:gd name="T8" fmla="*/ 62 w 95"/>
                <a:gd name="T9" fmla="*/ 28 h 85"/>
                <a:gd name="T10" fmla="*/ 66 w 95"/>
                <a:gd name="T11" fmla="*/ 26 h 85"/>
                <a:gd name="T12" fmla="*/ 64 w 95"/>
                <a:gd name="T13" fmla="*/ 33 h 85"/>
                <a:gd name="T14" fmla="*/ 64 w 95"/>
                <a:gd name="T15" fmla="*/ 35 h 85"/>
                <a:gd name="T16" fmla="*/ 71 w 95"/>
                <a:gd name="T17" fmla="*/ 35 h 85"/>
                <a:gd name="T18" fmla="*/ 69 w 95"/>
                <a:gd name="T19" fmla="*/ 37 h 85"/>
                <a:gd name="T20" fmla="*/ 78 w 95"/>
                <a:gd name="T21" fmla="*/ 42 h 85"/>
                <a:gd name="T22" fmla="*/ 81 w 95"/>
                <a:gd name="T23" fmla="*/ 47 h 85"/>
                <a:gd name="T24" fmla="*/ 83 w 95"/>
                <a:gd name="T25" fmla="*/ 49 h 85"/>
                <a:gd name="T26" fmla="*/ 88 w 95"/>
                <a:gd name="T27" fmla="*/ 49 h 85"/>
                <a:gd name="T28" fmla="*/ 88 w 95"/>
                <a:gd name="T29" fmla="*/ 59 h 85"/>
                <a:gd name="T30" fmla="*/ 88 w 95"/>
                <a:gd name="T31" fmla="*/ 61 h 85"/>
                <a:gd name="T32" fmla="*/ 90 w 95"/>
                <a:gd name="T33" fmla="*/ 64 h 85"/>
                <a:gd name="T34" fmla="*/ 95 w 95"/>
                <a:gd name="T35" fmla="*/ 71 h 85"/>
                <a:gd name="T36" fmla="*/ 92 w 95"/>
                <a:gd name="T37" fmla="*/ 80 h 85"/>
                <a:gd name="T38" fmla="*/ 85 w 95"/>
                <a:gd name="T39" fmla="*/ 85 h 85"/>
                <a:gd name="T40" fmla="*/ 83 w 95"/>
                <a:gd name="T41" fmla="*/ 80 h 85"/>
                <a:gd name="T42" fmla="*/ 85 w 95"/>
                <a:gd name="T43" fmla="*/ 75 h 85"/>
                <a:gd name="T44" fmla="*/ 78 w 95"/>
                <a:gd name="T45" fmla="*/ 75 h 85"/>
                <a:gd name="T46" fmla="*/ 74 w 95"/>
                <a:gd name="T47" fmla="*/ 75 h 85"/>
                <a:gd name="T48" fmla="*/ 52 w 95"/>
                <a:gd name="T49" fmla="*/ 78 h 85"/>
                <a:gd name="T50" fmla="*/ 43 w 95"/>
                <a:gd name="T51" fmla="*/ 80 h 85"/>
                <a:gd name="T52" fmla="*/ 38 w 95"/>
                <a:gd name="T53" fmla="*/ 73 h 85"/>
                <a:gd name="T54" fmla="*/ 40 w 95"/>
                <a:gd name="T55" fmla="*/ 66 h 85"/>
                <a:gd name="T56" fmla="*/ 48 w 95"/>
                <a:gd name="T57" fmla="*/ 64 h 85"/>
                <a:gd name="T58" fmla="*/ 55 w 95"/>
                <a:gd name="T59" fmla="*/ 59 h 85"/>
                <a:gd name="T60" fmla="*/ 50 w 95"/>
                <a:gd name="T61" fmla="*/ 52 h 85"/>
                <a:gd name="T62" fmla="*/ 45 w 95"/>
                <a:gd name="T63" fmla="*/ 52 h 85"/>
                <a:gd name="T64" fmla="*/ 36 w 95"/>
                <a:gd name="T65" fmla="*/ 54 h 85"/>
                <a:gd name="T66" fmla="*/ 31 w 95"/>
                <a:gd name="T67" fmla="*/ 49 h 85"/>
                <a:gd name="T68" fmla="*/ 19 w 95"/>
                <a:gd name="T69" fmla="*/ 42 h 85"/>
                <a:gd name="T70" fmla="*/ 17 w 95"/>
                <a:gd name="T71" fmla="*/ 37 h 85"/>
                <a:gd name="T72" fmla="*/ 14 w 95"/>
                <a:gd name="T73" fmla="*/ 35 h 85"/>
                <a:gd name="T74" fmla="*/ 14 w 95"/>
                <a:gd name="T75" fmla="*/ 30 h 85"/>
                <a:gd name="T76" fmla="*/ 10 w 95"/>
                <a:gd name="T77" fmla="*/ 23 h 85"/>
                <a:gd name="T78" fmla="*/ 0 w 95"/>
                <a:gd name="T79" fmla="*/ 14 h 85"/>
                <a:gd name="T80" fmla="*/ 3 w 95"/>
                <a:gd name="T81" fmla="*/ 7 h 85"/>
                <a:gd name="T82" fmla="*/ 24 w 95"/>
                <a:gd name="T83" fmla="*/ 0 h 85"/>
                <a:gd name="T84" fmla="*/ 45 w 95"/>
                <a:gd name="T85" fmla="*/ 9 h 85"/>
                <a:gd name="T86" fmla="*/ 48 w 95"/>
                <a:gd name="T87" fmla="*/ 14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5" h="85">
                  <a:moveTo>
                    <a:pt x="50" y="14"/>
                  </a:moveTo>
                  <a:lnTo>
                    <a:pt x="55" y="19"/>
                  </a:lnTo>
                  <a:lnTo>
                    <a:pt x="57" y="16"/>
                  </a:lnTo>
                  <a:lnTo>
                    <a:pt x="62" y="14"/>
                  </a:lnTo>
                  <a:lnTo>
                    <a:pt x="66" y="11"/>
                  </a:lnTo>
                  <a:lnTo>
                    <a:pt x="71" y="11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69" y="16"/>
                  </a:lnTo>
                  <a:lnTo>
                    <a:pt x="66" y="21"/>
                  </a:lnTo>
                  <a:lnTo>
                    <a:pt x="62" y="16"/>
                  </a:lnTo>
                  <a:lnTo>
                    <a:pt x="62" y="19"/>
                  </a:lnTo>
                  <a:lnTo>
                    <a:pt x="62" y="23"/>
                  </a:lnTo>
                  <a:lnTo>
                    <a:pt x="62" y="28"/>
                  </a:lnTo>
                  <a:lnTo>
                    <a:pt x="64" y="26"/>
                  </a:lnTo>
                  <a:lnTo>
                    <a:pt x="64" y="26"/>
                  </a:lnTo>
                  <a:lnTo>
                    <a:pt x="66" y="26"/>
                  </a:lnTo>
                  <a:lnTo>
                    <a:pt x="69" y="28"/>
                  </a:lnTo>
                  <a:lnTo>
                    <a:pt x="64" y="30"/>
                  </a:lnTo>
                  <a:lnTo>
                    <a:pt x="64" y="33"/>
                  </a:lnTo>
                  <a:lnTo>
                    <a:pt x="62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6" y="33"/>
                  </a:lnTo>
                  <a:lnTo>
                    <a:pt x="74" y="35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71" y="37"/>
                  </a:lnTo>
                  <a:lnTo>
                    <a:pt x="69" y="37"/>
                  </a:lnTo>
                  <a:lnTo>
                    <a:pt x="71" y="40"/>
                  </a:lnTo>
                  <a:lnTo>
                    <a:pt x="74" y="42"/>
                  </a:lnTo>
                  <a:lnTo>
                    <a:pt x="78" y="42"/>
                  </a:lnTo>
                  <a:lnTo>
                    <a:pt x="78" y="45"/>
                  </a:lnTo>
                  <a:lnTo>
                    <a:pt x="78" y="45"/>
                  </a:lnTo>
                  <a:lnTo>
                    <a:pt x="81" y="47"/>
                  </a:lnTo>
                  <a:lnTo>
                    <a:pt x="81" y="47"/>
                  </a:lnTo>
                  <a:lnTo>
                    <a:pt x="83" y="47"/>
                  </a:lnTo>
                  <a:lnTo>
                    <a:pt x="83" y="49"/>
                  </a:lnTo>
                  <a:lnTo>
                    <a:pt x="85" y="49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85" y="52"/>
                  </a:lnTo>
                  <a:lnTo>
                    <a:pt x="88" y="56"/>
                  </a:lnTo>
                  <a:lnTo>
                    <a:pt x="88" y="59"/>
                  </a:lnTo>
                  <a:lnTo>
                    <a:pt x="90" y="59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1"/>
                  </a:lnTo>
                  <a:lnTo>
                    <a:pt x="88" y="64"/>
                  </a:lnTo>
                  <a:lnTo>
                    <a:pt x="90" y="64"/>
                  </a:lnTo>
                  <a:lnTo>
                    <a:pt x="92" y="66"/>
                  </a:lnTo>
                  <a:lnTo>
                    <a:pt x="92" y="68"/>
                  </a:lnTo>
                  <a:lnTo>
                    <a:pt x="95" y="71"/>
                  </a:lnTo>
                  <a:lnTo>
                    <a:pt x="95" y="73"/>
                  </a:lnTo>
                  <a:lnTo>
                    <a:pt x="92" y="75"/>
                  </a:lnTo>
                  <a:lnTo>
                    <a:pt x="92" y="80"/>
                  </a:lnTo>
                  <a:lnTo>
                    <a:pt x="90" y="85"/>
                  </a:lnTo>
                  <a:lnTo>
                    <a:pt x="88" y="85"/>
                  </a:lnTo>
                  <a:lnTo>
                    <a:pt x="85" y="85"/>
                  </a:lnTo>
                  <a:lnTo>
                    <a:pt x="83" y="85"/>
                  </a:lnTo>
                  <a:lnTo>
                    <a:pt x="81" y="82"/>
                  </a:lnTo>
                  <a:lnTo>
                    <a:pt x="83" y="80"/>
                  </a:lnTo>
                  <a:lnTo>
                    <a:pt x="83" y="80"/>
                  </a:lnTo>
                  <a:lnTo>
                    <a:pt x="85" y="78"/>
                  </a:lnTo>
                  <a:lnTo>
                    <a:pt x="85" y="75"/>
                  </a:lnTo>
                  <a:lnTo>
                    <a:pt x="83" y="73"/>
                  </a:lnTo>
                  <a:lnTo>
                    <a:pt x="81" y="73"/>
                  </a:lnTo>
                  <a:lnTo>
                    <a:pt x="78" y="75"/>
                  </a:lnTo>
                  <a:lnTo>
                    <a:pt x="74" y="75"/>
                  </a:lnTo>
                  <a:lnTo>
                    <a:pt x="74" y="75"/>
                  </a:lnTo>
                  <a:lnTo>
                    <a:pt x="74" y="75"/>
                  </a:lnTo>
                  <a:lnTo>
                    <a:pt x="69" y="75"/>
                  </a:lnTo>
                  <a:lnTo>
                    <a:pt x="57" y="75"/>
                  </a:lnTo>
                  <a:lnTo>
                    <a:pt x="52" y="78"/>
                  </a:lnTo>
                  <a:lnTo>
                    <a:pt x="48" y="80"/>
                  </a:lnTo>
                  <a:lnTo>
                    <a:pt x="45" y="80"/>
                  </a:lnTo>
                  <a:lnTo>
                    <a:pt x="43" y="80"/>
                  </a:lnTo>
                  <a:lnTo>
                    <a:pt x="38" y="75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36" y="73"/>
                  </a:lnTo>
                  <a:lnTo>
                    <a:pt x="36" y="71"/>
                  </a:lnTo>
                  <a:lnTo>
                    <a:pt x="40" y="66"/>
                  </a:lnTo>
                  <a:lnTo>
                    <a:pt x="45" y="61"/>
                  </a:lnTo>
                  <a:lnTo>
                    <a:pt x="45" y="59"/>
                  </a:lnTo>
                  <a:lnTo>
                    <a:pt x="48" y="64"/>
                  </a:lnTo>
                  <a:lnTo>
                    <a:pt x="52" y="64"/>
                  </a:lnTo>
                  <a:lnTo>
                    <a:pt x="55" y="61"/>
                  </a:lnTo>
                  <a:lnTo>
                    <a:pt x="55" y="59"/>
                  </a:lnTo>
                  <a:lnTo>
                    <a:pt x="55" y="56"/>
                  </a:lnTo>
                  <a:lnTo>
                    <a:pt x="52" y="54"/>
                  </a:lnTo>
                  <a:lnTo>
                    <a:pt x="50" y="52"/>
                  </a:lnTo>
                  <a:lnTo>
                    <a:pt x="50" y="49"/>
                  </a:lnTo>
                  <a:lnTo>
                    <a:pt x="48" y="52"/>
                  </a:lnTo>
                  <a:lnTo>
                    <a:pt x="45" y="52"/>
                  </a:lnTo>
                  <a:lnTo>
                    <a:pt x="43" y="52"/>
                  </a:lnTo>
                  <a:lnTo>
                    <a:pt x="40" y="52"/>
                  </a:lnTo>
                  <a:lnTo>
                    <a:pt x="36" y="54"/>
                  </a:lnTo>
                  <a:lnTo>
                    <a:pt x="36" y="54"/>
                  </a:lnTo>
                  <a:lnTo>
                    <a:pt x="33" y="52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24" y="45"/>
                  </a:lnTo>
                  <a:lnTo>
                    <a:pt x="19" y="42"/>
                  </a:lnTo>
                  <a:lnTo>
                    <a:pt x="17" y="40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4" y="33"/>
                  </a:lnTo>
                  <a:lnTo>
                    <a:pt x="14" y="30"/>
                  </a:lnTo>
                  <a:lnTo>
                    <a:pt x="14" y="30"/>
                  </a:lnTo>
                  <a:lnTo>
                    <a:pt x="14" y="28"/>
                  </a:lnTo>
                  <a:lnTo>
                    <a:pt x="12" y="26"/>
                  </a:lnTo>
                  <a:lnTo>
                    <a:pt x="10" y="23"/>
                  </a:lnTo>
                  <a:lnTo>
                    <a:pt x="3" y="19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3" y="9"/>
                  </a:lnTo>
                  <a:lnTo>
                    <a:pt x="3" y="7"/>
                  </a:lnTo>
                  <a:lnTo>
                    <a:pt x="10" y="0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33" y="4"/>
                  </a:lnTo>
                  <a:lnTo>
                    <a:pt x="43" y="7"/>
                  </a:lnTo>
                  <a:lnTo>
                    <a:pt x="45" y="9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48" y="14"/>
                  </a:lnTo>
                  <a:lnTo>
                    <a:pt x="50" y="14"/>
                  </a:lnTo>
                  <a:lnTo>
                    <a:pt x="50" y="1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49" name="Freeform 18"/>
            <p:cNvSpPr>
              <a:spLocks/>
            </p:cNvSpPr>
            <p:nvPr/>
          </p:nvSpPr>
          <p:spPr bwMode="auto">
            <a:xfrm>
              <a:off x="4541" y="1549"/>
              <a:ext cx="28" cy="19"/>
            </a:xfrm>
            <a:custGeom>
              <a:avLst/>
              <a:gdLst>
                <a:gd name="T0" fmla="*/ 26 w 28"/>
                <a:gd name="T1" fmla="*/ 19 h 19"/>
                <a:gd name="T2" fmla="*/ 26 w 28"/>
                <a:gd name="T3" fmla="*/ 19 h 19"/>
                <a:gd name="T4" fmla="*/ 11 w 28"/>
                <a:gd name="T5" fmla="*/ 17 h 19"/>
                <a:gd name="T6" fmla="*/ 9 w 28"/>
                <a:gd name="T7" fmla="*/ 17 h 19"/>
                <a:gd name="T8" fmla="*/ 7 w 28"/>
                <a:gd name="T9" fmla="*/ 14 h 19"/>
                <a:gd name="T10" fmla="*/ 7 w 28"/>
                <a:gd name="T11" fmla="*/ 17 h 19"/>
                <a:gd name="T12" fmla="*/ 4 w 28"/>
                <a:gd name="T13" fmla="*/ 17 h 19"/>
                <a:gd name="T14" fmla="*/ 2 w 28"/>
                <a:gd name="T15" fmla="*/ 17 h 19"/>
                <a:gd name="T16" fmla="*/ 0 w 28"/>
                <a:gd name="T17" fmla="*/ 17 h 19"/>
                <a:gd name="T18" fmla="*/ 0 w 28"/>
                <a:gd name="T19" fmla="*/ 17 h 19"/>
                <a:gd name="T20" fmla="*/ 0 w 28"/>
                <a:gd name="T21" fmla="*/ 14 h 19"/>
                <a:gd name="T22" fmla="*/ 7 w 28"/>
                <a:gd name="T23" fmla="*/ 14 h 19"/>
                <a:gd name="T24" fmla="*/ 9 w 28"/>
                <a:gd name="T25" fmla="*/ 12 h 19"/>
                <a:gd name="T26" fmla="*/ 11 w 28"/>
                <a:gd name="T27" fmla="*/ 9 h 19"/>
                <a:gd name="T28" fmla="*/ 11 w 28"/>
                <a:gd name="T29" fmla="*/ 7 h 19"/>
                <a:gd name="T30" fmla="*/ 14 w 28"/>
                <a:gd name="T31" fmla="*/ 5 h 19"/>
                <a:gd name="T32" fmla="*/ 16 w 28"/>
                <a:gd name="T33" fmla="*/ 2 h 19"/>
                <a:gd name="T34" fmla="*/ 21 w 28"/>
                <a:gd name="T35" fmla="*/ 2 h 19"/>
                <a:gd name="T36" fmla="*/ 23 w 28"/>
                <a:gd name="T37" fmla="*/ 0 h 19"/>
                <a:gd name="T38" fmla="*/ 23 w 28"/>
                <a:gd name="T39" fmla="*/ 5 h 19"/>
                <a:gd name="T40" fmla="*/ 26 w 28"/>
                <a:gd name="T41" fmla="*/ 12 h 19"/>
                <a:gd name="T42" fmla="*/ 28 w 28"/>
                <a:gd name="T43" fmla="*/ 17 h 19"/>
                <a:gd name="T44" fmla="*/ 26 w 28"/>
                <a:gd name="T45" fmla="*/ 19 h 19"/>
                <a:gd name="T46" fmla="*/ 26 w 28"/>
                <a:gd name="T47" fmla="*/ 19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19">
                  <a:moveTo>
                    <a:pt x="26" y="19"/>
                  </a:moveTo>
                  <a:lnTo>
                    <a:pt x="26" y="19"/>
                  </a:lnTo>
                  <a:lnTo>
                    <a:pt x="11" y="17"/>
                  </a:lnTo>
                  <a:lnTo>
                    <a:pt x="9" y="17"/>
                  </a:lnTo>
                  <a:lnTo>
                    <a:pt x="7" y="14"/>
                  </a:lnTo>
                  <a:lnTo>
                    <a:pt x="7" y="17"/>
                  </a:lnTo>
                  <a:lnTo>
                    <a:pt x="4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7" y="14"/>
                  </a:lnTo>
                  <a:lnTo>
                    <a:pt x="9" y="12"/>
                  </a:lnTo>
                  <a:lnTo>
                    <a:pt x="11" y="9"/>
                  </a:lnTo>
                  <a:lnTo>
                    <a:pt x="11" y="7"/>
                  </a:lnTo>
                  <a:lnTo>
                    <a:pt x="14" y="5"/>
                  </a:lnTo>
                  <a:lnTo>
                    <a:pt x="16" y="2"/>
                  </a:lnTo>
                  <a:lnTo>
                    <a:pt x="21" y="2"/>
                  </a:lnTo>
                  <a:lnTo>
                    <a:pt x="23" y="0"/>
                  </a:lnTo>
                  <a:lnTo>
                    <a:pt x="23" y="5"/>
                  </a:lnTo>
                  <a:lnTo>
                    <a:pt x="26" y="12"/>
                  </a:lnTo>
                  <a:lnTo>
                    <a:pt x="28" y="17"/>
                  </a:lnTo>
                  <a:lnTo>
                    <a:pt x="26" y="19"/>
                  </a:lnTo>
                  <a:lnTo>
                    <a:pt x="26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0" name="Freeform 19"/>
            <p:cNvSpPr>
              <a:spLocks/>
            </p:cNvSpPr>
            <p:nvPr/>
          </p:nvSpPr>
          <p:spPr bwMode="auto">
            <a:xfrm>
              <a:off x="5085" y="2295"/>
              <a:ext cx="38" cy="80"/>
            </a:xfrm>
            <a:custGeom>
              <a:avLst/>
              <a:gdLst>
                <a:gd name="T0" fmla="*/ 30 w 38"/>
                <a:gd name="T1" fmla="*/ 80 h 80"/>
                <a:gd name="T2" fmla="*/ 28 w 38"/>
                <a:gd name="T3" fmla="*/ 80 h 80"/>
                <a:gd name="T4" fmla="*/ 26 w 38"/>
                <a:gd name="T5" fmla="*/ 76 h 80"/>
                <a:gd name="T6" fmla="*/ 9 w 38"/>
                <a:gd name="T7" fmla="*/ 73 h 80"/>
                <a:gd name="T8" fmla="*/ 4 w 38"/>
                <a:gd name="T9" fmla="*/ 68 h 80"/>
                <a:gd name="T10" fmla="*/ 4 w 38"/>
                <a:gd name="T11" fmla="*/ 68 h 80"/>
                <a:gd name="T12" fmla="*/ 2 w 38"/>
                <a:gd name="T13" fmla="*/ 66 h 80"/>
                <a:gd name="T14" fmla="*/ 2 w 38"/>
                <a:gd name="T15" fmla="*/ 66 h 80"/>
                <a:gd name="T16" fmla="*/ 2 w 38"/>
                <a:gd name="T17" fmla="*/ 61 h 80"/>
                <a:gd name="T18" fmla="*/ 2 w 38"/>
                <a:gd name="T19" fmla="*/ 59 h 80"/>
                <a:gd name="T20" fmla="*/ 2 w 38"/>
                <a:gd name="T21" fmla="*/ 57 h 80"/>
                <a:gd name="T22" fmla="*/ 2 w 38"/>
                <a:gd name="T23" fmla="*/ 54 h 80"/>
                <a:gd name="T24" fmla="*/ 0 w 38"/>
                <a:gd name="T25" fmla="*/ 54 h 80"/>
                <a:gd name="T26" fmla="*/ 0 w 38"/>
                <a:gd name="T27" fmla="*/ 52 h 80"/>
                <a:gd name="T28" fmla="*/ 0 w 38"/>
                <a:gd name="T29" fmla="*/ 52 h 80"/>
                <a:gd name="T30" fmla="*/ 0 w 38"/>
                <a:gd name="T31" fmla="*/ 49 h 80"/>
                <a:gd name="T32" fmla="*/ 0 w 38"/>
                <a:gd name="T33" fmla="*/ 45 h 80"/>
                <a:gd name="T34" fmla="*/ 0 w 38"/>
                <a:gd name="T35" fmla="*/ 42 h 80"/>
                <a:gd name="T36" fmla="*/ 2 w 38"/>
                <a:gd name="T37" fmla="*/ 40 h 80"/>
                <a:gd name="T38" fmla="*/ 4 w 38"/>
                <a:gd name="T39" fmla="*/ 33 h 80"/>
                <a:gd name="T40" fmla="*/ 7 w 38"/>
                <a:gd name="T41" fmla="*/ 28 h 80"/>
                <a:gd name="T42" fmla="*/ 9 w 38"/>
                <a:gd name="T43" fmla="*/ 19 h 80"/>
                <a:gd name="T44" fmla="*/ 12 w 38"/>
                <a:gd name="T45" fmla="*/ 19 h 80"/>
                <a:gd name="T46" fmla="*/ 12 w 38"/>
                <a:gd name="T47" fmla="*/ 16 h 80"/>
                <a:gd name="T48" fmla="*/ 14 w 38"/>
                <a:gd name="T49" fmla="*/ 16 h 80"/>
                <a:gd name="T50" fmla="*/ 14 w 38"/>
                <a:gd name="T51" fmla="*/ 14 h 80"/>
                <a:gd name="T52" fmla="*/ 14 w 38"/>
                <a:gd name="T53" fmla="*/ 12 h 80"/>
                <a:gd name="T54" fmla="*/ 14 w 38"/>
                <a:gd name="T55" fmla="*/ 9 h 80"/>
                <a:gd name="T56" fmla="*/ 19 w 38"/>
                <a:gd name="T57" fmla="*/ 2 h 80"/>
                <a:gd name="T58" fmla="*/ 21 w 38"/>
                <a:gd name="T59" fmla="*/ 0 h 80"/>
                <a:gd name="T60" fmla="*/ 23 w 38"/>
                <a:gd name="T61" fmla="*/ 0 h 80"/>
                <a:gd name="T62" fmla="*/ 23 w 38"/>
                <a:gd name="T63" fmla="*/ 2 h 80"/>
                <a:gd name="T64" fmla="*/ 26 w 38"/>
                <a:gd name="T65" fmla="*/ 4 h 80"/>
                <a:gd name="T66" fmla="*/ 28 w 38"/>
                <a:gd name="T67" fmla="*/ 7 h 80"/>
                <a:gd name="T68" fmla="*/ 30 w 38"/>
                <a:gd name="T69" fmla="*/ 7 h 80"/>
                <a:gd name="T70" fmla="*/ 30 w 38"/>
                <a:gd name="T71" fmla="*/ 9 h 80"/>
                <a:gd name="T72" fmla="*/ 33 w 38"/>
                <a:gd name="T73" fmla="*/ 19 h 80"/>
                <a:gd name="T74" fmla="*/ 35 w 38"/>
                <a:gd name="T75" fmla="*/ 23 h 80"/>
                <a:gd name="T76" fmla="*/ 35 w 38"/>
                <a:gd name="T77" fmla="*/ 28 h 80"/>
                <a:gd name="T78" fmla="*/ 35 w 38"/>
                <a:gd name="T79" fmla="*/ 45 h 80"/>
                <a:gd name="T80" fmla="*/ 38 w 38"/>
                <a:gd name="T81" fmla="*/ 54 h 80"/>
                <a:gd name="T82" fmla="*/ 38 w 38"/>
                <a:gd name="T83" fmla="*/ 64 h 80"/>
                <a:gd name="T84" fmla="*/ 38 w 38"/>
                <a:gd name="T85" fmla="*/ 66 h 80"/>
                <a:gd name="T86" fmla="*/ 35 w 38"/>
                <a:gd name="T87" fmla="*/ 66 h 80"/>
                <a:gd name="T88" fmla="*/ 33 w 38"/>
                <a:gd name="T89" fmla="*/ 68 h 80"/>
                <a:gd name="T90" fmla="*/ 33 w 38"/>
                <a:gd name="T91" fmla="*/ 68 h 80"/>
                <a:gd name="T92" fmla="*/ 33 w 38"/>
                <a:gd name="T93" fmla="*/ 71 h 80"/>
                <a:gd name="T94" fmla="*/ 30 w 38"/>
                <a:gd name="T95" fmla="*/ 78 h 80"/>
                <a:gd name="T96" fmla="*/ 30 w 38"/>
                <a:gd name="T97" fmla="*/ 80 h 80"/>
                <a:gd name="T98" fmla="*/ 30 w 38"/>
                <a:gd name="T99" fmla="*/ 80 h 80"/>
                <a:gd name="T100" fmla="*/ 30 w 38"/>
                <a:gd name="T101" fmla="*/ 8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" h="80">
                  <a:moveTo>
                    <a:pt x="30" y="80"/>
                  </a:moveTo>
                  <a:lnTo>
                    <a:pt x="28" y="80"/>
                  </a:lnTo>
                  <a:lnTo>
                    <a:pt x="26" y="76"/>
                  </a:lnTo>
                  <a:lnTo>
                    <a:pt x="9" y="73"/>
                  </a:lnTo>
                  <a:lnTo>
                    <a:pt x="4" y="68"/>
                  </a:lnTo>
                  <a:lnTo>
                    <a:pt x="4" y="68"/>
                  </a:lnTo>
                  <a:lnTo>
                    <a:pt x="2" y="66"/>
                  </a:lnTo>
                  <a:lnTo>
                    <a:pt x="2" y="66"/>
                  </a:lnTo>
                  <a:lnTo>
                    <a:pt x="2" y="61"/>
                  </a:lnTo>
                  <a:lnTo>
                    <a:pt x="2" y="59"/>
                  </a:lnTo>
                  <a:lnTo>
                    <a:pt x="2" y="57"/>
                  </a:lnTo>
                  <a:lnTo>
                    <a:pt x="2" y="54"/>
                  </a:lnTo>
                  <a:lnTo>
                    <a:pt x="0" y="54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49"/>
                  </a:lnTo>
                  <a:lnTo>
                    <a:pt x="0" y="45"/>
                  </a:lnTo>
                  <a:lnTo>
                    <a:pt x="0" y="42"/>
                  </a:lnTo>
                  <a:lnTo>
                    <a:pt x="2" y="40"/>
                  </a:lnTo>
                  <a:lnTo>
                    <a:pt x="4" y="33"/>
                  </a:lnTo>
                  <a:lnTo>
                    <a:pt x="7" y="28"/>
                  </a:lnTo>
                  <a:lnTo>
                    <a:pt x="9" y="19"/>
                  </a:lnTo>
                  <a:lnTo>
                    <a:pt x="12" y="19"/>
                  </a:lnTo>
                  <a:lnTo>
                    <a:pt x="12" y="16"/>
                  </a:lnTo>
                  <a:lnTo>
                    <a:pt x="14" y="16"/>
                  </a:lnTo>
                  <a:lnTo>
                    <a:pt x="14" y="14"/>
                  </a:lnTo>
                  <a:lnTo>
                    <a:pt x="14" y="12"/>
                  </a:lnTo>
                  <a:lnTo>
                    <a:pt x="14" y="9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3" y="2"/>
                  </a:lnTo>
                  <a:lnTo>
                    <a:pt x="26" y="4"/>
                  </a:lnTo>
                  <a:lnTo>
                    <a:pt x="28" y="7"/>
                  </a:lnTo>
                  <a:lnTo>
                    <a:pt x="30" y="7"/>
                  </a:lnTo>
                  <a:lnTo>
                    <a:pt x="30" y="9"/>
                  </a:lnTo>
                  <a:lnTo>
                    <a:pt x="33" y="19"/>
                  </a:lnTo>
                  <a:lnTo>
                    <a:pt x="35" y="23"/>
                  </a:lnTo>
                  <a:lnTo>
                    <a:pt x="35" y="28"/>
                  </a:lnTo>
                  <a:lnTo>
                    <a:pt x="35" y="45"/>
                  </a:lnTo>
                  <a:lnTo>
                    <a:pt x="38" y="54"/>
                  </a:lnTo>
                  <a:lnTo>
                    <a:pt x="38" y="64"/>
                  </a:lnTo>
                  <a:lnTo>
                    <a:pt x="38" y="66"/>
                  </a:lnTo>
                  <a:lnTo>
                    <a:pt x="35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71"/>
                  </a:lnTo>
                  <a:lnTo>
                    <a:pt x="30" y="78"/>
                  </a:lnTo>
                  <a:lnTo>
                    <a:pt x="30" y="80"/>
                  </a:lnTo>
                  <a:lnTo>
                    <a:pt x="30" y="80"/>
                  </a:lnTo>
                  <a:lnTo>
                    <a:pt x="30" y="8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1" name="Freeform 20"/>
            <p:cNvSpPr>
              <a:spLocks noEditPoints="1"/>
            </p:cNvSpPr>
            <p:nvPr/>
          </p:nvSpPr>
          <p:spPr bwMode="auto">
            <a:xfrm>
              <a:off x="1020" y="1620"/>
              <a:ext cx="317" cy="121"/>
            </a:xfrm>
            <a:custGeom>
              <a:avLst/>
              <a:gdLst>
                <a:gd name="T0" fmla="*/ 258 w 317"/>
                <a:gd name="T1" fmla="*/ 14 h 121"/>
                <a:gd name="T2" fmla="*/ 251 w 317"/>
                <a:gd name="T3" fmla="*/ 19 h 121"/>
                <a:gd name="T4" fmla="*/ 246 w 317"/>
                <a:gd name="T5" fmla="*/ 24 h 121"/>
                <a:gd name="T6" fmla="*/ 265 w 317"/>
                <a:gd name="T7" fmla="*/ 14 h 121"/>
                <a:gd name="T8" fmla="*/ 275 w 317"/>
                <a:gd name="T9" fmla="*/ 14 h 121"/>
                <a:gd name="T10" fmla="*/ 272 w 317"/>
                <a:gd name="T11" fmla="*/ 12 h 121"/>
                <a:gd name="T12" fmla="*/ 317 w 317"/>
                <a:gd name="T13" fmla="*/ 0 h 121"/>
                <a:gd name="T14" fmla="*/ 310 w 317"/>
                <a:gd name="T15" fmla="*/ 0 h 121"/>
                <a:gd name="T16" fmla="*/ 303 w 317"/>
                <a:gd name="T17" fmla="*/ 5 h 121"/>
                <a:gd name="T18" fmla="*/ 296 w 317"/>
                <a:gd name="T19" fmla="*/ 14 h 121"/>
                <a:gd name="T20" fmla="*/ 317 w 317"/>
                <a:gd name="T21" fmla="*/ 2 h 121"/>
                <a:gd name="T22" fmla="*/ 60 w 317"/>
                <a:gd name="T23" fmla="*/ 99 h 121"/>
                <a:gd name="T24" fmla="*/ 52 w 317"/>
                <a:gd name="T25" fmla="*/ 99 h 121"/>
                <a:gd name="T26" fmla="*/ 38 w 317"/>
                <a:gd name="T27" fmla="*/ 102 h 121"/>
                <a:gd name="T28" fmla="*/ 26 w 317"/>
                <a:gd name="T29" fmla="*/ 99 h 121"/>
                <a:gd name="T30" fmla="*/ 29 w 317"/>
                <a:gd name="T31" fmla="*/ 102 h 121"/>
                <a:gd name="T32" fmla="*/ 29 w 317"/>
                <a:gd name="T33" fmla="*/ 104 h 121"/>
                <a:gd name="T34" fmla="*/ 31 w 317"/>
                <a:gd name="T35" fmla="*/ 104 h 121"/>
                <a:gd name="T36" fmla="*/ 29 w 317"/>
                <a:gd name="T37" fmla="*/ 104 h 121"/>
                <a:gd name="T38" fmla="*/ 31 w 317"/>
                <a:gd name="T39" fmla="*/ 107 h 121"/>
                <a:gd name="T40" fmla="*/ 29 w 317"/>
                <a:gd name="T41" fmla="*/ 107 h 121"/>
                <a:gd name="T42" fmla="*/ 26 w 317"/>
                <a:gd name="T43" fmla="*/ 109 h 121"/>
                <a:gd name="T44" fmla="*/ 17 w 317"/>
                <a:gd name="T45" fmla="*/ 114 h 121"/>
                <a:gd name="T46" fmla="*/ 10 w 317"/>
                <a:gd name="T47" fmla="*/ 109 h 121"/>
                <a:gd name="T48" fmla="*/ 7 w 317"/>
                <a:gd name="T49" fmla="*/ 102 h 121"/>
                <a:gd name="T50" fmla="*/ 7 w 317"/>
                <a:gd name="T51" fmla="*/ 97 h 121"/>
                <a:gd name="T52" fmla="*/ 7 w 317"/>
                <a:gd name="T53" fmla="*/ 97 h 121"/>
                <a:gd name="T54" fmla="*/ 7 w 317"/>
                <a:gd name="T55" fmla="*/ 95 h 121"/>
                <a:gd name="T56" fmla="*/ 0 w 317"/>
                <a:gd name="T57" fmla="*/ 97 h 121"/>
                <a:gd name="T58" fmla="*/ 3 w 317"/>
                <a:gd name="T59" fmla="*/ 102 h 121"/>
                <a:gd name="T60" fmla="*/ 7 w 317"/>
                <a:gd name="T61" fmla="*/ 104 h 121"/>
                <a:gd name="T62" fmla="*/ 7 w 317"/>
                <a:gd name="T63" fmla="*/ 111 h 121"/>
                <a:gd name="T64" fmla="*/ 5 w 317"/>
                <a:gd name="T65" fmla="*/ 116 h 121"/>
                <a:gd name="T66" fmla="*/ 7 w 317"/>
                <a:gd name="T67" fmla="*/ 121 h 121"/>
                <a:gd name="T68" fmla="*/ 12 w 317"/>
                <a:gd name="T69" fmla="*/ 121 h 121"/>
                <a:gd name="T70" fmla="*/ 15 w 317"/>
                <a:gd name="T71" fmla="*/ 118 h 121"/>
                <a:gd name="T72" fmla="*/ 15 w 317"/>
                <a:gd name="T73" fmla="*/ 118 h 121"/>
                <a:gd name="T74" fmla="*/ 34 w 317"/>
                <a:gd name="T75" fmla="*/ 121 h 121"/>
                <a:gd name="T76" fmla="*/ 34 w 317"/>
                <a:gd name="T77" fmla="*/ 116 h 121"/>
                <a:gd name="T78" fmla="*/ 36 w 317"/>
                <a:gd name="T79" fmla="*/ 114 h 121"/>
                <a:gd name="T80" fmla="*/ 43 w 317"/>
                <a:gd name="T81" fmla="*/ 111 h 121"/>
                <a:gd name="T82" fmla="*/ 50 w 317"/>
                <a:gd name="T83" fmla="*/ 111 h 121"/>
                <a:gd name="T84" fmla="*/ 62 w 317"/>
                <a:gd name="T85" fmla="*/ 111 h 121"/>
                <a:gd name="T86" fmla="*/ 67 w 317"/>
                <a:gd name="T87" fmla="*/ 104 h 121"/>
                <a:gd name="T88" fmla="*/ 60 w 317"/>
                <a:gd name="T89" fmla="*/ 99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17" h="121">
                  <a:moveTo>
                    <a:pt x="268" y="12"/>
                  </a:moveTo>
                  <a:lnTo>
                    <a:pt x="258" y="14"/>
                  </a:lnTo>
                  <a:lnTo>
                    <a:pt x="254" y="17"/>
                  </a:lnTo>
                  <a:lnTo>
                    <a:pt x="251" y="19"/>
                  </a:lnTo>
                  <a:lnTo>
                    <a:pt x="249" y="21"/>
                  </a:lnTo>
                  <a:lnTo>
                    <a:pt x="246" y="24"/>
                  </a:lnTo>
                  <a:lnTo>
                    <a:pt x="254" y="24"/>
                  </a:lnTo>
                  <a:lnTo>
                    <a:pt x="265" y="14"/>
                  </a:lnTo>
                  <a:lnTo>
                    <a:pt x="272" y="14"/>
                  </a:lnTo>
                  <a:lnTo>
                    <a:pt x="275" y="14"/>
                  </a:lnTo>
                  <a:lnTo>
                    <a:pt x="275" y="14"/>
                  </a:lnTo>
                  <a:lnTo>
                    <a:pt x="272" y="12"/>
                  </a:lnTo>
                  <a:lnTo>
                    <a:pt x="268" y="12"/>
                  </a:lnTo>
                  <a:close/>
                  <a:moveTo>
                    <a:pt x="317" y="0"/>
                  </a:moveTo>
                  <a:lnTo>
                    <a:pt x="313" y="0"/>
                  </a:lnTo>
                  <a:lnTo>
                    <a:pt x="310" y="0"/>
                  </a:lnTo>
                  <a:lnTo>
                    <a:pt x="308" y="2"/>
                  </a:lnTo>
                  <a:lnTo>
                    <a:pt x="303" y="5"/>
                  </a:lnTo>
                  <a:lnTo>
                    <a:pt x="289" y="14"/>
                  </a:lnTo>
                  <a:lnTo>
                    <a:pt x="296" y="14"/>
                  </a:lnTo>
                  <a:lnTo>
                    <a:pt x="303" y="12"/>
                  </a:lnTo>
                  <a:lnTo>
                    <a:pt x="317" y="2"/>
                  </a:lnTo>
                  <a:lnTo>
                    <a:pt x="317" y="0"/>
                  </a:lnTo>
                  <a:close/>
                  <a:moveTo>
                    <a:pt x="60" y="99"/>
                  </a:moveTo>
                  <a:lnTo>
                    <a:pt x="57" y="99"/>
                  </a:lnTo>
                  <a:lnTo>
                    <a:pt x="52" y="99"/>
                  </a:lnTo>
                  <a:lnTo>
                    <a:pt x="43" y="102"/>
                  </a:lnTo>
                  <a:lnTo>
                    <a:pt x="38" y="102"/>
                  </a:lnTo>
                  <a:lnTo>
                    <a:pt x="31" y="99"/>
                  </a:lnTo>
                  <a:lnTo>
                    <a:pt x="26" y="99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1" y="104"/>
                  </a:lnTo>
                  <a:lnTo>
                    <a:pt x="29" y="104"/>
                  </a:lnTo>
                  <a:lnTo>
                    <a:pt x="29" y="104"/>
                  </a:lnTo>
                  <a:lnTo>
                    <a:pt x="31" y="104"/>
                  </a:lnTo>
                  <a:lnTo>
                    <a:pt x="31" y="107"/>
                  </a:lnTo>
                  <a:lnTo>
                    <a:pt x="29" y="104"/>
                  </a:lnTo>
                  <a:lnTo>
                    <a:pt x="31" y="107"/>
                  </a:lnTo>
                  <a:lnTo>
                    <a:pt x="31" y="107"/>
                  </a:lnTo>
                  <a:lnTo>
                    <a:pt x="31" y="107"/>
                  </a:lnTo>
                  <a:lnTo>
                    <a:pt x="29" y="107"/>
                  </a:lnTo>
                  <a:lnTo>
                    <a:pt x="26" y="107"/>
                  </a:lnTo>
                  <a:lnTo>
                    <a:pt x="26" y="109"/>
                  </a:lnTo>
                  <a:lnTo>
                    <a:pt x="22" y="111"/>
                  </a:lnTo>
                  <a:lnTo>
                    <a:pt x="17" y="114"/>
                  </a:lnTo>
                  <a:lnTo>
                    <a:pt x="15" y="114"/>
                  </a:lnTo>
                  <a:lnTo>
                    <a:pt x="10" y="109"/>
                  </a:lnTo>
                  <a:lnTo>
                    <a:pt x="10" y="107"/>
                  </a:lnTo>
                  <a:lnTo>
                    <a:pt x="7" y="102"/>
                  </a:lnTo>
                  <a:lnTo>
                    <a:pt x="5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7" y="97"/>
                  </a:lnTo>
                  <a:lnTo>
                    <a:pt x="10" y="97"/>
                  </a:lnTo>
                  <a:lnTo>
                    <a:pt x="7" y="95"/>
                  </a:lnTo>
                  <a:lnTo>
                    <a:pt x="3" y="95"/>
                  </a:lnTo>
                  <a:lnTo>
                    <a:pt x="0" y="97"/>
                  </a:lnTo>
                  <a:lnTo>
                    <a:pt x="0" y="99"/>
                  </a:lnTo>
                  <a:lnTo>
                    <a:pt x="3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5" y="114"/>
                  </a:lnTo>
                  <a:lnTo>
                    <a:pt x="5" y="116"/>
                  </a:lnTo>
                  <a:lnTo>
                    <a:pt x="5" y="118"/>
                  </a:lnTo>
                  <a:lnTo>
                    <a:pt x="7" y="121"/>
                  </a:lnTo>
                  <a:lnTo>
                    <a:pt x="10" y="121"/>
                  </a:lnTo>
                  <a:lnTo>
                    <a:pt x="12" y="121"/>
                  </a:lnTo>
                  <a:lnTo>
                    <a:pt x="12" y="121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15" y="118"/>
                  </a:lnTo>
                  <a:lnTo>
                    <a:pt x="31" y="121"/>
                  </a:lnTo>
                  <a:lnTo>
                    <a:pt x="34" y="121"/>
                  </a:lnTo>
                  <a:lnTo>
                    <a:pt x="34" y="118"/>
                  </a:lnTo>
                  <a:lnTo>
                    <a:pt x="34" y="116"/>
                  </a:lnTo>
                  <a:lnTo>
                    <a:pt x="34" y="116"/>
                  </a:lnTo>
                  <a:lnTo>
                    <a:pt x="36" y="114"/>
                  </a:lnTo>
                  <a:lnTo>
                    <a:pt x="38" y="111"/>
                  </a:lnTo>
                  <a:lnTo>
                    <a:pt x="43" y="111"/>
                  </a:lnTo>
                  <a:lnTo>
                    <a:pt x="45" y="111"/>
                  </a:lnTo>
                  <a:lnTo>
                    <a:pt x="50" y="111"/>
                  </a:lnTo>
                  <a:lnTo>
                    <a:pt x="57" y="111"/>
                  </a:lnTo>
                  <a:lnTo>
                    <a:pt x="62" y="111"/>
                  </a:lnTo>
                  <a:lnTo>
                    <a:pt x="64" y="109"/>
                  </a:lnTo>
                  <a:lnTo>
                    <a:pt x="67" y="104"/>
                  </a:lnTo>
                  <a:lnTo>
                    <a:pt x="64" y="102"/>
                  </a:lnTo>
                  <a:lnTo>
                    <a:pt x="60" y="9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2" name="Freeform 21"/>
            <p:cNvSpPr>
              <a:spLocks noEditPoints="1"/>
            </p:cNvSpPr>
            <p:nvPr/>
          </p:nvSpPr>
          <p:spPr bwMode="auto">
            <a:xfrm>
              <a:off x="4621" y="1686"/>
              <a:ext cx="69" cy="57"/>
            </a:xfrm>
            <a:custGeom>
              <a:avLst/>
              <a:gdLst>
                <a:gd name="T0" fmla="*/ 69 w 69"/>
                <a:gd name="T1" fmla="*/ 45 h 57"/>
                <a:gd name="T2" fmla="*/ 69 w 69"/>
                <a:gd name="T3" fmla="*/ 43 h 57"/>
                <a:gd name="T4" fmla="*/ 66 w 69"/>
                <a:gd name="T5" fmla="*/ 38 h 57"/>
                <a:gd name="T6" fmla="*/ 64 w 69"/>
                <a:gd name="T7" fmla="*/ 36 h 57"/>
                <a:gd name="T8" fmla="*/ 59 w 69"/>
                <a:gd name="T9" fmla="*/ 36 h 57"/>
                <a:gd name="T10" fmla="*/ 54 w 69"/>
                <a:gd name="T11" fmla="*/ 36 h 57"/>
                <a:gd name="T12" fmla="*/ 52 w 69"/>
                <a:gd name="T13" fmla="*/ 41 h 57"/>
                <a:gd name="T14" fmla="*/ 52 w 69"/>
                <a:gd name="T15" fmla="*/ 50 h 57"/>
                <a:gd name="T16" fmla="*/ 57 w 69"/>
                <a:gd name="T17" fmla="*/ 57 h 57"/>
                <a:gd name="T18" fmla="*/ 64 w 69"/>
                <a:gd name="T19" fmla="*/ 55 h 57"/>
                <a:gd name="T20" fmla="*/ 69 w 69"/>
                <a:gd name="T21" fmla="*/ 55 h 57"/>
                <a:gd name="T22" fmla="*/ 69 w 69"/>
                <a:gd name="T23" fmla="*/ 52 h 57"/>
                <a:gd name="T24" fmla="*/ 69 w 69"/>
                <a:gd name="T25" fmla="*/ 50 h 57"/>
                <a:gd name="T26" fmla="*/ 69 w 69"/>
                <a:gd name="T27" fmla="*/ 50 h 57"/>
                <a:gd name="T28" fmla="*/ 69 w 69"/>
                <a:gd name="T29" fmla="*/ 45 h 57"/>
                <a:gd name="T30" fmla="*/ 45 w 69"/>
                <a:gd name="T31" fmla="*/ 26 h 57"/>
                <a:gd name="T32" fmla="*/ 43 w 69"/>
                <a:gd name="T33" fmla="*/ 24 h 57"/>
                <a:gd name="T34" fmla="*/ 40 w 69"/>
                <a:gd name="T35" fmla="*/ 24 h 57"/>
                <a:gd name="T36" fmla="*/ 38 w 69"/>
                <a:gd name="T37" fmla="*/ 22 h 57"/>
                <a:gd name="T38" fmla="*/ 33 w 69"/>
                <a:gd name="T39" fmla="*/ 12 h 57"/>
                <a:gd name="T40" fmla="*/ 26 w 69"/>
                <a:gd name="T41" fmla="*/ 7 h 57"/>
                <a:gd name="T42" fmla="*/ 5 w 69"/>
                <a:gd name="T43" fmla="*/ 0 h 57"/>
                <a:gd name="T44" fmla="*/ 5 w 69"/>
                <a:gd name="T45" fmla="*/ 0 h 57"/>
                <a:gd name="T46" fmla="*/ 5 w 69"/>
                <a:gd name="T47" fmla="*/ 3 h 57"/>
                <a:gd name="T48" fmla="*/ 2 w 69"/>
                <a:gd name="T49" fmla="*/ 3 h 57"/>
                <a:gd name="T50" fmla="*/ 0 w 69"/>
                <a:gd name="T51" fmla="*/ 5 h 57"/>
                <a:gd name="T52" fmla="*/ 0 w 69"/>
                <a:gd name="T53" fmla="*/ 5 h 57"/>
                <a:gd name="T54" fmla="*/ 0 w 69"/>
                <a:gd name="T55" fmla="*/ 5 h 57"/>
                <a:gd name="T56" fmla="*/ 0 w 69"/>
                <a:gd name="T57" fmla="*/ 5 h 57"/>
                <a:gd name="T58" fmla="*/ 0 w 69"/>
                <a:gd name="T59" fmla="*/ 12 h 57"/>
                <a:gd name="T60" fmla="*/ 5 w 69"/>
                <a:gd name="T61" fmla="*/ 17 h 57"/>
                <a:gd name="T62" fmla="*/ 14 w 69"/>
                <a:gd name="T63" fmla="*/ 22 h 57"/>
                <a:gd name="T64" fmla="*/ 21 w 69"/>
                <a:gd name="T65" fmla="*/ 24 h 57"/>
                <a:gd name="T66" fmla="*/ 24 w 69"/>
                <a:gd name="T67" fmla="*/ 24 h 57"/>
                <a:gd name="T68" fmla="*/ 31 w 69"/>
                <a:gd name="T69" fmla="*/ 22 h 57"/>
                <a:gd name="T70" fmla="*/ 31 w 69"/>
                <a:gd name="T71" fmla="*/ 22 h 57"/>
                <a:gd name="T72" fmla="*/ 36 w 69"/>
                <a:gd name="T73" fmla="*/ 24 h 57"/>
                <a:gd name="T74" fmla="*/ 40 w 69"/>
                <a:gd name="T75" fmla="*/ 26 h 57"/>
                <a:gd name="T76" fmla="*/ 43 w 69"/>
                <a:gd name="T77" fmla="*/ 33 h 57"/>
                <a:gd name="T78" fmla="*/ 45 w 69"/>
                <a:gd name="T79" fmla="*/ 36 h 57"/>
                <a:gd name="T80" fmla="*/ 50 w 69"/>
                <a:gd name="T81" fmla="*/ 33 h 57"/>
                <a:gd name="T82" fmla="*/ 50 w 69"/>
                <a:gd name="T83" fmla="*/ 29 h 57"/>
                <a:gd name="T84" fmla="*/ 45 w 69"/>
                <a:gd name="T85" fmla="*/ 26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" h="57">
                  <a:moveTo>
                    <a:pt x="69" y="45"/>
                  </a:moveTo>
                  <a:lnTo>
                    <a:pt x="69" y="43"/>
                  </a:lnTo>
                  <a:lnTo>
                    <a:pt x="66" y="38"/>
                  </a:lnTo>
                  <a:lnTo>
                    <a:pt x="64" y="36"/>
                  </a:lnTo>
                  <a:lnTo>
                    <a:pt x="59" y="36"/>
                  </a:lnTo>
                  <a:lnTo>
                    <a:pt x="54" y="36"/>
                  </a:lnTo>
                  <a:lnTo>
                    <a:pt x="52" y="41"/>
                  </a:lnTo>
                  <a:lnTo>
                    <a:pt x="52" y="50"/>
                  </a:lnTo>
                  <a:lnTo>
                    <a:pt x="57" y="57"/>
                  </a:lnTo>
                  <a:lnTo>
                    <a:pt x="64" y="55"/>
                  </a:lnTo>
                  <a:lnTo>
                    <a:pt x="69" y="55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69" y="50"/>
                  </a:lnTo>
                  <a:lnTo>
                    <a:pt x="69" y="45"/>
                  </a:lnTo>
                  <a:close/>
                  <a:moveTo>
                    <a:pt x="45" y="26"/>
                  </a:moveTo>
                  <a:lnTo>
                    <a:pt x="43" y="24"/>
                  </a:lnTo>
                  <a:lnTo>
                    <a:pt x="40" y="24"/>
                  </a:lnTo>
                  <a:lnTo>
                    <a:pt x="38" y="22"/>
                  </a:lnTo>
                  <a:lnTo>
                    <a:pt x="33" y="12"/>
                  </a:lnTo>
                  <a:lnTo>
                    <a:pt x="26" y="7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12"/>
                  </a:lnTo>
                  <a:lnTo>
                    <a:pt x="5" y="17"/>
                  </a:lnTo>
                  <a:lnTo>
                    <a:pt x="14" y="22"/>
                  </a:lnTo>
                  <a:lnTo>
                    <a:pt x="21" y="24"/>
                  </a:lnTo>
                  <a:lnTo>
                    <a:pt x="24" y="24"/>
                  </a:lnTo>
                  <a:lnTo>
                    <a:pt x="31" y="22"/>
                  </a:lnTo>
                  <a:lnTo>
                    <a:pt x="31" y="22"/>
                  </a:lnTo>
                  <a:lnTo>
                    <a:pt x="36" y="24"/>
                  </a:lnTo>
                  <a:lnTo>
                    <a:pt x="40" y="26"/>
                  </a:lnTo>
                  <a:lnTo>
                    <a:pt x="43" y="33"/>
                  </a:lnTo>
                  <a:lnTo>
                    <a:pt x="45" y="36"/>
                  </a:lnTo>
                  <a:lnTo>
                    <a:pt x="50" y="33"/>
                  </a:lnTo>
                  <a:lnTo>
                    <a:pt x="50" y="29"/>
                  </a:lnTo>
                  <a:lnTo>
                    <a:pt x="45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3" name="Freeform 22"/>
            <p:cNvSpPr>
              <a:spLocks/>
            </p:cNvSpPr>
            <p:nvPr/>
          </p:nvSpPr>
          <p:spPr bwMode="auto">
            <a:xfrm>
              <a:off x="1621" y="1838"/>
              <a:ext cx="426" cy="151"/>
            </a:xfrm>
            <a:custGeom>
              <a:avLst/>
              <a:gdLst>
                <a:gd name="T0" fmla="*/ 199 w 426"/>
                <a:gd name="T1" fmla="*/ 2 h 151"/>
                <a:gd name="T2" fmla="*/ 218 w 426"/>
                <a:gd name="T3" fmla="*/ 7 h 151"/>
                <a:gd name="T4" fmla="*/ 220 w 426"/>
                <a:gd name="T5" fmla="*/ 7 h 151"/>
                <a:gd name="T6" fmla="*/ 234 w 426"/>
                <a:gd name="T7" fmla="*/ 9 h 151"/>
                <a:gd name="T8" fmla="*/ 253 w 426"/>
                <a:gd name="T9" fmla="*/ 7 h 151"/>
                <a:gd name="T10" fmla="*/ 275 w 426"/>
                <a:gd name="T11" fmla="*/ 7 h 151"/>
                <a:gd name="T12" fmla="*/ 298 w 426"/>
                <a:gd name="T13" fmla="*/ 21 h 151"/>
                <a:gd name="T14" fmla="*/ 305 w 426"/>
                <a:gd name="T15" fmla="*/ 31 h 151"/>
                <a:gd name="T16" fmla="*/ 324 w 426"/>
                <a:gd name="T17" fmla="*/ 33 h 151"/>
                <a:gd name="T18" fmla="*/ 346 w 426"/>
                <a:gd name="T19" fmla="*/ 38 h 151"/>
                <a:gd name="T20" fmla="*/ 350 w 426"/>
                <a:gd name="T21" fmla="*/ 40 h 151"/>
                <a:gd name="T22" fmla="*/ 369 w 426"/>
                <a:gd name="T23" fmla="*/ 42 h 151"/>
                <a:gd name="T24" fmla="*/ 398 w 426"/>
                <a:gd name="T25" fmla="*/ 54 h 151"/>
                <a:gd name="T26" fmla="*/ 417 w 426"/>
                <a:gd name="T27" fmla="*/ 85 h 151"/>
                <a:gd name="T28" fmla="*/ 414 w 426"/>
                <a:gd name="T29" fmla="*/ 97 h 151"/>
                <a:gd name="T30" fmla="*/ 402 w 426"/>
                <a:gd name="T31" fmla="*/ 102 h 151"/>
                <a:gd name="T32" fmla="*/ 398 w 426"/>
                <a:gd name="T33" fmla="*/ 104 h 151"/>
                <a:gd name="T34" fmla="*/ 384 w 426"/>
                <a:gd name="T35" fmla="*/ 104 h 151"/>
                <a:gd name="T36" fmla="*/ 350 w 426"/>
                <a:gd name="T37" fmla="*/ 109 h 151"/>
                <a:gd name="T38" fmla="*/ 343 w 426"/>
                <a:gd name="T39" fmla="*/ 106 h 151"/>
                <a:gd name="T40" fmla="*/ 341 w 426"/>
                <a:gd name="T41" fmla="*/ 102 h 151"/>
                <a:gd name="T42" fmla="*/ 331 w 426"/>
                <a:gd name="T43" fmla="*/ 97 h 151"/>
                <a:gd name="T44" fmla="*/ 315 w 426"/>
                <a:gd name="T45" fmla="*/ 97 h 151"/>
                <a:gd name="T46" fmla="*/ 322 w 426"/>
                <a:gd name="T47" fmla="*/ 95 h 151"/>
                <a:gd name="T48" fmla="*/ 310 w 426"/>
                <a:gd name="T49" fmla="*/ 92 h 151"/>
                <a:gd name="T50" fmla="*/ 294 w 426"/>
                <a:gd name="T51" fmla="*/ 97 h 151"/>
                <a:gd name="T52" fmla="*/ 282 w 426"/>
                <a:gd name="T53" fmla="*/ 123 h 151"/>
                <a:gd name="T54" fmla="*/ 265 w 426"/>
                <a:gd name="T55" fmla="*/ 121 h 151"/>
                <a:gd name="T56" fmla="*/ 263 w 426"/>
                <a:gd name="T57" fmla="*/ 113 h 151"/>
                <a:gd name="T58" fmla="*/ 244 w 426"/>
                <a:gd name="T59" fmla="*/ 118 h 151"/>
                <a:gd name="T60" fmla="*/ 239 w 426"/>
                <a:gd name="T61" fmla="*/ 132 h 151"/>
                <a:gd name="T62" fmla="*/ 239 w 426"/>
                <a:gd name="T63" fmla="*/ 137 h 151"/>
                <a:gd name="T64" fmla="*/ 232 w 426"/>
                <a:gd name="T65" fmla="*/ 140 h 151"/>
                <a:gd name="T66" fmla="*/ 246 w 426"/>
                <a:gd name="T67" fmla="*/ 140 h 151"/>
                <a:gd name="T68" fmla="*/ 239 w 426"/>
                <a:gd name="T69" fmla="*/ 151 h 151"/>
                <a:gd name="T70" fmla="*/ 211 w 426"/>
                <a:gd name="T71" fmla="*/ 132 h 151"/>
                <a:gd name="T72" fmla="*/ 182 w 426"/>
                <a:gd name="T73" fmla="*/ 125 h 151"/>
                <a:gd name="T74" fmla="*/ 159 w 426"/>
                <a:gd name="T75" fmla="*/ 128 h 151"/>
                <a:gd name="T76" fmla="*/ 121 w 426"/>
                <a:gd name="T77" fmla="*/ 128 h 151"/>
                <a:gd name="T78" fmla="*/ 114 w 426"/>
                <a:gd name="T79" fmla="*/ 118 h 151"/>
                <a:gd name="T80" fmla="*/ 109 w 426"/>
                <a:gd name="T81" fmla="*/ 111 h 151"/>
                <a:gd name="T82" fmla="*/ 88 w 426"/>
                <a:gd name="T83" fmla="*/ 102 h 151"/>
                <a:gd name="T84" fmla="*/ 76 w 426"/>
                <a:gd name="T85" fmla="*/ 87 h 151"/>
                <a:gd name="T86" fmla="*/ 71 w 426"/>
                <a:gd name="T87" fmla="*/ 83 h 151"/>
                <a:gd name="T88" fmla="*/ 45 w 426"/>
                <a:gd name="T89" fmla="*/ 71 h 151"/>
                <a:gd name="T90" fmla="*/ 31 w 426"/>
                <a:gd name="T91" fmla="*/ 73 h 151"/>
                <a:gd name="T92" fmla="*/ 22 w 426"/>
                <a:gd name="T93" fmla="*/ 71 h 151"/>
                <a:gd name="T94" fmla="*/ 5 w 426"/>
                <a:gd name="T95" fmla="*/ 66 h 151"/>
                <a:gd name="T96" fmla="*/ 5 w 426"/>
                <a:gd name="T97" fmla="*/ 57 h 151"/>
                <a:gd name="T98" fmla="*/ 5 w 426"/>
                <a:gd name="T99" fmla="*/ 45 h 151"/>
                <a:gd name="T100" fmla="*/ 10 w 426"/>
                <a:gd name="T101" fmla="*/ 38 h 151"/>
                <a:gd name="T102" fmla="*/ 19 w 426"/>
                <a:gd name="T103" fmla="*/ 33 h 151"/>
                <a:gd name="T104" fmla="*/ 38 w 426"/>
                <a:gd name="T105" fmla="*/ 24 h 151"/>
                <a:gd name="T106" fmla="*/ 50 w 426"/>
                <a:gd name="T107" fmla="*/ 21 h 151"/>
                <a:gd name="T108" fmla="*/ 74 w 426"/>
                <a:gd name="T109" fmla="*/ 19 h 151"/>
                <a:gd name="T110" fmla="*/ 76 w 426"/>
                <a:gd name="T111" fmla="*/ 14 h 151"/>
                <a:gd name="T112" fmla="*/ 88 w 426"/>
                <a:gd name="T113" fmla="*/ 2 h 151"/>
                <a:gd name="T114" fmla="*/ 152 w 426"/>
                <a:gd name="T115" fmla="*/ 2 h 151"/>
                <a:gd name="T116" fmla="*/ 178 w 426"/>
                <a:gd name="T117" fmla="*/ 2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26" h="151">
                  <a:moveTo>
                    <a:pt x="178" y="2"/>
                  </a:moveTo>
                  <a:lnTo>
                    <a:pt x="182" y="5"/>
                  </a:lnTo>
                  <a:lnTo>
                    <a:pt x="187" y="2"/>
                  </a:lnTo>
                  <a:lnTo>
                    <a:pt x="199" y="2"/>
                  </a:lnTo>
                  <a:lnTo>
                    <a:pt x="208" y="2"/>
                  </a:lnTo>
                  <a:lnTo>
                    <a:pt x="216" y="5"/>
                  </a:lnTo>
                  <a:lnTo>
                    <a:pt x="216" y="5"/>
                  </a:lnTo>
                  <a:lnTo>
                    <a:pt x="218" y="7"/>
                  </a:lnTo>
                  <a:lnTo>
                    <a:pt x="218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20" y="7"/>
                  </a:lnTo>
                  <a:lnTo>
                    <a:pt x="230" y="7"/>
                  </a:lnTo>
                  <a:lnTo>
                    <a:pt x="230" y="7"/>
                  </a:lnTo>
                  <a:lnTo>
                    <a:pt x="234" y="9"/>
                  </a:lnTo>
                  <a:lnTo>
                    <a:pt x="234" y="9"/>
                  </a:lnTo>
                  <a:lnTo>
                    <a:pt x="242" y="9"/>
                  </a:lnTo>
                  <a:lnTo>
                    <a:pt x="251" y="7"/>
                  </a:lnTo>
                  <a:lnTo>
                    <a:pt x="253" y="7"/>
                  </a:lnTo>
                  <a:lnTo>
                    <a:pt x="258" y="9"/>
                  </a:lnTo>
                  <a:lnTo>
                    <a:pt x="261" y="9"/>
                  </a:lnTo>
                  <a:lnTo>
                    <a:pt x="272" y="7"/>
                  </a:lnTo>
                  <a:lnTo>
                    <a:pt x="275" y="7"/>
                  </a:lnTo>
                  <a:lnTo>
                    <a:pt x="279" y="9"/>
                  </a:lnTo>
                  <a:lnTo>
                    <a:pt x="282" y="12"/>
                  </a:lnTo>
                  <a:lnTo>
                    <a:pt x="294" y="19"/>
                  </a:lnTo>
                  <a:lnTo>
                    <a:pt x="298" y="21"/>
                  </a:lnTo>
                  <a:lnTo>
                    <a:pt x="301" y="26"/>
                  </a:lnTo>
                  <a:lnTo>
                    <a:pt x="303" y="28"/>
                  </a:lnTo>
                  <a:lnTo>
                    <a:pt x="303" y="28"/>
                  </a:lnTo>
                  <a:lnTo>
                    <a:pt x="305" y="31"/>
                  </a:lnTo>
                  <a:lnTo>
                    <a:pt x="308" y="31"/>
                  </a:lnTo>
                  <a:lnTo>
                    <a:pt x="320" y="31"/>
                  </a:lnTo>
                  <a:lnTo>
                    <a:pt x="322" y="31"/>
                  </a:lnTo>
                  <a:lnTo>
                    <a:pt x="324" y="33"/>
                  </a:lnTo>
                  <a:lnTo>
                    <a:pt x="329" y="35"/>
                  </a:lnTo>
                  <a:lnTo>
                    <a:pt x="331" y="38"/>
                  </a:lnTo>
                  <a:lnTo>
                    <a:pt x="336" y="38"/>
                  </a:lnTo>
                  <a:lnTo>
                    <a:pt x="346" y="38"/>
                  </a:lnTo>
                  <a:lnTo>
                    <a:pt x="346" y="38"/>
                  </a:lnTo>
                  <a:lnTo>
                    <a:pt x="348" y="40"/>
                  </a:lnTo>
                  <a:lnTo>
                    <a:pt x="348" y="40"/>
                  </a:lnTo>
                  <a:lnTo>
                    <a:pt x="350" y="40"/>
                  </a:lnTo>
                  <a:lnTo>
                    <a:pt x="365" y="40"/>
                  </a:lnTo>
                  <a:lnTo>
                    <a:pt x="365" y="40"/>
                  </a:lnTo>
                  <a:lnTo>
                    <a:pt x="367" y="42"/>
                  </a:lnTo>
                  <a:lnTo>
                    <a:pt x="369" y="42"/>
                  </a:lnTo>
                  <a:lnTo>
                    <a:pt x="384" y="45"/>
                  </a:lnTo>
                  <a:lnTo>
                    <a:pt x="391" y="47"/>
                  </a:lnTo>
                  <a:lnTo>
                    <a:pt x="391" y="50"/>
                  </a:lnTo>
                  <a:lnTo>
                    <a:pt x="398" y="54"/>
                  </a:lnTo>
                  <a:lnTo>
                    <a:pt x="402" y="61"/>
                  </a:lnTo>
                  <a:lnTo>
                    <a:pt x="410" y="73"/>
                  </a:lnTo>
                  <a:lnTo>
                    <a:pt x="414" y="80"/>
                  </a:lnTo>
                  <a:lnTo>
                    <a:pt x="417" y="85"/>
                  </a:lnTo>
                  <a:lnTo>
                    <a:pt x="421" y="87"/>
                  </a:lnTo>
                  <a:lnTo>
                    <a:pt x="426" y="92"/>
                  </a:lnTo>
                  <a:lnTo>
                    <a:pt x="424" y="92"/>
                  </a:lnTo>
                  <a:lnTo>
                    <a:pt x="414" y="97"/>
                  </a:lnTo>
                  <a:lnTo>
                    <a:pt x="407" y="102"/>
                  </a:lnTo>
                  <a:lnTo>
                    <a:pt x="405" y="104"/>
                  </a:lnTo>
                  <a:lnTo>
                    <a:pt x="400" y="102"/>
                  </a:lnTo>
                  <a:lnTo>
                    <a:pt x="402" y="102"/>
                  </a:lnTo>
                  <a:lnTo>
                    <a:pt x="402" y="102"/>
                  </a:lnTo>
                  <a:lnTo>
                    <a:pt x="402" y="97"/>
                  </a:lnTo>
                  <a:lnTo>
                    <a:pt x="400" y="99"/>
                  </a:lnTo>
                  <a:lnTo>
                    <a:pt x="398" y="104"/>
                  </a:lnTo>
                  <a:lnTo>
                    <a:pt x="393" y="106"/>
                  </a:lnTo>
                  <a:lnTo>
                    <a:pt x="391" y="106"/>
                  </a:lnTo>
                  <a:lnTo>
                    <a:pt x="386" y="104"/>
                  </a:lnTo>
                  <a:lnTo>
                    <a:pt x="384" y="104"/>
                  </a:lnTo>
                  <a:lnTo>
                    <a:pt x="379" y="106"/>
                  </a:lnTo>
                  <a:lnTo>
                    <a:pt x="362" y="109"/>
                  </a:lnTo>
                  <a:lnTo>
                    <a:pt x="353" y="109"/>
                  </a:lnTo>
                  <a:lnTo>
                    <a:pt x="350" y="109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09"/>
                  </a:lnTo>
                  <a:lnTo>
                    <a:pt x="343" y="106"/>
                  </a:lnTo>
                  <a:lnTo>
                    <a:pt x="343" y="104"/>
                  </a:lnTo>
                  <a:lnTo>
                    <a:pt x="343" y="102"/>
                  </a:lnTo>
                  <a:lnTo>
                    <a:pt x="341" y="102"/>
                  </a:lnTo>
                  <a:lnTo>
                    <a:pt x="341" y="102"/>
                  </a:lnTo>
                  <a:lnTo>
                    <a:pt x="339" y="99"/>
                  </a:lnTo>
                  <a:lnTo>
                    <a:pt x="339" y="99"/>
                  </a:lnTo>
                  <a:lnTo>
                    <a:pt x="336" y="97"/>
                  </a:lnTo>
                  <a:lnTo>
                    <a:pt x="331" y="97"/>
                  </a:lnTo>
                  <a:lnTo>
                    <a:pt x="329" y="97"/>
                  </a:lnTo>
                  <a:lnTo>
                    <a:pt x="327" y="95"/>
                  </a:lnTo>
                  <a:lnTo>
                    <a:pt x="322" y="97"/>
                  </a:lnTo>
                  <a:lnTo>
                    <a:pt x="315" y="97"/>
                  </a:lnTo>
                  <a:lnTo>
                    <a:pt x="313" y="99"/>
                  </a:lnTo>
                  <a:lnTo>
                    <a:pt x="303" y="99"/>
                  </a:lnTo>
                  <a:lnTo>
                    <a:pt x="303" y="97"/>
                  </a:lnTo>
                  <a:lnTo>
                    <a:pt x="322" y="95"/>
                  </a:lnTo>
                  <a:lnTo>
                    <a:pt x="320" y="92"/>
                  </a:lnTo>
                  <a:lnTo>
                    <a:pt x="317" y="92"/>
                  </a:lnTo>
                  <a:lnTo>
                    <a:pt x="313" y="92"/>
                  </a:lnTo>
                  <a:lnTo>
                    <a:pt x="310" y="92"/>
                  </a:lnTo>
                  <a:lnTo>
                    <a:pt x="303" y="90"/>
                  </a:lnTo>
                  <a:lnTo>
                    <a:pt x="301" y="87"/>
                  </a:lnTo>
                  <a:lnTo>
                    <a:pt x="296" y="90"/>
                  </a:lnTo>
                  <a:lnTo>
                    <a:pt x="294" y="97"/>
                  </a:lnTo>
                  <a:lnTo>
                    <a:pt x="289" y="116"/>
                  </a:lnTo>
                  <a:lnTo>
                    <a:pt x="287" y="121"/>
                  </a:lnTo>
                  <a:lnTo>
                    <a:pt x="284" y="123"/>
                  </a:lnTo>
                  <a:lnTo>
                    <a:pt x="282" y="123"/>
                  </a:lnTo>
                  <a:lnTo>
                    <a:pt x="279" y="121"/>
                  </a:lnTo>
                  <a:lnTo>
                    <a:pt x="277" y="121"/>
                  </a:lnTo>
                  <a:lnTo>
                    <a:pt x="275" y="121"/>
                  </a:lnTo>
                  <a:lnTo>
                    <a:pt x="265" y="121"/>
                  </a:lnTo>
                  <a:lnTo>
                    <a:pt x="265" y="121"/>
                  </a:lnTo>
                  <a:lnTo>
                    <a:pt x="268" y="118"/>
                  </a:lnTo>
                  <a:lnTo>
                    <a:pt x="265" y="116"/>
                  </a:lnTo>
                  <a:lnTo>
                    <a:pt x="263" y="113"/>
                  </a:lnTo>
                  <a:lnTo>
                    <a:pt x="261" y="111"/>
                  </a:lnTo>
                  <a:lnTo>
                    <a:pt x="258" y="111"/>
                  </a:lnTo>
                  <a:lnTo>
                    <a:pt x="253" y="111"/>
                  </a:lnTo>
                  <a:lnTo>
                    <a:pt x="244" y="118"/>
                  </a:lnTo>
                  <a:lnTo>
                    <a:pt x="242" y="125"/>
                  </a:lnTo>
                  <a:lnTo>
                    <a:pt x="244" y="130"/>
                  </a:lnTo>
                  <a:lnTo>
                    <a:pt x="242" y="130"/>
                  </a:lnTo>
                  <a:lnTo>
                    <a:pt x="239" y="132"/>
                  </a:lnTo>
                  <a:lnTo>
                    <a:pt x="237" y="132"/>
                  </a:lnTo>
                  <a:lnTo>
                    <a:pt x="239" y="135"/>
                  </a:lnTo>
                  <a:lnTo>
                    <a:pt x="239" y="137"/>
                  </a:lnTo>
                  <a:lnTo>
                    <a:pt x="239" y="137"/>
                  </a:lnTo>
                  <a:lnTo>
                    <a:pt x="237" y="137"/>
                  </a:lnTo>
                  <a:lnTo>
                    <a:pt x="234" y="137"/>
                  </a:lnTo>
                  <a:lnTo>
                    <a:pt x="234" y="137"/>
                  </a:lnTo>
                  <a:lnTo>
                    <a:pt x="232" y="140"/>
                  </a:lnTo>
                  <a:lnTo>
                    <a:pt x="234" y="142"/>
                  </a:lnTo>
                  <a:lnTo>
                    <a:pt x="239" y="142"/>
                  </a:lnTo>
                  <a:lnTo>
                    <a:pt x="242" y="142"/>
                  </a:lnTo>
                  <a:lnTo>
                    <a:pt x="246" y="140"/>
                  </a:lnTo>
                  <a:lnTo>
                    <a:pt x="249" y="147"/>
                  </a:lnTo>
                  <a:lnTo>
                    <a:pt x="249" y="149"/>
                  </a:lnTo>
                  <a:lnTo>
                    <a:pt x="244" y="151"/>
                  </a:lnTo>
                  <a:lnTo>
                    <a:pt x="239" y="151"/>
                  </a:lnTo>
                  <a:lnTo>
                    <a:pt x="237" y="151"/>
                  </a:lnTo>
                  <a:lnTo>
                    <a:pt x="232" y="151"/>
                  </a:lnTo>
                  <a:lnTo>
                    <a:pt x="216" y="137"/>
                  </a:lnTo>
                  <a:lnTo>
                    <a:pt x="211" y="132"/>
                  </a:lnTo>
                  <a:lnTo>
                    <a:pt x="197" y="125"/>
                  </a:lnTo>
                  <a:lnTo>
                    <a:pt x="192" y="125"/>
                  </a:lnTo>
                  <a:lnTo>
                    <a:pt x="187" y="125"/>
                  </a:lnTo>
                  <a:lnTo>
                    <a:pt x="182" y="125"/>
                  </a:lnTo>
                  <a:lnTo>
                    <a:pt x="180" y="130"/>
                  </a:lnTo>
                  <a:lnTo>
                    <a:pt x="175" y="130"/>
                  </a:lnTo>
                  <a:lnTo>
                    <a:pt x="168" y="128"/>
                  </a:lnTo>
                  <a:lnTo>
                    <a:pt x="159" y="128"/>
                  </a:lnTo>
                  <a:lnTo>
                    <a:pt x="133" y="132"/>
                  </a:lnTo>
                  <a:lnTo>
                    <a:pt x="130" y="132"/>
                  </a:lnTo>
                  <a:lnTo>
                    <a:pt x="128" y="130"/>
                  </a:lnTo>
                  <a:lnTo>
                    <a:pt x="121" y="128"/>
                  </a:lnTo>
                  <a:lnTo>
                    <a:pt x="119" y="125"/>
                  </a:lnTo>
                  <a:lnTo>
                    <a:pt x="119" y="123"/>
                  </a:lnTo>
                  <a:lnTo>
                    <a:pt x="114" y="118"/>
                  </a:lnTo>
                  <a:lnTo>
                    <a:pt x="114" y="118"/>
                  </a:lnTo>
                  <a:lnTo>
                    <a:pt x="114" y="116"/>
                  </a:lnTo>
                  <a:lnTo>
                    <a:pt x="109" y="116"/>
                  </a:lnTo>
                  <a:lnTo>
                    <a:pt x="109" y="113"/>
                  </a:lnTo>
                  <a:lnTo>
                    <a:pt x="109" y="111"/>
                  </a:lnTo>
                  <a:lnTo>
                    <a:pt x="109" y="106"/>
                  </a:lnTo>
                  <a:lnTo>
                    <a:pt x="107" y="102"/>
                  </a:lnTo>
                  <a:lnTo>
                    <a:pt x="102" y="99"/>
                  </a:lnTo>
                  <a:lnTo>
                    <a:pt x="88" y="102"/>
                  </a:lnTo>
                  <a:lnTo>
                    <a:pt x="85" y="99"/>
                  </a:lnTo>
                  <a:lnTo>
                    <a:pt x="81" y="90"/>
                  </a:lnTo>
                  <a:lnTo>
                    <a:pt x="78" y="87"/>
                  </a:lnTo>
                  <a:lnTo>
                    <a:pt x="76" y="87"/>
                  </a:lnTo>
                  <a:lnTo>
                    <a:pt x="74" y="85"/>
                  </a:lnTo>
                  <a:lnTo>
                    <a:pt x="74" y="85"/>
                  </a:lnTo>
                  <a:lnTo>
                    <a:pt x="71" y="85"/>
                  </a:lnTo>
                  <a:lnTo>
                    <a:pt x="71" y="83"/>
                  </a:lnTo>
                  <a:lnTo>
                    <a:pt x="69" y="78"/>
                  </a:lnTo>
                  <a:lnTo>
                    <a:pt x="64" y="71"/>
                  </a:lnTo>
                  <a:lnTo>
                    <a:pt x="59" y="69"/>
                  </a:lnTo>
                  <a:lnTo>
                    <a:pt x="45" y="71"/>
                  </a:lnTo>
                  <a:lnTo>
                    <a:pt x="36" y="69"/>
                  </a:lnTo>
                  <a:lnTo>
                    <a:pt x="33" y="71"/>
                  </a:lnTo>
                  <a:lnTo>
                    <a:pt x="31" y="71"/>
                  </a:lnTo>
                  <a:lnTo>
                    <a:pt x="31" y="73"/>
                  </a:lnTo>
                  <a:lnTo>
                    <a:pt x="29" y="73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22" y="71"/>
                  </a:lnTo>
                  <a:lnTo>
                    <a:pt x="14" y="69"/>
                  </a:lnTo>
                  <a:lnTo>
                    <a:pt x="12" y="69"/>
                  </a:lnTo>
                  <a:lnTo>
                    <a:pt x="7" y="69"/>
                  </a:lnTo>
                  <a:lnTo>
                    <a:pt x="5" y="66"/>
                  </a:lnTo>
                  <a:lnTo>
                    <a:pt x="3" y="64"/>
                  </a:lnTo>
                  <a:lnTo>
                    <a:pt x="0" y="61"/>
                  </a:lnTo>
                  <a:lnTo>
                    <a:pt x="3" y="59"/>
                  </a:lnTo>
                  <a:lnTo>
                    <a:pt x="5" y="57"/>
                  </a:lnTo>
                  <a:lnTo>
                    <a:pt x="5" y="54"/>
                  </a:lnTo>
                  <a:lnTo>
                    <a:pt x="5" y="52"/>
                  </a:lnTo>
                  <a:lnTo>
                    <a:pt x="5" y="45"/>
                  </a:lnTo>
                  <a:lnTo>
                    <a:pt x="5" y="45"/>
                  </a:lnTo>
                  <a:lnTo>
                    <a:pt x="7" y="42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10" y="38"/>
                  </a:lnTo>
                  <a:lnTo>
                    <a:pt x="12" y="38"/>
                  </a:lnTo>
                  <a:lnTo>
                    <a:pt x="12" y="35"/>
                  </a:lnTo>
                  <a:lnTo>
                    <a:pt x="14" y="33"/>
                  </a:lnTo>
                  <a:lnTo>
                    <a:pt x="19" y="33"/>
                  </a:lnTo>
                  <a:lnTo>
                    <a:pt x="19" y="28"/>
                  </a:lnTo>
                  <a:lnTo>
                    <a:pt x="26" y="21"/>
                  </a:lnTo>
                  <a:lnTo>
                    <a:pt x="31" y="19"/>
                  </a:lnTo>
                  <a:lnTo>
                    <a:pt x="38" y="24"/>
                  </a:lnTo>
                  <a:lnTo>
                    <a:pt x="41" y="19"/>
                  </a:lnTo>
                  <a:lnTo>
                    <a:pt x="43" y="19"/>
                  </a:lnTo>
                  <a:lnTo>
                    <a:pt x="45" y="19"/>
                  </a:lnTo>
                  <a:lnTo>
                    <a:pt x="50" y="21"/>
                  </a:lnTo>
                  <a:lnTo>
                    <a:pt x="64" y="16"/>
                  </a:lnTo>
                  <a:lnTo>
                    <a:pt x="67" y="16"/>
                  </a:lnTo>
                  <a:lnTo>
                    <a:pt x="71" y="19"/>
                  </a:lnTo>
                  <a:lnTo>
                    <a:pt x="74" y="19"/>
                  </a:lnTo>
                  <a:lnTo>
                    <a:pt x="76" y="19"/>
                  </a:lnTo>
                  <a:lnTo>
                    <a:pt x="76" y="16"/>
                  </a:lnTo>
                  <a:lnTo>
                    <a:pt x="76" y="14"/>
                  </a:lnTo>
                  <a:lnTo>
                    <a:pt x="76" y="14"/>
                  </a:lnTo>
                  <a:lnTo>
                    <a:pt x="78" y="12"/>
                  </a:lnTo>
                  <a:lnTo>
                    <a:pt x="81" y="5"/>
                  </a:lnTo>
                  <a:lnTo>
                    <a:pt x="83" y="2"/>
                  </a:lnTo>
                  <a:lnTo>
                    <a:pt x="88" y="2"/>
                  </a:lnTo>
                  <a:lnTo>
                    <a:pt x="95" y="0"/>
                  </a:lnTo>
                  <a:lnTo>
                    <a:pt x="102" y="0"/>
                  </a:lnTo>
                  <a:lnTo>
                    <a:pt x="133" y="2"/>
                  </a:lnTo>
                  <a:lnTo>
                    <a:pt x="152" y="2"/>
                  </a:lnTo>
                  <a:lnTo>
                    <a:pt x="159" y="2"/>
                  </a:lnTo>
                  <a:lnTo>
                    <a:pt x="173" y="2"/>
                  </a:lnTo>
                  <a:lnTo>
                    <a:pt x="178" y="2"/>
                  </a:lnTo>
                  <a:lnTo>
                    <a:pt x="178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4" name="Freeform 23"/>
            <p:cNvSpPr>
              <a:spLocks noEditPoints="1"/>
            </p:cNvSpPr>
            <p:nvPr/>
          </p:nvSpPr>
          <p:spPr bwMode="auto">
            <a:xfrm>
              <a:off x="2362" y="1426"/>
              <a:ext cx="532" cy="436"/>
            </a:xfrm>
            <a:custGeom>
              <a:avLst/>
              <a:gdLst>
                <a:gd name="T0" fmla="*/ 156 w 532"/>
                <a:gd name="T1" fmla="*/ 417 h 436"/>
                <a:gd name="T2" fmla="*/ 139 w 532"/>
                <a:gd name="T3" fmla="*/ 320 h 436"/>
                <a:gd name="T4" fmla="*/ 269 w 532"/>
                <a:gd name="T5" fmla="*/ 12 h 436"/>
                <a:gd name="T6" fmla="*/ 286 w 532"/>
                <a:gd name="T7" fmla="*/ 0 h 436"/>
                <a:gd name="T8" fmla="*/ 217 w 532"/>
                <a:gd name="T9" fmla="*/ 246 h 436"/>
                <a:gd name="T10" fmla="*/ 303 w 532"/>
                <a:gd name="T11" fmla="*/ 272 h 436"/>
                <a:gd name="T12" fmla="*/ 288 w 532"/>
                <a:gd name="T13" fmla="*/ 248 h 436"/>
                <a:gd name="T14" fmla="*/ 217 w 532"/>
                <a:gd name="T15" fmla="*/ 246 h 436"/>
                <a:gd name="T16" fmla="*/ 515 w 532"/>
                <a:gd name="T17" fmla="*/ 322 h 436"/>
                <a:gd name="T18" fmla="*/ 489 w 532"/>
                <a:gd name="T19" fmla="*/ 298 h 436"/>
                <a:gd name="T20" fmla="*/ 513 w 532"/>
                <a:gd name="T21" fmla="*/ 253 h 436"/>
                <a:gd name="T22" fmla="*/ 504 w 532"/>
                <a:gd name="T23" fmla="*/ 208 h 436"/>
                <a:gd name="T24" fmla="*/ 513 w 532"/>
                <a:gd name="T25" fmla="*/ 175 h 436"/>
                <a:gd name="T26" fmla="*/ 499 w 532"/>
                <a:gd name="T27" fmla="*/ 123 h 436"/>
                <a:gd name="T28" fmla="*/ 487 w 532"/>
                <a:gd name="T29" fmla="*/ 52 h 436"/>
                <a:gd name="T30" fmla="*/ 478 w 532"/>
                <a:gd name="T31" fmla="*/ 61 h 436"/>
                <a:gd name="T32" fmla="*/ 468 w 532"/>
                <a:gd name="T33" fmla="*/ 52 h 436"/>
                <a:gd name="T34" fmla="*/ 435 w 532"/>
                <a:gd name="T35" fmla="*/ 57 h 436"/>
                <a:gd name="T36" fmla="*/ 407 w 532"/>
                <a:gd name="T37" fmla="*/ 54 h 436"/>
                <a:gd name="T38" fmla="*/ 381 w 532"/>
                <a:gd name="T39" fmla="*/ 52 h 436"/>
                <a:gd name="T40" fmla="*/ 383 w 532"/>
                <a:gd name="T41" fmla="*/ 61 h 436"/>
                <a:gd name="T42" fmla="*/ 364 w 532"/>
                <a:gd name="T43" fmla="*/ 47 h 436"/>
                <a:gd name="T44" fmla="*/ 291 w 532"/>
                <a:gd name="T45" fmla="*/ 28 h 436"/>
                <a:gd name="T46" fmla="*/ 246 w 532"/>
                <a:gd name="T47" fmla="*/ 38 h 436"/>
                <a:gd name="T48" fmla="*/ 213 w 532"/>
                <a:gd name="T49" fmla="*/ 43 h 436"/>
                <a:gd name="T50" fmla="*/ 170 w 532"/>
                <a:gd name="T51" fmla="*/ 76 h 436"/>
                <a:gd name="T52" fmla="*/ 201 w 532"/>
                <a:gd name="T53" fmla="*/ 102 h 436"/>
                <a:gd name="T54" fmla="*/ 234 w 532"/>
                <a:gd name="T55" fmla="*/ 97 h 436"/>
                <a:gd name="T56" fmla="*/ 298 w 532"/>
                <a:gd name="T57" fmla="*/ 118 h 436"/>
                <a:gd name="T58" fmla="*/ 312 w 532"/>
                <a:gd name="T59" fmla="*/ 130 h 436"/>
                <a:gd name="T60" fmla="*/ 305 w 532"/>
                <a:gd name="T61" fmla="*/ 140 h 436"/>
                <a:gd name="T62" fmla="*/ 305 w 532"/>
                <a:gd name="T63" fmla="*/ 161 h 436"/>
                <a:gd name="T64" fmla="*/ 317 w 532"/>
                <a:gd name="T65" fmla="*/ 185 h 436"/>
                <a:gd name="T66" fmla="*/ 338 w 532"/>
                <a:gd name="T67" fmla="*/ 230 h 436"/>
                <a:gd name="T68" fmla="*/ 385 w 532"/>
                <a:gd name="T69" fmla="*/ 265 h 436"/>
                <a:gd name="T70" fmla="*/ 404 w 532"/>
                <a:gd name="T71" fmla="*/ 296 h 436"/>
                <a:gd name="T72" fmla="*/ 390 w 532"/>
                <a:gd name="T73" fmla="*/ 298 h 436"/>
                <a:gd name="T74" fmla="*/ 310 w 532"/>
                <a:gd name="T75" fmla="*/ 329 h 436"/>
                <a:gd name="T76" fmla="*/ 227 w 532"/>
                <a:gd name="T77" fmla="*/ 331 h 436"/>
                <a:gd name="T78" fmla="*/ 154 w 532"/>
                <a:gd name="T79" fmla="*/ 331 h 436"/>
                <a:gd name="T80" fmla="*/ 168 w 532"/>
                <a:gd name="T81" fmla="*/ 322 h 436"/>
                <a:gd name="T82" fmla="*/ 142 w 532"/>
                <a:gd name="T83" fmla="*/ 327 h 436"/>
                <a:gd name="T84" fmla="*/ 123 w 532"/>
                <a:gd name="T85" fmla="*/ 327 h 436"/>
                <a:gd name="T86" fmla="*/ 94 w 532"/>
                <a:gd name="T87" fmla="*/ 322 h 436"/>
                <a:gd name="T88" fmla="*/ 26 w 532"/>
                <a:gd name="T89" fmla="*/ 317 h 436"/>
                <a:gd name="T90" fmla="*/ 7 w 532"/>
                <a:gd name="T91" fmla="*/ 350 h 436"/>
                <a:gd name="T92" fmla="*/ 21 w 532"/>
                <a:gd name="T93" fmla="*/ 388 h 436"/>
                <a:gd name="T94" fmla="*/ 57 w 532"/>
                <a:gd name="T95" fmla="*/ 388 h 436"/>
                <a:gd name="T96" fmla="*/ 101 w 532"/>
                <a:gd name="T97" fmla="*/ 409 h 436"/>
                <a:gd name="T98" fmla="*/ 125 w 532"/>
                <a:gd name="T99" fmla="*/ 436 h 436"/>
                <a:gd name="T100" fmla="*/ 156 w 532"/>
                <a:gd name="T101" fmla="*/ 391 h 436"/>
                <a:gd name="T102" fmla="*/ 163 w 532"/>
                <a:gd name="T103" fmla="*/ 391 h 436"/>
                <a:gd name="T104" fmla="*/ 180 w 532"/>
                <a:gd name="T105" fmla="*/ 388 h 436"/>
                <a:gd name="T106" fmla="*/ 227 w 532"/>
                <a:gd name="T107" fmla="*/ 379 h 436"/>
                <a:gd name="T108" fmla="*/ 291 w 532"/>
                <a:gd name="T109" fmla="*/ 386 h 436"/>
                <a:gd name="T110" fmla="*/ 336 w 532"/>
                <a:gd name="T111" fmla="*/ 381 h 436"/>
                <a:gd name="T112" fmla="*/ 381 w 532"/>
                <a:gd name="T113" fmla="*/ 369 h 436"/>
                <a:gd name="T114" fmla="*/ 523 w 532"/>
                <a:gd name="T115" fmla="*/ 383 h 4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32" h="436">
                  <a:moveTo>
                    <a:pt x="177" y="417"/>
                  </a:moveTo>
                  <a:lnTo>
                    <a:pt x="175" y="417"/>
                  </a:lnTo>
                  <a:lnTo>
                    <a:pt x="170" y="417"/>
                  </a:lnTo>
                  <a:lnTo>
                    <a:pt x="165" y="417"/>
                  </a:lnTo>
                  <a:lnTo>
                    <a:pt x="163" y="417"/>
                  </a:lnTo>
                  <a:lnTo>
                    <a:pt x="163" y="414"/>
                  </a:lnTo>
                  <a:lnTo>
                    <a:pt x="161" y="414"/>
                  </a:lnTo>
                  <a:lnTo>
                    <a:pt x="158" y="417"/>
                  </a:lnTo>
                  <a:lnTo>
                    <a:pt x="158" y="414"/>
                  </a:lnTo>
                  <a:lnTo>
                    <a:pt x="156" y="414"/>
                  </a:lnTo>
                  <a:lnTo>
                    <a:pt x="156" y="417"/>
                  </a:lnTo>
                  <a:lnTo>
                    <a:pt x="156" y="417"/>
                  </a:lnTo>
                  <a:lnTo>
                    <a:pt x="161" y="421"/>
                  </a:lnTo>
                  <a:lnTo>
                    <a:pt x="163" y="424"/>
                  </a:lnTo>
                  <a:lnTo>
                    <a:pt x="168" y="424"/>
                  </a:lnTo>
                  <a:lnTo>
                    <a:pt x="175" y="424"/>
                  </a:lnTo>
                  <a:lnTo>
                    <a:pt x="180" y="421"/>
                  </a:lnTo>
                  <a:lnTo>
                    <a:pt x="182" y="421"/>
                  </a:lnTo>
                  <a:lnTo>
                    <a:pt x="180" y="417"/>
                  </a:lnTo>
                  <a:lnTo>
                    <a:pt x="177" y="417"/>
                  </a:lnTo>
                  <a:close/>
                  <a:moveTo>
                    <a:pt x="132" y="320"/>
                  </a:moveTo>
                  <a:lnTo>
                    <a:pt x="139" y="320"/>
                  </a:lnTo>
                  <a:lnTo>
                    <a:pt x="144" y="317"/>
                  </a:lnTo>
                  <a:lnTo>
                    <a:pt x="142" y="312"/>
                  </a:lnTo>
                  <a:lnTo>
                    <a:pt x="137" y="310"/>
                  </a:lnTo>
                  <a:lnTo>
                    <a:pt x="130" y="310"/>
                  </a:lnTo>
                  <a:lnTo>
                    <a:pt x="128" y="312"/>
                  </a:lnTo>
                  <a:lnTo>
                    <a:pt x="128" y="317"/>
                  </a:lnTo>
                  <a:lnTo>
                    <a:pt x="132" y="320"/>
                  </a:lnTo>
                  <a:close/>
                  <a:moveTo>
                    <a:pt x="260" y="12"/>
                  </a:moveTo>
                  <a:lnTo>
                    <a:pt x="265" y="12"/>
                  </a:lnTo>
                  <a:lnTo>
                    <a:pt x="269" y="14"/>
                  </a:lnTo>
                  <a:lnTo>
                    <a:pt x="269" y="12"/>
                  </a:lnTo>
                  <a:lnTo>
                    <a:pt x="272" y="12"/>
                  </a:lnTo>
                  <a:lnTo>
                    <a:pt x="274" y="12"/>
                  </a:lnTo>
                  <a:lnTo>
                    <a:pt x="279" y="12"/>
                  </a:lnTo>
                  <a:lnTo>
                    <a:pt x="288" y="12"/>
                  </a:lnTo>
                  <a:lnTo>
                    <a:pt x="295" y="14"/>
                  </a:lnTo>
                  <a:lnTo>
                    <a:pt x="312" y="14"/>
                  </a:lnTo>
                  <a:lnTo>
                    <a:pt x="314" y="16"/>
                  </a:lnTo>
                  <a:lnTo>
                    <a:pt x="317" y="12"/>
                  </a:lnTo>
                  <a:lnTo>
                    <a:pt x="307" y="7"/>
                  </a:lnTo>
                  <a:lnTo>
                    <a:pt x="288" y="2"/>
                  </a:lnTo>
                  <a:lnTo>
                    <a:pt x="286" y="0"/>
                  </a:lnTo>
                  <a:lnTo>
                    <a:pt x="281" y="0"/>
                  </a:lnTo>
                  <a:lnTo>
                    <a:pt x="279" y="0"/>
                  </a:lnTo>
                  <a:lnTo>
                    <a:pt x="272" y="0"/>
                  </a:lnTo>
                  <a:lnTo>
                    <a:pt x="262" y="2"/>
                  </a:lnTo>
                  <a:lnTo>
                    <a:pt x="255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3" y="7"/>
                  </a:lnTo>
                  <a:lnTo>
                    <a:pt x="255" y="9"/>
                  </a:lnTo>
                  <a:lnTo>
                    <a:pt x="260" y="12"/>
                  </a:lnTo>
                  <a:close/>
                  <a:moveTo>
                    <a:pt x="217" y="246"/>
                  </a:moveTo>
                  <a:lnTo>
                    <a:pt x="217" y="248"/>
                  </a:lnTo>
                  <a:lnTo>
                    <a:pt x="220" y="248"/>
                  </a:lnTo>
                  <a:lnTo>
                    <a:pt x="222" y="251"/>
                  </a:lnTo>
                  <a:lnTo>
                    <a:pt x="227" y="256"/>
                  </a:lnTo>
                  <a:lnTo>
                    <a:pt x="232" y="258"/>
                  </a:lnTo>
                  <a:lnTo>
                    <a:pt x="251" y="260"/>
                  </a:lnTo>
                  <a:lnTo>
                    <a:pt x="267" y="270"/>
                  </a:lnTo>
                  <a:lnTo>
                    <a:pt x="274" y="270"/>
                  </a:lnTo>
                  <a:lnTo>
                    <a:pt x="281" y="270"/>
                  </a:lnTo>
                  <a:lnTo>
                    <a:pt x="298" y="272"/>
                  </a:lnTo>
                  <a:lnTo>
                    <a:pt x="303" y="272"/>
                  </a:lnTo>
                  <a:lnTo>
                    <a:pt x="303" y="272"/>
                  </a:lnTo>
                  <a:lnTo>
                    <a:pt x="305" y="275"/>
                  </a:lnTo>
                  <a:lnTo>
                    <a:pt x="307" y="277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2" y="272"/>
                  </a:lnTo>
                  <a:lnTo>
                    <a:pt x="312" y="267"/>
                  </a:lnTo>
                  <a:lnTo>
                    <a:pt x="312" y="263"/>
                  </a:lnTo>
                  <a:lnTo>
                    <a:pt x="310" y="258"/>
                  </a:lnTo>
                  <a:lnTo>
                    <a:pt x="303" y="253"/>
                  </a:lnTo>
                  <a:lnTo>
                    <a:pt x="288" y="248"/>
                  </a:lnTo>
                  <a:lnTo>
                    <a:pt x="274" y="241"/>
                  </a:lnTo>
                  <a:lnTo>
                    <a:pt x="260" y="239"/>
                  </a:lnTo>
                  <a:lnTo>
                    <a:pt x="232" y="232"/>
                  </a:lnTo>
                  <a:lnTo>
                    <a:pt x="227" y="232"/>
                  </a:lnTo>
                  <a:lnTo>
                    <a:pt x="225" y="232"/>
                  </a:lnTo>
                  <a:lnTo>
                    <a:pt x="220" y="234"/>
                  </a:lnTo>
                  <a:lnTo>
                    <a:pt x="217" y="237"/>
                  </a:lnTo>
                  <a:lnTo>
                    <a:pt x="215" y="241"/>
                  </a:lnTo>
                  <a:lnTo>
                    <a:pt x="215" y="241"/>
                  </a:lnTo>
                  <a:lnTo>
                    <a:pt x="215" y="244"/>
                  </a:lnTo>
                  <a:lnTo>
                    <a:pt x="217" y="246"/>
                  </a:lnTo>
                  <a:close/>
                  <a:moveTo>
                    <a:pt x="525" y="367"/>
                  </a:moveTo>
                  <a:lnTo>
                    <a:pt x="525" y="364"/>
                  </a:lnTo>
                  <a:lnTo>
                    <a:pt x="523" y="357"/>
                  </a:lnTo>
                  <a:lnTo>
                    <a:pt x="523" y="357"/>
                  </a:lnTo>
                  <a:lnTo>
                    <a:pt x="523" y="353"/>
                  </a:lnTo>
                  <a:lnTo>
                    <a:pt x="523" y="348"/>
                  </a:lnTo>
                  <a:lnTo>
                    <a:pt x="532" y="329"/>
                  </a:lnTo>
                  <a:lnTo>
                    <a:pt x="532" y="329"/>
                  </a:lnTo>
                  <a:lnTo>
                    <a:pt x="530" y="327"/>
                  </a:lnTo>
                  <a:lnTo>
                    <a:pt x="527" y="324"/>
                  </a:lnTo>
                  <a:lnTo>
                    <a:pt x="515" y="322"/>
                  </a:lnTo>
                  <a:lnTo>
                    <a:pt x="508" y="320"/>
                  </a:lnTo>
                  <a:lnTo>
                    <a:pt x="506" y="317"/>
                  </a:lnTo>
                  <a:lnTo>
                    <a:pt x="504" y="312"/>
                  </a:lnTo>
                  <a:lnTo>
                    <a:pt x="501" y="312"/>
                  </a:lnTo>
                  <a:lnTo>
                    <a:pt x="494" y="310"/>
                  </a:lnTo>
                  <a:lnTo>
                    <a:pt x="489" y="310"/>
                  </a:lnTo>
                  <a:lnTo>
                    <a:pt x="489" y="305"/>
                  </a:lnTo>
                  <a:lnTo>
                    <a:pt x="489" y="305"/>
                  </a:lnTo>
                  <a:lnTo>
                    <a:pt x="489" y="303"/>
                  </a:lnTo>
                  <a:lnTo>
                    <a:pt x="492" y="303"/>
                  </a:lnTo>
                  <a:lnTo>
                    <a:pt x="489" y="298"/>
                  </a:lnTo>
                  <a:lnTo>
                    <a:pt x="489" y="298"/>
                  </a:lnTo>
                  <a:lnTo>
                    <a:pt x="471" y="282"/>
                  </a:lnTo>
                  <a:lnTo>
                    <a:pt x="468" y="279"/>
                  </a:lnTo>
                  <a:lnTo>
                    <a:pt x="471" y="277"/>
                  </a:lnTo>
                  <a:lnTo>
                    <a:pt x="478" y="275"/>
                  </a:lnTo>
                  <a:lnTo>
                    <a:pt x="492" y="275"/>
                  </a:lnTo>
                  <a:lnTo>
                    <a:pt x="499" y="270"/>
                  </a:lnTo>
                  <a:lnTo>
                    <a:pt x="501" y="267"/>
                  </a:lnTo>
                  <a:lnTo>
                    <a:pt x="504" y="260"/>
                  </a:lnTo>
                  <a:lnTo>
                    <a:pt x="506" y="258"/>
                  </a:lnTo>
                  <a:lnTo>
                    <a:pt x="513" y="253"/>
                  </a:lnTo>
                  <a:lnTo>
                    <a:pt x="515" y="251"/>
                  </a:lnTo>
                  <a:lnTo>
                    <a:pt x="518" y="246"/>
                  </a:lnTo>
                  <a:lnTo>
                    <a:pt x="518" y="241"/>
                  </a:lnTo>
                  <a:lnTo>
                    <a:pt x="518" y="239"/>
                  </a:lnTo>
                  <a:lnTo>
                    <a:pt x="518" y="234"/>
                  </a:lnTo>
                  <a:lnTo>
                    <a:pt x="515" y="227"/>
                  </a:lnTo>
                  <a:lnTo>
                    <a:pt x="515" y="220"/>
                  </a:lnTo>
                  <a:lnTo>
                    <a:pt x="513" y="215"/>
                  </a:lnTo>
                  <a:lnTo>
                    <a:pt x="511" y="213"/>
                  </a:lnTo>
                  <a:lnTo>
                    <a:pt x="506" y="211"/>
                  </a:lnTo>
                  <a:lnTo>
                    <a:pt x="504" y="208"/>
                  </a:lnTo>
                  <a:lnTo>
                    <a:pt x="501" y="204"/>
                  </a:lnTo>
                  <a:lnTo>
                    <a:pt x="499" y="201"/>
                  </a:lnTo>
                  <a:lnTo>
                    <a:pt x="494" y="204"/>
                  </a:lnTo>
                  <a:lnTo>
                    <a:pt x="489" y="206"/>
                  </a:lnTo>
                  <a:lnTo>
                    <a:pt x="487" y="206"/>
                  </a:lnTo>
                  <a:lnTo>
                    <a:pt x="487" y="201"/>
                  </a:lnTo>
                  <a:lnTo>
                    <a:pt x="489" y="199"/>
                  </a:lnTo>
                  <a:lnTo>
                    <a:pt x="499" y="196"/>
                  </a:lnTo>
                  <a:lnTo>
                    <a:pt x="501" y="194"/>
                  </a:lnTo>
                  <a:lnTo>
                    <a:pt x="508" y="185"/>
                  </a:lnTo>
                  <a:lnTo>
                    <a:pt x="513" y="175"/>
                  </a:lnTo>
                  <a:lnTo>
                    <a:pt x="515" y="173"/>
                  </a:lnTo>
                  <a:lnTo>
                    <a:pt x="520" y="168"/>
                  </a:lnTo>
                  <a:lnTo>
                    <a:pt x="523" y="163"/>
                  </a:lnTo>
                  <a:lnTo>
                    <a:pt x="523" y="159"/>
                  </a:lnTo>
                  <a:lnTo>
                    <a:pt x="523" y="147"/>
                  </a:lnTo>
                  <a:lnTo>
                    <a:pt x="506" y="142"/>
                  </a:lnTo>
                  <a:lnTo>
                    <a:pt x="499" y="135"/>
                  </a:lnTo>
                  <a:lnTo>
                    <a:pt x="494" y="132"/>
                  </a:lnTo>
                  <a:lnTo>
                    <a:pt x="494" y="128"/>
                  </a:lnTo>
                  <a:lnTo>
                    <a:pt x="494" y="125"/>
                  </a:lnTo>
                  <a:lnTo>
                    <a:pt x="499" y="123"/>
                  </a:lnTo>
                  <a:lnTo>
                    <a:pt x="501" y="121"/>
                  </a:lnTo>
                  <a:lnTo>
                    <a:pt x="504" y="114"/>
                  </a:lnTo>
                  <a:lnTo>
                    <a:pt x="504" y="114"/>
                  </a:lnTo>
                  <a:lnTo>
                    <a:pt x="506" y="109"/>
                  </a:lnTo>
                  <a:lnTo>
                    <a:pt x="504" y="99"/>
                  </a:lnTo>
                  <a:lnTo>
                    <a:pt x="501" y="85"/>
                  </a:lnTo>
                  <a:lnTo>
                    <a:pt x="494" y="73"/>
                  </a:lnTo>
                  <a:lnTo>
                    <a:pt x="492" y="69"/>
                  </a:lnTo>
                  <a:lnTo>
                    <a:pt x="492" y="59"/>
                  </a:lnTo>
                  <a:lnTo>
                    <a:pt x="489" y="57"/>
                  </a:lnTo>
                  <a:lnTo>
                    <a:pt x="487" y="52"/>
                  </a:lnTo>
                  <a:lnTo>
                    <a:pt x="485" y="52"/>
                  </a:lnTo>
                  <a:lnTo>
                    <a:pt x="480" y="52"/>
                  </a:lnTo>
                  <a:lnTo>
                    <a:pt x="475" y="52"/>
                  </a:lnTo>
                  <a:lnTo>
                    <a:pt x="473" y="52"/>
                  </a:lnTo>
                  <a:lnTo>
                    <a:pt x="471" y="52"/>
                  </a:lnTo>
                  <a:lnTo>
                    <a:pt x="471" y="54"/>
                  </a:lnTo>
                  <a:lnTo>
                    <a:pt x="473" y="57"/>
                  </a:lnTo>
                  <a:lnTo>
                    <a:pt x="473" y="57"/>
                  </a:lnTo>
                  <a:lnTo>
                    <a:pt x="478" y="57"/>
                  </a:lnTo>
                  <a:lnTo>
                    <a:pt x="480" y="59"/>
                  </a:lnTo>
                  <a:lnTo>
                    <a:pt x="478" y="61"/>
                  </a:lnTo>
                  <a:lnTo>
                    <a:pt x="478" y="64"/>
                  </a:lnTo>
                  <a:lnTo>
                    <a:pt x="475" y="61"/>
                  </a:lnTo>
                  <a:lnTo>
                    <a:pt x="471" y="59"/>
                  </a:lnTo>
                  <a:lnTo>
                    <a:pt x="468" y="59"/>
                  </a:lnTo>
                  <a:lnTo>
                    <a:pt x="466" y="61"/>
                  </a:lnTo>
                  <a:lnTo>
                    <a:pt x="461" y="61"/>
                  </a:lnTo>
                  <a:lnTo>
                    <a:pt x="459" y="59"/>
                  </a:lnTo>
                  <a:lnTo>
                    <a:pt x="466" y="57"/>
                  </a:lnTo>
                  <a:lnTo>
                    <a:pt x="466" y="57"/>
                  </a:lnTo>
                  <a:lnTo>
                    <a:pt x="468" y="57"/>
                  </a:lnTo>
                  <a:lnTo>
                    <a:pt x="468" y="52"/>
                  </a:lnTo>
                  <a:lnTo>
                    <a:pt x="468" y="52"/>
                  </a:lnTo>
                  <a:lnTo>
                    <a:pt x="463" y="52"/>
                  </a:lnTo>
                  <a:lnTo>
                    <a:pt x="454" y="50"/>
                  </a:lnTo>
                  <a:lnTo>
                    <a:pt x="447" y="52"/>
                  </a:lnTo>
                  <a:lnTo>
                    <a:pt x="445" y="54"/>
                  </a:lnTo>
                  <a:lnTo>
                    <a:pt x="442" y="54"/>
                  </a:lnTo>
                  <a:lnTo>
                    <a:pt x="442" y="57"/>
                  </a:lnTo>
                  <a:lnTo>
                    <a:pt x="440" y="59"/>
                  </a:lnTo>
                  <a:lnTo>
                    <a:pt x="440" y="59"/>
                  </a:lnTo>
                  <a:lnTo>
                    <a:pt x="437" y="59"/>
                  </a:lnTo>
                  <a:lnTo>
                    <a:pt x="435" y="57"/>
                  </a:lnTo>
                  <a:lnTo>
                    <a:pt x="433" y="57"/>
                  </a:lnTo>
                  <a:lnTo>
                    <a:pt x="433" y="57"/>
                  </a:lnTo>
                  <a:lnTo>
                    <a:pt x="430" y="54"/>
                  </a:lnTo>
                  <a:lnTo>
                    <a:pt x="430" y="54"/>
                  </a:lnTo>
                  <a:lnTo>
                    <a:pt x="423" y="57"/>
                  </a:lnTo>
                  <a:lnTo>
                    <a:pt x="421" y="54"/>
                  </a:lnTo>
                  <a:lnTo>
                    <a:pt x="419" y="52"/>
                  </a:lnTo>
                  <a:lnTo>
                    <a:pt x="416" y="52"/>
                  </a:lnTo>
                  <a:lnTo>
                    <a:pt x="416" y="52"/>
                  </a:lnTo>
                  <a:lnTo>
                    <a:pt x="414" y="52"/>
                  </a:lnTo>
                  <a:lnTo>
                    <a:pt x="407" y="54"/>
                  </a:lnTo>
                  <a:lnTo>
                    <a:pt x="404" y="54"/>
                  </a:lnTo>
                  <a:lnTo>
                    <a:pt x="402" y="52"/>
                  </a:lnTo>
                  <a:lnTo>
                    <a:pt x="402" y="47"/>
                  </a:lnTo>
                  <a:lnTo>
                    <a:pt x="400" y="47"/>
                  </a:lnTo>
                  <a:lnTo>
                    <a:pt x="395" y="47"/>
                  </a:lnTo>
                  <a:lnTo>
                    <a:pt x="392" y="50"/>
                  </a:lnTo>
                  <a:lnTo>
                    <a:pt x="392" y="52"/>
                  </a:lnTo>
                  <a:lnTo>
                    <a:pt x="390" y="54"/>
                  </a:lnTo>
                  <a:lnTo>
                    <a:pt x="385" y="54"/>
                  </a:lnTo>
                  <a:lnTo>
                    <a:pt x="383" y="52"/>
                  </a:lnTo>
                  <a:lnTo>
                    <a:pt x="381" y="52"/>
                  </a:lnTo>
                  <a:lnTo>
                    <a:pt x="383" y="54"/>
                  </a:lnTo>
                  <a:lnTo>
                    <a:pt x="383" y="54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1" y="57"/>
                  </a:lnTo>
                  <a:lnTo>
                    <a:pt x="381" y="57"/>
                  </a:lnTo>
                  <a:lnTo>
                    <a:pt x="383" y="57"/>
                  </a:lnTo>
                  <a:lnTo>
                    <a:pt x="383" y="57"/>
                  </a:lnTo>
                  <a:lnTo>
                    <a:pt x="385" y="57"/>
                  </a:lnTo>
                  <a:lnTo>
                    <a:pt x="383" y="61"/>
                  </a:lnTo>
                  <a:lnTo>
                    <a:pt x="383" y="61"/>
                  </a:lnTo>
                  <a:lnTo>
                    <a:pt x="383" y="64"/>
                  </a:lnTo>
                  <a:lnTo>
                    <a:pt x="378" y="61"/>
                  </a:lnTo>
                  <a:lnTo>
                    <a:pt x="378" y="61"/>
                  </a:lnTo>
                  <a:lnTo>
                    <a:pt x="376" y="57"/>
                  </a:lnTo>
                  <a:lnTo>
                    <a:pt x="378" y="57"/>
                  </a:lnTo>
                  <a:lnTo>
                    <a:pt x="378" y="57"/>
                  </a:lnTo>
                  <a:lnTo>
                    <a:pt x="378" y="57"/>
                  </a:lnTo>
                  <a:lnTo>
                    <a:pt x="369" y="47"/>
                  </a:lnTo>
                  <a:lnTo>
                    <a:pt x="366" y="45"/>
                  </a:lnTo>
                  <a:lnTo>
                    <a:pt x="364" y="47"/>
                  </a:lnTo>
                  <a:lnTo>
                    <a:pt x="359" y="45"/>
                  </a:lnTo>
                  <a:lnTo>
                    <a:pt x="352" y="45"/>
                  </a:lnTo>
                  <a:lnTo>
                    <a:pt x="350" y="43"/>
                  </a:lnTo>
                  <a:lnTo>
                    <a:pt x="348" y="45"/>
                  </a:lnTo>
                  <a:lnTo>
                    <a:pt x="340" y="43"/>
                  </a:lnTo>
                  <a:lnTo>
                    <a:pt x="336" y="40"/>
                  </a:lnTo>
                  <a:lnTo>
                    <a:pt x="331" y="35"/>
                  </a:lnTo>
                  <a:lnTo>
                    <a:pt x="319" y="33"/>
                  </a:lnTo>
                  <a:lnTo>
                    <a:pt x="314" y="33"/>
                  </a:lnTo>
                  <a:lnTo>
                    <a:pt x="310" y="31"/>
                  </a:lnTo>
                  <a:lnTo>
                    <a:pt x="291" y="28"/>
                  </a:lnTo>
                  <a:lnTo>
                    <a:pt x="284" y="28"/>
                  </a:lnTo>
                  <a:lnTo>
                    <a:pt x="279" y="28"/>
                  </a:lnTo>
                  <a:lnTo>
                    <a:pt x="272" y="31"/>
                  </a:lnTo>
                  <a:lnTo>
                    <a:pt x="267" y="35"/>
                  </a:lnTo>
                  <a:lnTo>
                    <a:pt x="262" y="33"/>
                  </a:lnTo>
                  <a:lnTo>
                    <a:pt x="260" y="35"/>
                  </a:lnTo>
                  <a:lnTo>
                    <a:pt x="255" y="38"/>
                  </a:lnTo>
                  <a:lnTo>
                    <a:pt x="255" y="40"/>
                  </a:lnTo>
                  <a:lnTo>
                    <a:pt x="253" y="38"/>
                  </a:lnTo>
                  <a:lnTo>
                    <a:pt x="251" y="38"/>
                  </a:lnTo>
                  <a:lnTo>
                    <a:pt x="246" y="38"/>
                  </a:lnTo>
                  <a:lnTo>
                    <a:pt x="243" y="38"/>
                  </a:lnTo>
                  <a:lnTo>
                    <a:pt x="241" y="40"/>
                  </a:lnTo>
                  <a:lnTo>
                    <a:pt x="239" y="40"/>
                  </a:lnTo>
                  <a:lnTo>
                    <a:pt x="236" y="40"/>
                  </a:lnTo>
                  <a:lnTo>
                    <a:pt x="234" y="40"/>
                  </a:lnTo>
                  <a:lnTo>
                    <a:pt x="229" y="40"/>
                  </a:lnTo>
                  <a:lnTo>
                    <a:pt x="227" y="40"/>
                  </a:lnTo>
                  <a:lnTo>
                    <a:pt x="222" y="40"/>
                  </a:lnTo>
                  <a:lnTo>
                    <a:pt x="220" y="40"/>
                  </a:lnTo>
                  <a:lnTo>
                    <a:pt x="215" y="38"/>
                  </a:lnTo>
                  <a:lnTo>
                    <a:pt x="213" y="43"/>
                  </a:lnTo>
                  <a:lnTo>
                    <a:pt x="208" y="50"/>
                  </a:lnTo>
                  <a:lnTo>
                    <a:pt x="184" y="61"/>
                  </a:lnTo>
                  <a:lnTo>
                    <a:pt x="182" y="61"/>
                  </a:lnTo>
                  <a:lnTo>
                    <a:pt x="177" y="64"/>
                  </a:lnTo>
                  <a:lnTo>
                    <a:pt x="175" y="64"/>
                  </a:lnTo>
                  <a:lnTo>
                    <a:pt x="170" y="66"/>
                  </a:lnTo>
                  <a:lnTo>
                    <a:pt x="182" y="64"/>
                  </a:lnTo>
                  <a:lnTo>
                    <a:pt x="182" y="66"/>
                  </a:lnTo>
                  <a:lnTo>
                    <a:pt x="172" y="73"/>
                  </a:lnTo>
                  <a:lnTo>
                    <a:pt x="170" y="73"/>
                  </a:lnTo>
                  <a:lnTo>
                    <a:pt x="170" y="76"/>
                  </a:lnTo>
                  <a:lnTo>
                    <a:pt x="163" y="88"/>
                  </a:lnTo>
                  <a:lnTo>
                    <a:pt x="165" y="90"/>
                  </a:lnTo>
                  <a:lnTo>
                    <a:pt x="165" y="92"/>
                  </a:lnTo>
                  <a:lnTo>
                    <a:pt x="168" y="97"/>
                  </a:lnTo>
                  <a:lnTo>
                    <a:pt x="170" y="99"/>
                  </a:lnTo>
                  <a:lnTo>
                    <a:pt x="172" y="99"/>
                  </a:lnTo>
                  <a:lnTo>
                    <a:pt x="175" y="102"/>
                  </a:lnTo>
                  <a:lnTo>
                    <a:pt x="177" y="104"/>
                  </a:lnTo>
                  <a:lnTo>
                    <a:pt x="180" y="104"/>
                  </a:lnTo>
                  <a:lnTo>
                    <a:pt x="182" y="104"/>
                  </a:lnTo>
                  <a:lnTo>
                    <a:pt x="201" y="102"/>
                  </a:lnTo>
                  <a:lnTo>
                    <a:pt x="210" y="99"/>
                  </a:lnTo>
                  <a:lnTo>
                    <a:pt x="213" y="97"/>
                  </a:lnTo>
                  <a:lnTo>
                    <a:pt x="215" y="97"/>
                  </a:lnTo>
                  <a:lnTo>
                    <a:pt x="220" y="99"/>
                  </a:lnTo>
                  <a:lnTo>
                    <a:pt x="225" y="102"/>
                  </a:lnTo>
                  <a:lnTo>
                    <a:pt x="227" y="102"/>
                  </a:lnTo>
                  <a:lnTo>
                    <a:pt x="229" y="102"/>
                  </a:lnTo>
                  <a:lnTo>
                    <a:pt x="229" y="99"/>
                  </a:lnTo>
                  <a:lnTo>
                    <a:pt x="232" y="99"/>
                  </a:lnTo>
                  <a:lnTo>
                    <a:pt x="232" y="97"/>
                  </a:lnTo>
                  <a:lnTo>
                    <a:pt x="234" y="97"/>
                  </a:lnTo>
                  <a:lnTo>
                    <a:pt x="239" y="99"/>
                  </a:lnTo>
                  <a:lnTo>
                    <a:pt x="239" y="99"/>
                  </a:lnTo>
                  <a:lnTo>
                    <a:pt x="253" y="102"/>
                  </a:lnTo>
                  <a:lnTo>
                    <a:pt x="253" y="99"/>
                  </a:lnTo>
                  <a:lnTo>
                    <a:pt x="255" y="99"/>
                  </a:lnTo>
                  <a:lnTo>
                    <a:pt x="262" y="106"/>
                  </a:lnTo>
                  <a:lnTo>
                    <a:pt x="265" y="106"/>
                  </a:lnTo>
                  <a:lnTo>
                    <a:pt x="269" y="106"/>
                  </a:lnTo>
                  <a:lnTo>
                    <a:pt x="281" y="111"/>
                  </a:lnTo>
                  <a:lnTo>
                    <a:pt x="293" y="116"/>
                  </a:lnTo>
                  <a:lnTo>
                    <a:pt x="298" y="118"/>
                  </a:lnTo>
                  <a:lnTo>
                    <a:pt x="300" y="121"/>
                  </a:lnTo>
                  <a:lnTo>
                    <a:pt x="303" y="123"/>
                  </a:lnTo>
                  <a:lnTo>
                    <a:pt x="305" y="125"/>
                  </a:lnTo>
                  <a:lnTo>
                    <a:pt x="314" y="125"/>
                  </a:lnTo>
                  <a:lnTo>
                    <a:pt x="317" y="125"/>
                  </a:lnTo>
                  <a:lnTo>
                    <a:pt x="322" y="132"/>
                  </a:lnTo>
                  <a:lnTo>
                    <a:pt x="319" y="132"/>
                  </a:lnTo>
                  <a:lnTo>
                    <a:pt x="317" y="132"/>
                  </a:lnTo>
                  <a:lnTo>
                    <a:pt x="314" y="130"/>
                  </a:lnTo>
                  <a:lnTo>
                    <a:pt x="314" y="130"/>
                  </a:lnTo>
                  <a:lnTo>
                    <a:pt x="312" y="130"/>
                  </a:lnTo>
                  <a:lnTo>
                    <a:pt x="310" y="130"/>
                  </a:lnTo>
                  <a:lnTo>
                    <a:pt x="312" y="130"/>
                  </a:lnTo>
                  <a:lnTo>
                    <a:pt x="312" y="135"/>
                  </a:lnTo>
                  <a:lnTo>
                    <a:pt x="312" y="137"/>
                  </a:lnTo>
                  <a:lnTo>
                    <a:pt x="312" y="137"/>
                  </a:lnTo>
                  <a:lnTo>
                    <a:pt x="312" y="140"/>
                  </a:lnTo>
                  <a:lnTo>
                    <a:pt x="310" y="140"/>
                  </a:lnTo>
                  <a:lnTo>
                    <a:pt x="307" y="140"/>
                  </a:lnTo>
                  <a:lnTo>
                    <a:pt x="305" y="140"/>
                  </a:lnTo>
                  <a:lnTo>
                    <a:pt x="305" y="137"/>
                  </a:lnTo>
                  <a:lnTo>
                    <a:pt x="305" y="140"/>
                  </a:lnTo>
                  <a:lnTo>
                    <a:pt x="305" y="144"/>
                  </a:lnTo>
                  <a:lnTo>
                    <a:pt x="305" y="149"/>
                  </a:lnTo>
                  <a:lnTo>
                    <a:pt x="307" y="149"/>
                  </a:lnTo>
                  <a:lnTo>
                    <a:pt x="312" y="149"/>
                  </a:lnTo>
                  <a:lnTo>
                    <a:pt x="314" y="151"/>
                  </a:lnTo>
                  <a:lnTo>
                    <a:pt x="317" y="156"/>
                  </a:lnTo>
                  <a:lnTo>
                    <a:pt x="314" y="156"/>
                  </a:lnTo>
                  <a:lnTo>
                    <a:pt x="312" y="156"/>
                  </a:lnTo>
                  <a:lnTo>
                    <a:pt x="310" y="159"/>
                  </a:lnTo>
                  <a:lnTo>
                    <a:pt x="307" y="159"/>
                  </a:lnTo>
                  <a:lnTo>
                    <a:pt x="305" y="161"/>
                  </a:lnTo>
                  <a:lnTo>
                    <a:pt x="305" y="166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68"/>
                  </a:lnTo>
                  <a:lnTo>
                    <a:pt x="303" y="170"/>
                  </a:lnTo>
                  <a:lnTo>
                    <a:pt x="303" y="170"/>
                  </a:lnTo>
                  <a:lnTo>
                    <a:pt x="303" y="173"/>
                  </a:lnTo>
                  <a:lnTo>
                    <a:pt x="310" y="180"/>
                  </a:lnTo>
                  <a:lnTo>
                    <a:pt x="312" y="182"/>
                  </a:lnTo>
                  <a:lnTo>
                    <a:pt x="314" y="185"/>
                  </a:lnTo>
                  <a:lnTo>
                    <a:pt x="317" y="185"/>
                  </a:lnTo>
                  <a:lnTo>
                    <a:pt x="322" y="187"/>
                  </a:lnTo>
                  <a:lnTo>
                    <a:pt x="322" y="192"/>
                  </a:lnTo>
                  <a:lnTo>
                    <a:pt x="322" y="194"/>
                  </a:lnTo>
                  <a:lnTo>
                    <a:pt x="317" y="196"/>
                  </a:lnTo>
                  <a:lnTo>
                    <a:pt x="310" y="196"/>
                  </a:lnTo>
                  <a:lnTo>
                    <a:pt x="303" y="201"/>
                  </a:lnTo>
                  <a:lnTo>
                    <a:pt x="305" y="206"/>
                  </a:lnTo>
                  <a:lnTo>
                    <a:pt x="326" y="225"/>
                  </a:lnTo>
                  <a:lnTo>
                    <a:pt x="331" y="227"/>
                  </a:lnTo>
                  <a:lnTo>
                    <a:pt x="333" y="227"/>
                  </a:lnTo>
                  <a:lnTo>
                    <a:pt x="338" y="230"/>
                  </a:lnTo>
                  <a:lnTo>
                    <a:pt x="343" y="232"/>
                  </a:lnTo>
                  <a:lnTo>
                    <a:pt x="345" y="234"/>
                  </a:lnTo>
                  <a:lnTo>
                    <a:pt x="357" y="248"/>
                  </a:lnTo>
                  <a:lnTo>
                    <a:pt x="359" y="253"/>
                  </a:lnTo>
                  <a:lnTo>
                    <a:pt x="359" y="253"/>
                  </a:lnTo>
                  <a:lnTo>
                    <a:pt x="366" y="258"/>
                  </a:lnTo>
                  <a:lnTo>
                    <a:pt x="371" y="256"/>
                  </a:lnTo>
                  <a:lnTo>
                    <a:pt x="376" y="258"/>
                  </a:lnTo>
                  <a:lnTo>
                    <a:pt x="381" y="263"/>
                  </a:lnTo>
                  <a:lnTo>
                    <a:pt x="383" y="265"/>
                  </a:lnTo>
                  <a:lnTo>
                    <a:pt x="385" y="265"/>
                  </a:lnTo>
                  <a:lnTo>
                    <a:pt x="390" y="265"/>
                  </a:lnTo>
                  <a:lnTo>
                    <a:pt x="392" y="265"/>
                  </a:lnTo>
                  <a:lnTo>
                    <a:pt x="402" y="267"/>
                  </a:lnTo>
                  <a:lnTo>
                    <a:pt x="404" y="270"/>
                  </a:lnTo>
                  <a:lnTo>
                    <a:pt x="407" y="272"/>
                  </a:lnTo>
                  <a:lnTo>
                    <a:pt x="404" y="272"/>
                  </a:lnTo>
                  <a:lnTo>
                    <a:pt x="404" y="275"/>
                  </a:lnTo>
                  <a:lnTo>
                    <a:pt x="402" y="277"/>
                  </a:lnTo>
                  <a:lnTo>
                    <a:pt x="402" y="279"/>
                  </a:lnTo>
                  <a:lnTo>
                    <a:pt x="404" y="291"/>
                  </a:lnTo>
                  <a:lnTo>
                    <a:pt x="404" y="296"/>
                  </a:lnTo>
                  <a:lnTo>
                    <a:pt x="404" y="301"/>
                  </a:lnTo>
                  <a:lnTo>
                    <a:pt x="400" y="301"/>
                  </a:lnTo>
                  <a:lnTo>
                    <a:pt x="400" y="301"/>
                  </a:lnTo>
                  <a:lnTo>
                    <a:pt x="395" y="296"/>
                  </a:lnTo>
                  <a:lnTo>
                    <a:pt x="392" y="296"/>
                  </a:lnTo>
                  <a:lnTo>
                    <a:pt x="392" y="296"/>
                  </a:lnTo>
                  <a:lnTo>
                    <a:pt x="392" y="296"/>
                  </a:lnTo>
                  <a:lnTo>
                    <a:pt x="390" y="296"/>
                  </a:lnTo>
                  <a:lnTo>
                    <a:pt x="390" y="296"/>
                  </a:lnTo>
                  <a:lnTo>
                    <a:pt x="390" y="298"/>
                  </a:lnTo>
                  <a:lnTo>
                    <a:pt x="390" y="298"/>
                  </a:lnTo>
                  <a:lnTo>
                    <a:pt x="388" y="298"/>
                  </a:lnTo>
                  <a:lnTo>
                    <a:pt x="357" y="301"/>
                  </a:lnTo>
                  <a:lnTo>
                    <a:pt x="350" y="303"/>
                  </a:lnTo>
                  <a:lnTo>
                    <a:pt x="348" y="308"/>
                  </a:lnTo>
                  <a:lnTo>
                    <a:pt x="345" y="315"/>
                  </a:lnTo>
                  <a:lnTo>
                    <a:pt x="340" y="322"/>
                  </a:lnTo>
                  <a:lnTo>
                    <a:pt x="336" y="327"/>
                  </a:lnTo>
                  <a:lnTo>
                    <a:pt x="329" y="329"/>
                  </a:lnTo>
                  <a:lnTo>
                    <a:pt x="317" y="329"/>
                  </a:lnTo>
                  <a:lnTo>
                    <a:pt x="312" y="329"/>
                  </a:lnTo>
                  <a:lnTo>
                    <a:pt x="310" y="329"/>
                  </a:lnTo>
                  <a:lnTo>
                    <a:pt x="305" y="331"/>
                  </a:lnTo>
                  <a:lnTo>
                    <a:pt x="300" y="331"/>
                  </a:lnTo>
                  <a:lnTo>
                    <a:pt x="303" y="329"/>
                  </a:lnTo>
                  <a:lnTo>
                    <a:pt x="284" y="327"/>
                  </a:lnTo>
                  <a:lnTo>
                    <a:pt x="267" y="331"/>
                  </a:lnTo>
                  <a:lnTo>
                    <a:pt x="265" y="331"/>
                  </a:lnTo>
                  <a:lnTo>
                    <a:pt x="260" y="331"/>
                  </a:lnTo>
                  <a:lnTo>
                    <a:pt x="258" y="329"/>
                  </a:lnTo>
                  <a:lnTo>
                    <a:pt x="251" y="329"/>
                  </a:lnTo>
                  <a:lnTo>
                    <a:pt x="243" y="329"/>
                  </a:lnTo>
                  <a:lnTo>
                    <a:pt x="227" y="331"/>
                  </a:lnTo>
                  <a:lnTo>
                    <a:pt x="222" y="329"/>
                  </a:lnTo>
                  <a:lnTo>
                    <a:pt x="215" y="327"/>
                  </a:lnTo>
                  <a:lnTo>
                    <a:pt x="210" y="327"/>
                  </a:lnTo>
                  <a:lnTo>
                    <a:pt x="180" y="329"/>
                  </a:lnTo>
                  <a:lnTo>
                    <a:pt x="172" y="329"/>
                  </a:lnTo>
                  <a:lnTo>
                    <a:pt x="165" y="334"/>
                  </a:lnTo>
                  <a:lnTo>
                    <a:pt x="163" y="334"/>
                  </a:lnTo>
                  <a:lnTo>
                    <a:pt x="156" y="336"/>
                  </a:lnTo>
                  <a:lnTo>
                    <a:pt x="154" y="334"/>
                  </a:lnTo>
                  <a:lnTo>
                    <a:pt x="154" y="331"/>
                  </a:lnTo>
                  <a:lnTo>
                    <a:pt x="154" y="331"/>
                  </a:lnTo>
                  <a:lnTo>
                    <a:pt x="151" y="329"/>
                  </a:lnTo>
                  <a:lnTo>
                    <a:pt x="149" y="329"/>
                  </a:lnTo>
                  <a:lnTo>
                    <a:pt x="146" y="329"/>
                  </a:lnTo>
                  <a:lnTo>
                    <a:pt x="144" y="327"/>
                  </a:lnTo>
                  <a:lnTo>
                    <a:pt x="149" y="324"/>
                  </a:lnTo>
                  <a:lnTo>
                    <a:pt x="151" y="324"/>
                  </a:lnTo>
                  <a:lnTo>
                    <a:pt x="156" y="324"/>
                  </a:lnTo>
                  <a:lnTo>
                    <a:pt x="161" y="327"/>
                  </a:lnTo>
                  <a:lnTo>
                    <a:pt x="161" y="324"/>
                  </a:lnTo>
                  <a:lnTo>
                    <a:pt x="165" y="324"/>
                  </a:lnTo>
                  <a:lnTo>
                    <a:pt x="168" y="322"/>
                  </a:lnTo>
                  <a:lnTo>
                    <a:pt x="168" y="317"/>
                  </a:lnTo>
                  <a:lnTo>
                    <a:pt x="161" y="317"/>
                  </a:lnTo>
                  <a:lnTo>
                    <a:pt x="158" y="317"/>
                  </a:lnTo>
                  <a:lnTo>
                    <a:pt x="151" y="322"/>
                  </a:lnTo>
                  <a:lnTo>
                    <a:pt x="149" y="322"/>
                  </a:lnTo>
                  <a:lnTo>
                    <a:pt x="146" y="322"/>
                  </a:lnTo>
                  <a:lnTo>
                    <a:pt x="146" y="322"/>
                  </a:lnTo>
                  <a:lnTo>
                    <a:pt x="144" y="322"/>
                  </a:lnTo>
                  <a:lnTo>
                    <a:pt x="142" y="327"/>
                  </a:lnTo>
                  <a:lnTo>
                    <a:pt x="142" y="327"/>
                  </a:lnTo>
                  <a:lnTo>
                    <a:pt x="142" y="327"/>
                  </a:lnTo>
                  <a:lnTo>
                    <a:pt x="139" y="329"/>
                  </a:lnTo>
                  <a:lnTo>
                    <a:pt x="137" y="329"/>
                  </a:lnTo>
                  <a:lnTo>
                    <a:pt x="137" y="329"/>
                  </a:lnTo>
                  <a:lnTo>
                    <a:pt x="135" y="329"/>
                  </a:lnTo>
                  <a:lnTo>
                    <a:pt x="132" y="329"/>
                  </a:lnTo>
                  <a:lnTo>
                    <a:pt x="130" y="329"/>
                  </a:lnTo>
                  <a:lnTo>
                    <a:pt x="130" y="329"/>
                  </a:lnTo>
                  <a:lnTo>
                    <a:pt x="130" y="331"/>
                  </a:lnTo>
                  <a:lnTo>
                    <a:pt x="128" y="331"/>
                  </a:lnTo>
                  <a:lnTo>
                    <a:pt x="125" y="329"/>
                  </a:lnTo>
                  <a:lnTo>
                    <a:pt x="123" y="327"/>
                  </a:lnTo>
                  <a:lnTo>
                    <a:pt x="120" y="327"/>
                  </a:lnTo>
                  <a:lnTo>
                    <a:pt x="118" y="327"/>
                  </a:lnTo>
                  <a:lnTo>
                    <a:pt x="109" y="327"/>
                  </a:lnTo>
                  <a:lnTo>
                    <a:pt x="106" y="327"/>
                  </a:lnTo>
                  <a:lnTo>
                    <a:pt x="99" y="324"/>
                  </a:lnTo>
                  <a:lnTo>
                    <a:pt x="99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7" y="324"/>
                  </a:lnTo>
                  <a:lnTo>
                    <a:pt x="94" y="322"/>
                  </a:lnTo>
                  <a:lnTo>
                    <a:pt x="94" y="322"/>
                  </a:lnTo>
                  <a:lnTo>
                    <a:pt x="83" y="322"/>
                  </a:lnTo>
                  <a:lnTo>
                    <a:pt x="57" y="315"/>
                  </a:lnTo>
                  <a:lnTo>
                    <a:pt x="49" y="312"/>
                  </a:lnTo>
                  <a:lnTo>
                    <a:pt x="38" y="315"/>
                  </a:lnTo>
                  <a:lnTo>
                    <a:pt x="35" y="315"/>
                  </a:lnTo>
                  <a:lnTo>
                    <a:pt x="33" y="315"/>
                  </a:lnTo>
                  <a:lnTo>
                    <a:pt x="33" y="317"/>
                  </a:lnTo>
                  <a:lnTo>
                    <a:pt x="33" y="320"/>
                  </a:lnTo>
                  <a:lnTo>
                    <a:pt x="31" y="320"/>
                  </a:lnTo>
                  <a:lnTo>
                    <a:pt x="26" y="317"/>
                  </a:lnTo>
                  <a:lnTo>
                    <a:pt x="23" y="320"/>
                  </a:lnTo>
                  <a:lnTo>
                    <a:pt x="14" y="324"/>
                  </a:lnTo>
                  <a:lnTo>
                    <a:pt x="9" y="329"/>
                  </a:lnTo>
                  <a:lnTo>
                    <a:pt x="7" y="329"/>
                  </a:lnTo>
                  <a:lnTo>
                    <a:pt x="7" y="331"/>
                  </a:lnTo>
                  <a:lnTo>
                    <a:pt x="9" y="334"/>
                  </a:lnTo>
                  <a:lnTo>
                    <a:pt x="9" y="336"/>
                  </a:lnTo>
                  <a:lnTo>
                    <a:pt x="12" y="338"/>
                  </a:lnTo>
                  <a:lnTo>
                    <a:pt x="9" y="338"/>
                  </a:lnTo>
                  <a:lnTo>
                    <a:pt x="7" y="341"/>
                  </a:lnTo>
                  <a:lnTo>
                    <a:pt x="7" y="350"/>
                  </a:lnTo>
                  <a:lnTo>
                    <a:pt x="2" y="355"/>
                  </a:lnTo>
                  <a:lnTo>
                    <a:pt x="4" y="355"/>
                  </a:lnTo>
                  <a:lnTo>
                    <a:pt x="4" y="357"/>
                  </a:lnTo>
                  <a:lnTo>
                    <a:pt x="0" y="367"/>
                  </a:lnTo>
                  <a:lnTo>
                    <a:pt x="4" y="372"/>
                  </a:lnTo>
                  <a:lnTo>
                    <a:pt x="7" y="376"/>
                  </a:lnTo>
                  <a:lnTo>
                    <a:pt x="7" y="379"/>
                  </a:lnTo>
                  <a:lnTo>
                    <a:pt x="9" y="383"/>
                  </a:lnTo>
                  <a:lnTo>
                    <a:pt x="16" y="386"/>
                  </a:lnTo>
                  <a:lnTo>
                    <a:pt x="19" y="388"/>
                  </a:lnTo>
                  <a:lnTo>
                    <a:pt x="21" y="388"/>
                  </a:lnTo>
                  <a:lnTo>
                    <a:pt x="23" y="391"/>
                  </a:lnTo>
                  <a:lnTo>
                    <a:pt x="28" y="393"/>
                  </a:lnTo>
                  <a:lnTo>
                    <a:pt x="33" y="393"/>
                  </a:lnTo>
                  <a:lnTo>
                    <a:pt x="35" y="391"/>
                  </a:lnTo>
                  <a:lnTo>
                    <a:pt x="40" y="388"/>
                  </a:lnTo>
                  <a:lnTo>
                    <a:pt x="45" y="386"/>
                  </a:lnTo>
                  <a:lnTo>
                    <a:pt x="47" y="386"/>
                  </a:lnTo>
                  <a:lnTo>
                    <a:pt x="49" y="386"/>
                  </a:lnTo>
                  <a:lnTo>
                    <a:pt x="49" y="386"/>
                  </a:lnTo>
                  <a:lnTo>
                    <a:pt x="57" y="388"/>
                  </a:lnTo>
                  <a:lnTo>
                    <a:pt x="57" y="388"/>
                  </a:lnTo>
                  <a:lnTo>
                    <a:pt x="59" y="388"/>
                  </a:lnTo>
                  <a:lnTo>
                    <a:pt x="61" y="388"/>
                  </a:lnTo>
                  <a:lnTo>
                    <a:pt x="61" y="391"/>
                  </a:lnTo>
                  <a:lnTo>
                    <a:pt x="61" y="393"/>
                  </a:lnTo>
                  <a:lnTo>
                    <a:pt x="64" y="393"/>
                  </a:lnTo>
                  <a:lnTo>
                    <a:pt x="66" y="393"/>
                  </a:lnTo>
                  <a:lnTo>
                    <a:pt x="73" y="395"/>
                  </a:lnTo>
                  <a:lnTo>
                    <a:pt x="75" y="395"/>
                  </a:lnTo>
                  <a:lnTo>
                    <a:pt x="97" y="407"/>
                  </a:lnTo>
                  <a:lnTo>
                    <a:pt x="99" y="409"/>
                  </a:lnTo>
                  <a:lnTo>
                    <a:pt x="101" y="409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1" y="412"/>
                  </a:lnTo>
                  <a:lnTo>
                    <a:pt x="104" y="412"/>
                  </a:lnTo>
                  <a:lnTo>
                    <a:pt x="104" y="414"/>
                  </a:lnTo>
                  <a:lnTo>
                    <a:pt x="104" y="414"/>
                  </a:lnTo>
                  <a:lnTo>
                    <a:pt x="118" y="431"/>
                  </a:lnTo>
                  <a:lnTo>
                    <a:pt x="120" y="433"/>
                  </a:lnTo>
                  <a:lnTo>
                    <a:pt x="123" y="433"/>
                  </a:lnTo>
                  <a:lnTo>
                    <a:pt x="123" y="436"/>
                  </a:lnTo>
                  <a:lnTo>
                    <a:pt x="125" y="436"/>
                  </a:lnTo>
                  <a:lnTo>
                    <a:pt x="139" y="433"/>
                  </a:lnTo>
                  <a:lnTo>
                    <a:pt x="142" y="433"/>
                  </a:lnTo>
                  <a:lnTo>
                    <a:pt x="142" y="431"/>
                  </a:lnTo>
                  <a:lnTo>
                    <a:pt x="139" y="426"/>
                  </a:lnTo>
                  <a:lnTo>
                    <a:pt x="137" y="424"/>
                  </a:lnTo>
                  <a:lnTo>
                    <a:pt x="130" y="417"/>
                  </a:lnTo>
                  <a:lnTo>
                    <a:pt x="132" y="409"/>
                  </a:lnTo>
                  <a:lnTo>
                    <a:pt x="135" y="407"/>
                  </a:lnTo>
                  <a:lnTo>
                    <a:pt x="149" y="400"/>
                  </a:lnTo>
                  <a:lnTo>
                    <a:pt x="156" y="391"/>
                  </a:lnTo>
                  <a:lnTo>
                    <a:pt x="156" y="391"/>
                  </a:lnTo>
                  <a:lnTo>
                    <a:pt x="156" y="391"/>
                  </a:lnTo>
                  <a:lnTo>
                    <a:pt x="156" y="388"/>
                  </a:lnTo>
                  <a:lnTo>
                    <a:pt x="156" y="388"/>
                  </a:lnTo>
                  <a:lnTo>
                    <a:pt x="158" y="388"/>
                  </a:lnTo>
                  <a:lnTo>
                    <a:pt x="158" y="388"/>
                  </a:lnTo>
                  <a:lnTo>
                    <a:pt x="158" y="391"/>
                  </a:lnTo>
                  <a:lnTo>
                    <a:pt x="161" y="388"/>
                  </a:lnTo>
                  <a:lnTo>
                    <a:pt x="163" y="386"/>
                  </a:lnTo>
                  <a:lnTo>
                    <a:pt x="163" y="383"/>
                  </a:lnTo>
                  <a:lnTo>
                    <a:pt x="163" y="388"/>
                  </a:lnTo>
                  <a:lnTo>
                    <a:pt x="163" y="391"/>
                  </a:lnTo>
                  <a:lnTo>
                    <a:pt x="163" y="393"/>
                  </a:lnTo>
                  <a:lnTo>
                    <a:pt x="165" y="391"/>
                  </a:lnTo>
                  <a:lnTo>
                    <a:pt x="165" y="386"/>
                  </a:lnTo>
                  <a:lnTo>
                    <a:pt x="170" y="383"/>
                  </a:lnTo>
                  <a:lnTo>
                    <a:pt x="168" y="388"/>
                  </a:lnTo>
                  <a:lnTo>
                    <a:pt x="170" y="391"/>
                  </a:lnTo>
                  <a:lnTo>
                    <a:pt x="172" y="391"/>
                  </a:lnTo>
                  <a:lnTo>
                    <a:pt x="175" y="388"/>
                  </a:lnTo>
                  <a:lnTo>
                    <a:pt x="175" y="388"/>
                  </a:lnTo>
                  <a:lnTo>
                    <a:pt x="177" y="391"/>
                  </a:lnTo>
                  <a:lnTo>
                    <a:pt x="180" y="388"/>
                  </a:lnTo>
                  <a:lnTo>
                    <a:pt x="180" y="383"/>
                  </a:lnTo>
                  <a:lnTo>
                    <a:pt x="182" y="381"/>
                  </a:lnTo>
                  <a:lnTo>
                    <a:pt x="184" y="381"/>
                  </a:lnTo>
                  <a:lnTo>
                    <a:pt x="187" y="386"/>
                  </a:lnTo>
                  <a:lnTo>
                    <a:pt x="187" y="386"/>
                  </a:lnTo>
                  <a:lnTo>
                    <a:pt x="189" y="386"/>
                  </a:lnTo>
                  <a:lnTo>
                    <a:pt x="196" y="381"/>
                  </a:lnTo>
                  <a:lnTo>
                    <a:pt x="198" y="379"/>
                  </a:lnTo>
                  <a:lnTo>
                    <a:pt x="215" y="379"/>
                  </a:lnTo>
                  <a:lnTo>
                    <a:pt x="227" y="379"/>
                  </a:lnTo>
                  <a:lnTo>
                    <a:pt x="227" y="379"/>
                  </a:lnTo>
                  <a:lnTo>
                    <a:pt x="222" y="379"/>
                  </a:lnTo>
                  <a:lnTo>
                    <a:pt x="220" y="381"/>
                  </a:lnTo>
                  <a:lnTo>
                    <a:pt x="217" y="383"/>
                  </a:lnTo>
                  <a:lnTo>
                    <a:pt x="220" y="383"/>
                  </a:lnTo>
                  <a:lnTo>
                    <a:pt x="232" y="381"/>
                  </a:lnTo>
                  <a:lnTo>
                    <a:pt x="258" y="383"/>
                  </a:lnTo>
                  <a:lnTo>
                    <a:pt x="258" y="383"/>
                  </a:lnTo>
                  <a:lnTo>
                    <a:pt x="265" y="386"/>
                  </a:lnTo>
                  <a:lnTo>
                    <a:pt x="267" y="386"/>
                  </a:lnTo>
                  <a:lnTo>
                    <a:pt x="272" y="386"/>
                  </a:lnTo>
                  <a:lnTo>
                    <a:pt x="291" y="386"/>
                  </a:lnTo>
                  <a:lnTo>
                    <a:pt x="300" y="386"/>
                  </a:lnTo>
                  <a:lnTo>
                    <a:pt x="305" y="388"/>
                  </a:lnTo>
                  <a:lnTo>
                    <a:pt x="312" y="391"/>
                  </a:lnTo>
                  <a:lnTo>
                    <a:pt x="317" y="388"/>
                  </a:lnTo>
                  <a:lnTo>
                    <a:pt x="326" y="388"/>
                  </a:lnTo>
                  <a:lnTo>
                    <a:pt x="331" y="383"/>
                  </a:lnTo>
                  <a:lnTo>
                    <a:pt x="333" y="383"/>
                  </a:lnTo>
                  <a:lnTo>
                    <a:pt x="336" y="383"/>
                  </a:lnTo>
                  <a:lnTo>
                    <a:pt x="338" y="383"/>
                  </a:lnTo>
                  <a:lnTo>
                    <a:pt x="338" y="383"/>
                  </a:lnTo>
                  <a:lnTo>
                    <a:pt x="336" y="381"/>
                  </a:lnTo>
                  <a:lnTo>
                    <a:pt x="336" y="381"/>
                  </a:lnTo>
                  <a:lnTo>
                    <a:pt x="340" y="381"/>
                  </a:lnTo>
                  <a:lnTo>
                    <a:pt x="362" y="376"/>
                  </a:lnTo>
                  <a:lnTo>
                    <a:pt x="366" y="376"/>
                  </a:lnTo>
                  <a:lnTo>
                    <a:pt x="371" y="376"/>
                  </a:lnTo>
                  <a:lnTo>
                    <a:pt x="374" y="376"/>
                  </a:lnTo>
                  <a:lnTo>
                    <a:pt x="374" y="374"/>
                  </a:lnTo>
                  <a:lnTo>
                    <a:pt x="374" y="367"/>
                  </a:lnTo>
                  <a:lnTo>
                    <a:pt x="374" y="367"/>
                  </a:lnTo>
                  <a:lnTo>
                    <a:pt x="376" y="367"/>
                  </a:lnTo>
                  <a:lnTo>
                    <a:pt x="381" y="369"/>
                  </a:lnTo>
                  <a:lnTo>
                    <a:pt x="395" y="364"/>
                  </a:lnTo>
                  <a:lnTo>
                    <a:pt x="423" y="360"/>
                  </a:lnTo>
                  <a:lnTo>
                    <a:pt x="442" y="357"/>
                  </a:lnTo>
                  <a:lnTo>
                    <a:pt x="456" y="353"/>
                  </a:lnTo>
                  <a:lnTo>
                    <a:pt x="463" y="353"/>
                  </a:lnTo>
                  <a:lnTo>
                    <a:pt x="471" y="355"/>
                  </a:lnTo>
                  <a:lnTo>
                    <a:pt x="478" y="357"/>
                  </a:lnTo>
                  <a:lnTo>
                    <a:pt x="494" y="360"/>
                  </a:lnTo>
                  <a:lnTo>
                    <a:pt x="501" y="362"/>
                  </a:lnTo>
                  <a:lnTo>
                    <a:pt x="506" y="367"/>
                  </a:lnTo>
                  <a:lnTo>
                    <a:pt x="523" y="383"/>
                  </a:lnTo>
                  <a:lnTo>
                    <a:pt x="525" y="386"/>
                  </a:lnTo>
                  <a:lnTo>
                    <a:pt x="527" y="379"/>
                  </a:lnTo>
                  <a:lnTo>
                    <a:pt x="527" y="376"/>
                  </a:lnTo>
                  <a:lnTo>
                    <a:pt x="527" y="369"/>
                  </a:lnTo>
                  <a:lnTo>
                    <a:pt x="525" y="36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5" name="Freeform 24"/>
            <p:cNvSpPr>
              <a:spLocks noEditPoints="1"/>
            </p:cNvSpPr>
            <p:nvPr/>
          </p:nvSpPr>
          <p:spPr bwMode="auto">
            <a:xfrm>
              <a:off x="2189" y="1499"/>
              <a:ext cx="26" cy="15"/>
            </a:xfrm>
            <a:custGeom>
              <a:avLst/>
              <a:gdLst>
                <a:gd name="T0" fmla="*/ 12 w 26"/>
                <a:gd name="T1" fmla="*/ 3 h 15"/>
                <a:gd name="T2" fmla="*/ 7 w 26"/>
                <a:gd name="T3" fmla="*/ 3 h 15"/>
                <a:gd name="T4" fmla="*/ 0 w 26"/>
                <a:gd name="T5" fmla="*/ 7 h 15"/>
                <a:gd name="T6" fmla="*/ 0 w 26"/>
                <a:gd name="T7" fmla="*/ 15 h 15"/>
                <a:gd name="T8" fmla="*/ 0 w 26"/>
                <a:gd name="T9" fmla="*/ 15 h 15"/>
                <a:gd name="T10" fmla="*/ 5 w 26"/>
                <a:gd name="T11" fmla="*/ 10 h 15"/>
                <a:gd name="T12" fmla="*/ 5 w 26"/>
                <a:gd name="T13" fmla="*/ 10 h 15"/>
                <a:gd name="T14" fmla="*/ 7 w 26"/>
                <a:gd name="T15" fmla="*/ 10 h 15"/>
                <a:gd name="T16" fmla="*/ 7 w 26"/>
                <a:gd name="T17" fmla="*/ 10 h 15"/>
                <a:gd name="T18" fmla="*/ 10 w 26"/>
                <a:gd name="T19" fmla="*/ 7 h 15"/>
                <a:gd name="T20" fmla="*/ 10 w 26"/>
                <a:gd name="T21" fmla="*/ 7 h 15"/>
                <a:gd name="T22" fmla="*/ 12 w 26"/>
                <a:gd name="T23" fmla="*/ 5 h 15"/>
                <a:gd name="T24" fmla="*/ 12 w 26"/>
                <a:gd name="T25" fmla="*/ 3 h 15"/>
                <a:gd name="T26" fmla="*/ 12 w 26"/>
                <a:gd name="T27" fmla="*/ 3 h 15"/>
                <a:gd name="T28" fmla="*/ 24 w 26"/>
                <a:gd name="T29" fmla="*/ 0 h 15"/>
                <a:gd name="T30" fmla="*/ 17 w 26"/>
                <a:gd name="T31" fmla="*/ 0 h 15"/>
                <a:gd name="T32" fmla="*/ 17 w 26"/>
                <a:gd name="T33" fmla="*/ 0 h 15"/>
                <a:gd name="T34" fmla="*/ 21 w 26"/>
                <a:gd name="T35" fmla="*/ 3 h 15"/>
                <a:gd name="T36" fmla="*/ 24 w 26"/>
                <a:gd name="T37" fmla="*/ 3 h 15"/>
                <a:gd name="T38" fmla="*/ 24 w 26"/>
                <a:gd name="T39" fmla="*/ 5 h 15"/>
                <a:gd name="T40" fmla="*/ 17 w 26"/>
                <a:gd name="T41" fmla="*/ 7 h 15"/>
                <a:gd name="T42" fmla="*/ 14 w 26"/>
                <a:gd name="T43" fmla="*/ 10 h 15"/>
                <a:gd name="T44" fmla="*/ 12 w 26"/>
                <a:gd name="T45" fmla="*/ 12 h 15"/>
                <a:gd name="T46" fmla="*/ 12 w 26"/>
                <a:gd name="T47" fmla="*/ 15 h 15"/>
                <a:gd name="T48" fmla="*/ 14 w 26"/>
                <a:gd name="T49" fmla="*/ 15 h 15"/>
                <a:gd name="T50" fmla="*/ 19 w 26"/>
                <a:gd name="T51" fmla="*/ 15 h 15"/>
                <a:gd name="T52" fmla="*/ 26 w 26"/>
                <a:gd name="T53" fmla="*/ 15 h 15"/>
                <a:gd name="T54" fmla="*/ 26 w 26"/>
                <a:gd name="T55" fmla="*/ 15 h 15"/>
                <a:gd name="T56" fmla="*/ 24 w 26"/>
                <a:gd name="T5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6" h="15">
                  <a:moveTo>
                    <a:pt x="12" y="3"/>
                  </a:moveTo>
                  <a:lnTo>
                    <a:pt x="7" y="3"/>
                  </a:lnTo>
                  <a:lnTo>
                    <a:pt x="0" y="7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2" y="5"/>
                  </a:lnTo>
                  <a:lnTo>
                    <a:pt x="12" y="3"/>
                  </a:lnTo>
                  <a:lnTo>
                    <a:pt x="12" y="3"/>
                  </a:lnTo>
                  <a:close/>
                  <a:moveTo>
                    <a:pt x="24" y="0"/>
                  </a:moveTo>
                  <a:lnTo>
                    <a:pt x="17" y="0"/>
                  </a:lnTo>
                  <a:lnTo>
                    <a:pt x="17" y="0"/>
                  </a:lnTo>
                  <a:lnTo>
                    <a:pt x="21" y="3"/>
                  </a:lnTo>
                  <a:lnTo>
                    <a:pt x="24" y="3"/>
                  </a:lnTo>
                  <a:lnTo>
                    <a:pt x="24" y="5"/>
                  </a:lnTo>
                  <a:lnTo>
                    <a:pt x="17" y="7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2" y="15"/>
                  </a:lnTo>
                  <a:lnTo>
                    <a:pt x="14" y="15"/>
                  </a:lnTo>
                  <a:lnTo>
                    <a:pt x="19" y="15"/>
                  </a:lnTo>
                  <a:lnTo>
                    <a:pt x="26" y="15"/>
                  </a:lnTo>
                  <a:lnTo>
                    <a:pt x="26" y="15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6" name="Freeform 25"/>
            <p:cNvSpPr>
              <a:spLocks noEditPoints="1"/>
            </p:cNvSpPr>
            <p:nvPr/>
          </p:nvSpPr>
          <p:spPr bwMode="auto">
            <a:xfrm>
              <a:off x="4862" y="1824"/>
              <a:ext cx="156" cy="142"/>
            </a:xfrm>
            <a:custGeom>
              <a:avLst/>
              <a:gdLst>
                <a:gd name="T0" fmla="*/ 52 w 156"/>
                <a:gd name="T1" fmla="*/ 142 h 142"/>
                <a:gd name="T2" fmla="*/ 41 w 156"/>
                <a:gd name="T3" fmla="*/ 38 h 142"/>
                <a:gd name="T4" fmla="*/ 38 w 156"/>
                <a:gd name="T5" fmla="*/ 40 h 142"/>
                <a:gd name="T6" fmla="*/ 138 w 156"/>
                <a:gd name="T7" fmla="*/ 59 h 142"/>
                <a:gd name="T8" fmla="*/ 140 w 156"/>
                <a:gd name="T9" fmla="*/ 56 h 142"/>
                <a:gd name="T10" fmla="*/ 140 w 156"/>
                <a:gd name="T11" fmla="*/ 56 h 142"/>
                <a:gd name="T12" fmla="*/ 55 w 156"/>
                <a:gd name="T13" fmla="*/ 135 h 142"/>
                <a:gd name="T14" fmla="*/ 57 w 156"/>
                <a:gd name="T15" fmla="*/ 142 h 142"/>
                <a:gd name="T16" fmla="*/ 59 w 156"/>
                <a:gd name="T17" fmla="*/ 132 h 142"/>
                <a:gd name="T18" fmla="*/ 57 w 156"/>
                <a:gd name="T19" fmla="*/ 135 h 142"/>
                <a:gd name="T20" fmla="*/ 57 w 156"/>
                <a:gd name="T21" fmla="*/ 137 h 142"/>
                <a:gd name="T22" fmla="*/ 59 w 156"/>
                <a:gd name="T23" fmla="*/ 132 h 142"/>
                <a:gd name="T24" fmla="*/ 50 w 156"/>
                <a:gd name="T25" fmla="*/ 142 h 142"/>
                <a:gd name="T26" fmla="*/ 48 w 156"/>
                <a:gd name="T27" fmla="*/ 137 h 142"/>
                <a:gd name="T28" fmla="*/ 138 w 156"/>
                <a:gd name="T29" fmla="*/ 30 h 142"/>
                <a:gd name="T30" fmla="*/ 152 w 156"/>
                <a:gd name="T31" fmla="*/ 19 h 142"/>
                <a:gd name="T32" fmla="*/ 123 w 156"/>
                <a:gd name="T33" fmla="*/ 99 h 142"/>
                <a:gd name="T34" fmla="*/ 107 w 156"/>
                <a:gd name="T35" fmla="*/ 104 h 142"/>
                <a:gd name="T36" fmla="*/ 104 w 156"/>
                <a:gd name="T37" fmla="*/ 113 h 142"/>
                <a:gd name="T38" fmla="*/ 107 w 156"/>
                <a:gd name="T39" fmla="*/ 118 h 142"/>
                <a:gd name="T40" fmla="*/ 123 w 156"/>
                <a:gd name="T41" fmla="*/ 120 h 142"/>
                <a:gd name="T42" fmla="*/ 130 w 156"/>
                <a:gd name="T43" fmla="*/ 111 h 142"/>
                <a:gd name="T44" fmla="*/ 55 w 156"/>
                <a:gd name="T45" fmla="*/ 90 h 142"/>
                <a:gd name="T46" fmla="*/ 48 w 156"/>
                <a:gd name="T47" fmla="*/ 61 h 142"/>
                <a:gd name="T48" fmla="*/ 50 w 156"/>
                <a:gd name="T49" fmla="*/ 49 h 142"/>
                <a:gd name="T50" fmla="*/ 43 w 156"/>
                <a:gd name="T51" fmla="*/ 52 h 142"/>
                <a:gd name="T52" fmla="*/ 38 w 156"/>
                <a:gd name="T53" fmla="*/ 52 h 142"/>
                <a:gd name="T54" fmla="*/ 41 w 156"/>
                <a:gd name="T55" fmla="*/ 49 h 142"/>
                <a:gd name="T56" fmla="*/ 15 w 156"/>
                <a:gd name="T57" fmla="*/ 42 h 142"/>
                <a:gd name="T58" fmla="*/ 7 w 156"/>
                <a:gd name="T59" fmla="*/ 42 h 142"/>
                <a:gd name="T60" fmla="*/ 0 w 156"/>
                <a:gd name="T61" fmla="*/ 54 h 142"/>
                <a:gd name="T62" fmla="*/ 5 w 156"/>
                <a:gd name="T63" fmla="*/ 68 h 142"/>
                <a:gd name="T64" fmla="*/ 12 w 156"/>
                <a:gd name="T65" fmla="*/ 97 h 142"/>
                <a:gd name="T66" fmla="*/ 22 w 156"/>
                <a:gd name="T67" fmla="*/ 109 h 142"/>
                <a:gd name="T68" fmla="*/ 29 w 156"/>
                <a:gd name="T69" fmla="*/ 113 h 142"/>
                <a:gd name="T70" fmla="*/ 33 w 156"/>
                <a:gd name="T71" fmla="*/ 123 h 142"/>
                <a:gd name="T72" fmla="*/ 116 w 156"/>
                <a:gd name="T73" fmla="*/ 45 h 142"/>
                <a:gd name="T74" fmla="*/ 126 w 156"/>
                <a:gd name="T75" fmla="*/ 42 h 142"/>
                <a:gd name="T76" fmla="*/ 107 w 156"/>
                <a:gd name="T77" fmla="*/ 35 h 142"/>
                <a:gd name="T78" fmla="*/ 97 w 156"/>
                <a:gd name="T79" fmla="*/ 30 h 142"/>
                <a:gd name="T80" fmla="*/ 90 w 156"/>
                <a:gd name="T81" fmla="*/ 33 h 142"/>
                <a:gd name="T82" fmla="*/ 78 w 156"/>
                <a:gd name="T83" fmla="*/ 26 h 142"/>
                <a:gd name="T84" fmla="*/ 74 w 156"/>
                <a:gd name="T85" fmla="*/ 11 h 142"/>
                <a:gd name="T86" fmla="*/ 59 w 156"/>
                <a:gd name="T87" fmla="*/ 0 h 142"/>
                <a:gd name="T88" fmla="*/ 50 w 156"/>
                <a:gd name="T89" fmla="*/ 9 h 142"/>
                <a:gd name="T90" fmla="*/ 48 w 156"/>
                <a:gd name="T91" fmla="*/ 19 h 142"/>
                <a:gd name="T92" fmla="*/ 55 w 156"/>
                <a:gd name="T93" fmla="*/ 28 h 142"/>
                <a:gd name="T94" fmla="*/ 57 w 156"/>
                <a:gd name="T95" fmla="*/ 33 h 142"/>
                <a:gd name="T96" fmla="*/ 50 w 156"/>
                <a:gd name="T97" fmla="*/ 49 h 142"/>
                <a:gd name="T98" fmla="*/ 50 w 156"/>
                <a:gd name="T99" fmla="*/ 54 h 142"/>
                <a:gd name="T100" fmla="*/ 62 w 156"/>
                <a:gd name="T101" fmla="*/ 64 h 142"/>
                <a:gd name="T102" fmla="*/ 78 w 156"/>
                <a:gd name="T103" fmla="*/ 5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6" h="142">
                  <a:moveTo>
                    <a:pt x="52" y="142"/>
                  </a:moveTo>
                  <a:lnTo>
                    <a:pt x="52" y="142"/>
                  </a:lnTo>
                  <a:lnTo>
                    <a:pt x="55" y="142"/>
                  </a:lnTo>
                  <a:lnTo>
                    <a:pt x="52" y="142"/>
                  </a:lnTo>
                  <a:lnTo>
                    <a:pt x="52" y="142"/>
                  </a:lnTo>
                  <a:close/>
                  <a:moveTo>
                    <a:pt x="41" y="38"/>
                  </a:moveTo>
                  <a:lnTo>
                    <a:pt x="43" y="38"/>
                  </a:lnTo>
                  <a:lnTo>
                    <a:pt x="41" y="38"/>
                  </a:lnTo>
                  <a:lnTo>
                    <a:pt x="41" y="35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1" y="38"/>
                  </a:lnTo>
                  <a:close/>
                  <a:moveTo>
                    <a:pt x="138" y="56"/>
                  </a:moveTo>
                  <a:lnTo>
                    <a:pt x="135" y="56"/>
                  </a:lnTo>
                  <a:lnTo>
                    <a:pt x="138" y="59"/>
                  </a:lnTo>
                  <a:lnTo>
                    <a:pt x="138" y="59"/>
                  </a:lnTo>
                  <a:lnTo>
                    <a:pt x="140" y="59"/>
                  </a:lnTo>
                  <a:lnTo>
                    <a:pt x="140" y="56"/>
                  </a:lnTo>
                  <a:lnTo>
                    <a:pt x="140" y="56"/>
                  </a:lnTo>
                  <a:lnTo>
                    <a:pt x="138" y="56"/>
                  </a:lnTo>
                  <a:close/>
                  <a:moveTo>
                    <a:pt x="140" y="56"/>
                  </a:moveTo>
                  <a:lnTo>
                    <a:pt x="140" y="56"/>
                  </a:lnTo>
                  <a:lnTo>
                    <a:pt x="140" y="56"/>
                  </a:lnTo>
                  <a:lnTo>
                    <a:pt x="140" y="56"/>
                  </a:lnTo>
                  <a:close/>
                  <a:moveTo>
                    <a:pt x="55" y="132"/>
                  </a:moveTo>
                  <a:lnTo>
                    <a:pt x="55" y="132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5" y="132"/>
                  </a:lnTo>
                  <a:close/>
                  <a:moveTo>
                    <a:pt x="57" y="139"/>
                  </a:moveTo>
                  <a:lnTo>
                    <a:pt x="57" y="142"/>
                  </a:lnTo>
                  <a:lnTo>
                    <a:pt x="57" y="142"/>
                  </a:lnTo>
                  <a:lnTo>
                    <a:pt x="57" y="142"/>
                  </a:lnTo>
                  <a:lnTo>
                    <a:pt x="57" y="139"/>
                  </a:lnTo>
                  <a:close/>
                  <a:moveTo>
                    <a:pt x="59" y="132"/>
                  </a:moveTo>
                  <a:lnTo>
                    <a:pt x="59" y="132"/>
                  </a:lnTo>
                  <a:lnTo>
                    <a:pt x="57" y="132"/>
                  </a:lnTo>
                  <a:lnTo>
                    <a:pt x="57" y="132"/>
                  </a:lnTo>
                  <a:lnTo>
                    <a:pt x="57" y="135"/>
                  </a:lnTo>
                  <a:lnTo>
                    <a:pt x="55" y="135"/>
                  </a:lnTo>
                  <a:lnTo>
                    <a:pt x="55" y="137"/>
                  </a:lnTo>
                  <a:lnTo>
                    <a:pt x="55" y="137"/>
                  </a:lnTo>
                  <a:lnTo>
                    <a:pt x="57" y="137"/>
                  </a:lnTo>
                  <a:lnTo>
                    <a:pt x="59" y="135"/>
                  </a:lnTo>
                  <a:lnTo>
                    <a:pt x="59" y="132"/>
                  </a:lnTo>
                  <a:lnTo>
                    <a:pt x="59" y="132"/>
                  </a:lnTo>
                  <a:lnTo>
                    <a:pt x="59" y="132"/>
                  </a:lnTo>
                  <a:close/>
                  <a:moveTo>
                    <a:pt x="48" y="137"/>
                  </a:moveTo>
                  <a:lnTo>
                    <a:pt x="48" y="137"/>
                  </a:lnTo>
                  <a:lnTo>
                    <a:pt x="48" y="139"/>
                  </a:lnTo>
                  <a:lnTo>
                    <a:pt x="50" y="142"/>
                  </a:lnTo>
                  <a:lnTo>
                    <a:pt x="50" y="139"/>
                  </a:lnTo>
                  <a:lnTo>
                    <a:pt x="50" y="137"/>
                  </a:lnTo>
                  <a:lnTo>
                    <a:pt x="50" y="137"/>
                  </a:lnTo>
                  <a:lnTo>
                    <a:pt x="48" y="137"/>
                  </a:lnTo>
                  <a:close/>
                  <a:moveTo>
                    <a:pt x="152" y="19"/>
                  </a:moveTo>
                  <a:lnTo>
                    <a:pt x="147" y="21"/>
                  </a:lnTo>
                  <a:lnTo>
                    <a:pt x="140" y="28"/>
                  </a:lnTo>
                  <a:lnTo>
                    <a:pt x="138" y="30"/>
                  </a:lnTo>
                  <a:lnTo>
                    <a:pt x="142" y="30"/>
                  </a:lnTo>
                  <a:lnTo>
                    <a:pt x="147" y="28"/>
                  </a:lnTo>
                  <a:lnTo>
                    <a:pt x="156" y="19"/>
                  </a:lnTo>
                  <a:lnTo>
                    <a:pt x="152" y="19"/>
                  </a:lnTo>
                  <a:close/>
                  <a:moveTo>
                    <a:pt x="130" y="106"/>
                  </a:moveTo>
                  <a:lnTo>
                    <a:pt x="128" y="106"/>
                  </a:lnTo>
                  <a:lnTo>
                    <a:pt x="126" y="104"/>
                  </a:lnTo>
                  <a:lnTo>
                    <a:pt x="123" y="99"/>
                  </a:lnTo>
                  <a:lnTo>
                    <a:pt x="119" y="97"/>
                  </a:lnTo>
                  <a:lnTo>
                    <a:pt x="114" y="97"/>
                  </a:lnTo>
                  <a:lnTo>
                    <a:pt x="109" y="99"/>
                  </a:lnTo>
                  <a:lnTo>
                    <a:pt x="107" y="104"/>
                  </a:lnTo>
                  <a:lnTo>
                    <a:pt x="107" y="106"/>
                  </a:lnTo>
                  <a:lnTo>
                    <a:pt x="107" y="109"/>
                  </a:lnTo>
                  <a:lnTo>
                    <a:pt x="104" y="113"/>
                  </a:lnTo>
                  <a:lnTo>
                    <a:pt x="104" y="113"/>
                  </a:lnTo>
                  <a:lnTo>
                    <a:pt x="104" y="116"/>
                  </a:lnTo>
                  <a:lnTo>
                    <a:pt x="107" y="116"/>
                  </a:lnTo>
                  <a:lnTo>
                    <a:pt x="107" y="116"/>
                  </a:lnTo>
                  <a:lnTo>
                    <a:pt x="107" y="118"/>
                  </a:lnTo>
                  <a:lnTo>
                    <a:pt x="107" y="118"/>
                  </a:lnTo>
                  <a:lnTo>
                    <a:pt x="112" y="125"/>
                  </a:lnTo>
                  <a:lnTo>
                    <a:pt x="116" y="125"/>
                  </a:lnTo>
                  <a:lnTo>
                    <a:pt x="123" y="120"/>
                  </a:lnTo>
                  <a:lnTo>
                    <a:pt x="128" y="118"/>
                  </a:lnTo>
                  <a:lnTo>
                    <a:pt x="130" y="116"/>
                  </a:lnTo>
                  <a:lnTo>
                    <a:pt x="130" y="113"/>
                  </a:lnTo>
                  <a:lnTo>
                    <a:pt x="130" y="111"/>
                  </a:lnTo>
                  <a:lnTo>
                    <a:pt x="130" y="109"/>
                  </a:lnTo>
                  <a:lnTo>
                    <a:pt x="130" y="106"/>
                  </a:lnTo>
                  <a:close/>
                  <a:moveTo>
                    <a:pt x="55" y="101"/>
                  </a:moveTo>
                  <a:lnTo>
                    <a:pt x="55" y="90"/>
                  </a:lnTo>
                  <a:lnTo>
                    <a:pt x="52" y="80"/>
                  </a:lnTo>
                  <a:lnTo>
                    <a:pt x="48" y="73"/>
                  </a:lnTo>
                  <a:lnTo>
                    <a:pt x="45" y="64"/>
                  </a:lnTo>
                  <a:lnTo>
                    <a:pt x="48" y="61"/>
                  </a:lnTo>
                  <a:lnTo>
                    <a:pt x="50" y="59"/>
                  </a:lnTo>
                  <a:lnTo>
                    <a:pt x="52" y="59"/>
                  </a:lnTo>
                  <a:lnTo>
                    <a:pt x="50" y="54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48" y="49"/>
                  </a:lnTo>
                  <a:lnTo>
                    <a:pt x="45" y="49"/>
                  </a:lnTo>
                  <a:lnTo>
                    <a:pt x="43" y="52"/>
                  </a:lnTo>
                  <a:lnTo>
                    <a:pt x="43" y="54"/>
                  </a:lnTo>
                  <a:lnTo>
                    <a:pt x="41" y="52"/>
                  </a:lnTo>
                  <a:lnTo>
                    <a:pt x="41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1" y="49"/>
                  </a:lnTo>
                  <a:lnTo>
                    <a:pt x="36" y="47"/>
                  </a:lnTo>
                  <a:lnTo>
                    <a:pt x="29" y="45"/>
                  </a:lnTo>
                  <a:lnTo>
                    <a:pt x="22" y="42"/>
                  </a:lnTo>
                  <a:lnTo>
                    <a:pt x="15" y="42"/>
                  </a:lnTo>
                  <a:lnTo>
                    <a:pt x="15" y="42"/>
                  </a:lnTo>
                  <a:lnTo>
                    <a:pt x="12" y="40"/>
                  </a:lnTo>
                  <a:lnTo>
                    <a:pt x="10" y="40"/>
                  </a:lnTo>
                  <a:lnTo>
                    <a:pt x="7" y="42"/>
                  </a:lnTo>
                  <a:lnTo>
                    <a:pt x="5" y="45"/>
                  </a:lnTo>
                  <a:lnTo>
                    <a:pt x="3" y="49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3" y="61"/>
                  </a:lnTo>
                  <a:lnTo>
                    <a:pt x="3" y="64"/>
                  </a:lnTo>
                  <a:lnTo>
                    <a:pt x="3" y="66"/>
                  </a:lnTo>
                  <a:lnTo>
                    <a:pt x="5" y="68"/>
                  </a:lnTo>
                  <a:lnTo>
                    <a:pt x="7" y="71"/>
                  </a:lnTo>
                  <a:lnTo>
                    <a:pt x="7" y="73"/>
                  </a:lnTo>
                  <a:lnTo>
                    <a:pt x="10" y="80"/>
                  </a:lnTo>
                  <a:lnTo>
                    <a:pt x="12" y="97"/>
                  </a:lnTo>
                  <a:lnTo>
                    <a:pt x="17" y="104"/>
                  </a:lnTo>
                  <a:lnTo>
                    <a:pt x="19" y="104"/>
                  </a:lnTo>
                  <a:lnTo>
                    <a:pt x="19" y="106"/>
                  </a:lnTo>
                  <a:lnTo>
                    <a:pt x="22" y="109"/>
                  </a:lnTo>
                  <a:lnTo>
                    <a:pt x="24" y="111"/>
                  </a:lnTo>
                  <a:lnTo>
                    <a:pt x="26" y="113"/>
                  </a:lnTo>
                  <a:lnTo>
                    <a:pt x="29" y="113"/>
                  </a:lnTo>
                  <a:lnTo>
                    <a:pt x="29" y="113"/>
                  </a:lnTo>
                  <a:lnTo>
                    <a:pt x="31" y="118"/>
                  </a:lnTo>
                  <a:lnTo>
                    <a:pt x="31" y="118"/>
                  </a:lnTo>
                  <a:lnTo>
                    <a:pt x="31" y="120"/>
                  </a:lnTo>
                  <a:lnTo>
                    <a:pt x="33" y="123"/>
                  </a:lnTo>
                  <a:lnTo>
                    <a:pt x="43" y="116"/>
                  </a:lnTo>
                  <a:lnTo>
                    <a:pt x="50" y="109"/>
                  </a:lnTo>
                  <a:lnTo>
                    <a:pt x="55" y="101"/>
                  </a:lnTo>
                  <a:close/>
                  <a:moveTo>
                    <a:pt x="116" y="45"/>
                  </a:moveTo>
                  <a:lnTo>
                    <a:pt x="116" y="45"/>
                  </a:lnTo>
                  <a:lnTo>
                    <a:pt x="123" y="47"/>
                  </a:lnTo>
                  <a:lnTo>
                    <a:pt x="123" y="45"/>
                  </a:lnTo>
                  <a:lnTo>
                    <a:pt x="126" y="42"/>
                  </a:lnTo>
                  <a:lnTo>
                    <a:pt x="126" y="42"/>
                  </a:lnTo>
                  <a:lnTo>
                    <a:pt x="121" y="42"/>
                  </a:lnTo>
                  <a:lnTo>
                    <a:pt x="109" y="38"/>
                  </a:lnTo>
                  <a:lnTo>
                    <a:pt x="107" y="35"/>
                  </a:lnTo>
                  <a:lnTo>
                    <a:pt x="104" y="35"/>
                  </a:lnTo>
                  <a:lnTo>
                    <a:pt x="100" y="33"/>
                  </a:lnTo>
                  <a:lnTo>
                    <a:pt x="100" y="30"/>
                  </a:lnTo>
                  <a:lnTo>
                    <a:pt x="97" y="30"/>
                  </a:lnTo>
                  <a:lnTo>
                    <a:pt x="95" y="33"/>
                  </a:lnTo>
                  <a:lnTo>
                    <a:pt x="93" y="33"/>
                  </a:lnTo>
                  <a:lnTo>
                    <a:pt x="90" y="30"/>
                  </a:lnTo>
                  <a:lnTo>
                    <a:pt x="90" y="33"/>
                  </a:lnTo>
                  <a:lnTo>
                    <a:pt x="86" y="33"/>
                  </a:lnTo>
                  <a:lnTo>
                    <a:pt x="83" y="30"/>
                  </a:lnTo>
                  <a:lnTo>
                    <a:pt x="81" y="28"/>
                  </a:lnTo>
                  <a:lnTo>
                    <a:pt x="78" y="26"/>
                  </a:lnTo>
                  <a:lnTo>
                    <a:pt x="76" y="23"/>
                  </a:lnTo>
                  <a:lnTo>
                    <a:pt x="76" y="21"/>
                  </a:lnTo>
                  <a:lnTo>
                    <a:pt x="76" y="16"/>
                  </a:lnTo>
                  <a:lnTo>
                    <a:pt x="74" y="11"/>
                  </a:lnTo>
                  <a:lnTo>
                    <a:pt x="71" y="7"/>
                  </a:lnTo>
                  <a:lnTo>
                    <a:pt x="67" y="4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57" y="2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50" y="9"/>
                  </a:lnTo>
                  <a:lnTo>
                    <a:pt x="48" y="14"/>
                  </a:lnTo>
                  <a:lnTo>
                    <a:pt x="48" y="16"/>
                  </a:lnTo>
                  <a:lnTo>
                    <a:pt x="48" y="19"/>
                  </a:lnTo>
                  <a:lnTo>
                    <a:pt x="48" y="19"/>
                  </a:lnTo>
                  <a:lnTo>
                    <a:pt x="50" y="26"/>
                  </a:lnTo>
                  <a:lnTo>
                    <a:pt x="52" y="26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57" y="28"/>
                  </a:lnTo>
                  <a:lnTo>
                    <a:pt x="57" y="30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57" y="35"/>
                  </a:lnTo>
                  <a:lnTo>
                    <a:pt x="52" y="35"/>
                  </a:lnTo>
                  <a:lnTo>
                    <a:pt x="52" y="38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50" y="49"/>
                  </a:lnTo>
                  <a:lnTo>
                    <a:pt x="50" y="52"/>
                  </a:lnTo>
                  <a:lnTo>
                    <a:pt x="50" y="54"/>
                  </a:lnTo>
                  <a:lnTo>
                    <a:pt x="52" y="56"/>
                  </a:lnTo>
                  <a:lnTo>
                    <a:pt x="55" y="59"/>
                  </a:lnTo>
                  <a:lnTo>
                    <a:pt x="57" y="61"/>
                  </a:lnTo>
                  <a:lnTo>
                    <a:pt x="62" y="64"/>
                  </a:lnTo>
                  <a:lnTo>
                    <a:pt x="64" y="64"/>
                  </a:lnTo>
                  <a:lnTo>
                    <a:pt x="69" y="64"/>
                  </a:lnTo>
                  <a:lnTo>
                    <a:pt x="74" y="61"/>
                  </a:lnTo>
                  <a:lnTo>
                    <a:pt x="78" y="59"/>
                  </a:lnTo>
                  <a:lnTo>
                    <a:pt x="112" y="45"/>
                  </a:lnTo>
                  <a:lnTo>
                    <a:pt x="116" y="4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7" name="Freeform 26"/>
            <p:cNvSpPr>
              <a:spLocks noEditPoints="1"/>
            </p:cNvSpPr>
            <p:nvPr/>
          </p:nvSpPr>
          <p:spPr bwMode="auto">
            <a:xfrm>
              <a:off x="5002" y="2631"/>
              <a:ext cx="66" cy="116"/>
            </a:xfrm>
            <a:custGeom>
              <a:avLst/>
              <a:gdLst>
                <a:gd name="T0" fmla="*/ 64 w 66"/>
                <a:gd name="T1" fmla="*/ 2 h 116"/>
                <a:gd name="T2" fmla="*/ 64 w 66"/>
                <a:gd name="T3" fmla="*/ 2 h 116"/>
                <a:gd name="T4" fmla="*/ 61 w 66"/>
                <a:gd name="T5" fmla="*/ 0 h 116"/>
                <a:gd name="T6" fmla="*/ 31 w 66"/>
                <a:gd name="T7" fmla="*/ 52 h 116"/>
                <a:gd name="T8" fmla="*/ 31 w 66"/>
                <a:gd name="T9" fmla="*/ 50 h 116"/>
                <a:gd name="T10" fmla="*/ 31 w 66"/>
                <a:gd name="T11" fmla="*/ 47 h 116"/>
                <a:gd name="T12" fmla="*/ 31 w 66"/>
                <a:gd name="T13" fmla="*/ 50 h 116"/>
                <a:gd name="T14" fmla="*/ 28 w 66"/>
                <a:gd name="T15" fmla="*/ 52 h 116"/>
                <a:gd name="T16" fmla="*/ 31 w 66"/>
                <a:gd name="T17" fmla="*/ 52 h 116"/>
                <a:gd name="T18" fmla="*/ 57 w 66"/>
                <a:gd name="T19" fmla="*/ 2 h 116"/>
                <a:gd name="T20" fmla="*/ 54 w 66"/>
                <a:gd name="T21" fmla="*/ 2 h 116"/>
                <a:gd name="T22" fmla="*/ 50 w 66"/>
                <a:gd name="T23" fmla="*/ 12 h 116"/>
                <a:gd name="T24" fmla="*/ 45 w 66"/>
                <a:gd name="T25" fmla="*/ 12 h 116"/>
                <a:gd name="T26" fmla="*/ 47 w 66"/>
                <a:gd name="T27" fmla="*/ 14 h 116"/>
                <a:gd name="T28" fmla="*/ 47 w 66"/>
                <a:gd name="T29" fmla="*/ 14 h 116"/>
                <a:gd name="T30" fmla="*/ 45 w 66"/>
                <a:gd name="T31" fmla="*/ 19 h 116"/>
                <a:gd name="T32" fmla="*/ 52 w 66"/>
                <a:gd name="T33" fmla="*/ 14 h 116"/>
                <a:gd name="T34" fmla="*/ 59 w 66"/>
                <a:gd name="T35" fmla="*/ 14 h 116"/>
                <a:gd name="T36" fmla="*/ 59 w 66"/>
                <a:gd name="T37" fmla="*/ 7 h 116"/>
                <a:gd name="T38" fmla="*/ 33 w 66"/>
                <a:gd name="T39" fmla="*/ 88 h 116"/>
                <a:gd name="T40" fmla="*/ 33 w 66"/>
                <a:gd name="T41" fmla="*/ 85 h 116"/>
                <a:gd name="T42" fmla="*/ 31 w 66"/>
                <a:gd name="T43" fmla="*/ 71 h 116"/>
                <a:gd name="T44" fmla="*/ 31 w 66"/>
                <a:gd name="T45" fmla="*/ 66 h 116"/>
                <a:gd name="T46" fmla="*/ 26 w 66"/>
                <a:gd name="T47" fmla="*/ 64 h 116"/>
                <a:gd name="T48" fmla="*/ 16 w 66"/>
                <a:gd name="T49" fmla="*/ 66 h 116"/>
                <a:gd name="T50" fmla="*/ 7 w 66"/>
                <a:gd name="T51" fmla="*/ 85 h 116"/>
                <a:gd name="T52" fmla="*/ 5 w 66"/>
                <a:gd name="T53" fmla="*/ 99 h 116"/>
                <a:gd name="T54" fmla="*/ 7 w 66"/>
                <a:gd name="T55" fmla="*/ 104 h 116"/>
                <a:gd name="T56" fmla="*/ 7 w 66"/>
                <a:gd name="T57" fmla="*/ 109 h 116"/>
                <a:gd name="T58" fmla="*/ 0 w 66"/>
                <a:gd name="T59" fmla="*/ 116 h 116"/>
                <a:gd name="T60" fmla="*/ 7 w 66"/>
                <a:gd name="T61" fmla="*/ 116 h 116"/>
                <a:gd name="T62" fmla="*/ 12 w 66"/>
                <a:gd name="T63" fmla="*/ 111 h 116"/>
                <a:gd name="T64" fmla="*/ 16 w 66"/>
                <a:gd name="T65" fmla="*/ 114 h 116"/>
                <a:gd name="T66" fmla="*/ 19 w 66"/>
                <a:gd name="T67" fmla="*/ 114 h 116"/>
                <a:gd name="T68" fmla="*/ 19 w 66"/>
                <a:gd name="T69" fmla="*/ 111 h 116"/>
                <a:gd name="T70" fmla="*/ 24 w 66"/>
                <a:gd name="T71" fmla="*/ 109 h 116"/>
                <a:gd name="T72" fmla="*/ 31 w 66"/>
                <a:gd name="T73" fmla="*/ 104 h 116"/>
                <a:gd name="T74" fmla="*/ 31 w 66"/>
                <a:gd name="T75" fmla="*/ 99 h 116"/>
                <a:gd name="T76" fmla="*/ 31 w 66"/>
                <a:gd name="T77" fmla="*/ 97 h 116"/>
                <a:gd name="T78" fmla="*/ 33 w 66"/>
                <a:gd name="T79" fmla="*/ 95 h 116"/>
                <a:gd name="T80" fmla="*/ 31 w 66"/>
                <a:gd name="T81" fmla="*/ 9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6" h="116">
                  <a:moveTo>
                    <a:pt x="61" y="0"/>
                  </a:moveTo>
                  <a:lnTo>
                    <a:pt x="64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6" y="0"/>
                  </a:lnTo>
                  <a:lnTo>
                    <a:pt x="61" y="0"/>
                  </a:lnTo>
                  <a:close/>
                  <a:moveTo>
                    <a:pt x="31" y="52"/>
                  </a:moveTo>
                  <a:lnTo>
                    <a:pt x="31" y="52"/>
                  </a:lnTo>
                  <a:lnTo>
                    <a:pt x="33" y="50"/>
                  </a:lnTo>
                  <a:lnTo>
                    <a:pt x="31" y="50"/>
                  </a:lnTo>
                  <a:lnTo>
                    <a:pt x="33" y="47"/>
                  </a:lnTo>
                  <a:lnTo>
                    <a:pt x="31" y="47"/>
                  </a:lnTo>
                  <a:lnTo>
                    <a:pt x="31" y="47"/>
                  </a:lnTo>
                  <a:lnTo>
                    <a:pt x="31" y="50"/>
                  </a:lnTo>
                  <a:lnTo>
                    <a:pt x="28" y="50"/>
                  </a:lnTo>
                  <a:lnTo>
                    <a:pt x="28" y="52"/>
                  </a:lnTo>
                  <a:lnTo>
                    <a:pt x="31" y="52"/>
                  </a:lnTo>
                  <a:lnTo>
                    <a:pt x="31" y="52"/>
                  </a:lnTo>
                  <a:close/>
                  <a:moveTo>
                    <a:pt x="59" y="7"/>
                  </a:moveTo>
                  <a:lnTo>
                    <a:pt x="57" y="2"/>
                  </a:lnTo>
                  <a:lnTo>
                    <a:pt x="57" y="0"/>
                  </a:lnTo>
                  <a:lnTo>
                    <a:pt x="54" y="2"/>
                  </a:lnTo>
                  <a:lnTo>
                    <a:pt x="52" y="7"/>
                  </a:lnTo>
                  <a:lnTo>
                    <a:pt x="50" y="12"/>
                  </a:lnTo>
                  <a:lnTo>
                    <a:pt x="45" y="9"/>
                  </a:lnTo>
                  <a:lnTo>
                    <a:pt x="45" y="12"/>
                  </a:lnTo>
                  <a:lnTo>
                    <a:pt x="45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5" y="19"/>
                  </a:lnTo>
                  <a:lnTo>
                    <a:pt x="45" y="19"/>
                  </a:lnTo>
                  <a:lnTo>
                    <a:pt x="50" y="16"/>
                  </a:lnTo>
                  <a:lnTo>
                    <a:pt x="52" y="14"/>
                  </a:lnTo>
                  <a:lnTo>
                    <a:pt x="54" y="14"/>
                  </a:lnTo>
                  <a:lnTo>
                    <a:pt x="59" y="14"/>
                  </a:lnTo>
                  <a:lnTo>
                    <a:pt x="57" y="9"/>
                  </a:lnTo>
                  <a:lnTo>
                    <a:pt x="59" y="7"/>
                  </a:lnTo>
                  <a:close/>
                  <a:moveTo>
                    <a:pt x="31" y="90"/>
                  </a:moveTo>
                  <a:lnTo>
                    <a:pt x="33" y="88"/>
                  </a:lnTo>
                  <a:lnTo>
                    <a:pt x="33" y="85"/>
                  </a:lnTo>
                  <a:lnTo>
                    <a:pt x="33" y="85"/>
                  </a:lnTo>
                  <a:lnTo>
                    <a:pt x="33" y="76"/>
                  </a:lnTo>
                  <a:lnTo>
                    <a:pt x="31" y="71"/>
                  </a:lnTo>
                  <a:lnTo>
                    <a:pt x="28" y="69"/>
                  </a:lnTo>
                  <a:lnTo>
                    <a:pt x="31" y="66"/>
                  </a:lnTo>
                  <a:lnTo>
                    <a:pt x="31" y="66"/>
                  </a:lnTo>
                  <a:lnTo>
                    <a:pt x="26" y="64"/>
                  </a:lnTo>
                  <a:lnTo>
                    <a:pt x="21" y="64"/>
                  </a:lnTo>
                  <a:lnTo>
                    <a:pt x="16" y="66"/>
                  </a:lnTo>
                  <a:lnTo>
                    <a:pt x="7" y="83"/>
                  </a:lnTo>
                  <a:lnTo>
                    <a:pt x="7" y="85"/>
                  </a:lnTo>
                  <a:lnTo>
                    <a:pt x="5" y="95"/>
                  </a:lnTo>
                  <a:lnTo>
                    <a:pt x="5" y="99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7" y="106"/>
                  </a:lnTo>
                  <a:lnTo>
                    <a:pt x="7" y="109"/>
                  </a:lnTo>
                  <a:lnTo>
                    <a:pt x="7" y="111"/>
                  </a:lnTo>
                  <a:lnTo>
                    <a:pt x="0" y="116"/>
                  </a:lnTo>
                  <a:lnTo>
                    <a:pt x="2" y="116"/>
                  </a:lnTo>
                  <a:lnTo>
                    <a:pt x="7" y="116"/>
                  </a:lnTo>
                  <a:lnTo>
                    <a:pt x="9" y="114"/>
                  </a:lnTo>
                  <a:lnTo>
                    <a:pt x="12" y="111"/>
                  </a:lnTo>
                  <a:lnTo>
                    <a:pt x="14" y="114"/>
                  </a:lnTo>
                  <a:lnTo>
                    <a:pt x="16" y="114"/>
                  </a:lnTo>
                  <a:lnTo>
                    <a:pt x="16" y="114"/>
                  </a:lnTo>
                  <a:lnTo>
                    <a:pt x="19" y="114"/>
                  </a:lnTo>
                  <a:lnTo>
                    <a:pt x="19" y="111"/>
                  </a:lnTo>
                  <a:lnTo>
                    <a:pt x="19" y="111"/>
                  </a:lnTo>
                  <a:lnTo>
                    <a:pt x="21" y="109"/>
                  </a:lnTo>
                  <a:lnTo>
                    <a:pt x="24" y="109"/>
                  </a:lnTo>
                  <a:lnTo>
                    <a:pt x="24" y="109"/>
                  </a:lnTo>
                  <a:lnTo>
                    <a:pt x="31" y="104"/>
                  </a:lnTo>
                  <a:lnTo>
                    <a:pt x="31" y="102"/>
                  </a:lnTo>
                  <a:lnTo>
                    <a:pt x="31" y="99"/>
                  </a:lnTo>
                  <a:lnTo>
                    <a:pt x="31" y="99"/>
                  </a:lnTo>
                  <a:lnTo>
                    <a:pt x="31" y="97"/>
                  </a:lnTo>
                  <a:lnTo>
                    <a:pt x="33" y="97"/>
                  </a:lnTo>
                  <a:lnTo>
                    <a:pt x="33" y="95"/>
                  </a:lnTo>
                  <a:lnTo>
                    <a:pt x="31" y="92"/>
                  </a:lnTo>
                  <a:lnTo>
                    <a:pt x="31" y="9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8" name="Freeform 27"/>
            <p:cNvSpPr>
              <a:spLocks/>
            </p:cNvSpPr>
            <p:nvPr/>
          </p:nvSpPr>
          <p:spPr bwMode="auto">
            <a:xfrm>
              <a:off x="4948" y="2001"/>
              <a:ext cx="54" cy="85"/>
            </a:xfrm>
            <a:custGeom>
              <a:avLst/>
              <a:gdLst>
                <a:gd name="T0" fmla="*/ 18 w 54"/>
                <a:gd name="T1" fmla="*/ 7 h 85"/>
                <a:gd name="T2" fmla="*/ 23 w 54"/>
                <a:gd name="T3" fmla="*/ 5 h 85"/>
                <a:gd name="T4" fmla="*/ 35 w 54"/>
                <a:gd name="T5" fmla="*/ 10 h 85"/>
                <a:gd name="T6" fmla="*/ 40 w 54"/>
                <a:gd name="T7" fmla="*/ 14 h 85"/>
                <a:gd name="T8" fmla="*/ 44 w 54"/>
                <a:gd name="T9" fmla="*/ 22 h 85"/>
                <a:gd name="T10" fmla="*/ 49 w 54"/>
                <a:gd name="T11" fmla="*/ 36 h 85"/>
                <a:gd name="T12" fmla="*/ 49 w 54"/>
                <a:gd name="T13" fmla="*/ 40 h 85"/>
                <a:gd name="T14" fmla="*/ 52 w 54"/>
                <a:gd name="T15" fmla="*/ 43 h 85"/>
                <a:gd name="T16" fmla="*/ 54 w 54"/>
                <a:gd name="T17" fmla="*/ 57 h 85"/>
                <a:gd name="T18" fmla="*/ 52 w 54"/>
                <a:gd name="T19" fmla="*/ 74 h 85"/>
                <a:gd name="T20" fmla="*/ 49 w 54"/>
                <a:gd name="T21" fmla="*/ 76 h 85"/>
                <a:gd name="T22" fmla="*/ 47 w 54"/>
                <a:gd name="T23" fmla="*/ 76 h 85"/>
                <a:gd name="T24" fmla="*/ 44 w 54"/>
                <a:gd name="T25" fmla="*/ 76 h 85"/>
                <a:gd name="T26" fmla="*/ 42 w 54"/>
                <a:gd name="T27" fmla="*/ 81 h 85"/>
                <a:gd name="T28" fmla="*/ 40 w 54"/>
                <a:gd name="T29" fmla="*/ 83 h 85"/>
                <a:gd name="T30" fmla="*/ 37 w 54"/>
                <a:gd name="T31" fmla="*/ 85 h 85"/>
                <a:gd name="T32" fmla="*/ 33 w 54"/>
                <a:gd name="T33" fmla="*/ 83 h 85"/>
                <a:gd name="T34" fmla="*/ 33 w 54"/>
                <a:gd name="T35" fmla="*/ 74 h 85"/>
                <a:gd name="T36" fmla="*/ 30 w 54"/>
                <a:gd name="T37" fmla="*/ 71 h 85"/>
                <a:gd name="T38" fmla="*/ 28 w 54"/>
                <a:gd name="T39" fmla="*/ 66 h 85"/>
                <a:gd name="T40" fmla="*/ 23 w 54"/>
                <a:gd name="T41" fmla="*/ 57 h 85"/>
                <a:gd name="T42" fmla="*/ 21 w 54"/>
                <a:gd name="T43" fmla="*/ 50 h 85"/>
                <a:gd name="T44" fmla="*/ 18 w 54"/>
                <a:gd name="T45" fmla="*/ 45 h 85"/>
                <a:gd name="T46" fmla="*/ 11 w 54"/>
                <a:gd name="T47" fmla="*/ 40 h 85"/>
                <a:gd name="T48" fmla="*/ 9 w 54"/>
                <a:gd name="T49" fmla="*/ 36 h 85"/>
                <a:gd name="T50" fmla="*/ 7 w 54"/>
                <a:gd name="T51" fmla="*/ 33 h 85"/>
                <a:gd name="T52" fmla="*/ 4 w 54"/>
                <a:gd name="T53" fmla="*/ 31 h 85"/>
                <a:gd name="T54" fmla="*/ 2 w 54"/>
                <a:gd name="T55" fmla="*/ 24 h 85"/>
                <a:gd name="T56" fmla="*/ 0 w 54"/>
                <a:gd name="T57" fmla="*/ 22 h 85"/>
                <a:gd name="T58" fmla="*/ 2 w 54"/>
                <a:gd name="T59" fmla="*/ 19 h 85"/>
                <a:gd name="T60" fmla="*/ 4 w 54"/>
                <a:gd name="T61" fmla="*/ 14 h 85"/>
                <a:gd name="T62" fmla="*/ 2 w 54"/>
                <a:gd name="T63" fmla="*/ 14 h 85"/>
                <a:gd name="T64" fmla="*/ 0 w 54"/>
                <a:gd name="T65" fmla="*/ 12 h 85"/>
                <a:gd name="T66" fmla="*/ 7 w 54"/>
                <a:gd name="T67" fmla="*/ 0 h 85"/>
                <a:gd name="T68" fmla="*/ 14 w 54"/>
                <a:gd name="T69" fmla="*/ 3 h 85"/>
                <a:gd name="T70" fmla="*/ 16 w 54"/>
                <a:gd name="T71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4" h="85">
                  <a:moveTo>
                    <a:pt x="16" y="7"/>
                  </a:moveTo>
                  <a:lnTo>
                    <a:pt x="18" y="7"/>
                  </a:lnTo>
                  <a:lnTo>
                    <a:pt x="23" y="7"/>
                  </a:lnTo>
                  <a:lnTo>
                    <a:pt x="23" y="5"/>
                  </a:lnTo>
                  <a:lnTo>
                    <a:pt x="35" y="7"/>
                  </a:lnTo>
                  <a:lnTo>
                    <a:pt x="35" y="10"/>
                  </a:lnTo>
                  <a:lnTo>
                    <a:pt x="37" y="12"/>
                  </a:lnTo>
                  <a:lnTo>
                    <a:pt x="40" y="14"/>
                  </a:lnTo>
                  <a:lnTo>
                    <a:pt x="42" y="17"/>
                  </a:lnTo>
                  <a:lnTo>
                    <a:pt x="44" y="22"/>
                  </a:lnTo>
                  <a:lnTo>
                    <a:pt x="49" y="29"/>
                  </a:lnTo>
                  <a:lnTo>
                    <a:pt x="49" y="36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2" y="43"/>
                  </a:lnTo>
                  <a:lnTo>
                    <a:pt x="52" y="43"/>
                  </a:lnTo>
                  <a:lnTo>
                    <a:pt x="52" y="50"/>
                  </a:lnTo>
                  <a:lnTo>
                    <a:pt x="54" y="57"/>
                  </a:lnTo>
                  <a:lnTo>
                    <a:pt x="54" y="66"/>
                  </a:lnTo>
                  <a:lnTo>
                    <a:pt x="52" y="74"/>
                  </a:lnTo>
                  <a:lnTo>
                    <a:pt x="52" y="74"/>
                  </a:lnTo>
                  <a:lnTo>
                    <a:pt x="49" y="76"/>
                  </a:lnTo>
                  <a:lnTo>
                    <a:pt x="49" y="76"/>
                  </a:lnTo>
                  <a:lnTo>
                    <a:pt x="47" y="76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2" y="78"/>
                  </a:lnTo>
                  <a:lnTo>
                    <a:pt x="42" y="81"/>
                  </a:lnTo>
                  <a:lnTo>
                    <a:pt x="40" y="81"/>
                  </a:lnTo>
                  <a:lnTo>
                    <a:pt x="40" y="83"/>
                  </a:lnTo>
                  <a:lnTo>
                    <a:pt x="40" y="85"/>
                  </a:lnTo>
                  <a:lnTo>
                    <a:pt x="37" y="85"/>
                  </a:lnTo>
                  <a:lnTo>
                    <a:pt x="35" y="85"/>
                  </a:lnTo>
                  <a:lnTo>
                    <a:pt x="33" y="83"/>
                  </a:lnTo>
                  <a:lnTo>
                    <a:pt x="33" y="78"/>
                  </a:lnTo>
                  <a:lnTo>
                    <a:pt x="33" y="74"/>
                  </a:lnTo>
                  <a:lnTo>
                    <a:pt x="33" y="71"/>
                  </a:lnTo>
                  <a:lnTo>
                    <a:pt x="30" y="71"/>
                  </a:lnTo>
                  <a:lnTo>
                    <a:pt x="28" y="69"/>
                  </a:lnTo>
                  <a:lnTo>
                    <a:pt x="28" y="66"/>
                  </a:lnTo>
                  <a:lnTo>
                    <a:pt x="26" y="59"/>
                  </a:lnTo>
                  <a:lnTo>
                    <a:pt x="23" y="57"/>
                  </a:lnTo>
                  <a:lnTo>
                    <a:pt x="21" y="52"/>
                  </a:lnTo>
                  <a:lnTo>
                    <a:pt x="21" y="50"/>
                  </a:lnTo>
                  <a:lnTo>
                    <a:pt x="18" y="48"/>
                  </a:lnTo>
                  <a:lnTo>
                    <a:pt x="18" y="45"/>
                  </a:lnTo>
                  <a:lnTo>
                    <a:pt x="14" y="40"/>
                  </a:lnTo>
                  <a:lnTo>
                    <a:pt x="11" y="40"/>
                  </a:lnTo>
                  <a:lnTo>
                    <a:pt x="11" y="38"/>
                  </a:lnTo>
                  <a:lnTo>
                    <a:pt x="9" y="36"/>
                  </a:lnTo>
                  <a:lnTo>
                    <a:pt x="9" y="33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4" y="31"/>
                  </a:lnTo>
                  <a:lnTo>
                    <a:pt x="4" y="26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9"/>
                  </a:lnTo>
                  <a:lnTo>
                    <a:pt x="4" y="17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12"/>
                  </a:lnTo>
                  <a:lnTo>
                    <a:pt x="2" y="3"/>
                  </a:lnTo>
                  <a:lnTo>
                    <a:pt x="7" y="0"/>
                  </a:lnTo>
                  <a:lnTo>
                    <a:pt x="9" y="3"/>
                  </a:lnTo>
                  <a:lnTo>
                    <a:pt x="14" y="3"/>
                  </a:lnTo>
                  <a:lnTo>
                    <a:pt x="16" y="7"/>
                  </a:lnTo>
                  <a:lnTo>
                    <a:pt x="16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59" name="Freeform 28"/>
            <p:cNvSpPr>
              <a:spLocks noEditPoints="1"/>
            </p:cNvSpPr>
            <p:nvPr/>
          </p:nvSpPr>
          <p:spPr bwMode="auto">
            <a:xfrm>
              <a:off x="2830" y="1414"/>
              <a:ext cx="700" cy="490"/>
            </a:xfrm>
            <a:custGeom>
              <a:avLst/>
              <a:gdLst>
                <a:gd name="T0" fmla="*/ 627 w 700"/>
                <a:gd name="T1" fmla="*/ 289 h 490"/>
                <a:gd name="T2" fmla="*/ 658 w 700"/>
                <a:gd name="T3" fmla="*/ 301 h 490"/>
                <a:gd name="T4" fmla="*/ 114 w 700"/>
                <a:gd name="T5" fmla="*/ 483 h 490"/>
                <a:gd name="T6" fmla="*/ 693 w 700"/>
                <a:gd name="T7" fmla="*/ 187 h 490"/>
                <a:gd name="T8" fmla="*/ 611 w 700"/>
                <a:gd name="T9" fmla="*/ 135 h 490"/>
                <a:gd name="T10" fmla="*/ 585 w 700"/>
                <a:gd name="T11" fmla="*/ 133 h 490"/>
                <a:gd name="T12" fmla="*/ 563 w 700"/>
                <a:gd name="T13" fmla="*/ 130 h 490"/>
                <a:gd name="T14" fmla="*/ 551 w 700"/>
                <a:gd name="T15" fmla="*/ 140 h 490"/>
                <a:gd name="T16" fmla="*/ 535 w 700"/>
                <a:gd name="T17" fmla="*/ 135 h 490"/>
                <a:gd name="T18" fmla="*/ 478 w 700"/>
                <a:gd name="T19" fmla="*/ 126 h 490"/>
                <a:gd name="T20" fmla="*/ 457 w 700"/>
                <a:gd name="T21" fmla="*/ 130 h 490"/>
                <a:gd name="T22" fmla="*/ 466 w 700"/>
                <a:gd name="T23" fmla="*/ 104 h 490"/>
                <a:gd name="T24" fmla="*/ 518 w 700"/>
                <a:gd name="T25" fmla="*/ 90 h 490"/>
                <a:gd name="T26" fmla="*/ 509 w 700"/>
                <a:gd name="T27" fmla="*/ 71 h 490"/>
                <a:gd name="T28" fmla="*/ 471 w 700"/>
                <a:gd name="T29" fmla="*/ 83 h 490"/>
                <a:gd name="T30" fmla="*/ 454 w 700"/>
                <a:gd name="T31" fmla="*/ 81 h 490"/>
                <a:gd name="T32" fmla="*/ 414 w 700"/>
                <a:gd name="T33" fmla="*/ 97 h 490"/>
                <a:gd name="T34" fmla="*/ 376 w 700"/>
                <a:gd name="T35" fmla="*/ 40 h 490"/>
                <a:gd name="T36" fmla="*/ 336 w 700"/>
                <a:gd name="T37" fmla="*/ 38 h 490"/>
                <a:gd name="T38" fmla="*/ 289 w 700"/>
                <a:gd name="T39" fmla="*/ 36 h 490"/>
                <a:gd name="T40" fmla="*/ 232 w 700"/>
                <a:gd name="T41" fmla="*/ 24 h 490"/>
                <a:gd name="T42" fmla="*/ 187 w 700"/>
                <a:gd name="T43" fmla="*/ 0 h 490"/>
                <a:gd name="T44" fmla="*/ 166 w 700"/>
                <a:gd name="T45" fmla="*/ 2 h 490"/>
                <a:gd name="T46" fmla="*/ 140 w 700"/>
                <a:gd name="T47" fmla="*/ 14 h 490"/>
                <a:gd name="T48" fmla="*/ 130 w 700"/>
                <a:gd name="T49" fmla="*/ 21 h 490"/>
                <a:gd name="T50" fmla="*/ 121 w 700"/>
                <a:gd name="T51" fmla="*/ 24 h 490"/>
                <a:gd name="T52" fmla="*/ 64 w 700"/>
                <a:gd name="T53" fmla="*/ 17 h 490"/>
                <a:gd name="T54" fmla="*/ 33 w 700"/>
                <a:gd name="T55" fmla="*/ 26 h 490"/>
                <a:gd name="T56" fmla="*/ 24 w 700"/>
                <a:gd name="T57" fmla="*/ 40 h 490"/>
                <a:gd name="T58" fmla="*/ 21 w 700"/>
                <a:gd name="T59" fmla="*/ 52 h 490"/>
                <a:gd name="T60" fmla="*/ 24 w 700"/>
                <a:gd name="T61" fmla="*/ 81 h 490"/>
                <a:gd name="T62" fmla="*/ 26 w 700"/>
                <a:gd name="T63" fmla="*/ 137 h 490"/>
                <a:gd name="T64" fmla="*/ 47 w 700"/>
                <a:gd name="T65" fmla="*/ 185 h 490"/>
                <a:gd name="T66" fmla="*/ 26 w 700"/>
                <a:gd name="T67" fmla="*/ 216 h 490"/>
                <a:gd name="T68" fmla="*/ 50 w 700"/>
                <a:gd name="T69" fmla="*/ 246 h 490"/>
                <a:gd name="T70" fmla="*/ 31 w 700"/>
                <a:gd name="T71" fmla="*/ 282 h 490"/>
                <a:gd name="T72" fmla="*/ 21 w 700"/>
                <a:gd name="T73" fmla="*/ 315 h 490"/>
                <a:gd name="T74" fmla="*/ 47 w 700"/>
                <a:gd name="T75" fmla="*/ 334 h 490"/>
                <a:gd name="T76" fmla="*/ 57 w 700"/>
                <a:gd name="T77" fmla="*/ 376 h 490"/>
                <a:gd name="T78" fmla="*/ 81 w 700"/>
                <a:gd name="T79" fmla="*/ 407 h 490"/>
                <a:gd name="T80" fmla="*/ 90 w 700"/>
                <a:gd name="T81" fmla="*/ 440 h 490"/>
                <a:gd name="T82" fmla="*/ 133 w 700"/>
                <a:gd name="T83" fmla="*/ 474 h 490"/>
                <a:gd name="T84" fmla="*/ 154 w 700"/>
                <a:gd name="T85" fmla="*/ 429 h 490"/>
                <a:gd name="T86" fmla="*/ 159 w 700"/>
                <a:gd name="T87" fmla="*/ 424 h 490"/>
                <a:gd name="T88" fmla="*/ 171 w 700"/>
                <a:gd name="T89" fmla="*/ 407 h 490"/>
                <a:gd name="T90" fmla="*/ 182 w 700"/>
                <a:gd name="T91" fmla="*/ 341 h 490"/>
                <a:gd name="T92" fmla="*/ 199 w 700"/>
                <a:gd name="T93" fmla="*/ 327 h 490"/>
                <a:gd name="T94" fmla="*/ 220 w 700"/>
                <a:gd name="T95" fmla="*/ 324 h 490"/>
                <a:gd name="T96" fmla="*/ 230 w 700"/>
                <a:gd name="T97" fmla="*/ 315 h 490"/>
                <a:gd name="T98" fmla="*/ 253 w 700"/>
                <a:gd name="T99" fmla="*/ 303 h 490"/>
                <a:gd name="T100" fmla="*/ 277 w 700"/>
                <a:gd name="T101" fmla="*/ 298 h 490"/>
                <a:gd name="T102" fmla="*/ 277 w 700"/>
                <a:gd name="T103" fmla="*/ 320 h 490"/>
                <a:gd name="T104" fmla="*/ 284 w 700"/>
                <a:gd name="T105" fmla="*/ 334 h 490"/>
                <a:gd name="T106" fmla="*/ 350 w 700"/>
                <a:gd name="T107" fmla="*/ 322 h 490"/>
                <a:gd name="T108" fmla="*/ 376 w 700"/>
                <a:gd name="T109" fmla="*/ 298 h 490"/>
                <a:gd name="T110" fmla="*/ 405 w 700"/>
                <a:gd name="T111" fmla="*/ 265 h 490"/>
                <a:gd name="T112" fmla="*/ 457 w 700"/>
                <a:gd name="T113" fmla="*/ 270 h 490"/>
                <a:gd name="T114" fmla="*/ 483 w 700"/>
                <a:gd name="T115" fmla="*/ 268 h 490"/>
                <a:gd name="T116" fmla="*/ 542 w 700"/>
                <a:gd name="T117" fmla="*/ 256 h 490"/>
                <a:gd name="T118" fmla="*/ 608 w 700"/>
                <a:gd name="T119" fmla="*/ 256 h 490"/>
                <a:gd name="T120" fmla="*/ 653 w 700"/>
                <a:gd name="T121" fmla="*/ 270 h 490"/>
                <a:gd name="T122" fmla="*/ 672 w 700"/>
                <a:gd name="T123" fmla="*/ 253 h 490"/>
                <a:gd name="T124" fmla="*/ 686 w 700"/>
                <a:gd name="T125" fmla="*/ 232 h 4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00" h="490">
                  <a:moveTo>
                    <a:pt x="665" y="294"/>
                  </a:moveTo>
                  <a:lnTo>
                    <a:pt x="663" y="291"/>
                  </a:lnTo>
                  <a:lnTo>
                    <a:pt x="658" y="291"/>
                  </a:lnTo>
                  <a:lnTo>
                    <a:pt x="648" y="294"/>
                  </a:lnTo>
                  <a:lnTo>
                    <a:pt x="639" y="294"/>
                  </a:lnTo>
                  <a:lnTo>
                    <a:pt x="637" y="294"/>
                  </a:lnTo>
                  <a:lnTo>
                    <a:pt x="634" y="291"/>
                  </a:lnTo>
                  <a:lnTo>
                    <a:pt x="632" y="289"/>
                  </a:lnTo>
                  <a:lnTo>
                    <a:pt x="627" y="289"/>
                  </a:lnTo>
                  <a:lnTo>
                    <a:pt x="625" y="291"/>
                  </a:lnTo>
                  <a:lnTo>
                    <a:pt x="627" y="296"/>
                  </a:lnTo>
                  <a:lnTo>
                    <a:pt x="632" y="301"/>
                  </a:lnTo>
                  <a:lnTo>
                    <a:pt x="637" y="303"/>
                  </a:lnTo>
                  <a:lnTo>
                    <a:pt x="644" y="305"/>
                  </a:lnTo>
                  <a:lnTo>
                    <a:pt x="646" y="303"/>
                  </a:lnTo>
                  <a:lnTo>
                    <a:pt x="653" y="301"/>
                  </a:lnTo>
                  <a:lnTo>
                    <a:pt x="655" y="301"/>
                  </a:lnTo>
                  <a:lnTo>
                    <a:pt x="658" y="301"/>
                  </a:lnTo>
                  <a:lnTo>
                    <a:pt x="665" y="303"/>
                  </a:lnTo>
                  <a:lnTo>
                    <a:pt x="667" y="303"/>
                  </a:lnTo>
                  <a:lnTo>
                    <a:pt x="667" y="301"/>
                  </a:lnTo>
                  <a:lnTo>
                    <a:pt x="667" y="298"/>
                  </a:lnTo>
                  <a:lnTo>
                    <a:pt x="665" y="294"/>
                  </a:lnTo>
                  <a:close/>
                  <a:moveTo>
                    <a:pt x="121" y="476"/>
                  </a:moveTo>
                  <a:lnTo>
                    <a:pt x="116" y="474"/>
                  </a:lnTo>
                  <a:lnTo>
                    <a:pt x="116" y="478"/>
                  </a:lnTo>
                  <a:lnTo>
                    <a:pt x="114" y="483"/>
                  </a:lnTo>
                  <a:lnTo>
                    <a:pt x="114" y="488"/>
                  </a:lnTo>
                  <a:lnTo>
                    <a:pt x="118" y="490"/>
                  </a:lnTo>
                  <a:lnTo>
                    <a:pt x="121" y="488"/>
                  </a:lnTo>
                  <a:lnTo>
                    <a:pt x="126" y="483"/>
                  </a:lnTo>
                  <a:lnTo>
                    <a:pt x="128" y="481"/>
                  </a:lnTo>
                  <a:lnTo>
                    <a:pt x="123" y="478"/>
                  </a:lnTo>
                  <a:lnTo>
                    <a:pt x="121" y="476"/>
                  </a:lnTo>
                  <a:close/>
                  <a:moveTo>
                    <a:pt x="700" y="194"/>
                  </a:moveTo>
                  <a:lnTo>
                    <a:pt x="693" y="187"/>
                  </a:lnTo>
                  <a:lnTo>
                    <a:pt x="682" y="182"/>
                  </a:lnTo>
                  <a:lnTo>
                    <a:pt x="672" y="175"/>
                  </a:lnTo>
                  <a:lnTo>
                    <a:pt x="672" y="175"/>
                  </a:lnTo>
                  <a:lnTo>
                    <a:pt x="670" y="173"/>
                  </a:lnTo>
                  <a:lnTo>
                    <a:pt x="660" y="168"/>
                  </a:lnTo>
                  <a:lnTo>
                    <a:pt x="646" y="161"/>
                  </a:lnTo>
                  <a:lnTo>
                    <a:pt x="637" y="154"/>
                  </a:lnTo>
                  <a:lnTo>
                    <a:pt x="613" y="135"/>
                  </a:lnTo>
                  <a:lnTo>
                    <a:pt x="611" y="135"/>
                  </a:lnTo>
                  <a:lnTo>
                    <a:pt x="606" y="135"/>
                  </a:lnTo>
                  <a:lnTo>
                    <a:pt x="606" y="135"/>
                  </a:lnTo>
                  <a:lnTo>
                    <a:pt x="603" y="133"/>
                  </a:lnTo>
                  <a:lnTo>
                    <a:pt x="601" y="133"/>
                  </a:lnTo>
                  <a:lnTo>
                    <a:pt x="596" y="135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3"/>
                  </a:lnTo>
                  <a:lnTo>
                    <a:pt x="585" y="133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5" y="130"/>
                  </a:lnTo>
                  <a:lnTo>
                    <a:pt x="580" y="128"/>
                  </a:lnTo>
                  <a:lnTo>
                    <a:pt x="577" y="128"/>
                  </a:lnTo>
                  <a:lnTo>
                    <a:pt x="573" y="128"/>
                  </a:lnTo>
                  <a:lnTo>
                    <a:pt x="566" y="128"/>
                  </a:lnTo>
                  <a:lnTo>
                    <a:pt x="566" y="128"/>
                  </a:lnTo>
                  <a:lnTo>
                    <a:pt x="563" y="130"/>
                  </a:lnTo>
                  <a:lnTo>
                    <a:pt x="563" y="133"/>
                  </a:lnTo>
                  <a:lnTo>
                    <a:pt x="561" y="133"/>
                  </a:lnTo>
                  <a:lnTo>
                    <a:pt x="558" y="133"/>
                  </a:lnTo>
                  <a:lnTo>
                    <a:pt x="558" y="133"/>
                  </a:lnTo>
                  <a:lnTo>
                    <a:pt x="561" y="135"/>
                  </a:lnTo>
                  <a:lnTo>
                    <a:pt x="558" y="137"/>
                  </a:lnTo>
                  <a:lnTo>
                    <a:pt x="554" y="140"/>
                  </a:lnTo>
                  <a:lnTo>
                    <a:pt x="551" y="142"/>
                  </a:lnTo>
                  <a:lnTo>
                    <a:pt x="551" y="140"/>
                  </a:lnTo>
                  <a:lnTo>
                    <a:pt x="549" y="140"/>
                  </a:lnTo>
                  <a:lnTo>
                    <a:pt x="544" y="137"/>
                  </a:lnTo>
                  <a:lnTo>
                    <a:pt x="542" y="137"/>
                  </a:lnTo>
                  <a:lnTo>
                    <a:pt x="537" y="130"/>
                  </a:lnTo>
                  <a:lnTo>
                    <a:pt x="535" y="130"/>
                  </a:lnTo>
                  <a:lnTo>
                    <a:pt x="530" y="130"/>
                  </a:lnTo>
                  <a:lnTo>
                    <a:pt x="530" y="133"/>
                  </a:lnTo>
                  <a:lnTo>
                    <a:pt x="532" y="133"/>
                  </a:lnTo>
                  <a:lnTo>
                    <a:pt x="535" y="135"/>
                  </a:lnTo>
                  <a:lnTo>
                    <a:pt x="532" y="137"/>
                  </a:lnTo>
                  <a:lnTo>
                    <a:pt x="528" y="137"/>
                  </a:lnTo>
                  <a:lnTo>
                    <a:pt x="502" y="135"/>
                  </a:lnTo>
                  <a:lnTo>
                    <a:pt x="497" y="135"/>
                  </a:lnTo>
                  <a:lnTo>
                    <a:pt x="492" y="135"/>
                  </a:lnTo>
                  <a:lnTo>
                    <a:pt x="490" y="133"/>
                  </a:lnTo>
                  <a:lnTo>
                    <a:pt x="485" y="126"/>
                  </a:lnTo>
                  <a:lnTo>
                    <a:pt x="483" y="126"/>
                  </a:lnTo>
                  <a:lnTo>
                    <a:pt x="478" y="126"/>
                  </a:lnTo>
                  <a:lnTo>
                    <a:pt x="469" y="126"/>
                  </a:lnTo>
                  <a:lnTo>
                    <a:pt x="469" y="128"/>
                  </a:lnTo>
                  <a:lnTo>
                    <a:pt x="471" y="128"/>
                  </a:lnTo>
                  <a:lnTo>
                    <a:pt x="473" y="128"/>
                  </a:lnTo>
                  <a:lnTo>
                    <a:pt x="476" y="128"/>
                  </a:lnTo>
                  <a:lnTo>
                    <a:pt x="476" y="130"/>
                  </a:lnTo>
                  <a:lnTo>
                    <a:pt x="471" y="130"/>
                  </a:lnTo>
                  <a:lnTo>
                    <a:pt x="462" y="128"/>
                  </a:lnTo>
                  <a:lnTo>
                    <a:pt x="457" y="130"/>
                  </a:lnTo>
                  <a:lnTo>
                    <a:pt x="454" y="130"/>
                  </a:lnTo>
                  <a:lnTo>
                    <a:pt x="443" y="133"/>
                  </a:lnTo>
                  <a:lnTo>
                    <a:pt x="438" y="130"/>
                  </a:lnTo>
                  <a:lnTo>
                    <a:pt x="438" y="128"/>
                  </a:lnTo>
                  <a:lnTo>
                    <a:pt x="438" y="118"/>
                  </a:lnTo>
                  <a:lnTo>
                    <a:pt x="438" y="109"/>
                  </a:lnTo>
                  <a:lnTo>
                    <a:pt x="438" y="107"/>
                  </a:lnTo>
                  <a:lnTo>
                    <a:pt x="440" y="107"/>
                  </a:lnTo>
                  <a:lnTo>
                    <a:pt x="466" y="104"/>
                  </a:lnTo>
                  <a:lnTo>
                    <a:pt x="473" y="109"/>
                  </a:lnTo>
                  <a:lnTo>
                    <a:pt x="478" y="109"/>
                  </a:lnTo>
                  <a:lnTo>
                    <a:pt x="492" y="104"/>
                  </a:lnTo>
                  <a:lnTo>
                    <a:pt x="509" y="107"/>
                  </a:lnTo>
                  <a:lnTo>
                    <a:pt x="514" y="104"/>
                  </a:lnTo>
                  <a:lnTo>
                    <a:pt x="516" y="102"/>
                  </a:lnTo>
                  <a:lnTo>
                    <a:pt x="518" y="97"/>
                  </a:lnTo>
                  <a:lnTo>
                    <a:pt x="518" y="95"/>
                  </a:lnTo>
                  <a:lnTo>
                    <a:pt x="518" y="90"/>
                  </a:lnTo>
                  <a:lnTo>
                    <a:pt x="523" y="88"/>
                  </a:lnTo>
                  <a:lnTo>
                    <a:pt x="523" y="83"/>
                  </a:lnTo>
                  <a:lnTo>
                    <a:pt x="523" y="78"/>
                  </a:lnTo>
                  <a:lnTo>
                    <a:pt x="518" y="81"/>
                  </a:lnTo>
                  <a:lnTo>
                    <a:pt x="516" y="83"/>
                  </a:lnTo>
                  <a:lnTo>
                    <a:pt x="511" y="83"/>
                  </a:lnTo>
                  <a:lnTo>
                    <a:pt x="506" y="83"/>
                  </a:lnTo>
                  <a:lnTo>
                    <a:pt x="509" y="76"/>
                  </a:lnTo>
                  <a:lnTo>
                    <a:pt x="509" y="71"/>
                  </a:lnTo>
                  <a:lnTo>
                    <a:pt x="509" y="69"/>
                  </a:lnTo>
                  <a:lnTo>
                    <a:pt x="502" y="71"/>
                  </a:lnTo>
                  <a:lnTo>
                    <a:pt x="495" y="78"/>
                  </a:lnTo>
                  <a:lnTo>
                    <a:pt x="492" y="81"/>
                  </a:lnTo>
                  <a:lnTo>
                    <a:pt x="490" y="85"/>
                  </a:lnTo>
                  <a:lnTo>
                    <a:pt x="488" y="83"/>
                  </a:lnTo>
                  <a:lnTo>
                    <a:pt x="476" y="81"/>
                  </a:lnTo>
                  <a:lnTo>
                    <a:pt x="473" y="83"/>
                  </a:lnTo>
                  <a:lnTo>
                    <a:pt x="471" y="83"/>
                  </a:lnTo>
                  <a:lnTo>
                    <a:pt x="471" y="83"/>
                  </a:lnTo>
                  <a:lnTo>
                    <a:pt x="471" y="81"/>
                  </a:lnTo>
                  <a:lnTo>
                    <a:pt x="469" y="81"/>
                  </a:lnTo>
                  <a:lnTo>
                    <a:pt x="469" y="81"/>
                  </a:lnTo>
                  <a:lnTo>
                    <a:pt x="466" y="81"/>
                  </a:lnTo>
                  <a:lnTo>
                    <a:pt x="466" y="81"/>
                  </a:lnTo>
                  <a:lnTo>
                    <a:pt x="462" y="83"/>
                  </a:lnTo>
                  <a:lnTo>
                    <a:pt x="459" y="83"/>
                  </a:lnTo>
                  <a:lnTo>
                    <a:pt x="454" y="81"/>
                  </a:lnTo>
                  <a:lnTo>
                    <a:pt x="452" y="81"/>
                  </a:lnTo>
                  <a:lnTo>
                    <a:pt x="450" y="83"/>
                  </a:lnTo>
                  <a:lnTo>
                    <a:pt x="445" y="85"/>
                  </a:lnTo>
                  <a:lnTo>
                    <a:pt x="440" y="88"/>
                  </a:lnTo>
                  <a:lnTo>
                    <a:pt x="438" y="90"/>
                  </a:lnTo>
                  <a:lnTo>
                    <a:pt x="428" y="92"/>
                  </a:lnTo>
                  <a:lnTo>
                    <a:pt x="426" y="92"/>
                  </a:lnTo>
                  <a:lnTo>
                    <a:pt x="419" y="97"/>
                  </a:lnTo>
                  <a:lnTo>
                    <a:pt x="414" y="97"/>
                  </a:lnTo>
                  <a:lnTo>
                    <a:pt x="407" y="95"/>
                  </a:lnTo>
                  <a:lnTo>
                    <a:pt x="400" y="90"/>
                  </a:lnTo>
                  <a:lnTo>
                    <a:pt x="386" y="73"/>
                  </a:lnTo>
                  <a:lnTo>
                    <a:pt x="383" y="71"/>
                  </a:lnTo>
                  <a:lnTo>
                    <a:pt x="383" y="66"/>
                  </a:lnTo>
                  <a:lnTo>
                    <a:pt x="381" y="57"/>
                  </a:lnTo>
                  <a:lnTo>
                    <a:pt x="379" y="55"/>
                  </a:lnTo>
                  <a:lnTo>
                    <a:pt x="376" y="52"/>
                  </a:lnTo>
                  <a:lnTo>
                    <a:pt x="376" y="40"/>
                  </a:lnTo>
                  <a:lnTo>
                    <a:pt x="376" y="36"/>
                  </a:lnTo>
                  <a:lnTo>
                    <a:pt x="374" y="31"/>
                  </a:lnTo>
                  <a:lnTo>
                    <a:pt x="367" y="26"/>
                  </a:lnTo>
                  <a:lnTo>
                    <a:pt x="365" y="24"/>
                  </a:lnTo>
                  <a:lnTo>
                    <a:pt x="362" y="24"/>
                  </a:lnTo>
                  <a:lnTo>
                    <a:pt x="355" y="26"/>
                  </a:lnTo>
                  <a:lnTo>
                    <a:pt x="346" y="26"/>
                  </a:lnTo>
                  <a:lnTo>
                    <a:pt x="343" y="28"/>
                  </a:lnTo>
                  <a:lnTo>
                    <a:pt x="336" y="38"/>
                  </a:lnTo>
                  <a:lnTo>
                    <a:pt x="334" y="40"/>
                  </a:lnTo>
                  <a:lnTo>
                    <a:pt x="334" y="40"/>
                  </a:lnTo>
                  <a:lnTo>
                    <a:pt x="329" y="40"/>
                  </a:lnTo>
                  <a:lnTo>
                    <a:pt x="317" y="40"/>
                  </a:lnTo>
                  <a:lnTo>
                    <a:pt x="310" y="38"/>
                  </a:lnTo>
                  <a:lnTo>
                    <a:pt x="301" y="38"/>
                  </a:lnTo>
                  <a:lnTo>
                    <a:pt x="296" y="38"/>
                  </a:lnTo>
                  <a:lnTo>
                    <a:pt x="294" y="36"/>
                  </a:lnTo>
                  <a:lnTo>
                    <a:pt x="289" y="36"/>
                  </a:lnTo>
                  <a:lnTo>
                    <a:pt x="270" y="17"/>
                  </a:lnTo>
                  <a:lnTo>
                    <a:pt x="260" y="17"/>
                  </a:lnTo>
                  <a:lnTo>
                    <a:pt x="260" y="17"/>
                  </a:lnTo>
                  <a:lnTo>
                    <a:pt x="258" y="19"/>
                  </a:lnTo>
                  <a:lnTo>
                    <a:pt x="256" y="21"/>
                  </a:lnTo>
                  <a:lnTo>
                    <a:pt x="253" y="21"/>
                  </a:lnTo>
                  <a:lnTo>
                    <a:pt x="253" y="24"/>
                  </a:lnTo>
                  <a:lnTo>
                    <a:pt x="241" y="24"/>
                  </a:lnTo>
                  <a:lnTo>
                    <a:pt x="232" y="24"/>
                  </a:lnTo>
                  <a:lnTo>
                    <a:pt x="225" y="21"/>
                  </a:lnTo>
                  <a:lnTo>
                    <a:pt x="218" y="19"/>
                  </a:lnTo>
                  <a:lnTo>
                    <a:pt x="211" y="14"/>
                  </a:lnTo>
                  <a:lnTo>
                    <a:pt x="208" y="14"/>
                  </a:lnTo>
                  <a:lnTo>
                    <a:pt x="201" y="14"/>
                  </a:lnTo>
                  <a:lnTo>
                    <a:pt x="201" y="12"/>
                  </a:lnTo>
                  <a:lnTo>
                    <a:pt x="199" y="12"/>
                  </a:lnTo>
                  <a:lnTo>
                    <a:pt x="189" y="2"/>
                  </a:lnTo>
                  <a:lnTo>
                    <a:pt x="187" y="0"/>
                  </a:lnTo>
                  <a:lnTo>
                    <a:pt x="185" y="0"/>
                  </a:lnTo>
                  <a:lnTo>
                    <a:pt x="180" y="2"/>
                  </a:lnTo>
                  <a:lnTo>
                    <a:pt x="178" y="2"/>
                  </a:lnTo>
                  <a:lnTo>
                    <a:pt x="168" y="2"/>
                  </a:lnTo>
                  <a:lnTo>
                    <a:pt x="168" y="5"/>
                  </a:lnTo>
                  <a:lnTo>
                    <a:pt x="171" y="7"/>
                  </a:lnTo>
                  <a:lnTo>
                    <a:pt x="168" y="7"/>
                  </a:lnTo>
                  <a:lnTo>
                    <a:pt x="166" y="7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61" y="0"/>
                  </a:lnTo>
                  <a:lnTo>
                    <a:pt x="156" y="0"/>
                  </a:lnTo>
                  <a:lnTo>
                    <a:pt x="154" y="0"/>
                  </a:lnTo>
                  <a:lnTo>
                    <a:pt x="149" y="5"/>
                  </a:lnTo>
                  <a:lnTo>
                    <a:pt x="144" y="5"/>
                  </a:lnTo>
                  <a:lnTo>
                    <a:pt x="144" y="7"/>
                  </a:lnTo>
                  <a:lnTo>
                    <a:pt x="140" y="14"/>
                  </a:lnTo>
                  <a:lnTo>
                    <a:pt x="140" y="14"/>
                  </a:lnTo>
                  <a:lnTo>
                    <a:pt x="135" y="17"/>
                  </a:lnTo>
                  <a:lnTo>
                    <a:pt x="133" y="17"/>
                  </a:lnTo>
                  <a:lnTo>
                    <a:pt x="130" y="17"/>
                  </a:lnTo>
                  <a:lnTo>
                    <a:pt x="128" y="17"/>
                  </a:lnTo>
                  <a:lnTo>
                    <a:pt x="128" y="19"/>
                  </a:lnTo>
                  <a:lnTo>
                    <a:pt x="128" y="19"/>
                  </a:lnTo>
                  <a:lnTo>
                    <a:pt x="130" y="19"/>
                  </a:lnTo>
                  <a:lnTo>
                    <a:pt x="130" y="19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4"/>
                  </a:lnTo>
                  <a:lnTo>
                    <a:pt x="128" y="24"/>
                  </a:lnTo>
                  <a:lnTo>
                    <a:pt x="126" y="19"/>
                  </a:lnTo>
                  <a:lnTo>
                    <a:pt x="123" y="17"/>
                  </a:lnTo>
                  <a:lnTo>
                    <a:pt x="121" y="19"/>
                  </a:lnTo>
                  <a:lnTo>
                    <a:pt x="121" y="21"/>
                  </a:lnTo>
                  <a:lnTo>
                    <a:pt x="121" y="24"/>
                  </a:lnTo>
                  <a:lnTo>
                    <a:pt x="121" y="24"/>
                  </a:lnTo>
                  <a:lnTo>
                    <a:pt x="118" y="26"/>
                  </a:lnTo>
                  <a:lnTo>
                    <a:pt x="109" y="26"/>
                  </a:lnTo>
                  <a:lnTo>
                    <a:pt x="107" y="26"/>
                  </a:lnTo>
                  <a:lnTo>
                    <a:pt x="102" y="24"/>
                  </a:lnTo>
                  <a:lnTo>
                    <a:pt x="97" y="26"/>
                  </a:lnTo>
                  <a:lnTo>
                    <a:pt x="92" y="26"/>
                  </a:lnTo>
                  <a:lnTo>
                    <a:pt x="74" y="19"/>
                  </a:lnTo>
                  <a:lnTo>
                    <a:pt x="69" y="17"/>
                  </a:lnTo>
                  <a:lnTo>
                    <a:pt x="64" y="17"/>
                  </a:lnTo>
                  <a:lnTo>
                    <a:pt x="43" y="21"/>
                  </a:lnTo>
                  <a:lnTo>
                    <a:pt x="43" y="21"/>
                  </a:lnTo>
                  <a:lnTo>
                    <a:pt x="43" y="24"/>
                  </a:lnTo>
                  <a:lnTo>
                    <a:pt x="40" y="24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6" y="24"/>
                  </a:lnTo>
                  <a:lnTo>
                    <a:pt x="33" y="24"/>
                  </a:lnTo>
                  <a:lnTo>
                    <a:pt x="33" y="26"/>
                  </a:lnTo>
                  <a:lnTo>
                    <a:pt x="33" y="28"/>
                  </a:lnTo>
                  <a:lnTo>
                    <a:pt x="36" y="31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29" y="36"/>
                  </a:lnTo>
                  <a:lnTo>
                    <a:pt x="26" y="36"/>
                  </a:lnTo>
                  <a:lnTo>
                    <a:pt x="24" y="38"/>
                  </a:lnTo>
                  <a:lnTo>
                    <a:pt x="24" y="40"/>
                  </a:lnTo>
                  <a:lnTo>
                    <a:pt x="21" y="40"/>
                  </a:lnTo>
                  <a:lnTo>
                    <a:pt x="21" y="40"/>
                  </a:lnTo>
                  <a:lnTo>
                    <a:pt x="19" y="40"/>
                  </a:lnTo>
                  <a:lnTo>
                    <a:pt x="17" y="45"/>
                  </a:lnTo>
                  <a:lnTo>
                    <a:pt x="17" y="47"/>
                  </a:lnTo>
                  <a:lnTo>
                    <a:pt x="17" y="50"/>
                  </a:lnTo>
                  <a:lnTo>
                    <a:pt x="21" y="50"/>
                  </a:lnTo>
                  <a:lnTo>
                    <a:pt x="21" y="52"/>
                  </a:lnTo>
                  <a:lnTo>
                    <a:pt x="21" y="52"/>
                  </a:lnTo>
                  <a:lnTo>
                    <a:pt x="26" y="62"/>
                  </a:lnTo>
                  <a:lnTo>
                    <a:pt x="29" y="64"/>
                  </a:lnTo>
                  <a:lnTo>
                    <a:pt x="24" y="64"/>
                  </a:lnTo>
                  <a:lnTo>
                    <a:pt x="19" y="62"/>
                  </a:lnTo>
                  <a:lnTo>
                    <a:pt x="17" y="64"/>
                  </a:lnTo>
                  <a:lnTo>
                    <a:pt x="19" y="64"/>
                  </a:lnTo>
                  <a:lnTo>
                    <a:pt x="21" y="69"/>
                  </a:lnTo>
                  <a:lnTo>
                    <a:pt x="24" y="71"/>
                  </a:lnTo>
                  <a:lnTo>
                    <a:pt x="24" y="81"/>
                  </a:lnTo>
                  <a:lnTo>
                    <a:pt x="26" y="85"/>
                  </a:lnTo>
                  <a:lnTo>
                    <a:pt x="33" y="97"/>
                  </a:lnTo>
                  <a:lnTo>
                    <a:pt x="36" y="111"/>
                  </a:lnTo>
                  <a:lnTo>
                    <a:pt x="38" y="121"/>
                  </a:lnTo>
                  <a:lnTo>
                    <a:pt x="36" y="126"/>
                  </a:lnTo>
                  <a:lnTo>
                    <a:pt x="36" y="126"/>
                  </a:lnTo>
                  <a:lnTo>
                    <a:pt x="33" y="133"/>
                  </a:lnTo>
                  <a:lnTo>
                    <a:pt x="31" y="135"/>
                  </a:lnTo>
                  <a:lnTo>
                    <a:pt x="26" y="137"/>
                  </a:lnTo>
                  <a:lnTo>
                    <a:pt x="26" y="140"/>
                  </a:lnTo>
                  <a:lnTo>
                    <a:pt x="26" y="144"/>
                  </a:lnTo>
                  <a:lnTo>
                    <a:pt x="31" y="147"/>
                  </a:lnTo>
                  <a:lnTo>
                    <a:pt x="38" y="154"/>
                  </a:lnTo>
                  <a:lnTo>
                    <a:pt x="55" y="159"/>
                  </a:lnTo>
                  <a:lnTo>
                    <a:pt x="55" y="171"/>
                  </a:lnTo>
                  <a:lnTo>
                    <a:pt x="55" y="175"/>
                  </a:lnTo>
                  <a:lnTo>
                    <a:pt x="52" y="180"/>
                  </a:lnTo>
                  <a:lnTo>
                    <a:pt x="47" y="185"/>
                  </a:lnTo>
                  <a:lnTo>
                    <a:pt x="45" y="187"/>
                  </a:lnTo>
                  <a:lnTo>
                    <a:pt x="40" y="197"/>
                  </a:lnTo>
                  <a:lnTo>
                    <a:pt x="33" y="206"/>
                  </a:lnTo>
                  <a:lnTo>
                    <a:pt x="31" y="208"/>
                  </a:lnTo>
                  <a:lnTo>
                    <a:pt x="21" y="211"/>
                  </a:lnTo>
                  <a:lnTo>
                    <a:pt x="19" y="213"/>
                  </a:lnTo>
                  <a:lnTo>
                    <a:pt x="19" y="218"/>
                  </a:lnTo>
                  <a:lnTo>
                    <a:pt x="21" y="218"/>
                  </a:lnTo>
                  <a:lnTo>
                    <a:pt x="26" y="216"/>
                  </a:lnTo>
                  <a:lnTo>
                    <a:pt x="31" y="213"/>
                  </a:lnTo>
                  <a:lnTo>
                    <a:pt x="33" y="216"/>
                  </a:lnTo>
                  <a:lnTo>
                    <a:pt x="36" y="220"/>
                  </a:lnTo>
                  <a:lnTo>
                    <a:pt x="38" y="223"/>
                  </a:lnTo>
                  <a:lnTo>
                    <a:pt x="43" y="225"/>
                  </a:lnTo>
                  <a:lnTo>
                    <a:pt x="45" y="227"/>
                  </a:lnTo>
                  <a:lnTo>
                    <a:pt x="47" y="232"/>
                  </a:lnTo>
                  <a:lnTo>
                    <a:pt x="47" y="239"/>
                  </a:lnTo>
                  <a:lnTo>
                    <a:pt x="50" y="246"/>
                  </a:lnTo>
                  <a:lnTo>
                    <a:pt x="50" y="251"/>
                  </a:lnTo>
                  <a:lnTo>
                    <a:pt x="50" y="253"/>
                  </a:lnTo>
                  <a:lnTo>
                    <a:pt x="50" y="258"/>
                  </a:lnTo>
                  <a:lnTo>
                    <a:pt x="47" y="263"/>
                  </a:lnTo>
                  <a:lnTo>
                    <a:pt x="45" y="265"/>
                  </a:lnTo>
                  <a:lnTo>
                    <a:pt x="38" y="270"/>
                  </a:lnTo>
                  <a:lnTo>
                    <a:pt x="36" y="272"/>
                  </a:lnTo>
                  <a:lnTo>
                    <a:pt x="33" y="279"/>
                  </a:lnTo>
                  <a:lnTo>
                    <a:pt x="31" y="282"/>
                  </a:lnTo>
                  <a:lnTo>
                    <a:pt x="24" y="287"/>
                  </a:lnTo>
                  <a:lnTo>
                    <a:pt x="10" y="287"/>
                  </a:lnTo>
                  <a:lnTo>
                    <a:pt x="3" y="289"/>
                  </a:lnTo>
                  <a:lnTo>
                    <a:pt x="0" y="291"/>
                  </a:lnTo>
                  <a:lnTo>
                    <a:pt x="3" y="294"/>
                  </a:lnTo>
                  <a:lnTo>
                    <a:pt x="21" y="310"/>
                  </a:lnTo>
                  <a:lnTo>
                    <a:pt x="21" y="310"/>
                  </a:lnTo>
                  <a:lnTo>
                    <a:pt x="24" y="315"/>
                  </a:lnTo>
                  <a:lnTo>
                    <a:pt x="21" y="315"/>
                  </a:lnTo>
                  <a:lnTo>
                    <a:pt x="21" y="317"/>
                  </a:lnTo>
                  <a:lnTo>
                    <a:pt x="21" y="317"/>
                  </a:lnTo>
                  <a:lnTo>
                    <a:pt x="21" y="322"/>
                  </a:lnTo>
                  <a:lnTo>
                    <a:pt x="26" y="322"/>
                  </a:lnTo>
                  <a:lnTo>
                    <a:pt x="33" y="324"/>
                  </a:lnTo>
                  <a:lnTo>
                    <a:pt x="36" y="324"/>
                  </a:lnTo>
                  <a:lnTo>
                    <a:pt x="38" y="329"/>
                  </a:lnTo>
                  <a:lnTo>
                    <a:pt x="40" y="332"/>
                  </a:lnTo>
                  <a:lnTo>
                    <a:pt x="47" y="334"/>
                  </a:lnTo>
                  <a:lnTo>
                    <a:pt x="59" y="336"/>
                  </a:lnTo>
                  <a:lnTo>
                    <a:pt x="62" y="339"/>
                  </a:lnTo>
                  <a:lnTo>
                    <a:pt x="64" y="341"/>
                  </a:lnTo>
                  <a:lnTo>
                    <a:pt x="64" y="341"/>
                  </a:lnTo>
                  <a:lnTo>
                    <a:pt x="55" y="360"/>
                  </a:lnTo>
                  <a:lnTo>
                    <a:pt x="55" y="365"/>
                  </a:lnTo>
                  <a:lnTo>
                    <a:pt x="55" y="369"/>
                  </a:lnTo>
                  <a:lnTo>
                    <a:pt x="55" y="369"/>
                  </a:lnTo>
                  <a:lnTo>
                    <a:pt x="57" y="376"/>
                  </a:lnTo>
                  <a:lnTo>
                    <a:pt x="57" y="379"/>
                  </a:lnTo>
                  <a:lnTo>
                    <a:pt x="59" y="381"/>
                  </a:lnTo>
                  <a:lnTo>
                    <a:pt x="59" y="388"/>
                  </a:lnTo>
                  <a:lnTo>
                    <a:pt x="59" y="391"/>
                  </a:lnTo>
                  <a:lnTo>
                    <a:pt x="57" y="398"/>
                  </a:lnTo>
                  <a:lnTo>
                    <a:pt x="57" y="398"/>
                  </a:lnTo>
                  <a:lnTo>
                    <a:pt x="69" y="400"/>
                  </a:lnTo>
                  <a:lnTo>
                    <a:pt x="76" y="405"/>
                  </a:lnTo>
                  <a:lnTo>
                    <a:pt x="81" y="407"/>
                  </a:lnTo>
                  <a:lnTo>
                    <a:pt x="83" y="412"/>
                  </a:lnTo>
                  <a:lnTo>
                    <a:pt x="83" y="419"/>
                  </a:lnTo>
                  <a:lnTo>
                    <a:pt x="83" y="421"/>
                  </a:lnTo>
                  <a:lnTo>
                    <a:pt x="83" y="424"/>
                  </a:lnTo>
                  <a:lnTo>
                    <a:pt x="85" y="426"/>
                  </a:lnTo>
                  <a:lnTo>
                    <a:pt x="90" y="431"/>
                  </a:lnTo>
                  <a:lnTo>
                    <a:pt x="90" y="433"/>
                  </a:lnTo>
                  <a:lnTo>
                    <a:pt x="90" y="438"/>
                  </a:lnTo>
                  <a:lnTo>
                    <a:pt x="90" y="440"/>
                  </a:lnTo>
                  <a:lnTo>
                    <a:pt x="85" y="448"/>
                  </a:lnTo>
                  <a:lnTo>
                    <a:pt x="83" y="450"/>
                  </a:lnTo>
                  <a:lnTo>
                    <a:pt x="90" y="450"/>
                  </a:lnTo>
                  <a:lnTo>
                    <a:pt x="104" y="448"/>
                  </a:lnTo>
                  <a:lnTo>
                    <a:pt x="111" y="448"/>
                  </a:lnTo>
                  <a:lnTo>
                    <a:pt x="116" y="452"/>
                  </a:lnTo>
                  <a:lnTo>
                    <a:pt x="130" y="471"/>
                  </a:lnTo>
                  <a:lnTo>
                    <a:pt x="133" y="474"/>
                  </a:lnTo>
                  <a:lnTo>
                    <a:pt x="133" y="474"/>
                  </a:lnTo>
                  <a:lnTo>
                    <a:pt x="135" y="474"/>
                  </a:lnTo>
                  <a:lnTo>
                    <a:pt x="137" y="476"/>
                  </a:lnTo>
                  <a:lnTo>
                    <a:pt x="144" y="464"/>
                  </a:lnTo>
                  <a:lnTo>
                    <a:pt x="144" y="459"/>
                  </a:lnTo>
                  <a:lnTo>
                    <a:pt x="149" y="440"/>
                  </a:lnTo>
                  <a:lnTo>
                    <a:pt x="152" y="436"/>
                  </a:lnTo>
                  <a:lnTo>
                    <a:pt x="152" y="436"/>
                  </a:lnTo>
                  <a:lnTo>
                    <a:pt x="152" y="431"/>
                  </a:lnTo>
                  <a:lnTo>
                    <a:pt x="154" y="429"/>
                  </a:lnTo>
                  <a:lnTo>
                    <a:pt x="154" y="429"/>
                  </a:lnTo>
                  <a:lnTo>
                    <a:pt x="156" y="429"/>
                  </a:lnTo>
                  <a:lnTo>
                    <a:pt x="156" y="426"/>
                  </a:lnTo>
                  <a:lnTo>
                    <a:pt x="156" y="424"/>
                  </a:lnTo>
                  <a:lnTo>
                    <a:pt x="156" y="426"/>
                  </a:lnTo>
                  <a:lnTo>
                    <a:pt x="156" y="424"/>
                  </a:lnTo>
                  <a:lnTo>
                    <a:pt x="156" y="424"/>
                  </a:lnTo>
                  <a:lnTo>
                    <a:pt x="156" y="421"/>
                  </a:lnTo>
                  <a:lnTo>
                    <a:pt x="159" y="424"/>
                  </a:lnTo>
                  <a:lnTo>
                    <a:pt x="159" y="424"/>
                  </a:lnTo>
                  <a:lnTo>
                    <a:pt x="159" y="424"/>
                  </a:lnTo>
                  <a:lnTo>
                    <a:pt x="161" y="419"/>
                  </a:lnTo>
                  <a:lnTo>
                    <a:pt x="161" y="417"/>
                  </a:lnTo>
                  <a:lnTo>
                    <a:pt x="163" y="414"/>
                  </a:lnTo>
                  <a:lnTo>
                    <a:pt x="166" y="412"/>
                  </a:lnTo>
                  <a:lnTo>
                    <a:pt x="168" y="410"/>
                  </a:lnTo>
                  <a:lnTo>
                    <a:pt x="171" y="410"/>
                  </a:lnTo>
                  <a:lnTo>
                    <a:pt x="171" y="407"/>
                  </a:lnTo>
                  <a:lnTo>
                    <a:pt x="173" y="403"/>
                  </a:lnTo>
                  <a:lnTo>
                    <a:pt x="187" y="374"/>
                  </a:lnTo>
                  <a:lnTo>
                    <a:pt x="189" y="365"/>
                  </a:lnTo>
                  <a:lnTo>
                    <a:pt x="192" y="360"/>
                  </a:lnTo>
                  <a:lnTo>
                    <a:pt x="192" y="358"/>
                  </a:lnTo>
                  <a:lnTo>
                    <a:pt x="189" y="355"/>
                  </a:lnTo>
                  <a:lnTo>
                    <a:pt x="185" y="346"/>
                  </a:lnTo>
                  <a:lnTo>
                    <a:pt x="185" y="343"/>
                  </a:lnTo>
                  <a:lnTo>
                    <a:pt x="182" y="341"/>
                  </a:lnTo>
                  <a:lnTo>
                    <a:pt x="182" y="341"/>
                  </a:lnTo>
                  <a:lnTo>
                    <a:pt x="180" y="339"/>
                  </a:lnTo>
                  <a:lnTo>
                    <a:pt x="180" y="336"/>
                  </a:lnTo>
                  <a:lnTo>
                    <a:pt x="182" y="332"/>
                  </a:lnTo>
                  <a:lnTo>
                    <a:pt x="182" y="332"/>
                  </a:lnTo>
                  <a:lnTo>
                    <a:pt x="182" y="327"/>
                  </a:lnTo>
                  <a:lnTo>
                    <a:pt x="187" y="327"/>
                  </a:lnTo>
                  <a:lnTo>
                    <a:pt x="189" y="324"/>
                  </a:lnTo>
                  <a:lnTo>
                    <a:pt x="199" y="327"/>
                  </a:lnTo>
                  <a:lnTo>
                    <a:pt x="201" y="327"/>
                  </a:lnTo>
                  <a:lnTo>
                    <a:pt x="204" y="329"/>
                  </a:lnTo>
                  <a:lnTo>
                    <a:pt x="204" y="329"/>
                  </a:lnTo>
                  <a:lnTo>
                    <a:pt x="206" y="332"/>
                  </a:lnTo>
                  <a:lnTo>
                    <a:pt x="206" y="334"/>
                  </a:lnTo>
                  <a:lnTo>
                    <a:pt x="208" y="334"/>
                  </a:lnTo>
                  <a:lnTo>
                    <a:pt x="213" y="332"/>
                  </a:lnTo>
                  <a:lnTo>
                    <a:pt x="215" y="332"/>
                  </a:lnTo>
                  <a:lnTo>
                    <a:pt x="220" y="324"/>
                  </a:lnTo>
                  <a:lnTo>
                    <a:pt x="220" y="322"/>
                  </a:lnTo>
                  <a:lnTo>
                    <a:pt x="223" y="322"/>
                  </a:lnTo>
                  <a:lnTo>
                    <a:pt x="225" y="322"/>
                  </a:lnTo>
                  <a:lnTo>
                    <a:pt x="225" y="320"/>
                  </a:lnTo>
                  <a:lnTo>
                    <a:pt x="225" y="317"/>
                  </a:lnTo>
                  <a:lnTo>
                    <a:pt x="225" y="317"/>
                  </a:lnTo>
                  <a:lnTo>
                    <a:pt x="227" y="315"/>
                  </a:lnTo>
                  <a:lnTo>
                    <a:pt x="227" y="315"/>
                  </a:lnTo>
                  <a:lnTo>
                    <a:pt x="230" y="315"/>
                  </a:lnTo>
                  <a:lnTo>
                    <a:pt x="232" y="313"/>
                  </a:lnTo>
                  <a:lnTo>
                    <a:pt x="234" y="310"/>
                  </a:lnTo>
                  <a:lnTo>
                    <a:pt x="237" y="310"/>
                  </a:lnTo>
                  <a:lnTo>
                    <a:pt x="237" y="310"/>
                  </a:lnTo>
                  <a:lnTo>
                    <a:pt x="241" y="310"/>
                  </a:lnTo>
                  <a:lnTo>
                    <a:pt x="244" y="310"/>
                  </a:lnTo>
                  <a:lnTo>
                    <a:pt x="246" y="310"/>
                  </a:lnTo>
                  <a:lnTo>
                    <a:pt x="246" y="308"/>
                  </a:lnTo>
                  <a:lnTo>
                    <a:pt x="253" y="303"/>
                  </a:lnTo>
                  <a:lnTo>
                    <a:pt x="253" y="301"/>
                  </a:lnTo>
                  <a:lnTo>
                    <a:pt x="251" y="296"/>
                  </a:lnTo>
                  <a:lnTo>
                    <a:pt x="253" y="294"/>
                  </a:lnTo>
                  <a:lnTo>
                    <a:pt x="256" y="291"/>
                  </a:lnTo>
                  <a:lnTo>
                    <a:pt x="260" y="291"/>
                  </a:lnTo>
                  <a:lnTo>
                    <a:pt x="265" y="291"/>
                  </a:lnTo>
                  <a:lnTo>
                    <a:pt x="270" y="294"/>
                  </a:lnTo>
                  <a:lnTo>
                    <a:pt x="272" y="294"/>
                  </a:lnTo>
                  <a:lnTo>
                    <a:pt x="277" y="298"/>
                  </a:lnTo>
                  <a:lnTo>
                    <a:pt x="279" y="301"/>
                  </a:lnTo>
                  <a:lnTo>
                    <a:pt x="279" y="305"/>
                  </a:lnTo>
                  <a:lnTo>
                    <a:pt x="279" y="310"/>
                  </a:lnTo>
                  <a:lnTo>
                    <a:pt x="279" y="313"/>
                  </a:lnTo>
                  <a:lnTo>
                    <a:pt x="279" y="315"/>
                  </a:lnTo>
                  <a:lnTo>
                    <a:pt x="277" y="315"/>
                  </a:lnTo>
                  <a:lnTo>
                    <a:pt x="277" y="317"/>
                  </a:lnTo>
                  <a:lnTo>
                    <a:pt x="277" y="320"/>
                  </a:lnTo>
                  <a:lnTo>
                    <a:pt x="277" y="320"/>
                  </a:lnTo>
                  <a:lnTo>
                    <a:pt x="282" y="322"/>
                  </a:lnTo>
                  <a:lnTo>
                    <a:pt x="284" y="324"/>
                  </a:lnTo>
                  <a:lnTo>
                    <a:pt x="284" y="324"/>
                  </a:lnTo>
                  <a:lnTo>
                    <a:pt x="286" y="327"/>
                  </a:lnTo>
                  <a:lnTo>
                    <a:pt x="286" y="327"/>
                  </a:lnTo>
                  <a:lnTo>
                    <a:pt x="286" y="329"/>
                  </a:lnTo>
                  <a:lnTo>
                    <a:pt x="284" y="332"/>
                  </a:lnTo>
                  <a:lnTo>
                    <a:pt x="284" y="332"/>
                  </a:lnTo>
                  <a:lnTo>
                    <a:pt x="284" y="334"/>
                  </a:lnTo>
                  <a:lnTo>
                    <a:pt x="286" y="334"/>
                  </a:lnTo>
                  <a:lnTo>
                    <a:pt x="301" y="334"/>
                  </a:lnTo>
                  <a:lnTo>
                    <a:pt x="305" y="332"/>
                  </a:lnTo>
                  <a:lnTo>
                    <a:pt x="312" y="327"/>
                  </a:lnTo>
                  <a:lnTo>
                    <a:pt x="317" y="324"/>
                  </a:lnTo>
                  <a:lnTo>
                    <a:pt x="341" y="320"/>
                  </a:lnTo>
                  <a:lnTo>
                    <a:pt x="343" y="322"/>
                  </a:lnTo>
                  <a:lnTo>
                    <a:pt x="348" y="322"/>
                  </a:lnTo>
                  <a:lnTo>
                    <a:pt x="350" y="322"/>
                  </a:lnTo>
                  <a:lnTo>
                    <a:pt x="353" y="320"/>
                  </a:lnTo>
                  <a:lnTo>
                    <a:pt x="357" y="320"/>
                  </a:lnTo>
                  <a:lnTo>
                    <a:pt x="360" y="320"/>
                  </a:lnTo>
                  <a:lnTo>
                    <a:pt x="362" y="317"/>
                  </a:lnTo>
                  <a:lnTo>
                    <a:pt x="365" y="310"/>
                  </a:lnTo>
                  <a:lnTo>
                    <a:pt x="372" y="305"/>
                  </a:lnTo>
                  <a:lnTo>
                    <a:pt x="372" y="303"/>
                  </a:lnTo>
                  <a:lnTo>
                    <a:pt x="372" y="301"/>
                  </a:lnTo>
                  <a:lnTo>
                    <a:pt x="376" y="298"/>
                  </a:lnTo>
                  <a:lnTo>
                    <a:pt x="376" y="296"/>
                  </a:lnTo>
                  <a:lnTo>
                    <a:pt x="379" y="289"/>
                  </a:lnTo>
                  <a:lnTo>
                    <a:pt x="381" y="284"/>
                  </a:lnTo>
                  <a:lnTo>
                    <a:pt x="383" y="279"/>
                  </a:lnTo>
                  <a:lnTo>
                    <a:pt x="388" y="277"/>
                  </a:lnTo>
                  <a:lnTo>
                    <a:pt x="393" y="275"/>
                  </a:lnTo>
                  <a:lnTo>
                    <a:pt x="395" y="272"/>
                  </a:lnTo>
                  <a:lnTo>
                    <a:pt x="400" y="270"/>
                  </a:lnTo>
                  <a:lnTo>
                    <a:pt x="405" y="265"/>
                  </a:lnTo>
                  <a:lnTo>
                    <a:pt x="407" y="265"/>
                  </a:lnTo>
                  <a:lnTo>
                    <a:pt x="414" y="263"/>
                  </a:lnTo>
                  <a:lnTo>
                    <a:pt x="445" y="263"/>
                  </a:lnTo>
                  <a:lnTo>
                    <a:pt x="445" y="263"/>
                  </a:lnTo>
                  <a:lnTo>
                    <a:pt x="447" y="265"/>
                  </a:lnTo>
                  <a:lnTo>
                    <a:pt x="452" y="270"/>
                  </a:lnTo>
                  <a:lnTo>
                    <a:pt x="452" y="270"/>
                  </a:lnTo>
                  <a:lnTo>
                    <a:pt x="454" y="270"/>
                  </a:lnTo>
                  <a:lnTo>
                    <a:pt x="457" y="270"/>
                  </a:lnTo>
                  <a:lnTo>
                    <a:pt x="459" y="268"/>
                  </a:lnTo>
                  <a:lnTo>
                    <a:pt x="459" y="268"/>
                  </a:lnTo>
                  <a:lnTo>
                    <a:pt x="459" y="265"/>
                  </a:lnTo>
                  <a:lnTo>
                    <a:pt x="459" y="263"/>
                  </a:lnTo>
                  <a:lnTo>
                    <a:pt x="459" y="260"/>
                  </a:lnTo>
                  <a:lnTo>
                    <a:pt x="462" y="260"/>
                  </a:lnTo>
                  <a:lnTo>
                    <a:pt x="466" y="263"/>
                  </a:lnTo>
                  <a:lnTo>
                    <a:pt x="478" y="268"/>
                  </a:lnTo>
                  <a:lnTo>
                    <a:pt x="483" y="268"/>
                  </a:lnTo>
                  <a:lnTo>
                    <a:pt x="490" y="263"/>
                  </a:lnTo>
                  <a:lnTo>
                    <a:pt x="514" y="258"/>
                  </a:lnTo>
                  <a:lnTo>
                    <a:pt x="516" y="253"/>
                  </a:lnTo>
                  <a:lnTo>
                    <a:pt x="521" y="256"/>
                  </a:lnTo>
                  <a:lnTo>
                    <a:pt x="525" y="256"/>
                  </a:lnTo>
                  <a:lnTo>
                    <a:pt x="528" y="253"/>
                  </a:lnTo>
                  <a:lnTo>
                    <a:pt x="532" y="251"/>
                  </a:lnTo>
                  <a:lnTo>
                    <a:pt x="537" y="253"/>
                  </a:lnTo>
                  <a:lnTo>
                    <a:pt x="542" y="256"/>
                  </a:lnTo>
                  <a:lnTo>
                    <a:pt x="547" y="256"/>
                  </a:lnTo>
                  <a:lnTo>
                    <a:pt x="549" y="258"/>
                  </a:lnTo>
                  <a:lnTo>
                    <a:pt x="558" y="258"/>
                  </a:lnTo>
                  <a:lnTo>
                    <a:pt x="563" y="258"/>
                  </a:lnTo>
                  <a:lnTo>
                    <a:pt x="575" y="256"/>
                  </a:lnTo>
                  <a:lnTo>
                    <a:pt x="585" y="251"/>
                  </a:lnTo>
                  <a:lnTo>
                    <a:pt x="594" y="251"/>
                  </a:lnTo>
                  <a:lnTo>
                    <a:pt x="601" y="253"/>
                  </a:lnTo>
                  <a:lnTo>
                    <a:pt x="608" y="256"/>
                  </a:lnTo>
                  <a:lnTo>
                    <a:pt x="615" y="263"/>
                  </a:lnTo>
                  <a:lnTo>
                    <a:pt x="622" y="270"/>
                  </a:lnTo>
                  <a:lnTo>
                    <a:pt x="627" y="279"/>
                  </a:lnTo>
                  <a:lnTo>
                    <a:pt x="629" y="287"/>
                  </a:lnTo>
                  <a:lnTo>
                    <a:pt x="632" y="289"/>
                  </a:lnTo>
                  <a:lnTo>
                    <a:pt x="648" y="284"/>
                  </a:lnTo>
                  <a:lnTo>
                    <a:pt x="651" y="284"/>
                  </a:lnTo>
                  <a:lnTo>
                    <a:pt x="651" y="282"/>
                  </a:lnTo>
                  <a:lnTo>
                    <a:pt x="653" y="270"/>
                  </a:lnTo>
                  <a:lnTo>
                    <a:pt x="653" y="265"/>
                  </a:lnTo>
                  <a:lnTo>
                    <a:pt x="655" y="263"/>
                  </a:lnTo>
                  <a:lnTo>
                    <a:pt x="658" y="258"/>
                  </a:lnTo>
                  <a:lnTo>
                    <a:pt x="655" y="253"/>
                  </a:lnTo>
                  <a:lnTo>
                    <a:pt x="655" y="251"/>
                  </a:lnTo>
                  <a:lnTo>
                    <a:pt x="658" y="249"/>
                  </a:lnTo>
                  <a:lnTo>
                    <a:pt x="660" y="249"/>
                  </a:lnTo>
                  <a:lnTo>
                    <a:pt x="670" y="253"/>
                  </a:lnTo>
                  <a:lnTo>
                    <a:pt x="672" y="253"/>
                  </a:lnTo>
                  <a:lnTo>
                    <a:pt x="677" y="253"/>
                  </a:lnTo>
                  <a:lnTo>
                    <a:pt x="682" y="251"/>
                  </a:lnTo>
                  <a:lnTo>
                    <a:pt x="684" y="249"/>
                  </a:lnTo>
                  <a:lnTo>
                    <a:pt x="686" y="246"/>
                  </a:lnTo>
                  <a:lnTo>
                    <a:pt x="686" y="244"/>
                  </a:lnTo>
                  <a:lnTo>
                    <a:pt x="684" y="237"/>
                  </a:lnTo>
                  <a:lnTo>
                    <a:pt x="684" y="234"/>
                  </a:lnTo>
                  <a:lnTo>
                    <a:pt x="686" y="234"/>
                  </a:lnTo>
                  <a:lnTo>
                    <a:pt x="686" y="232"/>
                  </a:lnTo>
                  <a:lnTo>
                    <a:pt x="700" y="201"/>
                  </a:lnTo>
                  <a:lnTo>
                    <a:pt x="700" y="19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0" name="Freeform 29"/>
            <p:cNvSpPr>
              <a:spLocks noEditPoints="1"/>
            </p:cNvSpPr>
            <p:nvPr/>
          </p:nvSpPr>
          <p:spPr bwMode="auto">
            <a:xfrm>
              <a:off x="325" y="929"/>
              <a:ext cx="2065" cy="644"/>
            </a:xfrm>
            <a:custGeom>
              <a:avLst/>
              <a:gdLst>
                <a:gd name="T0" fmla="*/ 435 w 2065"/>
                <a:gd name="T1" fmla="*/ 291 h 644"/>
                <a:gd name="T2" fmla="*/ 629 w 2065"/>
                <a:gd name="T3" fmla="*/ 251 h 644"/>
                <a:gd name="T4" fmla="*/ 352 w 2065"/>
                <a:gd name="T5" fmla="*/ 310 h 644"/>
                <a:gd name="T6" fmla="*/ 738 w 2065"/>
                <a:gd name="T7" fmla="*/ 5 h 644"/>
                <a:gd name="T8" fmla="*/ 781 w 2065"/>
                <a:gd name="T9" fmla="*/ 12 h 644"/>
                <a:gd name="T10" fmla="*/ 899 w 2065"/>
                <a:gd name="T11" fmla="*/ 35 h 644"/>
                <a:gd name="T12" fmla="*/ 1152 w 2065"/>
                <a:gd name="T13" fmla="*/ 123 h 644"/>
                <a:gd name="T14" fmla="*/ 1225 w 2065"/>
                <a:gd name="T15" fmla="*/ 483 h 644"/>
                <a:gd name="T16" fmla="*/ 1294 w 2065"/>
                <a:gd name="T17" fmla="*/ 173 h 644"/>
                <a:gd name="T18" fmla="*/ 1303 w 2065"/>
                <a:gd name="T19" fmla="*/ 154 h 644"/>
                <a:gd name="T20" fmla="*/ 1360 w 2065"/>
                <a:gd name="T21" fmla="*/ 227 h 644"/>
                <a:gd name="T22" fmla="*/ 1169 w 2065"/>
                <a:gd name="T23" fmla="*/ 121 h 644"/>
                <a:gd name="T24" fmla="*/ 1240 w 2065"/>
                <a:gd name="T25" fmla="*/ 137 h 644"/>
                <a:gd name="T26" fmla="*/ 925 w 2065"/>
                <a:gd name="T27" fmla="*/ 47 h 644"/>
                <a:gd name="T28" fmla="*/ 1282 w 2065"/>
                <a:gd name="T29" fmla="*/ 177 h 644"/>
                <a:gd name="T30" fmla="*/ 1355 w 2065"/>
                <a:gd name="T31" fmla="*/ 232 h 644"/>
                <a:gd name="T32" fmla="*/ 1315 w 2065"/>
                <a:gd name="T33" fmla="*/ 147 h 644"/>
                <a:gd name="T34" fmla="*/ 1008 w 2065"/>
                <a:gd name="T35" fmla="*/ 104 h 644"/>
                <a:gd name="T36" fmla="*/ 986 w 2065"/>
                <a:gd name="T37" fmla="*/ 80 h 644"/>
                <a:gd name="T38" fmla="*/ 1261 w 2065"/>
                <a:gd name="T39" fmla="*/ 128 h 644"/>
                <a:gd name="T40" fmla="*/ 873 w 2065"/>
                <a:gd name="T41" fmla="*/ 52 h 644"/>
                <a:gd name="T42" fmla="*/ 1100 w 2065"/>
                <a:gd name="T43" fmla="*/ 433 h 644"/>
                <a:gd name="T44" fmla="*/ 2060 w 2065"/>
                <a:gd name="T45" fmla="*/ 492 h 644"/>
                <a:gd name="T46" fmla="*/ 1890 w 2065"/>
                <a:gd name="T47" fmla="*/ 421 h 644"/>
                <a:gd name="T48" fmla="*/ 1807 w 2065"/>
                <a:gd name="T49" fmla="*/ 431 h 644"/>
                <a:gd name="T50" fmla="*/ 1769 w 2065"/>
                <a:gd name="T51" fmla="*/ 397 h 644"/>
                <a:gd name="T52" fmla="*/ 1710 w 2065"/>
                <a:gd name="T53" fmla="*/ 355 h 644"/>
                <a:gd name="T54" fmla="*/ 1594 w 2065"/>
                <a:gd name="T55" fmla="*/ 350 h 644"/>
                <a:gd name="T56" fmla="*/ 1552 w 2065"/>
                <a:gd name="T57" fmla="*/ 317 h 644"/>
                <a:gd name="T58" fmla="*/ 1448 w 2065"/>
                <a:gd name="T59" fmla="*/ 286 h 644"/>
                <a:gd name="T60" fmla="*/ 1379 w 2065"/>
                <a:gd name="T61" fmla="*/ 227 h 644"/>
                <a:gd name="T62" fmla="*/ 1396 w 2065"/>
                <a:gd name="T63" fmla="*/ 253 h 644"/>
                <a:gd name="T64" fmla="*/ 1280 w 2065"/>
                <a:gd name="T65" fmla="*/ 196 h 644"/>
                <a:gd name="T66" fmla="*/ 1109 w 2065"/>
                <a:gd name="T67" fmla="*/ 149 h 644"/>
                <a:gd name="T68" fmla="*/ 944 w 2065"/>
                <a:gd name="T69" fmla="*/ 66 h 644"/>
                <a:gd name="T70" fmla="*/ 799 w 2065"/>
                <a:gd name="T71" fmla="*/ 19 h 644"/>
                <a:gd name="T72" fmla="*/ 636 w 2065"/>
                <a:gd name="T73" fmla="*/ 42 h 644"/>
                <a:gd name="T74" fmla="*/ 426 w 2065"/>
                <a:gd name="T75" fmla="*/ 64 h 644"/>
                <a:gd name="T76" fmla="*/ 288 w 2065"/>
                <a:gd name="T77" fmla="*/ 97 h 644"/>
                <a:gd name="T78" fmla="*/ 163 w 2065"/>
                <a:gd name="T79" fmla="*/ 142 h 644"/>
                <a:gd name="T80" fmla="*/ 94 w 2065"/>
                <a:gd name="T81" fmla="*/ 244 h 644"/>
                <a:gd name="T82" fmla="*/ 7 w 2065"/>
                <a:gd name="T83" fmla="*/ 317 h 644"/>
                <a:gd name="T84" fmla="*/ 182 w 2065"/>
                <a:gd name="T85" fmla="*/ 281 h 644"/>
                <a:gd name="T86" fmla="*/ 298 w 2065"/>
                <a:gd name="T87" fmla="*/ 229 h 644"/>
                <a:gd name="T88" fmla="*/ 579 w 2065"/>
                <a:gd name="T89" fmla="*/ 130 h 644"/>
                <a:gd name="T90" fmla="*/ 598 w 2065"/>
                <a:gd name="T91" fmla="*/ 227 h 644"/>
                <a:gd name="T92" fmla="*/ 702 w 2065"/>
                <a:gd name="T93" fmla="*/ 215 h 644"/>
                <a:gd name="T94" fmla="*/ 849 w 2065"/>
                <a:gd name="T95" fmla="*/ 237 h 644"/>
                <a:gd name="T96" fmla="*/ 986 w 2065"/>
                <a:gd name="T97" fmla="*/ 300 h 644"/>
                <a:gd name="T98" fmla="*/ 1173 w 2065"/>
                <a:gd name="T99" fmla="*/ 300 h 644"/>
                <a:gd name="T100" fmla="*/ 1277 w 2065"/>
                <a:gd name="T101" fmla="*/ 450 h 644"/>
                <a:gd name="T102" fmla="*/ 1455 w 2065"/>
                <a:gd name="T103" fmla="*/ 461 h 644"/>
                <a:gd name="T104" fmla="*/ 1426 w 2065"/>
                <a:gd name="T105" fmla="*/ 589 h 644"/>
                <a:gd name="T106" fmla="*/ 1538 w 2065"/>
                <a:gd name="T107" fmla="*/ 620 h 644"/>
                <a:gd name="T108" fmla="*/ 1876 w 2065"/>
                <a:gd name="T109" fmla="*/ 566 h 644"/>
                <a:gd name="T110" fmla="*/ 2041 w 2065"/>
                <a:gd name="T111" fmla="*/ 532 h 644"/>
                <a:gd name="T112" fmla="*/ 1202 w 2065"/>
                <a:gd name="T113" fmla="*/ 471 h 644"/>
                <a:gd name="T114" fmla="*/ 658 w 2065"/>
                <a:gd name="T115" fmla="*/ 248 h 644"/>
                <a:gd name="T116" fmla="*/ 208 w 2065"/>
                <a:gd name="T117" fmla="*/ 123 h 644"/>
                <a:gd name="T118" fmla="*/ 331 w 2065"/>
                <a:gd name="T119" fmla="*/ 319 h 644"/>
                <a:gd name="T120" fmla="*/ 478 w 2065"/>
                <a:gd name="T121" fmla="*/ 360 h 644"/>
                <a:gd name="T122" fmla="*/ 452 w 2065"/>
                <a:gd name="T123" fmla="*/ 32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65" h="644">
                  <a:moveTo>
                    <a:pt x="449" y="161"/>
                  </a:moveTo>
                  <a:lnTo>
                    <a:pt x="449" y="161"/>
                  </a:lnTo>
                  <a:lnTo>
                    <a:pt x="449" y="158"/>
                  </a:lnTo>
                  <a:lnTo>
                    <a:pt x="452" y="158"/>
                  </a:lnTo>
                  <a:lnTo>
                    <a:pt x="452" y="154"/>
                  </a:lnTo>
                  <a:lnTo>
                    <a:pt x="452" y="149"/>
                  </a:lnTo>
                  <a:lnTo>
                    <a:pt x="449" y="147"/>
                  </a:lnTo>
                  <a:lnTo>
                    <a:pt x="449" y="147"/>
                  </a:lnTo>
                  <a:lnTo>
                    <a:pt x="449" y="144"/>
                  </a:lnTo>
                  <a:lnTo>
                    <a:pt x="447" y="144"/>
                  </a:lnTo>
                  <a:lnTo>
                    <a:pt x="447" y="144"/>
                  </a:lnTo>
                  <a:lnTo>
                    <a:pt x="447" y="147"/>
                  </a:lnTo>
                  <a:lnTo>
                    <a:pt x="447" y="147"/>
                  </a:lnTo>
                  <a:lnTo>
                    <a:pt x="449" y="161"/>
                  </a:lnTo>
                  <a:close/>
                  <a:moveTo>
                    <a:pt x="1067" y="106"/>
                  </a:moveTo>
                  <a:lnTo>
                    <a:pt x="1067" y="106"/>
                  </a:lnTo>
                  <a:lnTo>
                    <a:pt x="1067" y="106"/>
                  </a:lnTo>
                  <a:lnTo>
                    <a:pt x="1072" y="104"/>
                  </a:lnTo>
                  <a:lnTo>
                    <a:pt x="1074" y="102"/>
                  </a:lnTo>
                  <a:lnTo>
                    <a:pt x="1067" y="104"/>
                  </a:lnTo>
                  <a:lnTo>
                    <a:pt x="1064" y="104"/>
                  </a:lnTo>
                  <a:lnTo>
                    <a:pt x="1067" y="104"/>
                  </a:lnTo>
                  <a:lnTo>
                    <a:pt x="1067" y="106"/>
                  </a:lnTo>
                  <a:close/>
                  <a:moveTo>
                    <a:pt x="561" y="338"/>
                  </a:moveTo>
                  <a:lnTo>
                    <a:pt x="561" y="338"/>
                  </a:lnTo>
                  <a:lnTo>
                    <a:pt x="561" y="341"/>
                  </a:lnTo>
                  <a:lnTo>
                    <a:pt x="561" y="341"/>
                  </a:lnTo>
                  <a:lnTo>
                    <a:pt x="558" y="343"/>
                  </a:lnTo>
                  <a:lnTo>
                    <a:pt x="556" y="345"/>
                  </a:lnTo>
                  <a:lnTo>
                    <a:pt x="553" y="345"/>
                  </a:lnTo>
                  <a:lnTo>
                    <a:pt x="549" y="348"/>
                  </a:lnTo>
                  <a:lnTo>
                    <a:pt x="549" y="348"/>
                  </a:lnTo>
                  <a:lnTo>
                    <a:pt x="546" y="350"/>
                  </a:lnTo>
                  <a:lnTo>
                    <a:pt x="544" y="350"/>
                  </a:lnTo>
                  <a:lnTo>
                    <a:pt x="544" y="353"/>
                  </a:lnTo>
                  <a:lnTo>
                    <a:pt x="539" y="355"/>
                  </a:lnTo>
                  <a:lnTo>
                    <a:pt x="537" y="357"/>
                  </a:lnTo>
                  <a:lnTo>
                    <a:pt x="539" y="357"/>
                  </a:lnTo>
                  <a:lnTo>
                    <a:pt x="542" y="357"/>
                  </a:lnTo>
                  <a:lnTo>
                    <a:pt x="544" y="355"/>
                  </a:lnTo>
                  <a:lnTo>
                    <a:pt x="546" y="355"/>
                  </a:lnTo>
                  <a:lnTo>
                    <a:pt x="546" y="353"/>
                  </a:lnTo>
                  <a:lnTo>
                    <a:pt x="549" y="353"/>
                  </a:lnTo>
                  <a:lnTo>
                    <a:pt x="553" y="350"/>
                  </a:lnTo>
                  <a:lnTo>
                    <a:pt x="561" y="348"/>
                  </a:lnTo>
                  <a:lnTo>
                    <a:pt x="563" y="343"/>
                  </a:lnTo>
                  <a:lnTo>
                    <a:pt x="563" y="341"/>
                  </a:lnTo>
                  <a:lnTo>
                    <a:pt x="561" y="338"/>
                  </a:lnTo>
                  <a:close/>
                  <a:moveTo>
                    <a:pt x="433" y="284"/>
                  </a:moveTo>
                  <a:lnTo>
                    <a:pt x="428" y="286"/>
                  </a:lnTo>
                  <a:lnTo>
                    <a:pt x="430" y="289"/>
                  </a:lnTo>
                  <a:lnTo>
                    <a:pt x="435" y="291"/>
                  </a:lnTo>
                  <a:lnTo>
                    <a:pt x="442" y="291"/>
                  </a:lnTo>
                  <a:lnTo>
                    <a:pt x="442" y="289"/>
                  </a:lnTo>
                  <a:lnTo>
                    <a:pt x="440" y="286"/>
                  </a:lnTo>
                  <a:lnTo>
                    <a:pt x="433" y="284"/>
                  </a:lnTo>
                  <a:close/>
                  <a:moveTo>
                    <a:pt x="587" y="334"/>
                  </a:moveTo>
                  <a:lnTo>
                    <a:pt x="584" y="336"/>
                  </a:lnTo>
                  <a:lnTo>
                    <a:pt x="579" y="338"/>
                  </a:lnTo>
                  <a:lnTo>
                    <a:pt x="577" y="338"/>
                  </a:lnTo>
                  <a:lnTo>
                    <a:pt x="579" y="338"/>
                  </a:lnTo>
                  <a:lnTo>
                    <a:pt x="577" y="338"/>
                  </a:lnTo>
                  <a:lnTo>
                    <a:pt x="575" y="341"/>
                  </a:lnTo>
                  <a:lnTo>
                    <a:pt x="572" y="343"/>
                  </a:lnTo>
                  <a:lnTo>
                    <a:pt x="570" y="341"/>
                  </a:lnTo>
                  <a:lnTo>
                    <a:pt x="570" y="341"/>
                  </a:lnTo>
                  <a:lnTo>
                    <a:pt x="570" y="343"/>
                  </a:lnTo>
                  <a:lnTo>
                    <a:pt x="572" y="345"/>
                  </a:lnTo>
                  <a:lnTo>
                    <a:pt x="577" y="345"/>
                  </a:lnTo>
                  <a:lnTo>
                    <a:pt x="582" y="338"/>
                  </a:lnTo>
                  <a:lnTo>
                    <a:pt x="587" y="338"/>
                  </a:lnTo>
                  <a:lnTo>
                    <a:pt x="589" y="334"/>
                  </a:lnTo>
                  <a:lnTo>
                    <a:pt x="589" y="334"/>
                  </a:lnTo>
                  <a:lnTo>
                    <a:pt x="587" y="334"/>
                  </a:lnTo>
                  <a:close/>
                  <a:moveTo>
                    <a:pt x="674" y="317"/>
                  </a:moveTo>
                  <a:lnTo>
                    <a:pt x="672" y="319"/>
                  </a:lnTo>
                  <a:lnTo>
                    <a:pt x="667" y="322"/>
                  </a:lnTo>
                  <a:lnTo>
                    <a:pt x="665" y="324"/>
                  </a:lnTo>
                  <a:lnTo>
                    <a:pt x="665" y="329"/>
                  </a:lnTo>
                  <a:lnTo>
                    <a:pt x="662" y="331"/>
                  </a:lnTo>
                  <a:lnTo>
                    <a:pt x="660" y="331"/>
                  </a:lnTo>
                  <a:lnTo>
                    <a:pt x="658" y="334"/>
                  </a:lnTo>
                  <a:lnTo>
                    <a:pt x="655" y="331"/>
                  </a:lnTo>
                  <a:lnTo>
                    <a:pt x="653" y="331"/>
                  </a:lnTo>
                  <a:lnTo>
                    <a:pt x="653" y="334"/>
                  </a:lnTo>
                  <a:lnTo>
                    <a:pt x="650" y="336"/>
                  </a:lnTo>
                  <a:lnTo>
                    <a:pt x="648" y="338"/>
                  </a:lnTo>
                  <a:lnTo>
                    <a:pt x="643" y="338"/>
                  </a:lnTo>
                  <a:lnTo>
                    <a:pt x="641" y="338"/>
                  </a:lnTo>
                  <a:lnTo>
                    <a:pt x="641" y="343"/>
                  </a:lnTo>
                  <a:lnTo>
                    <a:pt x="648" y="343"/>
                  </a:lnTo>
                  <a:lnTo>
                    <a:pt x="653" y="338"/>
                  </a:lnTo>
                  <a:lnTo>
                    <a:pt x="667" y="329"/>
                  </a:lnTo>
                  <a:lnTo>
                    <a:pt x="674" y="322"/>
                  </a:lnTo>
                  <a:lnTo>
                    <a:pt x="676" y="319"/>
                  </a:lnTo>
                  <a:lnTo>
                    <a:pt x="676" y="319"/>
                  </a:lnTo>
                  <a:lnTo>
                    <a:pt x="676" y="319"/>
                  </a:lnTo>
                  <a:lnTo>
                    <a:pt x="674" y="317"/>
                  </a:lnTo>
                  <a:close/>
                  <a:moveTo>
                    <a:pt x="636" y="251"/>
                  </a:moveTo>
                  <a:lnTo>
                    <a:pt x="636" y="248"/>
                  </a:lnTo>
                  <a:lnTo>
                    <a:pt x="634" y="248"/>
                  </a:lnTo>
                  <a:lnTo>
                    <a:pt x="632" y="248"/>
                  </a:lnTo>
                  <a:lnTo>
                    <a:pt x="629" y="248"/>
                  </a:lnTo>
                  <a:lnTo>
                    <a:pt x="629" y="251"/>
                  </a:lnTo>
                  <a:lnTo>
                    <a:pt x="632" y="253"/>
                  </a:lnTo>
                  <a:lnTo>
                    <a:pt x="632" y="253"/>
                  </a:lnTo>
                  <a:lnTo>
                    <a:pt x="634" y="253"/>
                  </a:lnTo>
                  <a:lnTo>
                    <a:pt x="634" y="253"/>
                  </a:lnTo>
                  <a:lnTo>
                    <a:pt x="636" y="255"/>
                  </a:lnTo>
                  <a:lnTo>
                    <a:pt x="639" y="253"/>
                  </a:lnTo>
                  <a:lnTo>
                    <a:pt x="639" y="251"/>
                  </a:lnTo>
                  <a:lnTo>
                    <a:pt x="636" y="251"/>
                  </a:lnTo>
                  <a:close/>
                  <a:moveTo>
                    <a:pt x="452" y="353"/>
                  </a:moveTo>
                  <a:lnTo>
                    <a:pt x="449" y="350"/>
                  </a:lnTo>
                  <a:lnTo>
                    <a:pt x="452" y="348"/>
                  </a:lnTo>
                  <a:lnTo>
                    <a:pt x="452" y="345"/>
                  </a:lnTo>
                  <a:lnTo>
                    <a:pt x="449" y="345"/>
                  </a:lnTo>
                  <a:lnTo>
                    <a:pt x="447" y="345"/>
                  </a:lnTo>
                  <a:lnTo>
                    <a:pt x="442" y="343"/>
                  </a:lnTo>
                  <a:lnTo>
                    <a:pt x="442" y="341"/>
                  </a:lnTo>
                  <a:lnTo>
                    <a:pt x="442" y="338"/>
                  </a:lnTo>
                  <a:lnTo>
                    <a:pt x="442" y="338"/>
                  </a:lnTo>
                  <a:lnTo>
                    <a:pt x="442" y="336"/>
                  </a:lnTo>
                  <a:lnTo>
                    <a:pt x="442" y="336"/>
                  </a:lnTo>
                  <a:lnTo>
                    <a:pt x="445" y="331"/>
                  </a:lnTo>
                  <a:lnTo>
                    <a:pt x="445" y="329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2" y="324"/>
                  </a:lnTo>
                  <a:lnTo>
                    <a:pt x="442" y="322"/>
                  </a:lnTo>
                  <a:lnTo>
                    <a:pt x="440" y="319"/>
                  </a:lnTo>
                  <a:lnTo>
                    <a:pt x="438" y="322"/>
                  </a:lnTo>
                  <a:lnTo>
                    <a:pt x="428" y="315"/>
                  </a:lnTo>
                  <a:lnTo>
                    <a:pt x="426" y="310"/>
                  </a:lnTo>
                  <a:lnTo>
                    <a:pt x="426" y="308"/>
                  </a:lnTo>
                  <a:lnTo>
                    <a:pt x="426" y="305"/>
                  </a:lnTo>
                  <a:lnTo>
                    <a:pt x="426" y="303"/>
                  </a:lnTo>
                  <a:lnTo>
                    <a:pt x="426" y="300"/>
                  </a:lnTo>
                  <a:lnTo>
                    <a:pt x="423" y="298"/>
                  </a:lnTo>
                  <a:lnTo>
                    <a:pt x="419" y="296"/>
                  </a:lnTo>
                  <a:lnTo>
                    <a:pt x="409" y="293"/>
                  </a:lnTo>
                  <a:lnTo>
                    <a:pt x="393" y="291"/>
                  </a:lnTo>
                  <a:lnTo>
                    <a:pt x="369" y="289"/>
                  </a:lnTo>
                  <a:lnTo>
                    <a:pt x="367" y="291"/>
                  </a:lnTo>
                  <a:lnTo>
                    <a:pt x="367" y="291"/>
                  </a:lnTo>
                  <a:lnTo>
                    <a:pt x="367" y="291"/>
                  </a:lnTo>
                  <a:lnTo>
                    <a:pt x="369" y="293"/>
                  </a:lnTo>
                  <a:lnTo>
                    <a:pt x="369" y="291"/>
                  </a:lnTo>
                  <a:lnTo>
                    <a:pt x="371" y="293"/>
                  </a:lnTo>
                  <a:lnTo>
                    <a:pt x="374" y="293"/>
                  </a:lnTo>
                  <a:lnTo>
                    <a:pt x="371" y="293"/>
                  </a:lnTo>
                  <a:lnTo>
                    <a:pt x="367" y="296"/>
                  </a:lnTo>
                  <a:lnTo>
                    <a:pt x="364" y="300"/>
                  </a:lnTo>
                  <a:lnTo>
                    <a:pt x="362" y="300"/>
                  </a:lnTo>
                  <a:lnTo>
                    <a:pt x="362" y="305"/>
                  </a:lnTo>
                  <a:lnTo>
                    <a:pt x="352" y="310"/>
                  </a:lnTo>
                  <a:lnTo>
                    <a:pt x="352" y="319"/>
                  </a:lnTo>
                  <a:lnTo>
                    <a:pt x="355" y="326"/>
                  </a:lnTo>
                  <a:lnTo>
                    <a:pt x="371" y="355"/>
                  </a:lnTo>
                  <a:lnTo>
                    <a:pt x="374" y="357"/>
                  </a:lnTo>
                  <a:lnTo>
                    <a:pt x="381" y="357"/>
                  </a:lnTo>
                  <a:lnTo>
                    <a:pt x="381" y="360"/>
                  </a:lnTo>
                  <a:lnTo>
                    <a:pt x="378" y="367"/>
                  </a:lnTo>
                  <a:lnTo>
                    <a:pt x="376" y="364"/>
                  </a:lnTo>
                  <a:lnTo>
                    <a:pt x="378" y="362"/>
                  </a:lnTo>
                  <a:lnTo>
                    <a:pt x="378" y="360"/>
                  </a:lnTo>
                  <a:lnTo>
                    <a:pt x="376" y="360"/>
                  </a:lnTo>
                  <a:lnTo>
                    <a:pt x="376" y="360"/>
                  </a:lnTo>
                  <a:lnTo>
                    <a:pt x="376" y="362"/>
                  </a:lnTo>
                  <a:lnTo>
                    <a:pt x="374" y="362"/>
                  </a:lnTo>
                  <a:lnTo>
                    <a:pt x="371" y="364"/>
                  </a:lnTo>
                  <a:lnTo>
                    <a:pt x="367" y="369"/>
                  </a:lnTo>
                  <a:lnTo>
                    <a:pt x="367" y="369"/>
                  </a:lnTo>
                  <a:lnTo>
                    <a:pt x="357" y="371"/>
                  </a:lnTo>
                  <a:lnTo>
                    <a:pt x="355" y="369"/>
                  </a:lnTo>
                  <a:lnTo>
                    <a:pt x="352" y="369"/>
                  </a:lnTo>
                  <a:lnTo>
                    <a:pt x="348" y="367"/>
                  </a:lnTo>
                  <a:lnTo>
                    <a:pt x="348" y="364"/>
                  </a:lnTo>
                  <a:lnTo>
                    <a:pt x="336" y="357"/>
                  </a:lnTo>
                  <a:lnTo>
                    <a:pt x="336" y="355"/>
                  </a:lnTo>
                  <a:lnTo>
                    <a:pt x="333" y="355"/>
                  </a:lnTo>
                  <a:lnTo>
                    <a:pt x="333" y="357"/>
                  </a:lnTo>
                  <a:lnTo>
                    <a:pt x="336" y="362"/>
                  </a:lnTo>
                  <a:lnTo>
                    <a:pt x="338" y="367"/>
                  </a:lnTo>
                  <a:lnTo>
                    <a:pt x="341" y="371"/>
                  </a:lnTo>
                  <a:lnTo>
                    <a:pt x="343" y="374"/>
                  </a:lnTo>
                  <a:lnTo>
                    <a:pt x="348" y="376"/>
                  </a:lnTo>
                  <a:lnTo>
                    <a:pt x="350" y="379"/>
                  </a:lnTo>
                  <a:lnTo>
                    <a:pt x="357" y="386"/>
                  </a:lnTo>
                  <a:lnTo>
                    <a:pt x="357" y="388"/>
                  </a:lnTo>
                  <a:lnTo>
                    <a:pt x="364" y="386"/>
                  </a:lnTo>
                  <a:lnTo>
                    <a:pt x="367" y="388"/>
                  </a:lnTo>
                  <a:lnTo>
                    <a:pt x="371" y="388"/>
                  </a:lnTo>
                  <a:lnTo>
                    <a:pt x="374" y="388"/>
                  </a:lnTo>
                  <a:lnTo>
                    <a:pt x="385" y="388"/>
                  </a:lnTo>
                  <a:lnTo>
                    <a:pt x="388" y="390"/>
                  </a:lnTo>
                  <a:lnTo>
                    <a:pt x="390" y="390"/>
                  </a:lnTo>
                  <a:lnTo>
                    <a:pt x="402" y="388"/>
                  </a:lnTo>
                  <a:lnTo>
                    <a:pt x="416" y="383"/>
                  </a:lnTo>
                  <a:lnTo>
                    <a:pt x="440" y="369"/>
                  </a:lnTo>
                  <a:lnTo>
                    <a:pt x="445" y="369"/>
                  </a:lnTo>
                  <a:lnTo>
                    <a:pt x="447" y="367"/>
                  </a:lnTo>
                  <a:lnTo>
                    <a:pt x="452" y="362"/>
                  </a:lnTo>
                  <a:lnTo>
                    <a:pt x="454" y="360"/>
                  </a:lnTo>
                  <a:lnTo>
                    <a:pt x="456" y="355"/>
                  </a:lnTo>
                  <a:lnTo>
                    <a:pt x="454" y="355"/>
                  </a:lnTo>
                  <a:lnTo>
                    <a:pt x="452" y="353"/>
                  </a:lnTo>
                  <a:close/>
                  <a:moveTo>
                    <a:pt x="738" y="5"/>
                  </a:moveTo>
                  <a:lnTo>
                    <a:pt x="740" y="5"/>
                  </a:lnTo>
                  <a:lnTo>
                    <a:pt x="743" y="7"/>
                  </a:lnTo>
                  <a:lnTo>
                    <a:pt x="743" y="7"/>
                  </a:lnTo>
                  <a:lnTo>
                    <a:pt x="745" y="7"/>
                  </a:lnTo>
                  <a:lnTo>
                    <a:pt x="747" y="7"/>
                  </a:lnTo>
                  <a:lnTo>
                    <a:pt x="750" y="5"/>
                  </a:lnTo>
                  <a:lnTo>
                    <a:pt x="750" y="5"/>
                  </a:lnTo>
                  <a:lnTo>
                    <a:pt x="747" y="5"/>
                  </a:lnTo>
                  <a:lnTo>
                    <a:pt x="747" y="5"/>
                  </a:lnTo>
                  <a:lnTo>
                    <a:pt x="740" y="0"/>
                  </a:lnTo>
                  <a:lnTo>
                    <a:pt x="738" y="2"/>
                  </a:lnTo>
                  <a:lnTo>
                    <a:pt x="736" y="2"/>
                  </a:lnTo>
                  <a:lnTo>
                    <a:pt x="738" y="2"/>
                  </a:lnTo>
                  <a:lnTo>
                    <a:pt x="738" y="5"/>
                  </a:lnTo>
                  <a:close/>
                  <a:moveTo>
                    <a:pt x="859" y="21"/>
                  </a:moveTo>
                  <a:lnTo>
                    <a:pt x="859" y="21"/>
                  </a:lnTo>
                  <a:lnTo>
                    <a:pt x="859" y="23"/>
                  </a:lnTo>
                  <a:lnTo>
                    <a:pt x="859" y="23"/>
                  </a:lnTo>
                  <a:lnTo>
                    <a:pt x="863" y="26"/>
                  </a:lnTo>
                  <a:lnTo>
                    <a:pt x="863" y="26"/>
                  </a:lnTo>
                  <a:lnTo>
                    <a:pt x="866" y="26"/>
                  </a:lnTo>
                  <a:lnTo>
                    <a:pt x="866" y="28"/>
                  </a:lnTo>
                  <a:lnTo>
                    <a:pt x="866" y="28"/>
                  </a:lnTo>
                  <a:lnTo>
                    <a:pt x="868" y="28"/>
                  </a:lnTo>
                  <a:lnTo>
                    <a:pt x="868" y="28"/>
                  </a:lnTo>
                  <a:lnTo>
                    <a:pt x="868" y="26"/>
                  </a:lnTo>
                  <a:lnTo>
                    <a:pt x="868" y="26"/>
                  </a:lnTo>
                  <a:lnTo>
                    <a:pt x="868" y="23"/>
                  </a:lnTo>
                  <a:lnTo>
                    <a:pt x="866" y="23"/>
                  </a:lnTo>
                  <a:lnTo>
                    <a:pt x="863" y="21"/>
                  </a:lnTo>
                  <a:lnTo>
                    <a:pt x="861" y="19"/>
                  </a:lnTo>
                  <a:lnTo>
                    <a:pt x="861" y="19"/>
                  </a:lnTo>
                  <a:lnTo>
                    <a:pt x="861" y="19"/>
                  </a:lnTo>
                  <a:lnTo>
                    <a:pt x="859" y="19"/>
                  </a:lnTo>
                  <a:lnTo>
                    <a:pt x="859" y="19"/>
                  </a:lnTo>
                  <a:lnTo>
                    <a:pt x="856" y="19"/>
                  </a:lnTo>
                  <a:lnTo>
                    <a:pt x="856" y="21"/>
                  </a:lnTo>
                  <a:lnTo>
                    <a:pt x="859" y="21"/>
                  </a:lnTo>
                  <a:close/>
                  <a:moveTo>
                    <a:pt x="755" y="12"/>
                  </a:moveTo>
                  <a:lnTo>
                    <a:pt x="757" y="12"/>
                  </a:lnTo>
                  <a:lnTo>
                    <a:pt x="762" y="14"/>
                  </a:lnTo>
                  <a:lnTo>
                    <a:pt x="764" y="14"/>
                  </a:lnTo>
                  <a:lnTo>
                    <a:pt x="766" y="12"/>
                  </a:lnTo>
                  <a:lnTo>
                    <a:pt x="769" y="14"/>
                  </a:lnTo>
                  <a:lnTo>
                    <a:pt x="771" y="14"/>
                  </a:lnTo>
                  <a:lnTo>
                    <a:pt x="773" y="14"/>
                  </a:lnTo>
                  <a:lnTo>
                    <a:pt x="776" y="14"/>
                  </a:lnTo>
                  <a:lnTo>
                    <a:pt x="776" y="14"/>
                  </a:lnTo>
                  <a:lnTo>
                    <a:pt x="778" y="14"/>
                  </a:lnTo>
                  <a:lnTo>
                    <a:pt x="778" y="14"/>
                  </a:lnTo>
                  <a:lnTo>
                    <a:pt x="781" y="14"/>
                  </a:lnTo>
                  <a:lnTo>
                    <a:pt x="781" y="12"/>
                  </a:lnTo>
                  <a:lnTo>
                    <a:pt x="781" y="12"/>
                  </a:lnTo>
                  <a:lnTo>
                    <a:pt x="769" y="12"/>
                  </a:lnTo>
                  <a:lnTo>
                    <a:pt x="762" y="9"/>
                  </a:lnTo>
                  <a:lnTo>
                    <a:pt x="757" y="9"/>
                  </a:lnTo>
                  <a:lnTo>
                    <a:pt x="752" y="9"/>
                  </a:lnTo>
                  <a:lnTo>
                    <a:pt x="752" y="9"/>
                  </a:lnTo>
                  <a:lnTo>
                    <a:pt x="752" y="9"/>
                  </a:lnTo>
                  <a:lnTo>
                    <a:pt x="755" y="12"/>
                  </a:lnTo>
                  <a:close/>
                  <a:moveTo>
                    <a:pt x="970" y="68"/>
                  </a:moveTo>
                  <a:lnTo>
                    <a:pt x="972" y="68"/>
                  </a:lnTo>
                  <a:lnTo>
                    <a:pt x="972" y="68"/>
                  </a:lnTo>
                  <a:lnTo>
                    <a:pt x="975" y="68"/>
                  </a:lnTo>
                  <a:lnTo>
                    <a:pt x="975" y="68"/>
                  </a:lnTo>
                  <a:lnTo>
                    <a:pt x="975" y="71"/>
                  </a:lnTo>
                  <a:lnTo>
                    <a:pt x="975" y="71"/>
                  </a:lnTo>
                  <a:lnTo>
                    <a:pt x="979" y="71"/>
                  </a:lnTo>
                  <a:lnTo>
                    <a:pt x="979" y="68"/>
                  </a:lnTo>
                  <a:lnTo>
                    <a:pt x="979" y="68"/>
                  </a:lnTo>
                  <a:lnTo>
                    <a:pt x="977" y="66"/>
                  </a:lnTo>
                  <a:lnTo>
                    <a:pt x="975" y="66"/>
                  </a:lnTo>
                  <a:lnTo>
                    <a:pt x="975" y="64"/>
                  </a:lnTo>
                  <a:lnTo>
                    <a:pt x="970" y="64"/>
                  </a:lnTo>
                  <a:lnTo>
                    <a:pt x="970" y="64"/>
                  </a:lnTo>
                  <a:lnTo>
                    <a:pt x="970" y="59"/>
                  </a:lnTo>
                  <a:lnTo>
                    <a:pt x="967" y="57"/>
                  </a:lnTo>
                  <a:lnTo>
                    <a:pt x="967" y="59"/>
                  </a:lnTo>
                  <a:lnTo>
                    <a:pt x="967" y="59"/>
                  </a:lnTo>
                  <a:lnTo>
                    <a:pt x="967" y="61"/>
                  </a:lnTo>
                  <a:lnTo>
                    <a:pt x="965" y="61"/>
                  </a:lnTo>
                  <a:lnTo>
                    <a:pt x="965" y="64"/>
                  </a:lnTo>
                  <a:lnTo>
                    <a:pt x="967" y="66"/>
                  </a:lnTo>
                  <a:lnTo>
                    <a:pt x="970" y="68"/>
                  </a:lnTo>
                  <a:close/>
                  <a:moveTo>
                    <a:pt x="828" y="23"/>
                  </a:moveTo>
                  <a:lnTo>
                    <a:pt x="830" y="21"/>
                  </a:lnTo>
                  <a:lnTo>
                    <a:pt x="833" y="21"/>
                  </a:lnTo>
                  <a:lnTo>
                    <a:pt x="835" y="19"/>
                  </a:lnTo>
                  <a:lnTo>
                    <a:pt x="840" y="19"/>
                  </a:lnTo>
                  <a:lnTo>
                    <a:pt x="840" y="19"/>
                  </a:lnTo>
                  <a:lnTo>
                    <a:pt x="842" y="19"/>
                  </a:lnTo>
                  <a:lnTo>
                    <a:pt x="842" y="16"/>
                  </a:lnTo>
                  <a:lnTo>
                    <a:pt x="840" y="16"/>
                  </a:lnTo>
                  <a:lnTo>
                    <a:pt x="837" y="16"/>
                  </a:lnTo>
                  <a:lnTo>
                    <a:pt x="833" y="16"/>
                  </a:lnTo>
                  <a:lnTo>
                    <a:pt x="833" y="19"/>
                  </a:lnTo>
                  <a:lnTo>
                    <a:pt x="830" y="19"/>
                  </a:lnTo>
                  <a:lnTo>
                    <a:pt x="828" y="19"/>
                  </a:lnTo>
                  <a:lnTo>
                    <a:pt x="830" y="21"/>
                  </a:lnTo>
                  <a:lnTo>
                    <a:pt x="828" y="21"/>
                  </a:lnTo>
                  <a:lnTo>
                    <a:pt x="828" y="21"/>
                  </a:lnTo>
                  <a:lnTo>
                    <a:pt x="828" y="23"/>
                  </a:lnTo>
                  <a:lnTo>
                    <a:pt x="828" y="23"/>
                  </a:lnTo>
                  <a:close/>
                  <a:moveTo>
                    <a:pt x="899" y="35"/>
                  </a:moveTo>
                  <a:lnTo>
                    <a:pt x="899" y="35"/>
                  </a:lnTo>
                  <a:lnTo>
                    <a:pt x="901" y="35"/>
                  </a:lnTo>
                  <a:lnTo>
                    <a:pt x="901" y="35"/>
                  </a:lnTo>
                  <a:lnTo>
                    <a:pt x="904" y="38"/>
                  </a:lnTo>
                  <a:lnTo>
                    <a:pt x="904" y="38"/>
                  </a:lnTo>
                  <a:lnTo>
                    <a:pt x="904" y="38"/>
                  </a:lnTo>
                  <a:lnTo>
                    <a:pt x="904" y="35"/>
                  </a:lnTo>
                  <a:lnTo>
                    <a:pt x="904" y="33"/>
                  </a:lnTo>
                  <a:lnTo>
                    <a:pt x="901" y="33"/>
                  </a:lnTo>
                  <a:lnTo>
                    <a:pt x="899" y="31"/>
                  </a:lnTo>
                  <a:lnTo>
                    <a:pt x="896" y="31"/>
                  </a:lnTo>
                  <a:lnTo>
                    <a:pt x="896" y="33"/>
                  </a:lnTo>
                  <a:lnTo>
                    <a:pt x="896" y="33"/>
                  </a:lnTo>
                  <a:lnTo>
                    <a:pt x="896" y="33"/>
                  </a:lnTo>
                  <a:lnTo>
                    <a:pt x="896" y="35"/>
                  </a:lnTo>
                  <a:lnTo>
                    <a:pt x="896" y="35"/>
                  </a:lnTo>
                  <a:lnTo>
                    <a:pt x="899" y="35"/>
                  </a:lnTo>
                  <a:close/>
                  <a:moveTo>
                    <a:pt x="944" y="52"/>
                  </a:moveTo>
                  <a:lnTo>
                    <a:pt x="941" y="54"/>
                  </a:lnTo>
                  <a:lnTo>
                    <a:pt x="941" y="54"/>
                  </a:lnTo>
                  <a:lnTo>
                    <a:pt x="941" y="57"/>
                  </a:lnTo>
                  <a:lnTo>
                    <a:pt x="941" y="57"/>
                  </a:lnTo>
                  <a:lnTo>
                    <a:pt x="944" y="59"/>
                  </a:lnTo>
                  <a:lnTo>
                    <a:pt x="946" y="59"/>
                  </a:lnTo>
                  <a:lnTo>
                    <a:pt x="949" y="57"/>
                  </a:lnTo>
                  <a:lnTo>
                    <a:pt x="949" y="57"/>
                  </a:lnTo>
                  <a:lnTo>
                    <a:pt x="946" y="54"/>
                  </a:lnTo>
                  <a:lnTo>
                    <a:pt x="944" y="54"/>
                  </a:lnTo>
                  <a:lnTo>
                    <a:pt x="946" y="52"/>
                  </a:lnTo>
                  <a:lnTo>
                    <a:pt x="949" y="52"/>
                  </a:lnTo>
                  <a:lnTo>
                    <a:pt x="949" y="52"/>
                  </a:lnTo>
                  <a:lnTo>
                    <a:pt x="949" y="49"/>
                  </a:lnTo>
                  <a:lnTo>
                    <a:pt x="949" y="47"/>
                  </a:lnTo>
                  <a:lnTo>
                    <a:pt x="946" y="47"/>
                  </a:lnTo>
                  <a:lnTo>
                    <a:pt x="941" y="47"/>
                  </a:lnTo>
                  <a:lnTo>
                    <a:pt x="939" y="52"/>
                  </a:lnTo>
                  <a:lnTo>
                    <a:pt x="941" y="52"/>
                  </a:lnTo>
                  <a:lnTo>
                    <a:pt x="944" y="52"/>
                  </a:lnTo>
                  <a:close/>
                  <a:moveTo>
                    <a:pt x="1152" y="123"/>
                  </a:moveTo>
                  <a:lnTo>
                    <a:pt x="1154" y="123"/>
                  </a:lnTo>
                  <a:lnTo>
                    <a:pt x="1157" y="121"/>
                  </a:lnTo>
                  <a:lnTo>
                    <a:pt x="1157" y="118"/>
                  </a:lnTo>
                  <a:lnTo>
                    <a:pt x="1159" y="116"/>
                  </a:lnTo>
                  <a:lnTo>
                    <a:pt x="1159" y="116"/>
                  </a:lnTo>
                  <a:lnTo>
                    <a:pt x="1157" y="116"/>
                  </a:lnTo>
                  <a:lnTo>
                    <a:pt x="1157" y="116"/>
                  </a:lnTo>
                  <a:lnTo>
                    <a:pt x="1157" y="116"/>
                  </a:lnTo>
                  <a:lnTo>
                    <a:pt x="1154" y="118"/>
                  </a:lnTo>
                  <a:lnTo>
                    <a:pt x="1152" y="116"/>
                  </a:lnTo>
                  <a:lnTo>
                    <a:pt x="1152" y="118"/>
                  </a:lnTo>
                  <a:lnTo>
                    <a:pt x="1152" y="121"/>
                  </a:lnTo>
                  <a:lnTo>
                    <a:pt x="1152" y="123"/>
                  </a:lnTo>
                  <a:close/>
                  <a:moveTo>
                    <a:pt x="262" y="291"/>
                  </a:moveTo>
                  <a:lnTo>
                    <a:pt x="258" y="291"/>
                  </a:lnTo>
                  <a:lnTo>
                    <a:pt x="253" y="289"/>
                  </a:lnTo>
                  <a:lnTo>
                    <a:pt x="251" y="291"/>
                  </a:lnTo>
                  <a:lnTo>
                    <a:pt x="255" y="291"/>
                  </a:lnTo>
                  <a:lnTo>
                    <a:pt x="258" y="291"/>
                  </a:lnTo>
                  <a:lnTo>
                    <a:pt x="262" y="291"/>
                  </a:lnTo>
                  <a:lnTo>
                    <a:pt x="262" y="291"/>
                  </a:lnTo>
                  <a:lnTo>
                    <a:pt x="262" y="291"/>
                  </a:lnTo>
                  <a:lnTo>
                    <a:pt x="262" y="291"/>
                  </a:lnTo>
                  <a:close/>
                  <a:moveTo>
                    <a:pt x="783" y="16"/>
                  </a:moveTo>
                  <a:lnTo>
                    <a:pt x="783" y="14"/>
                  </a:lnTo>
                  <a:lnTo>
                    <a:pt x="783" y="14"/>
                  </a:lnTo>
                  <a:lnTo>
                    <a:pt x="785" y="14"/>
                  </a:lnTo>
                  <a:lnTo>
                    <a:pt x="788" y="14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12"/>
                  </a:lnTo>
                  <a:lnTo>
                    <a:pt x="788" y="9"/>
                  </a:lnTo>
                  <a:lnTo>
                    <a:pt x="788" y="9"/>
                  </a:lnTo>
                  <a:lnTo>
                    <a:pt x="785" y="9"/>
                  </a:lnTo>
                  <a:lnTo>
                    <a:pt x="783" y="12"/>
                  </a:lnTo>
                  <a:lnTo>
                    <a:pt x="781" y="12"/>
                  </a:lnTo>
                  <a:lnTo>
                    <a:pt x="781" y="16"/>
                  </a:lnTo>
                  <a:lnTo>
                    <a:pt x="783" y="16"/>
                  </a:lnTo>
                  <a:close/>
                  <a:moveTo>
                    <a:pt x="1327" y="154"/>
                  </a:moveTo>
                  <a:lnTo>
                    <a:pt x="1329" y="156"/>
                  </a:lnTo>
                  <a:lnTo>
                    <a:pt x="1327" y="158"/>
                  </a:lnTo>
                  <a:lnTo>
                    <a:pt x="1337" y="170"/>
                  </a:lnTo>
                  <a:lnTo>
                    <a:pt x="1341" y="175"/>
                  </a:lnTo>
                  <a:lnTo>
                    <a:pt x="1346" y="175"/>
                  </a:lnTo>
                  <a:lnTo>
                    <a:pt x="1344" y="170"/>
                  </a:lnTo>
                  <a:lnTo>
                    <a:pt x="1339" y="168"/>
                  </a:lnTo>
                  <a:lnTo>
                    <a:pt x="1337" y="165"/>
                  </a:lnTo>
                  <a:lnTo>
                    <a:pt x="1332" y="156"/>
                  </a:lnTo>
                  <a:lnTo>
                    <a:pt x="1329" y="151"/>
                  </a:lnTo>
                  <a:lnTo>
                    <a:pt x="1325" y="149"/>
                  </a:lnTo>
                  <a:lnTo>
                    <a:pt x="1320" y="151"/>
                  </a:lnTo>
                  <a:lnTo>
                    <a:pt x="1322" y="151"/>
                  </a:lnTo>
                  <a:lnTo>
                    <a:pt x="1327" y="154"/>
                  </a:lnTo>
                  <a:close/>
                  <a:moveTo>
                    <a:pt x="1244" y="476"/>
                  </a:moveTo>
                  <a:lnTo>
                    <a:pt x="1240" y="476"/>
                  </a:lnTo>
                  <a:lnTo>
                    <a:pt x="1237" y="476"/>
                  </a:lnTo>
                  <a:lnTo>
                    <a:pt x="1235" y="478"/>
                  </a:lnTo>
                  <a:lnTo>
                    <a:pt x="1235" y="476"/>
                  </a:lnTo>
                  <a:lnTo>
                    <a:pt x="1235" y="476"/>
                  </a:lnTo>
                  <a:lnTo>
                    <a:pt x="1235" y="476"/>
                  </a:lnTo>
                  <a:lnTo>
                    <a:pt x="1232" y="478"/>
                  </a:lnTo>
                  <a:lnTo>
                    <a:pt x="1225" y="480"/>
                  </a:lnTo>
                  <a:lnTo>
                    <a:pt x="1223" y="483"/>
                  </a:lnTo>
                  <a:lnTo>
                    <a:pt x="1225" y="483"/>
                  </a:lnTo>
                  <a:lnTo>
                    <a:pt x="1230" y="485"/>
                  </a:lnTo>
                  <a:lnTo>
                    <a:pt x="1232" y="483"/>
                  </a:lnTo>
                  <a:lnTo>
                    <a:pt x="1242" y="480"/>
                  </a:lnTo>
                  <a:lnTo>
                    <a:pt x="1244" y="476"/>
                  </a:lnTo>
                  <a:close/>
                  <a:moveTo>
                    <a:pt x="1204" y="492"/>
                  </a:moveTo>
                  <a:lnTo>
                    <a:pt x="1202" y="492"/>
                  </a:lnTo>
                  <a:lnTo>
                    <a:pt x="1202" y="495"/>
                  </a:lnTo>
                  <a:lnTo>
                    <a:pt x="1204" y="495"/>
                  </a:lnTo>
                  <a:lnTo>
                    <a:pt x="1206" y="495"/>
                  </a:lnTo>
                  <a:lnTo>
                    <a:pt x="1206" y="492"/>
                  </a:lnTo>
                  <a:lnTo>
                    <a:pt x="1204" y="492"/>
                  </a:lnTo>
                  <a:lnTo>
                    <a:pt x="1204" y="492"/>
                  </a:lnTo>
                  <a:close/>
                  <a:moveTo>
                    <a:pt x="1263" y="506"/>
                  </a:moveTo>
                  <a:lnTo>
                    <a:pt x="1261" y="506"/>
                  </a:lnTo>
                  <a:lnTo>
                    <a:pt x="1258" y="506"/>
                  </a:lnTo>
                  <a:lnTo>
                    <a:pt x="1258" y="509"/>
                  </a:lnTo>
                  <a:lnTo>
                    <a:pt x="1256" y="509"/>
                  </a:lnTo>
                  <a:lnTo>
                    <a:pt x="1254" y="506"/>
                  </a:lnTo>
                  <a:lnTo>
                    <a:pt x="1251" y="504"/>
                  </a:lnTo>
                  <a:lnTo>
                    <a:pt x="1249" y="502"/>
                  </a:lnTo>
                  <a:lnTo>
                    <a:pt x="1247" y="499"/>
                  </a:lnTo>
                  <a:lnTo>
                    <a:pt x="1242" y="499"/>
                  </a:lnTo>
                  <a:lnTo>
                    <a:pt x="1240" y="502"/>
                  </a:lnTo>
                  <a:lnTo>
                    <a:pt x="1247" y="504"/>
                  </a:lnTo>
                  <a:lnTo>
                    <a:pt x="1251" y="506"/>
                  </a:lnTo>
                  <a:lnTo>
                    <a:pt x="1254" y="511"/>
                  </a:lnTo>
                  <a:lnTo>
                    <a:pt x="1256" y="513"/>
                  </a:lnTo>
                  <a:lnTo>
                    <a:pt x="1258" y="513"/>
                  </a:lnTo>
                  <a:lnTo>
                    <a:pt x="1261" y="513"/>
                  </a:lnTo>
                  <a:lnTo>
                    <a:pt x="1266" y="516"/>
                  </a:lnTo>
                  <a:lnTo>
                    <a:pt x="1268" y="516"/>
                  </a:lnTo>
                  <a:lnTo>
                    <a:pt x="1268" y="513"/>
                  </a:lnTo>
                  <a:lnTo>
                    <a:pt x="1266" y="509"/>
                  </a:lnTo>
                  <a:lnTo>
                    <a:pt x="1263" y="506"/>
                  </a:lnTo>
                  <a:close/>
                  <a:moveTo>
                    <a:pt x="1781" y="419"/>
                  </a:moveTo>
                  <a:lnTo>
                    <a:pt x="1784" y="421"/>
                  </a:lnTo>
                  <a:lnTo>
                    <a:pt x="1786" y="421"/>
                  </a:lnTo>
                  <a:lnTo>
                    <a:pt x="1788" y="421"/>
                  </a:lnTo>
                  <a:lnTo>
                    <a:pt x="1795" y="424"/>
                  </a:lnTo>
                  <a:lnTo>
                    <a:pt x="1800" y="421"/>
                  </a:lnTo>
                  <a:lnTo>
                    <a:pt x="1798" y="419"/>
                  </a:lnTo>
                  <a:lnTo>
                    <a:pt x="1795" y="419"/>
                  </a:lnTo>
                  <a:lnTo>
                    <a:pt x="1793" y="414"/>
                  </a:lnTo>
                  <a:lnTo>
                    <a:pt x="1791" y="412"/>
                  </a:lnTo>
                  <a:lnTo>
                    <a:pt x="1788" y="412"/>
                  </a:lnTo>
                  <a:lnTo>
                    <a:pt x="1781" y="414"/>
                  </a:lnTo>
                  <a:lnTo>
                    <a:pt x="1781" y="419"/>
                  </a:lnTo>
                  <a:close/>
                  <a:moveTo>
                    <a:pt x="1299" y="156"/>
                  </a:moveTo>
                  <a:lnTo>
                    <a:pt x="1299" y="163"/>
                  </a:lnTo>
                  <a:lnTo>
                    <a:pt x="1299" y="168"/>
                  </a:lnTo>
                  <a:lnTo>
                    <a:pt x="1296" y="170"/>
                  </a:lnTo>
                  <a:lnTo>
                    <a:pt x="1294" y="173"/>
                  </a:lnTo>
                  <a:lnTo>
                    <a:pt x="1292" y="175"/>
                  </a:lnTo>
                  <a:lnTo>
                    <a:pt x="1294" y="177"/>
                  </a:lnTo>
                  <a:lnTo>
                    <a:pt x="1299" y="182"/>
                  </a:lnTo>
                  <a:lnTo>
                    <a:pt x="1301" y="184"/>
                  </a:lnTo>
                  <a:lnTo>
                    <a:pt x="1303" y="184"/>
                  </a:lnTo>
                  <a:lnTo>
                    <a:pt x="1310" y="189"/>
                  </a:lnTo>
                  <a:lnTo>
                    <a:pt x="1313" y="189"/>
                  </a:lnTo>
                  <a:lnTo>
                    <a:pt x="1310" y="184"/>
                  </a:lnTo>
                  <a:lnTo>
                    <a:pt x="1313" y="182"/>
                  </a:lnTo>
                  <a:lnTo>
                    <a:pt x="1318" y="184"/>
                  </a:lnTo>
                  <a:lnTo>
                    <a:pt x="1318" y="187"/>
                  </a:lnTo>
                  <a:lnTo>
                    <a:pt x="1320" y="189"/>
                  </a:lnTo>
                  <a:lnTo>
                    <a:pt x="1320" y="189"/>
                  </a:lnTo>
                  <a:lnTo>
                    <a:pt x="1322" y="192"/>
                  </a:lnTo>
                  <a:lnTo>
                    <a:pt x="1322" y="192"/>
                  </a:lnTo>
                  <a:lnTo>
                    <a:pt x="1325" y="192"/>
                  </a:lnTo>
                  <a:lnTo>
                    <a:pt x="1325" y="189"/>
                  </a:lnTo>
                  <a:lnTo>
                    <a:pt x="1327" y="192"/>
                  </a:lnTo>
                  <a:lnTo>
                    <a:pt x="1329" y="189"/>
                  </a:lnTo>
                  <a:lnTo>
                    <a:pt x="1334" y="180"/>
                  </a:lnTo>
                  <a:lnTo>
                    <a:pt x="1332" y="177"/>
                  </a:lnTo>
                  <a:lnTo>
                    <a:pt x="1327" y="177"/>
                  </a:lnTo>
                  <a:lnTo>
                    <a:pt x="1325" y="177"/>
                  </a:lnTo>
                  <a:lnTo>
                    <a:pt x="1325" y="177"/>
                  </a:lnTo>
                  <a:lnTo>
                    <a:pt x="1322" y="175"/>
                  </a:lnTo>
                  <a:lnTo>
                    <a:pt x="1320" y="175"/>
                  </a:lnTo>
                  <a:lnTo>
                    <a:pt x="1318" y="175"/>
                  </a:lnTo>
                  <a:lnTo>
                    <a:pt x="1320" y="173"/>
                  </a:lnTo>
                  <a:lnTo>
                    <a:pt x="1325" y="170"/>
                  </a:lnTo>
                  <a:lnTo>
                    <a:pt x="1327" y="170"/>
                  </a:lnTo>
                  <a:lnTo>
                    <a:pt x="1325" y="165"/>
                  </a:lnTo>
                  <a:lnTo>
                    <a:pt x="1322" y="168"/>
                  </a:lnTo>
                  <a:lnTo>
                    <a:pt x="1322" y="170"/>
                  </a:lnTo>
                  <a:lnTo>
                    <a:pt x="1320" y="168"/>
                  </a:lnTo>
                  <a:lnTo>
                    <a:pt x="1318" y="165"/>
                  </a:lnTo>
                  <a:lnTo>
                    <a:pt x="1318" y="165"/>
                  </a:lnTo>
                  <a:lnTo>
                    <a:pt x="1315" y="168"/>
                  </a:lnTo>
                  <a:lnTo>
                    <a:pt x="1315" y="168"/>
                  </a:lnTo>
                  <a:lnTo>
                    <a:pt x="1315" y="170"/>
                  </a:lnTo>
                  <a:lnTo>
                    <a:pt x="1318" y="173"/>
                  </a:lnTo>
                  <a:lnTo>
                    <a:pt x="1315" y="173"/>
                  </a:lnTo>
                  <a:lnTo>
                    <a:pt x="1313" y="170"/>
                  </a:lnTo>
                  <a:lnTo>
                    <a:pt x="1310" y="168"/>
                  </a:lnTo>
                  <a:lnTo>
                    <a:pt x="1310" y="165"/>
                  </a:lnTo>
                  <a:lnTo>
                    <a:pt x="1308" y="165"/>
                  </a:lnTo>
                  <a:lnTo>
                    <a:pt x="1303" y="168"/>
                  </a:lnTo>
                  <a:lnTo>
                    <a:pt x="1301" y="165"/>
                  </a:lnTo>
                  <a:lnTo>
                    <a:pt x="1301" y="163"/>
                  </a:lnTo>
                  <a:lnTo>
                    <a:pt x="1301" y="161"/>
                  </a:lnTo>
                  <a:lnTo>
                    <a:pt x="1303" y="158"/>
                  </a:lnTo>
                  <a:lnTo>
                    <a:pt x="1303" y="156"/>
                  </a:lnTo>
                  <a:lnTo>
                    <a:pt x="1303" y="154"/>
                  </a:lnTo>
                  <a:lnTo>
                    <a:pt x="1301" y="151"/>
                  </a:lnTo>
                  <a:lnTo>
                    <a:pt x="1296" y="151"/>
                  </a:lnTo>
                  <a:lnTo>
                    <a:pt x="1294" y="151"/>
                  </a:lnTo>
                  <a:lnTo>
                    <a:pt x="1296" y="154"/>
                  </a:lnTo>
                  <a:lnTo>
                    <a:pt x="1299" y="156"/>
                  </a:lnTo>
                  <a:close/>
                  <a:moveTo>
                    <a:pt x="1344" y="194"/>
                  </a:moveTo>
                  <a:lnTo>
                    <a:pt x="1341" y="192"/>
                  </a:lnTo>
                  <a:lnTo>
                    <a:pt x="1339" y="192"/>
                  </a:lnTo>
                  <a:lnTo>
                    <a:pt x="1337" y="192"/>
                  </a:lnTo>
                  <a:lnTo>
                    <a:pt x="1334" y="192"/>
                  </a:lnTo>
                  <a:lnTo>
                    <a:pt x="1332" y="192"/>
                  </a:lnTo>
                  <a:lnTo>
                    <a:pt x="1329" y="194"/>
                  </a:lnTo>
                  <a:lnTo>
                    <a:pt x="1327" y="196"/>
                  </a:lnTo>
                  <a:lnTo>
                    <a:pt x="1327" y="196"/>
                  </a:lnTo>
                  <a:lnTo>
                    <a:pt x="1322" y="196"/>
                  </a:lnTo>
                  <a:lnTo>
                    <a:pt x="1320" y="196"/>
                  </a:lnTo>
                  <a:lnTo>
                    <a:pt x="1318" y="194"/>
                  </a:lnTo>
                  <a:lnTo>
                    <a:pt x="1315" y="192"/>
                  </a:lnTo>
                  <a:lnTo>
                    <a:pt x="1310" y="192"/>
                  </a:lnTo>
                  <a:lnTo>
                    <a:pt x="1313" y="194"/>
                  </a:lnTo>
                  <a:lnTo>
                    <a:pt x="1313" y="199"/>
                  </a:lnTo>
                  <a:lnTo>
                    <a:pt x="1315" y="201"/>
                  </a:lnTo>
                  <a:lnTo>
                    <a:pt x="1318" y="203"/>
                  </a:lnTo>
                  <a:lnTo>
                    <a:pt x="1320" y="206"/>
                  </a:lnTo>
                  <a:lnTo>
                    <a:pt x="1322" y="210"/>
                  </a:lnTo>
                  <a:lnTo>
                    <a:pt x="1325" y="210"/>
                  </a:lnTo>
                  <a:lnTo>
                    <a:pt x="1327" y="208"/>
                  </a:lnTo>
                  <a:lnTo>
                    <a:pt x="1329" y="206"/>
                  </a:lnTo>
                  <a:lnTo>
                    <a:pt x="1329" y="206"/>
                  </a:lnTo>
                  <a:lnTo>
                    <a:pt x="1332" y="210"/>
                  </a:lnTo>
                  <a:lnTo>
                    <a:pt x="1332" y="208"/>
                  </a:lnTo>
                  <a:lnTo>
                    <a:pt x="1332" y="206"/>
                  </a:lnTo>
                  <a:lnTo>
                    <a:pt x="1332" y="206"/>
                  </a:lnTo>
                  <a:lnTo>
                    <a:pt x="1332" y="203"/>
                  </a:lnTo>
                  <a:lnTo>
                    <a:pt x="1334" y="203"/>
                  </a:lnTo>
                  <a:lnTo>
                    <a:pt x="1337" y="206"/>
                  </a:lnTo>
                  <a:lnTo>
                    <a:pt x="1339" y="206"/>
                  </a:lnTo>
                  <a:lnTo>
                    <a:pt x="1337" y="208"/>
                  </a:lnTo>
                  <a:lnTo>
                    <a:pt x="1337" y="210"/>
                  </a:lnTo>
                  <a:lnTo>
                    <a:pt x="1337" y="213"/>
                  </a:lnTo>
                  <a:lnTo>
                    <a:pt x="1337" y="215"/>
                  </a:lnTo>
                  <a:lnTo>
                    <a:pt x="1339" y="215"/>
                  </a:lnTo>
                  <a:lnTo>
                    <a:pt x="1344" y="218"/>
                  </a:lnTo>
                  <a:lnTo>
                    <a:pt x="1348" y="218"/>
                  </a:lnTo>
                  <a:lnTo>
                    <a:pt x="1351" y="218"/>
                  </a:lnTo>
                  <a:lnTo>
                    <a:pt x="1353" y="218"/>
                  </a:lnTo>
                  <a:lnTo>
                    <a:pt x="1353" y="220"/>
                  </a:lnTo>
                  <a:lnTo>
                    <a:pt x="1355" y="222"/>
                  </a:lnTo>
                  <a:lnTo>
                    <a:pt x="1358" y="225"/>
                  </a:lnTo>
                  <a:lnTo>
                    <a:pt x="1358" y="227"/>
                  </a:lnTo>
                  <a:lnTo>
                    <a:pt x="1360" y="227"/>
                  </a:lnTo>
                  <a:lnTo>
                    <a:pt x="1360" y="227"/>
                  </a:lnTo>
                  <a:lnTo>
                    <a:pt x="1363" y="227"/>
                  </a:lnTo>
                  <a:lnTo>
                    <a:pt x="1363" y="225"/>
                  </a:lnTo>
                  <a:lnTo>
                    <a:pt x="1360" y="222"/>
                  </a:lnTo>
                  <a:lnTo>
                    <a:pt x="1360" y="222"/>
                  </a:lnTo>
                  <a:lnTo>
                    <a:pt x="1360" y="220"/>
                  </a:lnTo>
                  <a:lnTo>
                    <a:pt x="1363" y="218"/>
                  </a:lnTo>
                  <a:lnTo>
                    <a:pt x="1365" y="220"/>
                  </a:lnTo>
                  <a:lnTo>
                    <a:pt x="1365" y="225"/>
                  </a:lnTo>
                  <a:lnTo>
                    <a:pt x="1367" y="220"/>
                  </a:lnTo>
                  <a:lnTo>
                    <a:pt x="1370" y="220"/>
                  </a:lnTo>
                  <a:lnTo>
                    <a:pt x="1372" y="220"/>
                  </a:lnTo>
                  <a:lnTo>
                    <a:pt x="1370" y="215"/>
                  </a:lnTo>
                  <a:lnTo>
                    <a:pt x="1370" y="215"/>
                  </a:lnTo>
                  <a:lnTo>
                    <a:pt x="1372" y="206"/>
                  </a:lnTo>
                  <a:lnTo>
                    <a:pt x="1372" y="201"/>
                  </a:lnTo>
                  <a:lnTo>
                    <a:pt x="1372" y="199"/>
                  </a:lnTo>
                  <a:lnTo>
                    <a:pt x="1370" y="196"/>
                  </a:lnTo>
                  <a:lnTo>
                    <a:pt x="1367" y="194"/>
                  </a:lnTo>
                  <a:lnTo>
                    <a:pt x="1365" y="194"/>
                  </a:lnTo>
                  <a:lnTo>
                    <a:pt x="1365" y="196"/>
                  </a:lnTo>
                  <a:lnTo>
                    <a:pt x="1363" y="199"/>
                  </a:lnTo>
                  <a:lnTo>
                    <a:pt x="1360" y="196"/>
                  </a:lnTo>
                  <a:lnTo>
                    <a:pt x="1353" y="194"/>
                  </a:lnTo>
                  <a:lnTo>
                    <a:pt x="1351" y="194"/>
                  </a:lnTo>
                  <a:lnTo>
                    <a:pt x="1351" y="194"/>
                  </a:lnTo>
                  <a:lnTo>
                    <a:pt x="1346" y="196"/>
                  </a:lnTo>
                  <a:lnTo>
                    <a:pt x="1346" y="196"/>
                  </a:lnTo>
                  <a:lnTo>
                    <a:pt x="1344" y="196"/>
                  </a:lnTo>
                  <a:lnTo>
                    <a:pt x="1344" y="194"/>
                  </a:lnTo>
                  <a:close/>
                  <a:moveTo>
                    <a:pt x="1216" y="492"/>
                  </a:moveTo>
                  <a:lnTo>
                    <a:pt x="1216" y="492"/>
                  </a:lnTo>
                  <a:lnTo>
                    <a:pt x="1216" y="492"/>
                  </a:lnTo>
                  <a:lnTo>
                    <a:pt x="1218" y="492"/>
                  </a:lnTo>
                  <a:lnTo>
                    <a:pt x="1213" y="492"/>
                  </a:lnTo>
                  <a:lnTo>
                    <a:pt x="1211" y="492"/>
                  </a:lnTo>
                  <a:lnTo>
                    <a:pt x="1211" y="492"/>
                  </a:lnTo>
                  <a:lnTo>
                    <a:pt x="1211" y="495"/>
                  </a:lnTo>
                  <a:lnTo>
                    <a:pt x="1211" y="495"/>
                  </a:lnTo>
                  <a:lnTo>
                    <a:pt x="1213" y="495"/>
                  </a:lnTo>
                  <a:lnTo>
                    <a:pt x="1213" y="495"/>
                  </a:lnTo>
                  <a:lnTo>
                    <a:pt x="1216" y="495"/>
                  </a:lnTo>
                  <a:lnTo>
                    <a:pt x="1218" y="495"/>
                  </a:lnTo>
                  <a:lnTo>
                    <a:pt x="1218" y="492"/>
                  </a:lnTo>
                  <a:lnTo>
                    <a:pt x="1216" y="492"/>
                  </a:lnTo>
                  <a:close/>
                  <a:moveTo>
                    <a:pt x="1171" y="113"/>
                  </a:moveTo>
                  <a:lnTo>
                    <a:pt x="1169" y="113"/>
                  </a:lnTo>
                  <a:lnTo>
                    <a:pt x="1166" y="113"/>
                  </a:lnTo>
                  <a:lnTo>
                    <a:pt x="1166" y="118"/>
                  </a:lnTo>
                  <a:lnTo>
                    <a:pt x="1166" y="116"/>
                  </a:lnTo>
                  <a:lnTo>
                    <a:pt x="1164" y="116"/>
                  </a:lnTo>
                  <a:lnTo>
                    <a:pt x="1166" y="123"/>
                  </a:lnTo>
                  <a:lnTo>
                    <a:pt x="1169" y="121"/>
                  </a:lnTo>
                  <a:lnTo>
                    <a:pt x="1171" y="118"/>
                  </a:lnTo>
                  <a:lnTo>
                    <a:pt x="1176" y="121"/>
                  </a:lnTo>
                  <a:lnTo>
                    <a:pt x="1173" y="123"/>
                  </a:lnTo>
                  <a:lnTo>
                    <a:pt x="1176" y="125"/>
                  </a:lnTo>
                  <a:lnTo>
                    <a:pt x="1180" y="128"/>
                  </a:lnTo>
                  <a:lnTo>
                    <a:pt x="1190" y="128"/>
                  </a:lnTo>
                  <a:lnTo>
                    <a:pt x="1195" y="130"/>
                  </a:lnTo>
                  <a:lnTo>
                    <a:pt x="1199" y="132"/>
                  </a:lnTo>
                  <a:lnTo>
                    <a:pt x="1206" y="130"/>
                  </a:lnTo>
                  <a:lnTo>
                    <a:pt x="1213" y="130"/>
                  </a:lnTo>
                  <a:lnTo>
                    <a:pt x="1216" y="128"/>
                  </a:lnTo>
                  <a:lnTo>
                    <a:pt x="1218" y="128"/>
                  </a:lnTo>
                  <a:lnTo>
                    <a:pt x="1221" y="128"/>
                  </a:lnTo>
                  <a:lnTo>
                    <a:pt x="1221" y="130"/>
                  </a:lnTo>
                  <a:lnTo>
                    <a:pt x="1221" y="130"/>
                  </a:lnTo>
                  <a:lnTo>
                    <a:pt x="1221" y="132"/>
                  </a:lnTo>
                  <a:lnTo>
                    <a:pt x="1218" y="132"/>
                  </a:lnTo>
                  <a:lnTo>
                    <a:pt x="1218" y="132"/>
                  </a:lnTo>
                  <a:lnTo>
                    <a:pt x="1216" y="132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5"/>
                  </a:lnTo>
                  <a:lnTo>
                    <a:pt x="1216" y="137"/>
                  </a:lnTo>
                  <a:lnTo>
                    <a:pt x="1240" y="130"/>
                  </a:lnTo>
                  <a:lnTo>
                    <a:pt x="1240" y="130"/>
                  </a:lnTo>
                  <a:lnTo>
                    <a:pt x="1242" y="130"/>
                  </a:lnTo>
                  <a:lnTo>
                    <a:pt x="1244" y="130"/>
                  </a:lnTo>
                  <a:lnTo>
                    <a:pt x="1244" y="128"/>
                  </a:lnTo>
                  <a:lnTo>
                    <a:pt x="1242" y="128"/>
                  </a:lnTo>
                  <a:lnTo>
                    <a:pt x="1230" y="116"/>
                  </a:lnTo>
                  <a:lnTo>
                    <a:pt x="1228" y="113"/>
                  </a:lnTo>
                  <a:lnTo>
                    <a:pt x="1230" y="113"/>
                  </a:lnTo>
                  <a:lnTo>
                    <a:pt x="1230" y="113"/>
                  </a:lnTo>
                  <a:lnTo>
                    <a:pt x="1228" y="111"/>
                  </a:lnTo>
                  <a:lnTo>
                    <a:pt x="1225" y="109"/>
                  </a:lnTo>
                  <a:lnTo>
                    <a:pt x="1221" y="109"/>
                  </a:lnTo>
                  <a:lnTo>
                    <a:pt x="1216" y="109"/>
                  </a:lnTo>
                  <a:lnTo>
                    <a:pt x="1213" y="109"/>
                  </a:lnTo>
                  <a:lnTo>
                    <a:pt x="1211" y="113"/>
                  </a:lnTo>
                  <a:lnTo>
                    <a:pt x="1206" y="116"/>
                  </a:lnTo>
                  <a:lnTo>
                    <a:pt x="1204" y="116"/>
                  </a:lnTo>
                  <a:lnTo>
                    <a:pt x="1199" y="116"/>
                  </a:lnTo>
                  <a:lnTo>
                    <a:pt x="1192" y="116"/>
                  </a:lnTo>
                  <a:lnTo>
                    <a:pt x="1187" y="116"/>
                  </a:lnTo>
                  <a:lnTo>
                    <a:pt x="1183" y="113"/>
                  </a:lnTo>
                  <a:lnTo>
                    <a:pt x="1173" y="113"/>
                  </a:lnTo>
                  <a:lnTo>
                    <a:pt x="1173" y="113"/>
                  </a:lnTo>
                  <a:lnTo>
                    <a:pt x="1171" y="113"/>
                  </a:lnTo>
                  <a:close/>
                  <a:moveTo>
                    <a:pt x="1237" y="137"/>
                  </a:moveTo>
                  <a:lnTo>
                    <a:pt x="1240" y="137"/>
                  </a:lnTo>
                  <a:lnTo>
                    <a:pt x="1240" y="137"/>
                  </a:lnTo>
                  <a:lnTo>
                    <a:pt x="1242" y="137"/>
                  </a:lnTo>
                  <a:lnTo>
                    <a:pt x="1242" y="139"/>
                  </a:lnTo>
                  <a:lnTo>
                    <a:pt x="1247" y="137"/>
                  </a:lnTo>
                  <a:lnTo>
                    <a:pt x="1251" y="137"/>
                  </a:lnTo>
                  <a:lnTo>
                    <a:pt x="1254" y="142"/>
                  </a:lnTo>
                  <a:lnTo>
                    <a:pt x="1254" y="144"/>
                  </a:lnTo>
                  <a:lnTo>
                    <a:pt x="1251" y="144"/>
                  </a:lnTo>
                  <a:lnTo>
                    <a:pt x="1251" y="147"/>
                  </a:lnTo>
                  <a:lnTo>
                    <a:pt x="1251" y="149"/>
                  </a:lnTo>
                  <a:lnTo>
                    <a:pt x="1254" y="151"/>
                  </a:lnTo>
                  <a:lnTo>
                    <a:pt x="1256" y="151"/>
                  </a:lnTo>
                  <a:lnTo>
                    <a:pt x="1256" y="149"/>
                  </a:lnTo>
                  <a:lnTo>
                    <a:pt x="1256" y="147"/>
                  </a:lnTo>
                  <a:lnTo>
                    <a:pt x="1256" y="144"/>
                  </a:lnTo>
                  <a:lnTo>
                    <a:pt x="1258" y="144"/>
                  </a:lnTo>
                  <a:lnTo>
                    <a:pt x="1263" y="144"/>
                  </a:lnTo>
                  <a:lnTo>
                    <a:pt x="1266" y="149"/>
                  </a:lnTo>
                  <a:lnTo>
                    <a:pt x="1261" y="151"/>
                  </a:lnTo>
                  <a:lnTo>
                    <a:pt x="1266" y="154"/>
                  </a:lnTo>
                  <a:lnTo>
                    <a:pt x="1270" y="156"/>
                  </a:lnTo>
                  <a:lnTo>
                    <a:pt x="1275" y="154"/>
                  </a:lnTo>
                  <a:lnTo>
                    <a:pt x="1280" y="156"/>
                  </a:lnTo>
                  <a:lnTo>
                    <a:pt x="1289" y="161"/>
                  </a:lnTo>
                  <a:lnTo>
                    <a:pt x="1294" y="161"/>
                  </a:lnTo>
                  <a:lnTo>
                    <a:pt x="1296" y="158"/>
                  </a:lnTo>
                  <a:lnTo>
                    <a:pt x="1294" y="158"/>
                  </a:lnTo>
                  <a:lnTo>
                    <a:pt x="1292" y="156"/>
                  </a:lnTo>
                  <a:lnTo>
                    <a:pt x="1289" y="156"/>
                  </a:lnTo>
                  <a:lnTo>
                    <a:pt x="1284" y="154"/>
                  </a:lnTo>
                  <a:lnTo>
                    <a:pt x="1284" y="151"/>
                  </a:lnTo>
                  <a:lnTo>
                    <a:pt x="1282" y="144"/>
                  </a:lnTo>
                  <a:lnTo>
                    <a:pt x="1282" y="142"/>
                  </a:lnTo>
                  <a:lnTo>
                    <a:pt x="1280" y="139"/>
                  </a:lnTo>
                  <a:lnTo>
                    <a:pt x="1277" y="137"/>
                  </a:lnTo>
                  <a:lnTo>
                    <a:pt x="1275" y="132"/>
                  </a:lnTo>
                  <a:lnTo>
                    <a:pt x="1270" y="130"/>
                  </a:lnTo>
                  <a:lnTo>
                    <a:pt x="1263" y="130"/>
                  </a:lnTo>
                  <a:lnTo>
                    <a:pt x="1261" y="132"/>
                  </a:lnTo>
                  <a:lnTo>
                    <a:pt x="1258" y="130"/>
                  </a:lnTo>
                  <a:lnTo>
                    <a:pt x="1256" y="130"/>
                  </a:lnTo>
                  <a:lnTo>
                    <a:pt x="1251" y="132"/>
                  </a:lnTo>
                  <a:lnTo>
                    <a:pt x="1244" y="132"/>
                  </a:lnTo>
                  <a:lnTo>
                    <a:pt x="1240" y="135"/>
                  </a:lnTo>
                  <a:lnTo>
                    <a:pt x="1237" y="137"/>
                  </a:lnTo>
                  <a:close/>
                  <a:moveTo>
                    <a:pt x="920" y="49"/>
                  </a:moveTo>
                  <a:lnTo>
                    <a:pt x="923" y="52"/>
                  </a:lnTo>
                  <a:lnTo>
                    <a:pt x="923" y="52"/>
                  </a:lnTo>
                  <a:lnTo>
                    <a:pt x="923" y="49"/>
                  </a:lnTo>
                  <a:lnTo>
                    <a:pt x="925" y="49"/>
                  </a:lnTo>
                  <a:lnTo>
                    <a:pt x="925" y="49"/>
                  </a:lnTo>
                  <a:lnTo>
                    <a:pt x="925" y="47"/>
                  </a:lnTo>
                  <a:lnTo>
                    <a:pt x="925" y="47"/>
                  </a:lnTo>
                  <a:lnTo>
                    <a:pt x="923" y="45"/>
                  </a:lnTo>
                  <a:lnTo>
                    <a:pt x="920" y="45"/>
                  </a:lnTo>
                  <a:lnTo>
                    <a:pt x="920" y="47"/>
                  </a:lnTo>
                  <a:lnTo>
                    <a:pt x="920" y="47"/>
                  </a:lnTo>
                  <a:lnTo>
                    <a:pt x="920" y="49"/>
                  </a:lnTo>
                  <a:close/>
                  <a:moveTo>
                    <a:pt x="925" y="57"/>
                  </a:moveTo>
                  <a:lnTo>
                    <a:pt x="927" y="54"/>
                  </a:lnTo>
                  <a:lnTo>
                    <a:pt x="930" y="52"/>
                  </a:lnTo>
                  <a:lnTo>
                    <a:pt x="930" y="52"/>
                  </a:lnTo>
                  <a:lnTo>
                    <a:pt x="934" y="54"/>
                  </a:lnTo>
                  <a:lnTo>
                    <a:pt x="937" y="52"/>
                  </a:lnTo>
                  <a:lnTo>
                    <a:pt x="937" y="49"/>
                  </a:lnTo>
                  <a:lnTo>
                    <a:pt x="934" y="49"/>
                  </a:lnTo>
                  <a:lnTo>
                    <a:pt x="932" y="47"/>
                  </a:lnTo>
                  <a:lnTo>
                    <a:pt x="930" y="49"/>
                  </a:lnTo>
                  <a:lnTo>
                    <a:pt x="925" y="49"/>
                  </a:lnTo>
                  <a:lnTo>
                    <a:pt x="923" y="52"/>
                  </a:lnTo>
                  <a:lnTo>
                    <a:pt x="925" y="57"/>
                  </a:lnTo>
                  <a:close/>
                  <a:moveTo>
                    <a:pt x="946" y="59"/>
                  </a:moveTo>
                  <a:lnTo>
                    <a:pt x="944" y="61"/>
                  </a:lnTo>
                  <a:lnTo>
                    <a:pt x="944" y="64"/>
                  </a:lnTo>
                  <a:lnTo>
                    <a:pt x="946" y="61"/>
                  </a:lnTo>
                  <a:lnTo>
                    <a:pt x="949" y="61"/>
                  </a:lnTo>
                  <a:lnTo>
                    <a:pt x="946" y="59"/>
                  </a:lnTo>
                  <a:lnTo>
                    <a:pt x="946" y="59"/>
                  </a:lnTo>
                  <a:lnTo>
                    <a:pt x="946" y="59"/>
                  </a:lnTo>
                  <a:close/>
                  <a:moveTo>
                    <a:pt x="1076" y="109"/>
                  </a:moveTo>
                  <a:lnTo>
                    <a:pt x="1079" y="109"/>
                  </a:lnTo>
                  <a:lnTo>
                    <a:pt x="1079" y="109"/>
                  </a:lnTo>
                  <a:lnTo>
                    <a:pt x="1079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9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6"/>
                  </a:lnTo>
                  <a:lnTo>
                    <a:pt x="1081" y="104"/>
                  </a:lnTo>
                  <a:lnTo>
                    <a:pt x="1081" y="104"/>
                  </a:lnTo>
                  <a:lnTo>
                    <a:pt x="1079" y="104"/>
                  </a:lnTo>
                  <a:lnTo>
                    <a:pt x="1079" y="104"/>
                  </a:lnTo>
                  <a:lnTo>
                    <a:pt x="1074" y="106"/>
                  </a:lnTo>
                  <a:lnTo>
                    <a:pt x="1074" y="106"/>
                  </a:lnTo>
                  <a:lnTo>
                    <a:pt x="1076" y="109"/>
                  </a:lnTo>
                  <a:close/>
                  <a:moveTo>
                    <a:pt x="1287" y="180"/>
                  </a:moveTo>
                  <a:lnTo>
                    <a:pt x="1284" y="177"/>
                  </a:lnTo>
                  <a:lnTo>
                    <a:pt x="1284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2" y="177"/>
                  </a:lnTo>
                  <a:lnTo>
                    <a:pt x="1284" y="180"/>
                  </a:lnTo>
                  <a:lnTo>
                    <a:pt x="1284" y="182"/>
                  </a:lnTo>
                  <a:lnTo>
                    <a:pt x="1287" y="182"/>
                  </a:lnTo>
                  <a:lnTo>
                    <a:pt x="1289" y="182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9" y="180"/>
                  </a:lnTo>
                  <a:lnTo>
                    <a:pt x="1287" y="180"/>
                  </a:lnTo>
                  <a:lnTo>
                    <a:pt x="1287" y="180"/>
                  </a:lnTo>
                  <a:lnTo>
                    <a:pt x="1287" y="180"/>
                  </a:lnTo>
                  <a:close/>
                  <a:moveTo>
                    <a:pt x="1909" y="424"/>
                  </a:moveTo>
                  <a:lnTo>
                    <a:pt x="1909" y="424"/>
                  </a:lnTo>
                  <a:lnTo>
                    <a:pt x="1909" y="424"/>
                  </a:lnTo>
                  <a:lnTo>
                    <a:pt x="1909" y="424"/>
                  </a:lnTo>
                  <a:lnTo>
                    <a:pt x="1909" y="421"/>
                  </a:lnTo>
                  <a:lnTo>
                    <a:pt x="1907" y="419"/>
                  </a:lnTo>
                  <a:lnTo>
                    <a:pt x="1907" y="421"/>
                  </a:lnTo>
                  <a:lnTo>
                    <a:pt x="1909" y="424"/>
                  </a:lnTo>
                  <a:close/>
                  <a:moveTo>
                    <a:pt x="1237" y="175"/>
                  </a:moveTo>
                  <a:lnTo>
                    <a:pt x="1237" y="175"/>
                  </a:lnTo>
                  <a:lnTo>
                    <a:pt x="1240" y="173"/>
                  </a:lnTo>
                  <a:lnTo>
                    <a:pt x="1240" y="170"/>
                  </a:lnTo>
                  <a:lnTo>
                    <a:pt x="1242" y="165"/>
                  </a:lnTo>
                  <a:lnTo>
                    <a:pt x="1242" y="165"/>
                  </a:lnTo>
                  <a:lnTo>
                    <a:pt x="1237" y="165"/>
                  </a:lnTo>
                  <a:lnTo>
                    <a:pt x="1235" y="170"/>
                  </a:lnTo>
                  <a:lnTo>
                    <a:pt x="1235" y="170"/>
                  </a:lnTo>
                  <a:lnTo>
                    <a:pt x="1235" y="173"/>
                  </a:lnTo>
                  <a:lnTo>
                    <a:pt x="1237" y="173"/>
                  </a:lnTo>
                  <a:lnTo>
                    <a:pt x="1237" y="173"/>
                  </a:lnTo>
                  <a:lnTo>
                    <a:pt x="1237" y="175"/>
                  </a:lnTo>
                  <a:lnTo>
                    <a:pt x="1237" y="175"/>
                  </a:lnTo>
                  <a:close/>
                  <a:moveTo>
                    <a:pt x="885" y="31"/>
                  </a:moveTo>
                  <a:lnTo>
                    <a:pt x="887" y="28"/>
                  </a:lnTo>
                  <a:lnTo>
                    <a:pt x="889" y="28"/>
                  </a:lnTo>
                  <a:lnTo>
                    <a:pt x="889" y="26"/>
                  </a:lnTo>
                  <a:lnTo>
                    <a:pt x="887" y="26"/>
                  </a:lnTo>
                  <a:lnTo>
                    <a:pt x="885" y="26"/>
                  </a:lnTo>
                  <a:lnTo>
                    <a:pt x="882" y="26"/>
                  </a:lnTo>
                  <a:lnTo>
                    <a:pt x="880" y="26"/>
                  </a:lnTo>
                  <a:lnTo>
                    <a:pt x="878" y="23"/>
                  </a:lnTo>
                  <a:lnTo>
                    <a:pt x="875" y="21"/>
                  </a:lnTo>
                  <a:lnTo>
                    <a:pt x="875" y="21"/>
                  </a:lnTo>
                  <a:lnTo>
                    <a:pt x="873" y="23"/>
                  </a:lnTo>
                  <a:lnTo>
                    <a:pt x="873" y="23"/>
                  </a:lnTo>
                  <a:lnTo>
                    <a:pt x="873" y="26"/>
                  </a:lnTo>
                  <a:lnTo>
                    <a:pt x="873" y="28"/>
                  </a:lnTo>
                  <a:lnTo>
                    <a:pt x="880" y="31"/>
                  </a:lnTo>
                  <a:lnTo>
                    <a:pt x="885" y="31"/>
                  </a:lnTo>
                  <a:close/>
                  <a:moveTo>
                    <a:pt x="1355" y="232"/>
                  </a:moveTo>
                  <a:lnTo>
                    <a:pt x="1355" y="232"/>
                  </a:lnTo>
                  <a:lnTo>
                    <a:pt x="1355" y="229"/>
                  </a:lnTo>
                  <a:lnTo>
                    <a:pt x="1353" y="229"/>
                  </a:lnTo>
                  <a:lnTo>
                    <a:pt x="1353" y="229"/>
                  </a:lnTo>
                  <a:lnTo>
                    <a:pt x="1351" y="229"/>
                  </a:lnTo>
                  <a:lnTo>
                    <a:pt x="1351" y="232"/>
                  </a:lnTo>
                  <a:lnTo>
                    <a:pt x="1355" y="234"/>
                  </a:lnTo>
                  <a:lnTo>
                    <a:pt x="1355" y="234"/>
                  </a:lnTo>
                  <a:lnTo>
                    <a:pt x="1358" y="232"/>
                  </a:lnTo>
                  <a:lnTo>
                    <a:pt x="1358" y="232"/>
                  </a:lnTo>
                  <a:lnTo>
                    <a:pt x="1355" y="232"/>
                  </a:lnTo>
                  <a:lnTo>
                    <a:pt x="1355" y="232"/>
                  </a:lnTo>
                  <a:close/>
                  <a:moveTo>
                    <a:pt x="908" y="42"/>
                  </a:moveTo>
                  <a:lnTo>
                    <a:pt x="911" y="42"/>
                  </a:lnTo>
                  <a:lnTo>
                    <a:pt x="913" y="40"/>
                  </a:lnTo>
                  <a:lnTo>
                    <a:pt x="915" y="35"/>
                  </a:lnTo>
                  <a:lnTo>
                    <a:pt x="915" y="35"/>
                  </a:lnTo>
                  <a:lnTo>
                    <a:pt x="913" y="33"/>
                  </a:lnTo>
                  <a:lnTo>
                    <a:pt x="911" y="33"/>
                  </a:lnTo>
                  <a:lnTo>
                    <a:pt x="911" y="33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5"/>
                  </a:lnTo>
                  <a:lnTo>
                    <a:pt x="911" y="38"/>
                  </a:lnTo>
                  <a:lnTo>
                    <a:pt x="911" y="38"/>
                  </a:lnTo>
                  <a:lnTo>
                    <a:pt x="908" y="38"/>
                  </a:lnTo>
                  <a:lnTo>
                    <a:pt x="908" y="35"/>
                  </a:lnTo>
                  <a:lnTo>
                    <a:pt x="908" y="38"/>
                  </a:lnTo>
                  <a:lnTo>
                    <a:pt x="908" y="40"/>
                  </a:lnTo>
                  <a:lnTo>
                    <a:pt x="908" y="42"/>
                  </a:lnTo>
                  <a:close/>
                  <a:moveTo>
                    <a:pt x="1093" y="97"/>
                  </a:moveTo>
                  <a:lnTo>
                    <a:pt x="1105" y="97"/>
                  </a:lnTo>
                  <a:lnTo>
                    <a:pt x="1107" y="99"/>
                  </a:lnTo>
                  <a:lnTo>
                    <a:pt x="1109" y="102"/>
                  </a:lnTo>
                  <a:lnTo>
                    <a:pt x="1114" y="99"/>
                  </a:lnTo>
                  <a:lnTo>
                    <a:pt x="1114" y="97"/>
                  </a:lnTo>
                  <a:lnTo>
                    <a:pt x="1109" y="94"/>
                  </a:lnTo>
                  <a:lnTo>
                    <a:pt x="1093" y="94"/>
                  </a:lnTo>
                  <a:lnTo>
                    <a:pt x="1090" y="97"/>
                  </a:lnTo>
                  <a:lnTo>
                    <a:pt x="1093" y="97"/>
                  </a:lnTo>
                  <a:lnTo>
                    <a:pt x="1093" y="97"/>
                  </a:lnTo>
                  <a:close/>
                  <a:moveTo>
                    <a:pt x="1310" y="147"/>
                  </a:moveTo>
                  <a:lnTo>
                    <a:pt x="1310" y="147"/>
                  </a:lnTo>
                  <a:lnTo>
                    <a:pt x="1315" y="149"/>
                  </a:lnTo>
                  <a:lnTo>
                    <a:pt x="1315" y="149"/>
                  </a:lnTo>
                  <a:lnTo>
                    <a:pt x="1315" y="151"/>
                  </a:lnTo>
                  <a:lnTo>
                    <a:pt x="1315" y="151"/>
                  </a:lnTo>
                  <a:lnTo>
                    <a:pt x="1318" y="151"/>
                  </a:lnTo>
                  <a:lnTo>
                    <a:pt x="1318" y="149"/>
                  </a:lnTo>
                  <a:lnTo>
                    <a:pt x="1315" y="147"/>
                  </a:lnTo>
                  <a:lnTo>
                    <a:pt x="1315" y="147"/>
                  </a:lnTo>
                  <a:lnTo>
                    <a:pt x="1313" y="144"/>
                  </a:lnTo>
                  <a:lnTo>
                    <a:pt x="1310" y="142"/>
                  </a:lnTo>
                  <a:lnTo>
                    <a:pt x="1308" y="142"/>
                  </a:lnTo>
                  <a:lnTo>
                    <a:pt x="1308" y="142"/>
                  </a:lnTo>
                  <a:lnTo>
                    <a:pt x="1308" y="144"/>
                  </a:lnTo>
                  <a:lnTo>
                    <a:pt x="1310" y="147"/>
                  </a:lnTo>
                  <a:close/>
                  <a:moveTo>
                    <a:pt x="1313" y="158"/>
                  </a:moveTo>
                  <a:lnTo>
                    <a:pt x="1313" y="158"/>
                  </a:lnTo>
                  <a:lnTo>
                    <a:pt x="1310" y="158"/>
                  </a:lnTo>
                  <a:lnTo>
                    <a:pt x="1310" y="158"/>
                  </a:lnTo>
                  <a:lnTo>
                    <a:pt x="1308" y="158"/>
                  </a:lnTo>
                  <a:lnTo>
                    <a:pt x="1308" y="161"/>
                  </a:lnTo>
                  <a:lnTo>
                    <a:pt x="1310" y="161"/>
                  </a:lnTo>
                  <a:lnTo>
                    <a:pt x="1310" y="163"/>
                  </a:lnTo>
                  <a:lnTo>
                    <a:pt x="1313" y="161"/>
                  </a:lnTo>
                  <a:lnTo>
                    <a:pt x="1315" y="158"/>
                  </a:lnTo>
                  <a:lnTo>
                    <a:pt x="1315" y="158"/>
                  </a:lnTo>
                  <a:lnTo>
                    <a:pt x="1315" y="158"/>
                  </a:lnTo>
                  <a:lnTo>
                    <a:pt x="1313" y="158"/>
                  </a:lnTo>
                  <a:close/>
                  <a:moveTo>
                    <a:pt x="1081" y="123"/>
                  </a:moveTo>
                  <a:lnTo>
                    <a:pt x="1081" y="123"/>
                  </a:lnTo>
                  <a:lnTo>
                    <a:pt x="1081" y="123"/>
                  </a:lnTo>
                  <a:lnTo>
                    <a:pt x="1079" y="121"/>
                  </a:lnTo>
                  <a:lnTo>
                    <a:pt x="1079" y="121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6" y="123"/>
                  </a:lnTo>
                  <a:lnTo>
                    <a:pt x="1074" y="123"/>
                  </a:lnTo>
                  <a:lnTo>
                    <a:pt x="1074" y="123"/>
                  </a:lnTo>
                  <a:lnTo>
                    <a:pt x="1079" y="125"/>
                  </a:lnTo>
                  <a:lnTo>
                    <a:pt x="1081" y="123"/>
                  </a:lnTo>
                  <a:close/>
                  <a:moveTo>
                    <a:pt x="1012" y="104"/>
                  </a:moveTo>
                  <a:lnTo>
                    <a:pt x="1012" y="102"/>
                  </a:lnTo>
                  <a:lnTo>
                    <a:pt x="1012" y="102"/>
                  </a:lnTo>
                  <a:lnTo>
                    <a:pt x="1012" y="102"/>
                  </a:lnTo>
                  <a:lnTo>
                    <a:pt x="1012" y="102"/>
                  </a:lnTo>
                  <a:lnTo>
                    <a:pt x="1010" y="102"/>
                  </a:lnTo>
                  <a:lnTo>
                    <a:pt x="1012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99"/>
                  </a:lnTo>
                  <a:lnTo>
                    <a:pt x="1010" y="102"/>
                  </a:lnTo>
                  <a:lnTo>
                    <a:pt x="1008" y="102"/>
                  </a:lnTo>
                  <a:lnTo>
                    <a:pt x="1008" y="102"/>
                  </a:lnTo>
                  <a:lnTo>
                    <a:pt x="1008" y="104"/>
                  </a:lnTo>
                  <a:lnTo>
                    <a:pt x="1008" y="104"/>
                  </a:lnTo>
                  <a:lnTo>
                    <a:pt x="1008" y="104"/>
                  </a:lnTo>
                  <a:lnTo>
                    <a:pt x="1008" y="106"/>
                  </a:lnTo>
                  <a:lnTo>
                    <a:pt x="1010" y="109"/>
                  </a:lnTo>
                  <a:lnTo>
                    <a:pt x="1012" y="109"/>
                  </a:lnTo>
                  <a:lnTo>
                    <a:pt x="1012" y="106"/>
                  </a:lnTo>
                  <a:lnTo>
                    <a:pt x="1012" y="106"/>
                  </a:lnTo>
                  <a:lnTo>
                    <a:pt x="1012" y="104"/>
                  </a:lnTo>
                  <a:lnTo>
                    <a:pt x="1012" y="104"/>
                  </a:lnTo>
                  <a:close/>
                  <a:moveTo>
                    <a:pt x="1112" y="128"/>
                  </a:moveTo>
                  <a:lnTo>
                    <a:pt x="1114" y="128"/>
                  </a:lnTo>
                  <a:lnTo>
                    <a:pt x="1114" y="125"/>
                  </a:lnTo>
                  <a:lnTo>
                    <a:pt x="1114" y="123"/>
                  </a:lnTo>
                  <a:lnTo>
                    <a:pt x="1112" y="123"/>
                  </a:lnTo>
                  <a:lnTo>
                    <a:pt x="1109" y="125"/>
                  </a:lnTo>
                  <a:lnTo>
                    <a:pt x="1109" y="125"/>
                  </a:lnTo>
                  <a:lnTo>
                    <a:pt x="1112" y="128"/>
                  </a:lnTo>
                  <a:lnTo>
                    <a:pt x="1112" y="128"/>
                  </a:lnTo>
                  <a:lnTo>
                    <a:pt x="1112" y="128"/>
                  </a:lnTo>
                  <a:close/>
                  <a:moveTo>
                    <a:pt x="989" y="80"/>
                  </a:moveTo>
                  <a:lnTo>
                    <a:pt x="993" y="78"/>
                  </a:lnTo>
                  <a:lnTo>
                    <a:pt x="998" y="80"/>
                  </a:lnTo>
                  <a:lnTo>
                    <a:pt x="998" y="83"/>
                  </a:lnTo>
                  <a:lnTo>
                    <a:pt x="1001" y="85"/>
                  </a:lnTo>
                  <a:lnTo>
                    <a:pt x="1003" y="85"/>
                  </a:lnTo>
                  <a:lnTo>
                    <a:pt x="1003" y="87"/>
                  </a:lnTo>
                  <a:lnTo>
                    <a:pt x="1005" y="87"/>
                  </a:lnTo>
                  <a:lnTo>
                    <a:pt x="1008" y="90"/>
                  </a:lnTo>
                  <a:lnTo>
                    <a:pt x="1008" y="92"/>
                  </a:lnTo>
                  <a:lnTo>
                    <a:pt x="1008" y="92"/>
                  </a:lnTo>
                  <a:lnTo>
                    <a:pt x="1010" y="92"/>
                  </a:lnTo>
                  <a:lnTo>
                    <a:pt x="1015" y="94"/>
                  </a:lnTo>
                  <a:lnTo>
                    <a:pt x="1017" y="97"/>
                  </a:lnTo>
                  <a:lnTo>
                    <a:pt x="1019" y="97"/>
                  </a:lnTo>
                  <a:lnTo>
                    <a:pt x="1024" y="94"/>
                  </a:lnTo>
                  <a:lnTo>
                    <a:pt x="1031" y="102"/>
                  </a:lnTo>
                  <a:lnTo>
                    <a:pt x="1034" y="104"/>
                  </a:lnTo>
                  <a:lnTo>
                    <a:pt x="1036" y="106"/>
                  </a:lnTo>
                  <a:lnTo>
                    <a:pt x="1038" y="106"/>
                  </a:lnTo>
                  <a:lnTo>
                    <a:pt x="1041" y="106"/>
                  </a:lnTo>
                  <a:lnTo>
                    <a:pt x="1041" y="106"/>
                  </a:lnTo>
                  <a:lnTo>
                    <a:pt x="1046" y="111"/>
                  </a:lnTo>
                  <a:lnTo>
                    <a:pt x="1043" y="106"/>
                  </a:lnTo>
                  <a:lnTo>
                    <a:pt x="1041" y="102"/>
                  </a:lnTo>
                  <a:lnTo>
                    <a:pt x="1036" y="99"/>
                  </a:lnTo>
                  <a:lnTo>
                    <a:pt x="1029" y="97"/>
                  </a:lnTo>
                  <a:lnTo>
                    <a:pt x="1022" y="92"/>
                  </a:lnTo>
                  <a:lnTo>
                    <a:pt x="1012" y="90"/>
                  </a:lnTo>
                  <a:lnTo>
                    <a:pt x="1008" y="87"/>
                  </a:lnTo>
                  <a:lnTo>
                    <a:pt x="998" y="76"/>
                  </a:lnTo>
                  <a:lnTo>
                    <a:pt x="993" y="76"/>
                  </a:lnTo>
                  <a:lnTo>
                    <a:pt x="991" y="76"/>
                  </a:lnTo>
                  <a:lnTo>
                    <a:pt x="986" y="78"/>
                  </a:lnTo>
                  <a:lnTo>
                    <a:pt x="986" y="80"/>
                  </a:lnTo>
                  <a:lnTo>
                    <a:pt x="989" y="80"/>
                  </a:lnTo>
                  <a:close/>
                  <a:moveTo>
                    <a:pt x="1164" y="104"/>
                  </a:moveTo>
                  <a:lnTo>
                    <a:pt x="1164" y="104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4" y="106"/>
                  </a:lnTo>
                  <a:lnTo>
                    <a:pt x="1166" y="106"/>
                  </a:lnTo>
                  <a:lnTo>
                    <a:pt x="1166" y="104"/>
                  </a:lnTo>
                  <a:lnTo>
                    <a:pt x="1166" y="104"/>
                  </a:lnTo>
                  <a:lnTo>
                    <a:pt x="1166" y="104"/>
                  </a:lnTo>
                  <a:lnTo>
                    <a:pt x="1166" y="106"/>
                  </a:lnTo>
                  <a:lnTo>
                    <a:pt x="1166" y="109"/>
                  </a:lnTo>
                  <a:lnTo>
                    <a:pt x="1166" y="106"/>
                  </a:lnTo>
                  <a:lnTo>
                    <a:pt x="1166" y="106"/>
                  </a:lnTo>
                  <a:lnTo>
                    <a:pt x="1166" y="106"/>
                  </a:lnTo>
                  <a:lnTo>
                    <a:pt x="1169" y="106"/>
                  </a:lnTo>
                  <a:lnTo>
                    <a:pt x="1169" y="109"/>
                  </a:lnTo>
                  <a:lnTo>
                    <a:pt x="1171" y="109"/>
                  </a:lnTo>
                  <a:lnTo>
                    <a:pt x="1171" y="109"/>
                  </a:lnTo>
                  <a:lnTo>
                    <a:pt x="1171" y="109"/>
                  </a:lnTo>
                  <a:lnTo>
                    <a:pt x="1173" y="109"/>
                  </a:lnTo>
                  <a:lnTo>
                    <a:pt x="1173" y="109"/>
                  </a:lnTo>
                  <a:lnTo>
                    <a:pt x="1173" y="109"/>
                  </a:lnTo>
                  <a:lnTo>
                    <a:pt x="1169" y="104"/>
                  </a:lnTo>
                  <a:lnTo>
                    <a:pt x="1166" y="102"/>
                  </a:lnTo>
                  <a:lnTo>
                    <a:pt x="1164" y="102"/>
                  </a:lnTo>
                  <a:lnTo>
                    <a:pt x="1161" y="102"/>
                  </a:lnTo>
                  <a:lnTo>
                    <a:pt x="1161" y="104"/>
                  </a:lnTo>
                  <a:lnTo>
                    <a:pt x="1164" y="104"/>
                  </a:lnTo>
                  <a:close/>
                  <a:moveTo>
                    <a:pt x="1263" y="128"/>
                  </a:moveTo>
                  <a:lnTo>
                    <a:pt x="1263" y="128"/>
                  </a:lnTo>
                  <a:lnTo>
                    <a:pt x="1266" y="128"/>
                  </a:lnTo>
                  <a:lnTo>
                    <a:pt x="1266" y="128"/>
                  </a:lnTo>
                  <a:lnTo>
                    <a:pt x="1266" y="125"/>
                  </a:lnTo>
                  <a:lnTo>
                    <a:pt x="1266" y="123"/>
                  </a:lnTo>
                  <a:lnTo>
                    <a:pt x="1266" y="123"/>
                  </a:lnTo>
                  <a:lnTo>
                    <a:pt x="1268" y="123"/>
                  </a:lnTo>
                  <a:lnTo>
                    <a:pt x="1268" y="125"/>
                  </a:lnTo>
                  <a:lnTo>
                    <a:pt x="1270" y="128"/>
                  </a:lnTo>
                  <a:lnTo>
                    <a:pt x="1270" y="128"/>
                  </a:lnTo>
                  <a:lnTo>
                    <a:pt x="1270" y="128"/>
                  </a:lnTo>
                  <a:lnTo>
                    <a:pt x="1270" y="123"/>
                  </a:lnTo>
                  <a:lnTo>
                    <a:pt x="1268" y="121"/>
                  </a:lnTo>
                  <a:lnTo>
                    <a:pt x="1266" y="121"/>
                  </a:lnTo>
                  <a:lnTo>
                    <a:pt x="1263" y="121"/>
                  </a:lnTo>
                  <a:lnTo>
                    <a:pt x="1263" y="121"/>
                  </a:lnTo>
                  <a:lnTo>
                    <a:pt x="1263" y="123"/>
                  </a:lnTo>
                  <a:lnTo>
                    <a:pt x="1263" y="125"/>
                  </a:lnTo>
                  <a:lnTo>
                    <a:pt x="1261" y="125"/>
                  </a:lnTo>
                  <a:lnTo>
                    <a:pt x="1261" y="128"/>
                  </a:lnTo>
                  <a:lnTo>
                    <a:pt x="1261" y="128"/>
                  </a:lnTo>
                  <a:lnTo>
                    <a:pt x="1263" y="128"/>
                  </a:lnTo>
                  <a:close/>
                  <a:moveTo>
                    <a:pt x="1135" y="130"/>
                  </a:moveTo>
                  <a:lnTo>
                    <a:pt x="1135" y="130"/>
                  </a:lnTo>
                  <a:lnTo>
                    <a:pt x="1135" y="130"/>
                  </a:lnTo>
                  <a:lnTo>
                    <a:pt x="1138" y="130"/>
                  </a:lnTo>
                  <a:lnTo>
                    <a:pt x="1138" y="130"/>
                  </a:lnTo>
                  <a:lnTo>
                    <a:pt x="1140" y="132"/>
                  </a:lnTo>
                  <a:lnTo>
                    <a:pt x="1140" y="130"/>
                  </a:lnTo>
                  <a:lnTo>
                    <a:pt x="1140" y="128"/>
                  </a:lnTo>
                  <a:lnTo>
                    <a:pt x="1138" y="125"/>
                  </a:lnTo>
                  <a:lnTo>
                    <a:pt x="1138" y="125"/>
                  </a:lnTo>
                  <a:lnTo>
                    <a:pt x="1135" y="125"/>
                  </a:lnTo>
                  <a:lnTo>
                    <a:pt x="1133" y="125"/>
                  </a:lnTo>
                  <a:lnTo>
                    <a:pt x="1133" y="125"/>
                  </a:lnTo>
                  <a:lnTo>
                    <a:pt x="1133" y="128"/>
                  </a:lnTo>
                  <a:lnTo>
                    <a:pt x="1133" y="128"/>
                  </a:lnTo>
                  <a:lnTo>
                    <a:pt x="1133" y="130"/>
                  </a:lnTo>
                  <a:lnTo>
                    <a:pt x="1135" y="130"/>
                  </a:lnTo>
                  <a:close/>
                  <a:moveTo>
                    <a:pt x="1185" y="407"/>
                  </a:moveTo>
                  <a:lnTo>
                    <a:pt x="1183" y="405"/>
                  </a:lnTo>
                  <a:lnTo>
                    <a:pt x="1183" y="405"/>
                  </a:lnTo>
                  <a:lnTo>
                    <a:pt x="1180" y="405"/>
                  </a:lnTo>
                  <a:lnTo>
                    <a:pt x="1178" y="405"/>
                  </a:lnTo>
                  <a:lnTo>
                    <a:pt x="1178" y="405"/>
                  </a:lnTo>
                  <a:lnTo>
                    <a:pt x="1180" y="405"/>
                  </a:lnTo>
                  <a:lnTo>
                    <a:pt x="1180" y="407"/>
                  </a:lnTo>
                  <a:lnTo>
                    <a:pt x="1180" y="407"/>
                  </a:lnTo>
                  <a:lnTo>
                    <a:pt x="1183" y="407"/>
                  </a:lnTo>
                  <a:lnTo>
                    <a:pt x="1183" y="407"/>
                  </a:lnTo>
                  <a:lnTo>
                    <a:pt x="1185" y="407"/>
                  </a:lnTo>
                  <a:lnTo>
                    <a:pt x="1185" y="407"/>
                  </a:lnTo>
                  <a:lnTo>
                    <a:pt x="1185" y="409"/>
                  </a:lnTo>
                  <a:lnTo>
                    <a:pt x="1185" y="409"/>
                  </a:lnTo>
                  <a:lnTo>
                    <a:pt x="1187" y="409"/>
                  </a:lnTo>
                  <a:lnTo>
                    <a:pt x="1185" y="407"/>
                  </a:lnTo>
                  <a:lnTo>
                    <a:pt x="1185" y="407"/>
                  </a:lnTo>
                  <a:close/>
                  <a:moveTo>
                    <a:pt x="1159" y="466"/>
                  </a:moveTo>
                  <a:lnTo>
                    <a:pt x="1150" y="469"/>
                  </a:lnTo>
                  <a:lnTo>
                    <a:pt x="1150" y="466"/>
                  </a:lnTo>
                  <a:lnTo>
                    <a:pt x="1150" y="464"/>
                  </a:lnTo>
                  <a:lnTo>
                    <a:pt x="1147" y="461"/>
                  </a:lnTo>
                  <a:lnTo>
                    <a:pt x="1145" y="461"/>
                  </a:lnTo>
                  <a:lnTo>
                    <a:pt x="1145" y="464"/>
                  </a:lnTo>
                  <a:lnTo>
                    <a:pt x="1143" y="466"/>
                  </a:lnTo>
                  <a:lnTo>
                    <a:pt x="1147" y="471"/>
                  </a:lnTo>
                  <a:lnTo>
                    <a:pt x="1159" y="471"/>
                  </a:lnTo>
                  <a:lnTo>
                    <a:pt x="1164" y="473"/>
                  </a:lnTo>
                  <a:lnTo>
                    <a:pt x="1164" y="473"/>
                  </a:lnTo>
                  <a:lnTo>
                    <a:pt x="1161" y="469"/>
                  </a:lnTo>
                  <a:lnTo>
                    <a:pt x="1159" y="466"/>
                  </a:lnTo>
                  <a:close/>
                  <a:moveTo>
                    <a:pt x="873" y="54"/>
                  </a:moveTo>
                  <a:lnTo>
                    <a:pt x="873" y="52"/>
                  </a:lnTo>
                  <a:lnTo>
                    <a:pt x="870" y="49"/>
                  </a:lnTo>
                  <a:lnTo>
                    <a:pt x="870" y="49"/>
                  </a:lnTo>
                  <a:lnTo>
                    <a:pt x="868" y="49"/>
                  </a:lnTo>
                  <a:lnTo>
                    <a:pt x="868" y="47"/>
                  </a:lnTo>
                  <a:lnTo>
                    <a:pt x="870" y="47"/>
                  </a:lnTo>
                  <a:lnTo>
                    <a:pt x="870" y="45"/>
                  </a:lnTo>
                  <a:lnTo>
                    <a:pt x="868" y="45"/>
                  </a:lnTo>
                  <a:lnTo>
                    <a:pt x="863" y="45"/>
                  </a:lnTo>
                  <a:lnTo>
                    <a:pt x="856" y="49"/>
                  </a:lnTo>
                  <a:lnTo>
                    <a:pt x="854" y="49"/>
                  </a:lnTo>
                  <a:lnTo>
                    <a:pt x="852" y="49"/>
                  </a:lnTo>
                  <a:lnTo>
                    <a:pt x="852" y="49"/>
                  </a:lnTo>
                  <a:lnTo>
                    <a:pt x="849" y="49"/>
                  </a:lnTo>
                  <a:lnTo>
                    <a:pt x="854" y="52"/>
                  </a:lnTo>
                  <a:lnTo>
                    <a:pt x="873" y="54"/>
                  </a:lnTo>
                  <a:close/>
                  <a:moveTo>
                    <a:pt x="1169" y="343"/>
                  </a:moveTo>
                  <a:lnTo>
                    <a:pt x="1169" y="345"/>
                  </a:lnTo>
                  <a:lnTo>
                    <a:pt x="1169" y="345"/>
                  </a:lnTo>
                  <a:lnTo>
                    <a:pt x="1169" y="345"/>
                  </a:lnTo>
                  <a:lnTo>
                    <a:pt x="1171" y="343"/>
                  </a:lnTo>
                  <a:lnTo>
                    <a:pt x="1169" y="343"/>
                  </a:lnTo>
                  <a:close/>
                  <a:moveTo>
                    <a:pt x="1062" y="409"/>
                  </a:moveTo>
                  <a:lnTo>
                    <a:pt x="1057" y="412"/>
                  </a:lnTo>
                  <a:lnTo>
                    <a:pt x="1060" y="414"/>
                  </a:lnTo>
                  <a:lnTo>
                    <a:pt x="1064" y="416"/>
                  </a:lnTo>
                  <a:lnTo>
                    <a:pt x="1064" y="414"/>
                  </a:lnTo>
                  <a:lnTo>
                    <a:pt x="1067" y="414"/>
                  </a:lnTo>
                  <a:lnTo>
                    <a:pt x="1069" y="416"/>
                  </a:lnTo>
                  <a:lnTo>
                    <a:pt x="1069" y="419"/>
                  </a:lnTo>
                  <a:lnTo>
                    <a:pt x="1064" y="419"/>
                  </a:lnTo>
                  <a:lnTo>
                    <a:pt x="1064" y="419"/>
                  </a:lnTo>
                  <a:lnTo>
                    <a:pt x="1067" y="421"/>
                  </a:lnTo>
                  <a:lnTo>
                    <a:pt x="1069" y="421"/>
                  </a:lnTo>
                  <a:lnTo>
                    <a:pt x="1074" y="421"/>
                  </a:lnTo>
                  <a:lnTo>
                    <a:pt x="1076" y="419"/>
                  </a:lnTo>
                  <a:lnTo>
                    <a:pt x="1069" y="412"/>
                  </a:lnTo>
                  <a:lnTo>
                    <a:pt x="1062" y="409"/>
                  </a:lnTo>
                  <a:close/>
                  <a:moveTo>
                    <a:pt x="1119" y="447"/>
                  </a:moveTo>
                  <a:lnTo>
                    <a:pt x="1114" y="442"/>
                  </a:lnTo>
                  <a:lnTo>
                    <a:pt x="1107" y="435"/>
                  </a:lnTo>
                  <a:lnTo>
                    <a:pt x="1098" y="431"/>
                  </a:lnTo>
                  <a:lnTo>
                    <a:pt x="1090" y="433"/>
                  </a:lnTo>
                  <a:lnTo>
                    <a:pt x="1090" y="435"/>
                  </a:lnTo>
                  <a:lnTo>
                    <a:pt x="1093" y="435"/>
                  </a:lnTo>
                  <a:lnTo>
                    <a:pt x="1095" y="438"/>
                  </a:lnTo>
                  <a:lnTo>
                    <a:pt x="1098" y="438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5"/>
                  </a:lnTo>
                  <a:lnTo>
                    <a:pt x="1095" y="433"/>
                  </a:lnTo>
                  <a:lnTo>
                    <a:pt x="1100" y="433"/>
                  </a:lnTo>
                  <a:lnTo>
                    <a:pt x="1105" y="438"/>
                  </a:lnTo>
                  <a:lnTo>
                    <a:pt x="1109" y="442"/>
                  </a:lnTo>
                  <a:lnTo>
                    <a:pt x="1112" y="445"/>
                  </a:lnTo>
                  <a:lnTo>
                    <a:pt x="1109" y="445"/>
                  </a:lnTo>
                  <a:lnTo>
                    <a:pt x="1107" y="442"/>
                  </a:lnTo>
                  <a:lnTo>
                    <a:pt x="1105" y="440"/>
                  </a:lnTo>
                  <a:lnTo>
                    <a:pt x="1100" y="438"/>
                  </a:lnTo>
                  <a:lnTo>
                    <a:pt x="1100" y="440"/>
                  </a:lnTo>
                  <a:lnTo>
                    <a:pt x="1107" y="447"/>
                  </a:lnTo>
                  <a:lnTo>
                    <a:pt x="1112" y="450"/>
                  </a:lnTo>
                  <a:lnTo>
                    <a:pt x="1116" y="452"/>
                  </a:lnTo>
                  <a:lnTo>
                    <a:pt x="1116" y="450"/>
                  </a:lnTo>
                  <a:lnTo>
                    <a:pt x="1116" y="447"/>
                  </a:lnTo>
                  <a:lnTo>
                    <a:pt x="1119" y="447"/>
                  </a:lnTo>
                  <a:lnTo>
                    <a:pt x="1119" y="447"/>
                  </a:lnTo>
                  <a:close/>
                  <a:moveTo>
                    <a:pt x="1131" y="454"/>
                  </a:moveTo>
                  <a:lnTo>
                    <a:pt x="1128" y="454"/>
                  </a:lnTo>
                  <a:lnTo>
                    <a:pt x="1128" y="452"/>
                  </a:lnTo>
                  <a:lnTo>
                    <a:pt x="1124" y="452"/>
                  </a:lnTo>
                  <a:lnTo>
                    <a:pt x="1121" y="452"/>
                  </a:lnTo>
                  <a:lnTo>
                    <a:pt x="1119" y="452"/>
                  </a:lnTo>
                  <a:lnTo>
                    <a:pt x="1121" y="454"/>
                  </a:lnTo>
                  <a:lnTo>
                    <a:pt x="1131" y="459"/>
                  </a:lnTo>
                  <a:lnTo>
                    <a:pt x="1135" y="461"/>
                  </a:lnTo>
                  <a:lnTo>
                    <a:pt x="1135" y="461"/>
                  </a:lnTo>
                  <a:lnTo>
                    <a:pt x="1138" y="461"/>
                  </a:lnTo>
                  <a:lnTo>
                    <a:pt x="1138" y="461"/>
                  </a:lnTo>
                  <a:lnTo>
                    <a:pt x="1140" y="459"/>
                  </a:lnTo>
                  <a:lnTo>
                    <a:pt x="1140" y="454"/>
                  </a:lnTo>
                  <a:lnTo>
                    <a:pt x="1135" y="454"/>
                  </a:lnTo>
                  <a:lnTo>
                    <a:pt x="1131" y="454"/>
                  </a:lnTo>
                  <a:close/>
                  <a:moveTo>
                    <a:pt x="1232" y="473"/>
                  </a:moveTo>
                  <a:lnTo>
                    <a:pt x="1232" y="471"/>
                  </a:lnTo>
                  <a:lnTo>
                    <a:pt x="1232" y="471"/>
                  </a:lnTo>
                  <a:lnTo>
                    <a:pt x="1230" y="471"/>
                  </a:lnTo>
                  <a:lnTo>
                    <a:pt x="1230" y="469"/>
                  </a:lnTo>
                  <a:lnTo>
                    <a:pt x="1228" y="469"/>
                  </a:lnTo>
                  <a:lnTo>
                    <a:pt x="1230" y="469"/>
                  </a:lnTo>
                  <a:lnTo>
                    <a:pt x="1230" y="471"/>
                  </a:lnTo>
                  <a:lnTo>
                    <a:pt x="1232" y="473"/>
                  </a:lnTo>
                  <a:close/>
                  <a:moveTo>
                    <a:pt x="1348" y="497"/>
                  </a:moveTo>
                  <a:lnTo>
                    <a:pt x="1346" y="499"/>
                  </a:lnTo>
                  <a:lnTo>
                    <a:pt x="1346" y="499"/>
                  </a:lnTo>
                  <a:lnTo>
                    <a:pt x="1348" y="499"/>
                  </a:lnTo>
                  <a:lnTo>
                    <a:pt x="1348" y="502"/>
                  </a:lnTo>
                  <a:lnTo>
                    <a:pt x="1348" y="502"/>
                  </a:lnTo>
                  <a:lnTo>
                    <a:pt x="1351" y="499"/>
                  </a:lnTo>
                  <a:lnTo>
                    <a:pt x="1351" y="499"/>
                  </a:lnTo>
                  <a:lnTo>
                    <a:pt x="1348" y="497"/>
                  </a:lnTo>
                  <a:close/>
                  <a:moveTo>
                    <a:pt x="2063" y="497"/>
                  </a:moveTo>
                  <a:lnTo>
                    <a:pt x="2063" y="495"/>
                  </a:lnTo>
                  <a:lnTo>
                    <a:pt x="2060" y="492"/>
                  </a:lnTo>
                  <a:lnTo>
                    <a:pt x="2058" y="487"/>
                  </a:lnTo>
                  <a:lnTo>
                    <a:pt x="2051" y="485"/>
                  </a:lnTo>
                  <a:lnTo>
                    <a:pt x="2046" y="483"/>
                  </a:lnTo>
                  <a:lnTo>
                    <a:pt x="2046" y="480"/>
                  </a:lnTo>
                  <a:lnTo>
                    <a:pt x="2044" y="480"/>
                  </a:lnTo>
                  <a:lnTo>
                    <a:pt x="2039" y="480"/>
                  </a:lnTo>
                  <a:lnTo>
                    <a:pt x="2034" y="483"/>
                  </a:lnTo>
                  <a:lnTo>
                    <a:pt x="2032" y="485"/>
                  </a:lnTo>
                  <a:lnTo>
                    <a:pt x="2030" y="487"/>
                  </a:lnTo>
                  <a:lnTo>
                    <a:pt x="2025" y="487"/>
                  </a:lnTo>
                  <a:lnTo>
                    <a:pt x="2020" y="487"/>
                  </a:lnTo>
                  <a:lnTo>
                    <a:pt x="2018" y="487"/>
                  </a:lnTo>
                  <a:lnTo>
                    <a:pt x="2015" y="490"/>
                  </a:lnTo>
                  <a:lnTo>
                    <a:pt x="2013" y="490"/>
                  </a:lnTo>
                  <a:lnTo>
                    <a:pt x="2013" y="487"/>
                  </a:lnTo>
                  <a:lnTo>
                    <a:pt x="2008" y="483"/>
                  </a:lnTo>
                  <a:lnTo>
                    <a:pt x="2001" y="480"/>
                  </a:lnTo>
                  <a:lnTo>
                    <a:pt x="1997" y="480"/>
                  </a:lnTo>
                  <a:lnTo>
                    <a:pt x="1994" y="480"/>
                  </a:lnTo>
                  <a:lnTo>
                    <a:pt x="1994" y="478"/>
                  </a:lnTo>
                  <a:lnTo>
                    <a:pt x="1982" y="471"/>
                  </a:lnTo>
                  <a:lnTo>
                    <a:pt x="1982" y="469"/>
                  </a:lnTo>
                  <a:lnTo>
                    <a:pt x="1980" y="469"/>
                  </a:lnTo>
                  <a:lnTo>
                    <a:pt x="1973" y="461"/>
                  </a:lnTo>
                  <a:lnTo>
                    <a:pt x="1971" y="457"/>
                  </a:lnTo>
                  <a:lnTo>
                    <a:pt x="1971" y="454"/>
                  </a:lnTo>
                  <a:lnTo>
                    <a:pt x="1961" y="450"/>
                  </a:lnTo>
                  <a:lnTo>
                    <a:pt x="1956" y="447"/>
                  </a:lnTo>
                  <a:lnTo>
                    <a:pt x="1956" y="445"/>
                  </a:lnTo>
                  <a:lnTo>
                    <a:pt x="1949" y="445"/>
                  </a:lnTo>
                  <a:lnTo>
                    <a:pt x="1947" y="442"/>
                  </a:lnTo>
                  <a:lnTo>
                    <a:pt x="1945" y="442"/>
                  </a:lnTo>
                  <a:lnTo>
                    <a:pt x="1945" y="442"/>
                  </a:lnTo>
                  <a:lnTo>
                    <a:pt x="1945" y="442"/>
                  </a:lnTo>
                  <a:lnTo>
                    <a:pt x="1942" y="440"/>
                  </a:lnTo>
                  <a:lnTo>
                    <a:pt x="1940" y="435"/>
                  </a:lnTo>
                  <a:lnTo>
                    <a:pt x="1940" y="435"/>
                  </a:lnTo>
                  <a:lnTo>
                    <a:pt x="1942" y="433"/>
                  </a:lnTo>
                  <a:lnTo>
                    <a:pt x="1940" y="431"/>
                  </a:lnTo>
                  <a:lnTo>
                    <a:pt x="1935" y="431"/>
                  </a:lnTo>
                  <a:lnTo>
                    <a:pt x="1921" y="431"/>
                  </a:lnTo>
                  <a:lnTo>
                    <a:pt x="1916" y="428"/>
                  </a:lnTo>
                  <a:lnTo>
                    <a:pt x="1914" y="426"/>
                  </a:lnTo>
                  <a:lnTo>
                    <a:pt x="1909" y="424"/>
                  </a:lnTo>
                  <a:lnTo>
                    <a:pt x="1907" y="426"/>
                  </a:lnTo>
                  <a:lnTo>
                    <a:pt x="1902" y="426"/>
                  </a:lnTo>
                  <a:lnTo>
                    <a:pt x="1902" y="424"/>
                  </a:lnTo>
                  <a:lnTo>
                    <a:pt x="1900" y="424"/>
                  </a:lnTo>
                  <a:lnTo>
                    <a:pt x="1900" y="421"/>
                  </a:lnTo>
                  <a:lnTo>
                    <a:pt x="1897" y="421"/>
                  </a:lnTo>
                  <a:lnTo>
                    <a:pt x="1895" y="421"/>
                  </a:lnTo>
                  <a:lnTo>
                    <a:pt x="1890" y="421"/>
                  </a:lnTo>
                  <a:lnTo>
                    <a:pt x="1876" y="424"/>
                  </a:lnTo>
                  <a:lnTo>
                    <a:pt x="1878" y="426"/>
                  </a:lnTo>
                  <a:lnTo>
                    <a:pt x="1878" y="428"/>
                  </a:lnTo>
                  <a:lnTo>
                    <a:pt x="1876" y="428"/>
                  </a:lnTo>
                  <a:lnTo>
                    <a:pt x="1874" y="426"/>
                  </a:lnTo>
                  <a:lnTo>
                    <a:pt x="1874" y="426"/>
                  </a:lnTo>
                  <a:lnTo>
                    <a:pt x="1874" y="426"/>
                  </a:lnTo>
                  <a:lnTo>
                    <a:pt x="1871" y="428"/>
                  </a:lnTo>
                  <a:lnTo>
                    <a:pt x="1871" y="431"/>
                  </a:lnTo>
                  <a:lnTo>
                    <a:pt x="1869" y="426"/>
                  </a:lnTo>
                  <a:lnTo>
                    <a:pt x="1866" y="426"/>
                  </a:lnTo>
                  <a:lnTo>
                    <a:pt x="1864" y="426"/>
                  </a:lnTo>
                  <a:lnTo>
                    <a:pt x="1862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9" y="426"/>
                  </a:lnTo>
                  <a:lnTo>
                    <a:pt x="1855" y="426"/>
                  </a:lnTo>
                  <a:lnTo>
                    <a:pt x="1855" y="424"/>
                  </a:lnTo>
                  <a:lnTo>
                    <a:pt x="1857" y="424"/>
                  </a:lnTo>
                  <a:lnTo>
                    <a:pt x="1857" y="421"/>
                  </a:lnTo>
                  <a:lnTo>
                    <a:pt x="1855" y="421"/>
                  </a:lnTo>
                  <a:lnTo>
                    <a:pt x="1845" y="421"/>
                  </a:lnTo>
                  <a:lnTo>
                    <a:pt x="1843" y="421"/>
                  </a:lnTo>
                  <a:lnTo>
                    <a:pt x="1843" y="421"/>
                  </a:lnTo>
                  <a:lnTo>
                    <a:pt x="1840" y="421"/>
                  </a:lnTo>
                  <a:lnTo>
                    <a:pt x="1836" y="421"/>
                  </a:lnTo>
                  <a:lnTo>
                    <a:pt x="1831" y="424"/>
                  </a:lnTo>
                  <a:lnTo>
                    <a:pt x="1829" y="426"/>
                  </a:lnTo>
                  <a:lnTo>
                    <a:pt x="1833" y="426"/>
                  </a:lnTo>
                  <a:lnTo>
                    <a:pt x="1840" y="428"/>
                  </a:lnTo>
                  <a:lnTo>
                    <a:pt x="1843" y="431"/>
                  </a:lnTo>
                  <a:lnTo>
                    <a:pt x="1833" y="433"/>
                  </a:lnTo>
                  <a:lnTo>
                    <a:pt x="1829" y="433"/>
                  </a:lnTo>
                  <a:lnTo>
                    <a:pt x="1826" y="428"/>
                  </a:lnTo>
                  <a:lnTo>
                    <a:pt x="1824" y="431"/>
                  </a:lnTo>
                  <a:lnTo>
                    <a:pt x="1824" y="431"/>
                  </a:lnTo>
                  <a:lnTo>
                    <a:pt x="1824" y="433"/>
                  </a:lnTo>
                  <a:lnTo>
                    <a:pt x="1821" y="428"/>
                  </a:lnTo>
                  <a:lnTo>
                    <a:pt x="1821" y="426"/>
                  </a:lnTo>
                  <a:lnTo>
                    <a:pt x="1824" y="426"/>
                  </a:lnTo>
                  <a:lnTo>
                    <a:pt x="1824" y="424"/>
                  </a:lnTo>
                  <a:lnTo>
                    <a:pt x="1819" y="421"/>
                  </a:lnTo>
                  <a:lnTo>
                    <a:pt x="1817" y="421"/>
                  </a:lnTo>
                  <a:lnTo>
                    <a:pt x="1812" y="421"/>
                  </a:lnTo>
                  <a:lnTo>
                    <a:pt x="1807" y="421"/>
                  </a:lnTo>
                  <a:lnTo>
                    <a:pt x="1803" y="424"/>
                  </a:lnTo>
                  <a:lnTo>
                    <a:pt x="1800" y="426"/>
                  </a:lnTo>
                  <a:lnTo>
                    <a:pt x="1803" y="426"/>
                  </a:lnTo>
                  <a:lnTo>
                    <a:pt x="1805" y="426"/>
                  </a:lnTo>
                  <a:lnTo>
                    <a:pt x="1807" y="426"/>
                  </a:lnTo>
                  <a:lnTo>
                    <a:pt x="1807" y="431"/>
                  </a:lnTo>
                  <a:lnTo>
                    <a:pt x="1805" y="431"/>
                  </a:lnTo>
                  <a:lnTo>
                    <a:pt x="1803" y="428"/>
                  </a:lnTo>
                  <a:lnTo>
                    <a:pt x="1803" y="428"/>
                  </a:lnTo>
                  <a:lnTo>
                    <a:pt x="1800" y="428"/>
                  </a:lnTo>
                  <a:lnTo>
                    <a:pt x="1800" y="428"/>
                  </a:lnTo>
                  <a:lnTo>
                    <a:pt x="1798" y="431"/>
                  </a:lnTo>
                  <a:lnTo>
                    <a:pt x="1786" y="431"/>
                  </a:lnTo>
                  <a:lnTo>
                    <a:pt x="1788" y="435"/>
                  </a:lnTo>
                  <a:lnTo>
                    <a:pt x="1784" y="433"/>
                  </a:lnTo>
                  <a:lnTo>
                    <a:pt x="1781" y="433"/>
                  </a:lnTo>
                  <a:lnTo>
                    <a:pt x="1781" y="431"/>
                  </a:lnTo>
                  <a:lnTo>
                    <a:pt x="1781" y="428"/>
                  </a:lnTo>
                  <a:lnTo>
                    <a:pt x="1779" y="428"/>
                  </a:lnTo>
                  <a:lnTo>
                    <a:pt x="1774" y="428"/>
                  </a:lnTo>
                  <a:lnTo>
                    <a:pt x="1777" y="426"/>
                  </a:lnTo>
                  <a:lnTo>
                    <a:pt x="1774" y="421"/>
                  </a:lnTo>
                  <a:lnTo>
                    <a:pt x="1774" y="419"/>
                  </a:lnTo>
                  <a:lnTo>
                    <a:pt x="1769" y="416"/>
                  </a:lnTo>
                  <a:lnTo>
                    <a:pt x="1769" y="421"/>
                  </a:lnTo>
                  <a:lnTo>
                    <a:pt x="1760" y="428"/>
                  </a:lnTo>
                  <a:lnTo>
                    <a:pt x="1758" y="433"/>
                  </a:lnTo>
                  <a:lnTo>
                    <a:pt x="1758" y="435"/>
                  </a:lnTo>
                  <a:lnTo>
                    <a:pt x="1755" y="435"/>
                  </a:lnTo>
                  <a:lnTo>
                    <a:pt x="1746" y="433"/>
                  </a:lnTo>
                  <a:lnTo>
                    <a:pt x="1743" y="428"/>
                  </a:lnTo>
                  <a:lnTo>
                    <a:pt x="1743" y="426"/>
                  </a:lnTo>
                  <a:lnTo>
                    <a:pt x="1743" y="424"/>
                  </a:lnTo>
                  <a:lnTo>
                    <a:pt x="1743" y="421"/>
                  </a:lnTo>
                  <a:lnTo>
                    <a:pt x="1743" y="419"/>
                  </a:lnTo>
                  <a:lnTo>
                    <a:pt x="1743" y="419"/>
                  </a:lnTo>
                  <a:lnTo>
                    <a:pt x="1743" y="414"/>
                  </a:lnTo>
                  <a:lnTo>
                    <a:pt x="1743" y="409"/>
                  </a:lnTo>
                  <a:lnTo>
                    <a:pt x="1743" y="407"/>
                  </a:lnTo>
                  <a:lnTo>
                    <a:pt x="1755" y="409"/>
                  </a:lnTo>
                  <a:lnTo>
                    <a:pt x="1760" y="407"/>
                  </a:lnTo>
                  <a:lnTo>
                    <a:pt x="1769" y="405"/>
                  </a:lnTo>
                  <a:lnTo>
                    <a:pt x="1769" y="405"/>
                  </a:lnTo>
                  <a:lnTo>
                    <a:pt x="1772" y="405"/>
                  </a:lnTo>
                  <a:lnTo>
                    <a:pt x="1772" y="407"/>
                  </a:lnTo>
                  <a:lnTo>
                    <a:pt x="1772" y="407"/>
                  </a:lnTo>
                  <a:lnTo>
                    <a:pt x="1774" y="409"/>
                  </a:lnTo>
                  <a:lnTo>
                    <a:pt x="1774" y="409"/>
                  </a:lnTo>
                  <a:lnTo>
                    <a:pt x="1777" y="409"/>
                  </a:lnTo>
                  <a:lnTo>
                    <a:pt x="1781" y="412"/>
                  </a:lnTo>
                  <a:lnTo>
                    <a:pt x="1784" y="412"/>
                  </a:lnTo>
                  <a:lnTo>
                    <a:pt x="1784" y="407"/>
                  </a:lnTo>
                  <a:lnTo>
                    <a:pt x="1781" y="407"/>
                  </a:lnTo>
                  <a:lnTo>
                    <a:pt x="1781" y="407"/>
                  </a:lnTo>
                  <a:lnTo>
                    <a:pt x="1779" y="405"/>
                  </a:lnTo>
                  <a:lnTo>
                    <a:pt x="1779" y="402"/>
                  </a:lnTo>
                  <a:lnTo>
                    <a:pt x="1777" y="400"/>
                  </a:lnTo>
                  <a:lnTo>
                    <a:pt x="1769" y="397"/>
                  </a:lnTo>
                  <a:lnTo>
                    <a:pt x="1765" y="397"/>
                  </a:lnTo>
                  <a:lnTo>
                    <a:pt x="1760" y="397"/>
                  </a:lnTo>
                  <a:lnTo>
                    <a:pt x="1755" y="400"/>
                  </a:lnTo>
                  <a:lnTo>
                    <a:pt x="1753" y="402"/>
                  </a:lnTo>
                  <a:lnTo>
                    <a:pt x="1753" y="402"/>
                  </a:lnTo>
                  <a:lnTo>
                    <a:pt x="1751" y="400"/>
                  </a:lnTo>
                  <a:lnTo>
                    <a:pt x="1748" y="397"/>
                  </a:lnTo>
                  <a:lnTo>
                    <a:pt x="1746" y="395"/>
                  </a:lnTo>
                  <a:lnTo>
                    <a:pt x="1753" y="393"/>
                  </a:lnTo>
                  <a:lnTo>
                    <a:pt x="1751" y="393"/>
                  </a:lnTo>
                  <a:lnTo>
                    <a:pt x="1751" y="390"/>
                  </a:lnTo>
                  <a:lnTo>
                    <a:pt x="1751" y="390"/>
                  </a:lnTo>
                  <a:lnTo>
                    <a:pt x="1748" y="390"/>
                  </a:lnTo>
                  <a:lnTo>
                    <a:pt x="1748" y="390"/>
                  </a:lnTo>
                  <a:lnTo>
                    <a:pt x="1751" y="390"/>
                  </a:lnTo>
                  <a:lnTo>
                    <a:pt x="1751" y="390"/>
                  </a:lnTo>
                  <a:lnTo>
                    <a:pt x="1753" y="390"/>
                  </a:lnTo>
                  <a:lnTo>
                    <a:pt x="1755" y="388"/>
                  </a:lnTo>
                  <a:lnTo>
                    <a:pt x="1758" y="390"/>
                  </a:lnTo>
                  <a:lnTo>
                    <a:pt x="1758" y="393"/>
                  </a:lnTo>
                  <a:lnTo>
                    <a:pt x="1758" y="395"/>
                  </a:lnTo>
                  <a:lnTo>
                    <a:pt x="1762" y="395"/>
                  </a:lnTo>
                  <a:lnTo>
                    <a:pt x="1765" y="393"/>
                  </a:lnTo>
                  <a:lnTo>
                    <a:pt x="1767" y="390"/>
                  </a:lnTo>
                  <a:lnTo>
                    <a:pt x="1769" y="388"/>
                  </a:lnTo>
                  <a:lnTo>
                    <a:pt x="1769" y="386"/>
                  </a:lnTo>
                  <a:lnTo>
                    <a:pt x="1769" y="383"/>
                  </a:lnTo>
                  <a:lnTo>
                    <a:pt x="1769" y="383"/>
                  </a:lnTo>
                  <a:lnTo>
                    <a:pt x="1769" y="381"/>
                  </a:lnTo>
                  <a:lnTo>
                    <a:pt x="1772" y="379"/>
                  </a:lnTo>
                  <a:lnTo>
                    <a:pt x="1772" y="379"/>
                  </a:lnTo>
                  <a:lnTo>
                    <a:pt x="1777" y="369"/>
                  </a:lnTo>
                  <a:lnTo>
                    <a:pt x="1767" y="360"/>
                  </a:lnTo>
                  <a:lnTo>
                    <a:pt x="1762" y="357"/>
                  </a:lnTo>
                  <a:lnTo>
                    <a:pt x="1755" y="360"/>
                  </a:lnTo>
                  <a:lnTo>
                    <a:pt x="1753" y="353"/>
                  </a:lnTo>
                  <a:lnTo>
                    <a:pt x="1751" y="350"/>
                  </a:lnTo>
                  <a:lnTo>
                    <a:pt x="1743" y="350"/>
                  </a:lnTo>
                  <a:lnTo>
                    <a:pt x="1739" y="350"/>
                  </a:lnTo>
                  <a:lnTo>
                    <a:pt x="1734" y="353"/>
                  </a:lnTo>
                  <a:lnTo>
                    <a:pt x="1734" y="353"/>
                  </a:lnTo>
                  <a:lnTo>
                    <a:pt x="1732" y="350"/>
                  </a:lnTo>
                  <a:lnTo>
                    <a:pt x="1732" y="350"/>
                  </a:lnTo>
                  <a:lnTo>
                    <a:pt x="1729" y="350"/>
                  </a:lnTo>
                  <a:lnTo>
                    <a:pt x="1727" y="348"/>
                  </a:lnTo>
                  <a:lnTo>
                    <a:pt x="1717" y="357"/>
                  </a:lnTo>
                  <a:lnTo>
                    <a:pt x="1720" y="360"/>
                  </a:lnTo>
                  <a:lnTo>
                    <a:pt x="1720" y="360"/>
                  </a:lnTo>
                  <a:lnTo>
                    <a:pt x="1717" y="360"/>
                  </a:lnTo>
                  <a:lnTo>
                    <a:pt x="1715" y="355"/>
                  </a:lnTo>
                  <a:lnTo>
                    <a:pt x="1713" y="355"/>
                  </a:lnTo>
                  <a:lnTo>
                    <a:pt x="1710" y="355"/>
                  </a:lnTo>
                  <a:lnTo>
                    <a:pt x="1708" y="355"/>
                  </a:lnTo>
                  <a:lnTo>
                    <a:pt x="1708" y="355"/>
                  </a:lnTo>
                  <a:lnTo>
                    <a:pt x="1703" y="360"/>
                  </a:lnTo>
                  <a:lnTo>
                    <a:pt x="1703" y="360"/>
                  </a:lnTo>
                  <a:lnTo>
                    <a:pt x="1701" y="360"/>
                  </a:lnTo>
                  <a:lnTo>
                    <a:pt x="1696" y="360"/>
                  </a:lnTo>
                  <a:lnTo>
                    <a:pt x="1694" y="360"/>
                  </a:lnTo>
                  <a:lnTo>
                    <a:pt x="1694" y="364"/>
                  </a:lnTo>
                  <a:lnTo>
                    <a:pt x="1694" y="367"/>
                  </a:lnTo>
                  <a:lnTo>
                    <a:pt x="1691" y="364"/>
                  </a:lnTo>
                  <a:lnTo>
                    <a:pt x="1691" y="362"/>
                  </a:lnTo>
                  <a:lnTo>
                    <a:pt x="1689" y="362"/>
                  </a:lnTo>
                  <a:lnTo>
                    <a:pt x="1689" y="364"/>
                  </a:lnTo>
                  <a:lnTo>
                    <a:pt x="1689" y="364"/>
                  </a:lnTo>
                  <a:lnTo>
                    <a:pt x="1689" y="364"/>
                  </a:lnTo>
                  <a:lnTo>
                    <a:pt x="1689" y="362"/>
                  </a:lnTo>
                  <a:lnTo>
                    <a:pt x="1687" y="362"/>
                  </a:lnTo>
                  <a:lnTo>
                    <a:pt x="1687" y="360"/>
                  </a:lnTo>
                  <a:lnTo>
                    <a:pt x="1684" y="360"/>
                  </a:lnTo>
                  <a:lnTo>
                    <a:pt x="1682" y="357"/>
                  </a:lnTo>
                  <a:lnTo>
                    <a:pt x="1680" y="360"/>
                  </a:lnTo>
                  <a:lnTo>
                    <a:pt x="1675" y="362"/>
                  </a:lnTo>
                  <a:lnTo>
                    <a:pt x="1675" y="364"/>
                  </a:lnTo>
                  <a:lnTo>
                    <a:pt x="1672" y="364"/>
                  </a:lnTo>
                  <a:lnTo>
                    <a:pt x="1670" y="362"/>
                  </a:lnTo>
                  <a:lnTo>
                    <a:pt x="1670" y="360"/>
                  </a:lnTo>
                  <a:lnTo>
                    <a:pt x="1670" y="355"/>
                  </a:lnTo>
                  <a:lnTo>
                    <a:pt x="1668" y="353"/>
                  </a:lnTo>
                  <a:lnTo>
                    <a:pt x="1668" y="348"/>
                  </a:lnTo>
                  <a:lnTo>
                    <a:pt x="1661" y="345"/>
                  </a:lnTo>
                  <a:lnTo>
                    <a:pt x="1639" y="341"/>
                  </a:lnTo>
                  <a:lnTo>
                    <a:pt x="1637" y="338"/>
                  </a:lnTo>
                  <a:lnTo>
                    <a:pt x="1632" y="334"/>
                  </a:lnTo>
                  <a:lnTo>
                    <a:pt x="1625" y="334"/>
                  </a:lnTo>
                  <a:lnTo>
                    <a:pt x="1623" y="331"/>
                  </a:lnTo>
                  <a:lnTo>
                    <a:pt x="1618" y="329"/>
                  </a:lnTo>
                  <a:lnTo>
                    <a:pt x="1597" y="331"/>
                  </a:lnTo>
                  <a:lnTo>
                    <a:pt x="1592" y="334"/>
                  </a:lnTo>
                  <a:lnTo>
                    <a:pt x="1592" y="336"/>
                  </a:lnTo>
                  <a:lnTo>
                    <a:pt x="1592" y="338"/>
                  </a:lnTo>
                  <a:lnTo>
                    <a:pt x="1594" y="341"/>
                  </a:lnTo>
                  <a:lnTo>
                    <a:pt x="1597" y="341"/>
                  </a:lnTo>
                  <a:lnTo>
                    <a:pt x="1604" y="343"/>
                  </a:lnTo>
                  <a:lnTo>
                    <a:pt x="1606" y="343"/>
                  </a:lnTo>
                  <a:lnTo>
                    <a:pt x="1604" y="343"/>
                  </a:lnTo>
                  <a:lnTo>
                    <a:pt x="1599" y="348"/>
                  </a:lnTo>
                  <a:lnTo>
                    <a:pt x="1599" y="348"/>
                  </a:lnTo>
                  <a:lnTo>
                    <a:pt x="1597" y="348"/>
                  </a:lnTo>
                  <a:lnTo>
                    <a:pt x="1597" y="348"/>
                  </a:lnTo>
                  <a:lnTo>
                    <a:pt x="1597" y="348"/>
                  </a:lnTo>
                  <a:lnTo>
                    <a:pt x="1594" y="350"/>
                  </a:lnTo>
                  <a:lnTo>
                    <a:pt x="1594" y="350"/>
                  </a:lnTo>
                  <a:lnTo>
                    <a:pt x="1592" y="353"/>
                  </a:lnTo>
                  <a:lnTo>
                    <a:pt x="1592" y="353"/>
                  </a:lnTo>
                  <a:lnTo>
                    <a:pt x="1590" y="353"/>
                  </a:lnTo>
                  <a:lnTo>
                    <a:pt x="1587" y="348"/>
                  </a:lnTo>
                  <a:lnTo>
                    <a:pt x="1587" y="348"/>
                  </a:lnTo>
                  <a:lnTo>
                    <a:pt x="1585" y="348"/>
                  </a:lnTo>
                  <a:lnTo>
                    <a:pt x="1583" y="350"/>
                  </a:lnTo>
                  <a:lnTo>
                    <a:pt x="1580" y="350"/>
                  </a:lnTo>
                  <a:lnTo>
                    <a:pt x="1578" y="348"/>
                  </a:lnTo>
                  <a:lnTo>
                    <a:pt x="1580" y="345"/>
                  </a:lnTo>
                  <a:lnTo>
                    <a:pt x="1580" y="345"/>
                  </a:lnTo>
                  <a:lnTo>
                    <a:pt x="1578" y="345"/>
                  </a:lnTo>
                  <a:lnTo>
                    <a:pt x="1578" y="345"/>
                  </a:lnTo>
                  <a:lnTo>
                    <a:pt x="1587" y="343"/>
                  </a:lnTo>
                  <a:lnTo>
                    <a:pt x="1590" y="341"/>
                  </a:lnTo>
                  <a:lnTo>
                    <a:pt x="1590" y="331"/>
                  </a:lnTo>
                  <a:lnTo>
                    <a:pt x="1587" y="331"/>
                  </a:lnTo>
                  <a:lnTo>
                    <a:pt x="1587" y="336"/>
                  </a:lnTo>
                  <a:lnTo>
                    <a:pt x="1587" y="336"/>
                  </a:lnTo>
                  <a:lnTo>
                    <a:pt x="1585" y="334"/>
                  </a:lnTo>
                  <a:lnTo>
                    <a:pt x="1580" y="331"/>
                  </a:lnTo>
                  <a:lnTo>
                    <a:pt x="1575" y="331"/>
                  </a:lnTo>
                  <a:lnTo>
                    <a:pt x="1571" y="331"/>
                  </a:lnTo>
                  <a:lnTo>
                    <a:pt x="1568" y="334"/>
                  </a:lnTo>
                  <a:lnTo>
                    <a:pt x="1568" y="334"/>
                  </a:lnTo>
                  <a:lnTo>
                    <a:pt x="1571" y="336"/>
                  </a:lnTo>
                  <a:lnTo>
                    <a:pt x="1571" y="338"/>
                  </a:lnTo>
                  <a:lnTo>
                    <a:pt x="1573" y="338"/>
                  </a:lnTo>
                  <a:lnTo>
                    <a:pt x="1575" y="341"/>
                  </a:lnTo>
                  <a:lnTo>
                    <a:pt x="1578" y="341"/>
                  </a:lnTo>
                  <a:lnTo>
                    <a:pt x="1573" y="341"/>
                  </a:lnTo>
                  <a:lnTo>
                    <a:pt x="1568" y="341"/>
                  </a:lnTo>
                  <a:lnTo>
                    <a:pt x="1566" y="341"/>
                  </a:lnTo>
                  <a:lnTo>
                    <a:pt x="1564" y="338"/>
                  </a:lnTo>
                  <a:lnTo>
                    <a:pt x="1559" y="338"/>
                  </a:lnTo>
                  <a:lnTo>
                    <a:pt x="1557" y="336"/>
                  </a:lnTo>
                  <a:lnTo>
                    <a:pt x="1554" y="336"/>
                  </a:lnTo>
                  <a:lnTo>
                    <a:pt x="1554" y="334"/>
                  </a:lnTo>
                  <a:lnTo>
                    <a:pt x="1554" y="331"/>
                  </a:lnTo>
                  <a:lnTo>
                    <a:pt x="1554" y="331"/>
                  </a:lnTo>
                  <a:lnTo>
                    <a:pt x="1557" y="331"/>
                  </a:lnTo>
                  <a:lnTo>
                    <a:pt x="1557" y="336"/>
                  </a:lnTo>
                  <a:lnTo>
                    <a:pt x="1566" y="329"/>
                  </a:lnTo>
                  <a:lnTo>
                    <a:pt x="1571" y="329"/>
                  </a:lnTo>
                  <a:lnTo>
                    <a:pt x="1571" y="326"/>
                  </a:lnTo>
                  <a:lnTo>
                    <a:pt x="1568" y="324"/>
                  </a:lnTo>
                  <a:lnTo>
                    <a:pt x="1566" y="322"/>
                  </a:lnTo>
                  <a:lnTo>
                    <a:pt x="1564" y="322"/>
                  </a:lnTo>
                  <a:lnTo>
                    <a:pt x="1561" y="322"/>
                  </a:lnTo>
                  <a:lnTo>
                    <a:pt x="1557" y="319"/>
                  </a:lnTo>
                  <a:lnTo>
                    <a:pt x="1554" y="317"/>
                  </a:lnTo>
                  <a:lnTo>
                    <a:pt x="1552" y="317"/>
                  </a:lnTo>
                  <a:lnTo>
                    <a:pt x="1552" y="319"/>
                  </a:lnTo>
                  <a:lnTo>
                    <a:pt x="1549" y="319"/>
                  </a:lnTo>
                  <a:lnTo>
                    <a:pt x="1538" y="317"/>
                  </a:lnTo>
                  <a:lnTo>
                    <a:pt x="1538" y="319"/>
                  </a:lnTo>
                  <a:lnTo>
                    <a:pt x="1538" y="322"/>
                  </a:lnTo>
                  <a:lnTo>
                    <a:pt x="1535" y="324"/>
                  </a:lnTo>
                  <a:lnTo>
                    <a:pt x="1535" y="324"/>
                  </a:lnTo>
                  <a:lnTo>
                    <a:pt x="1535" y="326"/>
                  </a:lnTo>
                  <a:lnTo>
                    <a:pt x="1535" y="329"/>
                  </a:lnTo>
                  <a:lnTo>
                    <a:pt x="1535" y="331"/>
                  </a:lnTo>
                  <a:lnTo>
                    <a:pt x="1533" y="334"/>
                  </a:lnTo>
                  <a:lnTo>
                    <a:pt x="1533" y="329"/>
                  </a:lnTo>
                  <a:lnTo>
                    <a:pt x="1523" y="334"/>
                  </a:lnTo>
                  <a:lnTo>
                    <a:pt x="1521" y="329"/>
                  </a:lnTo>
                  <a:lnTo>
                    <a:pt x="1521" y="326"/>
                  </a:lnTo>
                  <a:lnTo>
                    <a:pt x="1523" y="324"/>
                  </a:lnTo>
                  <a:lnTo>
                    <a:pt x="1526" y="324"/>
                  </a:lnTo>
                  <a:lnTo>
                    <a:pt x="1533" y="322"/>
                  </a:lnTo>
                  <a:lnTo>
                    <a:pt x="1535" y="322"/>
                  </a:lnTo>
                  <a:lnTo>
                    <a:pt x="1535" y="319"/>
                  </a:lnTo>
                  <a:lnTo>
                    <a:pt x="1538" y="315"/>
                  </a:lnTo>
                  <a:lnTo>
                    <a:pt x="1533" y="315"/>
                  </a:lnTo>
                  <a:lnTo>
                    <a:pt x="1533" y="312"/>
                  </a:lnTo>
                  <a:lnTo>
                    <a:pt x="1530" y="310"/>
                  </a:lnTo>
                  <a:lnTo>
                    <a:pt x="1521" y="310"/>
                  </a:lnTo>
                  <a:lnTo>
                    <a:pt x="1514" y="308"/>
                  </a:lnTo>
                  <a:lnTo>
                    <a:pt x="1509" y="305"/>
                  </a:lnTo>
                  <a:lnTo>
                    <a:pt x="1507" y="303"/>
                  </a:lnTo>
                  <a:lnTo>
                    <a:pt x="1486" y="279"/>
                  </a:lnTo>
                  <a:lnTo>
                    <a:pt x="1481" y="277"/>
                  </a:lnTo>
                  <a:lnTo>
                    <a:pt x="1478" y="279"/>
                  </a:lnTo>
                  <a:lnTo>
                    <a:pt x="1476" y="281"/>
                  </a:lnTo>
                  <a:lnTo>
                    <a:pt x="1471" y="291"/>
                  </a:lnTo>
                  <a:lnTo>
                    <a:pt x="1471" y="300"/>
                  </a:lnTo>
                  <a:lnTo>
                    <a:pt x="1469" y="305"/>
                  </a:lnTo>
                  <a:lnTo>
                    <a:pt x="1467" y="305"/>
                  </a:lnTo>
                  <a:lnTo>
                    <a:pt x="1467" y="305"/>
                  </a:lnTo>
                  <a:lnTo>
                    <a:pt x="1467" y="305"/>
                  </a:lnTo>
                  <a:lnTo>
                    <a:pt x="1462" y="310"/>
                  </a:lnTo>
                  <a:lnTo>
                    <a:pt x="1460" y="310"/>
                  </a:lnTo>
                  <a:lnTo>
                    <a:pt x="1462" y="305"/>
                  </a:lnTo>
                  <a:lnTo>
                    <a:pt x="1457" y="305"/>
                  </a:lnTo>
                  <a:lnTo>
                    <a:pt x="1455" y="308"/>
                  </a:lnTo>
                  <a:lnTo>
                    <a:pt x="1452" y="308"/>
                  </a:lnTo>
                  <a:lnTo>
                    <a:pt x="1450" y="305"/>
                  </a:lnTo>
                  <a:lnTo>
                    <a:pt x="1448" y="303"/>
                  </a:lnTo>
                  <a:lnTo>
                    <a:pt x="1448" y="298"/>
                  </a:lnTo>
                  <a:lnTo>
                    <a:pt x="1448" y="298"/>
                  </a:lnTo>
                  <a:lnTo>
                    <a:pt x="1450" y="296"/>
                  </a:lnTo>
                  <a:lnTo>
                    <a:pt x="1452" y="291"/>
                  </a:lnTo>
                  <a:lnTo>
                    <a:pt x="1450" y="289"/>
                  </a:lnTo>
                  <a:lnTo>
                    <a:pt x="1448" y="286"/>
                  </a:lnTo>
                  <a:lnTo>
                    <a:pt x="1441" y="289"/>
                  </a:lnTo>
                  <a:lnTo>
                    <a:pt x="1441" y="289"/>
                  </a:lnTo>
                  <a:lnTo>
                    <a:pt x="1438" y="286"/>
                  </a:lnTo>
                  <a:lnTo>
                    <a:pt x="1436" y="286"/>
                  </a:lnTo>
                  <a:lnTo>
                    <a:pt x="1434" y="284"/>
                  </a:lnTo>
                  <a:lnTo>
                    <a:pt x="1431" y="284"/>
                  </a:lnTo>
                  <a:lnTo>
                    <a:pt x="1429" y="284"/>
                  </a:lnTo>
                  <a:lnTo>
                    <a:pt x="1429" y="281"/>
                  </a:lnTo>
                  <a:lnTo>
                    <a:pt x="1431" y="279"/>
                  </a:lnTo>
                  <a:lnTo>
                    <a:pt x="1436" y="279"/>
                  </a:lnTo>
                  <a:lnTo>
                    <a:pt x="1436" y="279"/>
                  </a:lnTo>
                  <a:lnTo>
                    <a:pt x="1438" y="281"/>
                  </a:lnTo>
                  <a:lnTo>
                    <a:pt x="1441" y="281"/>
                  </a:lnTo>
                  <a:lnTo>
                    <a:pt x="1441" y="281"/>
                  </a:lnTo>
                  <a:lnTo>
                    <a:pt x="1443" y="281"/>
                  </a:lnTo>
                  <a:lnTo>
                    <a:pt x="1443" y="281"/>
                  </a:lnTo>
                  <a:lnTo>
                    <a:pt x="1443" y="281"/>
                  </a:lnTo>
                  <a:lnTo>
                    <a:pt x="1443" y="279"/>
                  </a:lnTo>
                  <a:lnTo>
                    <a:pt x="1443" y="279"/>
                  </a:lnTo>
                  <a:lnTo>
                    <a:pt x="1443" y="279"/>
                  </a:lnTo>
                  <a:lnTo>
                    <a:pt x="1448" y="279"/>
                  </a:lnTo>
                  <a:lnTo>
                    <a:pt x="1450" y="279"/>
                  </a:lnTo>
                  <a:lnTo>
                    <a:pt x="1464" y="284"/>
                  </a:lnTo>
                  <a:lnTo>
                    <a:pt x="1464" y="284"/>
                  </a:lnTo>
                  <a:lnTo>
                    <a:pt x="1467" y="289"/>
                  </a:lnTo>
                  <a:lnTo>
                    <a:pt x="1469" y="289"/>
                  </a:lnTo>
                  <a:lnTo>
                    <a:pt x="1471" y="286"/>
                  </a:lnTo>
                  <a:lnTo>
                    <a:pt x="1474" y="281"/>
                  </a:lnTo>
                  <a:lnTo>
                    <a:pt x="1474" y="277"/>
                  </a:lnTo>
                  <a:lnTo>
                    <a:pt x="1474" y="274"/>
                  </a:lnTo>
                  <a:lnTo>
                    <a:pt x="1471" y="272"/>
                  </a:lnTo>
                  <a:lnTo>
                    <a:pt x="1471" y="270"/>
                  </a:lnTo>
                  <a:lnTo>
                    <a:pt x="1471" y="267"/>
                  </a:lnTo>
                  <a:lnTo>
                    <a:pt x="1469" y="267"/>
                  </a:lnTo>
                  <a:lnTo>
                    <a:pt x="1464" y="267"/>
                  </a:lnTo>
                  <a:lnTo>
                    <a:pt x="1462" y="267"/>
                  </a:lnTo>
                  <a:lnTo>
                    <a:pt x="1460" y="267"/>
                  </a:lnTo>
                  <a:lnTo>
                    <a:pt x="1448" y="260"/>
                  </a:lnTo>
                  <a:lnTo>
                    <a:pt x="1445" y="258"/>
                  </a:lnTo>
                  <a:lnTo>
                    <a:pt x="1438" y="253"/>
                  </a:lnTo>
                  <a:lnTo>
                    <a:pt x="1436" y="251"/>
                  </a:lnTo>
                  <a:lnTo>
                    <a:pt x="1434" y="251"/>
                  </a:lnTo>
                  <a:lnTo>
                    <a:pt x="1424" y="248"/>
                  </a:lnTo>
                  <a:lnTo>
                    <a:pt x="1419" y="246"/>
                  </a:lnTo>
                  <a:lnTo>
                    <a:pt x="1398" y="234"/>
                  </a:lnTo>
                  <a:lnTo>
                    <a:pt x="1398" y="232"/>
                  </a:lnTo>
                  <a:lnTo>
                    <a:pt x="1396" y="227"/>
                  </a:lnTo>
                  <a:lnTo>
                    <a:pt x="1396" y="227"/>
                  </a:lnTo>
                  <a:lnTo>
                    <a:pt x="1389" y="220"/>
                  </a:lnTo>
                  <a:lnTo>
                    <a:pt x="1384" y="220"/>
                  </a:lnTo>
                  <a:lnTo>
                    <a:pt x="1381" y="225"/>
                  </a:lnTo>
                  <a:lnTo>
                    <a:pt x="1379" y="227"/>
                  </a:lnTo>
                  <a:lnTo>
                    <a:pt x="1377" y="232"/>
                  </a:lnTo>
                  <a:lnTo>
                    <a:pt x="1379" y="229"/>
                  </a:lnTo>
                  <a:lnTo>
                    <a:pt x="1381" y="229"/>
                  </a:lnTo>
                  <a:lnTo>
                    <a:pt x="1384" y="232"/>
                  </a:lnTo>
                  <a:lnTo>
                    <a:pt x="1391" y="239"/>
                  </a:lnTo>
                  <a:lnTo>
                    <a:pt x="1396" y="244"/>
                  </a:lnTo>
                  <a:lnTo>
                    <a:pt x="1400" y="246"/>
                  </a:lnTo>
                  <a:lnTo>
                    <a:pt x="1403" y="244"/>
                  </a:lnTo>
                  <a:lnTo>
                    <a:pt x="1405" y="246"/>
                  </a:lnTo>
                  <a:lnTo>
                    <a:pt x="1407" y="244"/>
                  </a:lnTo>
                  <a:lnTo>
                    <a:pt x="1410" y="244"/>
                  </a:lnTo>
                  <a:lnTo>
                    <a:pt x="1412" y="248"/>
                  </a:lnTo>
                  <a:lnTo>
                    <a:pt x="1412" y="248"/>
                  </a:lnTo>
                  <a:lnTo>
                    <a:pt x="1412" y="251"/>
                  </a:lnTo>
                  <a:lnTo>
                    <a:pt x="1417" y="251"/>
                  </a:lnTo>
                  <a:lnTo>
                    <a:pt x="1417" y="251"/>
                  </a:lnTo>
                  <a:lnTo>
                    <a:pt x="1419" y="253"/>
                  </a:lnTo>
                  <a:lnTo>
                    <a:pt x="1419" y="258"/>
                  </a:lnTo>
                  <a:lnTo>
                    <a:pt x="1422" y="263"/>
                  </a:lnTo>
                  <a:lnTo>
                    <a:pt x="1424" y="265"/>
                  </a:lnTo>
                  <a:lnTo>
                    <a:pt x="1431" y="267"/>
                  </a:lnTo>
                  <a:lnTo>
                    <a:pt x="1431" y="270"/>
                  </a:lnTo>
                  <a:lnTo>
                    <a:pt x="1434" y="272"/>
                  </a:lnTo>
                  <a:lnTo>
                    <a:pt x="1434" y="272"/>
                  </a:lnTo>
                  <a:lnTo>
                    <a:pt x="1434" y="274"/>
                  </a:lnTo>
                  <a:lnTo>
                    <a:pt x="1434" y="274"/>
                  </a:lnTo>
                  <a:lnTo>
                    <a:pt x="1431" y="277"/>
                  </a:lnTo>
                  <a:lnTo>
                    <a:pt x="1431" y="277"/>
                  </a:lnTo>
                  <a:lnTo>
                    <a:pt x="1429" y="277"/>
                  </a:lnTo>
                  <a:lnTo>
                    <a:pt x="1424" y="274"/>
                  </a:lnTo>
                  <a:lnTo>
                    <a:pt x="1419" y="274"/>
                  </a:lnTo>
                  <a:lnTo>
                    <a:pt x="1417" y="274"/>
                  </a:lnTo>
                  <a:lnTo>
                    <a:pt x="1415" y="272"/>
                  </a:lnTo>
                  <a:lnTo>
                    <a:pt x="1415" y="267"/>
                  </a:lnTo>
                  <a:lnTo>
                    <a:pt x="1410" y="263"/>
                  </a:lnTo>
                  <a:lnTo>
                    <a:pt x="1410" y="258"/>
                  </a:lnTo>
                  <a:lnTo>
                    <a:pt x="1410" y="255"/>
                  </a:lnTo>
                  <a:lnTo>
                    <a:pt x="1412" y="255"/>
                  </a:lnTo>
                  <a:lnTo>
                    <a:pt x="1412" y="255"/>
                  </a:lnTo>
                  <a:lnTo>
                    <a:pt x="1417" y="255"/>
                  </a:lnTo>
                  <a:lnTo>
                    <a:pt x="1412" y="251"/>
                  </a:lnTo>
                  <a:lnTo>
                    <a:pt x="1410" y="251"/>
                  </a:lnTo>
                  <a:lnTo>
                    <a:pt x="1407" y="248"/>
                  </a:lnTo>
                  <a:lnTo>
                    <a:pt x="1407" y="251"/>
                  </a:lnTo>
                  <a:lnTo>
                    <a:pt x="1407" y="251"/>
                  </a:lnTo>
                  <a:lnTo>
                    <a:pt x="1407" y="253"/>
                  </a:lnTo>
                  <a:lnTo>
                    <a:pt x="1405" y="253"/>
                  </a:lnTo>
                  <a:lnTo>
                    <a:pt x="1405" y="253"/>
                  </a:lnTo>
                  <a:lnTo>
                    <a:pt x="1403" y="251"/>
                  </a:lnTo>
                  <a:lnTo>
                    <a:pt x="1403" y="251"/>
                  </a:lnTo>
                  <a:lnTo>
                    <a:pt x="1398" y="251"/>
                  </a:lnTo>
                  <a:lnTo>
                    <a:pt x="1396" y="253"/>
                  </a:lnTo>
                  <a:lnTo>
                    <a:pt x="1396" y="255"/>
                  </a:lnTo>
                  <a:lnTo>
                    <a:pt x="1389" y="251"/>
                  </a:lnTo>
                  <a:lnTo>
                    <a:pt x="1384" y="251"/>
                  </a:lnTo>
                  <a:lnTo>
                    <a:pt x="1381" y="251"/>
                  </a:lnTo>
                  <a:lnTo>
                    <a:pt x="1370" y="253"/>
                  </a:lnTo>
                  <a:lnTo>
                    <a:pt x="1367" y="251"/>
                  </a:lnTo>
                  <a:lnTo>
                    <a:pt x="1367" y="251"/>
                  </a:lnTo>
                  <a:lnTo>
                    <a:pt x="1365" y="251"/>
                  </a:lnTo>
                  <a:lnTo>
                    <a:pt x="1363" y="251"/>
                  </a:lnTo>
                  <a:lnTo>
                    <a:pt x="1360" y="251"/>
                  </a:lnTo>
                  <a:lnTo>
                    <a:pt x="1355" y="251"/>
                  </a:lnTo>
                  <a:lnTo>
                    <a:pt x="1353" y="248"/>
                  </a:lnTo>
                  <a:lnTo>
                    <a:pt x="1351" y="248"/>
                  </a:lnTo>
                  <a:lnTo>
                    <a:pt x="1351" y="246"/>
                  </a:lnTo>
                  <a:lnTo>
                    <a:pt x="1351" y="244"/>
                  </a:lnTo>
                  <a:lnTo>
                    <a:pt x="1348" y="239"/>
                  </a:lnTo>
                  <a:lnTo>
                    <a:pt x="1346" y="237"/>
                  </a:lnTo>
                  <a:lnTo>
                    <a:pt x="1346" y="237"/>
                  </a:lnTo>
                  <a:lnTo>
                    <a:pt x="1341" y="237"/>
                  </a:lnTo>
                  <a:lnTo>
                    <a:pt x="1339" y="234"/>
                  </a:lnTo>
                  <a:lnTo>
                    <a:pt x="1337" y="234"/>
                  </a:lnTo>
                  <a:lnTo>
                    <a:pt x="1334" y="232"/>
                  </a:lnTo>
                  <a:lnTo>
                    <a:pt x="1334" y="229"/>
                  </a:lnTo>
                  <a:lnTo>
                    <a:pt x="1332" y="227"/>
                  </a:lnTo>
                  <a:lnTo>
                    <a:pt x="1332" y="222"/>
                  </a:lnTo>
                  <a:lnTo>
                    <a:pt x="1332" y="222"/>
                  </a:lnTo>
                  <a:lnTo>
                    <a:pt x="1339" y="220"/>
                  </a:lnTo>
                  <a:lnTo>
                    <a:pt x="1341" y="218"/>
                  </a:lnTo>
                  <a:lnTo>
                    <a:pt x="1337" y="218"/>
                  </a:lnTo>
                  <a:lnTo>
                    <a:pt x="1332" y="218"/>
                  </a:lnTo>
                  <a:lnTo>
                    <a:pt x="1329" y="218"/>
                  </a:lnTo>
                  <a:lnTo>
                    <a:pt x="1329" y="220"/>
                  </a:lnTo>
                  <a:lnTo>
                    <a:pt x="1329" y="237"/>
                  </a:lnTo>
                  <a:lnTo>
                    <a:pt x="1329" y="239"/>
                  </a:lnTo>
                  <a:lnTo>
                    <a:pt x="1327" y="239"/>
                  </a:lnTo>
                  <a:lnTo>
                    <a:pt x="1325" y="237"/>
                  </a:lnTo>
                  <a:lnTo>
                    <a:pt x="1322" y="232"/>
                  </a:lnTo>
                  <a:lnTo>
                    <a:pt x="1320" y="229"/>
                  </a:lnTo>
                  <a:lnTo>
                    <a:pt x="1310" y="222"/>
                  </a:lnTo>
                  <a:lnTo>
                    <a:pt x="1308" y="220"/>
                  </a:lnTo>
                  <a:lnTo>
                    <a:pt x="1306" y="220"/>
                  </a:lnTo>
                  <a:lnTo>
                    <a:pt x="1306" y="218"/>
                  </a:lnTo>
                  <a:lnTo>
                    <a:pt x="1301" y="213"/>
                  </a:lnTo>
                  <a:lnTo>
                    <a:pt x="1299" y="208"/>
                  </a:lnTo>
                  <a:lnTo>
                    <a:pt x="1299" y="208"/>
                  </a:lnTo>
                  <a:lnTo>
                    <a:pt x="1294" y="203"/>
                  </a:lnTo>
                  <a:lnTo>
                    <a:pt x="1292" y="199"/>
                  </a:lnTo>
                  <a:lnTo>
                    <a:pt x="1289" y="199"/>
                  </a:lnTo>
                  <a:lnTo>
                    <a:pt x="1287" y="199"/>
                  </a:lnTo>
                  <a:lnTo>
                    <a:pt x="1284" y="199"/>
                  </a:lnTo>
                  <a:lnTo>
                    <a:pt x="1282" y="199"/>
                  </a:lnTo>
                  <a:lnTo>
                    <a:pt x="1280" y="196"/>
                  </a:lnTo>
                  <a:lnTo>
                    <a:pt x="1277" y="196"/>
                  </a:lnTo>
                  <a:lnTo>
                    <a:pt x="1277" y="194"/>
                  </a:lnTo>
                  <a:lnTo>
                    <a:pt x="1280" y="194"/>
                  </a:lnTo>
                  <a:lnTo>
                    <a:pt x="1275" y="194"/>
                  </a:lnTo>
                  <a:lnTo>
                    <a:pt x="1273" y="194"/>
                  </a:lnTo>
                  <a:lnTo>
                    <a:pt x="1270" y="194"/>
                  </a:lnTo>
                  <a:lnTo>
                    <a:pt x="1270" y="192"/>
                  </a:lnTo>
                  <a:lnTo>
                    <a:pt x="1270" y="189"/>
                  </a:lnTo>
                  <a:lnTo>
                    <a:pt x="1268" y="187"/>
                  </a:lnTo>
                  <a:lnTo>
                    <a:pt x="1258" y="189"/>
                  </a:lnTo>
                  <a:lnTo>
                    <a:pt x="1256" y="187"/>
                  </a:lnTo>
                  <a:lnTo>
                    <a:pt x="1249" y="184"/>
                  </a:lnTo>
                  <a:lnTo>
                    <a:pt x="1249" y="184"/>
                  </a:lnTo>
                  <a:lnTo>
                    <a:pt x="1247" y="187"/>
                  </a:lnTo>
                  <a:lnTo>
                    <a:pt x="1244" y="187"/>
                  </a:lnTo>
                  <a:lnTo>
                    <a:pt x="1242" y="184"/>
                  </a:lnTo>
                  <a:lnTo>
                    <a:pt x="1242" y="184"/>
                  </a:lnTo>
                  <a:lnTo>
                    <a:pt x="1237" y="182"/>
                  </a:lnTo>
                  <a:lnTo>
                    <a:pt x="1235" y="182"/>
                  </a:lnTo>
                  <a:lnTo>
                    <a:pt x="1235" y="180"/>
                  </a:lnTo>
                  <a:lnTo>
                    <a:pt x="1232" y="177"/>
                  </a:lnTo>
                  <a:lnTo>
                    <a:pt x="1230" y="175"/>
                  </a:lnTo>
                  <a:lnTo>
                    <a:pt x="1230" y="175"/>
                  </a:lnTo>
                  <a:lnTo>
                    <a:pt x="1228" y="175"/>
                  </a:lnTo>
                  <a:lnTo>
                    <a:pt x="1228" y="175"/>
                  </a:lnTo>
                  <a:lnTo>
                    <a:pt x="1228" y="173"/>
                  </a:lnTo>
                  <a:lnTo>
                    <a:pt x="1228" y="170"/>
                  </a:lnTo>
                  <a:lnTo>
                    <a:pt x="1225" y="170"/>
                  </a:lnTo>
                  <a:lnTo>
                    <a:pt x="1213" y="170"/>
                  </a:lnTo>
                  <a:lnTo>
                    <a:pt x="1209" y="170"/>
                  </a:lnTo>
                  <a:lnTo>
                    <a:pt x="1204" y="168"/>
                  </a:lnTo>
                  <a:lnTo>
                    <a:pt x="1202" y="165"/>
                  </a:lnTo>
                  <a:lnTo>
                    <a:pt x="1197" y="163"/>
                  </a:lnTo>
                  <a:lnTo>
                    <a:pt x="1195" y="161"/>
                  </a:lnTo>
                  <a:lnTo>
                    <a:pt x="1192" y="158"/>
                  </a:lnTo>
                  <a:lnTo>
                    <a:pt x="1171" y="154"/>
                  </a:lnTo>
                  <a:lnTo>
                    <a:pt x="1164" y="147"/>
                  </a:lnTo>
                  <a:lnTo>
                    <a:pt x="1159" y="147"/>
                  </a:lnTo>
                  <a:lnTo>
                    <a:pt x="1159" y="149"/>
                  </a:lnTo>
                  <a:lnTo>
                    <a:pt x="1161" y="149"/>
                  </a:lnTo>
                  <a:lnTo>
                    <a:pt x="1161" y="151"/>
                  </a:lnTo>
                  <a:lnTo>
                    <a:pt x="1164" y="154"/>
                  </a:lnTo>
                  <a:lnTo>
                    <a:pt x="1161" y="161"/>
                  </a:lnTo>
                  <a:lnTo>
                    <a:pt x="1161" y="163"/>
                  </a:lnTo>
                  <a:lnTo>
                    <a:pt x="1159" y="161"/>
                  </a:lnTo>
                  <a:lnTo>
                    <a:pt x="1157" y="161"/>
                  </a:lnTo>
                  <a:lnTo>
                    <a:pt x="1157" y="161"/>
                  </a:lnTo>
                  <a:lnTo>
                    <a:pt x="1152" y="149"/>
                  </a:lnTo>
                  <a:lnTo>
                    <a:pt x="1152" y="149"/>
                  </a:lnTo>
                  <a:lnTo>
                    <a:pt x="1143" y="149"/>
                  </a:lnTo>
                  <a:lnTo>
                    <a:pt x="1114" y="149"/>
                  </a:lnTo>
                  <a:lnTo>
                    <a:pt x="1109" y="149"/>
                  </a:lnTo>
                  <a:lnTo>
                    <a:pt x="1105" y="149"/>
                  </a:lnTo>
                  <a:lnTo>
                    <a:pt x="1098" y="154"/>
                  </a:lnTo>
                  <a:lnTo>
                    <a:pt x="1095" y="154"/>
                  </a:lnTo>
                  <a:lnTo>
                    <a:pt x="1093" y="154"/>
                  </a:lnTo>
                  <a:lnTo>
                    <a:pt x="1090" y="151"/>
                  </a:lnTo>
                  <a:lnTo>
                    <a:pt x="1088" y="151"/>
                  </a:lnTo>
                  <a:lnTo>
                    <a:pt x="1086" y="151"/>
                  </a:lnTo>
                  <a:lnTo>
                    <a:pt x="1086" y="154"/>
                  </a:lnTo>
                  <a:lnTo>
                    <a:pt x="1083" y="154"/>
                  </a:lnTo>
                  <a:lnTo>
                    <a:pt x="1083" y="156"/>
                  </a:lnTo>
                  <a:lnTo>
                    <a:pt x="1079" y="156"/>
                  </a:lnTo>
                  <a:lnTo>
                    <a:pt x="1069" y="154"/>
                  </a:lnTo>
                  <a:lnTo>
                    <a:pt x="1067" y="156"/>
                  </a:lnTo>
                  <a:lnTo>
                    <a:pt x="1067" y="158"/>
                  </a:lnTo>
                  <a:lnTo>
                    <a:pt x="1062" y="156"/>
                  </a:lnTo>
                  <a:lnTo>
                    <a:pt x="1060" y="154"/>
                  </a:lnTo>
                  <a:lnTo>
                    <a:pt x="1057" y="151"/>
                  </a:lnTo>
                  <a:lnTo>
                    <a:pt x="1053" y="154"/>
                  </a:lnTo>
                  <a:lnTo>
                    <a:pt x="1046" y="151"/>
                  </a:lnTo>
                  <a:lnTo>
                    <a:pt x="1029" y="139"/>
                  </a:lnTo>
                  <a:lnTo>
                    <a:pt x="1029" y="137"/>
                  </a:lnTo>
                  <a:lnTo>
                    <a:pt x="1022" y="130"/>
                  </a:lnTo>
                  <a:lnTo>
                    <a:pt x="1022" y="130"/>
                  </a:lnTo>
                  <a:lnTo>
                    <a:pt x="1015" y="130"/>
                  </a:lnTo>
                  <a:lnTo>
                    <a:pt x="1012" y="130"/>
                  </a:lnTo>
                  <a:lnTo>
                    <a:pt x="1012" y="128"/>
                  </a:lnTo>
                  <a:lnTo>
                    <a:pt x="1005" y="123"/>
                  </a:lnTo>
                  <a:lnTo>
                    <a:pt x="1005" y="121"/>
                  </a:lnTo>
                  <a:lnTo>
                    <a:pt x="1001" y="116"/>
                  </a:lnTo>
                  <a:lnTo>
                    <a:pt x="998" y="111"/>
                  </a:lnTo>
                  <a:lnTo>
                    <a:pt x="996" y="109"/>
                  </a:lnTo>
                  <a:lnTo>
                    <a:pt x="993" y="109"/>
                  </a:lnTo>
                  <a:lnTo>
                    <a:pt x="991" y="106"/>
                  </a:lnTo>
                  <a:lnTo>
                    <a:pt x="989" y="106"/>
                  </a:lnTo>
                  <a:lnTo>
                    <a:pt x="984" y="87"/>
                  </a:lnTo>
                  <a:lnTo>
                    <a:pt x="982" y="85"/>
                  </a:lnTo>
                  <a:lnTo>
                    <a:pt x="977" y="87"/>
                  </a:lnTo>
                  <a:lnTo>
                    <a:pt x="977" y="87"/>
                  </a:lnTo>
                  <a:lnTo>
                    <a:pt x="977" y="87"/>
                  </a:lnTo>
                  <a:lnTo>
                    <a:pt x="975" y="90"/>
                  </a:lnTo>
                  <a:lnTo>
                    <a:pt x="975" y="90"/>
                  </a:lnTo>
                  <a:lnTo>
                    <a:pt x="972" y="90"/>
                  </a:lnTo>
                  <a:lnTo>
                    <a:pt x="972" y="87"/>
                  </a:lnTo>
                  <a:lnTo>
                    <a:pt x="972" y="87"/>
                  </a:lnTo>
                  <a:lnTo>
                    <a:pt x="960" y="80"/>
                  </a:lnTo>
                  <a:lnTo>
                    <a:pt x="956" y="80"/>
                  </a:lnTo>
                  <a:lnTo>
                    <a:pt x="949" y="80"/>
                  </a:lnTo>
                  <a:lnTo>
                    <a:pt x="946" y="78"/>
                  </a:lnTo>
                  <a:lnTo>
                    <a:pt x="946" y="78"/>
                  </a:lnTo>
                  <a:lnTo>
                    <a:pt x="944" y="78"/>
                  </a:lnTo>
                  <a:lnTo>
                    <a:pt x="941" y="73"/>
                  </a:lnTo>
                  <a:lnTo>
                    <a:pt x="944" y="66"/>
                  </a:lnTo>
                  <a:lnTo>
                    <a:pt x="946" y="64"/>
                  </a:lnTo>
                  <a:lnTo>
                    <a:pt x="951" y="66"/>
                  </a:lnTo>
                  <a:lnTo>
                    <a:pt x="953" y="64"/>
                  </a:lnTo>
                  <a:lnTo>
                    <a:pt x="956" y="61"/>
                  </a:lnTo>
                  <a:lnTo>
                    <a:pt x="956" y="61"/>
                  </a:lnTo>
                  <a:lnTo>
                    <a:pt x="953" y="61"/>
                  </a:lnTo>
                  <a:lnTo>
                    <a:pt x="941" y="64"/>
                  </a:lnTo>
                  <a:lnTo>
                    <a:pt x="937" y="71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2" y="71"/>
                  </a:lnTo>
                  <a:lnTo>
                    <a:pt x="932" y="68"/>
                  </a:lnTo>
                  <a:lnTo>
                    <a:pt x="930" y="68"/>
                  </a:lnTo>
                  <a:lnTo>
                    <a:pt x="927" y="68"/>
                  </a:lnTo>
                  <a:lnTo>
                    <a:pt x="925" y="68"/>
                  </a:lnTo>
                  <a:lnTo>
                    <a:pt x="918" y="66"/>
                  </a:lnTo>
                  <a:lnTo>
                    <a:pt x="918" y="64"/>
                  </a:lnTo>
                  <a:lnTo>
                    <a:pt x="913" y="57"/>
                  </a:lnTo>
                  <a:lnTo>
                    <a:pt x="913" y="54"/>
                  </a:lnTo>
                  <a:lnTo>
                    <a:pt x="911" y="54"/>
                  </a:lnTo>
                  <a:lnTo>
                    <a:pt x="908" y="52"/>
                  </a:lnTo>
                  <a:lnTo>
                    <a:pt x="906" y="52"/>
                  </a:lnTo>
                  <a:lnTo>
                    <a:pt x="906" y="57"/>
                  </a:lnTo>
                  <a:lnTo>
                    <a:pt x="904" y="57"/>
                  </a:lnTo>
                  <a:lnTo>
                    <a:pt x="899" y="57"/>
                  </a:lnTo>
                  <a:lnTo>
                    <a:pt x="887" y="52"/>
                  </a:lnTo>
                  <a:lnTo>
                    <a:pt x="885" y="52"/>
                  </a:lnTo>
                  <a:lnTo>
                    <a:pt x="887" y="57"/>
                  </a:lnTo>
                  <a:lnTo>
                    <a:pt x="875" y="61"/>
                  </a:lnTo>
                  <a:lnTo>
                    <a:pt x="870" y="64"/>
                  </a:lnTo>
                  <a:lnTo>
                    <a:pt x="863" y="64"/>
                  </a:lnTo>
                  <a:lnTo>
                    <a:pt x="861" y="64"/>
                  </a:lnTo>
                  <a:lnTo>
                    <a:pt x="859" y="64"/>
                  </a:lnTo>
                  <a:lnTo>
                    <a:pt x="854" y="61"/>
                  </a:lnTo>
                  <a:lnTo>
                    <a:pt x="852" y="59"/>
                  </a:lnTo>
                  <a:lnTo>
                    <a:pt x="849" y="59"/>
                  </a:lnTo>
                  <a:lnTo>
                    <a:pt x="840" y="59"/>
                  </a:lnTo>
                  <a:lnTo>
                    <a:pt x="835" y="59"/>
                  </a:lnTo>
                  <a:lnTo>
                    <a:pt x="833" y="57"/>
                  </a:lnTo>
                  <a:lnTo>
                    <a:pt x="830" y="54"/>
                  </a:lnTo>
                  <a:lnTo>
                    <a:pt x="828" y="52"/>
                  </a:lnTo>
                  <a:lnTo>
                    <a:pt x="826" y="52"/>
                  </a:lnTo>
                  <a:lnTo>
                    <a:pt x="818" y="52"/>
                  </a:lnTo>
                  <a:lnTo>
                    <a:pt x="816" y="52"/>
                  </a:lnTo>
                  <a:lnTo>
                    <a:pt x="811" y="49"/>
                  </a:lnTo>
                  <a:lnTo>
                    <a:pt x="804" y="35"/>
                  </a:lnTo>
                  <a:lnTo>
                    <a:pt x="797" y="33"/>
                  </a:lnTo>
                  <a:lnTo>
                    <a:pt x="802" y="23"/>
                  </a:lnTo>
                  <a:lnTo>
                    <a:pt x="804" y="21"/>
                  </a:lnTo>
                  <a:lnTo>
                    <a:pt x="804" y="19"/>
                  </a:lnTo>
                  <a:lnTo>
                    <a:pt x="802" y="19"/>
                  </a:lnTo>
                  <a:lnTo>
                    <a:pt x="799" y="19"/>
                  </a:lnTo>
                  <a:lnTo>
                    <a:pt x="797" y="19"/>
                  </a:lnTo>
                  <a:lnTo>
                    <a:pt x="795" y="21"/>
                  </a:lnTo>
                  <a:lnTo>
                    <a:pt x="797" y="23"/>
                  </a:lnTo>
                  <a:lnTo>
                    <a:pt x="797" y="28"/>
                  </a:lnTo>
                  <a:lnTo>
                    <a:pt x="795" y="31"/>
                  </a:lnTo>
                  <a:lnTo>
                    <a:pt x="790" y="33"/>
                  </a:lnTo>
                  <a:lnTo>
                    <a:pt x="785" y="33"/>
                  </a:lnTo>
                  <a:lnTo>
                    <a:pt x="776" y="33"/>
                  </a:lnTo>
                  <a:lnTo>
                    <a:pt x="771" y="33"/>
                  </a:lnTo>
                  <a:lnTo>
                    <a:pt x="743" y="40"/>
                  </a:lnTo>
                  <a:lnTo>
                    <a:pt x="740" y="42"/>
                  </a:lnTo>
                  <a:lnTo>
                    <a:pt x="736" y="42"/>
                  </a:lnTo>
                  <a:lnTo>
                    <a:pt x="731" y="42"/>
                  </a:lnTo>
                  <a:lnTo>
                    <a:pt x="731" y="38"/>
                  </a:lnTo>
                  <a:lnTo>
                    <a:pt x="731" y="35"/>
                  </a:lnTo>
                  <a:lnTo>
                    <a:pt x="729" y="33"/>
                  </a:lnTo>
                  <a:lnTo>
                    <a:pt x="729" y="35"/>
                  </a:lnTo>
                  <a:lnTo>
                    <a:pt x="729" y="35"/>
                  </a:lnTo>
                  <a:lnTo>
                    <a:pt x="719" y="33"/>
                  </a:lnTo>
                  <a:lnTo>
                    <a:pt x="719" y="33"/>
                  </a:lnTo>
                  <a:lnTo>
                    <a:pt x="714" y="35"/>
                  </a:lnTo>
                  <a:lnTo>
                    <a:pt x="712" y="35"/>
                  </a:lnTo>
                  <a:lnTo>
                    <a:pt x="712" y="35"/>
                  </a:lnTo>
                  <a:lnTo>
                    <a:pt x="710" y="42"/>
                  </a:lnTo>
                  <a:lnTo>
                    <a:pt x="710" y="42"/>
                  </a:lnTo>
                  <a:lnTo>
                    <a:pt x="707" y="47"/>
                  </a:lnTo>
                  <a:lnTo>
                    <a:pt x="705" y="49"/>
                  </a:lnTo>
                  <a:lnTo>
                    <a:pt x="705" y="49"/>
                  </a:lnTo>
                  <a:lnTo>
                    <a:pt x="700" y="49"/>
                  </a:lnTo>
                  <a:lnTo>
                    <a:pt x="693" y="47"/>
                  </a:lnTo>
                  <a:lnTo>
                    <a:pt x="681" y="35"/>
                  </a:lnTo>
                  <a:lnTo>
                    <a:pt x="674" y="33"/>
                  </a:lnTo>
                  <a:lnTo>
                    <a:pt x="674" y="33"/>
                  </a:lnTo>
                  <a:lnTo>
                    <a:pt x="676" y="31"/>
                  </a:lnTo>
                  <a:lnTo>
                    <a:pt x="686" y="23"/>
                  </a:lnTo>
                  <a:lnTo>
                    <a:pt x="695" y="21"/>
                  </a:lnTo>
                  <a:lnTo>
                    <a:pt x="700" y="19"/>
                  </a:lnTo>
                  <a:lnTo>
                    <a:pt x="702" y="16"/>
                  </a:lnTo>
                  <a:lnTo>
                    <a:pt x="698" y="14"/>
                  </a:lnTo>
                  <a:lnTo>
                    <a:pt x="695" y="16"/>
                  </a:lnTo>
                  <a:lnTo>
                    <a:pt x="688" y="21"/>
                  </a:lnTo>
                  <a:lnTo>
                    <a:pt x="684" y="23"/>
                  </a:lnTo>
                  <a:lnTo>
                    <a:pt x="676" y="28"/>
                  </a:lnTo>
                  <a:lnTo>
                    <a:pt x="674" y="31"/>
                  </a:lnTo>
                  <a:lnTo>
                    <a:pt x="665" y="31"/>
                  </a:lnTo>
                  <a:lnTo>
                    <a:pt x="660" y="33"/>
                  </a:lnTo>
                  <a:lnTo>
                    <a:pt x="658" y="35"/>
                  </a:lnTo>
                  <a:lnTo>
                    <a:pt x="658" y="35"/>
                  </a:lnTo>
                  <a:lnTo>
                    <a:pt x="641" y="40"/>
                  </a:lnTo>
                  <a:lnTo>
                    <a:pt x="639" y="40"/>
                  </a:lnTo>
                  <a:lnTo>
                    <a:pt x="639" y="40"/>
                  </a:lnTo>
                  <a:lnTo>
                    <a:pt x="636" y="42"/>
                  </a:lnTo>
                  <a:lnTo>
                    <a:pt x="636" y="45"/>
                  </a:lnTo>
                  <a:lnTo>
                    <a:pt x="634" y="49"/>
                  </a:lnTo>
                  <a:lnTo>
                    <a:pt x="634" y="49"/>
                  </a:lnTo>
                  <a:lnTo>
                    <a:pt x="632" y="52"/>
                  </a:lnTo>
                  <a:lnTo>
                    <a:pt x="629" y="52"/>
                  </a:lnTo>
                  <a:lnTo>
                    <a:pt x="627" y="52"/>
                  </a:lnTo>
                  <a:lnTo>
                    <a:pt x="624" y="52"/>
                  </a:lnTo>
                  <a:lnTo>
                    <a:pt x="624" y="49"/>
                  </a:lnTo>
                  <a:lnTo>
                    <a:pt x="627" y="49"/>
                  </a:lnTo>
                  <a:lnTo>
                    <a:pt x="627" y="47"/>
                  </a:lnTo>
                  <a:lnTo>
                    <a:pt x="627" y="45"/>
                  </a:lnTo>
                  <a:lnTo>
                    <a:pt x="629" y="40"/>
                  </a:lnTo>
                  <a:lnTo>
                    <a:pt x="627" y="35"/>
                  </a:lnTo>
                  <a:lnTo>
                    <a:pt x="622" y="33"/>
                  </a:lnTo>
                  <a:lnTo>
                    <a:pt x="620" y="31"/>
                  </a:lnTo>
                  <a:lnTo>
                    <a:pt x="617" y="31"/>
                  </a:lnTo>
                  <a:lnTo>
                    <a:pt x="615" y="31"/>
                  </a:lnTo>
                  <a:lnTo>
                    <a:pt x="613" y="31"/>
                  </a:lnTo>
                  <a:lnTo>
                    <a:pt x="613" y="31"/>
                  </a:lnTo>
                  <a:lnTo>
                    <a:pt x="610" y="28"/>
                  </a:lnTo>
                  <a:lnTo>
                    <a:pt x="608" y="31"/>
                  </a:lnTo>
                  <a:lnTo>
                    <a:pt x="603" y="31"/>
                  </a:lnTo>
                  <a:lnTo>
                    <a:pt x="570" y="33"/>
                  </a:lnTo>
                  <a:lnTo>
                    <a:pt x="565" y="35"/>
                  </a:lnTo>
                  <a:lnTo>
                    <a:pt x="561" y="33"/>
                  </a:lnTo>
                  <a:lnTo>
                    <a:pt x="549" y="33"/>
                  </a:lnTo>
                  <a:lnTo>
                    <a:pt x="544" y="33"/>
                  </a:lnTo>
                  <a:lnTo>
                    <a:pt x="535" y="28"/>
                  </a:lnTo>
                  <a:lnTo>
                    <a:pt x="535" y="26"/>
                  </a:lnTo>
                  <a:lnTo>
                    <a:pt x="532" y="26"/>
                  </a:lnTo>
                  <a:lnTo>
                    <a:pt x="530" y="28"/>
                  </a:lnTo>
                  <a:lnTo>
                    <a:pt x="527" y="28"/>
                  </a:lnTo>
                  <a:lnTo>
                    <a:pt x="523" y="28"/>
                  </a:lnTo>
                  <a:lnTo>
                    <a:pt x="516" y="31"/>
                  </a:lnTo>
                  <a:lnTo>
                    <a:pt x="513" y="33"/>
                  </a:lnTo>
                  <a:lnTo>
                    <a:pt x="499" y="31"/>
                  </a:lnTo>
                  <a:lnTo>
                    <a:pt x="494" y="33"/>
                  </a:lnTo>
                  <a:lnTo>
                    <a:pt x="480" y="35"/>
                  </a:lnTo>
                  <a:lnTo>
                    <a:pt x="473" y="40"/>
                  </a:lnTo>
                  <a:lnTo>
                    <a:pt x="466" y="40"/>
                  </a:lnTo>
                  <a:lnTo>
                    <a:pt x="461" y="42"/>
                  </a:lnTo>
                  <a:lnTo>
                    <a:pt x="456" y="47"/>
                  </a:lnTo>
                  <a:lnTo>
                    <a:pt x="454" y="49"/>
                  </a:lnTo>
                  <a:lnTo>
                    <a:pt x="452" y="49"/>
                  </a:lnTo>
                  <a:lnTo>
                    <a:pt x="449" y="49"/>
                  </a:lnTo>
                  <a:lnTo>
                    <a:pt x="449" y="52"/>
                  </a:lnTo>
                  <a:lnTo>
                    <a:pt x="447" y="54"/>
                  </a:lnTo>
                  <a:lnTo>
                    <a:pt x="447" y="54"/>
                  </a:lnTo>
                  <a:lnTo>
                    <a:pt x="442" y="57"/>
                  </a:lnTo>
                  <a:lnTo>
                    <a:pt x="435" y="61"/>
                  </a:lnTo>
                  <a:lnTo>
                    <a:pt x="430" y="61"/>
                  </a:lnTo>
                  <a:lnTo>
                    <a:pt x="426" y="64"/>
                  </a:lnTo>
                  <a:lnTo>
                    <a:pt x="409" y="66"/>
                  </a:lnTo>
                  <a:lnTo>
                    <a:pt x="393" y="66"/>
                  </a:lnTo>
                  <a:lnTo>
                    <a:pt x="388" y="68"/>
                  </a:lnTo>
                  <a:lnTo>
                    <a:pt x="383" y="68"/>
                  </a:lnTo>
                  <a:lnTo>
                    <a:pt x="376" y="68"/>
                  </a:lnTo>
                  <a:lnTo>
                    <a:pt x="371" y="68"/>
                  </a:lnTo>
                  <a:lnTo>
                    <a:pt x="369" y="73"/>
                  </a:lnTo>
                  <a:lnTo>
                    <a:pt x="367" y="78"/>
                  </a:lnTo>
                  <a:lnTo>
                    <a:pt x="362" y="83"/>
                  </a:lnTo>
                  <a:lnTo>
                    <a:pt x="359" y="83"/>
                  </a:lnTo>
                  <a:lnTo>
                    <a:pt x="359" y="78"/>
                  </a:lnTo>
                  <a:lnTo>
                    <a:pt x="357" y="80"/>
                  </a:lnTo>
                  <a:lnTo>
                    <a:pt x="357" y="80"/>
                  </a:lnTo>
                  <a:lnTo>
                    <a:pt x="355" y="80"/>
                  </a:lnTo>
                  <a:lnTo>
                    <a:pt x="355" y="78"/>
                  </a:lnTo>
                  <a:lnTo>
                    <a:pt x="355" y="76"/>
                  </a:lnTo>
                  <a:lnTo>
                    <a:pt x="357" y="76"/>
                  </a:lnTo>
                  <a:lnTo>
                    <a:pt x="357" y="76"/>
                  </a:lnTo>
                  <a:lnTo>
                    <a:pt x="357" y="73"/>
                  </a:lnTo>
                  <a:lnTo>
                    <a:pt x="355" y="73"/>
                  </a:lnTo>
                  <a:lnTo>
                    <a:pt x="355" y="73"/>
                  </a:lnTo>
                  <a:lnTo>
                    <a:pt x="352" y="76"/>
                  </a:lnTo>
                  <a:lnTo>
                    <a:pt x="352" y="76"/>
                  </a:lnTo>
                  <a:lnTo>
                    <a:pt x="350" y="76"/>
                  </a:lnTo>
                  <a:lnTo>
                    <a:pt x="348" y="73"/>
                  </a:lnTo>
                  <a:lnTo>
                    <a:pt x="345" y="73"/>
                  </a:lnTo>
                  <a:lnTo>
                    <a:pt x="343" y="73"/>
                  </a:lnTo>
                  <a:lnTo>
                    <a:pt x="341" y="76"/>
                  </a:lnTo>
                  <a:lnTo>
                    <a:pt x="341" y="76"/>
                  </a:lnTo>
                  <a:lnTo>
                    <a:pt x="333" y="78"/>
                  </a:lnTo>
                  <a:lnTo>
                    <a:pt x="329" y="80"/>
                  </a:lnTo>
                  <a:lnTo>
                    <a:pt x="326" y="83"/>
                  </a:lnTo>
                  <a:lnTo>
                    <a:pt x="326" y="85"/>
                  </a:lnTo>
                  <a:lnTo>
                    <a:pt x="329" y="87"/>
                  </a:lnTo>
                  <a:lnTo>
                    <a:pt x="329" y="90"/>
                  </a:lnTo>
                  <a:lnTo>
                    <a:pt x="326" y="90"/>
                  </a:lnTo>
                  <a:lnTo>
                    <a:pt x="324" y="92"/>
                  </a:lnTo>
                  <a:lnTo>
                    <a:pt x="322" y="92"/>
                  </a:lnTo>
                  <a:lnTo>
                    <a:pt x="322" y="90"/>
                  </a:lnTo>
                  <a:lnTo>
                    <a:pt x="319" y="85"/>
                  </a:lnTo>
                  <a:lnTo>
                    <a:pt x="322" y="83"/>
                  </a:lnTo>
                  <a:lnTo>
                    <a:pt x="322" y="83"/>
                  </a:lnTo>
                  <a:lnTo>
                    <a:pt x="322" y="80"/>
                  </a:lnTo>
                  <a:lnTo>
                    <a:pt x="319" y="78"/>
                  </a:lnTo>
                  <a:lnTo>
                    <a:pt x="317" y="78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0" y="87"/>
                  </a:lnTo>
                  <a:lnTo>
                    <a:pt x="298" y="87"/>
                  </a:lnTo>
                  <a:lnTo>
                    <a:pt x="296" y="90"/>
                  </a:lnTo>
                  <a:lnTo>
                    <a:pt x="291" y="94"/>
                  </a:lnTo>
                  <a:lnTo>
                    <a:pt x="288" y="97"/>
                  </a:lnTo>
                  <a:lnTo>
                    <a:pt x="288" y="102"/>
                  </a:lnTo>
                  <a:lnTo>
                    <a:pt x="286" y="104"/>
                  </a:lnTo>
                  <a:lnTo>
                    <a:pt x="284" y="104"/>
                  </a:lnTo>
                  <a:lnTo>
                    <a:pt x="281" y="106"/>
                  </a:lnTo>
                  <a:lnTo>
                    <a:pt x="281" y="104"/>
                  </a:lnTo>
                  <a:lnTo>
                    <a:pt x="279" y="102"/>
                  </a:lnTo>
                  <a:lnTo>
                    <a:pt x="277" y="102"/>
                  </a:lnTo>
                  <a:lnTo>
                    <a:pt x="274" y="99"/>
                  </a:lnTo>
                  <a:lnTo>
                    <a:pt x="272" y="102"/>
                  </a:lnTo>
                  <a:lnTo>
                    <a:pt x="270" y="104"/>
                  </a:lnTo>
                  <a:lnTo>
                    <a:pt x="270" y="106"/>
                  </a:lnTo>
                  <a:lnTo>
                    <a:pt x="267" y="109"/>
                  </a:lnTo>
                  <a:lnTo>
                    <a:pt x="262" y="109"/>
                  </a:lnTo>
                  <a:lnTo>
                    <a:pt x="265" y="109"/>
                  </a:lnTo>
                  <a:lnTo>
                    <a:pt x="265" y="106"/>
                  </a:lnTo>
                  <a:lnTo>
                    <a:pt x="265" y="106"/>
                  </a:lnTo>
                  <a:lnTo>
                    <a:pt x="258" y="106"/>
                  </a:lnTo>
                  <a:lnTo>
                    <a:pt x="255" y="106"/>
                  </a:lnTo>
                  <a:lnTo>
                    <a:pt x="253" y="113"/>
                  </a:lnTo>
                  <a:lnTo>
                    <a:pt x="253" y="113"/>
                  </a:lnTo>
                  <a:lnTo>
                    <a:pt x="244" y="116"/>
                  </a:lnTo>
                  <a:lnTo>
                    <a:pt x="239" y="116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6" y="121"/>
                  </a:lnTo>
                  <a:lnTo>
                    <a:pt x="239" y="121"/>
                  </a:lnTo>
                  <a:lnTo>
                    <a:pt x="239" y="118"/>
                  </a:lnTo>
                  <a:lnTo>
                    <a:pt x="239" y="121"/>
                  </a:lnTo>
                  <a:lnTo>
                    <a:pt x="239" y="121"/>
                  </a:lnTo>
                  <a:lnTo>
                    <a:pt x="236" y="123"/>
                  </a:lnTo>
                  <a:lnTo>
                    <a:pt x="234" y="123"/>
                  </a:lnTo>
                  <a:lnTo>
                    <a:pt x="232" y="123"/>
                  </a:lnTo>
                  <a:lnTo>
                    <a:pt x="229" y="123"/>
                  </a:lnTo>
                  <a:lnTo>
                    <a:pt x="227" y="123"/>
                  </a:lnTo>
                  <a:lnTo>
                    <a:pt x="225" y="123"/>
                  </a:lnTo>
                  <a:lnTo>
                    <a:pt x="218" y="125"/>
                  </a:lnTo>
                  <a:lnTo>
                    <a:pt x="206" y="132"/>
                  </a:lnTo>
                  <a:lnTo>
                    <a:pt x="203" y="132"/>
                  </a:lnTo>
                  <a:lnTo>
                    <a:pt x="194" y="135"/>
                  </a:lnTo>
                  <a:lnTo>
                    <a:pt x="191" y="137"/>
                  </a:lnTo>
                  <a:lnTo>
                    <a:pt x="189" y="142"/>
                  </a:lnTo>
                  <a:lnTo>
                    <a:pt x="187" y="139"/>
                  </a:lnTo>
                  <a:lnTo>
                    <a:pt x="177" y="147"/>
                  </a:lnTo>
                  <a:lnTo>
                    <a:pt x="175" y="149"/>
                  </a:lnTo>
                  <a:lnTo>
                    <a:pt x="173" y="149"/>
                  </a:lnTo>
                  <a:lnTo>
                    <a:pt x="170" y="149"/>
                  </a:lnTo>
                  <a:lnTo>
                    <a:pt x="168" y="144"/>
                  </a:lnTo>
                  <a:lnTo>
                    <a:pt x="168" y="142"/>
                  </a:lnTo>
                  <a:lnTo>
                    <a:pt x="163" y="142"/>
                  </a:lnTo>
                  <a:lnTo>
                    <a:pt x="163" y="142"/>
                  </a:lnTo>
                  <a:lnTo>
                    <a:pt x="161" y="144"/>
                  </a:lnTo>
                  <a:lnTo>
                    <a:pt x="158" y="144"/>
                  </a:lnTo>
                  <a:lnTo>
                    <a:pt x="158" y="147"/>
                  </a:lnTo>
                  <a:lnTo>
                    <a:pt x="161" y="147"/>
                  </a:lnTo>
                  <a:lnTo>
                    <a:pt x="163" y="147"/>
                  </a:lnTo>
                  <a:lnTo>
                    <a:pt x="165" y="149"/>
                  </a:lnTo>
                  <a:lnTo>
                    <a:pt x="168" y="151"/>
                  </a:lnTo>
                  <a:lnTo>
                    <a:pt x="165" y="151"/>
                  </a:lnTo>
                  <a:lnTo>
                    <a:pt x="163" y="154"/>
                  </a:lnTo>
                  <a:lnTo>
                    <a:pt x="161" y="156"/>
                  </a:lnTo>
                  <a:lnTo>
                    <a:pt x="158" y="154"/>
                  </a:lnTo>
                  <a:lnTo>
                    <a:pt x="156" y="154"/>
                  </a:lnTo>
                  <a:lnTo>
                    <a:pt x="156" y="156"/>
                  </a:lnTo>
                  <a:lnTo>
                    <a:pt x="156" y="158"/>
                  </a:lnTo>
                  <a:lnTo>
                    <a:pt x="156" y="161"/>
                  </a:lnTo>
                  <a:lnTo>
                    <a:pt x="154" y="163"/>
                  </a:lnTo>
                  <a:lnTo>
                    <a:pt x="149" y="163"/>
                  </a:lnTo>
                  <a:lnTo>
                    <a:pt x="147" y="163"/>
                  </a:lnTo>
                  <a:lnTo>
                    <a:pt x="147" y="165"/>
                  </a:lnTo>
                  <a:lnTo>
                    <a:pt x="144" y="173"/>
                  </a:lnTo>
                  <a:lnTo>
                    <a:pt x="144" y="170"/>
                  </a:lnTo>
                  <a:lnTo>
                    <a:pt x="142" y="170"/>
                  </a:lnTo>
                  <a:lnTo>
                    <a:pt x="139" y="170"/>
                  </a:lnTo>
                  <a:lnTo>
                    <a:pt x="137" y="173"/>
                  </a:lnTo>
                  <a:lnTo>
                    <a:pt x="135" y="173"/>
                  </a:lnTo>
                  <a:lnTo>
                    <a:pt x="132" y="170"/>
                  </a:lnTo>
                  <a:lnTo>
                    <a:pt x="132" y="173"/>
                  </a:lnTo>
                  <a:lnTo>
                    <a:pt x="135" y="175"/>
                  </a:lnTo>
                  <a:lnTo>
                    <a:pt x="135" y="180"/>
                  </a:lnTo>
                  <a:lnTo>
                    <a:pt x="132" y="184"/>
                  </a:lnTo>
                  <a:lnTo>
                    <a:pt x="130" y="187"/>
                  </a:lnTo>
                  <a:lnTo>
                    <a:pt x="125" y="189"/>
                  </a:lnTo>
                  <a:lnTo>
                    <a:pt x="118" y="192"/>
                  </a:lnTo>
                  <a:lnTo>
                    <a:pt x="116" y="194"/>
                  </a:lnTo>
                  <a:lnTo>
                    <a:pt x="118" y="194"/>
                  </a:lnTo>
                  <a:lnTo>
                    <a:pt x="118" y="196"/>
                  </a:lnTo>
                  <a:lnTo>
                    <a:pt x="116" y="199"/>
                  </a:lnTo>
                  <a:lnTo>
                    <a:pt x="113" y="201"/>
                  </a:lnTo>
                  <a:lnTo>
                    <a:pt x="109" y="208"/>
                  </a:lnTo>
                  <a:lnTo>
                    <a:pt x="109" y="208"/>
                  </a:lnTo>
                  <a:lnTo>
                    <a:pt x="109" y="210"/>
                  </a:lnTo>
                  <a:lnTo>
                    <a:pt x="106" y="213"/>
                  </a:lnTo>
                  <a:lnTo>
                    <a:pt x="106" y="213"/>
                  </a:lnTo>
                  <a:lnTo>
                    <a:pt x="104" y="213"/>
                  </a:lnTo>
                  <a:lnTo>
                    <a:pt x="104" y="213"/>
                  </a:lnTo>
                  <a:lnTo>
                    <a:pt x="102" y="218"/>
                  </a:lnTo>
                  <a:lnTo>
                    <a:pt x="102" y="220"/>
                  </a:lnTo>
                  <a:lnTo>
                    <a:pt x="99" y="227"/>
                  </a:lnTo>
                  <a:lnTo>
                    <a:pt x="97" y="232"/>
                  </a:lnTo>
                  <a:lnTo>
                    <a:pt x="97" y="237"/>
                  </a:lnTo>
                  <a:lnTo>
                    <a:pt x="97" y="241"/>
                  </a:lnTo>
                  <a:lnTo>
                    <a:pt x="94" y="244"/>
                  </a:lnTo>
                  <a:lnTo>
                    <a:pt x="92" y="248"/>
                  </a:lnTo>
                  <a:lnTo>
                    <a:pt x="92" y="248"/>
                  </a:lnTo>
                  <a:lnTo>
                    <a:pt x="94" y="251"/>
                  </a:lnTo>
                  <a:lnTo>
                    <a:pt x="97" y="253"/>
                  </a:lnTo>
                  <a:lnTo>
                    <a:pt x="97" y="255"/>
                  </a:lnTo>
                  <a:lnTo>
                    <a:pt x="99" y="258"/>
                  </a:lnTo>
                  <a:lnTo>
                    <a:pt x="102" y="260"/>
                  </a:lnTo>
                  <a:lnTo>
                    <a:pt x="106" y="263"/>
                  </a:lnTo>
                  <a:lnTo>
                    <a:pt x="109" y="263"/>
                  </a:lnTo>
                  <a:lnTo>
                    <a:pt x="113" y="263"/>
                  </a:lnTo>
                  <a:lnTo>
                    <a:pt x="111" y="265"/>
                  </a:lnTo>
                  <a:lnTo>
                    <a:pt x="111" y="270"/>
                  </a:lnTo>
                  <a:lnTo>
                    <a:pt x="113" y="272"/>
                  </a:lnTo>
                  <a:lnTo>
                    <a:pt x="116" y="274"/>
                  </a:lnTo>
                  <a:lnTo>
                    <a:pt x="116" y="277"/>
                  </a:lnTo>
                  <a:lnTo>
                    <a:pt x="116" y="281"/>
                  </a:lnTo>
                  <a:lnTo>
                    <a:pt x="118" y="281"/>
                  </a:lnTo>
                  <a:lnTo>
                    <a:pt x="121" y="281"/>
                  </a:lnTo>
                  <a:lnTo>
                    <a:pt x="123" y="277"/>
                  </a:lnTo>
                  <a:lnTo>
                    <a:pt x="125" y="274"/>
                  </a:lnTo>
                  <a:lnTo>
                    <a:pt x="123" y="286"/>
                  </a:lnTo>
                  <a:lnTo>
                    <a:pt x="121" y="286"/>
                  </a:lnTo>
                  <a:lnTo>
                    <a:pt x="116" y="289"/>
                  </a:lnTo>
                  <a:lnTo>
                    <a:pt x="113" y="289"/>
                  </a:lnTo>
                  <a:lnTo>
                    <a:pt x="113" y="286"/>
                  </a:lnTo>
                  <a:lnTo>
                    <a:pt x="109" y="284"/>
                  </a:lnTo>
                  <a:lnTo>
                    <a:pt x="106" y="281"/>
                  </a:lnTo>
                  <a:lnTo>
                    <a:pt x="104" y="281"/>
                  </a:lnTo>
                  <a:lnTo>
                    <a:pt x="99" y="281"/>
                  </a:lnTo>
                  <a:lnTo>
                    <a:pt x="94" y="286"/>
                  </a:lnTo>
                  <a:lnTo>
                    <a:pt x="90" y="286"/>
                  </a:lnTo>
                  <a:lnTo>
                    <a:pt x="83" y="284"/>
                  </a:lnTo>
                  <a:lnTo>
                    <a:pt x="85" y="284"/>
                  </a:lnTo>
                  <a:lnTo>
                    <a:pt x="83" y="281"/>
                  </a:lnTo>
                  <a:lnTo>
                    <a:pt x="80" y="281"/>
                  </a:lnTo>
                  <a:lnTo>
                    <a:pt x="78" y="281"/>
                  </a:lnTo>
                  <a:lnTo>
                    <a:pt x="78" y="284"/>
                  </a:lnTo>
                  <a:lnTo>
                    <a:pt x="66" y="291"/>
                  </a:lnTo>
                  <a:lnTo>
                    <a:pt x="52" y="298"/>
                  </a:lnTo>
                  <a:lnTo>
                    <a:pt x="38" y="303"/>
                  </a:lnTo>
                  <a:lnTo>
                    <a:pt x="24" y="312"/>
                  </a:lnTo>
                  <a:lnTo>
                    <a:pt x="21" y="308"/>
                  </a:lnTo>
                  <a:lnTo>
                    <a:pt x="21" y="305"/>
                  </a:lnTo>
                  <a:lnTo>
                    <a:pt x="16" y="305"/>
                  </a:lnTo>
                  <a:lnTo>
                    <a:pt x="14" y="308"/>
                  </a:lnTo>
                  <a:lnTo>
                    <a:pt x="19" y="310"/>
                  </a:lnTo>
                  <a:lnTo>
                    <a:pt x="16" y="312"/>
                  </a:lnTo>
                  <a:lnTo>
                    <a:pt x="16" y="315"/>
                  </a:lnTo>
                  <a:lnTo>
                    <a:pt x="12" y="317"/>
                  </a:lnTo>
                  <a:lnTo>
                    <a:pt x="12" y="317"/>
                  </a:lnTo>
                  <a:lnTo>
                    <a:pt x="9" y="317"/>
                  </a:lnTo>
                  <a:lnTo>
                    <a:pt x="7" y="317"/>
                  </a:lnTo>
                  <a:lnTo>
                    <a:pt x="7" y="315"/>
                  </a:lnTo>
                  <a:lnTo>
                    <a:pt x="5" y="315"/>
                  </a:lnTo>
                  <a:lnTo>
                    <a:pt x="5" y="312"/>
                  </a:lnTo>
                  <a:lnTo>
                    <a:pt x="5" y="312"/>
                  </a:lnTo>
                  <a:lnTo>
                    <a:pt x="2" y="312"/>
                  </a:lnTo>
                  <a:lnTo>
                    <a:pt x="2" y="312"/>
                  </a:lnTo>
                  <a:lnTo>
                    <a:pt x="0" y="312"/>
                  </a:lnTo>
                  <a:lnTo>
                    <a:pt x="0" y="315"/>
                  </a:lnTo>
                  <a:lnTo>
                    <a:pt x="0" y="317"/>
                  </a:lnTo>
                  <a:lnTo>
                    <a:pt x="0" y="319"/>
                  </a:lnTo>
                  <a:lnTo>
                    <a:pt x="0" y="324"/>
                  </a:lnTo>
                  <a:lnTo>
                    <a:pt x="0" y="326"/>
                  </a:lnTo>
                  <a:lnTo>
                    <a:pt x="5" y="329"/>
                  </a:lnTo>
                  <a:lnTo>
                    <a:pt x="12" y="331"/>
                  </a:lnTo>
                  <a:lnTo>
                    <a:pt x="19" y="329"/>
                  </a:lnTo>
                  <a:lnTo>
                    <a:pt x="28" y="329"/>
                  </a:lnTo>
                  <a:lnTo>
                    <a:pt x="47" y="315"/>
                  </a:lnTo>
                  <a:lnTo>
                    <a:pt x="54" y="310"/>
                  </a:lnTo>
                  <a:lnTo>
                    <a:pt x="68" y="305"/>
                  </a:lnTo>
                  <a:lnTo>
                    <a:pt x="76" y="303"/>
                  </a:lnTo>
                  <a:lnTo>
                    <a:pt x="85" y="305"/>
                  </a:lnTo>
                  <a:lnTo>
                    <a:pt x="90" y="310"/>
                  </a:lnTo>
                  <a:lnTo>
                    <a:pt x="87" y="319"/>
                  </a:lnTo>
                  <a:lnTo>
                    <a:pt x="80" y="336"/>
                  </a:lnTo>
                  <a:lnTo>
                    <a:pt x="83" y="338"/>
                  </a:lnTo>
                  <a:lnTo>
                    <a:pt x="92" y="338"/>
                  </a:lnTo>
                  <a:lnTo>
                    <a:pt x="99" y="334"/>
                  </a:lnTo>
                  <a:lnTo>
                    <a:pt x="121" y="312"/>
                  </a:lnTo>
                  <a:lnTo>
                    <a:pt x="128" y="312"/>
                  </a:lnTo>
                  <a:lnTo>
                    <a:pt x="130" y="308"/>
                  </a:lnTo>
                  <a:lnTo>
                    <a:pt x="132" y="308"/>
                  </a:lnTo>
                  <a:lnTo>
                    <a:pt x="135" y="308"/>
                  </a:lnTo>
                  <a:lnTo>
                    <a:pt x="139" y="308"/>
                  </a:lnTo>
                  <a:lnTo>
                    <a:pt x="139" y="308"/>
                  </a:lnTo>
                  <a:lnTo>
                    <a:pt x="144" y="305"/>
                  </a:lnTo>
                  <a:lnTo>
                    <a:pt x="151" y="300"/>
                  </a:lnTo>
                  <a:lnTo>
                    <a:pt x="156" y="300"/>
                  </a:lnTo>
                  <a:lnTo>
                    <a:pt x="158" y="300"/>
                  </a:lnTo>
                  <a:lnTo>
                    <a:pt x="165" y="303"/>
                  </a:lnTo>
                  <a:lnTo>
                    <a:pt x="170" y="305"/>
                  </a:lnTo>
                  <a:lnTo>
                    <a:pt x="173" y="303"/>
                  </a:lnTo>
                  <a:lnTo>
                    <a:pt x="175" y="303"/>
                  </a:lnTo>
                  <a:lnTo>
                    <a:pt x="177" y="300"/>
                  </a:lnTo>
                  <a:lnTo>
                    <a:pt x="177" y="298"/>
                  </a:lnTo>
                  <a:lnTo>
                    <a:pt x="180" y="298"/>
                  </a:lnTo>
                  <a:lnTo>
                    <a:pt x="177" y="296"/>
                  </a:lnTo>
                  <a:lnTo>
                    <a:pt x="177" y="296"/>
                  </a:lnTo>
                  <a:lnTo>
                    <a:pt x="175" y="293"/>
                  </a:lnTo>
                  <a:lnTo>
                    <a:pt x="177" y="289"/>
                  </a:lnTo>
                  <a:lnTo>
                    <a:pt x="184" y="284"/>
                  </a:lnTo>
                  <a:lnTo>
                    <a:pt x="184" y="279"/>
                  </a:lnTo>
                  <a:lnTo>
                    <a:pt x="182" y="281"/>
                  </a:lnTo>
                  <a:lnTo>
                    <a:pt x="180" y="281"/>
                  </a:lnTo>
                  <a:lnTo>
                    <a:pt x="177" y="281"/>
                  </a:lnTo>
                  <a:lnTo>
                    <a:pt x="177" y="279"/>
                  </a:lnTo>
                  <a:lnTo>
                    <a:pt x="177" y="277"/>
                  </a:lnTo>
                  <a:lnTo>
                    <a:pt x="177" y="274"/>
                  </a:lnTo>
                  <a:lnTo>
                    <a:pt x="180" y="272"/>
                  </a:lnTo>
                  <a:lnTo>
                    <a:pt x="182" y="274"/>
                  </a:lnTo>
                  <a:lnTo>
                    <a:pt x="182" y="272"/>
                  </a:lnTo>
                  <a:lnTo>
                    <a:pt x="182" y="270"/>
                  </a:lnTo>
                  <a:lnTo>
                    <a:pt x="180" y="270"/>
                  </a:lnTo>
                  <a:lnTo>
                    <a:pt x="182" y="267"/>
                  </a:lnTo>
                  <a:lnTo>
                    <a:pt x="182" y="263"/>
                  </a:lnTo>
                  <a:lnTo>
                    <a:pt x="182" y="260"/>
                  </a:lnTo>
                  <a:lnTo>
                    <a:pt x="189" y="253"/>
                  </a:lnTo>
                  <a:lnTo>
                    <a:pt x="194" y="251"/>
                  </a:lnTo>
                  <a:lnTo>
                    <a:pt x="208" y="251"/>
                  </a:lnTo>
                  <a:lnTo>
                    <a:pt x="210" y="251"/>
                  </a:lnTo>
                  <a:lnTo>
                    <a:pt x="213" y="248"/>
                  </a:lnTo>
                  <a:lnTo>
                    <a:pt x="215" y="246"/>
                  </a:lnTo>
                  <a:lnTo>
                    <a:pt x="215" y="248"/>
                  </a:lnTo>
                  <a:lnTo>
                    <a:pt x="215" y="248"/>
                  </a:lnTo>
                  <a:lnTo>
                    <a:pt x="215" y="251"/>
                  </a:lnTo>
                  <a:lnTo>
                    <a:pt x="218" y="251"/>
                  </a:lnTo>
                  <a:lnTo>
                    <a:pt x="218" y="251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39" y="251"/>
                  </a:lnTo>
                  <a:lnTo>
                    <a:pt x="244" y="248"/>
                  </a:lnTo>
                  <a:lnTo>
                    <a:pt x="248" y="244"/>
                  </a:lnTo>
                  <a:lnTo>
                    <a:pt x="253" y="239"/>
                  </a:lnTo>
                  <a:lnTo>
                    <a:pt x="255" y="234"/>
                  </a:lnTo>
                  <a:lnTo>
                    <a:pt x="255" y="234"/>
                  </a:lnTo>
                  <a:lnTo>
                    <a:pt x="258" y="237"/>
                  </a:lnTo>
                  <a:lnTo>
                    <a:pt x="260" y="239"/>
                  </a:lnTo>
                  <a:lnTo>
                    <a:pt x="260" y="241"/>
                  </a:lnTo>
                  <a:lnTo>
                    <a:pt x="258" y="241"/>
                  </a:lnTo>
                  <a:lnTo>
                    <a:pt x="267" y="246"/>
                  </a:lnTo>
                  <a:lnTo>
                    <a:pt x="277" y="246"/>
                  </a:lnTo>
                  <a:lnTo>
                    <a:pt x="284" y="244"/>
                  </a:lnTo>
                  <a:lnTo>
                    <a:pt x="288" y="237"/>
                  </a:lnTo>
                  <a:lnTo>
                    <a:pt x="291" y="239"/>
                  </a:lnTo>
                  <a:lnTo>
                    <a:pt x="293" y="241"/>
                  </a:lnTo>
                  <a:lnTo>
                    <a:pt x="293" y="239"/>
                  </a:lnTo>
                  <a:lnTo>
                    <a:pt x="293" y="237"/>
                  </a:lnTo>
                  <a:lnTo>
                    <a:pt x="296" y="237"/>
                  </a:lnTo>
                  <a:lnTo>
                    <a:pt x="296" y="237"/>
                  </a:lnTo>
                  <a:lnTo>
                    <a:pt x="298" y="237"/>
                  </a:lnTo>
                  <a:lnTo>
                    <a:pt x="298" y="234"/>
                  </a:lnTo>
                  <a:lnTo>
                    <a:pt x="298" y="232"/>
                  </a:lnTo>
                  <a:lnTo>
                    <a:pt x="298" y="232"/>
                  </a:lnTo>
                  <a:lnTo>
                    <a:pt x="298" y="229"/>
                  </a:lnTo>
                  <a:lnTo>
                    <a:pt x="298" y="229"/>
                  </a:lnTo>
                  <a:lnTo>
                    <a:pt x="300" y="227"/>
                  </a:lnTo>
                  <a:lnTo>
                    <a:pt x="303" y="225"/>
                  </a:lnTo>
                  <a:lnTo>
                    <a:pt x="310" y="220"/>
                  </a:lnTo>
                  <a:lnTo>
                    <a:pt x="310" y="220"/>
                  </a:lnTo>
                  <a:lnTo>
                    <a:pt x="307" y="218"/>
                  </a:lnTo>
                  <a:lnTo>
                    <a:pt x="310" y="215"/>
                  </a:lnTo>
                  <a:lnTo>
                    <a:pt x="310" y="215"/>
                  </a:lnTo>
                  <a:lnTo>
                    <a:pt x="310" y="215"/>
                  </a:lnTo>
                  <a:lnTo>
                    <a:pt x="312" y="215"/>
                  </a:lnTo>
                  <a:lnTo>
                    <a:pt x="312" y="215"/>
                  </a:lnTo>
                  <a:lnTo>
                    <a:pt x="312" y="215"/>
                  </a:lnTo>
                  <a:lnTo>
                    <a:pt x="315" y="215"/>
                  </a:lnTo>
                  <a:lnTo>
                    <a:pt x="312" y="213"/>
                  </a:lnTo>
                  <a:lnTo>
                    <a:pt x="315" y="213"/>
                  </a:lnTo>
                  <a:lnTo>
                    <a:pt x="317" y="210"/>
                  </a:lnTo>
                  <a:lnTo>
                    <a:pt x="319" y="210"/>
                  </a:lnTo>
                  <a:lnTo>
                    <a:pt x="324" y="213"/>
                  </a:lnTo>
                  <a:lnTo>
                    <a:pt x="331" y="210"/>
                  </a:lnTo>
                  <a:lnTo>
                    <a:pt x="336" y="206"/>
                  </a:lnTo>
                  <a:lnTo>
                    <a:pt x="345" y="187"/>
                  </a:lnTo>
                  <a:lnTo>
                    <a:pt x="350" y="180"/>
                  </a:lnTo>
                  <a:lnTo>
                    <a:pt x="355" y="175"/>
                  </a:lnTo>
                  <a:lnTo>
                    <a:pt x="369" y="168"/>
                  </a:lnTo>
                  <a:lnTo>
                    <a:pt x="371" y="168"/>
                  </a:lnTo>
                  <a:lnTo>
                    <a:pt x="376" y="168"/>
                  </a:lnTo>
                  <a:lnTo>
                    <a:pt x="376" y="165"/>
                  </a:lnTo>
                  <a:lnTo>
                    <a:pt x="388" y="156"/>
                  </a:lnTo>
                  <a:lnTo>
                    <a:pt x="395" y="154"/>
                  </a:lnTo>
                  <a:lnTo>
                    <a:pt x="397" y="151"/>
                  </a:lnTo>
                  <a:lnTo>
                    <a:pt x="397" y="147"/>
                  </a:lnTo>
                  <a:lnTo>
                    <a:pt x="397" y="144"/>
                  </a:lnTo>
                  <a:lnTo>
                    <a:pt x="397" y="139"/>
                  </a:lnTo>
                  <a:lnTo>
                    <a:pt x="400" y="135"/>
                  </a:lnTo>
                  <a:lnTo>
                    <a:pt x="404" y="135"/>
                  </a:lnTo>
                  <a:lnTo>
                    <a:pt x="407" y="132"/>
                  </a:lnTo>
                  <a:lnTo>
                    <a:pt x="416" y="135"/>
                  </a:lnTo>
                  <a:lnTo>
                    <a:pt x="442" y="137"/>
                  </a:lnTo>
                  <a:lnTo>
                    <a:pt x="445" y="137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71" y="132"/>
                  </a:lnTo>
                  <a:lnTo>
                    <a:pt x="478" y="135"/>
                  </a:lnTo>
                  <a:lnTo>
                    <a:pt x="482" y="135"/>
                  </a:lnTo>
                  <a:lnTo>
                    <a:pt x="487" y="135"/>
                  </a:lnTo>
                  <a:lnTo>
                    <a:pt x="494" y="132"/>
                  </a:lnTo>
                  <a:lnTo>
                    <a:pt x="499" y="132"/>
                  </a:lnTo>
                  <a:lnTo>
                    <a:pt x="523" y="135"/>
                  </a:lnTo>
                  <a:lnTo>
                    <a:pt x="530" y="135"/>
                  </a:lnTo>
                  <a:lnTo>
                    <a:pt x="546" y="132"/>
                  </a:lnTo>
                  <a:lnTo>
                    <a:pt x="563" y="130"/>
                  </a:lnTo>
                  <a:lnTo>
                    <a:pt x="579" y="130"/>
                  </a:lnTo>
                  <a:lnTo>
                    <a:pt x="587" y="132"/>
                  </a:lnTo>
                  <a:lnTo>
                    <a:pt x="594" y="135"/>
                  </a:lnTo>
                  <a:lnTo>
                    <a:pt x="601" y="142"/>
                  </a:lnTo>
                  <a:lnTo>
                    <a:pt x="603" y="144"/>
                  </a:lnTo>
                  <a:lnTo>
                    <a:pt x="613" y="147"/>
                  </a:lnTo>
                  <a:lnTo>
                    <a:pt x="613" y="147"/>
                  </a:lnTo>
                  <a:lnTo>
                    <a:pt x="613" y="149"/>
                  </a:lnTo>
                  <a:lnTo>
                    <a:pt x="615" y="151"/>
                  </a:lnTo>
                  <a:lnTo>
                    <a:pt x="615" y="154"/>
                  </a:lnTo>
                  <a:lnTo>
                    <a:pt x="613" y="161"/>
                  </a:lnTo>
                  <a:lnTo>
                    <a:pt x="613" y="165"/>
                  </a:lnTo>
                  <a:lnTo>
                    <a:pt x="610" y="165"/>
                  </a:lnTo>
                  <a:lnTo>
                    <a:pt x="608" y="168"/>
                  </a:lnTo>
                  <a:lnTo>
                    <a:pt x="608" y="168"/>
                  </a:lnTo>
                  <a:lnTo>
                    <a:pt x="605" y="170"/>
                  </a:lnTo>
                  <a:lnTo>
                    <a:pt x="605" y="173"/>
                  </a:lnTo>
                  <a:lnTo>
                    <a:pt x="603" y="173"/>
                  </a:lnTo>
                  <a:lnTo>
                    <a:pt x="598" y="173"/>
                  </a:lnTo>
                  <a:lnTo>
                    <a:pt x="598" y="175"/>
                  </a:lnTo>
                  <a:lnTo>
                    <a:pt x="596" y="175"/>
                  </a:lnTo>
                  <a:lnTo>
                    <a:pt x="582" y="177"/>
                  </a:lnTo>
                  <a:lnTo>
                    <a:pt x="577" y="180"/>
                  </a:lnTo>
                  <a:lnTo>
                    <a:pt x="575" y="177"/>
                  </a:lnTo>
                  <a:lnTo>
                    <a:pt x="570" y="177"/>
                  </a:lnTo>
                  <a:lnTo>
                    <a:pt x="565" y="180"/>
                  </a:lnTo>
                  <a:lnTo>
                    <a:pt x="530" y="182"/>
                  </a:lnTo>
                  <a:lnTo>
                    <a:pt x="525" y="182"/>
                  </a:lnTo>
                  <a:lnTo>
                    <a:pt x="525" y="184"/>
                  </a:lnTo>
                  <a:lnTo>
                    <a:pt x="523" y="184"/>
                  </a:lnTo>
                  <a:lnTo>
                    <a:pt x="518" y="187"/>
                  </a:lnTo>
                  <a:lnTo>
                    <a:pt x="518" y="189"/>
                  </a:lnTo>
                  <a:lnTo>
                    <a:pt x="520" y="194"/>
                  </a:lnTo>
                  <a:lnTo>
                    <a:pt x="523" y="194"/>
                  </a:lnTo>
                  <a:lnTo>
                    <a:pt x="527" y="194"/>
                  </a:lnTo>
                  <a:lnTo>
                    <a:pt x="530" y="194"/>
                  </a:lnTo>
                  <a:lnTo>
                    <a:pt x="530" y="196"/>
                  </a:lnTo>
                  <a:lnTo>
                    <a:pt x="532" y="199"/>
                  </a:lnTo>
                  <a:lnTo>
                    <a:pt x="532" y="201"/>
                  </a:lnTo>
                  <a:lnTo>
                    <a:pt x="535" y="201"/>
                  </a:lnTo>
                  <a:lnTo>
                    <a:pt x="539" y="201"/>
                  </a:lnTo>
                  <a:lnTo>
                    <a:pt x="539" y="201"/>
                  </a:lnTo>
                  <a:lnTo>
                    <a:pt x="544" y="203"/>
                  </a:lnTo>
                  <a:lnTo>
                    <a:pt x="546" y="206"/>
                  </a:lnTo>
                  <a:lnTo>
                    <a:pt x="572" y="215"/>
                  </a:lnTo>
                  <a:lnTo>
                    <a:pt x="577" y="218"/>
                  </a:lnTo>
                  <a:lnTo>
                    <a:pt x="577" y="220"/>
                  </a:lnTo>
                  <a:lnTo>
                    <a:pt x="579" y="222"/>
                  </a:lnTo>
                  <a:lnTo>
                    <a:pt x="584" y="227"/>
                  </a:lnTo>
                  <a:lnTo>
                    <a:pt x="587" y="229"/>
                  </a:lnTo>
                  <a:lnTo>
                    <a:pt x="596" y="229"/>
                  </a:lnTo>
                  <a:lnTo>
                    <a:pt x="598" y="229"/>
                  </a:lnTo>
                  <a:lnTo>
                    <a:pt x="598" y="227"/>
                  </a:lnTo>
                  <a:lnTo>
                    <a:pt x="598" y="227"/>
                  </a:lnTo>
                  <a:lnTo>
                    <a:pt x="596" y="227"/>
                  </a:lnTo>
                  <a:lnTo>
                    <a:pt x="601" y="227"/>
                  </a:lnTo>
                  <a:lnTo>
                    <a:pt x="601" y="227"/>
                  </a:lnTo>
                  <a:lnTo>
                    <a:pt x="601" y="225"/>
                  </a:lnTo>
                  <a:lnTo>
                    <a:pt x="603" y="225"/>
                  </a:lnTo>
                  <a:lnTo>
                    <a:pt x="605" y="225"/>
                  </a:lnTo>
                  <a:lnTo>
                    <a:pt x="610" y="225"/>
                  </a:lnTo>
                  <a:lnTo>
                    <a:pt x="615" y="225"/>
                  </a:lnTo>
                  <a:lnTo>
                    <a:pt x="615" y="225"/>
                  </a:lnTo>
                  <a:lnTo>
                    <a:pt x="617" y="222"/>
                  </a:lnTo>
                  <a:lnTo>
                    <a:pt x="620" y="222"/>
                  </a:lnTo>
                  <a:lnTo>
                    <a:pt x="622" y="222"/>
                  </a:lnTo>
                  <a:lnTo>
                    <a:pt x="622" y="222"/>
                  </a:lnTo>
                  <a:lnTo>
                    <a:pt x="629" y="225"/>
                  </a:lnTo>
                  <a:lnTo>
                    <a:pt x="632" y="225"/>
                  </a:lnTo>
                  <a:lnTo>
                    <a:pt x="632" y="227"/>
                  </a:lnTo>
                  <a:lnTo>
                    <a:pt x="632" y="227"/>
                  </a:lnTo>
                  <a:lnTo>
                    <a:pt x="634" y="227"/>
                  </a:lnTo>
                  <a:lnTo>
                    <a:pt x="634" y="227"/>
                  </a:lnTo>
                  <a:lnTo>
                    <a:pt x="634" y="227"/>
                  </a:lnTo>
                  <a:lnTo>
                    <a:pt x="634" y="225"/>
                  </a:lnTo>
                  <a:lnTo>
                    <a:pt x="636" y="225"/>
                  </a:lnTo>
                  <a:lnTo>
                    <a:pt x="639" y="222"/>
                  </a:lnTo>
                  <a:lnTo>
                    <a:pt x="641" y="222"/>
                  </a:lnTo>
                  <a:lnTo>
                    <a:pt x="643" y="222"/>
                  </a:lnTo>
                  <a:lnTo>
                    <a:pt x="646" y="225"/>
                  </a:lnTo>
                  <a:lnTo>
                    <a:pt x="648" y="225"/>
                  </a:lnTo>
                  <a:lnTo>
                    <a:pt x="658" y="225"/>
                  </a:lnTo>
                  <a:lnTo>
                    <a:pt x="665" y="227"/>
                  </a:lnTo>
                  <a:lnTo>
                    <a:pt x="669" y="241"/>
                  </a:lnTo>
                  <a:lnTo>
                    <a:pt x="676" y="244"/>
                  </a:lnTo>
                  <a:lnTo>
                    <a:pt x="679" y="241"/>
                  </a:lnTo>
                  <a:lnTo>
                    <a:pt x="679" y="241"/>
                  </a:lnTo>
                  <a:lnTo>
                    <a:pt x="679" y="239"/>
                  </a:lnTo>
                  <a:lnTo>
                    <a:pt x="681" y="239"/>
                  </a:lnTo>
                  <a:lnTo>
                    <a:pt x="684" y="239"/>
                  </a:lnTo>
                  <a:lnTo>
                    <a:pt x="684" y="239"/>
                  </a:lnTo>
                  <a:lnTo>
                    <a:pt x="686" y="241"/>
                  </a:lnTo>
                  <a:lnTo>
                    <a:pt x="688" y="239"/>
                  </a:lnTo>
                  <a:lnTo>
                    <a:pt x="688" y="237"/>
                  </a:lnTo>
                  <a:lnTo>
                    <a:pt x="688" y="234"/>
                  </a:lnTo>
                  <a:lnTo>
                    <a:pt x="688" y="232"/>
                  </a:lnTo>
                  <a:lnTo>
                    <a:pt x="691" y="232"/>
                  </a:lnTo>
                  <a:lnTo>
                    <a:pt x="695" y="229"/>
                  </a:lnTo>
                  <a:lnTo>
                    <a:pt x="698" y="229"/>
                  </a:lnTo>
                  <a:lnTo>
                    <a:pt x="700" y="237"/>
                  </a:lnTo>
                  <a:lnTo>
                    <a:pt x="700" y="241"/>
                  </a:lnTo>
                  <a:lnTo>
                    <a:pt x="698" y="246"/>
                  </a:lnTo>
                  <a:lnTo>
                    <a:pt x="702" y="246"/>
                  </a:lnTo>
                  <a:lnTo>
                    <a:pt x="702" y="241"/>
                  </a:lnTo>
                  <a:lnTo>
                    <a:pt x="702" y="215"/>
                  </a:lnTo>
                  <a:lnTo>
                    <a:pt x="698" y="208"/>
                  </a:lnTo>
                  <a:lnTo>
                    <a:pt x="698" y="206"/>
                  </a:lnTo>
                  <a:lnTo>
                    <a:pt x="700" y="203"/>
                  </a:lnTo>
                  <a:lnTo>
                    <a:pt x="702" y="203"/>
                  </a:lnTo>
                  <a:lnTo>
                    <a:pt x="705" y="203"/>
                  </a:lnTo>
                  <a:lnTo>
                    <a:pt x="707" y="203"/>
                  </a:lnTo>
                  <a:lnTo>
                    <a:pt x="712" y="210"/>
                  </a:lnTo>
                  <a:lnTo>
                    <a:pt x="714" y="213"/>
                  </a:lnTo>
                  <a:lnTo>
                    <a:pt x="712" y="220"/>
                  </a:lnTo>
                  <a:lnTo>
                    <a:pt x="712" y="225"/>
                  </a:lnTo>
                  <a:lnTo>
                    <a:pt x="714" y="225"/>
                  </a:lnTo>
                  <a:lnTo>
                    <a:pt x="719" y="237"/>
                  </a:lnTo>
                  <a:lnTo>
                    <a:pt x="721" y="239"/>
                  </a:lnTo>
                  <a:lnTo>
                    <a:pt x="724" y="241"/>
                  </a:lnTo>
                  <a:lnTo>
                    <a:pt x="731" y="241"/>
                  </a:lnTo>
                  <a:lnTo>
                    <a:pt x="738" y="244"/>
                  </a:lnTo>
                  <a:lnTo>
                    <a:pt x="743" y="246"/>
                  </a:lnTo>
                  <a:lnTo>
                    <a:pt x="759" y="246"/>
                  </a:lnTo>
                  <a:lnTo>
                    <a:pt x="785" y="241"/>
                  </a:lnTo>
                  <a:lnTo>
                    <a:pt x="809" y="241"/>
                  </a:lnTo>
                  <a:lnTo>
                    <a:pt x="833" y="239"/>
                  </a:lnTo>
                  <a:lnTo>
                    <a:pt x="840" y="241"/>
                  </a:lnTo>
                  <a:lnTo>
                    <a:pt x="842" y="237"/>
                  </a:lnTo>
                  <a:lnTo>
                    <a:pt x="840" y="232"/>
                  </a:lnTo>
                  <a:lnTo>
                    <a:pt x="837" y="227"/>
                  </a:lnTo>
                  <a:lnTo>
                    <a:pt x="835" y="225"/>
                  </a:lnTo>
                  <a:lnTo>
                    <a:pt x="828" y="220"/>
                  </a:lnTo>
                  <a:lnTo>
                    <a:pt x="826" y="218"/>
                  </a:lnTo>
                  <a:lnTo>
                    <a:pt x="828" y="213"/>
                  </a:lnTo>
                  <a:lnTo>
                    <a:pt x="830" y="215"/>
                  </a:lnTo>
                  <a:lnTo>
                    <a:pt x="833" y="215"/>
                  </a:lnTo>
                  <a:lnTo>
                    <a:pt x="835" y="213"/>
                  </a:lnTo>
                  <a:lnTo>
                    <a:pt x="835" y="210"/>
                  </a:lnTo>
                  <a:lnTo>
                    <a:pt x="837" y="213"/>
                  </a:lnTo>
                  <a:lnTo>
                    <a:pt x="840" y="215"/>
                  </a:lnTo>
                  <a:lnTo>
                    <a:pt x="844" y="218"/>
                  </a:lnTo>
                  <a:lnTo>
                    <a:pt x="842" y="220"/>
                  </a:lnTo>
                  <a:lnTo>
                    <a:pt x="842" y="222"/>
                  </a:lnTo>
                  <a:lnTo>
                    <a:pt x="844" y="225"/>
                  </a:lnTo>
                  <a:lnTo>
                    <a:pt x="847" y="225"/>
                  </a:lnTo>
                  <a:lnTo>
                    <a:pt x="847" y="227"/>
                  </a:lnTo>
                  <a:lnTo>
                    <a:pt x="849" y="227"/>
                  </a:lnTo>
                  <a:lnTo>
                    <a:pt x="852" y="227"/>
                  </a:lnTo>
                  <a:lnTo>
                    <a:pt x="854" y="227"/>
                  </a:lnTo>
                  <a:lnTo>
                    <a:pt x="854" y="229"/>
                  </a:lnTo>
                  <a:lnTo>
                    <a:pt x="854" y="229"/>
                  </a:lnTo>
                  <a:lnTo>
                    <a:pt x="852" y="232"/>
                  </a:lnTo>
                  <a:lnTo>
                    <a:pt x="852" y="234"/>
                  </a:lnTo>
                  <a:lnTo>
                    <a:pt x="852" y="234"/>
                  </a:lnTo>
                  <a:lnTo>
                    <a:pt x="856" y="232"/>
                  </a:lnTo>
                  <a:lnTo>
                    <a:pt x="854" y="234"/>
                  </a:lnTo>
                  <a:lnTo>
                    <a:pt x="849" y="237"/>
                  </a:lnTo>
                  <a:lnTo>
                    <a:pt x="847" y="237"/>
                  </a:lnTo>
                  <a:lnTo>
                    <a:pt x="844" y="237"/>
                  </a:lnTo>
                  <a:lnTo>
                    <a:pt x="844" y="239"/>
                  </a:lnTo>
                  <a:lnTo>
                    <a:pt x="844" y="239"/>
                  </a:lnTo>
                  <a:lnTo>
                    <a:pt x="847" y="241"/>
                  </a:lnTo>
                  <a:lnTo>
                    <a:pt x="847" y="241"/>
                  </a:lnTo>
                  <a:lnTo>
                    <a:pt x="849" y="241"/>
                  </a:lnTo>
                  <a:lnTo>
                    <a:pt x="852" y="241"/>
                  </a:lnTo>
                  <a:lnTo>
                    <a:pt x="852" y="241"/>
                  </a:lnTo>
                  <a:lnTo>
                    <a:pt x="852" y="244"/>
                  </a:lnTo>
                  <a:lnTo>
                    <a:pt x="852" y="244"/>
                  </a:lnTo>
                  <a:lnTo>
                    <a:pt x="852" y="246"/>
                  </a:lnTo>
                  <a:lnTo>
                    <a:pt x="875" y="265"/>
                  </a:lnTo>
                  <a:lnTo>
                    <a:pt x="880" y="270"/>
                  </a:lnTo>
                  <a:lnTo>
                    <a:pt x="889" y="272"/>
                  </a:lnTo>
                  <a:lnTo>
                    <a:pt x="896" y="277"/>
                  </a:lnTo>
                  <a:lnTo>
                    <a:pt x="904" y="277"/>
                  </a:lnTo>
                  <a:lnTo>
                    <a:pt x="913" y="279"/>
                  </a:lnTo>
                  <a:lnTo>
                    <a:pt x="915" y="281"/>
                  </a:lnTo>
                  <a:lnTo>
                    <a:pt x="920" y="281"/>
                  </a:lnTo>
                  <a:lnTo>
                    <a:pt x="923" y="284"/>
                  </a:lnTo>
                  <a:lnTo>
                    <a:pt x="923" y="289"/>
                  </a:lnTo>
                  <a:lnTo>
                    <a:pt x="925" y="291"/>
                  </a:lnTo>
                  <a:lnTo>
                    <a:pt x="925" y="296"/>
                  </a:lnTo>
                  <a:lnTo>
                    <a:pt x="930" y="298"/>
                  </a:lnTo>
                  <a:lnTo>
                    <a:pt x="932" y="300"/>
                  </a:lnTo>
                  <a:lnTo>
                    <a:pt x="934" y="298"/>
                  </a:lnTo>
                  <a:lnTo>
                    <a:pt x="934" y="298"/>
                  </a:lnTo>
                  <a:lnTo>
                    <a:pt x="932" y="296"/>
                  </a:lnTo>
                  <a:lnTo>
                    <a:pt x="930" y="296"/>
                  </a:lnTo>
                  <a:lnTo>
                    <a:pt x="930" y="293"/>
                  </a:lnTo>
                  <a:lnTo>
                    <a:pt x="932" y="293"/>
                  </a:lnTo>
                  <a:lnTo>
                    <a:pt x="934" y="293"/>
                  </a:lnTo>
                  <a:lnTo>
                    <a:pt x="939" y="293"/>
                  </a:lnTo>
                  <a:lnTo>
                    <a:pt x="941" y="296"/>
                  </a:lnTo>
                  <a:lnTo>
                    <a:pt x="946" y="293"/>
                  </a:lnTo>
                  <a:lnTo>
                    <a:pt x="949" y="293"/>
                  </a:lnTo>
                  <a:lnTo>
                    <a:pt x="953" y="291"/>
                  </a:lnTo>
                  <a:lnTo>
                    <a:pt x="953" y="293"/>
                  </a:lnTo>
                  <a:lnTo>
                    <a:pt x="953" y="296"/>
                  </a:lnTo>
                  <a:lnTo>
                    <a:pt x="953" y="298"/>
                  </a:lnTo>
                  <a:lnTo>
                    <a:pt x="956" y="298"/>
                  </a:lnTo>
                  <a:lnTo>
                    <a:pt x="958" y="300"/>
                  </a:lnTo>
                  <a:lnTo>
                    <a:pt x="953" y="300"/>
                  </a:lnTo>
                  <a:lnTo>
                    <a:pt x="953" y="303"/>
                  </a:lnTo>
                  <a:lnTo>
                    <a:pt x="958" y="305"/>
                  </a:lnTo>
                  <a:lnTo>
                    <a:pt x="963" y="305"/>
                  </a:lnTo>
                  <a:lnTo>
                    <a:pt x="965" y="305"/>
                  </a:lnTo>
                  <a:lnTo>
                    <a:pt x="965" y="303"/>
                  </a:lnTo>
                  <a:lnTo>
                    <a:pt x="967" y="298"/>
                  </a:lnTo>
                  <a:lnTo>
                    <a:pt x="972" y="298"/>
                  </a:lnTo>
                  <a:lnTo>
                    <a:pt x="986" y="300"/>
                  </a:lnTo>
                  <a:lnTo>
                    <a:pt x="998" y="300"/>
                  </a:lnTo>
                  <a:lnTo>
                    <a:pt x="1001" y="300"/>
                  </a:lnTo>
                  <a:lnTo>
                    <a:pt x="1003" y="303"/>
                  </a:lnTo>
                  <a:lnTo>
                    <a:pt x="1003" y="305"/>
                  </a:lnTo>
                  <a:lnTo>
                    <a:pt x="1005" y="308"/>
                  </a:lnTo>
                  <a:lnTo>
                    <a:pt x="1008" y="308"/>
                  </a:lnTo>
                  <a:lnTo>
                    <a:pt x="1008" y="310"/>
                  </a:lnTo>
                  <a:lnTo>
                    <a:pt x="1017" y="310"/>
                  </a:lnTo>
                  <a:lnTo>
                    <a:pt x="1017" y="310"/>
                  </a:lnTo>
                  <a:lnTo>
                    <a:pt x="1019" y="312"/>
                  </a:lnTo>
                  <a:lnTo>
                    <a:pt x="1022" y="312"/>
                  </a:lnTo>
                  <a:lnTo>
                    <a:pt x="1022" y="312"/>
                  </a:lnTo>
                  <a:lnTo>
                    <a:pt x="1024" y="312"/>
                  </a:lnTo>
                  <a:lnTo>
                    <a:pt x="1024" y="310"/>
                  </a:lnTo>
                  <a:lnTo>
                    <a:pt x="1024" y="308"/>
                  </a:lnTo>
                  <a:lnTo>
                    <a:pt x="1027" y="310"/>
                  </a:lnTo>
                  <a:lnTo>
                    <a:pt x="1031" y="315"/>
                  </a:lnTo>
                  <a:lnTo>
                    <a:pt x="1031" y="315"/>
                  </a:lnTo>
                  <a:lnTo>
                    <a:pt x="1034" y="317"/>
                  </a:lnTo>
                  <a:lnTo>
                    <a:pt x="1038" y="317"/>
                  </a:lnTo>
                  <a:lnTo>
                    <a:pt x="1041" y="317"/>
                  </a:lnTo>
                  <a:lnTo>
                    <a:pt x="1053" y="315"/>
                  </a:lnTo>
                  <a:lnTo>
                    <a:pt x="1055" y="315"/>
                  </a:lnTo>
                  <a:lnTo>
                    <a:pt x="1057" y="319"/>
                  </a:lnTo>
                  <a:lnTo>
                    <a:pt x="1062" y="319"/>
                  </a:lnTo>
                  <a:lnTo>
                    <a:pt x="1076" y="324"/>
                  </a:lnTo>
                  <a:lnTo>
                    <a:pt x="1083" y="324"/>
                  </a:lnTo>
                  <a:lnTo>
                    <a:pt x="1093" y="322"/>
                  </a:lnTo>
                  <a:lnTo>
                    <a:pt x="1100" y="319"/>
                  </a:lnTo>
                  <a:lnTo>
                    <a:pt x="1109" y="315"/>
                  </a:lnTo>
                  <a:lnTo>
                    <a:pt x="1112" y="312"/>
                  </a:lnTo>
                  <a:lnTo>
                    <a:pt x="1121" y="312"/>
                  </a:lnTo>
                  <a:lnTo>
                    <a:pt x="1124" y="310"/>
                  </a:lnTo>
                  <a:lnTo>
                    <a:pt x="1126" y="310"/>
                  </a:lnTo>
                  <a:lnTo>
                    <a:pt x="1128" y="310"/>
                  </a:lnTo>
                  <a:lnTo>
                    <a:pt x="1131" y="310"/>
                  </a:lnTo>
                  <a:lnTo>
                    <a:pt x="1133" y="310"/>
                  </a:lnTo>
                  <a:lnTo>
                    <a:pt x="1135" y="310"/>
                  </a:lnTo>
                  <a:lnTo>
                    <a:pt x="1140" y="310"/>
                  </a:lnTo>
                  <a:lnTo>
                    <a:pt x="1143" y="310"/>
                  </a:lnTo>
                  <a:lnTo>
                    <a:pt x="1143" y="308"/>
                  </a:lnTo>
                  <a:lnTo>
                    <a:pt x="1143" y="308"/>
                  </a:lnTo>
                  <a:lnTo>
                    <a:pt x="1143" y="305"/>
                  </a:lnTo>
                  <a:lnTo>
                    <a:pt x="1145" y="305"/>
                  </a:lnTo>
                  <a:lnTo>
                    <a:pt x="1145" y="305"/>
                  </a:lnTo>
                  <a:lnTo>
                    <a:pt x="1154" y="303"/>
                  </a:lnTo>
                  <a:lnTo>
                    <a:pt x="1161" y="300"/>
                  </a:lnTo>
                  <a:lnTo>
                    <a:pt x="1164" y="298"/>
                  </a:lnTo>
                  <a:lnTo>
                    <a:pt x="1166" y="298"/>
                  </a:lnTo>
                  <a:lnTo>
                    <a:pt x="1166" y="298"/>
                  </a:lnTo>
                  <a:lnTo>
                    <a:pt x="1171" y="298"/>
                  </a:lnTo>
                  <a:lnTo>
                    <a:pt x="1173" y="300"/>
                  </a:lnTo>
                  <a:lnTo>
                    <a:pt x="1176" y="303"/>
                  </a:lnTo>
                  <a:lnTo>
                    <a:pt x="1178" y="303"/>
                  </a:lnTo>
                  <a:lnTo>
                    <a:pt x="1180" y="305"/>
                  </a:lnTo>
                  <a:lnTo>
                    <a:pt x="1180" y="308"/>
                  </a:lnTo>
                  <a:lnTo>
                    <a:pt x="1180" y="310"/>
                  </a:lnTo>
                  <a:lnTo>
                    <a:pt x="1176" y="310"/>
                  </a:lnTo>
                  <a:lnTo>
                    <a:pt x="1173" y="310"/>
                  </a:lnTo>
                  <a:lnTo>
                    <a:pt x="1171" y="308"/>
                  </a:lnTo>
                  <a:lnTo>
                    <a:pt x="1171" y="310"/>
                  </a:lnTo>
                  <a:lnTo>
                    <a:pt x="1171" y="312"/>
                  </a:lnTo>
                  <a:lnTo>
                    <a:pt x="1173" y="312"/>
                  </a:lnTo>
                  <a:lnTo>
                    <a:pt x="1183" y="315"/>
                  </a:lnTo>
                  <a:lnTo>
                    <a:pt x="1187" y="315"/>
                  </a:lnTo>
                  <a:lnTo>
                    <a:pt x="1190" y="317"/>
                  </a:lnTo>
                  <a:lnTo>
                    <a:pt x="1195" y="319"/>
                  </a:lnTo>
                  <a:lnTo>
                    <a:pt x="1197" y="324"/>
                  </a:lnTo>
                  <a:lnTo>
                    <a:pt x="1202" y="331"/>
                  </a:lnTo>
                  <a:lnTo>
                    <a:pt x="1204" y="338"/>
                  </a:lnTo>
                  <a:lnTo>
                    <a:pt x="1204" y="341"/>
                  </a:lnTo>
                  <a:lnTo>
                    <a:pt x="1209" y="348"/>
                  </a:lnTo>
                  <a:lnTo>
                    <a:pt x="1209" y="350"/>
                  </a:lnTo>
                  <a:lnTo>
                    <a:pt x="1211" y="355"/>
                  </a:lnTo>
                  <a:lnTo>
                    <a:pt x="1213" y="360"/>
                  </a:lnTo>
                  <a:lnTo>
                    <a:pt x="1213" y="364"/>
                  </a:lnTo>
                  <a:lnTo>
                    <a:pt x="1213" y="364"/>
                  </a:lnTo>
                  <a:lnTo>
                    <a:pt x="1221" y="367"/>
                  </a:lnTo>
                  <a:lnTo>
                    <a:pt x="1223" y="369"/>
                  </a:lnTo>
                  <a:lnTo>
                    <a:pt x="1223" y="371"/>
                  </a:lnTo>
                  <a:lnTo>
                    <a:pt x="1221" y="374"/>
                  </a:lnTo>
                  <a:lnTo>
                    <a:pt x="1218" y="374"/>
                  </a:lnTo>
                  <a:lnTo>
                    <a:pt x="1216" y="371"/>
                  </a:lnTo>
                  <a:lnTo>
                    <a:pt x="1216" y="376"/>
                  </a:lnTo>
                  <a:lnTo>
                    <a:pt x="1218" y="383"/>
                  </a:lnTo>
                  <a:lnTo>
                    <a:pt x="1221" y="388"/>
                  </a:lnTo>
                  <a:lnTo>
                    <a:pt x="1223" y="393"/>
                  </a:lnTo>
                  <a:lnTo>
                    <a:pt x="1225" y="407"/>
                  </a:lnTo>
                  <a:lnTo>
                    <a:pt x="1228" y="412"/>
                  </a:lnTo>
                  <a:lnTo>
                    <a:pt x="1228" y="414"/>
                  </a:lnTo>
                  <a:lnTo>
                    <a:pt x="1230" y="414"/>
                  </a:lnTo>
                  <a:lnTo>
                    <a:pt x="1237" y="419"/>
                  </a:lnTo>
                  <a:lnTo>
                    <a:pt x="1240" y="421"/>
                  </a:lnTo>
                  <a:lnTo>
                    <a:pt x="1242" y="426"/>
                  </a:lnTo>
                  <a:lnTo>
                    <a:pt x="1244" y="431"/>
                  </a:lnTo>
                  <a:lnTo>
                    <a:pt x="1247" y="431"/>
                  </a:lnTo>
                  <a:lnTo>
                    <a:pt x="1254" y="431"/>
                  </a:lnTo>
                  <a:lnTo>
                    <a:pt x="1256" y="431"/>
                  </a:lnTo>
                  <a:lnTo>
                    <a:pt x="1270" y="438"/>
                  </a:lnTo>
                  <a:lnTo>
                    <a:pt x="1273" y="442"/>
                  </a:lnTo>
                  <a:lnTo>
                    <a:pt x="1273" y="442"/>
                  </a:lnTo>
                  <a:lnTo>
                    <a:pt x="1275" y="445"/>
                  </a:lnTo>
                  <a:lnTo>
                    <a:pt x="1277" y="447"/>
                  </a:lnTo>
                  <a:lnTo>
                    <a:pt x="1277" y="450"/>
                  </a:lnTo>
                  <a:lnTo>
                    <a:pt x="1277" y="452"/>
                  </a:lnTo>
                  <a:lnTo>
                    <a:pt x="1280" y="452"/>
                  </a:lnTo>
                  <a:lnTo>
                    <a:pt x="1280" y="450"/>
                  </a:lnTo>
                  <a:lnTo>
                    <a:pt x="1284" y="450"/>
                  </a:lnTo>
                  <a:lnTo>
                    <a:pt x="1287" y="452"/>
                  </a:lnTo>
                  <a:lnTo>
                    <a:pt x="1292" y="454"/>
                  </a:lnTo>
                  <a:lnTo>
                    <a:pt x="1294" y="457"/>
                  </a:lnTo>
                  <a:lnTo>
                    <a:pt x="1296" y="464"/>
                  </a:lnTo>
                  <a:lnTo>
                    <a:pt x="1301" y="466"/>
                  </a:lnTo>
                  <a:lnTo>
                    <a:pt x="1303" y="466"/>
                  </a:lnTo>
                  <a:lnTo>
                    <a:pt x="1306" y="466"/>
                  </a:lnTo>
                  <a:lnTo>
                    <a:pt x="1313" y="473"/>
                  </a:lnTo>
                  <a:lnTo>
                    <a:pt x="1315" y="471"/>
                  </a:lnTo>
                  <a:lnTo>
                    <a:pt x="1315" y="471"/>
                  </a:lnTo>
                  <a:lnTo>
                    <a:pt x="1318" y="476"/>
                  </a:lnTo>
                  <a:lnTo>
                    <a:pt x="1325" y="476"/>
                  </a:lnTo>
                  <a:lnTo>
                    <a:pt x="1337" y="473"/>
                  </a:lnTo>
                  <a:lnTo>
                    <a:pt x="1339" y="473"/>
                  </a:lnTo>
                  <a:lnTo>
                    <a:pt x="1341" y="471"/>
                  </a:lnTo>
                  <a:lnTo>
                    <a:pt x="1344" y="469"/>
                  </a:lnTo>
                  <a:lnTo>
                    <a:pt x="1348" y="466"/>
                  </a:lnTo>
                  <a:lnTo>
                    <a:pt x="1355" y="466"/>
                  </a:lnTo>
                  <a:lnTo>
                    <a:pt x="1358" y="466"/>
                  </a:lnTo>
                  <a:lnTo>
                    <a:pt x="1365" y="471"/>
                  </a:lnTo>
                  <a:lnTo>
                    <a:pt x="1367" y="471"/>
                  </a:lnTo>
                  <a:lnTo>
                    <a:pt x="1377" y="471"/>
                  </a:lnTo>
                  <a:lnTo>
                    <a:pt x="1379" y="471"/>
                  </a:lnTo>
                  <a:lnTo>
                    <a:pt x="1379" y="471"/>
                  </a:lnTo>
                  <a:lnTo>
                    <a:pt x="1381" y="471"/>
                  </a:lnTo>
                  <a:lnTo>
                    <a:pt x="1386" y="471"/>
                  </a:lnTo>
                  <a:lnTo>
                    <a:pt x="1386" y="471"/>
                  </a:lnTo>
                  <a:lnTo>
                    <a:pt x="1391" y="471"/>
                  </a:lnTo>
                  <a:lnTo>
                    <a:pt x="1393" y="471"/>
                  </a:lnTo>
                  <a:lnTo>
                    <a:pt x="1396" y="471"/>
                  </a:lnTo>
                  <a:lnTo>
                    <a:pt x="1398" y="473"/>
                  </a:lnTo>
                  <a:lnTo>
                    <a:pt x="1400" y="473"/>
                  </a:lnTo>
                  <a:lnTo>
                    <a:pt x="1407" y="469"/>
                  </a:lnTo>
                  <a:lnTo>
                    <a:pt x="1417" y="471"/>
                  </a:lnTo>
                  <a:lnTo>
                    <a:pt x="1419" y="471"/>
                  </a:lnTo>
                  <a:lnTo>
                    <a:pt x="1422" y="471"/>
                  </a:lnTo>
                  <a:lnTo>
                    <a:pt x="1424" y="471"/>
                  </a:lnTo>
                  <a:lnTo>
                    <a:pt x="1424" y="471"/>
                  </a:lnTo>
                  <a:lnTo>
                    <a:pt x="1426" y="469"/>
                  </a:lnTo>
                  <a:lnTo>
                    <a:pt x="1426" y="469"/>
                  </a:lnTo>
                  <a:lnTo>
                    <a:pt x="1429" y="469"/>
                  </a:lnTo>
                  <a:lnTo>
                    <a:pt x="1429" y="469"/>
                  </a:lnTo>
                  <a:lnTo>
                    <a:pt x="1431" y="469"/>
                  </a:lnTo>
                  <a:lnTo>
                    <a:pt x="1434" y="466"/>
                  </a:lnTo>
                  <a:lnTo>
                    <a:pt x="1438" y="464"/>
                  </a:lnTo>
                  <a:lnTo>
                    <a:pt x="1443" y="461"/>
                  </a:lnTo>
                  <a:lnTo>
                    <a:pt x="1450" y="459"/>
                  </a:lnTo>
                  <a:lnTo>
                    <a:pt x="1455" y="461"/>
                  </a:lnTo>
                  <a:lnTo>
                    <a:pt x="1460" y="466"/>
                  </a:lnTo>
                  <a:lnTo>
                    <a:pt x="1462" y="471"/>
                  </a:lnTo>
                  <a:lnTo>
                    <a:pt x="1467" y="473"/>
                  </a:lnTo>
                  <a:lnTo>
                    <a:pt x="1467" y="471"/>
                  </a:lnTo>
                  <a:lnTo>
                    <a:pt x="1471" y="471"/>
                  </a:lnTo>
                  <a:lnTo>
                    <a:pt x="1478" y="473"/>
                  </a:lnTo>
                  <a:lnTo>
                    <a:pt x="1478" y="476"/>
                  </a:lnTo>
                  <a:lnTo>
                    <a:pt x="1476" y="480"/>
                  </a:lnTo>
                  <a:lnTo>
                    <a:pt x="1474" y="483"/>
                  </a:lnTo>
                  <a:lnTo>
                    <a:pt x="1471" y="483"/>
                  </a:lnTo>
                  <a:lnTo>
                    <a:pt x="1471" y="483"/>
                  </a:lnTo>
                  <a:lnTo>
                    <a:pt x="1471" y="485"/>
                  </a:lnTo>
                  <a:lnTo>
                    <a:pt x="1471" y="490"/>
                  </a:lnTo>
                  <a:lnTo>
                    <a:pt x="1474" y="492"/>
                  </a:lnTo>
                  <a:lnTo>
                    <a:pt x="1476" y="492"/>
                  </a:lnTo>
                  <a:lnTo>
                    <a:pt x="1481" y="495"/>
                  </a:lnTo>
                  <a:lnTo>
                    <a:pt x="1481" y="492"/>
                  </a:lnTo>
                  <a:lnTo>
                    <a:pt x="1481" y="490"/>
                  </a:lnTo>
                  <a:lnTo>
                    <a:pt x="1483" y="490"/>
                  </a:lnTo>
                  <a:lnTo>
                    <a:pt x="1488" y="492"/>
                  </a:lnTo>
                  <a:lnTo>
                    <a:pt x="1495" y="497"/>
                  </a:lnTo>
                  <a:lnTo>
                    <a:pt x="1497" y="497"/>
                  </a:lnTo>
                  <a:lnTo>
                    <a:pt x="1502" y="506"/>
                  </a:lnTo>
                  <a:lnTo>
                    <a:pt x="1502" y="513"/>
                  </a:lnTo>
                  <a:lnTo>
                    <a:pt x="1500" y="516"/>
                  </a:lnTo>
                  <a:lnTo>
                    <a:pt x="1500" y="516"/>
                  </a:lnTo>
                  <a:lnTo>
                    <a:pt x="1500" y="525"/>
                  </a:lnTo>
                  <a:lnTo>
                    <a:pt x="1493" y="532"/>
                  </a:lnTo>
                  <a:lnTo>
                    <a:pt x="1490" y="532"/>
                  </a:lnTo>
                  <a:lnTo>
                    <a:pt x="1490" y="537"/>
                  </a:lnTo>
                  <a:lnTo>
                    <a:pt x="1490" y="540"/>
                  </a:lnTo>
                  <a:lnTo>
                    <a:pt x="1488" y="542"/>
                  </a:lnTo>
                  <a:lnTo>
                    <a:pt x="1486" y="544"/>
                  </a:lnTo>
                  <a:lnTo>
                    <a:pt x="1483" y="544"/>
                  </a:lnTo>
                  <a:lnTo>
                    <a:pt x="1481" y="544"/>
                  </a:lnTo>
                  <a:lnTo>
                    <a:pt x="1478" y="544"/>
                  </a:lnTo>
                  <a:lnTo>
                    <a:pt x="1478" y="542"/>
                  </a:lnTo>
                  <a:lnTo>
                    <a:pt x="1478" y="542"/>
                  </a:lnTo>
                  <a:lnTo>
                    <a:pt x="1478" y="542"/>
                  </a:lnTo>
                  <a:lnTo>
                    <a:pt x="1476" y="542"/>
                  </a:lnTo>
                  <a:lnTo>
                    <a:pt x="1474" y="544"/>
                  </a:lnTo>
                  <a:lnTo>
                    <a:pt x="1471" y="551"/>
                  </a:lnTo>
                  <a:lnTo>
                    <a:pt x="1469" y="554"/>
                  </a:lnTo>
                  <a:lnTo>
                    <a:pt x="1467" y="554"/>
                  </a:lnTo>
                  <a:lnTo>
                    <a:pt x="1448" y="566"/>
                  </a:lnTo>
                  <a:lnTo>
                    <a:pt x="1445" y="568"/>
                  </a:lnTo>
                  <a:lnTo>
                    <a:pt x="1441" y="573"/>
                  </a:lnTo>
                  <a:lnTo>
                    <a:pt x="1434" y="577"/>
                  </a:lnTo>
                  <a:lnTo>
                    <a:pt x="1431" y="580"/>
                  </a:lnTo>
                  <a:lnTo>
                    <a:pt x="1429" y="587"/>
                  </a:lnTo>
                  <a:lnTo>
                    <a:pt x="1429" y="587"/>
                  </a:lnTo>
                  <a:lnTo>
                    <a:pt x="1426" y="589"/>
                  </a:lnTo>
                  <a:lnTo>
                    <a:pt x="1424" y="589"/>
                  </a:lnTo>
                  <a:lnTo>
                    <a:pt x="1422" y="592"/>
                  </a:lnTo>
                  <a:lnTo>
                    <a:pt x="1417" y="589"/>
                  </a:lnTo>
                  <a:lnTo>
                    <a:pt x="1415" y="589"/>
                  </a:lnTo>
                  <a:lnTo>
                    <a:pt x="1415" y="592"/>
                  </a:lnTo>
                  <a:lnTo>
                    <a:pt x="1417" y="594"/>
                  </a:lnTo>
                  <a:lnTo>
                    <a:pt x="1417" y="596"/>
                  </a:lnTo>
                  <a:lnTo>
                    <a:pt x="1410" y="606"/>
                  </a:lnTo>
                  <a:lnTo>
                    <a:pt x="1410" y="606"/>
                  </a:lnTo>
                  <a:lnTo>
                    <a:pt x="1410" y="608"/>
                  </a:lnTo>
                  <a:lnTo>
                    <a:pt x="1405" y="613"/>
                  </a:lnTo>
                  <a:lnTo>
                    <a:pt x="1403" y="618"/>
                  </a:lnTo>
                  <a:lnTo>
                    <a:pt x="1400" y="618"/>
                  </a:lnTo>
                  <a:lnTo>
                    <a:pt x="1403" y="620"/>
                  </a:lnTo>
                  <a:lnTo>
                    <a:pt x="1400" y="622"/>
                  </a:lnTo>
                  <a:lnTo>
                    <a:pt x="1400" y="625"/>
                  </a:lnTo>
                  <a:lnTo>
                    <a:pt x="1398" y="625"/>
                  </a:lnTo>
                  <a:lnTo>
                    <a:pt x="1398" y="627"/>
                  </a:lnTo>
                  <a:lnTo>
                    <a:pt x="1396" y="627"/>
                  </a:lnTo>
                  <a:lnTo>
                    <a:pt x="1393" y="627"/>
                  </a:lnTo>
                  <a:lnTo>
                    <a:pt x="1393" y="629"/>
                  </a:lnTo>
                  <a:lnTo>
                    <a:pt x="1391" y="637"/>
                  </a:lnTo>
                  <a:lnTo>
                    <a:pt x="1391" y="639"/>
                  </a:lnTo>
                  <a:lnTo>
                    <a:pt x="1391" y="641"/>
                  </a:lnTo>
                  <a:lnTo>
                    <a:pt x="1393" y="644"/>
                  </a:lnTo>
                  <a:lnTo>
                    <a:pt x="1396" y="644"/>
                  </a:lnTo>
                  <a:lnTo>
                    <a:pt x="1400" y="644"/>
                  </a:lnTo>
                  <a:lnTo>
                    <a:pt x="1403" y="644"/>
                  </a:lnTo>
                  <a:lnTo>
                    <a:pt x="1415" y="639"/>
                  </a:lnTo>
                  <a:lnTo>
                    <a:pt x="1422" y="639"/>
                  </a:lnTo>
                  <a:lnTo>
                    <a:pt x="1429" y="639"/>
                  </a:lnTo>
                  <a:lnTo>
                    <a:pt x="1441" y="634"/>
                  </a:lnTo>
                  <a:lnTo>
                    <a:pt x="1460" y="632"/>
                  </a:lnTo>
                  <a:lnTo>
                    <a:pt x="1462" y="632"/>
                  </a:lnTo>
                  <a:lnTo>
                    <a:pt x="1467" y="629"/>
                  </a:lnTo>
                  <a:lnTo>
                    <a:pt x="1471" y="629"/>
                  </a:lnTo>
                  <a:lnTo>
                    <a:pt x="1471" y="627"/>
                  </a:lnTo>
                  <a:lnTo>
                    <a:pt x="1464" y="627"/>
                  </a:lnTo>
                  <a:lnTo>
                    <a:pt x="1469" y="625"/>
                  </a:lnTo>
                  <a:lnTo>
                    <a:pt x="1474" y="622"/>
                  </a:lnTo>
                  <a:lnTo>
                    <a:pt x="1478" y="622"/>
                  </a:lnTo>
                  <a:lnTo>
                    <a:pt x="1483" y="622"/>
                  </a:lnTo>
                  <a:lnTo>
                    <a:pt x="1483" y="620"/>
                  </a:lnTo>
                  <a:lnTo>
                    <a:pt x="1486" y="620"/>
                  </a:lnTo>
                  <a:lnTo>
                    <a:pt x="1488" y="620"/>
                  </a:lnTo>
                  <a:lnTo>
                    <a:pt x="1490" y="620"/>
                  </a:lnTo>
                  <a:lnTo>
                    <a:pt x="1490" y="620"/>
                  </a:lnTo>
                  <a:lnTo>
                    <a:pt x="1493" y="618"/>
                  </a:lnTo>
                  <a:lnTo>
                    <a:pt x="1497" y="620"/>
                  </a:lnTo>
                  <a:lnTo>
                    <a:pt x="1507" y="622"/>
                  </a:lnTo>
                  <a:lnTo>
                    <a:pt x="1514" y="622"/>
                  </a:lnTo>
                  <a:lnTo>
                    <a:pt x="1538" y="620"/>
                  </a:lnTo>
                  <a:lnTo>
                    <a:pt x="1542" y="618"/>
                  </a:lnTo>
                  <a:lnTo>
                    <a:pt x="1545" y="615"/>
                  </a:lnTo>
                  <a:lnTo>
                    <a:pt x="1552" y="611"/>
                  </a:lnTo>
                  <a:lnTo>
                    <a:pt x="1554" y="608"/>
                  </a:lnTo>
                  <a:lnTo>
                    <a:pt x="1559" y="608"/>
                  </a:lnTo>
                  <a:lnTo>
                    <a:pt x="1561" y="608"/>
                  </a:lnTo>
                  <a:lnTo>
                    <a:pt x="1566" y="608"/>
                  </a:lnTo>
                  <a:lnTo>
                    <a:pt x="1571" y="606"/>
                  </a:lnTo>
                  <a:lnTo>
                    <a:pt x="1594" y="601"/>
                  </a:lnTo>
                  <a:lnTo>
                    <a:pt x="1618" y="601"/>
                  </a:lnTo>
                  <a:lnTo>
                    <a:pt x="1623" y="599"/>
                  </a:lnTo>
                  <a:lnTo>
                    <a:pt x="1630" y="596"/>
                  </a:lnTo>
                  <a:lnTo>
                    <a:pt x="1635" y="594"/>
                  </a:lnTo>
                  <a:lnTo>
                    <a:pt x="1649" y="594"/>
                  </a:lnTo>
                  <a:lnTo>
                    <a:pt x="1656" y="592"/>
                  </a:lnTo>
                  <a:lnTo>
                    <a:pt x="1670" y="587"/>
                  </a:lnTo>
                  <a:lnTo>
                    <a:pt x="1680" y="585"/>
                  </a:lnTo>
                  <a:lnTo>
                    <a:pt x="1696" y="585"/>
                  </a:lnTo>
                  <a:lnTo>
                    <a:pt x="1722" y="589"/>
                  </a:lnTo>
                  <a:lnTo>
                    <a:pt x="1724" y="589"/>
                  </a:lnTo>
                  <a:lnTo>
                    <a:pt x="1727" y="587"/>
                  </a:lnTo>
                  <a:lnTo>
                    <a:pt x="1729" y="585"/>
                  </a:lnTo>
                  <a:lnTo>
                    <a:pt x="1736" y="585"/>
                  </a:lnTo>
                  <a:lnTo>
                    <a:pt x="1741" y="585"/>
                  </a:lnTo>
                  <a:lnTo>
                    <a:pt x="1748" y="585"/>
                  </a:lnTo>
                  <a:lnTo>
                    <a:pt x="1753" y="585"/>
                  </a:lnTo>
                  <a:lnTo>
                    <a:pt x="1765" y="582"/>
                  </a:lnTo>
                  <a:lnTo>
                    <a:pt x="1769" y="582"/>
                  </a:lnTo>
                  <a:lnTo>
                    <a:pt x="1777" y="587"/>
                  </a:lnTo>
                  <a:lnTo>
                    <a:pt x="1786" y="592"/>
                  </a:lnTo>
                  <a:lnTo>
                    <a:pt x="1793" y="594"/>
                  </a:lnTo>
                  <a:lnTo>
                    <a:pt x="1800" y="592"/>
                  </a:lnTo>
                  <a:lnTo>
                    <a:pt x="1805" y="594"/>
                  </a:lnTo>
                  <a:lnTo>
                    <a:pt x="1810" y="594"/>
                  </a:lnTo>
                  <a:lnTo>
                    <a:pt x="1817" y="594"/>
                  </a:lnTo>
                  <a:lnTo>
                    <a:pt x="1821" y="594"/>
                  </a:lnTo>
                  <a:lnTo>
                    <a:pt x="1821" y="592"/>
                  </a:lnTo>
                  <a:lnTo>
                    <a:pt x="1824" y="589"/>
                  </a:lnTo>
                  <a:lnTo>
                    <a:pt x="1824" y="589"/>
                  </a:lnTo>
                  <a:lnTo>
                    <a:pt x="1824" y="589"/>
                  </a:lnTo>
                  <a:lnTo>
                    <a:pt x="1826" y="592"/>
                  </a:lnTo>
                  <a:lnTo>
                    <a:pt x="1833" y="592"/>
                  </a:lnTo>
                  <a:lnTo>
                    <a:pt x="1836" y="592"/>
                  </a:lnTo>
                  <a:lnTo>
                    <a:pt x="1855" y="589"/>
                  </a:lnTo>
                  <a:lnTo>
                    <a:pt x="1864" y="585"/>
                  </a:lnTo>
                  <a:lnTo>
                    <a:pt x="1864" y="577"/>
                  </a:lnTo>
                  <a:lnTo>
                    <a:pt x="1871" y="573"/>
                  </a:lnTo>
                  <a:lnTo>
                    <a:pt x="1876" y="573"/>
                  </a:lnTo>
                  <a:lnTo>
                    <a:pt x="1876" y="570"/>
                  </a:lnTo>
                  <a:lnTo>
                    <a:pt x="1876" y="568"/>
                  </a:lnTo>
                  <a:lnTo>
                    <a:pt x="1878" y="568"/>
                  </a:lnTo>
                  <a:lnTo>
                    <a:pt x="1876" y="566"/>
                  </a:lnTo>
                  <a:lnTo>
                    <a:pt x="1876" y="563"/>
                  </a:lnTo>
                  <a:lnTo>
                    <a:pt x="1876" y="566"/>
                  </a:lnTo>
                  <a:lnTo>
                    <a:pt x="1876" y="566"/>
                  </a:lnTo>
                  <a:lnTo>
                    <a:pt x="1876" y="566"/>
                  </a:lnTo>
                  <a:lnTo>
                    <a:pt x="1874" y="566"/>
                  </a:lnTo>
                  <a:lnTo>
                    <a:pt x="1874" y="566"/>
                  </a:lnTo>
                  <a:lnTo>
                    <a:pt x="1871" y="563"/>
                  </a:lnTo>
                  <a:lnTo>
                    <a:pt x="1871" y="561"/>
                  </a:lnTo>
                  <a:lnTo>
                    <a:pt x="1874" y="558"/>
                  </a:lnTo>
                  <a:lnTo>
                    <a:pt x="1876" y="558"/>
                  </a:lnTo>
                  <a:lnTo>
                    <a:pt x="1878" y="561"/>
                  </a:lnTo>
                  <a:lnTo>
                    <a:pt x="1881" y="563"/>
                  </a:lnTo>
                  <a:lnTo>
                    <a:pt x="1881" y="558"/>
                  </a:lnTo>
                  <a:lnTo>
                    <a:pt x="1883" y="556"/>
                  </a:lnTo>
                  <a:lnTo>
                    <a:pt x="1883" y="551"/>
                  </a:lnTo>
                  <a:lnTo>
                    <a:pt x="1888" y="549"/>
                  </a:lnTo>
                  <a:lnTo>
                    <a:pt x="1888" y="556"/>
                  </a:lnTo>
                  <a:lnTo>
                    <a:pt x="1890" y="558"/>
                  </a:lnTo>
                  <a:lnTo>
                    <a:pt x="1890" y="563"/>
                  </a:lnTo>
                  <a:lnTo>
                    <a:pt x="1885" y="566"/>
                  </a:lnTo>
                  <a:lnTo>
                    <a:pt x="1883" y="566"/>
                  </a:lnTo>
                  <a:lnTo>
                    <a:pt x="1881" y="566"/>
                  </a:lnTo>
                  <a:lnTo>
                    <a:pt x="1881" y="568"/>
                  </a:lnTo>
                  <a:lnTo>
                    <a:pt x="1881" y="570"/>
                  </a:lnTo>
                  <a:lnTo>
                    <a:pt x="1881" y="570"/>
                  </a:lnTo>
                  <a:lnTo>
                    <a:pt x="1888" y="570"/>
                  </a:lnTo>
                  <a:lnTo>
                    <a:pt x="1890" y="585"/>
                  </a:lnTo>
                  <a:lnTo>
                    <a:pt x="1895" y="580"/>
                  </a:lnTo>
                  <a:lnTo>
                    <a:pt x="1897" y="577"/>
                  </a:lnTo>
                  <a:lnTo>
                    <a:pt x="1897" y="577"/>
                  </a:lnTo>
                  <a:lnTo>
                    <a:pt x="1902" y="580"/>
                  </a:lnTo>
                  <a:lnTo>
                    <a:pt x="1907" y="577"/>
                  </a:lnTo>
                  <a:lnTo>
                    <a:pt x="1911" y="573"/>
                  </a:lnTo>
                  <a:lnTo>
                    <a:pt x="1914" y="570"/>
                  </a:lnTo>
                  <a:lnTo>
                    <a:pt x="1914" y="566"/>
                  </a:lnTo>
                  <a:lnTo>
                    <a:pt x="1914" y="563"/>
                  </a:lnTo>
                  <a:lnTo>
                    <a:pt x="1914" y="563"/>
                  </a:lnTo>
                  <a:lnTo>
                    <a:pt x="1923" y="563"/>
                  </a:lnTo>
                  <a:lnTo>
                    <a:pt x="1928" y="561"/>
                  </a:lnTo>
                  <a:lnTo>
                    <a:pt x="1930" y="558"/>
                  </a:lnTo>
                  <a:lnTo>
                    <a:pt x="1933" y="554"/>
                  </a:lnTo>
                  <a:lnTo>
                    <a:pt x="1935" y="551"/>
                  </a:lnTo>
                  <a:lnTo>
                    <a:pt x="1940" y="549"/>
                  </a:lnTo>
                  <a:lnTo>
                    <a:pt x="1945" y="547"/>
                  </a:lnTo>
                  <a:lnTo>
                    <a:pt x="1968" y="544"/>
                  </a:lnTo>
                  <a:lnTo>
                    <a:pt x="1987" y="540"/>
                  </a:lnTo>
                  <a:lnTo>
                    <a:pt x="1999" y="537"/>
                  </a:lnTo>
                  <a:lnTo>
                    <a:pt x="2006" y="535"/>
                  </a:lnTo>
                  <a:lnTo>
                    <a:pt x="2018" y="532"/>
                  </a:lnTo>
                  <a:lnTo>
                    <a:pt x="2027" y="530"/>
                  </a:lnTo>
                  <a:lnTo>
                    <a:pt x="2034" y="532"/>
                  </a:lnTo>
                  <a:lnTo>
                    <a:pt x="2041" y="532"/>
                  </a:lnTo>
                  <a:lnTo>
                    <a:pt x="2049" y="525"/>
                  </a:lnTo>
                  <a:lnTo>
                    <a:pt x="2049" y="518"/>
                  </a:lnTo>
                  <a:lnTo>
                    <a:pt x="2049" y="518"/>
                  </a:lnTo>
                  <a:lnTo>
                    <a:pt x="2051" y="516"/>
                  </a:lnTo>
                  <a:lnTo>
                    <a:pt x="2053" y="513"/>
                  </a:lnTo>
                  <a:lnTo>
                    <a:pt x="2056" y="511"/>
                  </a:lnTo>
                  <a:lnTo>
                    <a:pt x="2060" y="509"/>
                  </a:lnTo>
                  <a:lnTo>
                    <a:pt x="2063" y="506"/>
                  </a:lnTo>
                  <a:lnTo>
                    <a:pt x="2065" y="502"/>
                  </a:lnTo>
                  <a:lnTo>
                    <a:pt x="2063" y="497"/>
                  </a:lnTo>
                  <a:close/>
                  <a:moveTo>
                    <a:pt x="989" y="106"/>
                  </a:moveTo>
                  <a:lnTo>
                    <a:pt x="989" y="106"/>
                  </a:lnTo>
                  <a:lnTo>
                    <a:pt x="989" y="106"/>
                  </a:lnTo>
                  <a:lnTo>
                    <a:pt x="989" y="106"/>
                  </a:lnTo>
                  <a:close/>
                  <a:moveTo>
                    <a:pt x="989" y="109"/>
                  </a:moveTo>
                  <a:lnTo>
                    <a:pt x="991" y="109"/>
                  </a:lnTo>
                  <a:lnTo>
                    <a:pt x="991" y="106"/>
                  </a:lnTo>
                  <a:lnTo>
                    <a:pt x="991" y="109"/>
                  </a:lnTo>
                  <a:lnTo>
                    <a:pt x="989" y="109"/>
                  </a:lnTo>
                  <a:close/>
                  <a:moveTo>
                    <a:pt x="1306" y="480"/>
                  </a:moveTo>
                  <a:lnTo>
                    <a:pt x="1306" y="480"/>
                  </a:lnTo>
                  <a:lnTo>
                    <a:pt x="1306" y="483"/>
                  </a:lnTo>
                  <a:lnTo>
                    <a:pt x="1308" y="483"/>
                  </a:lnTo>
                  <a:lnTo>
                    <a:pt x="1308" y="480"/>
                  </a:lnTo>
                  <a:lnTo>
                    <a:pt x="1308" y="480"/>
                  </a:lnTo>
                  <a:lnTo>
                    <a:pt x="1306" y="480"/>
                  </a:lnTo>
                  <a:close/>
                  <a:moveTo>
                    <a:pt x="1251" y="492"/>
                  </a:moveTo>
                  <a:lnTo>
                    <a:pt x="1254" y="492"/>
                  </a:lnTo>
                  <a:lnTo>
                    <a:pt x="1256" y="492"/>
                  </a:lnTo>
                  <a:lnTo>
                    <a:pt x="1256" y="490"/>
                  </a:lnTo>
                  <a:lnTo>
                    <a:pt x="1256" y="490"/>
                  </a:lnTo>
                  <a:lnTo>
                    <a:pt x="1254" y="490"/>
                  </a:lnTo>
                  <a:lnTo>
                    <a:pt x="1254" y="487"/>
                  </a:lnTo>
                  <a:lnTo>
                    <a:pt x="1254" y="487"/>
                  </a:lnTo>
                  <a:lnTo>
                    <a:pt x="1254" y="490"/>
                  </a:lnTo>
                  <a:lnTo>
                    <a:pt x="1251" y="490"/>
                  </a:lnTo>
                  <a:lnTo>
                    <a:pt x="1254" y="492"/>
                  </a:lnTo>
                  <a:lnTo>
                    <a:pt x="1254" y="492"/>
                  </a:lnTo>
                  <a:lnTo>
                    <a:pt x="1251" y="492"/>
                  </a:lnTo>
                  <a:close/>
                  <a:moveTo>
                    <a:pt x="1204" y="478"/>
                  </a:moveTo>
                  <a:lnTo>
                    <a:pt x="1204" y="478"/>
                  </a:lnTo>
                  <a:lnTo>
                    <a:pt x="1204" y="478"/>
                  </a:lnTo>
                  <a:lnTo>
                    <a:pt x="1204" y="478"/>
                  </a:lnTo>
                  <a:lnTo>
                    <a:pt x="1204" y="476"/>
                  </a:lnTo>
                  <a:lnTo>
                    <a:pt x="1204" y="473"/>
                  </a:lnTo>
                  <a:lnTo>
                    <a:pt x="1204" y="471"/>
                  </a:lnTo>
                  <a:lnTo>
                    <a:pt x="1204" y="471"/>
                  </a:lnTo>
                  <a:lnTo>
                    <a:pt x="1204" y="473"/>
                  </a:lnTo>
                  <a:lnTo>
                    <a:pt x="1204" y="473"/>
                  </a:lnTo>
                  <a:lnTo>
                    <a:pt x="1204" y="471"/>
                  </a:lnTo>
                  <a:lnTo>
                    <a:pt x="1204" y="471"/>
                  </a:lnTo>
                  <a:lnTo>
                    <a:pt x="1202" y="471"/>
                  </a:lnTo>
                  <a:lnTo>
                    <a:pt x="1202" y="471"/>
                  </a:lnTo>
                  <a:lnTo>
                    <a:pt x="1202" y="473"/>
                  </a:lnTo>
                  <a:lnTo>
                    <a:pt x="1199" y="473"/>
                  </a:lnTo>
                  <a:lnTo>
                    <a:pt x="1199" y="473"/>
                  </a:lnTo>
                  <a:lnTo>
                    <a:pt x="1199" y="473"/>
                  </a:lnTo>
                  <a:lnTo>
                    <a:pt x="1204" y="478"/>
                  </a:lnTo>
                  <a:lnTo>
                    <a:pt x="1204" y="478"/>
                  </a:lnTo>
                  <a:close/>
                  <a:moveTo>
                    <a:pt x="1206" y="461"/>
                  </a:moveTo>
                  <a:lnTo>
                    <a:pt x="1206" y="459"/>
                  </a:lnTo>
                  <a:lnTo>
                    <a:pt x="1206" y="459"/>
                  </a:lnTo>
                  <a:lnTo>
                    <a:pt x="1206" y="459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7"/>
                  </a:lnTo>
                  <a:lnTo>
                    <a:pt x="1204" y="459"/>
                  </a:lnTo>
                  <a:lnTo>
                    <a:pt x="1206" y="461"/>
                  </a:lnTo>
                  <a:close/>
                  <a:moveTo>
                    <a:pt x="681" y="253"/>
                  </a:moveTo>
                  <a:lnTo>
                    <a:pt x="681" y="253"/>
                  </a:lnTo>
                  <a:lnTo>
                    <a:pt x="679" y="255"/>
                  </a:lnTo>
                  <a:lnTo>
                    <a:pt x="679" y="255"/>
                  </a:lnTo>
                  <a:lnTo>
                    <a:pt x="679" y="253"/>
                  </a:lnTo>
                  <a:lnTo>
                    <a:pt x="676" y="253"/>
                  </a:lnTo>
                  <a:lnTo>
                    <a:pt x="676" y="253"/>
                  </a:lnTo>
                  <a:lnTo>
                    <a:pt x="676" y="251"/>
                  </a:lnTo>
                  <a:lnTo>
                    <a:pt x="676" y="251"/>
                  </a:lnTo>
                  <a:lnTo>
                    <a:pt x="674" y="248"/>
                  </a:lnTo>
                  <a:lnTo>
                    <a:pt x="674" y="248"/>
                  </a:lnTo>
                  <a:lnTo>
                    <a:pt x="674" y="248"/>
                  </a:lnTo>
                  <a:lnTo>
                    <a:pt x="674" y="251"/>
                  </a:lnTo>
                  <a:lnTo>
                    <a:pt x="674" y="251"/>
                  </a:lnTo>
                  <a:lnTo>
                    <a:pt x="672" y="248"/>
                  </a:lnTo>
                  <a:lnTo>
                    <a:pt x="672" y="248"/>
                  </a:lnTo>
                  <a:lnTo>
                    <a:pt x="672" y="251"/>
                  </a:lnTo>
                  <a:lnTo>
                    <a:pt x="674" y="253"/>
                  </a:lnTo>
                  <a:lnTo>
                    <a:pt x="672" y="253"/>
                  </a:lnTo>
                  <a:lnTo>
                    <a:pt x="672" y="255"/>
                  </a:lnTo>
                  <a:lnTo>
                    <a:pt x="669" y="255"/>
                  </a:lnTo>
                  <a:lnTo>
                    <a:pt x="667" y="255"/>
                  </a:lnTo>
                  <a:lnTo>
                    <a:pt x="667" y="253"/>
                  </a:lnTo>
                  <a:lnTo>
                    <a:pt x="667" y="253"/>
                  </a:lnTo>
                  <a:lnTo>
                    <a:pt x="665" y="253"/>
                  </a:lnTo>
                  <a:lnTo>
                    <a:pt x="662" y="251"/>
                  </a:lnTo>
                  <a:lnTo>
                    <a:pt x="660" y="248"/>
                  </a:lnTo>
                  <a:lnTo>
                    <a:pt x="660" y="248"/>
                  </a:lnTo>
                  <a:lnTo>
                    <a:pt x="660" y="248"/>
                  </a:lnTo>
                  <a:lnTo>
                    <a:pt x="658" y="248"/>
                  </a:lnTo>
                  <a:lnTo>
                    <a:pt x="658" y="248"/>
                  </a:lnTo>
                  <a:lnTo>
                    <a:pt x="655" y="246"/>
                  </a:lnTo>
                  <a:lnTo>
                    <a:pt x="655" y="248"/>
                  </a:lnTo>
                  <a:lnTo>
                    <a:pt x="655" y="248"/>
                  </a:lnTo>
                  <a:lnTo>
                    <a:pt x="658" y="248"/>
                  </a:lnTo>
                  <a:lnTo>
                    <a:pt x="669" y="255"/>
                  </a:lnTo>
                  <a:lnTo>
                    <a:pt x="669" y="255"/>
                  </a:lnTo>
                  <a:lnTo>
                    <a:pt x="672" y="255"/>
                  </a:lnTo>
                  <a:lnTo>
                    <a:pt x="674" y="255"/>
                  </a:lnTo>
                  <a:lnTo>
                    <a:pt x="674" y="255"/>
                  </a:lnTo>
                  <a:lnTo>
                    <a:pt x="676" y="255"/>
                  </a:lnTo>
                  <a:lnTo>
                    <a:pt x="676" y="258"/>
                  </a:lnTo>
                  <a:lnTo>
                    <a:pt x="684" y="253"/>
                  </a:lnTo>
                  <a:lnTo>
                    <a:pt x="684" y="253"/>
                  </a:lnTo>
                  <a:lnTo>
                    <a:pt x="681" y="253"/>
                  </a:lnTo>
                  <a:close/>
                  <a:moveTo>
                    <a:pt x="1173" y="476"/>
                  </a:moveTo>
                  <a:lnTo>
                    <a:pt x="1169" y="478"/>
                  </a:lnTo>
                  <a:lnTo>
                    <a:pt x="1171" y="480"/>
                  </a:lnTo>
                  <a:lnTo>
                    <a:pt x="1176" y="483"/>
                  </a:lnTo>
                  <a:lnTo>
                    <a:pt x="1180" y="485"/>
                  </a:lnTo>
                  <a:lnTo>
                    <a:pt x="1183" y="480"/>
                  </a:lnTo>
                  <a:lnTo>
                    <a:pt x="1176" y="478"/>
                  </a:lnTo>
                  <a:lnTo>
                    <a:pt x="1173" y="476"/>
                  </a:lnTo>
                  <a:close/>
                  <a:moveTo>
                    <a:pt x="90" y="210"/>
                  </a:moveTo>
                  <a:lnTo>
                    <a:pt x="92" y="210"/>
                  </a:lnTo>
                  <a:lnTo>
                    <a:pt x="94" y="210"/>
                  </a:lnTo>
                  <a:lnTo>
                    <a:pt x="97" y="213"/>
                  </a:lnTo>
                  <a:lnTo>
                    <a:pt x="99" y="210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2" y="210"/>
                  </a:lnTo>
                  <a:lnTo>
                    <a:pt x="102" y="208"/>
                  </a:lnTo>
                  <a:lnTo>
                    <a:pt x="102" y="208"/>
                  </a:lnTo>
                  <a:lnTo>
                    <a:pt x="99" y="208"/>
                  </a:lnTo>
                  <a:lnTo>
                    <a:pt x="99" y="208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2" y="206"/>
                  </a:lnTo>
                  <a:lnTo>
                    <a:pt x="90" y="208"/>
                  </a:lnTo>
                  <a:lnTo>
                    <a:pt x="90" y="208"/>
                  </a:lnTo>
                  <a:lnTo>
                    <a:pt x="90" y="208"/>
                  </a:lnTo>
                  <a:lnTo>
                    <a:pt x="90" y="210"/>
                  </a:lnTo>
                  <a:lnTo>
                    <a:pt x="90" y="210"/>
                  </a:lnTo>
                  <a:close/>
                  <a:moveTo>
                    <a:pt x="298" y="291"/>
                  </a:moveTo>
                  <a:lnTo>
                    <a:pt x="293" y="291"/>
                  </a:lnTo>
                  <a:lnTo>
                    <a:pt x="293" y="291"/>
                  </a:lnTo>
                  <a:lnTo>
                    <a:pt x="284" y="293"/>
                  </a:lnTo>
                  <a:lnTo>
                    <a:pt x="284" y="296"/>
                  </a:lnTo>
                  <a:lnTo>
                    <a:pt x="300" y="293"/>
                  </a:lnTo>
                  <a:lnTo>
                    <a:pt x="300" y="293"/>
                  </a:lnTo>
                  <a:lnTo>
                    <a:pt x="298" y="291"/>
                  </a:lnTo>
                  <a:lnTo>
                    <a:pt x="298" y="291"/>
                  </a:lnTo>
                  <a:close/>
                  <a:moveTo>
                    <a:pt x="206" y="128"/>
                  </a:moveTo>
                  <a:lnTo>
                    <a:pt x="206" y="125"/>
                  </a:lnTo>
                  <a:lnTo>
                    <a:pt x="206" y="125"/>
                  </a:lnTo>
                  <a:lnTo>
                    <a:pt x="208" y="123"/>
                  </a:lnTo>
                  <a:lnTo>
                    <a:pt x="210" y="123"/>
                  </a:lnTo>
                  <a:lnTo>
                    <a:pt x="210" y="121"/>
                  </a:lnTo>
                  <a:lnTo>
                    <a:pt x="213" y="121"/>
                  </a:lnTo>
                  <a:lnTo>
                    <a:pt x="213" y="121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3" y="123"/>
                  </a:lnTo>
                  <a:lnTo>
                    <a:pt x="215" y="123"/>
                  </a:lnTo>
                  <a:lnTo>
                    <a:pt x="215" y="121"/>
                  </a:lnTo>
                  <a:lnTo>
                    <a:pt x="213" y="121"/>
                  </a:lnTo>
                  <a:lnTo>
                    <a:pt x="210" y="121"/>
                  </a:lnTo>
                  <a:lnTo>
                    <a:pt x="206" y="123"/>
                  </a:lnTo>
                  <a:lnTo>
                    <a:pt x="206" y="125"/>
                  </a:lnTo>
                  <a:lnTo>
                    <a:pt x="203" y="128"/>
                  </a:lnTo>
                  <a:lnTo>
                    <a:pt x="206" y="128"/>
                  </a:lnTo>
                  <a:lnTo>
                    <a:pt x="206" y="128"/>
                  </a:lnTo>
                  <a:close/>
                  <a:moveTo>
                    <a:pt x="724" y="9"/>
                  </a:moveTo>
                  <a:lnTo>
                    <a:pt x="726" y="7"/>
                  </a:lnTo>
                  <a:lnTo>
                    <a:pt x="726" y="5"/>
                  </a:lnTo>
                  <a:lnTo>
                    <a:pt x="726" y="5"/>
                  </a:lnTo>
                  <a:lnTo>
                    <a:pt x="724" y="5"/>
                  </a:lnTo>
                  <a:lnTo>
                    <a:pt x="724" y="7"/>
                  </a:lnTo>
                  <a:lnTo>
                    <a:pt x="724" y="9"/>
                  </a:lnTo>
                  <a:lnTo>
                    <a:pt x="724" y="9"/>
                  </a:lnTo>
                  <a:close/>
                  <a:moveTo>
                    <a:pt x="807" y="12"/>
                  </a:moveTo>
                  <a:lnTo>
                    <a:pt x="809" y="14"/>
                  </a:lnTo>
                  <a:lnTo>
                    <a:pt x="811" y="14"/>
                  </a:lnTo>
                  <a:lnTo>
                    <a:pt x="816" y="14"/>
                  </a:lnTo>
                  <a:lnTo>
                    <a:pt x="818" y="14"/>
                  </a:lnTo>
                  <a:lnTo>
                    <a:pt x="821" y="16"/>
                  </a:lnTo>
                  <a:lnTo>
                    <a:pt x="821" y="14"/>
                  </a:lnTo>
                  <a:lnTo>
                    <a:pt x="823" y="14"/>
                  </a:lnTo>
                  <a:lnTo>
                    <a:pt x="823" y="12"/>
                  </a:lnTo>
                  <a:lnTo>
                    <a:pt x="826" y="12"/>
                  </a:lnTo>
                  <a:lnTo>
                    <a:pt x="823" y="9"/>
                  </a:lnTo>
                  <a:lnTo>
                    <a:pt x="823" y="9"/>
                  </a:lnTo>
                  <a:lnTo>
                    <a:pt x="821" y="9"/>
                  </a:lnTo>
                  <a:lnTo>
                    <a:pt x="821" y="9"/>
                  </a:lnTo>
                  <a:lnTo>
                    <a:pt x="816" y="12"/>
                  </a:lnTo>
                  <a:lnTo>
                    <a:pt x="814" y="12"/>
                  </a:lnTo>
                  <a:lnTo>
                    <a:pt x="814" y="9"/>
                  </a:lnTo>
                  <a:lnTo>
                    <a:pt x="811" y="9"/>
                  </a:lnTo>
                  <a:lnTo>
                    <a:pt x="811" y="9"/>
                  </a:lnTo>
                  <a:lnTo>
                    <a:pt x="809" y="9"/>
                  </a:lnTo>
                  <a:lnTo>
                    <a:pt x="807" y="9"/>
                  </a:lnTo>
                  <a:lnTo>
                    <a:pt x="804" y="12"/>
                  </a:lnTo>
                  <a:lnTo>
                    <a:pt x="804" y="14"/>
                  </a:lnTo>
                  <a:lnTo>
                    <a:pt x="807" y="12"/>
                  </a:lnTo>
                  <a:lnTo>
                    <a:pt x="807" y="12"/>
                  </a:lnTo>
                  <a:close/>
                  <a:moveTo>
                    <a:pt x="331" y="322"/>
                  </a:moveTo>
                  <a:lnTo>
                    <a:pt x="331" y="319"/>
                  </a:lnTo>
                  <a:lnTo>
                    <a:pt x="331" y="319"/>
                  </a:lnTo>
                  <a:lnTo>
                    <a:pt x="329" y="317"/>
                  </a:lnTo>
                  <a:lnTo>
                    <a:pt x="329" y="315"/>
                  </a:lnTo>
                  <a:lnTo>
                    <a:pt x="329" y="317"/>
                  </a:lnTo>
                  <a:lnTo>
                    <a:pt x="329" y="319"/>
                  </a:lnTo>
                  <a:lnTo>
                    <a:pt x="331" y="324"/>
                  </a:lnTo>
                  <a:lnTo>
                    <a:pt x="333" y="326"/>
                  </a:lnTo>
                  <a:lnTo>
                    <a:pt x="333" y="324"/>
                  </a:lnTo>
                  <a:lnTo>
                    <a:pt x="331" y="322"/>
                  </a:lnTo>
                  <a:close/>
                  <a:moveTo>
                    <a:pt x="587" y="291"/>
                  </a:moveTo>
                  <a:lnTo>
                    <a:pt x="587" y="291"/>
                  </a:lnTo>
                  <a:lnTo>
                    <a:pt x="587" y="293"/>
                  </a:lnTo>
                  <a:lnTo>
                    <a:pt x="587" y="293"/>
                  </a:lnTo>
                  <a:lnTo>
                    <a:pt x="587" y="293"/>
                  </a:lnTo>
                  <a:lnTo>
                    <a:pt x="589" y="291"/>
                  </a:lnTo>
                  <a:lnTo>
                    <a:pt x="589" y="291"/>
                  </a:lnTo>
                  <a:lnTo>
                    <a:pt x="589" y="291"/>
                  </a:lnTo>
                  <a:lnTo>
                    <a:pt x="587" y="291"/>
                  </a:lnTo>
                  <a:close/>
                  <a:moveTo>
                    <a:pt x="745" y="26"/>
                  </a:moveTo>
                  <a:lnTo>
                    <a:pt x="752" y="23"/>
                  </a:lnTo>
                  <a:lnTo>
                    <a:pt x="755" y="26"/>
                  </a:lnTo>
                  <a:lnTo>
                    <a:pt x="757" y="26"/>
                  </a:lnTo>
                  <a:lnTo>
                    <a:pt x="759" y="26"/>
                  </a:lnTo>
                  <a:lnTo>
                    <a:pt x="762" y="23"/>
                  </a:lnTo>
                  <a:lnTo>
                    <a:pt x="764" y="21"/>
                  </a:lnTo>
                  <a:lnTo>
                    <a:pt x="764" y="21"/>
                  </a:lnTo>
                  <a:lnTo>
                    <a:pt x="762" y="21"/>
                  </a:lnTo>
                  <a:lnTo>
                    <a:pt x="759" y="16"/>
                  </a:lnTo>
                  <a:lnTo>
                    <a:pt x="759" y="16"/>
                  </a:lnTo>
                  <a:lnTo>
                    <a:pt x="759" y="21"/>
                  </a:lnTo>
                  <a:lnTo>
                    <a:pt x="755" y="16"/>
                  </a:lnTo>
                  <a:lnTo>
                    <a:pt x="755" y="16"/>
                  </a:lnTo>
                  <a:lnTo>
                    <a:pt x="752" y="16"/>
                  </a:lnTo>
                  <a:lnTo>
                    <a:pt x="755" y="19"/>
                  </a:lnTo>
                  <a:lnTo>
                    <a:pt x="755" y="21"/>
                  </a:lnTo>
                  <a:lnTo>
                    <a:pt x="757" y="21"/>
                  </a:lnTo>
                  <a:lnTo>
                    <a:pt x="752" y="21"/>
                  </a:lnTo>
                  <a:lnTo>
                    <a:pt x="747" y="21"/>
                  </a:lnTo>
                  <a:lnTo>
                    <a:pt x="745" y="21"/>
                  </a:lnTo>
                  <a:lnTo>
                    <a:pt x="736" y="31"/>
                  </a:lnTo>
                  <a:lnTo>
                    <a:pt x="733" y="33"/>
                  </a:lnTo>
                  <a:lnTo>
                    <a:pt x="740" y="28"/>
                  </a:lnTo>
                  <a:lnTo>
                    <a:pt x="745" y="26"/>
                  </a:lnTo>
                  <a:close/>
                  <a:moveTo>
                    <a:pt x="421" y="156"/>
                  </a:moveTo>
                  <a:lnTo>
                    <a:pt x="419" y="156"/>
                  </a:lnTo>
                  <a:lnTo>
                    <a:pt x="419" y="156"/>
                  </a:lnTo>
                  <a:lnTo>
                    <a:pt x="416" y="158"/>
                  </a:lnTo>
                  <a:lnTo>
                    <a:pt x="419" y="161"/>
                  </a:lnTo>
                  <a:lnTo>
                    <a:pt x="421" y="158"/>
                  </a:lnTo>
                  <a:lnTo>
                    <a:pt x="421" y="156"/>
                  </a:lnTo>
                  <a:close/>
                  <a:moveTo>
                    <a:pt x="478" y="360"/>
                  </a:moveTo>
                  <a:lnTo>
                    <a:pt x="478" y="360"/>
                  </a:lnTo>
                  <a:lnTo>
                    <a:pt x="478" y="360"/>
                  </a:lnTo>
                  <a:lnTo>
                    <a:pt x="473" y="357"/>
                  </a:lnTo>
                  <a:lnTo>
                    <a:pt x="473" y="360"/>
                  </a:lnTo>
                  <a:lnTo>
                    <a:pt x="471" y="360"/>
                  </a:lnTo>
                  <a:lnTo>
                    <a:pt x="473" y="360"/>
                  </a:lnTo>
                  <a:lnTo>
                    <a:pt x="475" y="362"/>
                  </a:lnTo>
                  <a:lnTo>
                    <a:pt x="478" y="362"/>
                  </a:lnTo>
                  <a:lnTo>
                    <a:pt x="480" y="362"/>
                  </a:lnTo>
                  <a:lnTo>
                    <a:pt x="480" y="360"/>
                  </a:lnTo>
                  <a:lnTo>
                    <a:pt x="480" y="360"/>
                  </a:lnTo>
                  <a:lnTo>
                    <a:pt x="478" y="360"/>
                  </a:lnTo>
                  <a:close/>
                  <a:moveTo>
                    <a:pt x="506" y="355"/>
                  </a:moveTo>
                  <a:lnTo>
                    <a:pt x="504" y="355"/>
                  </a:lnTo>
                  <a:lnTo>
                    <a:pt x="504" y="355"/>
                  </a:lnTo>
                  <a:lnTo>
                    <a:pt x="506" y="355"/>
                  </a:lnTo>
                  <a:lnTo>
                    <a:pt x="506" y="353"/>
                  </a:lnTo>
                  <a:lnTo>
                    <a:pt x="504" y="353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501" y="355"/>
                  </a:lnTo>
                  <a:lnTo>
                    <a:pt x="499" y="357"/>
                  </a:lnTo>
                  <a:lnTo>
                    <a:pt x="497" y="355"/>
                  </a:lnTo>
                  <a:lnTo>
                    <a:pt x="497" y="357"/>
                  </a:lnTo>
                  <a:lnTo>
                    <a:pt x="494" y="360"/>
                  </a:lnTo>
                  <a:lnTo>
                    <a:pt x="497" y="360"/>
                  </a:lnTo>
                  <a:lnTo>
                    <a:pt x="497" y="357"/>
                  </a:lnTo>
                  <a:lnTo>
                    <a:pt x="501" y="357"/>
                  </a:lnTo>
                  <a:lnTo>
                    <a:pt x="504" y="357"/>
                  </a:lnTo>
                  <a:lnTo>
                    <a:pt x="506" y="355"/>
                  </a:lnTo>
                  <a:lnTo>
                    <a:pt x="506" y="355"/>
                  </a:lnTo>
                  <a:lnTo>
                    <a:pt x="506" y="355"/>
                  </a:lnTo>
                  <a:close/>
                  <a:moveTo>
                    <a:pt x="478" y="175"/>
                  </a:moveTo>
                  <a:lnTo>
                    <a:pt x="478" y="175"/>
                  </a:lnTo>
                  <a:lnTo>
                    <a:pt x="478" y="177"/>
                  </a:lnTo>
                  <a:lnTo>
                    <a:pt x="478" y="177"/>
                  </a:lnTo>
                  <a:lnTo>
                    <a:pt x="478" y="175"/>
                  </a:lnTo>
                  <a:lnTo>
                    <a:pt x="478" y="175"/>
                  </a:lnTo>
                  <a:lnTo>
                    <a:pt x="478" y="173"/>
                  </a:lnTo>
                  <a:lnTo>
                    <a:pt x="478" y="170"/>
                  </a:lnTo>
                  <a:lnTo>
                    <a:pt x="478" y="170"/>
                  </a:lnTo>
                  <a:lnTo>
                    <a:pt x="478" y="173"/>
                  </a:lnTo>
                  <a:lnTo>
                    <a:pt x="478" y="175"/>
                  </a:lnTo>
                  <a:lnTo>
                    <a:pt x="478" y="175"/>
                  </a:lnTo>
                  <a:close/>
                  <a:moveTo>
                    <a:pt x="456" y="326"/>
                  </a:moveTo>
                  <a:lnTo>
                    <a:pt x="456" y="329"/>
                  </a:lnTo>
                  <a:lnTo>
                    <a:pt x="454" y="326"/>
                  </a:lnTo>
                  <a:lnTo>
                    <a:pt x="454" y="326"/>
                  </a:lnTo>
                  <a:lnTo>
                    <a:pt x="454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6"/>
                  </a:lnTo>
                  <a:lnTo>
                    <a:pt x="452" y="324"/>
                  </a:lnTo>
                  <a:lnTo>
                    <a:pt x="452" y="324"/>
                  </a:lnTo>
                  <a:lnTo>
                    <a:pt x="452" y="324"/>
                  </a:lnTo>
                  <a:lnTo>
                    <a:pt x="449" y="322"/>
                  </a:lnTo>
                  <a:lnTo>
                    <a:pt x="447" y="322"/>
                  </a:lnTo>
                  <a:lnTo>
                    <a:pt x="447" y="322"/>
                  </a:lnTo>
                  <a:lnTo>
                    <a:pt x="449" y="324"/>
                  </a:lnTo>
                  <a:lnTo>
                    <a:pt x="449" y="326"/>
                  </a:lnTo>
                  <a:lnTo>
                    <a:pt x="449" y="326"/>
                  </a:lnTo>
                  <a:lnTo>
                    <a:pt x="449" y="329"/>
                  </a:lnTo>
                  <a:lnTo>
                    <a:pt x="449" y="329"/>
                  </a:lnTo>
                  <a:lnTo>
                    <a:pt x="452" y="329"/>
                  </a:lnTo>
                  <a:lnTo>
                    <a:pt x="452" y="329"/>
                  </a:lnTo>
                  <a:lnTo>
                    <a:pt x="452" y="331"/>
                  </a:lnTo>
                  <a:lnTo>
                    <a:pt x="449" y="331"/>
                  </a:lnTo>
                  <a:lnTo>
                    <a:pt x="452" y="331"/>
                  </a:lnTo>
                  <a:lnTo>
                    <a:pt x="454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6" y="331"/>
                  </a:lnTo>
                  <a:lnTo>
                    <a:pt x="459" y="331"/>
                  </a:lnTo>
                  <a:lnTo>
                    <a:pt x="459" y="331"/>
                  </a:lnTo>
                  <a:lnTo>
                    <a:pt x="456" y="326"/>
                  </a:lnTo>
                  <a:close/>
                  <a:moveTo>
                    <a:pt x="442" y="300"/>
                  </a:moveTo>
                  <a:lnTo>
                    <a:pt x="442" y="300"/>
                  </a:lnTo>
                  <a:lnTo>
                    <a:pt x="445" y="298"/>
                  </a:lnTo>
                  <a:lnTo>
                    <a:pt x="445" y="298"/>
                  </a:lnTo>
                  <a:lnTo>
                    <a:pt x="442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0" y="296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298"/>
                  </a:lnTo>
                  <a:lnTo>
                    <a:pt x="442" y="300"/>
                  </a:lnTo>
                  <a:close/>
                  <a:moveTo>
                    <a:pt x="435" y="293"/>
                  </a:moveTo>
                  <a:lnTo>
                    <a:pt x="435" y="296"/>
                  </a:lnTo>
                  <a:lnTo>
                    <a:pt x="438" y="296"/>
                  </a:lnTo>
                  <a:lnTo>
                    <a:pt x="438" y="296"/>
                  </a:lnTo>
                  <a:lnTo>
                    <a:pt x="435" y="296"/>
                  </a:lnTo>
                  <a:lnTo>
                    <a:pt x="435" y="29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1" name="Freeform 30"/>
            <p:cNvSpPr>
              <a:spLocks/>
            </p:cNvSpPr>
            <p:nvPr/>
          </p:nvSpPr>
          <p:spPr bwMode="auto">
            <a:xfrm>
              <a:off x="1366" y="346"/>
              <a:ext cx="0" cy="3"/>
            </a:xfrm>
            <a:custGeom>
              <a:avLst/>
              <a:gdLst>
                <a:gd name="T0" fmla="*/ 3 h 3"/>
                <a:gd name="T1" fmla="*/ 3 h 3"/>
                <a:gd name="T2" fmla="*/ 3 h 3"/>
                <a:gd name="T3" fmla="*/ 0 h 3"/>
                <a:gd name="T4" fmla="*/ 3 h 3"/>
                <a:gd name="T5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2" name="Freeform 31"/>
            <p:cNvSpPr>
              <a:spLocks/>
            </p:cNvSpPr>
            <p:nvPr/>
          </p:nvSpPr>
          <p:spPr bwMode="auto">
            <a:xfrm>
              <a:off x="1361" y="351"/>
              <a:ext cx="2" cy="0"/>
            </a:xfrm>
            <a:custGeom>
              <a:avLst/>
              <a:gdLst>
                <a:gd name="T0" fmla="*/ 2 w 2"/>
                <a:gd name="T1" fmla="*/ 0 w 2"/>
                <a:gd name="T2" fmla="*/ 0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3" name="Freeform 32"/>
            <p:cNvSpPr>
              <a:spLocks/>
            </p:cNvSpPr>
            <p:nvPr/>
          </p:nvSpPr>
          <p:spPr bwMode="auto">
            <a:xfrm>
              <a:off x="1375" y="349"/>
              <a:ext cx="3" cy="2"/>
            </a:xfrm>
            <a:custGeom>
              <a:avLst/>
              <a:gdLst>
                <a:gd name="T0" fmla="*/ 3 w 3"/>
                <a:gd name="T1" fmla="*/ 0 h 2"/>
                <a:gd name="T2" fmla="*/ 3 w 3"/>
                <a:gd name="T3" fmla="*/ 2 h 2"/>
                <a:gd name="T4" fmla="*/ 0 w 3"/>
                <a:gd name="T5" fmla="*/ 0 h 2"/>
                <a:gd name="T6" fmla="*/ 3 w 3"/>
                <a:gd name="T7" fmla="*/ 0 h 2"/>
                <a:gd name="T8" fmla="*/ 3 w 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4" name="Rectangle 33"/>
            <p:cNvSpPr>
              <a:spLocks noChangeArrowheads="1"/>
            </p:cNvSpPr>
            <p:nvPr/>
          </p:nvSpPr>
          <p:spPr bwMode="auto">
            <a:xfrm>
              <a:off x="1356" y="361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5" name="Rectangle 34"/>
            <p:cNvSpPr>
              <a:spLocks noChangeArrowheads="1"/>
            </p:cNvSpPr>
            <p:nvPr/>
          </p:nvSpPr>
          <p:spPr bwMode="auto">
            <a:xfrm>
              <a:off x="1406" y="361"/>
              <a:ext cx="1" cy="2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6" name="Freeform 35"/>
            <p:cNvSpPr>
              <a:spLocks/>
            </p:cNvSpPr>
            <p:nvPr/>
          </p:nvSpPr>
          <p:spPr bwMode="auto">
            <a:xfrm>
              <a:off x="1408" y="3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7" name="Freeform 36"/>
            <p:cNvSpPr>
              <a:spLocks/>
            </p:cNvSpPr>
            <p:nvPr/>
          </p:nvSpPr>
          <p:spPr bwMode="auto">
            <a:xfrm>
              <a:off x="1330" y="443"/>
              <a:ext cx="0" cy="3"/>
            </a:xfrm>
            <a:custGeom>
              <a:avLst/>
              <a:gdLst>
                <a:gd name="T0" fmla="*/ 0 h 3"/>
                <a:gd name="T1" fmla="*/ 3 h 3"/>
                <a:gd name="T2" fmla="*/ 0 h 3"/>
                <a:gd name="T3" fmla="*/ 0 h 3"/>
                <a:gd name="T4" fmla="*/ 0 h 3"/>
                <a:gd name="T5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8" name="Freeform 37"/>
            <p:cNvSpPr>
              <a:spLocks/>
            </p:cNvSpPr>
            <p:nvPr/>
          </p:nvSpPr>
          <p:spPr bwMode="auto">
            <a:xfrm>
              <a:off x="1337" y="455"/>
              <a:ext cx="3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69" name="Freeform 38"/>
            <p:cNvSpPr>
              <a:spLocks/>
            </p:cNvSpPr>
            <p:nvPr/>
          </p:nvSpPr>
          <p:spPr bwMode="auto">
            <a:xfrm>
              <a:off x="1349" y="474"/>
              <a:ext cx="0" cy="3"/>
            </a:xfrm>
            <a:custGeom>
              <a:avLst/>
              <a:gdLst>
                <a:gd name="T0" fmla="*/ 0 h 3"/>
                <a:gd name="T1" fmla="*/ 3 h 3"/>
                <a:gd name="T2" fmla="*/ 0 h 3"/>
                <a:gd name="T3" fmla="*/ 0 h 3"/>
                <a:gd name="T4" fmla="*/ 0 h 3"/>
                <a:gd name="T5" fmla="*/ 0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0" name="Freeform 39"/>
            <p:cNvSpPr>
              <a:spLocks/>
            </p:cNvSpPr>
            <p:nvPr/>
          </p:nvSpPr>
          <p:spPr bwMode="auto">
            <a:xfrm>
              <a:off x="1352" y="47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1" name="Rectangle 40"/>
            <p:cNvSpPr>
              <a:spLocks noChangeArrowheads="1"/>
            </p:cNvSpPr>
            <p:nvPr/>
          </p:nvSpPr>
          <p:spPr bwMode="auto">
            <a:xfrm>
              <a:off x="1354" y="484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2" name="Freeform 41"/>
            <p:cNvSpPr>
              <a:spLocks/>
            </p:cNvSpPr>
            <p:nvPr/>
          </p:nvSpPr>
          <p:spPr bwMode="auto">
            <a:xfrm>
              <a:off x="1359" y="49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3" name="Rectangle 42"/>
            <p:cNvSpPr>
              <a:spLocks noChangeArrowheads="1"/>
            </p:cNvSpPr>
            <p:nvPr/>
          </p:nvSpPr>
          <p:spPr bwMode="auto">
            <a:xfrm>
              <a:off x="1359" y="49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4" name="Rectangle 43"/>
            <p:cNvSpPr>
              <a:spLocks noChangeArrowheads="1"/>
            </p:cNvSpPr>
            <p:nvPr/>
          </p:nvSpPr>
          <p:spPr bwMode="auto">
            <a:xfrm>
              <a:off x="1361" y="503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5" name="Freeform 44"/>
            <p:cNvSpPr>
              <a:spLocks/>
            </p:cNvSpPr>
            <p:nvPr/>
          </p:nvSpPr>
          <p:spPr bwMode="auto">
            <a:xfrm>
              <a:off x="1361" y="505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6" name="Freeform 45"/>
            <p:cNvSpPr>
              <a:spLocks/>
            </p:cNvSpPr>
            <p:nvPr/>
          </p:nvSpPr>
          <p:spPr bwMode="auto">
            <a:xfrm>
              <a:off x="1363" y="510"/>
              <a:ext cx="0" cy="2"/>
            </a:xfrm>
            <a:custGeom>
              <a:avLst/>
              <a:gdLst>
                <a:gd name="T0" fmla="*/ 0 h 2"/>
                <a:gd name="T1" fmla="*/ 2 h 2"/>
                <a:gd name="T2" fmla="*/ 0 h 2"/>
                <a:gd name="T3" fmla="*/ 0 h 2"/>
                <a:gd name="T4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7" name="Freeform 46"/>
            <p:cNvSpPr>
              <a:spLocks/>
            </p:cNvSpPr>
            <p:nvPr/>
          </p:nvSpPr>
          <p:spPr bwMode="auto">
            <a:xfrm>
              <a:off x="1742" y="720"/>
              <a:ext cx="5" cy="3"/>
            </a:xfrm>
            <a:custGeom>
              <a:avLst/>
              <a:gdLst>
                <a:gd name="T0" fmla="*/ 5 w 5"/>
                <a:gd name="T1" fmla="*/ 0 h 3"/>
                <a:gd name="T2" fmla="*/ 5 w 5"/>
                <a:gd name="T3" fmla="*/ 3 h 3"/>
                <a:gd name="T4" fmla="*/ 2 w 5"/>
                <a:gd name="T5" fmla="*/ 3 h 3"/>
                <a:gd name="T6" fmla="*/ 2 w 5"/>
                <a:gd name="T7" fmla="*/ 0 h 3"/>
                <a:gd name="T8" fmla="*/ 0 w 5"/>
                <a:gd name="T9" fmla="*/ 0 h 3"/>
                <a:gd name="T10" fmla="*/ 2 w 5"/>
                <a:gd name="T11" fmla="*/ 0 h 3"/>
                <a:gd name="T12" fmla="*/ 5 w 5"/>
                <a:gd name="T13" fmla="*/ 0 h 3"/>
                <a:gd name="T14" fmla="*/ 5 w 5"/>
                <a:gd name="T15" fmla="*/ 0 h 3"/>
                <a:gd name="T16" fmla="*/ 5 w 5"/>
                <a:gd name="T1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8" name="Freeform 47"/>
            <p:cNvSpPr>
              <a:spLocks/>
            </p:cNvSpPr>
            <p:nvPr/>
          </p:nvSpPr>
          <p:spPr bwMode="auto">
            <a:xfrm>
              <a:off x="1179" y="770"/>
              <a:ext cx="0" cy="3"/>
            </a:xfrm>
            <a:custGeom>
              <a:avLst/>
              <a:gdLst>
                <a:gd name="T0" fmla="*/ 3 h 3"/>
                <a:gd name="T1" fmla="*/ 3 h 3"/>
                <a:gd name="T2" fmla="*/ 0 h 3"/>
                <a:gd name="T3" fmla="*/ 3 h 3"/>
                <a:gd name="T4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79" name="Rectangle 48"/>
            <p:cNvSpPr>
              <a:spLocks noChangeArrowheads="1"/>
            </p:cNvSpPr>
            <p:nvPr/>
          </p:nvSpPr>
          <p:spPr bwMode="auto">
            <a:xfrm>
              <a:off x="1172" y="773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0" name="Rectangle 49"/>
            <p:cNvSpPr>
              <a:spLocks noChangeArrowheads="1"/>
            </p:cNvSpPr>
            <p:nvPr/>
          </p:nvSpPr>
          <p:spPr bwMode="auto">
            <a:xfrm>
              <a:off x="1160" y="777"/>
              <a:ext cx="2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1" name="Freeform 50"/>
            <p:cNvSpPr>
              <a:spLocks/>
            </p:cNvSpPr>
            <p:nvPr/>
          </p:nvSpPr>
          <p:spPr bwMode="auto">
            <a:xfrm>
              <a:off x="1158" y="777"/>
              <a:ext cx="0" cy="3"/>
            </a:xfrm>
            <a:custGeom>
              <a:avLst/>
              <a:gdLst>
                <a:gd name="T0" fmla="*/ 3 h 3"/>
                <a:gd name="T1" fmla="*/ 3 h 3"/>
                <a:gd name="T2" fmla="*/ 0 h 3"/>
                <a:gd name="T3" fmla="*/ 3 h 3"/>
                <a:gd name="T4" fmla="*/ 3 h 3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3">
                  <a:moveTo>
                    <a:pt x="0" y="3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2" name="Freeform 51"/>
            <p:cNvSpPr>
              <a:spLocks/>
            </p:cNvSpPr>
            <p:nvPr/>
          </p:nvSpPr>
          <p:spPr bwMode="auto">
            <a:xfrm>
              <a:off x="1139" y="787"/>
              <a:ext cx="2" cy="0"/>
            </a:xfrm>
            <a:custGeom>
              <a:avLst/>
              <a:gdLst>
                <a:gd name="T0" fmla="*/ 2 w 2"/>
                <a:gd name="T1" fmla="*/ 0 w 2"/>
                <a:gd name="T2" fmla="*/ 2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3" name="Rectangle 52"/>
            <p:cNvSpPr>
              <a:spLocks noChangeArrowheads="1"/>
            </p:cNvSpPr>
            <p:nvPr/>
          </p:nvSpPr>
          <p:spPr bwMode="auto">
            <a:xfrm>
              <a:off x="1274" y="803"/>
              <a:ext cx="2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4" name="Freeform 53"/>
            <p:cNvSpPr>
              <a:spLocks/>
            </p:cNvSpPr>
            <p:nvPr/>
          </p:nvSpPr>
          <p:spPr bwMode="auto">
            <a:xfrm>
              <a:off x="1628" y="787"/>
              <a:ext cx="5" cy="2"/>
            </a:xfrm>
            <a:custGeom>
              <a:avLst/>
              <a:gdLst>
                <a:gd name="T0" fmla="*/ 5 w 5"/>
                <a:gd name="T1" fmla="*/ 0 h 2"/>
                <a:gd name="T2" fmla="*/ 3 w 5"/>
                <a:gd name="T3" fmla="*/ 2 h 2"/>
                <a:gd name="T4" fmla="*/ 3 w 5"/>
                <a:gd name="T5" fmla="*/ 2 h 2"/>
                <a:gd name="T6" fmla="*/ 0 w 5"/>
                <a:gd name="T7" fmla="*/ 0 h 2"/>
                <a:gd name="T8" fmla="*/ 0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5" name="Freeform 54"/>
            <p:cNvSpPr>
              <a:spLocks/>
            </p:cNvSpPr>
            <p:nvPr/>
          </p:nvSpPr>
          <p:spPr bwMode="auto">
            <a:xfrm>
              <a:off x="1153" y="836"/>
              <a:ext cx="2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  <a:gd name="T4" fmla="*/ 2 w 2"/>
                <a:gd name="T5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6" name="Rectangle 55"/>
            <p:cNvSpPr>
              <a:spLocks noChangeArrowheads="1"/>
            </p:cNvSpPr>
            <p:nvPr/>
          </p:nvSpPr>
          <p:spPr bwMode="auto">
            <a:xfrm>
              <a:off x="1155" y="83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7" name="Rectangle 56"/>
            <p:cNvSpPr>
              <a:spLocks noChangeArrowheads="1"/>
            </p:cNvSpPr>
            <p:nvPr/>
          </p:nvSpPr>
          <p:spPr bwMode="auto">
            <a:xfrm>
              <a:off x="1155" y="836"/>
              <a:ext cx="1" cy="1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8" name="Freeform 57"/>
            <p:cNvSpPr>
              <a:spLocks/>
            </p:cNvSpPr>
            <p:nvPr/>
          </p:nvSpPr>
          <p:spPr bwMode="auto">
            <a:xfrm>
              <a:off x="1153" y="834"/>
              <a:ext cx="2" cy="2"/>
            </a:xfrm>
            <a:custGeom>
              <a:avLst/>
              <a:gdLst>
                <a:gd name="T0" fmla="*/ 2 w 2"/>
                <a:gd name="T1" fmla="*/ 2 h 2"/>
                <a:gd name="T2" fmla="*/ 0 w 2"/>
                <a:gd name="T3" fmla="*/ 0 h 2"/>
                <a:gd name="T4" fmla="*/ 0 w 2"/>
                <a:gd name="T5" fmla="*/ 0 h 2"/>
                <a:gd name="T6" fmla="*/ 2 w 2"/>
                <a:gd name="T7" fmla="*/ 0 h 2"/>
                <a:gd name="T8" fmla="*/ 2 w 2"/>
                <a:gd name="T9" fmla="*/ 2 h 2"/>
                <a:gd name="T10" fmla="*/ 2 w 2"/>
                <a:gd name="T11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89" name="Rectangle 58"/>
            <p:cNvSpPr>
              <a:spLocks noChangeArrowheads="1"/>
            </p:cNvSpPr>
            <p:nvPr/>
          </p:nvSpPr>
          <p:spPr bwMode="auto">
            <a:xfrm>
              <a:off x="1288" y="827"/>
              <a:ext cx="1" cy="2"/>
            </a:xfrm>
            <a:prstGeom prst="rect">
              <a:avLst/>
            </a:pr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0" name="Freeform 59"/>
            <p:cNvSpPr>
              <a:spLocks/>
            </p:cNvSpPr>
            <p:nvPr/>
          </p:nvSpPr>
          <p:spPr bwMode="auto">
            <a:xfrm>
              <a:off x="1647" y="799"/>
              <a:ext cx="5" cy="4"/>
            </a:xfrm>
            <a:custGeom>
              <a:avLst/>
              <a:gdLst>
                <a:gd name="T0" fmla="*/ 5 w 5"/>
                <a:gd name="T1" fmla="*/ 4 h 4"/>
                <a:gd name="T2" fmla="*/ 3 w 5"/>
                <a:gd name="T3" fmla="*/ 4 h 4"/>
                <a:gd name="T4" fmla="*/ 3 w 5"/>
                <a:gd name="T5" fmla="*/ 4 h 4"/>
                <a:gd name="T6" fmla="*/ 0 w 5"/>
                <a:gd name="T7" fmla="*/ 4 h 4"/>
                <a:gd name="T8" fmla="*/ 3 w 5"/>
                <a:gd name="T9" fmla="*/ 2 h 4"/>
                <a:gd name="T10" fmla="*/ 3 w 5"/>
                <a:gd name="T11" fmla="*/ 2 h 4"/>
                <a:gd name="T12" fmla="*/ 3 w 5"/>
                <a:gd name="T13" fmla="*/ 2 h 4"/>
                <a:gd name="T14" fmla="*/ 5 w 5"/>
                <a:gd name="T15" fmla="*/ 0 h 4"/>
                <a:gd name="T16" fmla="*/ 5 w 5"/>
                <a:gd name="T17" fmla="*/ 2 h 4"/>
                <a:gd name="T18" fmla="*/ 5 w 5"/>
                <a:gd name="T19" fmla="*/ 2 h 4"/>
                <a:gd name="T20" fmla="*/ 5 w 5"/>
                <a:gd name="T21" fmla="*/ 4 h 4"/>
                <a:gd name="T22" fmla="*/ 5 w 5"/>
                <a:gd name="T2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1" name="Freeform 60"/>
            <p:cNvSpPr>
              <a:spLocks/>
            </p:cNvSpPr>
            <p:nvPr/>
          </p:nvSpPr>
          <p:spPr bwMode="auto">
            <a:xfrm>
              <a:off x="1399" y="358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2 w 2"/>
                <a:gd name="T5" fmla="*/ 0 h 3"/>
                <a:gd name="T6" fmla="*/ 2 w 2"/>
                <a:gd name="T7" fmla="*/ 3 h 3"/>
                <a:gd name="T8" fmla="*/ 0 w 2"/>
                <a:gd name="T9" fmla="*/ 3 h 3"/>
                <a:gd name="T10" fmla="*/ 0 w 2"/>
                <a:gd name="T11" fmla="*/ 3 h 3"/>
                <a:gd name="T12" fmla="*/ 0 w 2"/>
                <a:gd name="T13" fmla="*/ 3 h 3"/>
                <a:gd name="T14" fmla="*/ 0 w 2"/>
                <a:gd name="T15" fmla="*/ 0 h 3"/>
                <a:gd name="T16" fmla="*/ 0 w 2"/>
                <a:gd name="T17" fmla="*/ 0 h 3"/>
                <a:gd name="T18" fmla="*/ 0 w 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2" name="Freeform 61"/>
            <p:cNvSpPr>
              <a:spLocks/>
            </p:cNvSpPr>
            <p:nvPr/>
          </p:nvSpPr>
          <p:spPr bwMode="auto">
            <a:xfrm>
              <a:off x="1349" y="47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3" name="Freeform 62"/>
            <p:cNvSpPr>
              <a:spLocks/>
            </p:cNvSpPr>
            <p:nvPr/>
          </p:nvSpPr>
          <p:spPr bwMode="auto">
            <a:xfrm>
              <a:off x="1191" y="768"/>
              <a:ext cx="2" cy="0"/>
            </a:xfrm>
            <a:custGeom>
              <a:avLst/>
              <a:gdLst>
                <a:gd name="T0" fmla="*/ 0 w 2"/>
                <a:gd name="T1" fmla="*/ 0 w 2"/>
                <a:gd name="T2" fmla="*/ 0 w 2"/>
                <a:gd name="T3" fmla="*/ 2 w 2"/>
                <a:gd name="T4" fmla="*/ 0 w 2"/>
                <a:gd name="T5" fmla="*/ 0 w 2"/>
                <a:gd name="T6" fmla="*/ 0 w 2"/>
                <a:gd name="T7" fmla="*/ 0 w 2"/>
                <a:gd name="T8" fmla="*/ 0 w 2"/>
                <a:gd name="T9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4" name="Freeform 63"/>
            <p:cNvSpPr>
              <a:spLocks/>
            </p:cNvSpPr>
            <p:nvPr/>
          </p:nvSpPr>
          <p:spPr bwMode="auto">
            <a:xfrm>
              <a:off x="1399" y="358"/>
              <a:ext cx="2" cy="3"/>
            </a:xfrm>
            <a:custGeom>
              <a:avLst/>
              <a:gdLst>
                <a:gd name="T0" fmla="*/ 0 w 2"/>
                <a:gd name="T1" fmla="*/ 0 h 3"/>
                <a:gd name="T2" fmla="*/ 0 w 2"/>
                <a:gd name="T3" fmla="*/ 0 h 3"/>
                <a:gd name="T4" fmla="*/ 2 w 2"/>
                <a:gd name="T5" fmla="*/ 0 h 3"/>
                <a:gd name="T6" fmla="*/ 2 w 2"/>
                <a:gd name="T7" fmla="*/ 3 h 3"/>
                <a:gd name="T8" fmla="*/ 0 w 2"/>
                <a:gd name="T9" fmla="*/ 3 h 3"/>
                <a:gd name="T10" fmla="*/ 0 w 2"/>
                <a:gd name="T11" fmla="*/ 3 h 3"/>
                <a:gd name="T12" fmla="*/ 0 w 2"/>
                <a:gd name="T13" fmla="*/ 3 h 3"/>
                <a:gd name="T14" fmla="*/ 0 w 2"/>
                <a:gd name="T15" fmla="*/ 0 h 3"/>
                <a:gd name="T16" fmla="*/ 0 w 2"/>
                <a:gd name="T17" fmla="*/ 0 h 3"/>
                <a:gd name="T18" fmla="*/ 0 w 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5" name="Freeform 64"/>
            <p:cNvSpPr>
              <a:spLocks/>
            </p:cNvSpPr>
            <p:nvPr/>
          </p:nvSpPr>
          <p:spPr bwMode="auto">
            <a:xfrm>
              <a:off x="1349" y="474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6" name="Freeform 65"/>
            <p:cNvSpPr>
              <a:spLocks/>
            </p:cNvSpPr>
            <p:nvPr/>
          </p:nvSpPr>
          <p:spPr bwMode="auto">
            <a:xfrm>
              <a:off x="1191" y="768"/>
              <a:ext cx="2" cy="0"/>
            </a:xfrm>
            <a:custGeom>
              <a:avLst/>
              <a:gdLst>
                <a:gd name="T0" fmla="*/ 0 w 2"/>
                <a:gd name="T1" fmla="*/ 0 w 2"/>
                <a:gd name="T2" fmla="*/ 0 w 2"/>
                <a:gd name="T3" fmla="*/ 2 w 2"/>
                <a:gd name="T4" fmla="*/ 0 w 2"/>
                <a:gd name="T5" fmla="*/ 0 w 2"/>
                <a:gd name="T6" fmla="*/ 0 w 2"/>
                <a:gd name="T7" fmla="*/ 0 w 2"/>
                <a:gd name="T8" fmla="*/ 0 w 2"/>
                <a:gd name="T9" fmla="*/ 0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7" name="Freeform 66"/>
            <p:cNvSpPr>
              <a:spLocks/>
            </p:cNvSpPr>
            <p:nvPr/>
          </p:nvSpPr>
          <p:spPr bwMode="auto">
            <a:xfrm>
              <a:off x="1477" y="98"/>
              <a:ext cx="5" cy="2"/>
            </a:xfrm>
            <a:custGeom>
              <a:avLst/>
              <a:gdLst>
                <a:gd name="T0" fmla="*/ 5 w 5"/>
                <a:gd name="T1" fmla="*/ 0 h 2"/>
                <a:gd name="T2" fmla="*/ 2 w 5"/>
                <a:gd name="T3" fmla="*/ 2 h 2"/>
                <a:gd name="T4" fmla="*/ 0 w 5"/>
                <a:gd name="T5" fmla="*/ 0 h 2"/>
                <a:gd name="T6" fmla="*/ 2 w 5"/>
                <a:gd name="T7" fmla="*/ 0 h 2"/>
                <a:gd name="T8" fmla="*/ 5 w 5"/>
                <a:gd name="T9" fmla="*/ 0 h 2"/>
                <a:gd name="T10" fmla="*/ 5 w 5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67"/>
            <p:cNvSpPr>
              <a:spLocks/>
            </p:cNvSpPr>
            <p:nvPr/>
          </p:nvSpPr>
          <p:spPr bwMode="auto">
            <a:xfrm>
              <a:off x="1328" y="422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68"/>
            <p:cNvSpPr>
              <a:spLocks/>
            </p:cNvSpPr>
            <p:nvPr/>
          </p:nvSpPr>
          <p:spPr bwMode="auto">
            <a:xfrm>
              <a:off x="1328" y="439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0" name="Freeform 69"/>
            <p:cNvSpPr>
              <a:spLocks/>
            </p:cNvSpPr>
            <p:nvPr/>
          </p:nvSpPr>
          <p:spPr bwMode="auto">
            <a:xfrm>
              <a:off x="2038" y="1040"/>
              <a:ext cx="2" cy="2"/>
            </a:xfrm>
            <a:custGeom>
              <a:avLst/>
              <a:gdLst>
                <a:gd name="T0" fmla="*/ 2 w 2"/>
                <a:gd name="T1" fmla="*/ 2 h 2"/>
                <a:gd name="T2" fmla="*/ 2 w 2"/>
                <a:gd name="T3" fmla="*/ 2 h 2"/>
                <a:gd name="T4" fmla="*/ 2 w 2"/>
                <a:gd name="T5" fmla="*/ 2 h 2"/>
                <a:gd name="T6" fmla="*/ 2 w 2"/>
                <a:gd name="T7" fmla="*/ 0 h 2"/>
                <a:gd name="T8" fmla="*/ 0 w 2"/>
                <a:gd name="T9" fmla="*/ 0 h 2"/>
                <a:gd name="T10" fmla="*/ 2 w 2"/>
                <a:gd name="T11" fmla="*/ 2 h 2"/>
                <a:gd name="T12" fmla="*/ 2 w 2"/>
                <a:gd name="T13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Freeform 70"/>
            <p:cNvSpPr>
              <a:spLocks/>
            </p:cNvSpPr>
            <p:nvPr/>
          </p:nvSpPr>
          <p:spPr bwMode="auto">
            <a:xfrm>
              <a:off x="1458" y="193"/>
              <a:ext cx="5" cy="4"/>
            </a:xfrm>
            <a:custGeom>
              <a:avLst/>
              <a:gdLst>
                <a:gd name="T0" fmla="*/ 5 w 5"/>
                <a:gd name="T1" fmla="*/ 2 h 4"/>
                <a:gd name="T2" fmla="*/ 5 w 5"/>
                <a:gd name="T3" fmla="*/ 2 h 4"/>
                <a:gd name="T4" fmla="*/ 5 w 5"/>
                <a:gd name="T5" fmla="*/ 2 h 4"/>
                <a:gd name="T6" fmla="*/ 5 w 5"/>
                <a:gd name="T7" fmla="*/ 2 h 4"/>
                <a:gd name="T8" fmla="*/ 5 w 5"/>
                <a:gd name="T9" fmla="*/ 2 h 4"/>
                <a:gd name="T10" fmla="*/ 2 w 5"/>
                <a:gd name="T11" fmla="*/ 4 h 4"/>
                <a:gd name="T12" fmla="*/ 2 w 5"/>
                <a:gd name="T13" fmla="*/ 4 h 4"/>
                <a:gd name="T14" fmla="*/ 0 w 5"/>
                <a:gd name="T15" fmla="*/ 2 h 4"/>
                <a:gd name="T16" fmla="*/ 0 w 5"/>
                <a:gd name="T17" fmla="*/ 0 h 4"/>
                <a:gd name="T18" fmla="*/ 0 w 5"/>
                <a:gd name="T19" fmla="*/ 0 h 4"/>
                <a:gd name="T20" fmla="*/ 2 w 5"/>
                <a:gd name="T21" fmla="*/ 2 h 4"/>
                <a:gd name="T22" fmla="*/ 2 w 5"/>
                <a:gd name="T23" fmla="*/ 2 h 4"/>
                <a:gd name="T24" fmla="*/ 2 w 5"/>
                <a:gd name="T25" fmla="*/ 0 h 4"/>
                <a:gd name="T26" fmla="*/ 2 w 5"/>
                <a:gd name="T27" fmla="*/ 0 h 4"/>
                <a:gd name="T28" fmla="*/ 2 w 5"/>
                <a:gd name="T29" fmla="*/ 0 h 4"/>
                <a:gd name="T30" fmla="*/ 5 w 5"/>
                <a:gd name="T31" fmla="*/ 0 h 4"/>
                <a:gd name="T32" fmla="*/ 5 w 5"/>
                <a:gd name="T33" fmla="*/ 2 h 4"/>
                <a:gd name="T34" fmla="*/ 5 w 5"/>
                <a:gd name="T3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" h="4">
                  <a:moveTo>
                    <a:pt x="5" y="2"/>
                  </a:move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" name="Freeform 71"/>
            <p:cNvSpPr>
              <a:spLocks/>
            </p:cNvSpPr>
            <p:nvPr/>
          </p:nvSpPr>
          <p:spPr bwMode="auto">
            <a:xfrm>
              <a:off x="1652" y="207"/>
              <a:ext cx="2" cy="4"/>
            </a:xfrm>
            <a:custGeom>
              <a:avLst/>
              <a:gdLst>
                <a:gd name="T0" fmla="*/ 0 w 2"/>
                <a:gd name="T1" fmla="*/ 0 h 4"/>
                <a:gd name="T2" fmla="*/ 0 w 2"/>
                <a:gd name="T3" fmla="*/ 0 h 4"/>
                <a:gd name="T4" fmla="*/ 0 w 2"/>
                <a:gd name="T5" fmla="*/ 0 h 4"/>
                <a:gd name="T6" fmla="*/ 2 w 2"/>
                <a:gd name="T7" fmla="*/ 2 h 4"/>
                <a:gd name="T8" fmla="*/ 2 w 2"/>
                <a:gd name="T9" fmla="*/ 2 h 4"/>
                <a:gd name="T10" fmla="*/ 2 w 2"/>
                <a:gd name="T11" fmla="*/ 4 h 4"/>
                <a:gd name="T12" fmla="*/ 2 w 2"/>
                <a:gd name="T13" fmla="*/ 4 h 4"/>
                <a:gd name="T14" fmla="*/ 2 w 2"/>
                <a:gd name="T15" fmla="*/ 4 h 4"/>
                <a:gd name="T16" fmla="*/ 0 w 2"/>
                <a:gd name="T17" fmla="*/ 4 h 4"/>
                <a:gd name="T18" fmla="*/ 0 w 2"/>
                <a:gd name="T19" fmla="*/ 2 h 4"/>
                <a:gd name="T20" fmla="*/ 0 w 2"/>
                <a:gd name="T21" fmla="*/ 2 h 4"/>
                <a:gd name="T22" fmla="*/ 0 w 2"/>
                <a:gd name="T23" fmla="*/ 0 h 4"/>
                <a:gd name="T24" fmla="*/ 0 w 2"/>
                <a:gd name="T25" fmla="*/ 0 h 4"/>
                <a:gd name="T26" fmla="*/ 0 w 2"/>
                <a:gd name="T2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" name="Freeform 72"/>
            <p:cNvSpPr>
              <a:spLocks/>
            </p:cNvSpPr>
            <p:nvPr/>
          </p:nvSpPr>
          <p:spPr bwMode="auto">
            <a:xfrm>
              <a:off x="1735" y="214"/>
              <a:ext cx="2" cy="9"/>
            </a:xfrm>
            <a:custGeom>
              <a:avLst/>
              <a:gdLst>
                <a:gd name="T0" fmla="*/ 2 w 2"/>
                <a:gd name="T1" fmla="*/ 2 h 9"/>
                <a:gd name="T2" fmla="*/ 0 w 2"/>
                <a:gd name="T3" fmla="*/ 9 h 9"/>
                <a:gd name="T4" fmla="*/ 0 w 2"/>
                <a:gd name="T5" fmla="*/ 9 h 9"/>
                <a:gd name="T6" fmla="*/ 0 w 2"/>
                <a:gd name="T7" fmla="*/ 9 h 9"/>
                <a:gd name="T8" fmla="*/ 0 w 2"/>
                <a:gd name="T9" fmla="*/ 9 h 9"/>
                <a:gd name="T10" fmla="*/ 0 w 2"/>
                <a:gd name="T11" fmla="*/ 7 h 9"/>
                <a:gd name="T12" fmla="*/ 0 w 2"/>
                <a:gd name="T13" fmla="*/ 7 h 9"/>
                <a:gd name="T14" fmla="*/ 0 w 2"/>
                <a:gd name="T15" fmla="*/ 7 h 9"/>
                <a:gd name="T16" fmla="*/ 0 w 2"/>
                <a:gd name="T17" fmla="*/ 7 h 9"/>
                <a:gd name="T18" fmla="*/ 0 w 2"/>
                <a:gd name="T19" fmla="*/ 5 h 9"/>
                <a:gd name="T20" fmla="*/ 2 w 2"/>
                <a:gd name="T21" fmla="*/ 0 h 9"/>
                <a:gd name="T22" fmla="*/ 2 w 2"/>
                <a:gd name="T23" fmla="*/ 0 h 9"/>
                <a:gd name="T24" fmla="*/ 2 w 2"/>
                <a:gd name="T25" fmla="*/ 0 h 9"/>
                <a:gd name="T26" fmla="*/ 2 w 2"/>
                <a:gd name="T27" fmla="*/ 2 h 9"/>
                <a:gd name="T28" fmla="*/ 2 w 2"/>
                <a:gd name="T2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" h="9">
                  <a:moveTo>
                    <a:pt x="2" y="2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" name="Freeform 73"/>
            <p:cNvSpPr>
              <a:spLocks/>
            </p:cNvSpPr>
            <p:nvPr/>
          </p:nvSpPr>
          <p:spPr bwMode="auto">
            <a:xfrm>
              <a:off x="1680" y="242"/>
              <a:ext cx="5" cy="5"/>
            </a:xfrm>
            <a:custGeom>
              <a:avLst/>
              <a:gdLst>
                <a:gd name="T0" fmla="*/ 0 w 5"/>
                <a:gd name="T1" fmla="*/ 5 h 5"/>
                <a:gd name="T2" fmla="*/ 0 w 5"/>
                <a:gd name="T3" fmla="*/ 5 h 5"/>
                <a:gd name="T4" fmla="*/ 0 w 5"/>
                <a:gd name="T5" fmla="*/ 5 h 5"/>
                <a:gd name="T6" fmla="*/ 3 w 5"/>
                <a:gd name="T7" fmla="*/ 3 h 5"/>
                <a:gd name="T8" fmla="*/ 5 w 5"/>
                <a:gd name="T9" fmla="*/ 0 h 5"/>
                <a:gd name="T10" fmla="*/ 5 w 5"/>
                <a:gd name="T11" fmla="*/ 0 h 5"/>
                <a:gd name="T12" fmla="*/ 5 w 5"/>
                <a:gd name="T13" fmla="*/ 3 h 5"/>
                <a:gd name="T14" fmla="*/ 3 w 5"/>
                <a:gd name="T15" fmla="*/ 5 h 5"/>
                <a:gd name="T16" fmla="*/ 0 w 5"/>
                <a:gd name="T17" fmla="*/ 5 h 5"/>
                <a:gd name="T18" fmla="*/ 0 w 5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3" y="3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5" name="Freeform 74"/>
            <p:cNvSpPr>
              <a:spLocks/>
            </p:cNvSpPr>
            <p:nvPr/>
          </p:nvSpPr>
          <p:spPr bwMode="auto">
            <a:xfrm>
              <a:off x="1678" y="259"/>
              <a:ext cx="5" cy="9"/>
            </a:xfrm>
            <a:custGeom>
              <a:avLst/>
              <a:gdLst>
                <a:gd name="T0" fmla="*/ 2 w 5"/>
                <a:gd name="T1" fmla="*/ 0 h 9"/>
                <a:gd name="T2" fmla="*/ 2 w 5"/>
                <a:gd name="T3" fmla="*/ 0 h 9"/>
                <a:gd name="T4" fmla="*/ 5 w 5"/>
                <a:gd name="T5" fmla="*/ 0 h 9"/>
                <a:gd name="T6" fmla="*/ 5 w 5"/>
                <a:gd name="T7" fmla="*/ 0 h 9"/>
                <a:gd name="T8" fmla="*/ 5 w 5"/>
                <a:gd name="T9" fmla="*/ 2 h 9"/>
                <a:gd name="T10" fmla="*/ 5 w 5"/>
                <a:gd name="T11" fmla="*/ 2 h 9"/>
                <a:gd name="T12" fmla="*/ 5 w 5"/>
                <a:gd name="T13" fmla="*/ 2 h 9"/>
                <a:gd name="T14" fmla="*/ 5 w 5"/>
                <a:gd name="T15" fmla="*/ 5 h 9"/>
                <a:gd name="T16" fmla="*/ 5 w 5"/>
                <a:gd name="T17" fmla="*/ 9 h 9"/>
                <a:gd name="T18" fmla="*/ 5 w 5"/>
                <a:gd name="T19" fmla="*/ 9 h 9"/>
                <a:gd name="T20" fmla="*/ 5 w 5"/>
                <a:gd name="T21" fmla="*/ 9 h 9"/>
                <a:gd name="T22" fmla="*/ 5 w 5"/>
                <a:gd name="T23" fmla="*/ 5 h 9"/>
                <a:gd name="T24" fmla="*/ 2 w 5"/>
                <a:gd name="T25" fmla="*/ 2 h 9"/>
                <a:gd name="T26" fmla="*/ 2 w 5"/>
                <a:gd name="T27" fmla="*/ 0 h 9"/>
                <a:gd name="T28" fmla="*/ 2 w 5"/>
                <a:gd name="T29" fmla="*/ 0 h 9"/>
                <a:gd name="T30" fmla="*/ 0 w 5"/>
                <a:gd name="T31" fmla="*/ 2 h 9"/>
                <a:gd name="T32" fmla="*/ 0 w 5"/>
                <a:gd name="T33" fmla="*/ 2 h 9"/>
                <a:gd name="T34" fmla="*/ 0 w 5"/>
                <a:gd name="T35" fmla="*/ 0 h 9"/>
                <a:gd name="T36" fmla="*/ 2 w 5"/>
                <a:gd name="T37" fmla="*/ 0 h 9"/>
                <a:gd name="T38" fmla="*/ 2 w 5"/>
                <a:gd name="T3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" h="9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9"/>
                  </a:lnTo>
                  <a:lnTo>
                    <a:pt x="5" y="5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6" name="Freeform 75"/>
            <p:cNvSpPr>
              <a:spLocks/>
            </p:cNvSpPr>
            <p:nvPr/>
          </p:nvSpPr>
          <p:spPr bwMode="auto">
            <a:xfrm>
              <a:off x="1640" y="311"/>
              <a:ext cx="5" cy="7"/>
            </a:xfrm>
            <a:custGeom>
              <a:avLst/>
              <a:gdLst>
                <a:gd name="T0" fmla="*/ 5 w 5"/>
                <a:gd name="T1" fmla="*/ 5 h 7"/>
                <a:gd name="T2" fmla="*/ 3 w 5"/>
                <a:gd name="T3" fmla="*/ 7 h 7"/>
                <a:gd name="T4" fmla="*/ 3 w 5"/>
                <a:gd name="T5" fmla="*/ 7 h 7"/>
                <a:gd name="T6" fmla="*/ 3 w 5"/>
                <a:gd name="T7" fmla="*/ 5 h 7"/>
                <a:gd name="T8" fmla="*/ 0 w 5"/>
                <a:gd name="T9" fmla="*/ 5 h 7"/>
                <a:gd name="T10" fmla="*/ 0 w 5"/>
                <a:gd name="T11" fmla="*/ 5 h 7"/>
                <a:gd name="T12" fmla="*/ 0 w 5"/>
                <a:gd name="T13" fmla="*/ 5 h 7"/>
                <a:gd name="T14" fmla="*/ 3 w 5"/>
                <a:gd name="T15" fmla="*/ 2 h 7"/>
                <a:gd name="T16" fmla="*/ 3 w 5"/>
                <a:gd name="T17" fmla="*/ 2 h 7"/>
                <a:gd name="T18" fmla="*/ 3 w 5"/>
                <a:gd name="T19" fmla="*/ 0 h 7"/>
                <a:gd name="T20" fmla="*/ 5 w 5"/>
                <a:gd name="T21" fmla="*/ 5 h 7"/>
                <a:gd name="T22" fmla="*/ 5 w 5"/>
                <a:gd name="T23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7">
                  <a:moveTo>
                    <a:pt x="5" y="5"/>
                  </a:moveTo>
                  <a:lnTo>
                    <a:pt x="3" y="7"/>
                  </a:lnTo>
                  <a:lnTo>
                    <a:pt x="3" y="7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3" y="0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7" name="Freeform 76"/>
            <p:cNvSpPr>
              <a:spLocks/>
            </p:cNvSpPr>
            <p:nvPr/>
          </p:nvSpPr>
          <p:spPr bwMode="auto">
            <a:xfrm>
              <a:off x="2021" y="1009"/>
              <a:ext cx="2" cy="5"/>
            </a:xfrm>
            <a:custGeom>
              <a:avLst/>
              <a:gdLst>
                <a:gd name="T0" fmla="*/ 2 w 2"/>
                <a:gd name="T1" fmla="*/ 5 h 5"/>
                <a:gd name="T2" fmla="*/ 0 w 2"/>
                <a:gd name="T3" fmla="*/ 5 h 5"/>
                <a:gd name="T4" fmla="*/ 0 w 2"/>
                <a:gd name="T5" fmla="*/ 3 h 5"/>
                <a:gd name="T6" fmla="*/ 0 w 2"/>
                <a:gd name="T7" fmla="*/ 3 h 5"/>
                <a:gd name="T8" fmla="*/ 0 w 2"/>
                <a:gd name="T9" fmla="*/ 0 h 5"/>
                <a:gd name="T10" fmla="*/ 0 w 2"/>
                <a:gd name="T11" fmla="*/ 0 h 5"/>
                <a:gd name="T12" fmla="*/ 2 w 2"/>
                <a:gd name="T13" fmla="*/ 3 h 5"/>
                <a:gd name="T14" fmla="*/ 2 w 2"/>
                <a:gd name="T15" fmla="*/ 5 h 5"/>
                <a:gd name="T16" fmla="*/ 2 w 2"/>
                <a:gd name="T1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8" name="Freeform 77"/>
            <p:cNvSpPr>
              <a:spLocks/>
            </p:cNvSpPr>
            <p:nvPr/>
          </p:nvSpPr>
          <p:spPr bwMode="auto">
            <a:xfrm>
              <a:off x="1307" y="851"/>
              <a:ext cx="7" cy="7"/>
            </a:xfrm>
            <a:custGeom>
              <a:avLst/>
              <a:gdLst>
                <a:gd name="T0" fmla="*/ 7 w 7"/>
                <a:gd name="T1" fmla="*/ 7 h 7"/>
                <a:gd name="T2" fmla="*/ 7 w 7"/>
                <a:gd name="T3" fmla="*/ 7 h 7"/>
                <a:gd name="T4" fmla="*/ 0 w 7"/>
                <a:gd name="T5" fmla="*/ 0 h 7"/>
                <a:gd name="T6" fmla="*/ 0 w 7"/>
                <a:gd name="T7" fmla="*/ 0 h 7"/>
                <a:gd name="T8" fmla="*/ 7 w 7"/>
                <a:gd name="T9" fmla="*/ 4 h 7"/>
                <a:gd name="T10" fmla="*/ 7 w 7"/>
                <a:gd name="T11" fmla="*/ 7 h 7"/>
                <a:gd name="T12" fmla="*/ 7 w 7"/>
                <a:gd name="T1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7">
                  <a:moveTo>
                    <a:pt x="7" y="7"/>
                  </a:moveTo>
                  <a:lnTo>
                    <a:pt x="7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9" name="Freeform 78"/>
            <p:cNvSpPr>
              <a:spLocks/>
            </p:cNvSpPr>
            <p:nvPr/>
          </p:nvSpPr>
          <p:spPr bwMode="auto">
            <a:xfrm>
              <a:off x="1333" y="448"/>
              <a:ext cx="2" cy="3"/>
            </a:xfrm>
            <a:custGeom>
              <a:avLst/>
              <a:gdLst>
                <a:gd name="T0" fmla="*/ 2 w 2"/>
                <a:gd name="T1" fmla="*/ 0 h 3"/>
                <a:gd name="T2" fmla="*/ 2 w 2"/>
                <a:gd name="T3" fmla="*/ 3 h 3"/>
                <a:gd name="T4" fmla="*/ 0 w 2"/>
                <a:gd name="T5" fmla="*/ 0 h 3"/>
                <a:gd name="T6" fmla="*/ 0 w 2"/>
                <a:gd name="T7" fmla="*/ 0 h 3"/>
                <a:gd name="T8" fmla="*/ 2 w 2"/>
                <a:gd name="T9" fmla="*/ 0 h 3"/>
                <a:gd name="T10" fmla="*/ 2 w 2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0" name="Freeform 79"/>
            <p:cNvSpPr>
              <a:spLocks/>
            </p:cNvSpPr>
            <p:nvPr/>
          </p:nvSpPr>
          <p:spPr bwMode="auto">
            <a:xfrm>
              <a:off x="1337" y="45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1" name="Freeform 80"/>
            <p:cNvSpPr>
              <a:spLocks/>
            </p:cNvSpPr>
            <p:nvPr/>
          </p:nvSpPr>
          <p:spPr bwMode="auto">
            <a:xfrm>
              <a:off x="1318" y="862"/>
              <a:ext cx="5" cy="3"/>
            </a:xfrm>
            <a:custGeom>
              <a:avLst/>
              <a:gdLst>
                <a:gd name="T0" fmla="*/ 5 w 5"/>
                <a:gd name="T1" fmla="*/ 3 h 3"/>
                <a:gd name="T2" fmla="*/ 3 w 5"/>
                <a:gd name="T3" fmla="*/ 3 h 3"/>
                <a:gd name="T4" fmla="*/ 0 w 5"/>
                <a:gd name="T5" fmla="*/ 0 h 3"/>
                <a:gd name="T6" fmla="*/ 0 w 5"/>
                <a:gd name="T7" fmla="*/ 0 h 3"/>
                <a:gd name="T8" fmla="*/ 5 w 5"/>
                <a:gd name="T9" fmla="*/ 3 h 3"/>
                <a:gd name="T10" fmla="*/ 5 w 5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2" name="Freeform 81"/>
            <p:cNvSpPr>
              <a:spLocks/>
            </p:cNvSpPr>
            <p:nvPr/>
          </p:nvSpPr>
          <p:spPr bwMode="auto">
            <a:xfrm>
              <a:off x="1569" y="216"/>
              <a:ext cx="10" cy="10"/>
            </a:xfrm>
            <a:custGeom>
              <a:avLst/>
              <a:gdLst>
                <a:gd name="T0" fmla="*/ 7 w 10"/>
                <a:gd name="T1" fmla="*/ 3 h 10"/>
                <a:gd name="T2" fmla="*/ 7 w 10"/>
                <a:gd name="T3" fmla="*/ 5 h 10"/>
                <a:gd name="T4" fmla="*/ 7 w 10"/>
                <a:gd name="T5" fmla="*/ 5 h 10"/>
                <a:gd name="T6" fmla="*/ 7 w 10"/>
                <a:gd name="T7" fmla="*/ 7 h 10"/>
                <a:gd name="T8" fmla="*/ 7 w 10"/>
                <a:gd name="T9" fmla="*/ 10 h 10"/>
                <a:gd name="T10" fmla="*/ 5 w 10"/>
                <a:gd name="T11" fmla="*/ 10 h 10"/>
                <a:gd name="T12" fmla="*/ 5 w 10"/>
                <a:gd name="T13" fmla="*/ 10 h 10"/>
                <a:gd name="T14" fmla="*/ 5 w 10"/>
                <a:gd name="T15" fmla="*/ 7 h 10"/>
                <a:gd name="T16" fmla="*/ 3 w 10"/>
                <a:gd name="T17" fmla="*/ 5 h 10"/>
                <a:gd name="T18" fmla="*/ 0 w 10"/>
                <a:gd name="T19" fmla="*/ 5 h 10"/>
                <a:gd name="T20" fmla="*/ 0 w 10"/>
                <a:gd name="T21" fmla="*/ 3 h 10"/>
                <a:gd name="T22" fmla="*/ 0 w 10"/>
                <a:gd name="T23" fmla="*/ 3 h 10"/>
                <a:gd name="T24" fmla="*/ 7 w 10"/>
                <a:gd name="T25" fmla="*/ 0 h 10"/>
                <a:gd name="T26" fmla="*/ 7 w 10"/>
                <a:gd name="T27" fmla="*/ 0 h 10"/>
                <a:gd name="T28" fmla="*/ 5 w 10"/>
                <a:gd name="T29" fmla="*/ 3 h 10"/>
                <a:gd name="T30" fmla="*/ 5 w 10"/>
                <a:gd name="T31" fmla="*/ 3 h 10"/>
                <a:gd name="T32" fmla="*/ 7 w 10"/>
                <a:gd name="T33" fmla="*/ 3 h 10"/>
                <a:gd name="T34" fmla="*/ 7 w 10"/>
                <a:gd name="T35" fmla="*/ 3 h 10"/>
                <a:gd name="T36" fmla="*/ 7 w 10"/>
                <a:gd name="T37" fmla="*/ 0 h 10"/>
                <a:gd name="T38" fmla="*/ 10 w 10"/>
                <a:gd name="T39" fmla="*/ 0 h 10"/>
                <a:gd name="T40" fmla="*/ 10 w 10"/>
                <a:gd name="T41" fmla="*/ 0 h 10"/>
                <a:gd name="T42" fmla="*/ 10 w 10"/>
                <a:gd name="T43" fmla="*/ 3 h 10"/>
                <a:gd name="T44" fmla="*/ 7 w 10"/>
                <a:gd name="T45" fmla="*/ 3 h 10"/>
                <a:gd name="T46" fmla="*/ 7 w 10"/>
                <a:gd name="T4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0" h="10">
                  <a:moveTo>
                    <a:pt x="7" y="3"/>
                  </a:moveTo>
                  <a:lnTo>
                    <a:pt x="7" y="5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10"/>
                  </a:lnTo>
                  <a:lnTo>
                    <a:pt x="5" y="10"/>
                  </a:lnTo>
                  <a:lnTo>
                    <a:pt x="5" y="10"/>
                  </a:lnTo>
                  <a:lnTo>
                    <a:pt x="5" y="7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3" name="Freeform 82"/>
            <p:cNvSpPr>
              <a:spLocks/>
            </p:cNvSpPr>
            <p:nvPr/>
          </p:nvSpPr>
          <p:spPr bwMode="auto">
            <a:xfrm>
              <a:off x="1683" y="233"/>
              <a:ext cx="7" cy="9"/>
            </a:xfrm>
            <a:custGeom>
              <a:avLst/>
              <a:gdLst>
                <a:gd name="T0" fmla="*/ 7 w 7"/>
                <a:gd name="T1" fmla="*/ 0 h 9"/>
                <a:gd name="T2" fmla="*/ 7 w 7"/>
                <a:gd name="T3" fmla="*/ 2 h 9"/>
                <a:gd name="T4" fmla="*/ 7 w 7"/>
                <a:gd name="T5" fmla="*/ 2 h 9"/>
                <a:gd name="T6" fmla="*/ 7 w 7"/>
                <a:gd name="T7" fmla="*/ 2 h 9"/>
                <a:gd name="T8" fmla="*/ 5 w 7"/>
                <a:gd name="T9" fmla="*/ 2 h 9"/>
                <a:gd name="T10" fmla="*/ 5 w 7"/>
                <a:gd name="T11" fmla="*/ 2 h 9"/>
                <a:gd name="T12" fmla="*/ 7 w 7"/>
                <a:gd name="T13" fmla="*/ 2 h 9"/>
                <a:gd name="T14" fmla="*/ 7 w 7"/>
                <a:gd name="T15" fmla="*/ 2 h 9"/>
                <a:gd name="T16" fmla="*/ 5 w 7"/>
                <a:gd name="T17" fmla="*/ 2 h 9"/>
                <a:gd name="T18" fmla="*/ 5 w 7"/>
                <a:gd name="T19" fmla="*/ 5 h 9"/>
                <a:gd name="T20" fmla="*/ 7 w 7"/>
                <a:gd name="T21" fmla="*/ 7 h 9"/>
                <a:gd name="T22" fmla="*/ 5 w 7"/>
                <a:gd name="T23" fmla="*/ 7 h 9"/>
                <a:gd name="T24" fmla="*/ 5 w 7"/>
                <a:gd name="T25" fmla="*/ 9 h 9"/>
                <a:gd name="T26" fmla="*/ 5 w 7"/>
                <a:gd name="T27" fmla="*/ 9 h 9"/>
                <a:gd name="T28" fmla="*/ 2 w 7"/>
                <a:gd name="T29" fmla="*/ 7 h 9"/>
                <a:gd name="T30" fmla="*/ 2 w 7"/>
                <a:gd name="T31" fmla="*/ 5 h 9"/>
                <a:gd name="T32" fmla="*/ 0 w 7"/>
                <a:gd name="T33" fmla="*/ 5 h 9"/>
                <a:gd name="T34" fmla="*/ 0 w 7"/>
                <a:gd name="T35" fmla="*/ 2 h 9"/>
                <a:gd name="T36" fmla="*/ 0 w 7"/>
                <a:gd name="T37" fmla="*/ 2 h 9"/>
                <a:gd name="T38" fmla="*/ 0 w 7"/>
                <a:gd name="T39" fmla="*/ 2 h 9"/>
                <a:gd name="T40" fmla="*/ 2 w 7"/>
                <a:gd name="T41" fmla="*/ 2 h 9"/>
                <a:gd name="T42" fmla="*/ 2 w 7"/>
                <a:gd name="T43" fmla="*/ 0 h 9"/>
                <a:gd name="T44" fmla="*/ 5 w 7"/>
                <a:gd name="T45" fmla="*/ 0 h 9"/>
                <a:gd name="T46" fmla="*/ 5 w 7"/>
                <a:gd name="T47" fmla="*/ 0 h 9"/>
                <a:gd name="T48" fmla="*/ 7 w 7"/>
                <a:gd name="T49" fmla="*/ 0 h 9"/>
                <a:gd name="T50" fmla="*/ 7 w 7"/>
                <a:gd name="T5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7" h="9">
                  <a:moveTo>
                    <a:pt x="7" y="0"/>
                  </a:moveTo>
                  <a:lnTo>
                    <a:pt x="7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2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7" y="7"/>
                  </a:lnTo>
                  <a:lnTo>
                    <a:pt x="5" y="7"/>
                  </a:lnTo>
                  <a:lnTo>
                    <a:pt x="5" y="9"/>
                  </a:lnTo>
                  <a:lnTo>
                    <a:pt x="5" y="9"/>
                  </a:lnTo>
                  <a:lnTo>
                    <a:pt x="2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4" name="Freeform 83"/>
            <p:cNvSpPr>
              <a:spLocks/>
            </p:cNvSpPr>
            <p:nvPr/>
          </p:nvSpPr>
          <p:spPr bwMode="auto">
            <a:xfrm>
              <a:off x="1328" y="403"/>
              <a:ext cx="9" cy="17"/>
            </a:xfrm>
            <a:custGeom>
              <a:avLst/>
              <a:gdLst>
                <a:gd name="T0" fmla="*/ 9 w 9"/>
                <a:gd name="T1" fmla="*/ 3 h 17"/>
                <a:gd name="T2" fmla="*/ 9 w 9"/>
                <a:gd name="T3" fmla="*/ 7 h 17"/>
                <a:gd name="T4" fmla="*/ 9 w 9"/>
                <a:gd name="T5" fmla="*/ 10 h 17"/>
                <a:gd name="T6" fmla="*/ 9 w 9"/>
                <a:gd name="T7" fmla="*/ 7 h 17"/>
                <a:gd name="T8" fmla="*/ 9 w 9"/>
                <a:gd name="T9" fmla="*/ 10 h 17"/>
                <a:gd name="T10" fmla="*/ 7 w 9"/>
                <a:gd name="T11" fmla="*/ 10 h 17"/>
                <a:gd name="T12" fmla="*/ 7 w 9"/>
                <a:gd name="T13" fmla="*/ 7 h 17"/>
                <a:gd name="T14" fmla="*/ 7 w 9"/>
                <a:gd name="T15" fmla="*/ 5 h 17"/>
                <a:gd name="T16" fmla="*/ 7 w 9"/>
                <a:gd name="T17" fmla="*/ 5 h 17"/>
                <a:gd name="T18" fmla="*/ 5 w 9"/>
                <a:gd name="T19" fmla="*/ 7 h 17"/>
                <a:gd name="T20" fmla="*/ 2 w 9"/>
                <a:gd name="T21" fmla="*/ 7 h 17"/>
                <a:gd name="T22" fmla="*/ 2 w 9"/>
                <a:gd name="T23" fmla="*/ 10 h 17"/>
                <a:gd name="T24" fmla="*/ 2 w 9"/>
                <a:gd name="T25" fmla="*/ 12 h 17"/>
                <a:gd name="T26" fmla="*/ 5 w 9"/>
                <a:gd name="T27" fmla="*/ 14 h 17"/>
                <a:gd name="T28" fmla="*/ 7 w 9"/>
                <a:gd name="T29" fmla="*/ 14 h 17"/>
                <a:gd name="T30" fmla="*/ 9 w 9"/>
                <a:gd name="T31" fmla="*/ 17 h 17"/>
                <a:gd name="T32" fmla="*/ 7 w 9"/>
                <a:gd name="T33" fmla="*/ 17 h 17"/>
                <a:gd name="T34" fmla="*/ 2 w 9"/>
                <a:gd name="T35" fmla="*/ 17 h 17"/>
                <a:gd name="T36" fmla="*/ 0 w 9"/>
                <a:gd name="T37" fmla="*/ 17 h 17"/>
                <a:gd name="T38" fmla="*/ 0 w 9"/>
                <a:gd name="T39" fmla="*/ 17 h 17"/>
                <a:gd name="T40" fmla="*/ 0 w 9"/>
                <a:gd name="T41" fmla="*/ 14 h 17"/>
                <a:gd name="T42" fmla="*/ 2 w 9"/>
                <a:gd name="T43" fmla="*/ 10 h 17"/>
                <a:gd name="T44" fmla="*/ 5 w 9"/>
                <a:gd name="T45" fmla="*/ 5 h 17"/>
                <a:gd name="T46" fmla="*/ 7 w 9"/>
                <a:gd name="T47" fmla="*/ 3 h 17"/>
                <a:gd name="T48" fmla="*/ 9 w 9"/>
                <a:gd name="T49" fmla="*/ 0 h 17"/>
                <a:gd name="T50" fmla="*/ 9 w 9"/>
                <a:gd name="T51" fmla="*/ 3 h 17"/>
                <a:gd name="T52" fmla="*/ 9 w 9"/>
                <a:gd name="T53" fmla="*/ 3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" h="17">
                  <a:moveTo>
                    <a:pt x="9" y="3"/>
                  </a:moveTo>
                  <a:lnTo>
                    <a:pt x="9" y="7"/>
                  </a:lnTo>
                  <a:lnTo>
                    <a:pt x="9" y="10"/>
                  </a:lnTo>
                  <a:lnTo>
                    <a:pt x="9" y="7"/>
                  </a:lnTo>
                  <a:lnTo>
                    <a:pt x="9" y="10"/>
                  </a:lnTo>
                  <a:lnTo>
                    <a:pt x="7" y="10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5" y="7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2" y="17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14"/>
                  </a:lnTo>
                  <a:lnTo>
                    <a:pt x="2" y="10"/>
                  </a:lnTo>
                  <a:lnTo>
                    <a:pt x="5" y="5"/>
                  </a:lnTo>
                  <a:lnTo>
                    <a:pt x="7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5" name="Freeform 84"/>
            <p:cNvSpPr>
              <a:spLocks/>
            </p:cNvSpPr>
            <p:nvPr/>
          </p:nvSpPr>
          <p:spPr bwMode="auto">
            <a:xfrm>
              <a:off x="1586" y="451"/>
              <a:ext cx="14" cy="7"/>
            </a:xfrm>
            <a:custGeom>
              <a:avLst/>
              <a:gdLst>
                <a:gd name="T0" fmla="*/ 12 w 14"/>
                <a:gd name="T1" fmla="*/ 2 h 7"/>
                <a:gd name="T2" fmla="*/ 12 w 14"/>
                <a:gd name="T3" fmla="*/ 4 h 7"/>
                <a:gd name="T4" fmla="*/ 9 w 14"/>
                <a:gd name="T5" fmla="*/ 7 h 7"/>
                <a:gd name="T6" fmla="*/ 7 w 14"/>
                <a:gd name="T7" fmla="*/ 7 h 7"/>
                <a:gd name="T8" fmla="*/ 5 w 14"/>
                <a:gd name="T9" fmla="*/ 7 h 7"/>
                <a:gd name="T10" fmla="*/ 0 w 14"/>
                <a:gd name="T11" fmla="*/ 7 h 7"/>
                <a:gd name="T12" fmla="*/ 2 w 14"/>
                <a:gd name="T13" fmla="*/ 7 h 7"/>
                <a:gd name="T14" fmla="*/ 2 w 14"/>
                <a:gd name="T15" fmla="*/ 7 h 7"/>
                <a:gd name="T16" fmla="*/ 5 w 14"/>
                <a:gd name="T17" fmla="*/ 4 h 7"/>
                <a:gd name="T18" fmla="*/ 5 w 14"/>
                <a:gd name="T19" fmla="*/ 4 h 7"/>
                <a:gd name="T20" fmla="*/ 7 w 14"/>
                <a:gd name="T21" fmla="*/ 4 h 7"/>
                <a:gd name="T22" fmla="*/ 9 w 14"/>
                <a:gd name="T23" fmla="*/ 4 h 7"/>
                <a:gd name="T24" fmla="*/ 12 w 14"/>
                <a:gd name="T25" fmla="*/ 2 h 7"/>
                <a:gd name="T26" fmla="*/ 12 w 14"/>
                <a:gd name="T27" fmla="*/ 0 h 7"/>
                <a:gd name="T28" fmla="*/ 14 w 14"/>
                <a:gd name="T29" fmla="*/ 0 h 7"/>
                <a:gd name="T30" fmla="*/ 12 w 14"/>
                <a:gd name="T31" fmla="*/ 2 h 7"/>
                <a:gd name="T32" fmla="*/ 12 w 14"/>
                <a:gd name="T33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" h="7">
                  <a:moveTo>
                    <a:pt x="12" y="2"/>
                  </a:moveTo>
                  <a:lnTo>
                    <a:pt x="12" y="4"/>
                  </a:lnTo>
                  <a:lnTo>
                    <a:pt x="9" y="7"/>
                  </a:lnTo>
                  <a:lnTo>
                    <a:pt x="7" y="7"/>
                  </a:lnTo>
                  <a:lnTo>
                    <a:pt x="5" y="7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4"/>
                  </a:lnTo>
                  <a:lnTo>
                    <a:pt x="9" y="4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2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6" name="Freeform 85"/>
            <p:cNvSpPr>
              <a:spLocks/>
            </p:cNvSpPr>
            <p:nvPr/>
          </p:nvSpPr>
          <p:spPr bwMode="auto">
            <a:xfrm>
              <a:off x="1806" y="612"/>
              <a:ext cx="5" cy="7"/>
            </a:xfrm>
            <a:custGeom>
              <a:avLst/>
              <a:gdLst>
                <a:gd name="T0" fmla="*/ 5 w 5"/>
                <a:gd name="T1" fmla="*/ 7 h 7"/>
                <a:gd name="T2" fmla="*/ 2 w 5"/>
                <a:gd name="T3" fmla="*/ 7 h 7"/>
                <a:gd name="T4" fmla="*/ 0 w 5"/>
                <a:gd name="T5" fmla="*/ 7 h 7"/>
                <a:gd name="T6" fmla="*/ 0 w 5"/>
                <a:gd name="T7" fmla="*/ 4 h 7"/>
                <a:gd name="T8" fmla="*/ 0 w 5"/>
                <a:gd name="T9" fmla="*/ 0 h 7"/>
                <a:gd name="T10" fmla="*/ 2 w 5"/>
                <a:gd name="T11" fmla="*/ 0 h 7"/>
                <a:gd name="T12" fmla="*/ 2 w 5"/>
                <a:gd name="T13" fmla="*/ 2 h 7"/>
                <a:gd name="T14" fmla="*/ 2 w 5"/>
                <a:gd name="T15" fmla="*/ 2 h 7"/>
                <a:gd name="T16" fmla="*/ 5 w 5"/>
                <a:gd name="T17" fmla="*/ 4 h 7"/>
                <a:gd name="T18" fmla="*/ 5 w 5"/>
                <a:gd name="T19" fmla="*/ 7 h 7"/>
                <a:gd name="T20" fmla="*/ 5 w 5"/>
                <a:gd name="T2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7">
                  <a:moveTo>
                    <a:pt x="5" y="7"/>
                  </a:moveTo>
                  <a:lnTo>
                    <a:pt x="2" y="7"/>
                  </a:lnTo>
                  <a:lnTo>
                    <a:pt x="0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lnTo>
                    <a:pt x="5" y="4"/>
                  </a:lnTo>
                  <a:lnTo>
                    <a:pt x="5" y="7"/>
                  </a:lnTo>
                  <a:lnTo>
                    <a:pt x="5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7" name="Freeform 86"/>
            <p:cNvSpPr>
              <a:spLocks/>
            </p:cNvSpPr>
            <p:nvPr/>
          </p:nvSpPr>
          <p:spPr bwMode="auto">
            <a:xfrm>
              <a:off x="1609" y="668"/>
              <a:ext cx="10" cy="7"/>
            </a:xfrm>
            <a:custGeom>
              <a:avLst/>
              <a:gdLst>
                <a:gd name="T0" fmla="*/ 8 w 10"/>
                <a:gd name="T1" fmla="*/ 5 h 7"/>
                <a:gd name="T2" fmla="*/ 3 w 10"/>
                <a:gd name="T3" fmla="*/ 7 h 7"/>
                <a:gd name="T4" fmla="*/ 0 w 10"/>
                <a:gd name="T5" fmla="*/ 7 h 7"/>
                <a:gd name="T6" fmla="*/ 0 w 10"/>
                <a:gd name="T7" fmla="*/ 3 h 7"/>
                <a:gd name="T8" fmla="*/ 3 w 10"/>
                <a:gd name="T9" fmla="*/ 3 h 7"/>
                <a:gd name="T10" fmla="*/ 8 w 10"/>
                <a:gd name="T11" fmla="*/ 0 h 7"/>
                <a:gd name="T12" fmla="*/ 10 w 10"/>
                <a:gd name="T13" fmla="*/ 0 h 7"/>
                <a:gd name="T14" fmla="*/ 10 w 10"/>
                <a:gd name="T15" fmla="*/ 3 h 7"/>
                <a:gd name="T16" fmla="*/ 8 w 10"/>
                <a:gd name="T17" fmla="*/ 5 h 7"/>
                <a:gd name="T18" fmla="*/ 8 w 10"/>
                <a:gd name="T1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7">
                  <a:moveTo>
                    <a:pt x="8" y="5"/>
                  </a:moveTo>
                  <a:lnTo>
                    <a:pt x="3" y="7"/>
                  </a:lnTo>
                  <a:lnTo>
                    <a:pt x="0" y="7"/>
                  </a:lnTo>
                  <a:lnTo>
                    <a:pt x="0" y="3"/>
                  </a:lnTo>
                  <a:lnTo>
                    <a:pt x="3" y="3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0" y="3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8" name="Freeform 87"/>
            <p:cNvSpPr>
              <a:spLocks/>
            </p:cNvSpPr>
            <p:nvPr/>
          </p:nvSpPr>
          <p:spPr bwMode="auto">
            <a:xfrm>
              <a:off x="2128" y="723"/>
              <a:ext cx="2" cy="5"/>
            </a:xfrm>
            <a:custGeom>
              <a:avLst/>
              <a:gdLst>
                <a:gd name="T0" fmla="*/ 2 w 2"/>
                <a:gd name="T1" fmla="*/ 5 h 5"/>
                <a:gd name="T2" fmla="*/ 0 w 2"/>
                <a:gd name="T3" fmla="*/ 5 h 5"/>
                <a:gd name="T4" fmla="*/ 0 w 2"/>
                <a:gd name="T5" fmla="*/ 2 h 5"/>
                <a:gd name="T6" fmla="*/ 0 w 2"/>
                <a:gd name="T7" fmla="*/ 0 h 5"/>
                <a:gd name="T8" fmla="*/ 2 w 2"/>
                <a:gd name="T9" fmla="*/ 0 h 5"/>
                <a:gd name="T10" fmla="*/ 2 w 2"/>
                <a:gd name="T11" fmla="*/ 0 h 5"/>
                <a:gd name="T12" fmla="*/ 2 w 2"/>
                <a:gd name="T13" fmla="*/ 2 h 5"/>
                <a:gd name="T14" fmla="*/ 2 w 2"/>
                <a:gd name="T15" fmla="*/ 5 h 5"/>
                <a:gd name="T16" fmla="*/ 2 w 2"/>
                <a:gd name="T1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" h="5">
                  <a:moveTo>
                    <a:pt x="2" y="5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19" name="Freeform 88"/>
            <p:cNvSpPr>
              <a:spLocks/>
            </p:cNvSpPr>
            <p:nvPr/>
          </p:nvSpPr>
          <p:spPr bwMode="auto">
            <a:xfrm>
              <a:off x="2430" y="941"/>
              <a:ext cx="5" cy="2"/>
            </a:xfrm>
            <a:custGeom>
              <a:avLst/>
              <a:gdLst>
                <a:gd name="T0" fmla="*/ 5 w 5"/>
                <a:gd name="T1" fmla="*/ 0 h 2"/>
                <a:gd name="T2" fmla="*/ 3 w 5"/>
                <a:gd name="T3" fmla="*/ 2 h 2"/>
                <a:gd name="T4" fmla="*/ 0 w 5"/>
                <a:gd name="T5" fmla="*/ 2 h 2"/>
                <a:gd name="T6" fmla="*/ 0 w 5"/>
                <a:gd name="T7" fmla="*/ 0 h 2"/>
                <a:gd name="T8" fmla="*/ 3 w 5"/>
                <a:gd name="T9" fmla="*/ 0 h 2"/>
                <a:gd name="T10" fmla="*/ 5 w 5"/>
                <a:gd name="T11" fmla="*/ 0 h 2"/>
                <a:gd name="T12" fmla="*/ 5 w 5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0" name="Freeform 89"/>
            <p:cNvSpPr>
              <a:spLocks/>
            </p:cNvSpPr>
            <p:nvPr/>
          </p:nvSpPr>
          <p:spPr bwMode="auto">
            <a:xfrm>
              <a:off x="2026" y="1028"/>
              <a:ext cx="5" cy="7"/>
            </a:xfrm>
            <a:custGeom>
              <a:avLst/>
              <a:gdLst>
                <a:gd name="T0" fmla="*/ 5 w 5"/>
                <a:gd name="T1" fmla="*/ 5 h 7"/>
                <a:gd name="T2" fmla="*/ 5 w 5"/>
                <a:gd name="T3" fmla="*/ 7 h 7"/>
                <a:gd name="T4" fmla="*/ 2 w 5"/>
                <a:gd name="T5" fmla="*/ 5 h 7"/>
                <a:gd name="T6" fmla="*/ 2 w 5"/>
                <a:gd name="T7" fmla="*/ 3 h 7"/>
                <a:gd name="T8" fmla="*/ 0 w 5"/>
                <a:gd name="T9" fmla="*/ 0 h 7"/>
                <a:gd name="T10" fmla="*/ 2 w 5"/>
                <a:gd name="T11" fmla="*/ 0 h 7"/>
                <a:gd name="T12" fmla="*/ 2 w 5"/>
                <a:gd name="T13" fmla="*/ 0 h 7"/>
                <a:gd name="T14" fmla="*/ 2 w 5"/>
                <a:gd name="T15" fmla="*/ 3 h 7"/>
                <a:gd name="T16" fmla="*/ 5 w 5"/>
                <a:gd name="T17" fmla="*/ 3 h 7"/>
                <a:gd name="T18" fmla="*/ 5 w 5"/>
                <a:gd name="T19" fmla="*/ 5 h 7"/>
                <a:gd name="T20" fmla="*/ 5 w 5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7">
                  <a:moveTo>
                    <a:pt x="5" y="5"/>
                  </a:moveTo>
                  <a:lnTo>
                    <a:pt x="5" y="7"/>
                  </a:lnTo>
                  <a:lnTo>
                    <a:pt x="2" y="5"/>
                  </a:lnTo>
                  <a:lnTo>
                    <a:pt x="2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3"/>
                  </a:lnTo>
                  <a:lnTo>
                    <a:pt x="5" y="3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1" name="Freeform 90"/>
            <p:cNvSpPr>
              <a:spLocks/>
            </p:cNvSpPr>
            <p:nvPr/>
          </p:nvSpPr>
          <p:spPr bwMode="auto">
            <a:xfrm>
              <a:off x="2042" y="1052"/>
              <a:ext cx="3" cy="5"/>
            </a:xfrm>
            <a:custGeom>
              <a:avLst/>
              <a:gdLst>
                <a:gd name="T0" fmla="*/ 3 w 3"/>
                <a:gd name="T1" fmla="*/ 5 h 5"/>
                <a:gd name="T2" fmla="*/ 0 w 3"/>
                <a:gd name="T3" fmla="*/ 5 h 5"/>
                <a:gd name="T4" fmla="*/ 0 w 3"/>
                <a:gd name="T5" fmla="*/ 5 h 5"/>
                <a:gd name="T6" fmla="*/ 0 w 3"/>
                <a:gd name="T7" fmla="*/ 0 h 5"/>
                <a:gd name="T8" fmla="*/ 0 w 3"/>
                <a:gd name="T9" fmla="*/ 0 h 5"/>
                <a:gd name="T10" fmla="*/ 3 w 3"/>
                <a:gd name="T11" fmla="*/ 2 h 5"/>
                <a:gd name="T12" fmla="*/ 3 w 3"/>
                <a:gd name="T13" fmla="*/ 5 h 5"/>
                <a:gd name="T14" fmla="*/ 3 w 3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2" name="Freeform 91"/>
            <p:cNvSpPr>
              <a:spLocks/>
            </p:cNvSpPr>
            <p:nvPr/>
          </p:nvSpPr>
          <p:spPr bwMode="auto">
            <a:xfrm>
              <a:off x="2045" y="1059"/>
              <a:ext cx="7" cy="9"/>
            </a:xfrm>
            <a:custGeom>
              <a:avLst/>
              <a:gdLst>
                <a:gd name="T0" fmla="*/ 4 w 7"/>
                <a:gd name="T1" fmla="*/ 5 h 9"/>
                <a:gd name="T2" fmla="*/ 4 w 7"/>
                <a:gd name="T3" fmla="*/ 5 h 9"/>
                <a:gd name="T4" fmla="*/ 7 w 7"/>
                <a:gd name="T5" fmla="*/ 7 h 9"/>
                <a:gd name="T6" fmla="*/ 4 w 7"/>
                <a:gd name="T7" fmla="*/ 9 h 9"/>
                <a:gd name="T8" fmla="*/ 2 w 7"/>
                <a:gd name="T9" fmla="*/ 9 h 9"/>
                <a:gd name="T10" fmla="*/ 0 w 7"/>
                <a:gd name="T11" fmla="*/ 7 h 9"/>
                <a:gd name="T12" fmla="*/ 0 w 7"/>
                <a:gd name="T13" fmla="*/ 5 h 9"/>
                <a:gd name="T14" fmla="*/ 0 w 7"/>
                <a:gd name="T15" fmla="*/ 5 h 9"/>
                <a:gd name="T16" fmla="*/ 0 w 7"/>
                <a:gd name="T17" fmla="*/ 2 h 9"/>
                <a:gd name="T18" fmla="*/ 2 w 7"/>
                <a:gd name="T19" fmla="*/ 5 h 9"/>
                <a:gd name="T20" fmla="*/ 2 w 7"/>
                <a:gd name="T21" fmla="*/ 5 h 9"/>
                <a:gd name="T22" fmla="*/ 2 w 7"/>
                <a:gd name="T23" fmla="*/ 2 h 9"/>
                <a:gd name="T24" fmla="*/ 0 w 7"/>
                <a:gd name="T25" fmla="*/ 0 h 9"/>
                <a:gd name="T26" fmla="*/ 2 w 7"/>
                <a:gd name="T27" fmla="*/ 0 h 9"/>
                <a:gd name="T28" fmla="*/ 2 w 7"/>
                <a:gd name="T29" fmla="*/ 0 h 9"/>
                <a:gd name="T30" fmla="*/ 4 w 7"/>
                <a:gd name="T31" fmla="*/ 5 h 9"/>
                <a:gd name="T32" fmla="*/ 4 w 7"/>
                <a:gd name="T33" fmla="*/ 5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" h="9">
                  <a:moveTo>
                    <a:pt x="4" y="5"/>
                  </a:moveTo>
                  <a:lnTo>
                    <a:pt x="4" y="5"/>
                  </a:lnTo>
                  <a:lnTo>
                    <a:pt x="7" y="7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3" name="Freeform 92"/>
            <p:cNvSpPr>
              <a:spLocks/>
            </p:cNvSpPr>
            <p:nvPr/>
          </p:nvSpPr>
          <p:spPr bwMode="auto">
            <a:xfrm>
              <a:off x="2445" y="934"/>
              <a:ext cx="16" cy="2"/>
            </a:xfrm>
            <a:custGeom>
              <a:avLst/>
              <a:gdLst>
                <a:gd name="T0" fmla="*/ 14 w 16"/>
                <a:gd name="T1" fmla="*/ 0 h 2"/>
                <a:gd name="T2" fmla="*/ 16 w 16"/>
                <a:gd name="T3" fmla="*/ 2 h 2"/>
                <a:gd name="T4" fmla="*/ 11 w 16"/>
                <a:gd name="T5" fmla="*/ 2 h 2"/>
                <a:gd name="T6" fmla="*/ 4 w 16"/>
                <a:gd name="T7" fmla="*/ 2 h 2"/>
                <a:gd name="T8" fmla="*/ 2 w 16"/>
                <a:gd name="T9" fmla="*/ 2 h 2"/>
                <a:gd name="T10" fmla="*/ 2 w 16"/>
                <a:gd name="T11" fmla="*/ 2 h 2"/>
                <a:gd name="T12" fmla="*/ 0 w 16"/>
                <a:gd name="T13" fmla="*/ 2 h 2"/>
                <a:gd name="T14" fmla="*/ 0 w 16"/>
                <a:gd name="T15" fmla="*/ 2 h 2"/>
                <a:gd name="T16" fmla="*/ 4 w 16"/>
                <a:gd name="T17" fmla="*/ 0 h 2"/>
                <a:gd name="T18" fmla="*/ 9 w 16"/>
                <a:gd name="T19" fmla="*/ 0 h 2"/>
                <a:gd name="T20" fmla="*/ 14 w 16"/>
                <a:gd name="T21" fmla="*/ 0 h 2"/>
                <a:gd name="T22" fmla="*/ 14 w 16"/>
                <a:gd name="T2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" h="2">
                  <a:moveTo>
                    <a:pt x="14" y="0"/>
                  </a:moveTo>
                  <a:lnTo>
                    <a:pt x="16" y="2"/>
                  </a:lnTo>
                  <a:lnTo>
                    <a:pt x="11" y="2"/>
                  </a:lnTo>
                  <a:lnTo>
                    <a:pt x="4" y="2"/>
                  </a:lnTo>
                  <a:lnTo>
                    <a:pt x="2" y="2"/>
                  </a:lnTo>
                  <a:lnTo>
                    <a:pt x="2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0"/>
                  </a:lnTo>
                  <a:lnTo>
                    <a:pt x="9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4" name="Freeform 93"/>
            <p:cNvSpPr>
              <a:spLocks/>
            </p:cNvSpPr>
            <p:nvPr/>
          </p:nvSpPr>
          <p:spPr bwMode="auto">
            <a:xfrm>
              <a:off x="2038" y="810"/>
              <a:ext cx="23" cy="8"/>
            </a:xfrm>
            <a:custGeom>
              <a:avLst/>
              <a:gdLst>
                <a:gd name="T0" fmla="*/ 21 w 23"/>
                <a:gd name="T1" fmla="*/ 5 h 8"/>
                <a:gd name="T2" fmla="*/ 23 w 23"/>
                <a:gd name="T3" fmla="*/ 8 h 8"/>
                <a:gd name="T4" fmla="*/ 16 w 23"/>
                <a:gd name="T5" fmla="*/ 8 h 8"/>
                <a:gd name="T6" fmla="*/ 9 w 23"/>
                <a:gd name="T7" fmla="*/ 5 h 8"/>
                <a:gd name="T8" fmla="*/ 2 w 23"/>
                <a:gd name="T9" fmla="*/ 5 h 8"/>
                <a:gd name="T10" fmla="*/ 0 w 23"/>
                <a:gd name="T11" fmla="*/ 0 h 8"/>
                <a:gd name="T12" fmla="*/ 4 w 23"/>
                <a:gd name="T13" fmla="*/ 0 h 8"/>
                <a:gd name="T14" fmla="*/ 14 w 23"/>
                <a:gd name="T15" fmla="*/ 0 h 8"/>
                <a:gd name="T16" fmla="*/ 21 w 23"/>
                <a:gd name="T17" fmla="*/ 5 h 8"/>
                <a:gd name="T18" fmla="*/ 21 w 23"/>
                <a:gd name="T19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8">
                  <a:moveTo>
                    <a:pt x="21" y="5"/>
                  </a:moveTo>
                  <a:lnTo>
                    <a:pt x="23" y="8"/>
                  </a:lnTo>
                  <a:lnTo>
                    <a:pt x="16" y="8"/>
                  </a:lnTo>
                  <a:lnTo>
                    <a:pt x="9" y="5"/>
                  </a:lnTo>
                  <a:lnTo>
                    <a:pt x="2" y="5"/>
                  </a:lnTo>
                  <a:lnTo>
                    <a:pt x="0" y="0"/>
                  </a:lnTo>
                  <a:lnTo>
                    <a:pt x="4" y="0"/>
                  </a:lnTo>
                  <a:lnTo>
                    <a:pt x="14" y="0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5" name="Freeform 94"/>
            <p:cNvSpPr>
              <a:spLocks/>
            </p:cNvSpPr>
            <p:nvPr/>
          </p:nvSpPr>
          <p:spPr bwMode="auto">
            <a:xfrm>
              <a:off x="1583" y="382"/>
              <a:ext cx="15" cy="14"/>
            </a:xfrm>
            <a:custGeom>
              <a:avLst/>
              <a:gdLst>
                <a:gd name="T0" fmla="*/ 15 w 15"/>
                <a:gd name="T1" fmla="*/ 14 h 14"/>
                <a:gd name="T2" fmla="*/ 15 w 15"/>
                <a:gd name="T3" fmla="*/ 14 h 14"/>
                <a:gd name="T4" fmla="*/ 12 w 15"/>
                <a:gd name="T5" fmla="*/ 14 h 14"/>
                <a:gd name="T6" fmla="*/ 10 w 15"/>
                <a:gd name="T7" fmla="*/ 12 h 14"/>
                <a:gd name="T8" fmla="*/ 8 w 15"/>
                <a:gd name="T9" fmla="*/ 7 h 14"/>
                <a:gd name="T10" fmla="*/ 3 w 15"/>
                <a:gd name="T11" fmla="*/ 2 h 14"/>
                <a:gd name="T12" fmla="*/ 0 w 15"/>
                <a:gd name="T13" fmla="*/ 0 h 14"/>
                <a:gd name="T14" fmla="*/ 3 w 15"/>
                <a:gd name="T15" fmla="*/ 0 h 14"/>
                <a:gd name="T16" fmla="*/ 5 w 15"/>
                <a:gd name="T17" fmla="*/ 0 h 14"/>
                <a:gd name="T18" fmla="*/ 8 w 15"/>
                <a:gd name="T19" fmla="*/ 2 h 14"/>
                <a:gd name="T20" fmla="*/ 15 w 15"/>
                <a:gd name="T21" fmla="*/ 14 h 14"/>
                <a:gd name="T22" fmla="*/ 15 w 15"/>
                <a:gd name="T2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" h="14">
                  <a:moveTo>
                    <a:pt x="15" y="14"/>
                  </a:moveTo>
                  <a:lnTo>
                    <a:pt x="15" y="14"/>
                  </a:lnTo>
                  <a:lnTo>
                    <a:pt x="12" y="14"/>
                  </a:lnTo>
                  <a:lnTo>
                    <a:pt x="10" y="12"/>
                  </a:lnTo>
                  <a:lnTo>
                    <a:pt x="8" y="7"/>
                  </a:lnTo>
                  <a:lnTo>
                    <a:pt x="3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0"/>
                  </a:lnTo>
                  <a:lnTo>
                    <a:pt x="8" y="2"/>
                  </a:lnTo>
                  <a:lnTo>
                    <a:pt x="15" y="14"/>
                  </a:lnTo>
                  <a:lnTo>
                    <a:pt x="15" y="1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6" name="Freeform 95"/>
            <p:cNvSpPr>
              <a:spLocks/>
            </p:cNvSpPr>
            <p:nvPr/>
          </p:nvSpPr>
          <p:spPr bwMode="auto">
            <a:xfrm>
              <a:off x="1886" y="692"/>
              <a:ext cx="17" cy="26"/>
            </a:xfrm>
            <a:custGeom>
              <a:avLst/>
              <a:gdLst>
                <a:gd name="T0" fmla="*/ 17 w 17"/>
                <a:gd name="T1" fmla="*/ 26 h 26"/>
                <a:gd name="T2" fmla="*/ 17 w 17"/>
                <a:gd name="T3" fmla="*/ 26 h 26"/>
                <a:gd name="T4" fmla="*/ 14 w 17"/>
                <a:gd name="T5" fmla="*/ 24 h 26"/>
                <a:gd name="T6" fmla="*/ 10 w 17"/>
                <a:gd name="T7" fmla="*/ 17 h 26"/>
                <a:gd name="T8" fmla="*/ 5 w 17"/>
                <a:gd name="T9" fmla="*/ 14 h 26"/>
                <a:gd name="T10" fmla="*/ 3 w 17"/>
                <a:gd name="T11" fmla="*/ 7 h 26"/>
                <a:gd name="T12" fmla="*/ 0 w 17"/>
                <a:gd name="T13" fmla="*/ 5 h 26"/>
                <a:gd name="T14" fmla="*/ 0 w 17"/>
                <a:gd name="T15" fmla="*/ 2 h 26"/>
                <a:gd name="T16" fmla="*/ 0 w 17"/>
                <a:gd name="T17" fmla="*/ 0 h 26"/>
                <a:gd name="T18" fmla="*/ 5 w 17"/>
                <a:gd name="T19" fmla="*/ 2 h 26"/>
                <a:gd name="T20" fmla="*/ 17 w 17"/>
                <a:gd name="T21" fmla="*/ 26 h 26"/>
                <a:gd name="T22" fmla="*/ 17 w 17"/>
                <a:gd name="T23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26">
                  <a:moveTo>
                    <a:pt x="17" y="26"/>
                  </a:moveTo>
                  <a:lnTo>
                    <a:pt x="17" y="26"/>
                  </a:lnTo>
                  <a:lnTo>
                    <a:pt x="14" y="24"/>
                  </a:lnTo>
                  <a:lnTo>
                    <a:pt x="10" y="17"/>
                  </a:lnTo>
                  <a:lnTo>
                    <a:pt x="5" y="14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5" y="2"/>
                  </a:lnTo>
                  <a:lnTo>
                    <a:pt x="17" y="26"/>
                  </a:lnTo>
                  <a:lnTo>
                    <a:pt x="17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7" name="Freeform 96"/>
            <p:cNvSpPr>
              <a:spLocks/>
            </p:cNvSpPr>
            <p:nvPr/>
          </p:nvSpPr>
          <p:spPr bwMode="auto">
            <a:xfrm>
              <a:off x="2383" y="841"/>
              <a:ext cx="28" cy="10"/>
            </a:xfrm>
            <a:custGeom>
              <a:avLst/>
              <a:gdLst>
                <a:gd name="T0" fmla="*/ 0 w 28"/>
                <a:gd name="T1" fmla="*/ 3 h 10"/>
                <a:gd name="T2" fmla="*/ 14 w 28"/>
                <a:gd name="T3" fmla="*/ 3 h 10"/>
                <a:gd name="T4" fmla="*/ 26 w 28"/>
                <a:gd name="T5" fmla="*/ 0 h 10"/>
                <a:gd name="T6" fmla="*/ 28 w 28"/>
                <a:gd name="T7" fmla="*/ 3 h 10"/>
                <a:gd name="T8" fmla="*/ 28 w 28"/>
                <a:gd name="T9" fmla="*/ 3 h 10"/>
                <a:gd name="T10" fmla="*/ 12 w 28"/>
                <a:gd name="T11" fmla="*/ 7 h 10"/>
                <a:gd name="T12" fmla="*/ 5 w 28"/>
                <a:gd name="T13" fmla="*/ 10 h 10"/>
                <a:gd name="T14" fmla="*/ 0 w 28"/>
                <a:gd name="T15" fmla="*/ 3 h 10"/>
                <a:gd name="T16" fmla="*/ 0 w 28"/>
                <a:gd name="T17" fmla="*/ 3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lnTo>
                    <a:pt x="14" y="3"/>
                  </a:lnTo>
                  <a:lnTo>
                    <a:pt x="26" y="0"/>
                  </a:lnTo>
                  <a:lnTo>
                    <a:pt x="28" y="3"/>
                  </a:lnTo>
                  <a:lnTo>
                    <a:pt x="28" y="3"/>
                  </a:lnTo>
                  <a:lnTo>
                    <a:pt x="12" y="7"/>
                  </a:lnTo>
                  <a:lnTo>
                    <a:pt x="5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8" name="Freeform 97"/>
            <p:cNvSpPr>
              <a:spLocks/>
            </p:cNvSpPr>
            <p:nvPr/>
          </p:nvSpPr>
          <p:spPr bwMode="auto">
            <a:xfrm>
              <a:off x="1855" y="659"/>
              <a:ext cx="17" cy="14"/>
            </a:xfrm>
            <a:custGeom>
              <a:avLst/>
              <a:gdLst>
                <a:gd name="T0" fmla="*/ 17 w 17"/>
                <a:gd name="T1" fmla="*/ 12 h 14"/>
                <a:gd name="T2" fmla="*/ 17 w 17"/>
                <a:gd name="T3" fmla="*/ 14 h 14"/>
                <a:gd name="T4" fmla="*/ 15 w 17"/>
                <a:gd name="T5" fmla="*/ 14 h 14"/>
                <a:gd name="T6" fmla="*/ 12 w 17"/>
                <a:gd name="T7" fmla="*/ 14 h 14"/>
                <a:gd name="T8" fmla="*/ 3 w 17"/>
                <a:gd name="T9" fmla="*/ 5 h 14"/>
                <a:gd name="T10" fmla="*/ 0 w 17"/>
                <a:gd name="T11" fmla="*/ 2 h 14"/>
                <a:gd name="T12" fmla="*/ 0 w 17"/>
                <a:gd name="T13" fmla="*/ 0 h 14"/>
                <a:gd name="T14" fmla="*/ 5 w 17"/>
                <a:gd name="T15" fmla="*/ 0 h 14"/>
                <a:gd name="T16" fmla="*/ 5 w 17"/>
                <a:gd name="T17" fmla="*/ 2 h 14"/>
                <a:gd name="T18" fmla="*/ 8 w 17"/>
                <a:gd name="T19" fmla="*/ 7 h 14"/>
                <a:gd name="T20" fmla="*/ 10 w 17"/>
                <a:gd name="T21" fmla="*/ 9 h 14"/>
                <a:gd name="T22" fmla="*/ 12 w 17"/>
                <a:gd name="T23" fmla="*/ 9 h 14"/>
                <a:gd name="T24" fmla="*/ 15 w 17"/>
                <a:gd name="T25" fmla="*/ 12 h 14"/>
                <a:gd name="T26" fmla="*/ 17 w 17"/>
                <a:gd name="T27" fmla="*/ 12 h 14"/>
                <a:gd name="T28" fmla="*/ 17 w 17"/>
                <a:gd name="T2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7" h="14">
                  <a:moveTo>
                    <a:pt x="17" y="12"/>
                  </a:moveTo>
                  <a:lnTo>
                    <a:pt x="17" y="14"/>
                  </a:lnTo>
                  <a:lnTo>
                    <a:pt x="15" y="14"/>
                  </a:lnTo>
                  <a:lnTo>
                    <a:pt x="12" y="14"/>
                  </a:lnTo>
                  <a:lnTo>
                    <a:pt x="3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8" y="7"/>
                  </a:lnTo>
                  <a:lnTo>
                    <a:pt x="10" y="9"/>
                  </a:lnTo>
                  <a:lnTo>
                    <a:pt x="12" y="9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17" y="1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29" name="Freeform 98"/>
            <p:cNvSpPr>
              <a:spLocks/>
            </p:cNvSpPr>
            <p:nvPr/>
          </p:nvSpPr>
          <p:spPr bwMode="auto">
            <a:xfrm>
              <a:off x="1624" y="664"/>
              <a:ext cx="23" cy="11"/>
            </a:xfrm>
            <a:custGeom>
              <a:avLst/>
              <a:gdLst>
                <a:gd name="T0" fmla="*/ 23 w 23"/>
                <a:gd name="T1" fmla="*/ 2 h 11"/>
                <a:gd name="T2" fmla="*/ 23 w 23"/>
                <a:gd name="T3" fmla="*/ 4 h 11"/>
                <a:gd name="T4" fmla="*/ 21 w 23"/>
                <a:gd name="T5" fmla="*/ 4 h 11"/>
                <a:gd name="T6" fmla="*/ 19 w 23"/>
                <a:gd name="T7" fmla="*/ 4 h 11"/>
                <a:gd name="T8" fmla="*/ 16 w 23"/>
                <a:gd name="T9" fmla="*/ 4 h 11"/>
                <a:gd name="T10" fmla="*/ 16 w 23"/>
                <a:gd name="T11" fmla="*/ 4 h 11"/>
                <a:gd name="T12" fmla="*/ 11 w 23"/>
                <a:gd name="T13" fmla="*/ 4 h 11"/>
                <a:gd name="T14" fmla="*/ 11 w 23"/>
                <a:gd name="T15" fmla="*/ 4 h 11"/>
                <a:gd name="T16" fmla="*/ 7 w 23"/>
                <a:gd name="T17" fmla="*/ 9 h 11"/>
                <a:gd name="T18" fmla="*/ 4 w 23"/>
                <a:gd name="T19" fmla="*/ 11 h 11"/>
                <a:gd name="T20" fmla="*/ 2 w 23"/>
                <a:gd name="T21" fmla="*/ 11 h 11"/>
                <a:gd name="T22" fmla="*/ 0 w 23"/>
                <a:gd name="T23" fmla="*/ 9 h 11"/>
                <a:gd name="T24" fmla="*/ 2 w 23"/>
                <a:gd name="T25" fmla="*/ 7 h 11"/>
                <a:gd name="T26" fmla="*/ 4 w 23"/>
                <a:gd name="T27" fmla="*/ 4 h 11"/>
                <a:gd name="T28" fmla="*/ 9 w 23"/>
                <a:gd name="T29" fmla="*/ 2 h 11"/>
                <a:gd name="T30" fmla="*/ 11 w 23"/>
                <a:gd name="T31" fmla="*/ 0 h 11"/>
                <a:gd name="T32" fmla="*/ 16 w 23"/>
                <a:gd name="T33" fmla="*/ 0 h 11"/>
                <a:gd name="T34" fmla="*/ 19 w 23"/>
                <a:gd name="T35" fmla="*/ 0 h 11"/>
                <a:gd name="T36" fmla="*/ 19 w 23"/>
                <a:gd name="T37" fmla="*/ 0 h 11"/>
                <a:gd name="T38" fmla="*/ 21 w 23"/>
                <a:gd name="T39" fmla="*/ 0 h 11"/>
                <a:gd name="T40" fmla="*/ 23 w 23"/>
                <a:gd name="T41" fmla="*/ 2 h 11"/>
                <a:gd name="T42" fmla="*/ 23 w 23"/>
                <a:gd name="T4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11">
                  <a:moveTo>
                    <a:pt x="23" y="2"/>
                  </a:moveTo>
                  <a:lnTo>
                    <a:pt x="23" y="4"/>
                  </a:lnTo>
                  <a:lnTo>
                    <a:pt x="21" y="4"/>
                  </a:lnTo>
                  <a:lnTo>
                    <a:pt x="19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7" y="9"/>
                  </a:lnTo>
                  <a:lnTo>
                    <a:pt x="4" y="11"/>
                  </a:lnTo>
                  <a:lnTo>
                    <a:pt x="2" y="11"/>
                  </a:lnTo>
                  <a:lnTo>
                    <a:pt x="0" y="9"/>
                  </a:lnTo>
                  <a:lnTo>
                    <a:pt x="2" y="7"/>
                  </a:lnTo>
                  <a:lnTo>
                    <a:pt x="4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2"/>
                  </a:lnTo>
                  <a:lnTo>
                    <a:pt x="23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0" name="Freeform 99"/>
            <p:cNvSpPr>
              <a:spLocks/>
            </p:cNvSpPr>
            <p:nvPr/>
          </p:nvSpPr>
          <p:spPr bwMode="auto">
            <a:xfrm>
              <a:off x="1586" y="685"/>
              <a:ext cx="19" cy="12"/>
            </a:xfrm>
            <a:custGeom>
              <a:avLst/>
              <a:gdLst>
                <a:gd name="T0" fmla="*/ 14 w 19"/>
                <a:gd name="T1" fmla="*/ 7 h 12"/>
                <a:gd name="T2" fmla="*/ 16 w 19"/>
                <a:gd name="T3" fmla="*/ 9 h 12"/>
                <a:gd name="T4" fmla="*/ 14 w 19"/>
                <a:gd name="T5" fmla="*/ 9 h 12"/>
                <a:gd name="T6" fmla="*/ 9 w 19"/>
                <a:gd name="T7" fmla="*/ 12 h 12"/>
                <a:gd name="T8" fmla="*/ 7 w 19"/>
                <a:gd name="T9" fmla="*/ 12 h 12"/>
                <a:gd name="T10" fmla="*/ 5 w 19"/>
                <a:gd name="T11" fmla="*/ 9 h 12"/>
                <a:gd name="T12" fmla="*/ 2 w 19"/>
                <a:gd name="T13" fmla="*/ 9 h 12"/>
                <a:gd name="T14" fmla="*/ 0 w 19"/>
                <a:gd name="T15" fmla="*/ 7 h 12"/>
                <a:gd name="T16" fmla="*/ 2 w 19"/>
                <a:gd name="T17" fmla="*/ 7 h 12"/>
                <a:gd name="T18" fmla="*/ 7 w 19"/>
                <a:gd name="T19" fmla="*/ 5 h 12"/>
                <a:gd name="T20" fmla="*/ 12 w 19"/>
                <a:gd name="T21" fmla="*/ 2 h 12"/>
                <a:gd name="T22" fmla="*/ 16 w 19"/>
                <a:gd name="T23" fmla="*/ 0 h 12"/>
                <a:gd name="T24" fmla="*/ 19 w 19"/>
                <a:gd name="T25" fmla="*/ 2 h 12"/>
                <a:gd name="T26" fmla="*/ 16 w 19"/>
                <a:gd name="T27" fmla="*/ 5 h 12"/>
                <a:gd name="T28" fmla="*/ 14 w 19"/>
                <a:gd name="T29" fmla="*/ 5 h 12"/>
                <a:gd name="T30" fmla="*/ 14 w 19"/>
                <a:gd name="T31" fmla="*/ 7 h 12"/>
                <a:gd name="T32" fmla="*/ 14 w 19"/>
                <a:gd name="T33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9" h="12">
                  <a:moveTo>
                    <a:pt x="14" y="7"/>
                  </a:moveTo>
                  <a:lnTo>
                    <a:pt x="16" y="9"/>
                  </a:lnTo>
                  <a:lnTo>
                    <a:pt x="14" y="9"/>
                  </a:lnTo>
                  <a:lnTo>
                    <a:pt x="9" y="12"/>
                  </a:lnTo>
                  <a:lnTo>
                    <a:pt x="7" y="12"/>
                  </a:lnTo>
                  <a:lnTo>
                    <a:pt x="5" y="9"/>
                  </a:lnTo>
                  <a:lnTo>
                    <a:pt x="2" y="9"/>
                  </a:lnTo>
                  <a:lnTo>
                    <a:pt x="0" y="7"/>
                  </a:lnTo>
                  <a:lnTo>
                    <a:pt x="2" y="7"/>
                  </a:lnTo>
                  <a:lnTo>
                    <a:pt x="7" y="5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9" y="2"/>
                  </a:lnTo>
                  <a:lnTo>
                    <a:pt x="16" y="5"/>
                  </a:lnTo>
                  <a:lnTo>
                    <a:pt x="14" y="5"/>
                  </a:lnTo>
                  <a:lnTo>
                    <a:pt x="14" y="7"/>
                  </a:lnTo>
                  <a:lnTo>
                    <a:pt x="14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1" name="Freeform 100"/>
            <p:cNvSpPr>
              <a:spLocks/>
            </p:cNvSpPr>
            <p:nvPr/>
          </p:nvSpPr>
          <p:spPr bwMode="auto">
            <a:xfrm>
              <a:off x="1595" y="687"/>
              <a:ext cx="31" cy="24"/>
            </a:xfrm>
            <a:custGeom>
              <a:avLst/>
              <a:gdLst>
                <a:gd name="T0" fmla="*/ 31 w 31"/>
                <a:gd name="T1" fmla="*/ 3 h 24"/>
                <a:gd name="T2" fmla="*/ 31 w 31"/>
                <a:gd name="T3" fmla="*/ 5 h 24"/>
                <a:gd name="T4" fmla="*/ 26 w 31"/>
                <a:gd name="T5" fmla="*/ 5 h 24"/>
                <a:gd name="T6" fmla="*/ 26 w 31"/>
                <a:gd name="T7" fmla="*/ 5 h 24"/>
                <a:gd name="T8" fmla="*/ 24 w 31"/>
                <a:gd name="T9" fmla="*/ 5 h 24"/>
                <a:gd name="T10" fmla="*/ 24 w 31"/>
                <a:gd name="T11" fmla="*/ 5 h 24"/>
                <a:gd name="T12" fmla="*/ 22 w 31"/>
                <a:gd name="T13" fmla="*/ 5 h 24"/>
                <a:gd name="T14" fmla="*/ 22 w 31"/>
                <a:gd name="T15" fmla="*/ 7 h 24"/>
                <a:gd name="T16" fmla="*/ 19 w 31"/>
                <a:gd name="T17" fmla="*/ 12 h 24"/>
                <a:gd name="T18" fmla="*/ 17 w 31"/>
                <a:gd name="T19" fmla="*/ 17 h 24"/>
                <a:gd name="T20" fmla="*/ 14 w 31"/>
                <a:gd name="T21" fmla="*/ 17 h 24"/>
                <a:gd name="T22" fmla="*/ 7 w 31"/>
                <a:gd name="T23" fmla="*/ 24 h 24"/>
                <a:gd name="T24" fmla="*/ 3 w 31"/>
                <a:gd name="T25" fmla="*/ 24 h 24"/>
                <a:gd name="T26" fmla="*/ 3 w 31"/>
                <a:gd name="T27" fmla="*/ 22 h 24"/>
                <a:gd name="T28" fmla="*/ 0 w 31"/>
                <a:gd name="T29" fmla="*/ 19 h 24"/>
                <a:gd name="T30" fmla="*/ 0 w 31"/>
                <a:gd name="T31" fmla="*/ 17 h 24"/>
                <a:gd name="T32" fmla="*/ 0 w 31"/>
                <a:gd name="T33" fmla="*/ 15 h 24"/>
                <a:gd name="T34" fmla="*/ 3 w 31"/>
                <a:gd name="T35" fmla="*/ 15 h 24"/>
                <a:gd name="T36" fmla="*/ 5 w 31"/>
                <a:gd name="T37" fmla="*/ 15 h 24"/>
                <a:gd name="T38" fmla="*/ 7 w 31"/>
                <a:gd name="T39" fmla="*/ 15 h 24"/>
                <a:gd name="T40" fmla="*/ 7 w 31"/>
                <a:gd name="T41" fmla="*/ 12 h 24"/>
                <a:gd name="T42" fmla="*/ 10 w 31"/>
                <a:gd name="T43" fmla="*/ 12 h 24"/>
                <a:gd name="T44" fmla="*/ 19 w 31"/>
                <a:gd name="T45" fmla="*/ 5 h 24"/>
                <a:gd name="T46" fmla="*/ 19 w 31"/>
                <a:gd name="T47" fmla="*/ 5 h 24"/>
                <a:gd name="T48" fmla="*/ 22 w 31"/>
                <a:gd name="T49" fmla="*/ 3 h 24"/>
                <a:gd name="T50" fmla="*/ 24 w 31"/>
                <a:gd name="T51" fmla="*/ 0 h 24"/>
                <a:gd name="T52" fmla="*/ 31 w 31"/>
                <a:gd name="T53" fmla="*/ 0 h 24"/>
                <a:gd name="T54" fmla="*/ 31 w 31"/>
                <a:gd name="T55" fmla="*/ 3 h 24"/>
                <a:gd name="T56" fmla="*/ 31 w 31"/>
                <a:gd name="T57" fmla="*/ 3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1" h="24">
                  <a:moveTo>
                    <a:pt x="31" y="3"/>
                  </a:moveTo>
                  <a:lnTo>
                    <a:pt x="31" y="5"/>
                  </a:lnTo>
                  <a:lnTo>
                    <a:pt x="26" y="5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2" y="7"/>
                  </a:lnTo>
                  <a:lnTo>
                    <a:pt x="19" y="12"/>
                  </a:lnTo>
                  <a:lnTo>
                    <a:pt x="17" y="17"/>
                  </a:lnTo>
                  <a:lnTo>
                    <a:pt x="14" y="17"/>
                  </a:lnTo>
                  <a:lnTo>
                    <a:pt x="7" y="24"/>
                  </a:lnTo>
                  <a:lnTo>
                    <a:pt x="3" y="24"/>
                  </a:lnTo>
                  <a:lnTo>
                    <a:pt x="3" y="22"/>
                  </a:lnTo>
                  <a:lnTo>
                    <a:pt x="0" y="19"/>
                  </a:lnTo>
                  <a:lnTo>
                    <a:pt x="0" y="17"/>
                  </a:lnTo>
                  <a:lnTo>
                    <a:pt x="0" y="15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7" y="15"/>
                  </a:lnTo>
                  <a:lnTo>
                    <a:pt x="7" y="12"/>
                  </a:lnTo>
                  <a:lnTo>
                    <a:pt x="10" y="12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22" y="3"/>
                  </a:lnTo>
                  <a:lnTo>
                    <a:pt x="24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2" name="Freeform 101"/>
            <p:cNvSpPr>
              <a:spLocks/>
            </p:cNvSpPr>
            <p:nvPr/>
          </p:nvSpPr>
          <p:spPr bwMode="auto">
            <a:xfrm>
              <a:off x="1631" y="266"/>
              <a:ext cx="7" cy="14"/>
            </a:xfrm>
            <a:custGeom>
              <a:avLst/>
              <a:gdLst>
                <a:gd name="T0" fmla="*/ 7 w 7"/>
                <a:gd name="T1" fmla="*/ 7 h 14"/>
                <a:gd name="T2" fmla="*/ 2 w 7"/>
                <a:gd name="T3" fmla="*/ 14 h 14"/>
                <a:gd name="T4" fmla="*/ 2 w 7"/>
                <a:gd name="T5" fmla="*/ 9 h 14"/>
                <a:gd name="T6" fmla="*/ 2 w 7"/>
                <a:gd name="T7" fmla="*/ 7 h 14"/>
                <a:gd name="T8" fmla="*/ 0 w 7"/>
                <a:gd name="T9" fmla="*/ 5 h 14"/>
                <a:gd name="T10" fmla="*/ 0 w 7"/>
                <a:gd name="T11" fmla="*/ 0 h 14"/>
                <a:gd name="T12" fmla="*/ 2 w 7"/>
                <a:gd name="T13" fmla="*/ 2 h 14"/>
                <a:gd name="T14" fmla="*/ 7 w 7"/>
                <a:gd name="T15" fmla="*/ 5 h 14"/>
                <a:gd name="T16" fmla="*/ 7 w 7"/>
                <a:gd name="T17" fmla="*/ 7 h 14"/>
                <a:gd name="T18" fmla="*/ 7 w 7"/>
                <a:gd name="T19" fmla="*/ 7 h 14"/>
                <a:gd name="T20" fmla="*/ 7 w 7"/>
                <a:gd name="T21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4">
                  <a:moveTo>
                    <a:pt x="7" y="7"/>
                  </a:moveTo>
                  <a:lnTo>
                    <a:pt x="2" y="14"/>
                  </a:lnTo>
                  <a:lnTo>
                    <a:pt x="2" y="9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5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3" name="Freeform 102"/>
            <p:cNvSpPr>
              <a:spLocks/>
            </p:cNvSpPr>
            <p:nvPr/>
          </p:nvSpPr>
          <p:spPr bwMode="auto">
            <a:xfrm>
              <a:off x="2520" y="957"/>
              <a:ext cx="81" cy="29"/>
            </a:xfrm>
            <a:custGeom>
              <a:avLst/>
              <a:gdLst>
                <a:gd name="T0" fmla="*/ 14 w 81"/>
                <a:gd name="T1" fmla="*/ 5 h 29"/>
                <a:gd name="T2" fmla="*/ 14 w 81"/>
                <a:gd name="T3" fmla="*/ 5 h 29"/>
                <a:gd name="T4" fmla="*/ 17 w 81"/>
                <a:gd name="T5" fmla="*/ 3 h 29"/>
                <a:gd name="T6" fmla="*/ 22 w 81"/>
                <a:gd name="T7" fmla="*/ 3 h 29"/>
                <a:gd name="T8" fmla="*/ 29 w 81"/>
                <a:gd name="T9" fmla="*/ 5 h 29"/>
                <a:gd name="T10" fmla="*/ 43 w 81"/>
                <a:gd name="T11" fmla="*/ 10 h 29"/>
                <a:gd name="T12" fmla="*/ 40 w 81"/>
                <a:gd name="T13" fmla="*/ 5 h 29"/>
                <a:gd name="T14" fmla="*/ 50 w 81"/>
                <a:gd name="T15" fmla="*/ 7 h 29"/>
                <a:gd name="T16" fmla="*/ 55 w 81"/>
                <a:gd name="T17" fmla="*/ 10 h 29"/>
                <a:gd name="T18" fmla="*/ 62 w 81"/>
                <a:gd name="T19" fmla="*/ 10 h 29"/>
                <a:gd name="T20" fmla="*/ 67 w 81"/>
                <a:gd name="T21" fmla="*/ 10 h 29"/>
                <a:gd name="T22" fmla="*/ 71 w 81"/>
                <a:gd name="T23" fmla="*/ 14 h 29"/>
                <a:gd name="T24" fmla="*/ 76 w 81"/>
                <a:gd name="T25" fmla="*/ 14 h 29"/>
                <a:gd name="T26" fmla="*/ 81 w 81"/>
                <a:gd name="T27" fmla="*/ 19 h 29"/>
                <a:gd name="T28" fmla="*/ 78 w 81"/>
                <a:gd name="T29" fmla="*/ 26 h 29"/>
                <a:gd name="T30" fmla="*/ 71 w 81"/>
                <a:gd name="T31" fmla="*/ 26 h 29"/>
                <a:gd name="T32" fmla="*/ 57 w 81"/>
                <a:gd name="T33" fmla="*/ 17 h 29"/>
                <a:gd name="T34" fmla="*/ 52 w 81"/>
                <a:gd name="T35" fmla="*/ 17 h 29"/>
                <a:gd name="T36" fmla="*/ 45 w 81"/>
                <a:gd name="T37" fmla="*/ 17 h 29"/>
                <a:gd name="T38" fmla="*/ 40 w 81"/>
                <a:gd name="T39" fmla="*/ 19 h 29"/>
                <a:gd name="T40" fmla="*/ 38 w 81"/>
                <a:gd name="T41" fmla="*/ 17 h 29"/>
                <a:gd name="T42" fmla="*/ 33 w 81"/>
                <a:gd name="T43" fmla="*/ 17 h 29"/>
                <a:gd name="T44" fmla="*/ 24 w 81"/>
                <a:gd name="T45" fmla="*/ 21 h 29"/>
                <a:gd name="T46" fmla="*/ 17 w 81"/>
                <a:gd name="T47" fmla="*/ 24 h 29"/>
                <a:gd name="T48" fmla="*/ 14 w 81"/>
                <a:gd name="T49" fmla="*/ 21 h 29"/>
                <a:gd name="T50" fmla="*/ 7 w 81"/>
                <a:gd name="T51" fmla="*/ 21 h 29"/>
                <a:gd name="T52" fmla="*/ 0 w 81"/>
                <a:gd name="T53" fmla="*/ 19 h 29"/>
                <a:gd name="T54" fmla="*/ 5 w 81"/>
                <a:gd name="T55" fmla="*/ 14 h 29"/>
                <a:gd name="T56" fmla="*/ 3 w 81"/>
                <a:gd name="T57" fmla="*/ 12 h 29"/>
                <a:gd name="T58" fmla="*/ 5 w 81"/>
                <a:gd name="T59" fmla="*/ 7 h 29"/>
                <a:gd name="T60" fmla="*/ 5 w 81"/>
                <a:gd name="T61" fmla="*/ 3 h 29"/>
                <a:gd name="T62" fmla="*/ 10 w 81"/>
                <a:gd name="T63" fmla="*/ 5 h 29"/>
                <a:gd name="T64" fmla="*/ 12 w 81"/>
                <a:gd name="T65" fmla="*/ 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1" h="29">
                  <a:moveTo>
                    <a:pt x="12" y="5"/>
                  </a:moveTo>
                  <a:lnTo>
                    <a:pt x="14" y="5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7" y="3"/>
                  </a:lnTo>
                  <a:lnTo>
                    <a:pt x="17" y="3"/>
                  </a:lnTo>
                  <a:lnTo>
                    <a:pt x="19" y="3"/>
                  </a:lnTo>
                  <a:lnTo>
                    <a:pt x="22" y="3"/>
                  </a:lnTo>
                  <a:lnTo>
                    <a:pt x="24" y="3"/>
                  </a:lnTo>
                  <a:lnTo>
                    <a:pt x="29" y="5"/>
                  </a:lnTo>
                  <a:lnTo>
                    <a:pt x="38" y="10"/>
                  </a:lnTo>
                  <a:lnTo>
                    <a:pt x="43" y="10"/>
                  </a:lnTo>
                  <a:lnTo>
                    <a:pt x="43" y="10"/>
                  </a:lnTo>
                  <a:lnTo>
                    <a:pt x="40" y="5"/>
                  </a:lnTo>
                  <a:lnTo>
                    <a:pt x="45" y="7"/>
                  </a:lnTo>
                  <a:lnTo>
                    <a:pt x="50" y="7"/>
                  </a:lnTo>
                  <a:lnTo>
                    <a:pt x="52" y="7"/>
                  </a:lnTo>
                  <a:lnTo>
                    <a:pt x="55" y="10"/>
                  </a:lnTo>
                  <a:lnTo>
                    <a:pt x="57" y="10"/>
                  </a:lnTo>
                  <a:lnTo>
                    <a:pt x="62" y="10"/>
                  </a:lnTo>
                  <a:lnTo>
                    <a:pt x="64" y="10"/>
                  </a:lnTo>
                  <a:lnTo>
                    <a:pt x="67" y="10"/>
                  </a:lnTo>
                  <a:lnTo>
                    <a:pt x="69" y="12"/>
                  </a:lnTo>
                  <a:lnTo>
                    <a:pt x="71" y="14"/>
                  </a:lnTo>
                  <a:lnTo>
                    <a:pt x="74" y="14"/>
                  </a:lnTo>
                  <a:lnTo>
                    <a:pt x="76" y="14"/>
                  </a:lnTo>
                  <a:lnTo>
                    <a:pt x="78" y="14"/>
                  </a:lnTo>
                  <a:lnTo>
                    <a:pt x="81" y="19"/>
                  </a:lnTo>
                  <a:lnTo>
                    <a:pt x="81" y="21"/>
                  </a:lnTo>
                  <a:lnTo>
                    <a:pt x="78" y="26"/>
                  </a:lnTo>
                  <a:lnTo>
                    <a:pt x="76" y="29"/>
                  </a:lnTo>
                  <a:lnTo>
                    <a:pt x="71" y="26"/>
                  </a:lnTo>
                  <a:lnTo>
                    <a:pt x="62" y="19"/>
                  </a:lnTo>
                  <a:lnTo>
                    <a:pt x="57" y="17"/>
                  </a:lnTo>
                  <a:lnTo>
                    <a:pt x="55" y="17"/>
                  </a:lnTo>
                  <a:lnTo>
                    <a:pt x="52" y="17"/>
                  </a:lnTo>
                  <a:lnTo>
                    <a:pt x="48" y="17"/>
                  </a:lnTo>
                  <a:lnTo>
                    <a:pt x="45" y="17"/>
                  </a:lnTo>
                  <a:lnTo>
                    <a:pt x="43" y="17"/>
                  </a:lnTo>
                  <a:lnTo>
                    <a:pt x="40" y="19"/>
                  </a:lnTo>
                  <a:lnTo>
                    <a:pt x="38" y="19"/>
                  </a:lnTo>
                  <a:lnTo>
                    <a:pt x="38" y="17"/>
                  </a:lnTo>
                  <a:lnTo>
                    <a:pt x="36" y="17"/>
                  </a:lnTo>
                  <a:lnTo>
                    <a:pt x="33" y="17"/>
                  </a:lnTo>
                  <a:lnTo>
                    <a:pt x="31" y="17"/>
                  </a:lnTo>
                  <a:lnTo>
                    <a:pt x="24" y="21"/>
                  </a:lnTo>
                  <a:lnTo>
                    <a:pt x="19" y="24"/>
                  </a:lnTo>
                  <a:lnTo>
                    <a:pt x="17" y="24"/>
                  </a:lnTo>
                  <a:lnTo>
                    <a:pt x="17" y="21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7" y="21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5" y="14"/>
                  </a:lnTo>
                  <a:lnTo>
                    <a:pt x="3" y="12"/>
                  </a:lnTo>
                  <a:lnTo>
                    <a:pt x="3" y="12"/>
                  </a:lnTo>
                  <a:lnTo>
                    <a:pt x="5" y="10"/>
                  </a:lnTo>
                  <a:lnTo>
                    <a:pt x="5" y="7"/>
                  </a:lnTo>
                  <a:lnTo>
                    <a:pt x="5" y="5"/>
                  </a:lnTo>
                  <a:lnTo>
                    <a:pt x="5" y="3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2" y="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4" name="Freeform 103"/>
            <p:cNvSpPr>
              <a:spLocks/>
            </p:cNvSpPr>
            <p:nvPr/>
          </p:nvSpPr>
          <p:spPr bwMode="auto">
            <a:xfrm>
              <a:off x="1993" y="562"/>
              <a:ext cx="97" cy="111"/>
            </a:xfrm>
            <a:custGeom>
              <a:avLst/>
              <a:gdLst>
                <a:gd name="T0" fmla="*/ 92 w 97"/>
                <a:gd name="T1" fmla="*/ 92 h 111"/>
                <a:gd name="T2" fmla="*/ 87 w 97"/>
                <a:gd name="T3" fmla="*/ 102 h 111"/>
                <a:gd name="T4" fmla="*/ 80 w 97"/>
                <a:gd name="T5" fmla="*/ 102 h 111"/>
                <a:gd name="T6" fmla="*/ 68 w 97"/>
                <a:gd name="T7" fmla="*/ 106 h 111"/>
                <a:gd name="T8" fmla="*/ 61 w 97"/>
                <a:gd name="T9" fmla="*/ 111 h 111"/>
                <a:gd name="T10" fmla="*/ 54 w 97"/>
                <a:gd name="T11" fmla="*/ 104 h 111"/>
                <a:gd name="T12" fmla="*/ 61 w 97"/>
                <a:gd name="T13" fmla="*/ 102 h 111"/>
                <a:gd name="T14" fmla="*/ 66 w 97"/>
                <a:gd name="T15" fmla="*/ 97 h 111"/>
                <a:gd name="T16" fmla="*/ 73 w 97"/>
                <a:gd name="T17" fmla="*/ 92 h 111"/>
                <a:gd name="T18" fmla="*/ 71 w 97"/>
                <a:gd name="T19" fmla="*/ 80 h 111"/>
                <a:gd name="T20" fmla="*/ 61 w 97"/>
                <a:gd name="T21" fmla="*/ 78 h 111"/>
                <a:gd name="T22" fmla="*/ 47 w 97"/>
                <a:gd name="T23" fmla="*/ 59 h 111"/>
                <a:gd name="T24" fmla="*/ 40 w 97"/>
                <a:gd name="T25" fmla="*/ 50 h 111"/>
                <a:gd name="T26" fmla="*/ 38 w 97"/>
                <a:gd name="T27" fmla="*/ 40 h 111"/>
                <a:gd name="T28" fmla="*/ 28 w 97"/>
                <a:gd name="T29" fmla="*/ 33 h 111"/>
                <a:gd name="T30" fmla="*/ 23 w 97"/>
                <a:gd name="T31" fmla="*/ 31 h 111"/>
                <a:gd name="T32" fmla="*/ 23 w 97"/>
                <a:gd name="T33" fmla="*/ 26 h 111"/>
                <a:gd name="T34" fmla="*/ 21 w 97"/>
                <a:gd name="T35" fmla="*/ 21 h 111"/>
                <a:gd name="T36" fmla="*/ 19 w 97"/>
                <a:gd name="T37" fmla="*/ 21 h 111"/>
                <a:gd name="T38" fmla="*/ 4 w 97"/>
                <a:gd name="T39" fmla="*/ 12 h 111"/>
                <a:gd name="T40" fmla="*/ 0 w 97"/>
                <a:gd name="T41" fmla="*/ 9 h 111"/>
                <a:gd name="T42" fmla="*/ 0 w 97"/>
                <a:gd name="T43" fmla="*/ 7 h 111"/>
                <a:gd name="T44" fmla="*/ 4 w 97"/>
                <a:gd name="T45" fmla="*/ 0 h 111"/>
                <a:gd name="T46" fmla="*/ 9 w 97"/>
                <a:gd name="T47" fmla="*/ 2 h 111"/>
                <a:gd name="T48" fmla="*/ 21 w 97"/>
                <a:gd name="T49" fmla="*/ 7 h 111"/>
                <a:gd name="T50" fmla="*/ 23 w 97"/>
                <a:gd name="T51" fmla="*/ 9 h 111"/>
                <a:gd name="T52" fmla="*/ 28 w 97"/>
                <a:gd name="T53" fmla="*/ 26 h 111"/>
                <a:gd name="T54" fmla="*/ 33 w 97"/>
                <a:gd name="T55" fmla="*/ 31 h 111"/>
                <a:gd name="T56" fmla="*/ 40 w 97"/>
                <a:gd name="T57" fmla="*/ 40 h 111"/>
                <a:gd name="T58" fmla="*/ 56 w 97"/>
                <a:gd name="T59" fmla="*/ 61 h 111"/>
                <a:gd name="T60" fmla="*/ 68 w 97"/>
                <a:gd name="T61" fmla="*/ 68 h 111"/>
                <a:gd name="T62" fmla="*/ 78 w 97"/>
                <a:gd name="T63" fmla="*/ 78 h 111"/>
                <a:gd name="T64" fmla="*/ 83 w 97"/>
                <a:gd name="T65" fmla="*/ 83 h 111"/>
                <a:gd name="T66" fmla="*/ 90 w 97"/>
                <a:gd name="T67" fmla="*/ 9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7" h="111">
                  <a:moveTo>
                    <a:pt x="90" y="90"/>
                  </a:moveTo>
                  <a:lnTo>
                    <a:pt x="92" y="92"/>
                  </a:lnTo>
                  <a:lnTo>
                    <a:pt x="97" y="104"/>
                  </a:lnTo>
                  <a:lnTo>
                    <a:pt x="87" y="102"/>
                  </a:lnTo>
                  <a:lnTo>
                    <a:pt x="85" y="102"/>
                  </a:lnTo>
                  <a:lnTo>
                    <a:pt x="80" y="102"/>
                  </a:lnTo>
                  <a:lnTo>
                    <a:pt x="71" y="106"/>
                  </a:lnTo>
                  <a:lnTo>
                    <a:pt x="68" y="106"/>
                  </a:lnTo>
                  <a:lnTo>
                    <a:pt x="66" y="111"/>
                  </a:lnTo>
                  <a:lnTo>
                    <a:pt x="61" y="111"/>
                  </a:lnTo>
                  <a:lnTo>
                    <a:pt x="56" y="109"/>
                  </a:lnTo>
                  <a:lnTo>
                    <a:pt x="54" y="104"/>
                  </a:lnTo>
                  <a:lnTo>
                    <a:pt x="56" y="102"/>
                  </a:lnTo>
                  <a:lnTo>
                    <a:pt x="61" y="102"/>
                  </a:lnTo>
                  <a:lnTo>
                    <a:pt x="64" y="99"/>
                  </a:lnTo>
                  <a:lnTo>
                    <a:pt x="66" y="97"/>
                  </a:lnTo>
                  <a:lnTo>
                    <a:pt x="68" y="92"/>
                  </a:lnTo>
                  <a:lnTo>
                    <a:pt x="73" y="92"/>
                  </a:lnTo>
                  <a:lnTo>
                    <a:pt x="73" y="87"/>
                  </a:lnTo>
                  <a:lnTo>
                    <a:pt x="71" y="80"/>
                  </a:lnTo>
                  <a:lnTo>
                    <a:pt x="68" y="78"/>
                  </a:lnTo>
                  <a:lnTo>
                    <a:pt x="61" y="78"/>
                  </a:lnTo>
                  <a:lnTo>
                    <a:pt x="59" y="73"/>
                  </a:lnTo>
                  <a:lnTo>
                    <a:pt x="47" y="59"/>
                  </a:lnTo>
                  <a:lnTo>
                    <a:pt x="45" y="54"/>
                  </a:lnTo>
                  <a:lnTo>
                    <a:pt x="40" y="50"/>
                  </a:lnTo>
                  <a:lnTo>
                    <a:pt x="40" y="47"/>
                  </a:lnTo>
                  <a:lnTo>
                    <a:pt x="38" y="40"/>
                  </a:lnTo>
                  <a:lnTo>
                    <a:pt x="35" y="35"/>
                  </a:lnTo>
                  <a:lnTo>
                    <a:pt x="28" y="33"/>
                  </a:lnTo>
                  <a:lnTo>
                    <a:pt x="23" y="33"/>
                  </a:lnTo>
                  <a:lnTo>
                    <a:pt x="23" y="31"/>
                  </a:lnTo>
                  <a:lnTo>
                    <a:pt x="23" y="28"/>
                  </a:lnTo>
                  <a:lnTo>
                    <a:pt x="23" y="26"/>
                  </a:lnTo>
                  <a:lnTo>
                    <a:pt x="21" y="24"/>
                  </a:lnTo>
                  <a:lnTo>
                    <a:pt x="21" y="21"/>
                  </a:lnTo>
                  <a:lnTo>
                    <a:pt x="19" y="21"/>
                  </a:lnTo>
                  <a:lnTo>
                    <a:pt x="19" y="21"/>
                  </a:lnTo>
                  <a:lnTo>
                    <a:pt x="9" y="14"/>
                  </a:lnTo>
                  <a:lnTo>
                    <a:pt x="4" y="12"/>
                  </a:lnTo>
                  <a:lnTo>
                    <a:pt x="2" y="12"/>
                  </a:lnTo>
                  <a:lnTo>
                    <a:pt x="0" y="9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2"/>
                  </a:lnTo>
                  <a:lnTo>
                    <a:pt x="4" y="0"/>
                  </a:lnTo>
                  <a:lnTo>
                    <a:pt x="9" y="0"/>
                  </a:lnTo>
                  <a:lnTo>
                    <a:pt x="9" y="2"/>
                  </a:lnTo>
                  <a:lnTo>
                    <a:pt x="14" y="5"/>
                  </a:lnTo>
                  <a:lnTo>
                    <a:pt x="21" y="7"/>
                  </a:lnTo>
                  <a:lnTo>
                    <a:pt x="23" y="7"/>
                  </a:lnTo>
                  <a:lnTo>
                    <a:pt x="23" y="9"/>
                  </a:lnTo>
                  <a:lnTo>
                    <a:pt x="28" y="24"/>
                  </a:lnTo>
                  <a:lnTo>
                    <a:pt x="28" y="26"/>
                  </a:lnTo>
                  <a:lnTo>
                    <a:pt x="30" y="28"/>
                  </a:lnTo>
                  <a:lnTo>
                    <a:pt x="33" y="31"/>
                  </a:lnTo>
                  <a:lnTo>
                    <a:pt x="38" y="33"/>
                  </a:lnTo>
                  <a:lnTo>
                    <a:pt x="40" y="40"/>
                  </a:lnTo>
                  <a:lnTo>
                    <a:pt x="45" y="47"/>
                  </a:lnTo>
                  <a:lnTo>
                    <a:pt x="56" y="61"/>
                  </a:lnTo>
                  <a:lnTo>
                    <a:pt x="61" y="64"/>
                  </a:lnTo>
                  <a:lnTo>
                    <a:pt x="68" y="68"/>
                  </a:lnTo>
                  <a:lnTo>
                    <a:pt x="73" y="71"/>
                  </a:lnTo>
                  <a:lnTo>
                    <a:pt x="78" y="78"/>
                  </a:lnTo>
                  <a:lnTo>
                    <a:pt x="80" y="80"/>
                  </a:lnTo>
                  <a:lnTo>
                    <a:pt x="83" y="83"/>
                  </a:lnTo>
                  <a:lnTo>
                    <a:pt x="90" y="90"/>
                  </a:lnTo>
                  <a:lnTo>
                    <a:pt x="90" y="9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5" name="Freeform 104"/>
            <p:cNvSpPr>
              <a:spLocks/>
            </p:cNvSpPr>
            <p:nvPr/>
          </p:nvSpPr>
          <p:spPr bwMode="auto">
            <a:xfrm>
              <a:off x="2090" y="758"/>
              <a:ext cx="111" cy="157"/>
            </a:xfrm>
            <a:custGeom>
              <a:avLst/>
              <a:gdLst>
                <a:gd name="T0" fmla="*/ 19 w 111"/>
                <a:gd name="T1" fmla="*/ 19 h 157"/>
                <a:gd name="T2" fmla="*/ 23 w 111"/>
                <a:gd name="T3" fmla="*/ 24 h 157"/>
                <a:gd name="T4" fmla="*/ 30 w 111"/>
                <a:gd name="T5" fmla="*/ 31 h 157"/>
                <a:gd name="T6" fmla="*/ 38 w 111"/>
                <a:gd name="T7" fmla="*/ 48 h 157"/>
                <a:gd name="T8" fmla="*/ 54 w 111"/>
                <a:gd name="T9" fmla="*/ 71 h 157"/>
                <a:gd name="T10" fmla="*/ 54 w 111"/>
                <a:gd name="T11" fmla="*/ 76 h 157"/>
                <a:gd name="T12" fmla="*/ 56 w 111"/>
                <a:gd name="T13" fmla="*/ 88 h 157"/>
                <a:gd name="T14" fmla="*/ 64 w 111"/>
                <a:gd name="T15" fmla="*/ 104 h 157"/>
                <a:gd name="T16" fmla="*/ 85 w 111"/>
                <a:gd name="T17" fmla="*/ 112 h 157"/>
                <a:gd name="T18" fmla="*/ 106 w 111"/>
                <a:gd name="T19" fmla="*/ 128 h 157"/>
                <a:gd name="T20" fmla="*/ 104 w 111"/>
                <a:gd name="T21" fmla="*/ 131 h 157"/>
                <a:gd name="T22" fmla="*/ 106 w 111"/>
                <a:gd name="T23" fmla="*/ 135 h 157"/>
                <a:gd name="T24" fmla="*/ 111 w 111"/>
                <a:gd name="T25" fmla="*/ 145 h 157"/>
                <a:gd name="T26" fmla="*/ 111 w 111"/>
                <a:gd name="T27" fmla="*/ 154 h 157"/>
                <a:gd name="T28" fmla="*/ 106 w 111"/>
                <a:gd name="T29" fmla="*/ 157 h 157"/>
                <a:gd name="T30" fmla="*/ 104 w 111"/>
                <a:gd name="T31" fmla="*/ 147 h 157"/>
                <a:gd name="T32" fmla="*/ 101 w 111"/>
                <a:gd name="T33" fmla="*/ 149 h 157"/>
                <a:gd name="T34" fmla="*/ 94 w 111"/>
                <a:gd name="T35" fmla="*/ 135 h 157"/>
                <a:gd name="T36" fmla="*/ 90 w 111"/>
                <a:gd name="T37" fmla="*/ 126 h 157"/>
                <a:gd name="T38" fmla="*/ 80 w 111"/>
                <a:gd name="T39" fmla="*/ 116 h 157"/>
                <a:gd name="T40" fmla="*/ 56 w 111"/>
                <a:gd name="T41" fmla="*/ 114 h 157"/>
                <a:gd name="T42" fmla="*/ 47 w 111"/>
                <a:gd name="T43" fmla="*/ 109 h 157"/>
                <a:gd name="T44" fmla="*/ 30 w 111"/>
                <a:gd name="T45" fmla="*/ 102 h 157"/>
                <a:gd name="T46" fmla="*/ 33 w 111"/>
                <a:gd name="T47" fmla="*/ 97 h 157"/>
                <a:gd name="T48" fmla="*/ 35 w 111"/>
                <a:gd name="T49" fmla="*/ 95 h 157"/>
                <a:gd name="T50" fmla="*/ 35 w 111"/>
                <a:gd name="T51" fmla="*/ 95 h 157"/>
                <a:gd name="T52" fmla="*/ 35 w 111"/>
                <a:gd name="T53" fmla="*/ 95 h 157"/>
                <a:gd name="T54" fmla="*/ 38 w 111"/>
                <a:gd name="T55" fmla="*/ 97 h 157"/>
                <a:gd name="T56" fmla="*/ 45 w 111"/>
                <a:gd name="T57" fmla="*/ 102 h 157"/>
                <a:gd name="T58" fmla="*/ 40 w 111"/>
                <a:gd name="T59" fmla="*/ 100 h 157"/>
                <a:gd name="T60" fmla="*/ 42 w 111"/>
                <a:gd name="T61" fmla="*/ 104 h 157"/>
                <a:gd name="T62" fmla="*/ 47 w 111"/>
                <a:gd name="T63" fmla="*/ 104 h 157"/>
                <a:gd name="T64" fmla="*/ 54 w 111"/>
                <a:gd name="T65" fmla="*/ 109 h 157"/>
                <a:gd name="T66" fmla="*/ 56 w 111"/>
                <a:gd name="T67" fmla="*/ 109 h 157"/>
                <a:gd name="T68" fmla="*/ 61 w 111"/>
                <a:gd name="T69" fmla="*/ 109 h 157"/>
                <a:gd name="T70" fmla="*/ 49 w 111"/>
                <a:gd name="T71" fmla="*/ 97 h 157"/>
                <a:gd name="T72" fmla="*/ 47 w 111"/>
                <a:gd name="T73" fmla="*/ 88 h 157"/>
                <a:gd name="T74" fmla="*/ 49 w 111"/>
                <a:gd name="T75" fmla="*/ 81 h 157"/>
                <a:gd name="T76" fmla="*/ 49 w 111"/>
                <a:gd name="T77" fmla="*/ 71 h 157"/>
                <a:gd name="T78" fmla="*/ 45 w 111"/>
                <a:gd name="T79" fmla="*/ 62 h 157"/>
                <a:gd name="T80" fmla="*/ 42 w 111"/>
                <a:gd name="T81" fmla="*/ 62 h 157"/>
                <a:gd name="T82" fmla="*/ 40 w 111"/>
                <a:gd name="T83" fmla="*/ 57 h 157"/>
                <a:gd name="T84" fmla="*/ 33 w 111"/>
                <a:gd name="T85" fmla="*/ 48 h 157"/>
                <a:gd name="T86" fmla="*/ 28 w 111"/>
                <a:gd name="T87" fmla="*/ 48 h 157"/>
                <a:gd name="T88" fmla="*/ 26 w 111"/>
                <a:gd name="T89" fmla="*/ 43 h 157"/>
                <a:gd name="T90" fmla="*/ 21 w 111"/>
                <a:gd name="T91" fmla="*/ 38 h 157"/>
                <a:gd name="T92" fmla="*/ 14 w 111"/>
                <a:gd name="T93" fmla="*/ 19 h 157"/>
                <a:gd name="T94" fmla="*/ 12 w 111"/>
                <a:gd name="T95" fmla="*/ 19 h 157"/>
                <a:gd name="T96" fmla="*/ 7 w 111"/>
                <a:gd name="T97" fmla="*/ 22 h 157"/>
                <a:gd name="T98" fmla="*/ 7 w 111"/>
                <a:gd name="T99" fmla="*/ 10 h 157"/>
                <a:gd name="T100" fmla="*/ 4 w 111"/>
                <a:gd name="T101" fmla="*/ 10 h 157"/>
                <a:gd name="T102" fmla="*/ 7 w 111"/>
                <a:gd name="T103" fmla="*/ 7 h 157"/>
                <a:gd name="T104" fmla="*/ 2 w 111"/>
                <a:gd name="T105" fmla="*/ 10 h 157"/>
                <a:gd name="T106" fmla="*/ 0 w 111"/>
                <a:gd name="T107" fmla="*/ 12 h 157"/>
                <a:gd name="T108" fmla="*/ 0 w 111"/>
                <a:gd name="T109" fmla="*/ 10 h 157"/>
                <a:gd name="T110" fmla="*/ 2 w 111"/>
                <a:gd name="T111" fmla="*/ 5 h 157"/>
                <a:gd name="T112" fmla="*/ 2 w 111"/>
                <a:gd name="T113" fmla="*/ 0 h 157"/>
                <a:gd name="T114" fmla="*/ 4 w 111"/>
                <a:gd name="T115" fmla="*/ 3 h 157"/>
                <a:gd name="T116" fmla="*/ 4 w 111"/>
                <a:gd name="T117" fmla="*/ 3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11" h="157">
                  <a:moveTo>
                    <a:pt x="4" y="3"/>
                  </a:moveTo>
                  <a:lnTo>
                    <a:pt x="19" y="19"/>
                  </a:lnTo>
                  <a:lnTo>
                    <a:pt x="21" y="22"/>
                  </a:lnTo>
                  <a:lnTo>
                    <a:pt x="23" y="24"/>
                  </a:lnTo>
                  <a:lnTo>
                    <a:pt x="28" y="29"/>
                  </a:lnTo>
                  <a:lnTo>
                    <a:pt x="30" y="31"/>
                  </a:lnTo>
                  <a:lnTo>
                    <a:pt x="33" y="45"/>
                  </a:lnTo>
                  <a:lnTo>
                    <a:pt x="38" y="48"/>
                  </a:lnTo>
                  <a:lnTo>
                    <a:pt x="40" y="52"/>
                  </a:lnTo>
                  <a:lnTo>
                    <a:pt x="54" y="71"/>
                  </a:lnTo>
                  <a:lnTo>
                    <a:pt x="54" y="74"/>
                  </a:lnTo>
                  <a:lnTo>
                    <a:pt x="54" y="76"/>
                  </a:lnTo>
                  <a:lnTo>
                    <a:pt x="56" y="81"/>
                  </a:lnTo>
                  <a:lnTo>
                    <a:pt x="56" y="88"/>
                  </a:lnTo>
                  <a:lnTo>
                    <a:pt x="59" y="97"/>
                  </a:lnTo>
                  <a:lnTo>
                    <a:pt x="64" y="104"/>
                  </a:lnTo>
                  <a:lnTo>
                    <a:pt x="68" y="107"/>
                  </a:lnTo>
                  <a:lnTo>
                    <a:pt x="85" y="112"/>
                  </a:lnTo>
                  <a:lnTo>
                    <a:pt x="92" y="116"/>
                  </a:lnTo>
                  <a:lnTo>
                    <a:pt x="106" y="128"/>
                  </a:lnTo>
                  <a:lnTo>
                    <a:pt x="106" y="128"/>
                  </a:lnTo>
                  <a:lnTo>
                    <a:pt x="104" y="131"/>
                  </a:lnTo>
                  <a:lnTo>
                    <a:pt x="104" y="133"/>
                  </a:lnTo>
                  <a:lnTo>
                    <a:pt x="106" y="135"/>
                  </a:lnTo>
                  <a:lnTo>
                    <a:pt x="109" y="140"/>
                  </a:lnTo>
                  <a:lnTo>
                    <a:pt x="111" y="145"/>
                  </a:lnTo>
                  <a:lnTo>
                    <a:pt x="111" y="152"/>
                  </a:lnTo>
                  <a:lnTo>
                    <a:pt x="111" y="154"/>
                  </a:lnTo>
                  <a:lnTo>
                    <a:pt x="109" y="157"/>
                  </a:lnTo>
                  <a:lnTo>
                    <a:pt x="106" y="157"/>
                  </a:lnTo>
                  <a:lnTo>
                    <a:pt x="106" y="154"/>
                  </a:lnTo>
                  <a:lnTo>
                    <a:pt x="104" y="147"/>
                  </a:lnTo>
                  <a:lnTo>
                    <a:pt x="104" y="147"/>
                  </a:lnTo>
                  <a:lnTo>
                    <a:pt x="101" y="149"/>
                  </a:lnTo>
                  <a:lnTo>
                    <a:pt x="99" y="145"/>
                  </a:lnTo>
                  <a:lnTo>
                    <a:pt x="94" y="135"/>
                  </a:lnTo>
                  <a:lnTo>
                    <a:pt x="90" y="128"/>
                  </a:lnTo>
                  <a:lnTo>
                    <a:pt x="90" y="126"/>
                  </a:lnTo>
                  <a:lnTo>
                    <a:pt x="83" y="119"/>
                  </a:lnTo>
                  <a:lnTo>
                    <a:pt x="80" y="116"/>
                  </a:lnTo>
                  <a:lnTo>
                    <a:pt x="78" y="116"/>
                  </a:lnTo>
                  <a:lnTo>
                    <a:pt x="56" y="114"/>
                  </a:lnTo>
                  <a:lnTo>
                    <a:pt x="52" y="112"/>
                  </a:lnTo>
                  <a:lnTo>
                    <a:pt x="47" y="109"/>
                  </a:lnTo>
                  <a:lnTo>
                    <a:pt x="33" y="102"/>
                  </a:lnTo>
                  <a:lnTo>
                    <a:pt x="30" y="102"/>
                  </a:lnTo>
                  <a:lnTo>
                    <a:pt x="30" y="100"/>
                  </a:lnTo>
                  <a:lnTo>
                    <a:pt x="33" y="97"/>
                  </a:lnTo>
                  <a:lnTo>
                    <a:pt x="33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5"/>
                  </a:lnTo>
                  <a:lnTo>
                    <a:pt x="35" y="93"/>
                  </a:lnTo>
                  <a:lnTo>
                    <a:pt x="38" y="97"/>
                  </a:lnTo>
                  <a:lnTo>
                    <a:pt x="42" y="97"/>
                  </a:lnTo>
                  <a:lnTo>
                    <a:pt x="45" y="102"/>
                  </a:lnTo>
                  <a:lnTo>
                    <a:pt x="40" y="100"/>
                  </a:lnTo>
                  <a:lnTo>
                    <a:pt x="40" y="100"/>
                  </a:lnTo>
                  <a:lnTo>
                    <a:pt x="40" y="102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7"/>
                  </a:lnTo>
                  <a:lnTo>
                    <a:pt x="54" y="109"/>
                  </a:lnTo>
                  <a:lnTo>
                    <a:pt x="54" y="109"/>
                  </a:lnTo>
                  <a:lnTo>
                    <a:pt x="56" y="109"/>
                  </a:lnTo>
                  <a:lnTo>
                    <a:pt x="61" y="109"/>
                  </a:lnTo>
                  <a:lnTo>
                    <a:pt x="61" y="109"/>
                  </a:lnTo>
                  <a:lnTo>
                    <a:pt x="61" y="107"/>
                  </a:lnTo>
                  <a:lnTo>
                    <a:pt x="49" y="97"/>
                  </a:lnTo>
                  <a:lnTo>
                    <a:pt x="47" y="93"/>
                  </a:lnTo>
                  <a:lnTo>
                    <a:pt x="47" y="88"/>
                  </a:lnTo>
                  <a:lnTo>
                    <a:pt x="49" y="83"/>
                  </a:lnTo>
                  <a:lnTo>
                    <a:pt x="49" y="81"/>
                  </a:lnTo>
                  <a:lnTo>
                    <a:pt x="49" y="76"/>
                  </a:lnTo>
                  <a:lnTo>
                    <a:pt x="49" y="71"/>
                  </a:lnTo>
                  <a:lnTo>
                    <a:pt x="47" y="67"/>
                  </a:lnTo>
                  <a:lnTo>
                    <a:pt x="45" y="62"/>
                  </a:lnTo>
                  <a:lnTo>
                    <a:pt x="42" y="60"/>
                  </a:lnTo>
                  <a:lnTo>
                    <a:pt x="42" y="62"/>
                  </a:lnTo>
                  <a:lnTo>
                    <a:pt x="40" y="62"/>
                  </a:lnTo>
                  <a:lnTo>
                    <a:pt x="40" y="57"/>
                  </a:lnTo>
                  <a:lnTo>
                    <a:pt x="33" y="52"/>
                  </a:lnTo>
                  <a:lnTo>
                    <a:pt x="33" y="48"/>
                  </a:lnTo>
                  <a:lnTo>
                    <a:pt x="30" y="48"/>
                  </a:lnTo>
                  <a:lnTo>
                    <a:pt x="28" y="48"/>
                  </a:lnTo>
                  <a:lnTo>
                    <a:pt x="26" y="45"/>
                  </a:lnTo>
                  <a:lnTo>
                    <a:pt x="26" y="43"/>
                  </a:lnTo>
                  <a:lnTo>
                    <a:pt x="23" y="41"/>
                  </a:lnTo>
                  <a:lnTo>
                    <a:pt x="21" y="38"/>
                  </a:lnTo>
                  <a:lnTo>
                    <a:pt x="19" y="29"/>
                  </a:lnTo>
                  <a:lnTo>
                    <a:pt x="14" y="19"/>
                  </a:lnTo>
                  <a:lnTo>
                    <a:pt x="12" y="19"/>
                  </a:lnTo>
                  <a:lnTo>
                    <a:pt x="12" y="19"/>
                  </a:lnTo>
                  <a:lnTo>
                    <a:pt x="9" y="22"/>
                  </a:lnTo>
                  <a:lnTo>
                    <a:pt x="7" y="22"/>
                  </a:lnTo>
                  <a:lnTo>
                    <a:pt x="7" y="12"/>
                  </a:lnTo>
                  <a:lnTo>
                    <a:pt x="7" y="10"/>
                  </a:lnTo>
                  <a:lnTo>
                    <a:pt x="2" y="12"/>
                  </a:lnTo>
                  <a:lnTo>
                    <a:pt x="4" y="10"/>
                  </a:lnTo>
                  <a:lnTo>
                    <a:pt x="4" y="10"/>
                  </a:lnTo>
                  <a:lnTo>
                    <a:pt x="7" y="7"/>
                  </a:lnTo>
                  <a:lnTo>
                    <a:pt x="4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3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6" name="Freeform 105"/>
            <p:cNvSpPr>
              <a:spLocks/>
            </p:cNvSpPr>
            <p:nvPr/>
          </p:nvSpPr>
          <p:spPr bwMode="auto">
            <a:xfrm>
              <a:off x="1962" y="770"/>
              <a:ext cx="73" cy="45"/>
            </a:xfrm>
            <a:custGeom>
              <a:avLst/>
              <a:gdLst>
                <a:gd name="T0" fmla="*/ 12 w 73"/>
                <a:gd name="T1" fmla="*/ 3 h 45"/>
                <a:gd name="T2" fmla="*/ 12 w 73"/>
                <a:gd name="T3" fmla="*/ 5 h 45"/>
                <a:gd name="T4" fmla="*/ 14 w 73"/>
                <a:gd name="T5" fmla="*/ 7 h 45"/>
                <a:gd name="T6" fmla="*/ 17 w 73"/>
                <a:gd name="T7" fmla="*/ 7 h 45"/>
                <a:gd name="T8" fmla="*/ 21 w 73"/>
                <a:gd name="T9" fmla="*/ 7 h 45"/>
                <a:gd name="T10" fmla="*/ 24 w 73"/>
                <a:gd name="T11" fmla="*/ 7 h 45"/>
                <a:gd name="T12" fmla="*/ 24 w 73"/>
                <a:gd name="T13" fmla="*/ 7 h 45"/>
                <a:gd name="T14" fmla="*/ 24 w 73"/>
                <a:gd name="T15" fmla="*/ 10 h 45"/>
                <a:gd name="T16" fmla="*/ 24 w 73"/>
                <a:gd name="T17" fmla="*/ 10 h 45"/>
                <a:gd name="T18" fmla="*/ 21 w 73"/>
                <a:gd name="T19" fmla="*/ 10 h 45"/>
                <a:gd name="T20" fmla="*/ 35 w 73"/>
                <a:gd name="T21" fmla="*/ 21 h 45"/>
                <a:gd name="T22" fmla="*/ 45 w 73"/>
                <a:gd name="T23" fmla="*/ 26 h 45"/>
                <a:gd name="T24" fmla="*/ 47 w 73"/>
                <a:gd name="T25" fmla="*/ 26 h 45"/>
                <a:gd name="T26" fmla="*/ 50 w 73"/>
                <a:gd name="T27" fmla="*/ 33 h 45"/>
                <a:gd name="T28" fmla="*/ 57 w 73"/>
                <a:gd name="T29" fmla="*/ 36 h 45"/>
                <a:gd name="T30" fmla="*/ 73 w 73"/>
                <a:gd name="T31" fmla="*/ 40 h 45"/>
                <a:gd name="T32" fmla="*/ 71 w 73"/>
                <a:gd name="T33" fmla="*/ 45 h 45"/>
                <a:gd name="T34" fmla="*/ 66 w 73"/>
                <a:gd name="T35" fmla="*/ 43 h 45"/>
                <a:gd name="T36" fmla="*/ 59 w 73"/>
                <a:gd name="T37" fmla="*/ 40 h 45"/>
                <a:gd name="T38" fmla="*/ 50 w 73"/>
                <a:gd name="T39" fmla="*/ 40 h 45"/>
                <a:gd name="T40" fmla="*/ 45 w 73"/>
                <a:gd name="T41" fmla="*/ 38 h 45"/>
                <a:gd name="T42" fmla="*/ 45 w 73"/>
                <a:gd name="T43" fmla="*/ 33 h 45"/>
                <a:gd name="T44" fmla="*/ 43 w 73"/>
                <a:gd name="T45" fmla="*/ 33 h 45"/>
                <a:gd name="T46" fmla="*/ 38 w 73"/>
                <a:gd name="T47" fmla="*/ 29 h 45"/>
                <a:gd name="T48" fmla="*/ 35 w 73"/>
                <a:gd name="T49" fmla="*/ 29 h 45"/>
                <a:gd name="T50" fmla="*/ 33 w 73"/>
                <a:gd name="T51" fmla="*/ 31 h 45"/>
                <a:gd name="T52" fmla="*/ 26 w 73"/>
                <a:gd name="T53" fmla="*/ 24 h 45"/>
                <a:gd name="T54" fmla="*/ 19 w 73"/>
                <a:gd name="T55" fmla="*/ 19 h 45"/>
                <a:gd name="T56" fmla="*/ 9 w 73"/>
                <a:gd name="T57" fmla="*/ 17 h 45"/>
                <a:gd name="T58" fmla="*/ 2 w 73"/>
                <a:gd name="T59" fmla="*/ 19 h 45"/>
                <a:gd name="T60" fmla="*/ 0 w 73"/>
                <a:gd name="T61" fmla="*/ 19 h 45"/>
                <a:gd name="T62" fmla="*/ 7 w 73"/>
                <a:gd name="T63" fmla="*/ 17 h 45"/>
                <a:gd name="T64" fmla="*/ 7 w 73"/>
                <a:gd name="T65" fmla="*/ 14 h 45"/>
                <a:gd name="T66" fmla="*/ 7 w 73"/>
                <a:gd name="T67" fmla="*/ 14 h 45"/>
                <a:gd name="T68" fmla="*/ 5 w 73"/>
                <a:gd name="T69" fmla="*/ 12 h 45"/>
                <a:gd name="T70" fmla="*/ 5 w 73"/>
                <a:gd name="T71" fmla="*/ 10 h 45"/>
                <a:gd name="T72" fmla="*/ 2 w 73"/>
                <a:gd name="T73" fmla="*/ 10 h 45"/>
                <a:gd name="T74" fmla="*/ 2 w 73"/>
                <a:gd name="T75" fmla="*/ 7 h 45"/>
                <a:gd name="T76" fmla="*/ 0 w 73"/>
                <a:gd name="T77" fmla="*/ 5 h 45"/>
                <a:gd name="T78" fmla="*/ 2 w 73"/>
                <a:gd name="T79" fmla="*/ 3 h 45"/>
                <a:gd name="T80" fmla="*/ 5 w 73"/>
                <a:gd name="T81" fmla="*/ 3 h 45"/>
                <a:gd name="T82" fmla="*/ 7 w 73"/>
                <a:gd name="T83" fmla="*/ 3 h 45"/>
                <a:gd name="T84" fmla="*/ 7 w 73"/>
                <a:gd name="T85" fmla="*/ 0 h 45"/>
                <a:gd name="T86" fmla="*/ 7 w 73"/>
                <a:gd name="T87" fmla="*/ 0 h 45"/>
                <a:gd name="T88" fmla="*/ 9 w 73"/>
                <a:gd name="T89" fmla="*/ 0 h 45"/>
                <a:gd name="T90" fmla="*/ 12 w 73"/>
                <a:gd name="T91" fmla="*/ 3 h 45"/>
                <a:gd name="T92" fmla="*/ 12 w 73"/>
                <a:gd name="T93" fmla="*/ 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3" h="45">
                  <a:moveTo>
                    <a:pt x="12" y="3"/>
                  </a:moveTo>
                  <a:lnTo>
                    <a:pt x="12" y="5"/>
                  </a:lnTo>
                  <a:lnTo>
                    <a:pt x="14" y="7"/>
                  </a:lnTo>
                  <a:lnTo>
                    <a:pt x="17" y="7"/>
                  </a:lnTo>
                  <a:lnTo>
                    <a:pt x="21" y="7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21" y="10"/>
                  </a:lnTo>
                  <a:lnTo>
                    <a:pt x="35" y="21"/>
                  </a:lnTo>
                  <a:lnTo>
                    <a:pt x="45" y="26"/>
                  </a:lnTo>
                  <a:lnTo>
                    <a:pt x="47" y="26"/>
                  </a:lnTo>
                  <a:lnTo>
                    <a:pt x="50" y="33"/>
                  </a:lnTo>
                  <a:lnTo>
                    <a:pt x="57" y="36"/>
                  </a:lnTo>
                  <a:lnTo>
                    <a:pt x="73" y="40"/>
                  </a:lnTo>
                  <a:lnTo>
                    <a:pt x="71" y="45"/>
                  </a:lnTo>
                  <a:lnTo>
                    <a:pt x="66" y="43"/>
                  </a:lnTo>
                  <a:lnTo>
                    <a:pt x="59" y="40"/>
                  </a:lnTo>
                  <a:lnTo>
                    <a:pt x="50" y="40"/>
                  </a:lnTo>
                  <a:lnTo>
                    <a:pt x="45" y="38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38" y="29"/>
                  </a:lnTo>
                  <a:lnTo>
                    <a:pt x="35" y="29"/>
                  </a:lnTo>
                  <a:lnTo>
                    <a:pt x="33" y="31"/>
                  </a:lnTo>
                  <a:lnTo>
                    <a:pt x="26" y="24"/>
                  </a:lnTo>
                  <a:lnTo>
                    <a:pt x="19" y="19"/>
                  </a:lnTo>
                  <a:lnTo>
                    <a:pt x="9" y="17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7" y="17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5" y="12"/>
                  </a:lnTo>
                  <a:lnTo>
                    <a:pt x="5" y="10"/>
                  </a:lnTo>
                  <a:lnTo>
                    <a:pt x="2" y="10"/>
                  </a:lnTo>
                  <a:lnTo>
                    <a:pt x="2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5" y="3"/>
                  </a:lnTo>
                  <a:lnTo>
                    <a:pt x="7" y="3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2" y="3"/>
                  </a:lnTo>
                  <a:lnTo>
                    <a:pt x="12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7" name="Freeform 106"/>
            <p:cNvSpPr>
              <a:spLocks/>
            </p:cNvSpPr>
            <p:nvPr/>
          </p:nvSpPr>
          <p:spPr bwMode="auto">
            <a:xfrm>
              <a:off x="1792" y="408"/>
              <a:ext cx="127" cy="173"/>
            </a:xfrm>
            <a:custGeom>
              <a:avLst/>
              <a:gdLst>
                <a:gd name="T0" fmla="*/ 14 w 127"/>
                <a:gd name="T1" fmla="*/ 0 h 173"/>
                <a:gd name="T2" fmla="*/ 14 w 127"/>
                <a:gd name="T3" fmla="*/ 2 h 173"/>
                <a:gd name="T4" fmla="*/ 14 w 127"/>
                <a:gd name="T5" fmla="*/ 9 h 173"/>
                <a:gd name="T6" fmla="*/ 19 w 127"/>
                <a:gd name="T7" fmla="*/ 9 h 173"/>
                <a:gd name="T8" fmla="*/ 21 w 127"/>
                <a:gd name="T9" fmla="*/ 17 h 173"/>
                <a:gd name="T10" fmla="*/ 28 w 127"/>
                <a:gd name="T11" fmla="*/ 19 h 173"/>
                <a:gd name="T12" fmla="*/ 59 w 127"/>
                <a:gd name="T13" fmla="*/ 38 h 173"/>
                <a:gd name="T14" fmla="*/ 75 w 127"/>
                <a:gd name="T15" fmla="*/ 38 h 173"/>
                <a:gd name="T16" fmla="*/ 82 w 127"/>
                <a:gd name="T17" fmla="*/ 40 h 173"/>
                <a:gd name="T18" fmla="*/ 106 w 127"/>
                <a:gd name="T19" fmla="*/ 62 h 173"/>
                <a:gd name="T20" fmla="*/ 123 w 127"/>
                <a:gd name="T21" fmla="*/ 73 h 173"/>
                <a:gd name="T22" fmla="*/ 127 w 127"/>
                <a:gd name="T23" fmla="*/ 78 h 173"/>
                <a:gd name="T24" fmla="*/ 127 w 127"/>
                <a:gd name="T25" fmla="*/ 99 h 173"/>
                <a:gd name="T26" fmla="*/ 127 w 127"/>
                <a:gd name="T27" fmla="*/ 104 h 173"/>
                <a:gd name="T28" fmla="*/ 123 w 127"/>
                <a:gd name="T29" fmla="*/ 106 h 173"/>
                <a:gd name="T30" fmla="*/ 123 w 127"/>
                <a:gd name="T31" fmla="*/ 111 h 173"/>
                <a:gd name="T32" fmla="*/ 125 w 127"/>
                <a:gd name="T33" fmla="*/ 118 h 173"/>
                <a:gd name="T34" fmla="*/ 127 w 127"/>
                <a:gd name="T35" fmla="*/ 133 h 173"/>
                <a:gd name="T36" fmla="*/ 123 w 127"/>
                <a:gd name="T37" fmla="*/ 142 h 173"/>
                <a:gd name="T38" fmla="*/ 123 w 127"/>
                <a:gd name="T39" fmla="*/ 161 h 173"/>
                <a:gd name="T40" fmla="*/ 127 w 127"/>
                <a:gd name="T41" fmla="*/ 173 h 173"/>
                <a:gd name="T42" fmla="*/ 118 w 127"/>
                <a:gd name="T43" fmla="*/ 166 h 173"/>
                <a:gd name="T44" fmla="*/ 111 w 127"/>
                <a:gd name="T45" fmla="*/ 154 h 173"/>
                <a:gd name="T46" fmla="*/ 101 w 127"/>
                <a:gd name="T47" fmla="*/ 149 h 173"/>
                <a:gd name="T48" fmla="*/ 92 w 127"/>
                <a:gd name="T49" fmla="*/ 142 h 173"/>
                <a:gd name="T50" fmla="*/ 97 w 127"/>
                <a:gd name="T51" fmla="*/ 140 h 173"/>
                <a:gd name="T52" fmla="*/ 116 w 127"/>
                <a:gd name="T53" fmla="*/ 142 h 173"/>
                <a:gd name="T54" fmla="*/ 116 w 127"/>
                <a:gd name="T55" fmla="*/ 137 h 173"/>
                <a:gd name="T56" fmla="*/ 120 w 127"/>
                <a:gd name="T57" fmla="*/ 133 h 173"/>
                <a:gd name="T58" fmla="*/ 120 w 127"/>
                <a:gd name="T59" fmla="*/ 128 h 173"/>
                <a:gd name="T60" fmla="*/ 118 w 127"/>
                <a:gd name="T61" fmla="*/ 125 h 173"/>
                <a:gd name="T62" fmla="*/ 116 w 127"/>
                <a:gd name="T63" fmla="*/ 130 h 173"/>
                <a:gd name="T64" fmla="*/ 113 w 127"/>
                <a:gd name="T65" fmla="*/ 123 h 173"/>
                <a:gd name="T66" fmla="*/ 116 w 127"/>
                <a:gd name="T67" fmla="*/ 111 h 173"/>
                <a:gd name="T68" fmla="*/ 116 w 127"/>
                <a:gd name="T69" fmla="*/ 109 h 173"/>
                <a:gd name="T70" fmla="*/ 123 w 127"/>
                <a:gd name="T71" fmla="*/ 102 h 173"/>
                <a:gd name="T72" fmla="*/ 123 w 127"/>
                <a:gd name="T73" fmla="*/ 85 h 173"/>
                <a:gd name="T74" fmla="*/ 111 w 127"/>
                <a:gd name="T75" fmla="*/ 73 h 173"/>
                <a:gd name="T76" fmla="*/ 99 w 127"/>
                <a:gd name="T77" fmla="*/ 66 h 173"/>
                <a:gd name="T78" fmla="*/ 75 w 127"/>
                <a:gd name="T79" fmla="*/ 43 h 173"/>
                <a:gd name="T80" fmla="*/ 54 w 127"/>
                <a:gd name="T81" fmla="*/ 38 h 173"/>
                <a:gd name="T82" fmla="*/ 35 w 127"/>
                <a:gd name="T83" fmla="*/ 26 h 173"/>
                <a:gd name="T84" fmla="*/ 23 w 127"/>
                <a:gd name="T85" fmla="*/ 24 h 173"/>
                <a:gd name="T86" fmla="*/ 11 w 127"/>
                <a:gd name="T87" fmla="*/ 24 h 173"/>
                <a:gd name="T88" fmla="*/ 2 w 127"/>
                <a:gd name="T89" fmla="*/ 28 h 173"/>
                <a:gd name="T90" fmla="*/ 2 w 127"/>
                <a:gd name="T91" fmla="*/ 24 h 173"/>
                <a:gd name="T92" fmla="*/ 7 w 127"/>
                <a:gd name="T93" fmla="*/ 0 h 173"/>
                <a:gd name="T94" fmla="*/ 11 w 127"/>
                <a:gd name="T95" fmla="*/ 0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7" h="173">
                  <a:moveTo>
                    <a:pt x="11" y="0"/>
                  </a:moveTo>
                  <a:lnTo>
                    <a:pt x="14" y="0"/>
                  </a:lnTo>
                  <a:lnTo>
                    <a:pt x="16" y="0"/>
                  </a:lnTo>
                  <a:lnTo>
                    <a:pt x="14" y="2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16" y="14"/>
                  </a:lnTo>
                  <a:lnTo>
                    <a:pt x="19" y="9"/>
                  </a:lnTo>
                  <a:lnTo>
                    <a:pt x="21" y="12"/>
                  </a:lnTo>
                  <a:lnTo>
                    <a:pt x="21" y="17"/>
                  </a:lnTo>
                  <a:lnTo>
                    <a:pt x="23" y="17"/>
                  </a:lnTo>
                  <a:lnTo>
                    <a:pt x="28" y="19"/>
                  </a:lnTo>
                  <a:lnTo>
                    <a:pt x="52" y="33"/>
                  </a:lnTo>
                  <a:lnTo>
                    <a:pt x="59" y="38"/>
                  </a:lnTo>
                  <a:lnTo>
                    <a:pt x="68" y="38"/>
                  </a:lnTo>
                  <a:lnTo>
                    <a:pt x="75" y="38"/>
                  </a:lnTo>
                  <a:lnTo>
                    <a:pt x="80" y="38"/>
                  </a:lnTo>
                  <a:lnTo>
                    <a:pt x="82" y="40"/>
                  </a:lnTo>
                  <a:lnTo>
                    <a:pt x="94" y="52"/>
                  </a:lnTo>
                  <a:lnTo>
                    <a:pt x="106" y="62"/>
                  </a:lnTo>
                  <a:lnTo>
                    <a:pt x="118" y="69"/>
                  </a:lnTo>
                  <a:lnTo>
                    <a:pt x="123" y="73"/>
                  </a:lnTo>
                  <a:lnTo>
                    <a:pt x="125" y="76"/>
                  </a:lnTo>
                  <a:lnTo>
                    <a:pt x="127" y="78"/>
                  </a:lnTo>
                  <a:lnTo>
                    <a:pt x="127" y="97"/>
                  </a:lnTo>
                  <a:lnTo>
                    <a:pt x="127" y="99"/>
                  </a:lnTo>
                  <a:lnTo>
                    <a:pt x="127" y="102"/>
                  </a:lnTo>
                  <a:lnTo>
                    <a:pt x="127" y="104"/>
                  </a:lnTo>
                  <a:lnTo>
                    <a:pt x="125" y="104"/>
                  </a:lnTo>
                  <a:lnTo>
                    <a:pt x="123" y="106"/>
                  </a:lnTo>
                  <a:lnTo>
                    <a:pt x="123" y="106"/>
                  </a:lnTo>
                  <a:lnTo>
                    <a:pt x="123" y="111"/>
                  </a:lnTo>
                  <a:lnTo>
                    <a:pt x="123" y="114"/>
                  </a:lnTo>
                  <a:lnTo>
                    <a:pt x="125" y="118"/>
                  </a:lnTo>
                  <a:lnTo>
                    <a:pt x="127" y="121"/>
                  </a:lnTo>
                  <a:lnTo>
                    <a:pt x="127" y="133"/>
                  </a:lnTo>
                  <a:lnTo>
                    <a:pt x="127" y="135"/>
                  </a:lnTo>
                  <a:lnTo>
                    <a:pt x="123" y="142"/>
                  </a:lnTo>
                  <a:lnTo>
                    <a:pt x="123" y="147"/>
                  </a:lnTo>
                  <a:lnTo>
                    <a:pt x="123" y="161"/>
                  </a:lnTo>
                  <a:lnTo>
                    <a:pt x="125" y="168"/>
                  </a:lnTo>
                  <a:lnTo>
                    <a:pt x="127" y="173"/>
                  </a:lnTo>
                  <a:lnTo>
                    <a:pt x="120" y="173"/>
                  </a:lnTo>
                  <a:lnTo>
                    <a:pt x="118" y="166"/>
                  </a:lnTo>
                  <a:lnTo>
                    <a:pt x="116" y="159"/>
                  </a:lnTo>
                  <a:lnTo>
                    <a:pt x="111" y="154"/>
                  </a:lnTo>
                  <a:lnTo>
                    <a:pt x="108" y="151"/>
                  </a:lnTo>
                  <a:lnTo>
                    <a:pt x="101" y="149"/>
                  </a:lnTo>
                  <a:lnTo>
                    <a:pt x="97" y="147"/>
                  </a:lnTo>
                  <a:lnTo>
                    <a:pt x="92" y="142"/>
                  </a:lnTo>
                  <a:lnTo>
                    <a:pt x="92" y="142"/>
                  </a:lnTo>
                  <a:lnTo>
                    <a:pt x="97" y="140"/>
                  </a:lnTo>
                  <a:lnTo>
                    <a:pt x="113" y="142"/>
                  </a:lnTo>
                  <a:lnTo>
                    <a:pt x="116" y="142"/>
                  </a:lnTo>
                  <a:lnTo>
                    <a:pt x="116" y="140"/>
                  </a:lnTo>
                  <a:lnTo>
                    <a:pt x="116" y="137"/>
                  </a:lnTo>
                  <a:lnTo>
                    <a:pt x="118" y="137"/>
                  </a:lnTo>
                  <a:lnTo>
                    <a:pt x="120" y="133"/>
                  </a:lnTo>
                  <a:lnTo>
                    <a:pt x="120" y="133"/>
                  </a:lnTo>
                  <a:lnTo>
                    <a:pt x="120" y="128"/>
                  </a:lnTo>
                  <a:lnTo>
                    <a:pt x="120" y="123"/>
                  </a:lnTo>
                  <a:lnTo>
                    <a:pt x="118" y="125"/>
                  </a:lnTo>
                  <a:lnTo>
                    <a:pt x="118" y="128"/>
                  </a:lnTo>
                  <a:lnTo>
                    <a:pt x="116" y="130"/>
                  </a:lnTo>
                  <a:lnTo>
                    <a:pt x="113" y="128"/>
                  </a:lnTo>
                  <a:lnTo>
                    <a:pt x="113" y="123"/>
                  </a:lnTo>
                  <a:lnTo>
                    <a:pt x="113" y="114"/>
                  </a:lnTo>
                  <a:lnTo>
                    <a:pt x="116" y="111"/>
                  </a:lnTo>
                  <a:lnTo>
                    <a:pt x="116" y="109"/>
                  </a:lnTo>
                  <a:lnTo>
                    <a:pt x="116" y="109"/>
                  </a:lnTo>
                  <a:lnTo>
                    <a:pt x="120" y="104"/>
                  </a:lnTo>
                  <a:lnTo>
                    <a:pt x="123" y="102"/>
                  </a:lnTo>
                  <a:lnTo>
                    <a:pt x="123" y="90"/>
                  </a:lnTo>
                  <a:lnTo>
                    <a:pt x="123" y="85"/>
                  </a:lnTo>
                  <a:lnTo>
                    <a:pt x="118" y="76"/>
                  </a:lnTo>
                  <a:lnTo>
                    <a:pt x="111" y="73"/>
                  </a:lnTo>
                  <a:lnTo>
                    <a:pt x="104" y="69"/>
                  </a:lnTo>
                  <a:lnTo>
                    <a:pt x="99" y="66"/>
                  </a:lnTo>
                  <a:lnTo>
                    <a:pt x="80" y="45"/>
                  </a:lnTo>
                  <a:lnTo>
                    <a:pt x="75" y="43"/>
                  </a:lnTo>
                  <a:lnTo>
                    <a:pt x="68" y="40"/>
                  </a:lnTo>
                  <a:lnTo>
                    <a:pt x="54" y="38"/>
                  </a:lnTo>
                  <a:lnTo>
                    <a:pt x="47" y="35"/>
                  </a:lnTo>
                  <a:lnTo>
                    <a:pt x="35" y="26"/>
                  </a:lnTo>
                  <a:lnTo>
                    <a:pt x="26" y="24"/>
                  </a:lnTo>
                  <a:lnTo>
                    <a:pt x="23" y="24"/>
                  </a:lnTo>
                  <a:lnTo>
                    <a:pt x="16" y="24"/>
                  </a:lnTo>
                  <a:lnTo>
                    <a:pt x="11" y="24"/>
                  </a:lnTo>
                  <a:lnTo>
                    <a:pt x="7" y="24"/>
                  </a:lnTo>
                  <a:lnTo>
                    <a:pt x="2" y="28"/>
                  </a:lnTo>
                  <a:lnTo>
                    <a:pt x="0" y="28"/>
                  </a:lnTo>
                  <a:lnTo>
                    <a:pt x="2" y="24"/>
                  </a:lnTo>
                  <a:lnTo>
                    <a:pt x="4" y="14"/>
                  </a:lnTo>
                  <a:lnTo>
                    <a:pt x="7" y="0"/>
                  </a:lnTo>
                  <a:lnTo>
                    <a:pt x="4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8" name="Freeform 107"/>
            <p:cNvSpPr>
              <a:spLocks/>
            </p:cNvSpPr>
            <p:nvPr/>
          </p:nvSpPr>
          <p:spPr bwMode="auto">
            <a:xfrm>
              <a:off x="2319" y="919"/>
              <a:ext cx="76" cy="121"/>
            </a:xfrm>
            <a:custGeom>
              <a:avLst/>
              <a:gdLst>
                <a:gd name="T0" fmla="*/ 64 w 76"/>
                <a:gd name="T1" fmla="*/ 10 h 121"/>
                <a:gd name="T2" fmla="*/ 62 w 76"/>
                <a:gd name="T3" fmla="*/ 12 h 121"/>
                <a:gd name="T4" fmla="*/ 59 w 76"/>
                <a:gd name="T5" fmla="*/ 7 h 121"/>
                <a:gd name="T6" fmla="*/ 59 w 76"/>
                <a:gd name="T7" fmla="*/ 10 h 121"/>
                <a:gd name="T8" fmla="*/ 64 w 76"/>
                <a:gd name="T9" fmla="*/ 15 h 121"/>
                <a:gd name="T10" fmla="*/ 66 w 76"/>
                <a:gd name="T11" fmla="*/ 15 h 121"/>
                <a:gd name="T12" fmla="*/ 71 w 76"/>
                <a:gd name="T13" fmla="*/ 33 h 121"/>
                <a:gd name="T14" fmla="*/ 71 w 76"/>
                <a:gd name="T15" fmla="*/ 38 h 121"/>
                <a:gd name="T16" fmla="*/ 71 w 76"/>
                <a:gd name="T17" fmla="*/ 48 h 121"/>
                <a:gd name="T18" fmla="*/ 69 w 76"/>
                <a:gd name="T19" fmla="*/ 52 h 121"/>
                <a:gd name="T20" fmla="*/ 64 w 76"/>
                <a:gd name="T21" fmla="*/ 59 h 121"/>
                <a:gd name="T22" fmla="*/ 59 w 76"/>
                <a:gd name="T23" fmla="*/ 62 h 121"/>
                <a:gd name="T24" fmla="*/ 45 w 76"/>
                <a:gd name="T25" fmla="*/ 83 h 121"/>
                <a:gd name="T26" fmla="*/ 43 w 76"/>
                <a:gd name="T27" fmla="*/ 86 h 121"/>
                <a:gd name="T28" fmla="*/ 26 w 76"/>
                <a:gd name="T29" fmla="*/ 93 h 121"/>
                <a:gd name="T30" fmla="*/ 21 w 76"/>
                <a:gd name="T31" fmla="*/ 104 h 121"/>
                <a:gd name="T32" fmla="*/ 14 w 76"/>
                <a:gd name="T33" fmla="*/ 112 h 121"/>
                <a:gd name="T34" fmla="*/ 10 w 76"/>
                <a:gd name="T35" fmla="*/ 114 h 121"/>
                <a:gd name="T36" fmla="*/ 0 w 76"/>
                <a:gd name="T37" fmla="*/ 121 h 121"/>
                <a:gd name="T38" fmla="*/ 0 w 76"/>
                <a:gd name="T39" fmla="*/ 112 h 121"/>
                <a:gd name="T40" fmla="*/ 3 w 76"/>
                <a:gd name="T41" fmla="*/ 109 h 121"/>
                <a:gd name="T42" fmla="*/ 10 w 76"/>
                <a:gd name="T43" fmla="*/ 109 h 121"/>
                <a:gd name="T44" fmla="*/ 17 w 76"/>
                <a:gd name="T45" fmla="*/ 102 h 121"/>
                <a:gd name="T46" fmla="*/ 14 w 76"/>
                <a:gd name="T47" fmla="*/ 100 h 121"/>
                <a:gd name="T48" fmla="*/ 19 w 76"/>
                <a:gd name="T49" fmla="*/ 95 h 121"/>
                <a:gd name="T50" fmla="*/ 17 w 76"/>
                <a:gd name="T51" fmla="*/ 95 h 121"/>
                <a:gd name="T52" fmla="*/ 14 w 76"/>
                <a:gd name="T53" fmla="*/ 93 h 121"/>
                <a:gd name="T54" fmla="*/ 24 w 76"/>
                <a:gd name="T55" fmla="*/ 88 h 121"/>
                <a:gd name="T56" fmla="*/ 29 w 76"/>
                <a:gd name="T57" fmla="*/ 86 h 121"/>
                <a:gd name="T58" fmla="*/ 33 w 76"/>
                <a:gd name="T59" fmla="*/ 81 h 121"/>
                <a:gd name="T60" fmla="*/ 31 w 76"/>
                <a:gd name="T61" fmla="*/ 76 h 121"/>
                <a:gd name="T62" fmla="*/ 36 w 76"/>
                <a:gd name="T63" fmla="*/ 71 h 121"/>
                <a:gd name="T64" fmla="*/ 45 w 76"/>
                <a:gd name="T65" fmla="*/ 69 h 121"/>
                <a:gd name="T66" fmla="*/ 45 w 76"/>
                <a:gd name="T67" fmla="*/ 59 h 121"/>
                <a:gd name="T68" fmla="*/ 50 w 76"/>
                <a:gd name="T69" fmla="*/ 57 h 121"/>
                <a:gd name="T70" fmla="*/ 62 w 76"/>
                <a:gd name="T71" fmla="*/ 52 h 121"/>
                <a:gd name="T72" fmla="*/ 69 w 76"/>
                <a:gd name="T73" fmla="*/ 41 h 121"/>
                <a:gd name="T74" fmla="*/ 59 w 76"/>
                <a:gd name="T75" fmla="*/ 29 h 121"/>
                <a:gd name="T76" fmla="*/ 38 w 76"/>
                <a:gd name="T77" fmla="*/ 29 h 121"/>
                <a:gd name="T78" fmla="*/ 36 w 76"/>
                <a:gd name="T79" fmla="*/ 24 h 121"/>
                <a:gd name="T80" fmla="*/ 38 w 76"/>
                <a:gd name="T81" fmla="*/ 19 h 121"/>
                <a:gd name="T82" fmla="*/ 43 w 76"/>
                <a:gd name="T83" fmla="*/ 19 h 121"/>
                <a:gd name="T84" fmla="*/ 38 w 76"/>
                <a:gd name="T85" fmla="*/ 12 h 121"/>
                <a:gd name="T86" fmla="*/ 45 w 76"/>
                <a:gd name="T87" fmla="*/ 15 h 121"/>
                <a:gd name="T88" fmla="*/ 47 w 76"/>
                <a:gd name="T89" fmla="*/ 10 h 121"/>
                <a:gd name="T90" fmla="*/ 50 w 76"/>
                <a:gd name="T91" fmla="*/ 10 h 121"/>
                <a:gd name="T92" fmla="*/ 52 w 76"/>
                <a:gd name="T93" fmla="*/ 10 h 121"/>
                <a:gd name="T94" fmla="*/ 52 w 76"/>
                <a:gd name="T95" fmla="*/ 7 h 121"/>
                <a:gd name="T96" fmla="*/ 50 w 76"/>
                <a:gd name="T97" fmla="*/ 7 h 121"/>
                <a:gd name="T98" fmla="*/ 47 w 76"/>
                <a:gd name="T99" fmla="*/ 5 h 121"/>
                <a:gd name="T100" fmla="*/ 62 w 76"/>
                <a:gd name="T101" fmla="*/ 3 h 121"/>
                <a:gd name="T102" fmla="*/ 66 w 76"/>
                <a:gd name="T103" fmla="*/ 0 h 121"/>
                <a:gd name="T104" fmla="*/ 66 w 76"/>
                <a:gd name="T105" fmla="*/ 3 h 121"/>
                <a:gd name="T106" fmla="*/ 69 w 76"/>
                <a:gd name="T107" fmla="*/ 3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6" h="121">
                  <a:moveTo>
                    <a:pt x="69" y="3"/>
                  </a:moveTo>
                  <a:lnTo>
                    <a:pt x="64" y="10"/>
                  </a:lnTo>
                  <a:lnTo>
                    <a:pt x="64" y="12"/>
                  </a:lnTo>
                  <a:lnTo>
                    <a:pt x="62" y="12"/>
                  </a:lnTo>
                  <a:lnTo>
                    <a:pt x="62" y="10"/>
                  </a:lnTo>
                  <a:lnTo>
                    <a:pt x="59" y="7"/>
                  </a:lnTo>
                  <a:lnTo>
                    <a:pt x="59" y="7"/>
                  </a:lnTo>
                  <a:lnTo>
                    <a:pt x="59" y="10"/>
                  </a:lnTo>
                  <a:lnTo>
                    <a:pt x="62" y="12"/>
                  </a:lnTo>
                  <a:lnTo>
                    <a:pt x="64" y="15"/>
                  </a:lnTo>
                  <a:lnTo>
                    <a:pt x="66" y="12"/>
                  </a:lnTo>
                  <a:lnTo>
                    <a:pt x="66" y="15"/>
                  </a:lnTo>
                  <a:lnTo>
                    <a:pt x="71" y="31"/>
                  </a:lnTo>
                  <a:lnTo>
                    <a:pt x="71" y="33"/>
                  </a:lnTo>
                  <a:lnTo>
                    <a:pt x="76" y="38"/>
                  </a:lnTo>
                  <a:lnTo>
                    <a:pt x="71" y="38"/>
                  </a:lnTo>
                  <a:lnTo>
                    <a:pt x="71" y="43"/>
                  </a:lnTo>
                  <a:lnTo>
                    <a:pt x="71" y="48"/>
                  </a:lnTo>
                  <a:lnTo>
                    <a:pt x="69" y="50"/>
                  </a:lnTo>
                  <a:lnTo>
                    <a:pt x="69" y="52"/>
                  </a:lnTo>
                  <a:lnTo>
                    <a:pt x="66" y="57"/>
                  </a:lnTo>
                  <a:lnTo>
                    <a:pt x="64" y="59"/>
                  </a:lnTo>
                  <a:lnTo>
                    <a:pt x="62" y="59"/>
                  </a:lnTo>
                  <a:lnTo>
                    <a:pt x="59" y="62"/>
                  </a:lnTo>
                  <a:lnTo>
                    <a:pt x="55" y="76"/>
                  </a:lnTo>
                  <a:lnTo>
                    <a:pt x="45" y="83"/>
                  </a:lnTo>
                  <a:lnTo>
                    <a:pt x="45" y="86"/>
                  </a:lnTo>
                  <a:lnTo>
                    <a:pt x="43" y="86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4" y="95"/>
                  </a:lnTo>
                  <a:lnTo>
                    <a:pt x="21" y="104"/>
                  </a:lnTo>
                  <a:lnTo>
                    <a:pt x="19" y="107"/>
                  </a:lnTo>
                  <a:lnTo>
                    <a:pt x="14" y="112"/>
                  </a:lnTo>
                  <a:lnTo>
                    <a:pt x="12" y="112"/>
                  </a:lnTo>
                  <a:lnTo>
                    <a:pt x="10" y="114"/>
                  </a:lnTo>
                  <a:lnTo>
                    <a:pt x="5" y="114"/>
                  </a:lnTo>
                  <a:lnTo>
                    <a:pt x="0" y="121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0" y="112"/>
                  </a:lnTo>
                  <a:lnTo>
                    <a:pt x="3" y="109"/>
                  </a:lnTo>
                  <a:lnTo>
                    <a:pt x="10" y="109"/>
                  </a:lnTo>
                  <a:lnTo>
                    <a:pt x="10" y="109"/>
                  </a:lnTo>
                  <a:lnTo>
                    <a:pt x="17" y="102"/>
                  </a:lnTo>
                  <a:lnTo>
                    <a:pt x="17" y="102"/>
                  </a:lnTo>
                  <a:lnTo>
                    <a:pt x="14" y="100"/>
                  </a:lnTo>
                  <a:lnTo>
                    <a:pt x="14" y="100"/>
                  </a:lnTo>
                  <a:lnTo>
                    <a:pt x="17" y="97"/>
                  </a:lnTo>
                  <a:lnTo>
                    <a:pt x="19" y="95"/>
                  </a:lnTo>
                  <a:lnTo>
                    <a:pt x="17" y="95"/>
                  </a:lnTo>
                  <a:lnTo>
                    <a:pt x="17" y="95"/>
                  </a:lnTo>
                  <a:lnTo>
                    <a:pt x="14" y="95"/>
                  </a:lnTo>
                  <a:lnTo>
                    <a:pt x="14" y="93"/>
                  </a:lnTo>
                  <a:lnTo>
                    <a:pt x="19" y="90"/>
                  </a:lnTo>
                  <a:lnTo>
                    <a:pt x="24" y="88"/>
                  </a:lnTo>
                  <a:lnTo>
                    <a:pt x="29" y="86"/>
                  </a:lnTo>
                  <a:lnTo>
                    <a:pt x="29" y="86"/>
                  </a:lnTo>
                  <a:lnTo>
                    <a:pt x="31" y="83"/>
                  </a:lnTo>
                  <a:lnTo>
                    <a:pt x="33" y="81"/>
                  </a:lnTo>
                  <a:lnTo>
                    <a:pt x="33" y="78"/>
                  </a:lnTo>
                  <a:lnTo>
                    <a:pt x="31" y="76"/>
                  </a:lnTo>
                  <a:lnTo>
                    <a:pt x="31" y="74"/>
                  </a:lnTo>
                  <a:lnTo>
                    <a:pt x="36" y="71"/>
                  </a:lnTo>
                  <a:lnTo>
                    <a:pt x="40" y="71"/>
                  </a:lnTo>
                  <a:lnTo>
                    <a:pt x="45" y="69"/>
                  </a:lnTo>
                  <a:lnTo>
                    <a:pt x="45" y="67"/>
                  </a:lnTo>
                  <a:lnTo>
                    <a:pt x="45" y="59"/>
                  </a:lnTo>
                  <a:lnTo>
                    <a:pt x="47" y="57"/>
                  </a:lnTo>
                  <a:lnTo>
                    <a:pt x="50" y="57"/>
                  </a:lnTo>
                  <a:lnTo>
                    <a:pt x="55" y="55"/>
                  </a:lnTo>
                  <a:lnTo>
                    <a:pt x="62" y="52"/>
                  </a:lnTo>
                  <a:lnTo>
                    <a:pt x="66" y="48"/>
                  </a:lnTo>
                  <a:lnTo>
                    <a:pt x="69" y="41"/>
                  </a:lnTo>
                  <a:lnTo>
                    <a:pt x="64" y="33"/>
                  </a:lnTo>
                  <a:lnTo>
                    <a:pt x="59" y="29"/>
                  </a:lnTo>
                  <a:lnTo>
                    <a:pt x="45" y="31"/>
                  </a:lnTo>
                  <a:lnTo>
                    <a:pt x="38" y="29"/>
                  </a:lnTo>
                  <a:lnTo>
                    <a:pt x="36" y="26"/>
                  </a:lnTo>
                  <a:lnTo>
                    <a:pt x="36" y="24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0" y="19"/>
                  </a:lnTo>
                  <a:lnTo>
                    <a:pt x="43" y="19"/>
                  </a:lnTo>
                  <a:lnTo>
                    <a:pt x="40" y="17"/>
                  </a:lnTo>
                  <a:lnTo>
                    <a:pt x="38" y="12"/>
                  </a:lnTo>
                  <a:lnTo>
                    <a:pt x="43" y="15"/>
                  </a:lnTo>
                  <a:lnTo>
                    <a:pt x="45" y="15"/>
                  </a:lnTo>
                  <a:lnTo>
                    <a:pt x="45" y="12"/>
                  </a:lnTo>
                  <a:lnTo>
                    <a:pt x="47" y="10"/>
                  </a:lnTo>
                  <a:lnTo>
                    <a:pt x="47" y="10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52" y="7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5"/>
                  </a:lnTo>
                  <a:lnTo>
                    <a:pt x="47" y="5"/>
                  </a:lnTo>
                  <a:lnTo>
                    <a:pt x="57" y="5"/>
                  </a:lnTo>
                  <a:lnTo>
                    <a:pt x="62" y="3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66" y="3"/>
                  </a:lnTo>
                  <a:lnTo>
                    <a:pt x="69" y="3"/>
                  </a:lnTo>
                  <a:lnTo>
                    <a:pt x="69" y="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39" name="Freeform 108"/>
            <p:cNvSpPr>
              <a:spLocks/>
            </p:cNvSpPr>
            <p:nvPr/>
          </p:nvSpPr>
          <p:spPr bwMode="auto">
            <a:xfrm>
              <a:off x="2163" y="742"/>
              <a:ext cx="31" cy="14"/>
            </a:xfrm>
            <a:custGeom>
              <a:avLst/>
              <a:gdLst>
                <a:gd name="T0" fmla="*/ 28 w 31"/>
                <a:gd name="T1" fmla="*/ 7 h 14"/>
                <a:gd name="T2" fmla="*/ 28 w 31"/>
                <a:gd name="T3" fmla="*/ 9 h 14"/>
                <a:gd name="T4" fmla="*/ 26 w 31"/>
                <a:gd name="T5" fmla="*/ 9 h 14"/>
                <a:gd name="T6" fmla="*/ 21 w 31"/>
                <a:gd name="T7" fmla="*/ 12 h 14"/>
                <a:gd name="T8" fmla="*/ 21 w 31"/>
                <a:gd name="T9" fmla="*/ 12 h 14"/>
                <a:gd name="T10" fmla="*/ 24 w 31"/>
                <a:gd name="T11" fmla="*/ 14 h 14"/>
                <a:gd name="T12" fmla="*/ 21 w 31"/>
                <a:gd name="T13" fmla="*/ 14 h 14"/>
                <a:gd name="T14" fmla="*/ 17 w 31"/>
                <a:gd name="T15" fmla="*/ 12 h 14"/>
                <a:gd name="T16" fmla="*/ 14 w 31"/>
                <a:gd name="T17" fmla="*/ 9 h 14"/>
                <a:gd name="T18" fmla="*/ 10 w 31"/>
                <a:gd name="T19" fmla="*/ 12 h 14"/>
                <a:gd name="T20" fmla="*/ 5 w 31"/>
                <a:gd name="T21" fmla="*/ 12 h 14"/>
                <a:gd name="T22" fmla="*/ 0 w 31"/>
                <a:gd name="T23" fmla="*/ 14 h 14"/>
                <a:gd name="T24" fmla="*/ 0 w 31"/>
                <a:gd name="T25" fmla="*/ 9 h 14"/>
                <a:gd name="T26" fmla="*/ 0 w 31"/>
                <a:gd name="T27" fmla="*/ 7 h 14"/>
                <a:gd name="T28" fmla="*/ 2 w 31"/>
                <a:gd name="T29" fmla="*/ 4 h 14"/>
                <a:gd name="T30" fmla="*/ 7 w 31"/>
                <a:gd name="T31" fmla="*/ 4 h 14"/>
                <a:gd name="T32" fmla="*/ 17 w 31"/>
                <a:gd name="T33" fmla="*/ 0 h 14"/>
                <a:gd name="T34" fmla="*/ 24 w 31"/>
                <a:gd name="T35" fmla="*/ 0 h 14"/>
                <a:gd name="T36" fmla="*/ 26 w 31"/>
                <a:gd name="T37" fmla="*/ 0 h 14"/>
                <a:gd name="T38" fmla="*/ 31 w 31"/>
                <a:gd name="T39" fmla="*/ 2 h 14"/>
                <a:gd name="T40" fmla="*/ 28 w 31"/>
                <a:gd name="T41" fmla="*/ 7 h 14"/>
                <a:gd name="T42" fmla="*/ 28 w 31"/>
                <a:gd name="T43" fmla="*/ 7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1" h="14">
                  <a:moveTo>
                    <a:pt x="28" y="7"/>
                  </a:moveTo>
                  <a:lnTo>
                    <a:pt x="28" y="9"/>
                  </a:lnTo>
                  <a:lnTo>
                    <a:pt x="26" y="9"/>
                  </a:lnTo>
                  <a:lnTo>
                    <a:pt x="21" y="12"/>
                  </a:lnTo>
                  <a:lnTo>
                    <a:pt x="21" y="12"/>
                  </a:lnTo>
                  <a:lnTo>
                    <a:pt x="24" y="14"/>
                  </a:lnTo>
                  <a:lnTo>
                    <a:pt x="21" y="14"/>
                  </a:lnTo>
                  <a:lnTo>
                    <a:pt x="17" y="12"/>
                  </a:lnTo>
                  <a:lnTo>
                    <a:pt x="14" y="9"/>
                  </a:lnTo>
                  <a:lnTo>
                    <a:pt x="10" y="12"/>
                  </a:lnTo>
                  <a:lnTo>
                    <a:pt x="5" y="12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7"/>
                  </a:lnTo>
                  <a:lnTo>
                    <a:pt x="2" y="4"/>
                  </a:lnTo>
                  <a:lnTo>
                    <a:pt x="7" y="4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31" y="2"/>
                  </a:lnTo>
                  <a:lnTo>
                    <a:pt x="28" y="7"/>
                  </a:lnTo>
                  <a:lnTo>
                    <a:pt x="28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0" name="Freeform 109"/>
            <p:cNvSpPr>
              <a:spLocks/>
            </p:cNvSpPr>
            <p:nvPr/>
          </p:nvSpPr>
          <p:spPr bwMode="auto">
            <a:xfrm>
              <a:off x="2227" y="649"/>
              <a:ext cx="21" cy="41"/>
            </a:xfrm>
            <a:custGeom>
              <a:avLst/>
              <a:gdLst>
                <a:gd name="T0" fmla="*/ 21 w 21"/>
                <a:gd name="T1" fmla="*/ 19 h 41"/>
                <a:gd name="T2" fmla="*/ 16 w 21"/>
                <a:gd name="T3" fmla="*/ 34 h 41"/>
                <a:gd name="T4" fmla="*/ 14 w 21"/>
                <a:gd name="T5" fmla="*/ 31 h 41"/>
                <a:gd name="T6" fmla="*/ 14 w 21"/>
                <a:gd name="T7" fmla="*/ 29 h 41"/>
                <a:gd name="T8" fmla="*/ 16 w 21"/>
                <a:gd name="T9" fmla="*/ 24 h 41"/>
                <a:gd name="T10" fmla="*/ 14 w 21"/>
                <a:gd name="T11" fmla="*/ 26 h 41"/>
                <a:gd name="T12" fmla="*/ 12 w 21"/>
                <a:gd name="T13" fmla="*/ 36 h 41"/>
                <a:gd name="T14" fmla="*/ 12 w 21"/>
                <a:gd name="T15" fmla="*/ 38 h 41"/>
                <a:gd name="T16" fmla="*/ 0 w 21"/>
                <a:gd name="T17" fmla="*/ 41 h 41"/>
                <a:gd name="T18" fmla="*/ 0 w 21"/>
                <a:gd name="T19" fmla="*/ 38 h 41"/>
                <a:gd name="T20" fmla="*/ 5 w 21"/>
                <a:gd name="T21" fmla="*/ 36 h 41"/>
                <a:gd name="T22" fmla="*/ 5 w 21"/>
                <a:gd name="T23" fmla="*/ 29 h 41"/>
                <a:gd name="T24" fmla="*/ 5 w 21"/>
                <a:gd name="T25" fmla="*/ 22 h 41"/>
                <a:gd name="T26" fmla="*/ 2 w 21"/>
                <a:gd name="T27" fmla="*/ 15 h 41"/>
                <a:gd name="T28" fmla="*/ 2 w 21"/>
                <a:gd name="T29" fmla="*/ 10 h 41"/>
                <a:gd name="T30" fmla="*/ 5 w 21"/>
                <a:gd name="T31" fmla="*/ 8 h 41"/>
                <a:gd name="T32" fmla="*/ 7 w 21"/>
                <a:gd name="T33" fmla="*/ 5 h 41"/>
                <a:gd name="T34" fmla="*/ 12 w 21"/>
                <a:gd name="T35" fmla="*/ 3 h 41"/>
                <a:gd name="T36" fmla="*/ 12 w 21"/>
                <a:gd name="T37" fmla="*/ 3 h 41"/>
                <a:gd name="T38" fmla="*/ 12 w 21"/>
                <a:gd name="T39" fmla="*/ 0 h 41"/>
                <a:gd name="T40" fmla="*/ 14 w 21"/>
                <a:gd name="T41" fmla="*/ 0 h 41"/>
                <a:gd name="T42" fmla="*/ 14 w 21"/>
                <a:gd name="T43" fmla="*/ 0 h 41"/>
                <a:gd name="T44" fmla="*/ 19 w 21"/>
                <a:gd name="T45" fmla="*/ 5 h 41"/>
                <a:gd name="T46" fmla="*/ 19 w 21"/>
                <a:gd name="T47" fmla="*/ 5 h 41"/>
                <a:gd name="T48" fmla="*/ 19 w 21"/>
                <a:gd name="T49" fmla="*/ 8 h 41"/>
                <a:gd name="T50" fmla="*/ 21 w 21"/>
                <a:gd name="T51" fmla="*/ 10 h 41"/>
                <a:gd name="T52" fmla="*/ 21 w 21"/>
                <a:gd name="T53" fmla="*/ 12 h 41"/>
                <a:gd name="T54" fmla="*/ 21 w 21"/>
                <a:gd name="T55" fmla="*/ 15 h 41"/>
                <a:gd name="T56" fmla="*/ 21 w 21"/>
                <a:gd name="T57" fmla="*/ 17 h 41"/>
                <a:gd name="T58" fmla="*/ 21 w 21"/>
                <a:gd name="T59" fmla="*/ 19 h 41"/>
                <a:gd name="T60" fmla="*/ 21 w 21"/>
                <a:gd name="T61" fmla="*/ 19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" h="41">
                  <a:moveTo>
                    <a:pt x="21" y="19"/>
                  </a:moveTo>
                  <a:lnTo>
                    <a:pt x="16" y="34"/>
                  </a:lnTo>
                  <a:lnTo>
                    <a:pt x="14" y="31"/>
                  </a:lnTo>
                  <a:lnTo>
                    <a:pt x="14" y="29"/>
                  </a:lnTo>
                  <a:lnTo>
                    <a:pt x="16" y="24"/>
                  </a:lnTo>
                  <a:lnTo>
                    <a:pt x="14" y="26"/>
                  </a:lnTo>
                  <a:lnTo>
                    <a:pt x="12" y="36"/>
                  </a:lnTo>
                  <a:lnTo>
                    <a:pt x="12" y="38"/>
                  </a:lnTo>
                  <a:lnTo>
                    <a:pt x="0" y="41"/>
                  </a:lnTo>
                  <a:lnTo>
                    <a:pt x="0" y="38"/>
                  </a:lnTo>
                  <a:lnTo>
                    <a:pt x="5" y="36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2" y="15"/>
                  </a:lnTo>
                  <a:lnTo>
                    <a:pt x="2" y="10"/>
                  </a:lnTo>
                  <a:lnTo>
                    <a:pt x="5" y="8"/>
                  </a:lnTo>
                  <a:lnTo>
                    <a:pt x="7" y="5"/>
                  </a:lnTo>
                  <a:lnTo>
                    <a:pt x="12" y="3"/>
                  </a:lnTo>
                  <a:lnTo>
                    <a:pt x="12" y="3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9" y="8"/>
                  </a:lnTo>
                  <a:lnTo>
                    <a:pt x="21" y="10"/>
                  </a:lnTo>
                  <a:lnTo>
                    <a:pt x="21" y="12"/>
                  </a:lnTo>
                  <a:lnTo>
                    <a:pt x="21" y="15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21" y="19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1" name="Freeform 110"/>
            <p:cNvSpPr>
              <a:spLocks/>
            </p:cNvSpPr>
            <p:nvPr/>
          </p:nvSpPr>
          <p:spPr bwMode="auto">
            <a:xfrm>
              <a:off x="2291" y="941"/>
              <a:ext cx="16" cy="28"/>
            </a:xfrm>
            <a:custGeom>
              <a:avLst/>
              <a:gdLst>
                <a:gd name="T0" fmla="*/ 5 w 16"/>
                <a:gd name="T1" fmla="*/ 23 h 28"/>
                <a:gd name="T2" fmla="*/ 0 w 16"/>
                <a:gd name="T3" fmla="*/ 28 h 28"/>
                <a:gd name="T4" fmla="*/ 0 w 16"/>
                <a:gd name="T5" fmla="*/ 19 h 28"/>
                <a:gd name="T6" fmla="*/ 5 w 16"/>
                <a:gd name="T7" fmla="*/ 11 h 28"/>
                <a:gd name="T8" fmla="*/ 12 w 16"/>
                <a:gd name="T9" fmla="*/ 7 h 28"/>
                <a:gd name="T10" fmla="*/ 16 w 16"/>
                <a:gd name="T11" fmla="*/ 0 h 28"/>
                <a:gd name="T12" fmla="*/ 16 w 16"/>
                <a:gd name="T13" fmla="*/ 4 h 28"/>
                <a:gd name="T14" fmla="*/ 12 w 16"/>
                <a:gd name="T15" fmla="*/ 14 h 28"/>
                <a:gd name="T16" fmla="*/ 5 w 16"/>
                <a:gd name="T17" fmla="*/ 23 h 28"/>
                <a:gd name="T18" fmla="*/ 5 w 16"/>
                <a:gd name="T19" fmla="*/ 2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" h="28">
                  <a:moveTo>
                    <a:pt x="5" y="23"/>
                  </a:moveTo>
                  <a:lnTo>
                    <a:pt x="0" y="28"/>
                  </a:lnTo>
                  <a:lnTo>
                    <a:pt x="0" y="19"/>
                  </a:lnTo>
                  <a:lnTo>
                    <a:pt x="5" y="11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6" y="4"/>
                  </a:lnTo>
                  <a:lnTo>
                    <a:pt x="12" y="14"/>
                  </a:lnTo>
                  <a:lnTo>
                    <a:pt x="5" y="23"/>
                  </a:lnTo>
                  <a:lnTo>
                    <a:pt x="5" y="23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2" name="Freeform 111"/>
            <p:cNvSpPr>
              <a:spLocks/>
            </p:cNvSpPr>
            <p:nvPr/>
          </p:nvSpPr>
          <p:spPr bwMode="auto">
            <a:xfrm>
              <a:off x="2291" y="907"/>
              <a:ext cx="64" cy="31"/>
            </a:xfrm>
            <a:custGeom>
              <a:avLst/>
              <a:gdLst>
                <a:gd name="T0" fmla="*/ 31 w 64"/>
                <a:gd name="T1" fmla="*/ 15 h 31"/>
                <a:gd name="T2" fmla="*/ 31 w 64"/>
                <a:gd name="T3" fmla="*/ 15 h 31"/>
                <a:gd name="T4" fmla="*/ 33 w 64"/>
                <a:gd name="T5" fmla="*/ 12 h 31"/>
                <a:gd name="T6" fmla="*/ 35 w 64"/>
                <a:gd name="T7" fmla="*/ 12 h 31"/>
                <a:gd name="T8" fmla="*/ 35 w 64"/>
                <a:gd name="T9" fmla="*/ 15 h 31"/>
                <a:gd name="T10" fmla="*/ 35 w 64"/>
                <a:gd name="T11" fmla="*/ 17 h 31"/>
                <a:gd name="T12" fmla="*/ 40 w 64"/>
                <a:gd name="T13" fmla="*/ 17 h 31"/>
                <a:gd name="T14" fmla="*/ 47 w 64"/>
                <a:gd name="T15" fmla="*/ 17 h 31"/>
                <a:gd name="T16" fmla="*/ 49 w 64"/>
                <a:gd name="T17" fmla="*/ 17 h 31"/>
                <a:gd name="T18" fmla="*/ 49 w 64"/>
                <a:gd name="T19" fmla="*/ 15 h 31"/>
                <a:gd name="T20" fmla="*/ 52 w 64"/>
                <a:gd name="T21" fmla="*/ 15 h 31"/>
                <a:gd name="T22" fmla="*/ 64 w 64"/>
                <a:gd name="T23" fmla="*/ 17 h 31"/>
                <a:gd name="T24" fmla="*/ 52 w 64"/>
                <a:gd name="T25" fmla="*/ 31 h 31"/>
                <a:gd name="T26" fmla="*/ 52 w 64"/>
                <a:gd name="T27" fmla="*/ 31 h 31"/>
                <a:gd name="T28" fmla="*/ 52 w 64"/>
                <a:gd name="T29" fmla="*/ 31 h 31"/>
                <a:gd name="T30" fmla="*/ 49 w 64"/>
                <a:gd name="T31" fmla="*/ 29 h 31"/>
                <a:gd name="T32" fmla="*/ 49 w 64"/>
                <a:gd name="T33" fmla="*/ 27 h 31"/>
                <a:gd name="T34" fmla="*/ 45 w 64"/>
                <a:gd name="T35" fmla="*/ 27 h 31"/>
                <a:gd name="T36" fmla="*/ 40 w 64"/>
                <a:gd name="T37" fmla="*/ 29 h 31"/>
                <a:gd name="T38" fmla="*/ 26 w 64"/>
                <a:gd name="T39" fmla="*/ 27 h 31"/>
                <a:gd name="T40" fmla="*/ 26 w 64"/>
                <a:gd name="T41" fmla="*/ 27 h 31"/>
                <a:gd name="T42" fmla="*/ 21 w 64"/>
                <a:gd name="T43" fmla="*/ 24 h 31"/>
                <a:gd name="T44" fmla="*/ 21 w 64"/>
                <a:gd name="T45" fmla="*/ 27 h 31"/>
                <a:gd name="T46" fmla="*/ 19 w 64"/>
                <a:gd name="T47" fmla="*/ 29 h 31"/>
                <a:gd name="T48" fmla="*/ 16 w 64"/>
                <a:gd name="T49" fmla="*/ 29 h 31"/>
                <a:gd name="T50" fmla="*/ 16 w 64"/>
                <a:gd name="T51" fmla="*/ 29 h 31"/>
                <a:gd name="T52" fmla="*/ 16 w 64"/>
                <a:gd name="T53" fmla="*/ 24 h 31"/>
                <a:gd name="T54" fmla="*/ 16 w 64"/>
                <a:gd name="T55" fmla="*/ 22 h 31"/>
                <a:gd name="T56" fmla="*/ 14 w 64"/>
                <a:gd name="T57" fmla="*/ 22 h 31"/>
                <a:gd name="T58" fmla="*/ 0 w 64"/>
                <a:gd name="T59" fmla="*/ 5 h 31"/>
                <a:gd name="T60" fmla="*/ 0 w 64"/>
                <a:gd name="T61" fmla="*/ 3 h 31"/>
                <a:gd name="T62" fmla="*/ 0 w 64"/>
                <a:gd name="T63" fmla="*/ 3 h 31"/>
                <a:gd name="T64" fmla="*/ 0 w 64"/>
                <a:gd name="T65" fmla="*/ 3 h 31"/>
                <a:gd name="T66" fmla="*/ 2 w 64"/>
                <a:gd name="T67" fmla="*/ 3 h 31"/>
                <a:gd name="T68" fmla="*/ 2 w 64"/>
                <a:gd name="T69" fmla="*/ 0 h 31"/>
                <a:gd name="T70" fmla="*/ 7 w 64"/>
                <a:gd name="T71" fmla="*/ 0 h 31"/>
                <a:gd name="T72" fmla="*/ 7 w 64"/>
                <a:gd name="T73" fmla="*/ 0 h 31"/>
                <a:gd name="T74" fmla="*/ 9 w 64"/>
                <a:gd name="T75" fmla="*/ 0 h 31"/>
                <a:gd name="T76" fmla="*/ 14 w 64"/>
                <a:gd name="T77" fmla="*/ 3 h 31"/>
                <a:gd name="T78" fmla="*/ 16 w 64"/>
                <a:gd name="T79" fmla="*/ 3 h 31"/>
                <a:gd name="T80" fmla="*/ 21 w 64"/>
                <a:gd name="T81" fmla="*/ 3 h 31"/>
                <a:gd name="T82" fmla="*/ 23 w 64"/>
                <a:gd name="T83" fmla="*/ 3 h 31"/>
                <a:gd name="T84" fmla="*/ 28 w 64"/>
                <a:gd name="T85" fmla="*/ 8 h 31"/>
                <a:gd name="T86" fmla="*/ 31 w 64"/>
                <a:gd name="T87" fmla="*/ 10 h 31"/>
                <a:gd name="T88" fmla="*/ 31 w 64"/>
                <a:gd name="T89" fmla="*/ 12 h 31"/>
                <a:gd name="T90" fmla="*/ 31 w 64"/>
                <a:gd name="T91" fmla="*/ 15 h 31"/>
                <a:gd name="T92" fmla="*/ 31 w 64"/>
                <a:gd name="T93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4" h="31">
                  <a:moveTo>
                    <a:pt x="31" y="15"/>
                  </a:moveTo>
                  <a:lnTo>
                    <a:pt x="31" y="15"/>
                  </a:lnTo>
                  <a:lnTo>
                    <a:pt x="33" y="12"/>
                  </a:lnTo>
                  <a:lnTo>
                    <a:pt x="35" y="12"/>
                  </a:lnTo>
                  <a:lnTo>
                    <a:pt x="35" y="15"/>
                  </a:lnTo>
                  <a:lnTo>
                    <a:pt x="35" y="17"/>
                  </a:lnTo>
                  <a:lnTo>
                    <a:pt x="40" y="17"/>
                  </a:lnTo>
                  <a:lnTo>
                    <a:pt x="47" y="17"/>
                  </a:lnTo>
                  <a:lnTo>
                    <a:pt x="49" y="17"/>
                  </a:lnTo>
                  <a:lnTo>
                    <a:pt x="49" y="15"/>
                  </a:lnTo>
                  <a:lnTo>
                    <a:pt x="52" y="15"/>
                  </a:lnTo>
                  <a:lnTo>
                    <a:pt x="64" y="17"/>
                  </a:lnTo>
                  <a:lnTo>
                    <a:pt x="52" y="31"/>
                  </a:lnTo>
                  <a:lnTo>
                    <a:pt x="52" y="31"/>
                  </a:lnTo>
                  <a:lnTo>
                    <a:pt x="52" y="31"/>
                  </a:lnTo>
                  <a:lnTo>
                    <a:pt x="49" y="29"/>
                  </a:lnTo>
                  <a:lnTo>
                    <a:pt x="49" y="27"/>
                  </a:lnTo>
                  <a:lnTo>
                    <a:pt x="45" y="27"/>
                  </a:lnTo>
                  <a:lnTo>
                    <a:pt x="40" y="29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1" y="24"/>
                  </a:lnTo>
                  <a:lnTo>
                    <a:pt x="21" y="27"/>
                  </a:lnTo>
                  <a:lnTo>
                    <a:pt x="19" y="29"/>
                  </a:lnTo>
                  <a:lnTo>
                    <a:pt x="16" y="29"/>
                  </a:lnTo>
                  <a:lnTo>
                    <a:pt x="16" y="29"/>
                  </a:lnTo>
                  <a:lnTo>
                    <a:pt x="16" y="24"/>
                  </a:lnTo>
                  <a:lnTo>
                    <a:pt x="16" y="22"/>
                  </a:lnTo>
                  <a:lnTo>
                    <a:pt x="14" y="22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4" y="3"/>
                  </a:lnTo>
                  <a:lnTo>
                    <a:pt x="16" y="3"/>
                  </a:lnTo>
                  <a:lnTo>
                    <a:pt x="21" y="3"/>
                  </a:lnTo>
                  <a:lnTo>
                    <a:pt x="23" y="3"/>
                  </a:lnTo>
                  <a:lnTo>
                    <a:pt x="28" y="8"/>
                  </a:lnTo>
                  <a:lnTo>
                    <a:pt x="31" y="10"/>
                  </a:lnTo>
                  <a:lnTo>
                    <a:pt x="31" y="12"/>
                  </a:lnTo>
                  <a:lnTo>
                    <a:pt x="31" y="15"/>
                  </a:lnTo>
                  <a:lnTo>
                    <a:pt x="31" y="15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3" name="Freeform 112"/>
            <p:cNvSpPr>
              <a:spLocks/>
            </p:cNvSpPr>
            <p:nvPr/>
          </p:nvSpPr>
          <p:spPr bwMode="auto">
            <a:xfrm>
              <a:off x="1657" y="514"/>
              <a:ext cx="54" cy="22"/>
            </a:xfrm>
            <a:custGeom>
              <a:avLst/>
              <a:gdLst>
                <a:gd name="T0" fmla="*/ 42 w 54"/>
                <a:gd name="T1" fmla="*/ 0 h 22"/>
                <a:gd name="T2" fmla="*/ 47 w 54"/>
                <a:gd name="T3" fmla="*/ 3 h 22"/>
                <a:gd name="T4" fmla="*/ 54 w 54"/>
                <a:gd name="T5" fmla="*/ 3 h 22"/>
                <a:gd name="T6" fmla="*/ 52 w 54"/>
                <a:gd name="T7" fmla="*/ 8 h 22"/>
                <a:gd name="T8" fmla="*/ 33 w 54"/>
                <a:gd name="T9" fmla="*/ 17 h 22"/>
                <a:gd name="T10" fmla="*/ 28 w 54"/>
                <a:gd name="T11" fmla="*/ 17 h 22"/>
                <a:gd name="T12" fmla="*/ 23 w 54"/>
                <a:gd name="T13" fmla="*/ 15 h 22"/>
                <a:gd name="T14" fmla="*/ 21 w 54"/>
                <a:gd name="T15" fmla="*/ 17 h 22"/>
                <a:gd name="T16" fmla="*/ 21 w 54"/>
                <a:gd name="T17" fmla="*/ 19 h 22"/>
                <a:gd name="T18" fmla="*/ 19 w 54"/>
                <a:gd name="T19" fmla="*/ 22 h 22"/>
                <a:gd name="T20" fmla="*/ 16 w 54"/>
                <a:gd name="T21" fmla="*/ 22 h 22"/>
                <a:gd name="T22" fmla="*/ 12 w 54"/>
                <a:gd name="T23" fmla="*/ 19 h 22"/>
                <a:gd name="T24" fmla="*/ 9 w 54"/>
                <a:gd name="T25" fmla="*/ 19 h 22"/>
                <a:gd name="T26" fmla="*/ 5 w 54"/>
                <a:gd name="T27" fmla="*/ 19 h 22"/>
                <a:gd name="T28" fmla="*/ 2 w 54"/>
                <a:gd name="T29" fmla="*/ 19 h 22"/>
                <a:gd name="T30" fmla="*/ 0 w 54"/>
                <a:gd name="T31" fmla="*/ 17 h 22"/>
                <a:gd name="T32" fmla="*/ 2 w 54"/>
                <a:gd name="T33" fmla="*/ 12 h 22"/>
                <a:gd name="T34" fmla="*/ 5 w 54"/>
                <a:gd name="T35" fmla="*/ 10 h 22"/>
                <a:gd name="T36" fmla="*/ 9 w 54"/>
                <a:gd name="T37" fmla="*/ 8 h 22"/>
                <a:gd name="T38" fmla="*/ 12 w 54"/>
                <a:gd name="T39" fmla="*/ 5 h 22"/>
                <a:gd name="T40" fmla="*/ 19 w 54"/>
                <a:gd name="T41" fmla="*/ 3 h 22"/>
                <a:gd name="T42" fmla="*/ 21 w 54"/>
                <a:gd name="T43" fmla="*/ 3 h 22"/>
                <a:gd name="T44" fmla="*/ 28 w 54"/>
                <a:gd name="T45" fmla="*/ 3 h 22"/>
                <a:gd name="T46" fmla="*/ 35 w 54"/>
                <a:gd name="T47" fmla="*/ 0 h 22"/>
                <a:gd name="T48" fmla="*/ 40 w 54"/>
                <a:gd name="T49" fmla="*/ 0 h 22"/>
                <a:gd name="T50" fmla="*/ 42 w 54"/>
                <a:gd name="T51" fmla="*/ 0 h 22"/>
                <a:gd name="T52" fmla="*/ 42 w 54"/>
                <a:gd name="T5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22">
                  <a:moveTo>
                    <a:pt x="42" y="0"/>
                  </a:moveTo>
                  <a:lnTo>
                    <a:pt x="47" y="3"/>
                  </a:lnTo>
                  <a:lnTo>
                    <a:pt x="54" y="3"/>
                  </a:lnTo>
                  <a:lnTo>
                    <a:pt x="52" y="8"/>
                  </a:lnTo>
                  <a:lnTo>
                    <a:pt x="33" y="17"/>
                  </a:lnTo>
                  <a:lnTo>
                    <a:pt x="28" y="17"/>
                  </a:lnTo>
                  <a:lnTo>
                    <a:pt x="23" y="15"/>
                  </a:lnTo>
                  <a:lnTo>
                    <a:pt x="21" y="17"/>
                  </a:lnTo>
                  <a:lnTo>
                    <a:pt x="21" y="19"/>
                  </a:lnTo>
                  <a:lnTo>
                    <a:pt x="19" y="22"/>
                  </a:lnTo>
                  <a:lnTo>
                    <a:pt x="16" y="22"/>
                  </a:lnTo>
                  <a:lnTo>
                    <a:pt x="12" y="19"/>
                  </a:lnTo>
                  <a:lnTo>
                    <a:pt x="9" y="19"/>
                  </a:lnTo>
                  <a:lnTo>
                    <a:pt x="5" y="19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2" y="12"/>
                  </a:lnTo>
                  <a:lnTo>
                    <a:pt x="5" y="10"/>
                  </a:lnTo>
                  <a:lnTo>
                    <a:pt x="9" y="8"/>
                  </a:lnTo>
                  <a:lnTo>
                    <a:pt x="12" y="5"/>
                  </a:lnTo>
                  <a:lnTo>
                    <a:pt x="19" y="3"/>
                  </a:lnTo>
                  <a:lnTo>
                    <a:pt x="21" y="3"/>
                  </a:lnTo>
                  <a:lnTo>
                    <a:pt x="28" y="3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4" name="Freeform 113"/>
            <p:cNvSpPr>
              <a:spLocks/>
            </p:cNvSpPr>
            <p:nvPr/>
          </p:nvSpPr>
          <p:spPr bwMode="auto">
            <a:xfrm>
              <a:off x="2560" y="1135"/>
              <a:ext cx="29" cy="26"/>
            </a:xfrm>
            <a:custGeom>
              <a:avLst/>
              <a:gdLst>
                <a:gd name="T0" fmla="*/ 8 w 29"/>
                <a:gd name="T1" fmla="*/ 26 h 26"/>
                <a:gd name="T2" fmla="*/ 5 w 29"/>
                <a:gd name="T3" fmla="*/ 26 h 26"/>
                <a:gd name="T4" fmla="*/ 5 w 29"/>
                <a:gd name="T5" fmla="*/ 23 h 26"/>
                <a:gd name="T6" fmla="*/ 0 w 29"/>
                <a:gd name="T7" fmla="*/ 12 h 26"/>
                <a:gd name="T8" fmla="*/ 0 w 29"/>
                <a:gd name="T9" fmla="*/ 9 h 26"/>
                <a:gd name="T10" fmla="*/ 3 w 29"/>
                <a:gd name="T11" fmla="*/ 9 h 26"/>
                <a:gd name="T12" fmla="*/ 5 w 29"/>
                <a:gd name="T13" fmla="*/ 7 h 26"/>
                <a:gd name="T14" fmla="*/ 8 w 29"/>
                <a:gd name="T15" fmla="*/ 7 h 26"/>
                <a:gd name="T16" fmla="*/ 10 w 29"/>
                <a:gd name="T17" fmla="*/ 2 h 26"/>
                <a:gd name="T18" fmla="*/ 12 w 29"/>
                <a:gd name="T19" fmla="*/ 0 h 26"/>
                <a:gd name="T20" fmla="*/ 15 w 29"/>
                <a:gd name="T21" fmla="*/ 0 h 26"/>
                <a:gd name="T22" fmla="*/ 17 w 29"/>
                <a:gd name="T23" fmla="*/ 4 h 26"/>
                <a:gd name="T24" fmla="*/ 19 w 29"/>
                <a:gd name="T25" fmla="*/ 7 h 26"/>
                <a:gd name="T26" fmla="*/ 22 w 29"/>
                <a:gd name="T27" fmla="*/ 7 h 26"/>
                <a:gd name="T28" fmla="*/ 27 w 29"/>
                <a:gd name="T29" fmla="*/ 7 h 26"/>
                <a:gd name="T30" fmla="*/ 29 w 29"/>
                <a:gd name="T31" fmla="*/ 9 h 26"/>
                <a:gd name="T32" fmla="*/ 27 w 29"/>
                <a:gd name="T33" fmla="*/ 12 h 26"/>
                <a:gd name="T34" fmla="*/ 22 w 29"/>
                <a:gd name="T35" fmla="*/ 16 h 26"/>
                <a:gd name="T36" fmla="*/ 12 w 29"/>
                <a:gd name="T37" fmla="*/ 19 h 26"/>
                <a:gd name="T38" fmla="*/ 8 w 29"/>
                <a:gd name="T39" fmla="*/ 26 h 26"/>
                <a:gd name="T40" fmla="*/ 8 w 29"/>
                <a:gd name="T41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9" h="26">
                  <a:moveTo>
                    <a:pt x="8" y="26"/>
                  </a:moveTo>
                  <a:lnTo>
                    <a:pt x="5" y="26"/>
                  </a:lnTo>
                  <a:lnTo>
                    <a:pt x="5" y="23"/>
                  </a:lnTo>
                  <a:lnTo>
                    <a:pt x="0" y="12"/>
                  </a:lnTo>
                  <a:lnTo>
                    <a:pt x="0" y="9"/>
                  </a:lnTo>
                  <a:lnTo>
                    <a:pt x="3" y="9"/>
                  </a:lnTo>
                  <a:lnTo>
                    <a:pt x="5" y="7"/>
                  </a:lnTo>
                  <a:lnTo>
                    <a:pt x="8" y="7"/>
                  </a:lnTo>
                  <a:lnTo>
                    <a:pt x="10" y="2"/>
                  </a:lnTo>
                  <a:lnTo>
                    <a:pt x="12" y="0"/>
                  </a:lnTo>
                  <a:lnTo>
                    <a:pt x="15" y="0"/>
                  </a:lnTo>
                  <a:lnTo>
                    <a:pt x="17" y="4"/>
                  </a:lnTo>
                  <a:lnTo>
                    <a:pt x="19" y="7"/>
                  </a:lnTo>
                  <a:lnTo>
                    <a:pt x="22" y="7"/>
                  </a:lnTo>
                  <a:lnTo>
                    <a:pt x="27" y="7"/>
                  </a:lnTo>
                  <a:lnTo>
                    <a:pt x="29" y="9"/>
                  </a:lnTo>
                  <a:lnTo>
                    <a:pt x="27" y="12"/>
                  </a:lnTo>
                  <a:lnTo>
                    <a:pt x="22" y="16"/>
                  </a:lnTo>
                  <a:lnTo>
                    <a:pt x="12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5" name="Freeform 114"/>
            <p:cNvSpPr>
              <a:spLocks/>
            </p:cNvSpPr>
            <p:nvPr/>
          </p:nvSpPr>
          <p:spPr bwMode="auto">
            <a:xfrm>
              <a:off x="1368" y="183"/>
              <a:ext cx="199" cy="69"/>
            </a:xfrm>
            <a:custGeom>
              <a:avLst/>
              <a:gdLst>
                <a:gd name="T0" fmla="*/ 114 w 199"/>
                <a:gd name="T1" fmla="*/ 24 h 69"/>
                <a:gd name="T2" fmla="*/ 126 w 199"/>
                <a:gd name="T3" fmla="*/ 21 h 69"/>
                <a:gd name="T4" fmla="*/ 130 w 199"/>
                <a:gd name="T5" fmla="*/ 17 h 69"/>
                <a:gd name="T6" fmla="*/ 154 w 199"/>
                <a:gd name="T7" fmla="*/ 19 h 69"/>
                <a:gd name="T8" fmla="*/ 163 w 199"/>
                <a:gd name="T9" fmla="*/ 17 h 69"/>
                <a:gd name="T10" fmla="*/ 173 w 199"/>
                <a:gd name="T11" fmla="*/ 12 h 69"/>
                <a:gd name="T12" fmla="*/ 187 w 199"/>
                <a:gd name="T13" fmla="*/ 10 h 69"/>
                <a:gd name="T14" fmla="*/ 189 w 199"/>
                <a:gd name="T15" fmla="*/ 5 h 69"/>
                <a:gd name="T16" fmla="*/ 194 w 199"/>
                <a:gd name="T17" fmla="*/ 0 h 69"/>
                <a:gd name="T18" fmla="*/ 194 w 199"/>
                <a:gd name="T19" fmla="*/ 10 h 69"/>
                <a:gd name="T20" fmla="*/ 199 w 199"/>
                <a:gd name="T21" fmla="*/ 19 h 69"/>
                <a:gd name="T22" fmla="*/ 197 w 199"/>
                <a:gd name="T23" fmla="*/ 26 h 69"/>
                <a:gd name="T24" fmla="*/ 192 w 199"/>
                <a:gd name="T25" fmla="*/ 28 h 69"/>
                <a:gd name="T26" fmla="*/ 187 w 199"/>
                <a:gd name="T27" fmla="*/ 26 h 69"/>
                <a:gd name="T28" fmla="*/ 173 w 199"/>
                <a:gd name="T29" fmla="*/ 26 h 69"/>
                <a:gd name="T30" fmla="*/ 130 w 199"/>
                <a:gd name="T31" fmla="*/ 36 h 69"/>
                <a:gd name="T32" fmla="*/ 88 w 199"/>
                <a:gd name="T33" fmla="*/ 52 h 69"/>
                <a:gd name="T34" fmla="*/ 81 w 199"/>
                <a:gd name="T35" fmla="*/ 57 h 69"/>
                <a:gd name="T36" fmla="*/ 73 w 199"/>
                <a:gd name="T37" fmla="*/ 59 h 69"/>
                <a:gd name="T38" fmla="*/ 66 w 199"/>
                <a:gd name="T39" fmla="*/ 64 h 69"/>
                <a:gd name="T40" fmla="*/ 62 w 199"/>
                <a:gd name="T41" fmla="*/ 69 h 69"/>
                <a:gd name="T42" fmla="*/ 50 w 199"/>
                <a:gd name="T43" fmla="*/ 69 h 69"/>
                <a:gd name="T44" fmla="*/ 36 w 199"/>
                <a:gd name="T45" fmla="*/ 62 h 69"/>
                <a:gd name="T46" fmla="*/ 3 w 199"/>
                <a:gd name="T47" fmla="*/ 36 h 69"/>
                <a:gd name="T48" fmla="*/ 3 w 199"/>
                <a:gd name="T49" fmla="*/ 31 h 69"/>
                <a:gd name="T50" fmla="*/ 5 w 199"/>
                <a:gd name="T51" fmla="*/ 33 h 69"/>
                <a:gd name="T52" fmla="*/ 31 w 199"/>
                <a:gd name="T53" fmla="*/ 47 h 69"/>
                <a:gd name="T54" fmla="*/ 38 w 199"/>
                <a:gd name="T55" fmla="*/ 50 h 69"/>
                <a:gd name="T56" fmla="*/ 50 w 199"/>
                <a:gd name="T57" fmla="*/ 52 h 69"/>
                <a:gd name="T58" fmla="*/ 57 w 199"/>
                <a:gd name="T59" fmla="*/ 50 h 69"/>
                <a:gd name="T60" fmla="*/ 64 w 199"/>
                <a:gd name="T61" fmla="*/ 45 h 69"/>
                <a:gd name="T62" fmla="*/ 64 w 199"/>
                <a:gd name="T63" fmla="*/ 40 h 69"/>
                <a:gd name="T64" fmla="*/ 66 w 199"/>
                <a:gd name="T65" fmla="*/ 38 h 69"/>
                <a:gd name="T66" fmla="*/ 69 w 199"/>
                <a:gd name="T67" fmla="*/ 33 h 69"/>
                <a:gd name="T68" fmla="*/ 71 w 199"/>
                <a:gd name="T69" fmla="*/ 28 h 69"/>
                <a:gd name="T70" fmla="*/ 71 w 199"/>
                <a:gd name="T71" fmla="*/ 24 h 69"/>
                <a:gd name="T72" fmla="*/ 66 w 199"/>
                <a:gd name="T73" fmla="*/ 21 h 69"/>
                <a:gd name="T74" fmla="*/ 71 w 199"/>
                <a:gd name="T75" fmla="*/ 12 h 69"/>
                <a:gd name="T76" fmla="*/ 76 w 199"/>
                <a:gd name="T77" fmla="*/ 7 h 69"/>
                <a:gd name="T78" fmla="*/ 81 w 199"/>
                <a:gd name="T79" fmla="*/ 14 h 69"/>
                <a:gd name="T80" fmla="*/ 85 w 199"/>
                <a:gd name="T81" fmla="*/ 17 h 69"/>
                <a:gd name="T82" fmla="*/ 109 w 199"/>
                <a:gd name="T83" fmla="*/ 24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9" h="69">
                  <a:moveTo>
                    <a:pt x="109" y="24"/>
                  </a:moveTo>
                  <a:lnTo>
                    <a:pt x="114" y="24"/>
                  </a:lnTo>
                  <a:lnTo>
                    <a:pt x="123" y="24"/>
                  </a:lnTo>
                  <a:lnTo>
                    <a:pt x="126" y="21"/>
                  </a:lnTo>
                  <a:lnTo>
                    <a:pt x="128" y="19"/>
                  </a:lnTo>
                  <a:lnTo>
                    <a:pt x="130" y="17"/>
                  </a:lnTo>
                  <a:lnTo>
                    <a:pt x="137" y="17"/>
                  </a:lnTo>
                  <a:lnTo>
                    <a:pt x="154" y="19"/>
                  </a:lnTo>
                  <a:lnTo>
                    <a:pt x="161" y="17"/>
                  </a:lnTo>
                  <a:lnTo>
                    <a:pt x="163" y="17"/>
                  </a:lnTo>
                  <a:lnTo>
                    <a:pt x="170" y="14"/>
                  </a:lnTo>
                  <a:lnTo>
                    <a:pt x="173" y="12"/>
                  </a:lnTo>
                  <a:lnTo>
                    <a:pt x="185" y="12"/>
                  </a:lnTo>
                  <a:lnTo>
                    <a:pt x="187" y="10"/>
                  </a:lnTo>
                  <a:lnTo>
                    <a:pt x="189" y="7"/>
                  </a:lnTo>
                  <a:lnTo>
                    <a:pt x="189" y="5"/>
                  </a:lnTo>
                  <a:lnTo>
                    <a:pt x="192" y="2"/>
                  </a:lnTo>
                  <a:lnTo>
                    <a:pt x="194" y="0"/>
                  </a:lnTo>
                  <a:lnTo>
                    <a:pt x="194" y="5"/>
                  </a:lnTo>
                  <a:lnTo>
                    <a:pt x="194" y="10"/>
                  </a:lnTo>
                  <a:lnTo>
                    <a:pt x="194" y="12"/>
                  </a:lnTo>
                  <a:lnTo>
                    <a:pt x="199" y="19"/>
                  </a:lnTo>
                  <a:lnTo>
                    <a:pt x="199" y="24"/>
                  </a:lnTo>
                  <a:lnTo>
                    <a:pt x="197" y="26"/>
                  </a:lnTo>
                  <a:lnTo>
                    <a:pt x="194" y="28"/>
                  </a:lnTo>
                  <a:lnTo>
                    <a:pt x="192" y="28"/>
                  </a:lnTo>
                  <a:lnTo>
                    <a:pt x="189" y="26"/>
                  </a:lnTo>
                  <a:lnTo>
                    <a:pt x="187" y="26"/>
                  </a:lnTo>
                  <a:lnTo>
                    <a:pt x="185" y="24"/>
                  </a:lnTo>
                  <a:lnTo>
                    <a:pt x="173" y="26"/>
                  </a:lnTo>
                  <a:lnTo>
                    <a:pt x="163" y="31"/>
                  </a:lnTo>
                  <a:lnTo>
                    <a:pt x="130" y="36"/>
                  </a:lnTo>
                  <a:lnTo>
                    <a:pt x="92" y="50"/>
                  </a:lnTo>
                  <a:lnTo>
                    <a:pt x="88" y="52"/>
                  </a:lnTo>
                  <a:lnTo>
                    <a:pt x="85" y="52"/>
                  </a:lnTo>
                  <a:lnTo>
                    <a:pt x="81" y="57"/>
                  </a:lnTo>
                  <a:lnTo>
                    <a:pt x="76" y="59"/>
                  </a:lnTo>
                  <a:lnTo>
                    <a:pt x="73" y="59"/>
                  </a:lnTo>
                  <a:lnTo>
                    <a:pt x="69" y="62"/>
                  </a:lnTo>
                  <a:lnTo>
                    <a:pt x="66" y="64"/>
                  </a:lnTo>
                  <a:lnTo>
                    <a:pt x="64" y="66"/>
                  </a:lnTo>
                  <a:lnTo>
                    <a:pt x="62" y="69"/>
                  </a:lnTo>
                  <a:lnTo>
                    <a:pt x="57" y="69"/>
                  </a:lnTo>
                  <a:lnTo>
                    <a:pt x="50" y="69"/>
                  </a:lnTo>
                  <a:lnTo>
                    <a:pt x="47" y="69"/>
                  </a:lnTo>
                  <a:lnTo>
                    <a:pt x="36" y="62"/>
                  </a:lnTo>
                  <a:lnTo>
                    <a:pt x="12" y="40"/>
                  </a:lnTo>
                  <a:lnTo>
                    <a:pt x="3" y="36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5" y="33"/>
                  </a:lnTo>
                  <a:lnTo>
                    <a:pt x="7" y="33"/>
                  </a:lnTo>
                  <a:lnTo>
                    <a:pt x="31" y="47"/>
                  </a:lnTo>
                  <a:lnTo>
                    <a:pt x="38" y="55"/>
                  </a:lnTo>
                  <a:lnTo>
                    <a:pt x="38" y="50"/>
                  </a:lnTo>
                  <a:lnTo>
                    <a:pt x="43" y="50"/>
                  </a:lnTo>
                  <a:lnTo>
                    <a:pt x="50" y="52"/>
                  </a:lnTo>
                  <a:lnTo>
                    <a:pt x="55" y="50"/>
                  </a:lnTo>
                  <a:lnTo>
                    <a:pt x="57" y="50"/>
                  </a:lnTo>
                  <a:lnTo>
                    <a:pt x="62" y="47"/>
                  </a:lnTo>
                  <a:lnTo>
                    <a:pt x="64" y="45"/>
                  </a:lnTo>
                  <a:lnTo>
                    <a:pt x="64" y="43"/>
                  </a:lnTo>
                  <a:lnTo>
                    <a:pt x="64" y="40"/>
                  </a:lnTo>
                  <a:lnTo>
                    <a:pt x="64" y="40"/>
                  </a:lnTo>
                  <a:lnTo>
                    <a:pt x="66" y="38"/>
                  </a:lnTo>
                  <a:lnTo>
                    <a:pt x="66" y="38"/>
                  </a:lnTo>
                  <a:lnTo>
                    <a:pt x="69" y="33"/>
                  </a:lnTo>
                  <a:lnTo>
                    <a:pt x="71" y="31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1" y="24"/>
                  </a:lnTo>
                  <a:lnTo>
                    <a:pt x="64" y="24"/>
                  </a:lnTo>
                  <a:lnTo>
                    <a:pt x="66" y="21"/>
                  </a:lnTo>
                  <a:lnTo>
                    <a:pt x="71" y="14"/>
                  </a:lnTo>
                  <a:lnTo>
                    <a:pt x="71" y="12"/>
                  </a:lnTo>
                  <a:lnTo>
                    <a:pt x="71" y="5"/>
                  </a:lnTo>
                  <a:lnTo>
                    <a:pt x="76" y="7"/>
                  </a:lnTo>
                  <a:lnTo>
                    <a:pt x="78" y="10"/>
                  </a:lnTo>
                  <a:lnTo>
                    <a:pt x="81" y="14"/>
                  </a:lnTo>
                  <a:lnTo>
                    <a:pt x="83" y="17"/>
                  </a:lnTo>
                  <a:lnTo>
                    <a:pt x="85" y="17"/>
                  </a:lnTo>
                  <a:lnTo>
                    <a:pt x="109" y="24"/>
                  </a:lnTo>
                  <a:lnTo>
                    <a:pt x="109" y="24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6" name="Freeform 115"/>
            <p:cNvSpPr>
              <a:spLocks/>
            </p:cNvSpPr>
            <p:nvPr/>
          </p:nvSpPr>
          <p:spPr bwMode="auto">
            <a:xfrm>
              <a:off x="1503" y="503"/>
              <a:ext cx="135" cy="184"/>
            </a:xfrm>
            <a:custGeom>
              <a:avLst/>
              <a:gdLst>
                <a:gd name="T0" fmla="*/ 57 w 135"/>
                <a:gd name="T1" fmla="*/ 7 h 184"/>
                <a:gd name="T2" fmla="*/ 66 w 135"/>
                <a:gd name="T3" fmla="*/ 4 h 184"/>
                <a:gd name="T4" fmla="*/ 73 w 135"/>
                <a:gd name="T5" fmla="*/ 7 h 184"/>
                <a:gd name="T6" fmla="*/ 73 w 135"/>
                <a:gd name="T7" fmla="*/ 16 h 184"/>
                <a:gd name="T8" fmla="*/ 76 w 135"/>
                <a:gd name="T9" fmla="*/ 30 h 184"/>
                <a:gd name="T10" fmla="*/ 80 w 135"/>
                <a:gd name="T11" fmla="*/ 38 h 184"/>
                <a:gd name="T12" fmla="*/ 99 w 135"/>
                <a:gd name="T13" fmla="*/ 68 h 184"/>
                <a:gd name="T14" fmla="*/ 116 w 135"/>
                <a:gd name="T15" fmla="*/ 85 h 184"/>
                <a:gd name="T16" fmla="*/ 128 w 135"/>
                <a:gd name="T17" fmla="*/ 94 h 184"/>
                <a:gd name="T18" fmla="*/ 128 w 135"/>
                <a:gd name="T19" fmla="*/ 109 h 184"/>
                <a:gd name="T20" fmla="*/ 128 w 135"/>
                <a:gd name="T21" fmla="*/ 118 h 184"/>
                <a:gd name="T22" fmla="*/ 132 w 135"/>
                <a:gd name="T23" fmla="*/ 139 h 184"/>
                <a:gd name="T24" fmla="*/ 118 w 135"/>
                <a:gd name="T25" fmla="*/ 146 h 184"/>
                <a:gd name="T26" fmla="*/ 114 w 135"/>
                <a:gd name="T27" fmla="*/ 151 h 184"/>
                <a:gd name="T28" fmla="*/ 111 w 135"/>
                <a:gd name="T29" fmla="*/ 161 h 184"/>
                <a:gd name="T30" fmla="*/ 99 w 135"/>
                <a:gd name="T31" fmla="*/ 168 h 184"/>
                <a:gd name="T32" fmla="*/ 83 w 135"/>
                <a:gd name="T33" fmla="*/ 177 h 184"/>
                <a:gd name="T34" fmla="*/ 83 w 135"/>
                <a:gd name="T35" fmla="*/ 182 h 184"/>
                <a:gd name="T36" fmla="*/ 80 w 135"/>
                <a:gd name="T37" fmla="*/ 184 h 184"/>
                <a:gd name="T38" fmla="*/ 76 w 135"/>
                <a:gd name="T39" fmla="*/ 182 h 184"/>
                <a:gd name="T40" fmla="*/ 71 w 135"/>
                <a:gd name="T41" fmla="*/ 163 h 184"/>
                <a:gd name="T42" fmla="*/ 57 w 135"/>
                <a:gd name="T43" fmla="*/ 154 h 184"/>
                <a:gd name="T44" fmla="*/ 52 w 135"/>
                <a:gd name="T45" fmla="*/ 146 h 184"/>
                <a:gd name="T46" fmla="*/ 43 w 135"/>
                <a:gd name="T47" fmla="*/ 149 h 184"/>
                <a:gd name="T48" fmla="*/ 2 w 135"/>
                <a:gd name="T49" fmla="*/ 125 h 184"/>
                <a:gd name="T50" fmla="*/ 5 w 135"/>
                <a:gd name="T51" fmla="*/ 118 h 184"/>
                <a:gd name="T52" fmla="*/ 9 w 135"/>
                <a:gd name="T53" fmla="*/ 111 h 184"/>
                <a:gd name="T54" fmla="*/ 14 w 135"/>
                <a:gd name="T55" fmla="*/ 113 h 184"/>
                <a:gd name="T56" fmla="*/ 19 w 135"/>
                <a:gd name="T57" fmla="*/ 106 h 184"/>
                <a:gd name="T58" fmla="*/ 21 w 135"/>
                <a:gd name="T59" fmla="*/ 101 h 184"/>
                <a:gd name="T60" fmla="*/ 26 w 135"/>
                <a:gd name="T61" fmla="*/ 111 h 184"/>
                <a:gd name="T62" fmla="*/ 24 w 135"/>
                <a:gd name="T63" fmla="*/ 120 h 184"/>
                <a:gd name="T64" fmla="*/ 21 w 135"/>
                <a:gd name="T65" fmla="*/ 125 h 184"/>
                <a:gd name="T66" fmla="*/ 28 w 135"/>
                <a:gd name="T67" fmla="*/ 123 h 184"/>
                <a:gd name="T68" fmla="*/ 31 w 135"/>
                <a:gd name="T69" fmla="*/ 116 h 184"/>
                <a:gd name="T70" fmla="*/ 33 w 135"/>
                <a:gd name="T71" fmla="*/ 125 h 184"/>
                <a:gd name="T72" fmla="*/ 40 w 135"/>
                <a:gd name="T73" fmla="*/ 127 h 184"/>
                <a:gd name="T74" fmla="*/ 40 w 135"/>
                <a:gd name="T75" fmla="*/ 120 h 184"/>
                <a:gd name="T76" fmla="*/ 45 w 135"/>
                <a:gd name="T77" fmla="*/ 120 h 184"/>
                <a:gd name="T78" fmla="*/ 40 w 135"/>
                <a:gd name="T79" fmla="*/ 116 h 184"/>
                <a:gd name="T80" fmla="*/ 38 w 135"/>
                <a:gd name="T81" fmla="*/ 109 h 184"/>
                <a:gd name="T82" fmla="*/ 35 w 135"/>
                <a:gd name="T83" fmla="*/ 104 h 184"/>
                <a:gd name="T84" fmla="*/ 31 w 135"/>
                <a:gd name="T85" fmla="*/ 97 h 184"/>
                <a:gd name="T86" fmla="*/ 31 w 135"/>
                <a:gd name="T87" fmla="*/ 97 h 184"/>
                <a:gd name="T88" fmla="*/ 28 w 135"/>
                <a:gd name="T89" fmla="*/ 106 h 184"/>
                <a:gd name="T90" fmla="*/ 24 w 135"/>
                <a:gd name="T91" fmla="*/ 99 h 184"/>
                <a:gd name="T92" fmla="*/ 24 w 135"/>
                <a:gd name="T93" fmla="*/ 87 h 184"/>
                <a:gd name="T94" fmla="*/ 33 w 135"/>
                <a:gd name="T95" fmla="*/ 78 h 184"/>
                <a:gd name="T96" fmla="*/ 38 w 135"/>
                <a:gd name="T97" fmla="*/ 68 h 184"/>
                <a:gd name="T98" fmla="*/ 43 w 135"/>
                <a:gd name="T99" fmla="*/ 61 h 184"/>
                <a:gd name="T100" fmla="*/ 43 w 135"/>
                <a:gd name="T101" fmla="*/ 56 h 184"/>
                <a:gd name="T102" fmla="*/ 40 w 135"/>
                <a:gd name="T103" fmla="*/ 49 h 184"/>
                <a:gd name="T104" fmla="*/ 45 w 135"/>
                <a:gd name="T105" fmla="*/ 45 h 184"/>
                <a:gd name="T106" fmla="*/ 43 w 135"/>
                <a:gd name="T107" fmla="*/ 26 h 184"/>
                <a:gd name="T108" fmla="*/ 31 w 135"/>
                <a:gd name="T109" fmla="*/ 4 h 184"/>
                <a:gd name="T110" fmla="*/ 43 w 135"/>
                <a:gd name="T111" fmla="*/ 0 h 184"/>
                <a:gd name="T112" fmla="*/ 50 w 135"/>
                <a:gd name="T113" fmla="*/ 7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35" h="184">
                  <a:moveTo>
                    <a:pt x="52" y="7"/>
                  </a:moveTo>
                  <a:lnTo>
                    <a:pt x="54" y="7"/>
                  </a:lnTo>
                  <a:lnTo>
                    <a:pt x="57" y="7"/>
                  </a:lnTo>
                  <a:lnTo>
                    <a:pt x="59" y="4"/>
                  </a:lnTo>
                  <a:lnTo>
                    <a:pt x="64" y="2"/>
                  </a:lnTo>
                  <a:lnTo>
                    <a:pt x="66" y="4"/>
                  </a:lnTo>
                  <a:lnTo>
                    <a:pt x="69" y="4"/>
                  </a:lnTo>
                  <a:lnTo>
                    <a:pt x="71" y="7"/>
                  </a:lnTo>
                  <a:lnTo>
                    <a:pt x="73" y="7"/>
                  </a:lnTo>
                  <a:lnTo>
                    <a:pt x="76" y="11"/>
                  </a:lnTo>
                  <a:lnTo>
                    <a:pt x="73" y="14"/>
                  </a:lnTo>
                  <a:lnTo>
                    <a:pt x="73" y="16"/>
                  </a:lnTo>
                  <a:lnTo>
                    <a:pt x="76" y="21"/>
                  </a:lnTo>
                  <a:lnTo>
                    <a:pt x="78" y="23"/>
                  </a:lnTo>
                  <a:lnTo>
                    <a:pt x="76" y="30"/>
                  </a:lnTo>
                  <a:lnTo>
                    <a:pt x="76" y="35"/>
                  </a:lnTo>
                  <a:lnTo>
                    <a:pt x="78" y="38"/>
                  </a:lnTo>
                  <a:lnTo>
                    <a:pt x="80" y="38"/>
                  </a:lnTo>
                  <a:lnTo>
                    <a:pt x="83" y="40"/>
                  </a:lnTo>
                  <a:lnTo>
                    <a:pt x="88" y="42"/>
                  </a:lnTo>
                  <a:lnTo>
                    <a:pt x="99" y="68"/>
                  </a:lnTo>
                  <a:lnTo>
                    <a:pt x="109" y="80"/>
                  </a:lnTo>
                  <a:lnTo>
                    <a:pt x="114" y="83"/>
                  </a:lnTo>
                  <a:lnTo>
                    <a:pt x="116" y="85"/>
                  </a:lnTo>
                  <a:lnTo>
                    <a:pt x="118" y="85"/>
                  </a:lnTo>
                  <a:lnTo>
                    <a:pt x="125" y="92"/>
                  </a:lnTo>
                  <a:lnTo>
                    <a:pt x="128" y="94"/>
                  </a:lnTo>
                  <a:lnTo>
                    <a:pt x="128" y="99"/>
                  </a:lnTo>
                  <a:lnTo>
                    <a:pt x="128" y="104"/>
                  </a:lnTo>
                  <a:lnTo>
                    <a:pt x="128" y="109"/>
                  </a:lnTo>
                  <a:lnTo>
                    <a:pt x="128" y="111"/>
                  </a:lnTo>
                  <a:lnTo>
                    <a:pt x="125" y="113"/>
                  </a:lnTo>
                  <a:lnTo>
                    <a:pt x="128" y="118"/>
                  </a:lnTo>
                  <a:lnTo>
                    <a:pt x="132" y="127"/>
                  </a:lnTo>
                  <a:lnTo>
                    <a:pt x="135" y="135"/>
                  </a:lnTo>
                  <a:lnTo>
                    <a:pt x="132" y="139"/>
                  </a:lnTo>
                  <a:lnTo>
                    <a:pt x="128" y="144"/>
                  </a:lnTo>
                  <a:lnTo>
                    <a:pt x="123" y="144"/>
                  </a:lnTo>
                  <a:lnTo>
                    <a:pt x="118" y="146"/>
                  </a:lnTo>
                  <a:lnTo>
                    <a:pt x="118" y="149"/>
                  </a:lnTo>
                  <a:lnTo>
                    <a:pt x="116" y="151"/>
                  </a:lnTo>
                  <a:lnTo>
                    <a:pt x="114" y="151"/>
                  </a:lnTo>
                  <a:lnTo>
                    <a:pt x="109" y="154"/>
                  </a:lnTo>
                  <a:lnTo>
                    <a:pt x="109" y="156"/>
                  </a:lnTo>
                  <a:lnTo>
                    <a:pt x="111" y="161"/>
                  </a:lnTo>
                  <a:lnTo>
                    <a:pt x="109" y="163"/>
                  </a:lnTo>
                  <a:lnTo>
                    <a:pt x="102" y="168"/>
                  </a:lnTo>
                  <a:lnTo>
                    <a:pt x="99" y="168"/>
                  </a:lnTo>
                  <a:lnTo>
                    <a:pt x="92" y="170"/>
                  </a:lnTo>
                  <a:lnTo>
                    <a:pt x="90" y="170"/>
                  </a:lnTo>
                  <a:lnTo>
                    <a:pt x="83" y="177"/>
                  </a:lnTo>
                  <a:lnTo>
                    <a:pt x="83" y="177"/>
                  </a:lnTo>
                  <a:lnTo>
                    <a:pt x="83" y="180"/>
                  </a:lnTo>
                  <a:lnTo>
                    <a:pt x="83" y="182"/>
                  </a:lnTo>
                  <a:lnTo>
                    <a:pt x="85" y="182"/>
                  </a:lnTo>
                  <a:lnTo>
                    <a:pt x="83" y="184"/>
                  </a:lnTo>
                  <a:lnTo>
                    <a:pt x="80" y="184"/>
                  </a:lnTo>
                  <a:lnTo>
                    <a:pt x="80" y="184"/>
                  </a:lnTo>
                  <a:lnTo>
                    <a:pt x="78" y="184"/>
                  </a:lnTo>
                  <a:lnTo>
                    <a:pt x="76" y="182"/>
                  </a:lnTo>
                  <a:lnTo>
                    <a:pt x="73" y="177"/>
                  </a:lnTo>
                  <a:lnTo>
                    <a:pt x="73" y="170"/>
                  </a:lnTo>
                  <a:lnTo>
                    <a:pt x="71" y="163"/>
                  </a:lnTo>
                  <a:lnTo>
                    <a:pt x="66" y="163"/>
                  </a:lnTo>
                  <a:lnTo>
                    <a:pt x="59" y="161"/>
                  </a:lnTo>
                  <a:lnTo>
                    <a:pt x="57" y="154"/>
                  </a:lnTo>
                  <a:lnTo>
                    <a:pt x="57" y="139"/>
                  </a:lnTo>
                  <a:lnTo>
                    <a:pt x="54" y="144"/>
                  </a:lnTo>
                  <a:lnTo>
                    <a:pt x="52" y="146"/>
                  </a:lnTo>
                  <a:lnTo>
                    <a:pt x="50" y="149"/>
                  </a:lnTo>
                  <a:lnTo>
                    <a:pt x="45" y="149"/>
                  </a:lnTo>
                  <a:lnTo>
                    <a:pt x="43" y="149"/>
                  </a:lnTo>
                  <a:lnTo>
                    <a:pt x="17" y="137"/>
                  </a:lnTo>
                  <a:lnTo>
                    <a:pt x="5" y="130"/>
                  </a:lnTo>
                  <a:lnTo>
                    <a:pt x="2" y="125"/>
                  </a:lnTo>
                  <a:lnTo>
                    <a:pt x="0" y="120"/>
                  </a:lnTo>
                  <a:lnTo>
                    <a:pt x="2" y="120"/>
                  </a:lnTo>
                  <a:lnTo>
                    <a:pt x="5" y="118"/>
                  </a:lnTo>
                  <a:lnTo>
                    <a:pt x="9" y="116"/>
                  </a:lnTo>
                  <a:lnTo>
                    <a:pt x="9" y="113"/>
                  </a:lnTo>
                  <a:lnTo>
                    <a:pt x="9" y="111"/>
                  </a:lnTo>
                  <a:lnTo>
                    <a:pt x="12" y="111"/>
                  </a:lnTo>
                  <a:lnTo>
                    <a:pt x="14" y="111"/>
                  </a:lnTo>
                  <a:lnTo>
                    <a:pt x="14" y="113"/>
                  </a:lnTo>
                  <a:lnTo>
                    <a:pt x="17" y="111"/>
                  </a:lnTo>
                  <a:lnTo>
                    <a:pt x="19" y="109"/>
                  </a:lnTo>
                  <a:lnTo>
                    <a:pt x="19" y="106"/>
                  </a:lnTo>
                  <a:lnTo>
                    <a:pt x="17" y="106"/>
                  </a:lnTo>
                  <a:lnTo>
                    <a:pt x="19" y="101"/>
                  </a:lnTo>
                  <a:lnTo>
                    <a:pt x="21" y="101"/>
                  </a:lnTo>
                  <a:lnTo>
                    <a:pt x="24" y="104"/>
                  </a:lnTo>
                  <a:lnTo>
                    <a:pt x="26" y="109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8"/>
                  </a:lnTo>
                  <a:lnTo>
                    <a:pt x="24" y="120"/>
                  </a:lnTo>
                  <a:lnTo>
                    <a:pt x="21" y="123"/>
                  </a:lnTo>
                  <a:lnTo>
                    <a:pt x="19" y="123"/>
                  </a:lnTo>
                  <a:lnTo>
                    <a:pt x="21" y="125"/>
                  </a:lnTo>
                  <a:lnTo>
                    <a:pt x="21" y="127"/>
                  </a:lnTo>
                  <a:lnTo>
                    <a:pt x="24" y="127"/>
                  </a:lnTo>
                  <a:lnTo>
                    <a:pt x="28" y="123"/>
                  </a:lnTo>
                  <a:lnTo>
                    <a:pt x="31" y="123"/>
                  </a:lnTo>
                  <a:lnTo>
                    <a:pt x="31" y="120"/>
                  </a:lnTo>
                  <a:lnTo>
                    <a:pt x="31" y="116"/>
                  </a:lnTo>
                  <a:lnTo>
                    <a:pt x="33" y="118"/>
                  </a:lnTo>
                  <a:lnTo>
                    <a:pt x="35" y="120"/>
                  </a:lnTo>
                  <a:lnTo>
                    <a:pt x="33" y="125"/>
                  </a:lnTo>
                  <a:lnTo>
                    <a:pt x="35" y="130"/>
                  </a:lnTo>
                  <a:lnTo>
                    <a:pt x="38" y="130"/>
                  </a:lnTo>
                  <a:lnTo>
                    <a:pt x="40" y="127"/>
                  </a:lnTo>
                  <a:lnTo>
                    <a:pt x="40" y="123"/>
                  </a:lnTo>
                  <a:lnTo>
                    <a:pt x="38" y="120"/>
                  </a:lnTo>
                  <a:lnTo>
                    <a:pt x="40" y="120"/>
                  </a:lnTo>
                  <a:lnTo>
                    <a:pt x="43" y="123"/>
                  </a:lnTo>
                  <a:lnTo>
                    <a:pt x="45" y="123"/>
                  </a:lnTo>
                  <a:lnTo>
                    <a:pt x="45" y="120"/>
                  </a:lnTo>
                  <a:lnTo>
                    <a:pt x="45" y="118"/>
                  </a:lnTo>
                  <a:lnTo>
                    <a:pt x="43" y="116"/>
                  </a:lnTo>
                  <a:lnTo>
                    <a:pt x="40" y="116"/>
                  </a:lnTo>
                  <a:lnTo>
                    <a:pt x="40" y="113"/>
                  </a:lnTo>
                  <a:lnTo>
                    <a:pt x="38" y="111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38" y="106"/>
                  </a:lnTo>
                  <a:lnTo>
                    <a:pt x="35" y="104"/>
                  </a:lnTo>
                  <a:lnTo>
                    <a:pt x="33" y="101"/>
                  </a:lnTo>
                  <a:lnTo>
                    <a:pt x="33" y="99"/>
                  </a:lnTo>
                  <a:lnTo>
                    <a:pt x="31" y="97"/>
                  </a:lnTo>
                  <a:lnTo>
                    <a:pt x="31" y="94"/>
                  </a:lnTo>
                  <a:lnTo>
                    <a:pt x="28" y="97"/>
                  </a:lnTo>
                  <a:lnTo>
                    <a:pt x="31" y="97"/>
                  </a:lnTo>
                  <a:lnTo>
                    <a:pt x="31" y="101"/>
                  </a:lnTo>
                  <a:lnTo>
                    <a:pt x="31" y="109"/>
                  </a:lnTo>
                  <a:lnTo>
                    <a:pt x="28" y="106"/>
                  </a:lnTo>
                  <a:lnTo>
                    <a:pt x="28" y="104"/>
                  </a:lnTo>
                  <a:lnTo>
                    <a:pt x="26" y="99"/>
                  </a:lnTo>
                  <a:lnTo>
                    <a:pt x="24" y="99"/>
                  </a:lnTo>
                  <a:lnTo>
                    <a:pt x="24" y="97"/>
                  </a:lnTo>
                  <a:lnTo>
                    <a:pt x="24" y="94"/>
                  </a:lnTo>
                  <a:lnTo>
                    <a:pt x="24" y="87"/>
                  </a:lnTo>
                  <a:lnTo>
                    <a:pt x="26" y="85"/>
                  </a:lnTo>
                  <a:lnTo>
                    <a:pt x="31" y="80"/>
                  </a:lnTo>
                  <a:lnTo>
                    <a:pt x="33" y="78"/>
                  </a:lnTo>
                  <a:lnTo>
                    <a:pt x="33" y="73"/>
                  </a:lnTo>
                  <a:lnTo>
                    <a:pt x="33" y="71"/>
                  </a:lnTo>
                  <a:lnTo>
                    <a:pt x="38" y="68"/>
                  </a:lnTo>
                  <a:lnTo>
                    <a:pt x="40" y="68"/>
                  </a:lnTo>
                  <a:lnTo>
                    <a:pt x="40" y="66"/>
                  </a:lnTo>
                  <a:lnTo>
                    <a:pt x="43" y="61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3" y="56"/>
                  </a:lnTo>
                  <a:lnTo>
                    <a:pt x="40" y="54"/>
                  </a:lnTo>
                  <a:lnTo>
                    <a:pt x="40" y="52"/>
                  </a:lnTo>
                  <a:lnTo>
                    <a:pt x="40" y="49"/>
                  </a:lnTo>
                  <a:lnTo>
                    <a:pt x="40" y="47"/>
                  </a:lnTo>
                  <a:lnTo>
                    <a:pt x="43" y="45"/>
                  </a:lnTo>
                  <a:lnTo>
                    <a:pt x="45" y="45"/>
                  </a:lnTo>
                  <a:lnTo>
                    <a:pt x="45" y="40"/>
                  </a:lnTo>
                  <a:lnTo>
                    <a:pt x="45" y="35"/>
                  </a:lnTo>
                  <a:lnTo>
                    <a:pt x="43" y="26"/>
                  </a:lnTo>
                  <a:lnTo>
                    <a:pt x="40" y="21"/>
                  </a:lnTo>
                  <a:lnTo>
                    <a:pt x="35" y="11"/>
                  </a:lnTo>
                  <a:lnTo>
                    <a:pt x="31" y="4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43" y="0"/>
                  </a:lnTo>
                  <a:lnTo>
                    <a:pt x="47" y="2"/>
                  </a:lnTo>
                  <a:lnTo>
                    <a:pt x="50" y="4"/>
                  </a:lnTo>
                  <a:lnTo>
                    <a:pt x="50" y="7"/>
                  </a:lnTo>
                  <a:lnTo>
                    <a:pt x="52" y="7"/>
                  </a:lnTo>
                  <a:lnTo>
                    <a:pt x="52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7" name="Freeform 116"/>
            <p:cNvSpPr>
              <a:spLocks/>
            </p:cNvSpPr>
            <p:nvPr/>
          </p:nvSpPr>
          <p:spPr bwMode="auto">
            <a:xfrm>
              <a:off x="2449" y="1180"/>
              <a:ext cx="128" cy="99"/>
            </a:xfrm>
            <a:custGeom>
              <a:avLst/>
              <a:gdLst>
                <a:gd name="T0" fmla="*/ 111 w 128"/>
                <a:gd name="T1" fmla="*/ 71 h 99"/>
                <a:gd name="T2" fmla="*/ 104 w 128"/>
                <a:gd name="T3" fmla="*/ 78 h 99"/>
                <a:gd name="T4" fmla="*/ 83 w 128"/>
                <a:gd name="T5" fmla="*/ 83 h 99"/>
                <a:gd name="T6" fmla="*/ 78 w 128"/>
                <a:gd name="T7" fmla="*/ 87 h 99"/>
                <a:gd name="T8" fmla="*/ 78 w 128"/>
                <a:gd name="T9" fmla="*/ 85 h 99"/>
                <a:gd name="T10" fmla="*/ 81 w 128"/>
                <a:gd name="T11" fmla="*/ 83 h 99"/>
                <a:gd name="T12" fmla="*/ 55 w 128"/>
                <a:gd name="T13" fmla="*/ 90 h 99"/>
                <a:gd name="T14" fmla="*/ 24 w 128"/>
                <a:gd name="T15" fmla="*/ 92 h 99"/>
                <a:gd name="T16" fmla="*/ 19 w 128"/>
                <a:gd name="T17" fmla="*/ 94 h 99"/>
                <a:gd name="T18" fmla="*/ 17 w 128"/>
                <a:gd name="T19" fmla="*/ 97 h 99"/>
                <a:gd name="T20" fmla="*/ 12 w 128"/>
                <a:gd name="T21" fmla="*/ 99 h 99"/>
                <a:gd name="T22" fmla="*/ 10 w 128"/>
                <a:gd name="T23" fmla="*/ 97 h 99"/>
                <a:gd name="T24" fmla="*/ 7 w 128"/>
                <a:gd name="T25" fmla="*/ 92 h 99"/>
                <a:gd name="T26" fmla="*/ 3 w 128"/>
                <a:gd name="T27" fmla="*/ 78 h 99"/>
                <a:gd name="T28" fmla="*/ 10 w 128"/>
                <a:gd name="T29" fmla="*/ 73 h 99"/>
                <a:gd name="T30" fmla="*/ 12 w 128"/>
                <a:gd name="T31" fmla="*/ 66 h 99"/>
                <a:gd name="T32" fmla="*/ 5 w 128"/>
                <a:gd name="T33" fmla="*/ 61 h 99"/>
                <a:gd name="T34" fmla="*/ 14 w 128"/>
                <a:gd name="T35" fmla="*/ 59 h 99"/>
                <a:gd name="T36" fmla="*/ 19 w 128"/>
                <a:gd name="T37" fmla="*/ 54 h 99"/>
                <a:gd name="T38" fmla="*/ 26 w 128"/>
                <a:gd name="T39" fmla="*/ 54 h 99"/>
                <a:gd name="T40" fmla="*/ 31 w 128"/>
                <a:gd name="T41" fmla="*/ 42 h 99"/>
                <a:gd name="T42" fmla="*/ 43 w 128"/>
                <a:gd name="T43" fmla="*/ 40 h 99"/>
                <a:gd name="T44" fmla="*/ 48 w 128"/>
                <a:gd name="T45" fmla="*/ 38 h 99"/>
                <a:gd name="T46" fmla="*/ 52 w 128"/>
                <a:gd name="T47" fmla="*/ 38 h 99"/>
                <a:gd name="T48" fmla="*/ 55 w 128"/>
                <a:gd name="T49" fmla="*/ 30 h 99"/>
                <a:gd name="T50" fmla="*/ 57 w 128"/>
                <a:gd name="T51" fmla="*/ 30 h 99"/>
                <a:gd name="T52" fmla="*/ 64 w 128"/>
                <a:gd name="T53" fmla="*/ 38 h 99"/>
                <a:gd name="T54" fmla="*/ 83 w 128"/>
                <a:gd name="T55" fmla="*/ 45 h 99"/>
                <a:gd name="T56" fmla="*/ 85 w 128"/>
                <a:gd name="T57" fmla="*/ 42 h 99"/>
                <a:gd name="T58" fmla="*/ 100 w 128"/>
                <a:gd name="T59" fmla="*/ 35 h 99"/>
                <a:gd name="T60" fmla="*/ 109 w 128"/>
                <a:gd name="T61" fmla="*/ 26 h 99"/>
                <a:gd name="T62" fmla="*/ 119 w 128"/>
                <a:gd name="T63" fmla="*/ 2 h 99"/>
                <a:gd name="T64" fmla="*/ 126 w 128"/>
                <a:gd name="T65" fmla="*/ 2 h 99"/>
                <a:gd name="T66" fmla="*/ 128 w 128"/>
                <a:gd name="T67" fmla="*/ 9 h 99"/>
                <a:gd name="T68" fmla="*/ 126 w 128"/>
                <a:gd name="T69" fmla="*/ 3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8" h="99">
                  <a:moveTo>
                    <a:pt x="126" y="38"/>
                  </a:moveTo>
                  <a:lnTo>
                    <a:pt x="111" y="71"/>
                  </a:lnTo>
                  <a:lnTo>
                    <a:pt x="107" y="73"/>
                  </a:lnTo>
                  <a:lnTo>
                    <a:pt x="104" y="78"/>
                  </a:lnTo>
                  <a:lnTo>
                    <a:pt x="85" y="83"/>
                  </a:lnTo>
                  <a:lnTo>
                    <a:pt x="83" y="83"/>
                  </a:lnTo>
                  <a:lnTo>
                    <a:pt x="83" y="83"/>
                  </a:lnTo>
                  <a:lnTo>
                    <a:pt x="78" y="87"/>
                  </a:lnTo>
                  <a:lnTo>
                    <a:pt x="78" y="87"/>
                  </a:lnTo>
                  <a:lnTo>
                    <a:pt x="78" y="85"/>
                  </a:lnTo>
                  <a:lnTo>
                    <a:pt x="78" y="85"/>
                  </a:lnTo>
                  <a:lnTo>
                    <a:pt x="81" y="83"/>
                  </a:lnTo>
                  <a:lnTo>
                    <a:pt x="67" y="87"/>
                  </a:lnTo>
                  <a:lnTo>
                    <a:pt x="55" y="90"/>
                  </a:lnTo>
                  <a:lnTo>
                    <a:pt x="41" y="90"/>
                  </a:lnTo>
                  <a:lnTo>
                    <a:pt x="24" y="92"/>
                  </a:lnTo>
                  <a:lnTo>
                    <a:pt x="22" y="92"/>
                  </a:lnTo>
                  <a:lnTo>
                    <a:pt x="19" y="94"/>
                  </a:lnTo>
                  <a:lnTo>
                    <a:pt x="17" y="94"/>
                  </a:lnTo>
                  <a:lnTo>
                    <a:pt x="17" y="97"/>
                  </a:lnTo>
                  <a:lnTo>
                    <a:pt x="14" y="97"/>
                  </a:lnTo>
                  <a:lnTo>
                    <a:pt x="12" y="99"/>
                  </a:lnTo>
                  <a:lnTo>
                    <a:pt x="12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7" y="92"/>
                  </a:lnTo>
                  <a:lnTo>
                    <a:pt x="0" y="78"/>
                  </a:lnTo>
                  <a:lnTo>
                    <a:pt x="3" y="78"/>
                  </a:lnTo>
                  <a:lnTo>
                    <a:pt x="7" y="75"/>
                  </a:lnTo>
                  <a:lnTo>
                    <a:pt x="10" y="73"/>
                  </a:lnTo>
                  <a:lnTo>
                    <a:pt x="12" y="68"/>
                  </a:lnTo>
                  <a:lnTo>
                    <a:pt x="12" y="66"/>
                  </a:lnTo>
                  <a:lnTo>
                    <a:pt x="10" y="64"/>
                  </a:lnTo>
                  <a:lnTo>
                    <a:pt x="5" y="61"/>
                  </a:lnTo>
                  <a:lnTo>
                    <a:pt x="7" y="59"/>
                  </a:lnTo>
                  <a:lnTo>
                    <a:pt x="14" y="59"/>
                  </a:lnTo>
                  <a:lnTo>
                    <a:pt x="17" y="59"/>
                  </a:lnTo>
                  <a:lnTo>
                    <a:pt x="19" y="54"/>
                  </a:lnTo>
                  <a:lnTo>
                    <a:pt x="22" y="54"/>
                  </a:lnTo>
                  <a:lnTo>
                    <a:pt x="26" y="54"/>
                  </a:lnTo>
                  <a:lnTo>
                    <a:pt x="29" y="45"/>
                  </a:lnTo>
                  <a:lnTo>
                    <a:pt x="31" y="42"/>
                  </a:lnTo>
                  <a:lnTo>
                    <a:pt x="33" y="40"/>
                  </a:lnTo>
                  <a:lnTo>
                    <a:pt x="43" y="40"/>
                  </a:lnTo>
                  <a:lnTo>
                    <a:pt x="45" y="38"/>
                  </a:lnTo>
                  <a:lnTo>
                    <a:pt x="48" y="38"/>
                  </a:lnTo>
                  <a:lnTo>
                    <a:pt x="50" y="38"/>
                  </a:lnTo>
                  <a:lnTo>
                    <a:pt x="52" y="38"/>
                  </a:lnTo>
                  <a:lnTo>
                    <a:pt x="52" y="35"/>
                  </a:lnTo>
                  <a:lnTo>
                    <a:pt x="55" y="30"/>
                  </a:lnTo>
                  <a:lnTo>
                    <a:pt x="57" y="28"/>
                  </a:lnTo>
                  <a:lnTo>
                    <a:pt x="57" y="30"/>
                  </a:lnTo>
                  <a:lnTo>
                    <a:pt x="59" y="33"/>
                  </a:lnTo>
                  <a:lnTo>
                    <a:pt x="64" y="38"/>
                  </a:lnTo>
                  <a:lnTo>
                    <a:pt x="67" y="40"/>
                  </a:lnTo>
                  <a:lnTo>
                    <a:pt x="83" y="45"/>
                  </a:lnTo>
                  <a:lnTo>
                    <a:pt x="85" y="45"/>
                  </a:lnTo>
                  <a:lnTo>
                    <a:pt x="85" y="42"/>
                  </a:lnTo>
                  <a:lnTo>
                    <a:pt x="90" y="40"/>
                  </a:lnTo>
                  <a:lnTo>
                    <a:pt x="100" y="35"/>
                  </a:lnTo>
                  <a:lnTo>
                    <a:pt x="104" y="30"/>
                  </a:lnTo>
                  <a:lnTo>
                    <a:pt x="109" y="26"/>
                  </a:lnTo>
                  <a:lnTo>
                    <a:pt x="116" y="7"/>
                  </a:lnTo>
                  <a:lnTo>
                    <a:pt x="119" y="2"/>
                  </a:lnTo>
                  <a:lnTo>
                    <a:pt x="121" y="0"/>
                  </a:lnTo>
                  <a:lnTo>
                    <a:pt x="126" y="2"/>
                  </a:lnTo>
                  <a:lnTo>
                    <a:pt x="128" y="4"/>
                  </a:lnTo>
                  <a:lnTo>
                    <a:pt x="128" y="9"/>
                  </a:lnTo>
                  <a:lnTo>
                    <a:pt x="126" y="30"/>
                  </a:lnTo>
                  <a:lnTo>
                    <a:pt x="126" y="38"/>
                  </a:lnTo>
                  <a:lnTo>
                    <a:pt x="126" y="38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8" name="Freeform 117"/>
            <p:cNvSpPr>
              <a:spLocks/>
            </p:cNvSpPr>
            <p:nvPr/>
          </p:nvSpPr>
          <p:spPr bwMode="auto">
            <a:xfrm>
              <a:off x="1553" y="150"/>
              <a:ext cx="179" cy="201"/>
            </a:xfrm>
            <a:custGeom>
              <a:avLst/>
              <a:gdLst>
                <a:gd name="T0" fmla="*/ 59 w 179"/>
                <a:gd name="T1" fmla="*/ 5 h 201"/>
                <a:gd name="T2" fmla="*/ 80 w 179"/>
                <a:gd name="T3" fmla="*/ 9 h 201"/>
                <a:gd name="T4" fmla="*/ 125 w 179"/>
                <a:gd name="T5" fmla="*/ 40 h 201"/>
                <a:gd name="T6" fmla="*/ 127 w 179"/>
                <a:gd name="T7" fmla="*/ 45 h 201"/>
                <a:gd name="T8" fmla="*/ 127 w 179"/>
                <a:gd name="T9" fmla="*/ 54 h 201"/>
                <a:gd name="T10" fmla="*/ 149 w 179"/>
                <a:gd name="T11" fmla="*/ 59 h 201"/>
                <a:gd name="T12" fmla="*/ 168 w 179"/>
                <a:gd name="T13" fmla="*/ 69 h 201"/>
                <a:gd name="T14" fmla="*/ 172 w 179"/>
                <a:gd name="T15" fmla="*/ 78 h 201"/>
                <a:gd name="T16" fmla="*/ 170 w 179"/>
                <a:gd name="T17" fmla="*/ 90 h 201"/>
                <a:gd name="T18" fmla="*/ 175 w 179"/>
                <a:gd name="T19" fmla="*/ 97 h 201"/>
                <a:gd name="T20" fmla="*/ 175 w 179"/>
                <a:gd name="T21" fmla="*/ 104 h 201"/>
                <a:gd name="T22" fmla="*/ 179 w 179"/>
                <a:gd name="T23" fmla="*/ 109 h 201"/>
                <a:gd name="T24" fmla="*/ 179 w 179"/>
                <a:gd name="T25" fmla="*/ 111 h 201"/>
                <a:gd name="T26" fmla="*/ 177 w 179"/>
                <a:gd name="T27" fmla="*/ 116 h 201"/>
                <a:gd name="T28" fmla="*/ 172 w 179"/>
                <a:gd name="T29" fmla="*/ 116 h 201"/>
                <a:gd name="T30" fmla="*/ 163 w 179"/>
                <a:gd name="T31" fmla="*/ 118 h 201"/>
                <a:gd name="T32" fmla="*/ 153 w 179"/>
                <a:gd name="T33" fmla="*/ 132 h 201"/>
                <a:gd name="T34" fmla="*/ 151 w 179"/>
                <a:gd name="T35" fmla="*/ 163 h 201"/>
                <a:gd name="T36" fmla="*/ 149 w 179"/>
                <a:gd name="T37" fmla="*/ 201 h 201"/>
                <a:gd name="T38" fmla="*/ 137 w 179"/>
                <a:gd name="T39" fmla="*/ 189 h 201"/>
                <a:gd name="T40" fmla="*/ 118 w 179"/>
                <a:gd name="T41" fmla="*/ 180 h 201"/>
                <a:gd name="T42" fmla="*/ 120 w 179"/>
                <a:gd name="T43" fmla="*/ 173 h 201"/>
                <a:gd name="T44" fmla="*/ 125 w 179"/>
                <a:gd name="T45" fmla="*/ 166 h 201"/>
                <a:gd name="T46" fmla="*/ 137 w 179"/>
                <a:gd name="T47" fmla="*/ 156 h 201"/>
                <a:gd name="T48" fmla="*/ 144 w 179"/>
                <a:gd name="T49" fmla="*/ 147 h 201"/>
                <a:gd name="T50" fmla="*/ 142 w 179"/>
                <a:gd name="T51" fmla="*/ 142 h 201"/>
                <a:gd name="T52" fmla="*/ 137 w 179"/>
                <a:gd name="T53" fmla="*/ 137 h 201"/>
                <a:gd name="T54" fmla="*/ 139 w 179"/>
                <a:gd name="T55" fmla="*/ 132 h 201"/>
                <a:gd name="T56" fmla="*/ 142 w 179"/>
                <a:gd name="T57" fmla="*/ 121 h 201"/>
                <a:gd name="T58" fmla="*/ 142 w 179"/>
                <a:gd name="T59" fmla="*/ 106 h 201"/>
                <a:gd name="T60" fmla="*/ 139 w 179"/>
                <a:gd name="T61" fmla="*/ 90 h 201"/>
                <a:gd name="T62" fmla="*/ 144 w 179"/>
                <a:gd name="T63" fmla="*/ 85 h 201"/>
                <a:gd name="T64" fmla="*/ 144 w 179"/>
                <a:gd name="T65" fmla="*/ 78 h 201"/>
                <a:gd name="T66" fmla="*/ 146 w 179"/>
                <a:gd name="T67" fmla="*/ 76 h 201"/>
                <a:gd name="T68" fmla="*/ 151 w 179"/>
                <a:gd name="T69" fmla="*/ 66 h 201"/>
                <a:gd name="T70" fmla="*/ 137 w 179"/>
                <a:gd name="T71" fmla="*/ 61 h 201"/>
                <a:gd name="T72" fmla="*/ 116 w 179"/>
                <a:gd name="T73" fmla="*/ 57 h 201"/>
                <a:gd name="T74" fmla="*/ 113 w 179"/>
                <a:gd name="T75" fmla="*/ 47 h 201"/>
                <a:gd name="T76" fmla="*/ 109 w 179"/>
                <a:gd name="T77" fmla="*/ 43 h 201"/>
                <a:gd name="T78" fmla="*/ 106 w 179"/>
                <a:gd name="T79" fmla="*/ 43 h 201"/>
                <a:gd name="T80" fmla="*/ 101 w 179"/>
                <a:gd name="T81" fmla="*/ 43 h 201"/>
                <a:gd name="T82" fmla="*/ 97 w 179"/>
                <a:gd name="T83" fmla="*/ 38 h 201"/>
                <a:gd name="T84" fmla="*/ 80 w 179"/>
                <a:gd name="T85" fmla="*/ 12 h 201"/>
                <a:gd name="T86" fmla="*/ 68 w 179"/>
                <a:gd name="T87" fmla="*/ 9 h 201"/>
                <a:gd name="T88" fmla="*/ 56 w 179"/>
                <a:gd name="T89" fmla="*/ 12 h 201"/>
                <a:gd name="T90" fmla="*/ 35 w 179"/>
                <a:gd name="T91" fmla="*/ 12 h 201"/>
                <a:gd name="T92" fmla="*/ 26 w 179"/>
                <a:gd name="T93" fmla="*/ 7 h 201"/>
                <a:gd name="T94" fmla="*/ 2 w 179"/>
                <a:gd name="T95" fmla="*/ 12 h 201"/>
                <a:gd name="T96" fmla="*/ 0 w 179"/>
                <a:gd name="T97" fmla="*/ 9 h 201"/>
                <a:gd name="T98" fmla="*/ 14 w 179"/>
                <a:gd name="T99" fmla="*/ 2 h 2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79" h="201">
                  <a:moveTo>
                    <a:pt x="33" y="2"/>
                  </a:moveTo>
                  <a:lnTo>
                    <a:pt x="49" y="5"/>
                  </a:lnTo>
                  <a:lnTo>
                    <a:pt x="59" y="5"/>
                  </a:lnTo>
                  <a:lnTo>
                    <a:pt x="61" y="0"/>
                  </a:lnTo>
                  <a:lnTo>
                    <a:pt x="73" y="5"/>
                  </a:lnTo>
                  <a:lnTo>
                    <a:pt x="80" y="9"/>
                  </a:lnTo>
                  <a:lnTo>
                    <a:pt x="116" y="38"/>
                  </a:lnTo>
                  <a:lnTo>
                    <a:pt x="120" y="40"/>
                  </a:lnTo>
                  <a:lnTo>
                    <a:pt x="125" y="40"/>
                  </a:lnTo>
                  <a:lnTo>
                    <a:pt x="130" y="40"/>
                  </a:lnTo>
                  <a:lnTo>
                    <a:pt x="130" y="43"/>
                  </a:lnTo>
                  <a:lnTo>
                    <a:pt x="127" y="45"/>
                  </a:lnTo>
                  <a:lnTo>
                    <a:pt x="120" y="45"/>
                  </a:lnTo>
                  <a:lnTo>
                    <a:pt x="123" y="50"/>
                  </a:lnTo>
                  <a:lnTo>
                    <a:pt x="127" y="54"/>
                  </a:lnTo>
                  <a:lnTo>
                    <a:pt x="132" y="57"/>
                  </a:lnTo>
                  <a:lnTo>
                    <a:pt x="144" y="57"/>
                  </a:lnTo>
                  <a:lnTo>
                    <a:pt x="149" y="59"/>
                  </a:lnTo>
                  <a:lnTo>
                    <a:pt x="158" y="66"/>
                  </a:lnTo>
                  <a:lnTo>
                    <a:pt x="165" y="69"/>
                  </a:lnTo>
                  <a:lnTo>
                    <a:pt x="168" y="69"/>
                  </a:lnTo>
                  <a:lnTo>
                    <a:pt x="170" y="73"/>
                  </a:lnTo>
                  <a:lnTo>
                    <a:pt x="172" y="76"/>
                  </a:lnTo>
                  <a:lnTo>
                    <a:pt x="172" y="78"/>
                  </a:lnTo>
                  <a:lnTo>
                    <a:pt x="170" y="80"/>
                  </a:lnTo>
                  <a:lnTo>
                    <a:pt x="170" y="83"/>
                  </a:lnTo>
                  <a:lnTo>
                    <a:pt x="170" y="90"/>
                  </a:lnTo>
                  <a:lnTo>
                    <a:pt x="170" y="95"/>
                  </a:lnTo>
                  <a:lnTo>
                    <a:pt x="172" y="97"/>
                  </a:lnTo>
                  <a:lnTo>
                    <a:pt x="175" y="97"/>
                  </a:lnTo>
                  <a:lnTo>
                    <a:pt x="177" y="97"/>
                  </a:lnTo>
                  <a:lnTo>
                    <a:pt x="177" y="102"/>
                  </a:lnTo>
                  <a:lnTo>
                    <a:pt x="175" y="104"/>
                  </a:lnTo>
                  <a:lnTo>
                    <a:pt x="177" y="106"/>
                  </a:lnTo>
                  <a:lnTo>
                    <a:pt x="177" y="106"/>
                  </a:lnTo>
                  <a:lnTo>
                    <a:pt x="179" y="109"/>
                  </a:lnTo>
                  <a:lnTo>
                    <a:pt x="179" y="109"/>
                  </a:lnTo>
                  <a:lnTo>
                    <a:pt x="179" y="111"/>
                  </a:lnTo>
                  <a:lnTo>
                    <a:pt x="179" y="111"/>
                  </a:lnTo>
                  <a:lnTo>
                    <a:pt x="179" y="114"/>
                  </a:lnTo>
                  <a:lnTo>
                    <a:pt x="177" y="114"/>
                  </a:lnTo>
                  <a:lnTo>
                    <a:pt x="177" y="116"/>
                  </a:lnTo>
                  <a:lnTo>
                    <a:pt x="175" y="116"/>
                  </a:lnTo>
                  <a:lnTo>
                    <a:pt x="172" y="118"/>
                  </a:lnTo>
                  <a:lnTo>
                    <a:pt x="172" y="116"/>
                  </a:lnTo>
                  <a:lnTo>
                    <a:pt x="172" y="114"/>
                  </a:lnTo>
                  <a:lnTo>
                    <a:pt x="168" y="116"/>
                  </a:lnTo>
                  <a:lnTo>
                    <a:pt x="163" y="118"/>
                  </a:lnTo>
                  <a:lnTo>
                    <a:pt x="158" y="123"/>
                  </a:lnTo>
                  <a:lnTo>
                    <a:pt x="153" y="128"/>
                  </a:lnTo>
                  <a:lnTo>
                    <a:pt x="153" y="132"/>
                  </a:lnTo>
                  <a:lnTo>
                    <a:pt x="153" y="149"/>
                  </a:lnTo>
                  <a:lnTo>
                    <a:pt x="153" y="154"/>
                  </a:lnTo>
                  <a:lnTo>
                    <a:pt x="151" y="163"/>
                  </a:lnTo>
                  <a:lnTo>
                    <a:pt x="153" y="180"/>
                  </a:lnTo>
                  <a:lnTo>
                    <a:pt x="156" y="194"/>
                  </a:lnTo>
                  <a:lnTo>
                    <a:pt x="149" y="201"/>
                  </a:lnTo>
                  <a:lnTo>
                    <a:pt x="144" y="199"/>
                  </a:lnTo>
                  <a:lnTo>
                    <a:pt x="139" y="194"/>
                  </a:lnTo>
                  <a:lnTo>
                    <a:pt x="137" y="189"/>
                  </a:lnTo>
                  <a:lnTo>
                    <a:pt x="135" y="185"/>
                  </a:lnTo>
                  <a:lnTo>
                    <a:pt x="132" y="182"/>
                  </a:lnTo>
                  <a:lnTo>
                    <a:pt x="118" y="180"/>
                  </a:lnTo>
                  <a:lnTo>
                    <a:pt x="113" y="175"/>
                  </a:lnTo>
                  <a:lnTo>
                    <a:pt x="116" y="175"/>
                  </a:lnTo>
                  <a:lnTo>
                    <a:pt x="120" y="173"/>
                  </a:lnTo>
                  <a:lnTo>
                    <a:pt x="123" y="173"/>
                  </a:lnTo>
                  <a:lnTo>
                    <a:pt x="125" y="166"/>
                  </a:lnTo>
                  <a:lnTo>
                    <a:pt x="125" y="166"/>
                  </a:lnTo>
                  <a:lnTo>
                    <a:pt x="130" y="166"/>
                  </a:lnTo>
                  <a:lnTo>
                    <a:pt x="130" y="163"/>
                  </a:lnTo>
                  <a:lnTo>
                    <a:pt x="137" y="156"/>
                  </a:lnTo>
                  <a:lnTo>
                    <a:pt x="142" y="151"/>
                  </a:lnTo>
                  <a:lnTo>
                    <a:pt x="144" y="149"/>
                  </a:lnTo>
                  <a:lnTo>
                    <a:pt x="144" y="147"/>
                  </a:lnTo>
                  <a:lnTo>
                    <a:pt x="144" y="147"/>
                  </a:lnTo>
                  <a:lnTo>
                    <a:pt x="142" y="144"/>
                  </a:lnTo>
                  <a:lnTo>
                    <a:pt x="142" y="142"/>
                  </a:lnTo>
                  <a:lnTo>
                    <a:pt x="142" y="140"/>
                  </a:lnTo>
                  <a:lnTo>
                    <a:pt x="139" y="140"/>
                  </a:lnTo>
                  <a:lnTo>
                    <a:pt x="137" y="137"/>
                  </a:lnTo>
                  <a:lnTo>
                    <a:pt x="137" y="137"/>
                  </a:lnTo>
                  <a:lnTo>
                    <a:pt x="139" y="135"/>
                  </a:lnTo>
                  <a:lnTo>
                    <a:pt x="139" y="132"/>
                  </a:lnTo>
                  <a:lnTo>
                    <a:pt x="142" y="130"/>
                  </a:lnTo>
                  <a:lnTo>
                    <a:pt x="142" y="128"/>
                  </a:lnTo>
                  <a:lnTo>
                    <a:pt x="142" y="121"/>
                  </a:lnTo>
                  <a:lnTo>
                    <a:pt x="142" y="118"/>
                  </a:lnTo>
                  <a:lnTo>
                    <a:pt x="137" y="116"/>
                  </a:lnTo>
                  <a:lnTo>
                    <a:pt x="142" y="106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90"/>
                  </a:lnTo>
                  <a:lnTo>
                    <a:pt x="142" y="90"/>
                  </a:lnTo>
                  <a:lnTo>
                    <a:pt x="144" y="88"/>
                  </a:lnTo>
                  <a:lnTo>
                    <a:pt x="144" y="85"/>
                  </a:lnTo>
                  <a:lnTo>
                    <a:pt x="146" y="83"/>
                  </a:lnTo>
                  <a:lnTo>
                    <a:pt x="146" y="83"/>
                  </a:lnTo>
                  <a:lnTo>
                    <a:pt x="144" y="78"/>
                  </a:lnTo>
                  <a:lnTo>
                    <a:pt x="146" y="76"/>
                  </a:lnTo>
                  <a:lnTo>
                    <a:pt x="146" y="76"/>
                  </a:lnTo>
                  <a:lnTo>
                    <a:pt x="146" y="76"/>
                  </a:lnTo>
                  <a:lnTo>
                    <a:pt x="149" y="73"/>
                  </a:lnTo>
                  <a:lnTo>
                    <a:pt x="149" y="71"/>
                  </a:lnTo>
                  <a:lnTo>
                    <a:pt x="151" y="66"/>
                  </a:lnTo>
                  <a:lnTo>
                    <a:pt x="149" y="64"/>
                  </a:lnTo>
                  <a:lnTo>
                    <a:pt x="142" y="64"/>
                  </a:lnTo>
                  <a:lnTo>
                    <a:pt x="137" y="61"/>
                  </a:lnTo>
                  <a:lnTo>
                    <a:pt x="120" y="61"/>
                  </a:lnTo>
                  <a:lnTo>
                    <a:pt x="118" y="59"/>
                  </a:lnTo>
                  <a:lnTo>
                    <a:pt x="116" y="57"/>
                  </a:lnTo>
                  <a:lnTo>
                    <a:pt x="113" y="52"/>
                  </a:lnTo>
                  <a:lnTo>
                    <a:pt x="113" y="50"/>
                  </a:lnTo>
                  <a:lnTo>
                    <a:pt x="113" y="47"/>
                  </a:lnTo>
                  <a:lnTo>
                    <a:pt x="113" y="47"/>
                  </a:lnTo>
                  <a:lnTo>
                    <a:pt x="111" y="45"/>
                  </a:lnTo>
                  <a:lnTo>
                    <a:pt x="109" y="43"/>
                  </a:lnTo>
                  <a:lnTo>
                    <a:pt x="109" y="40"/>
                  </a:lnTo>
                  <a:lnTo>
                    <a:pt x="109" y="40"/>
                  </a:lnTo>
                  <a:lnTo>
                    <a:pt x="106" y="43"/>
                  </a:lnTo>
                  <a:lnTo>
                    <a:pt x="106" y="43"/>
                  </a:lnTo>
                  <a:lnTo>
                    <a:pt x="106" y="43"/>
                  </a:lnTo>
                  <a:lnTo>
                    <a:pt x="101" y="43"/>
                  </a:lnTo>
                  <a:lnTo>
                    <a:pt x="99" y="43"/>
                  </a:lnTo>
                  <a:lnTo>
                    <a:pt x="97" y="40"/>
                  </a:lnTo>
                  <a:lnTo>
                    <a:pt x="97" y="38"/>
                  </a:lnTo>
                  <a:lnTo>
                    <a:pt x="94" y="31"/>
                  </a:lnTo>
                  <a:lnTo>
                    <a:pt x="85" y="19"/>
                  </a:lnTo>
                  <a:lnTo>
                    <a:pt x="80" y="12"/>
                  </a:lnTo>
                  <a:lnTo>
                    <a:pt x="75" y="9"/>
                  </a:lnTo>
                  <a:lnTo>
                    <a:pt x="73" y="9"/>
                  </a:lnTo>
                  <a:lnTo>
                    <a:pt x="68" y="9"/>
                  </a:lnTo>
                  <a:lnTo>
                    <a:pt x="66" y="12"/>
                  </a:lnTo>
                  <a:lnTo>
                    <a:pt x="61" y="14"/>
                  </a:lnTo>
                  <a:lnTo>
                    <a:pt x="56" y="12"/>
                  </a:lnTo>
                  <a:lnTo>
                    <a:pt x="47" y="9"/>
                  </a:lnTo>
                  <a:lnTo>
                    <a:pt x="42" y="9"/>
                  </a:lnTo>
                  <a:lnTo>
                    <a:pt x="35" y="12"/>
                  </a:lnTo>
                  <a:lnTo>
                    <a:pt x="35" y="9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1" y="7"/>
                  </a:lnTo>
                  <a:lnTo>
                    <a:pt x="9" y="7"/>
                  </a:lnTo>
                  <a:lnTo>
                    <a:pt x="2" y="12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9"/>
                  </a:lnTo>
                  <a:lnTo>
                    <a:pt x="7" y="5"/>
                  </a:lnTo>
                  <a:lnTo>
                    <a:pt x="14" y="2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9" name="Freeform 118"/>
            <p:cNvSpPr>
              <a:spLocks/>
            </p:cNvSpPr>
            <p:nvPr/>
          </p:nvSpPr>
          <p:spPr bwMode="auto">
            <a:xfrm>
              <a:off x="1602" y="675"/>
              <a:ext cx="83" cy="119"/>
            </a:xfrm>
            <a:custGeom>
              <a:avLst/>
              <a:gdLst>
                <a:gd name="T0" fmla="*/ 43 w 83"/>
                <a:gd name="T1" fmla="*/ 38 h 119"/>
                <a:gd name="T2" fmla="*/ 43 w 83"/>
                <a:gd name="T3" fmla="*/ 50 h 119"/>
                <a:gd name="T4" fmla="*/ 38 w 83"/>
                <a:gd name="T5" fmla="*/ 55 h 119"/>
                <a:gd name="T6" fmla="*/ 50 w 83"/>
                <a:gd name="T7" fmla="*/ 41 h 119"/>
                <a:gd name="T8" fmla="*/ 55 w 83"/>
                <a:gd name="T9" fmla="*/ 29 h 119"/>
                <a:gd name="T10" fmla="*/ 57 w 83"/>
                <a:gd name="T11" fmla="*/ 17 h 119"/>
                <a:gd name="T12" fmla="*/ 67 w 83"/>
                <a:gd name="T13" fmla="*/ 27 h 119"/>
                <a:gd name="T14" fmla="*/ 74 w 83"/>
                <a:gd name="T15" fmla="*/ 34 h 119"/>
                <a:gd name="T16" fmla="*/ 76 w 83"/>
                <a:gd name="T17" fmla="*/ 48 h 119"/>
                <a:gd name="T18" fmla="*/ 76 w 83"/>
                <a:gd name="T19" fmla="*/ 57 h 119"/>
                <a:gd name="T20" fmla="*/ 78 w 83"/>
                <a:gd name="T21" fmla="*/ 64 h 119"/>
                <a:gd name="T22" fmla="*/ 78 w 83"/>
                <a:gd name="T23" fmla="*/ 69 h 119"/>
                <a:gd name="T24" fmla="*/ 76 w 83"/>
                <a:gd name="T25" fmla="*/ 71 h 119"/>
                <a:gd name="T26" fmla="*/ 67 w 83"/>
                <a:gd name="T27" fmla="*/ 79 h 119"/>
                <a:gd name="T28" fmla="*/ 81 w 83"/>
                <a:gd name="T29" fmla="*/ 74 h 119"/>
                <a:gd name="T30" fmla="*/ 83 w 83"/>
                <a:gd name="T31" fmla="*/ 86 h 119"/>
                <a:gd name="T32" fmla="*/ 74 w 83"/>
                <a:gd name="T33" fmla="*/ 95 h 119"/>
                <a:gd name="T34" fmla="*/ 78 w 83"/>
                <a:gd name="T35" fmla="*/ 102 h 119"/>
                <a:gd name="T36" fmla="*/ 78 w 83"/>
                <a:gd name="T37" fmla="*/ 109 h 119"/>
                <a:gd name="T38" fmla="*/ 67 w 83"/>
                <a:gd name="T39" fmla="*/ 114 h 119"/>
                <a:gd name="T40" fmla="*/ 62 w 83"/>
                <a:gd name="T41" fmla="*/ 114 h 119"/>
                <a:gd name="T42" fmla="*/ 57 w 83"/>
                <a:gd name="T43" fmla="*/ 119 h 119"/>
                <a:gd name="T44" fmla="*/ 38 w 83"/>
                <a:gd name="T45" fmla="*/ 114 h 119"/>
                <a:gd name="T46" fmla="*/ 45 w 83"/>
                <a:gd name="T47" fmla="*/ 107 h 119"/>
                <a:gd name="T48" fmla="*/ 60 w 83"/>
                <a:gd name="T49" fmla="*/ 102 h 119"/>
                <a:gd name="T50" fmla="*/ 74 w 83"/>
                <a:gd name="T51" fmla="*/ 93 h 119"/>
                <a:gd name="T52" fmla="*/ 67 w 83"/>
                <a:gd name="T53" fmla="*/ 93 h 119"/>
                <a:gd name="T54" fmla="*/ 50 w 83"/>
                <a:gd name="T55" fmla="*/ 105 h 119"/>
                <a:gd name="T56" fmla="*/ 48 w 83"/>
                <a:gd name="T57" fmla="*/ 105 h 119"/>
                <a:gd name="T58" fmla="*/ 50 w 83"/>
                <a:gd name="T59" fmla="*/ 93 h 119"/>
                <a:gd name="T60" fmla="*/ 55 w 83"/>
                <a:gd name="T61" fmla="*/ 88 h 119"/>
                <a:gd name="T62" fmla="*/ 38 w 83"/>
                <a:gd name="T63" fmla="*/ 90 h 119"/>
                <a:gd name="T64" fmla="*/ 31 w 83"/>
                <a:gd name="T65" fmla="*/ 93 h 119"/>
                <a:gd name="T66" fmla="*/ 24 w 83"/>
                <a:gd name="T67" fmla="*/ 76 h 119"/>
                <a:gd name="T68" fmla="*/ 22 w 83"/>
                <a:gd name="T69" fmla="*/ 67 h 119"/>
                <a:gd name="T70" fmla="*/ 22 w 83"/>
                <a:gd name="T71" fmla="*/ 60 h 119"/>
                <a:gd name="T72" fmla="*/ 17 w 83"/>
                <a:gd name="T73" fmla="*/ 55 h 119"/>
                <a:gd name="T74" fmla="*/ 12 w 83"/>
                <a:gd name="T75" fmla="*/ 50 h 119"/>
                <a:gd name="T76" fmla="*/ 3 w 83"/>
                <a:gd name="T77" fmla="*/ 43 h 119"/>
                <a:gd name="T78" fmla="*/ 7 w 83"/>
                <a:gd name="T79" fmla="*/ 43 h 119"/>
                <a:gd name="T80" fmla="*/ 5 w 83"/>
                <a:gd name="T81" fmla="*/ 38 h 119"/>
                <a:gd name="T82" fmla="*/ 10 w 83"/>
                <a:gd name="T83" fmla="*/ 36 h 119"/>
                <a:gd name="T84" fmla="*/ 17 w 83"/>
                <a:gd name="T85" fmla="*/ 29 h 119"/>
                <a:gd name="T86" fmla="*/ 24 w 83"/>
                <a:gd name="T87" fmla="*/ 22 h 119"/>
                <a:gd name="T88" fmla="*/ 29 w 83"/>
                <a:gd name="T89" fmla="*/ 17 h 119"/>
                <a:gd name="T90" fmla="*/ 33 w 83"/>
                <a:gd name="T91" fmla="*/ 12 h 119"/>
                <a:gd name="T92" fmla="*/ 48 w 83"/>
                <a:gd name="T93" fmla="*/ 0 h 119"/>
                <a:gd name="T94" fmla="*/ 52 w 83"/>
                <a:gd name="T95" fmla="*/ 10 h 119"/>
                <a:gd name="T96" fmla="*/ 55 w 83"/>
                <a:gd name="T97" fmla="*/ 15 h 119"/>
                <a:gd name="T98" fmla="*/ 33 w 83"/>
                <a:gd name="T99" fmla="*/ 29 h 119"/>
                <a:gd name="T100" fmla="*/ 38 w 83"/>
                <a:gd name="T101" fmla="*/ 31 h 119"/>
                <a:gd name="T102" fmla="*/ 33 w 83"/>
                <a:gd name="T103" fmla="*/ 36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3" h="119">
                  <a:moveTo>
                    <a:pt x="36" y="36"/>
                  </a:moveTo>
                  <a:lnTo>
                    <a:pt x="41" y="38"/>
                  </a:lnTo>
                  <a:lnTo>
                    <a:pt x="43" y="38"/>
                  </a:lnTo>
                  <a:lnTo>
                    <a:pt x="45" y="41"/>
                  </a:lnTo>
                  <a:lnTo>
                    <a:pt x="45" y="43"/>
                  </a:lnTo>
                  <a:lnTo>
                    <a:pt x="43" y="50"/>
                  </a:lnTo>
                  <a:lnTo>
                    <a:pt x="43" y="53"/>
                  </a:lnTo>
                  <a:lnTo>
                    <a:pt x="41" y="55"/>
                  </a:lnTo>
                  <a:lnTo>
                    <a:pt x="38" y="55"/>
                  </a:lnTo>
                  <a:lnTo>
                    <a:pt x="43" y="57"/>
                  </a:lnTo>
                  <a:lnTo>
                    <a:pt x="45" y="53"/>
                  </a:lnTo>
                  <a:lnTo>
                    <a:pt x="50" y="41"/>
                  </a:lnTo>
                  <a:lnTo>
                    <a:pt x="52" y="36"/>
                  </a:lnTo>
                  <a:lnTo>
                    <a:pt x="55" y="34"/>
                  </a:lnTo>
                  <a:lnTo>
                    <a:pt x="55" y="29"/>
                  </a:lnTo>
                  <a:lnTo>
                    <a:pt x="55" y="24"/>
                  </a:lnTo>
                  <a:lnTo>
                    <a:pt x="55" y="19"/>
                  </a:lnTo>
                  <a:lnTo>
                    <a:pt x="57" y="17"/>
                  </a:lnTo>
                  <a:lnTo>
                    <a:pt x="60" y="17"/>
                  </a:lnTo>
                  <a:lnTo>
                    <a:pt x="64" y="22"/>
                  </a:lnTo>
                  <a:lnTo>
                    <a:pt x="67" y="27"/>
                  </a:lnTo>
                  <a:lnTo>
                    <a:pt x="69" y="29"/>
                  </a:lnTo>
                  <a:lnTo>
                    <a:pt x="71" y="31"/>
                  </a:lnTo>
                  <a:lnTo>
                    <a:pt x="74" y="34"/>
                  </a:lnTo>
                  <a:lnTo>
                    <a:pt x="74" y="38"/>
                  </a:lnTo>
                  <a:lnTo>
                    <a:pt x="74" y="45"/>
                  </a:lnTo>
                  <a:lnTo>
                    <a:pt x="76" y="48"/>
                  </a:lnTo>
                  <a:lnTo>
                    <a:pt x="76" y="50"/>
                  </a:lnTo>
                  <a:lnTo>
                    <a:pt x="76" y="53"/>
                  </a:lnTo>
                  <a:lnTo>
                    <a:pt x="76" y="57"/>
                  </a:lnTo>
                  <a:lnTo>
                    <a:pt x="76" y="60"/>
                  </a:lnTo>
                  <a:lnTo>
                    <a:pt x="76" y="60"/>
                  </a:lnTo>
                  <a:lnTo>
                    <a:pt x="78" y="64"/>
                  </a:lnTo>
                  <a:lnTo>
                    <a:pt x="81" y="64"/>
                  </a:lnTo>
                  <a:lnTo>
                    <a:pt x="81" y="67"/>
                  </a:lnTo>
                  <a:lnTo>
                    <a:pt x="78" y="69"/>
                  </a:lnTo>
                  <a:lnTo>
                    <a:pt x="78" y="71"/>
                  </a:lnTo>
                  <a:lnTo>
                    <a:pt x="76" y="71"/>
                  </a:lnTo>
                  <a:lnTo>
                    <a:pt x="76" y="71"/>
                  </a:lnTo>
                  <a:lnTo>
                    <a:pt x="71" y="74"/>
                  </a:lnTo>
                  <a:lnTo>
                    <a:pt x="67" y="74"/>
                  </a:lnTo>
                  <a:lnTo>
                    <a:pt x="67" y="79"/>
                  </a:lnTo>
                  <a:lnTo>
                    <a:pt x="74" y="74"/>
                  </a:lnTo>
                  <a:lnTo>
                    <a:pt x="76" y="71"/>
                  </a:lnTo>
                  <a:lnTo>
                    <a:pt x="81" y="74"/>
                  </a:lnTo>
                  <a:lnTo>
                    <a:pt x="83" y="76"/>
                  </a:lnTo>
                  <a:lnTo>
                    <a:pt x="83" y="83"/>
                  </a:lnTo>
                  <a:lnTo>
                    <a:pt x="83" y="86"/>
                  </a:lnTo>
                  <a:lnTo>
                    <a:pt x="81" y="93"/>
                  </a:lnTo>
                  <a:lnTo>
                    <a:pt x="78" y="95"/>
                  </a:lnTo>
                  <a:lnTo>
                    <a:pt x="74" y="95"/>
                  </a:lnTo>
                  <a:lnTo>
                    <a:pt x="74" y="98"/>
                  </a:lnTo>
                  <a:lnTo>
                    <a:pt x="78" y="100"/>
                  </a:lnTo>
                  <a:lnTo>
                    <a:pt x="78" y="102"/>
                  </a:lnTo>
                  <a:lnTo>
                    <a:pt x="78" y="105"/>
                  </a:lnTo>
                  <a:lnTo>
                    <a:pt x="78" y="107"/>
                  </a:lnTo>
                  <a:lnTo>
                    <a:pt x="78" y="109"/>
                  </a:lnTo>
                  <a:lnTo>
                    <a:pt x="76" y="112"/>
                  </a:lnTo>
                  <a:lnTo>
                    <a:pt x="71" y="114"/>
                  </a:lnTo>
                  <a:lnTo>
                    <a:pt x="67" y="114"/>
                  </a:lnTo>
                  <a:lnTo>
                    <a:pt x="62" y="109"/>
                  </a:lnTo>
                  <a:lnTo>
                    <a:pt x="57" y="109"/>
                  </a:lnTo>
                  <a:lnTo>
                    <a:pt x="62" y="114"/>
                  </a:lnTo>
                  <a:lnTo>
                    <a:pt x="62" y="114"/>
                  </a:lnTo>
                  <a:lnTo>
                    <a:pt x="60" y="119"/>
                  </a:lnTo>
                  <a:lnTo>
                    <a:pt x="57" y="119"/>
                  </a:lnTo>
                  <a:lnTo>
                    <a:pt x="55" y="114"/>
                  </a:lnTo>
                  <a:lnTo>
                    <a:pt x="50" y="112"/>
                  </a:lnTo>
                  <a:lnTo>
                    <a:pt x="38" y="114"/>
                  </a:lnTo>
                  <a:lnTo>
                    <a:pt x="43" y="112"/>
                  </a:lnTo>
                  <a:lnTo>
                    <a:pt x="43" y="107"/>
                  </a:lnTo>
                  <a:lnTo>
                    <a:pt x="45" y="107"/>
                  </a:lnTo>
                  <a:lnTo>
                    <a:pt x="57" y="109"/>
                  </a:lnTo>
                  <a:lnTo>
                    <a:pt x="57" y="107"/>
                  </a:lnTo>
                  <a:lnTo>
                    <a:pt x="60" y="102"/>
                  </a:lnTo>
                  <a:lnTo>
                    <a:pt x="62" y="102"/>
                  </a:lnTo>
                  <a:lnTo>
                    <a:pt x="71" y="95"/>
                  </a:lnTo>
                  <a:lnTo>
                    <a:pt x="74" y="93"/>
                  </a:lnTo>
                  <a:lnTo>
                    <a:pt x="74" y="90"/>
                  </a:lnTo>
                  <a:lnTo>
                    <a:pt x="69" y="90"/>
                  </a:lnTo>
                  <a:lnTo>
                    <a:pt x="67" y="93"/>
                  </a:lnTo>
                  <a:lnTo>
                    <a:pt x="64" y="95"/>
                  </a:lnTo>
                  <a:lnTo>
                    <a:pt x="60" y="98"/>
                  </a:lnTo>
                  <a:lnTo>
                    <a:pt x="50" y="105"/>
                  </a:lnTo>
                  <a:lnTo>
                    <a:pt x="50" y="105"/>
                  </a:lnTo>
                  <a:lnTo>
                    <a:pt x="52" y="105"/>
                  </a:lnTo>
                  <a:lnTo>
                    <a:pt x="48" y="105"/>
                  </a:lnTo>
                  <a:lnTo>
                    <a:pt x="43" y="100"/>
                  </a:lnTo>
                  <a:lnTo>
                    <a:pt x="38" y="98"/>
                  </a:lnTo>
                  <a:lnTo>
                    <a:pt x="50" y="93"/>
                  </a:lnTo>
                  <a:lnTo>
                    <a:pt x="57" y="88"/>
                  </a:lnTo>
                  <a:lnTo>
                    <a:pt x="57" y="86"/>
                  </a:lnTo>
                  <a:lnTo>
                    <a:pt x="55" y="88"/>
                  </a:lnTo>
                  <a:lnTo>
                    <a:pt x="50" y="90"/>
                  </a:lnTo>
                  <a:lnTo>
                    <a:pt x="41" y="90"/>
                  </a:lnTo>
                  <a:lnTo>
                    <a:pt x="38" y="90"/>
                  </a:lnTo>
                  <a:lnTo>
                    <a:pt x="36" y="93"/>
                  </a:lnTo>
                  <a:lnTo>
                    <a:pt x="33" y="93"/>
                  </a:lnTo>
                  <a:lnTo>
                    <a:pt x="31" y="93"/>
                  </a:lnTo>
                  <a:lnTo>
                    <a:pt x="31" y="90"/>
                  </a:lnTo>
                  <a:lnTo>
                    <a:pt x="29" y="88"/>
                  </a:lnTo>
                  <a:lnTo>
                    <a:pt x="24" y="76"/>
                  </a:lnTo>
                  <a:lnTo>
                    <a:pt x="24" y="71"/>
                  </a:lnTo>
                  <a:lnTo>
                    <a:pt x="24" y="69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2" y="62"/>
                  </a:lnTo>
                  <a:lnTo>
                    <a:pt x="22" y="60"/>
                  </a:lnTo>
                  <a:lnTo>
                    <a:pt x="19" y="57"/>
                  </a:lnTo>
                  <a:lnTo>
                    <a:pt x="17" y="57"/>
                  </a:lnTo>
                  <a:lnTo>
                    <a:pt x="17" y="55"/>
                  </a:lnTo>
                  <a:lnTo>
                    <a:pt x="17" y="53"/>
                  </a:lnTo>
                  <a:lnTo>
                    <a:pt x="17" y="53"/>
                  </a:lnTo>
                  <a:lnTo>
                    <a:pt x="12" y="50"/>
                  </a:lnTo>
                  <a:lnTo>
                    <a:pt x="0" y="48"/>
                  </a:lnTo>
                  <a:lnTo>
                    <a:pt x="3" y="45"/>
                  </a:lnTo>
                  <a:lnTo>
                    <a:pt x="3" y="43"/>
                  </a:lnTo>
                  <a:lnTo>
                    <a:pt x="5" y="45"/>
                  </a:lnTo>
                  <a:lnTo>
                    <a:pt x="7" y="45"/>
                  </a:lnTo>
                  <a:lnTo>
                    <a:pt x="7" y="43"/>
                  </a:lnTo>
                  <a:lnTo>
                    <a:pt x="7" y="43"/>
                  </a:lnTo>
                  <a:lnTo>
                    <a:pt x="7" y="41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7" y="36"/>
                  </a:lnTo>
                  <a:lnTo>
                    <a:pt x="10" y="36"/>
                  </a:lnTo>
                  <a:lnTo>
                    <a:pt x="15" y="34"/>
                  </a:lnTo>
                  <a:lnTo>
                    <a:pt x="17" y="31"/>
                  </a:lnTo>
                  <a:lnTo>
                    <a:pt x="17" y="29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24" y="22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7"/>
                  </a:lnTo>
                  <a:lnTo>
                    <a:pt x="31" y="15"/>
                  </a:lnTo>
                  <a:lnTo>
                    <a:pt x="33" y="12"/>
                  </a:lnTo>
                  <a:lnTo>
                    <a:pt x="41" y="8"/>
                  </a:lnTo>
                  <a:lnTo>
                    <a:pt x="41" y="5"/>
                  </a:lnTo>
                  <a:lnTo>
                    <a:pt x="48" y="0"/>
                  </a:lnTo>
                  <a:lnTo>
                    <a:pt x="48" y="3"/>
                  </a:lnTo>
                  <a:lnTo>
                    <a:pt x="50" y="8"/>
                  </a:lnTo>
                  <a:lnTo>
                    <a:pt x="52" y="10"/>
                  </a:lnTo>
                  <a:lnTo>
                    <a:pt x="55" y="10"/>
                  </a:lnTo>
                  <a:lnTo>
                    <a:pt x="55" y="12"/>
                  </a:lnTo>
                  <a:lnTo>
                    <a:pt x="55" y="15"/>
                  </a:lnTo>
                  <a:lnTo>
                    <a:pt x="43" y="24"/>
                  </a:lnTo>
                  <a:lnTo>
                    <a:pt x="38" y="27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8" y="29"/>
                  </a:lnTo>
                  <a:lnTo>
                    <a:pt x="38" y="31"/>
                  </a:lnTo>
                  <a:lnTo>
                    <a:pt x="38" y="34"/>
                  </a:lnTo>
                  <a:lnTo>
                    <a:pt x="36" y="34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6" y="36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0" name="Freeform 119"/>
            <p:cNvSpPr>
              <a:spLocks/>
            </p:cNvSpPr>
            <p:nvPr/>
          </p:nvSpPr>
          <p:spPr bwMode="auto">
            <a:xfrm>
              <a:off x="3687" y="2872"/>
              <a:ext cx="47" cy="52"/>
            </a:xfrm>
            <a:custGeom>
              <a:avLst/>
              <a:gdLst>
                <a:gd name="T0" fmla="*/ 42 w 47"/>
                <a:gd name="T1" fmla="*/ 52 h 52"/>
                <a:gd name="T2" fmla="*/ 40 w 47"/>
                <a:gd name="T3" fmla="*/ 52 h 52"/>
                <a:gd name="T4" fmla="*/ 37 w 47"/>
                <a:gd name="T5" fmla="*/ 52 h 52"/>
                <a:gd name="T6" fmla="*/ 37 w 47"/>
                <a:gd name="T7" fmla="*/ 52 h 52"/>
                <a:gd name="T8" fmla="*/ 30 w 47"/>
                <a:gd name="T9" fmla="*/ 45 h 52"/>
                <a:gd name="T10" fmla="*/ 30 w 47"/>
                <a:gd name="T11" fmla="*/ 41 h 52"/>
                <a:gd name="T12" fmla="*/ 30 w 47"/>
                <a:gd name="T13" fmla="*/ 38 h 52"/>
                <a:gd name="T14" fmla="*/ 30 w 47"/>
                <a:gd name="T15" fmla="*/ 31 h 52"/>
                <a:gd name="T16" fmla="*/ 28 w 47"/>
                <a:gd name="T17" fmla="*/ 26 h 52"/>
                <a:gd name="T18" fmla="*/ 28 w 47"/>
                <a:gd name="T19" fmla="*/ 24 h 52"/>
                <a:gd name="T20" fmla="*/ 23 w 47"/>
                <a:gd name="T21" fmla="*/ 19 h 52"/>
                <a:gd name="T22" fmla="*/ 21 w 47"/>
                <a:gd name="T23" fmla="*/ 17 h 52"/>
                <a:gd name="T24" fmla="*/ 9 w 47"/>
                <a:gd name="T25" fmla="*/ 17 h 52"/>
                <a:gd name="T26" fmla="*/ 7 w 47"/>
                <a:gd name="T27" fmla="*/ 17 h 52"/>
                <a:gd name="T28" fmla="*/ 2 w 47"/>
                <a:gd name="T29" fmla="*/ 15 h 52"/>
                <a:gd name="T30" fmla="*/ 0 w 47"/>
                <a:gd name="T31" fmla="*/ 10 h 52"/>
                <a:gd name="T32" fmla="*/ 2 w 47"/>
                <a:gd name="T33" fmla="*/ 7 h 52"/>
                <a:gd name="T34" fmla="*/ 0 w 47"/>
                <a:gd name="T35" fmla="*/ 5 h 52"/>
                <a:gd name="T36" fmla="*/ 2 w 47"/>
                <a:gd name="T37" fmla="*/ 3 h 52"/>
                <a:gd name="T38" fmla="*/ 2 w 47"/>
                <a:gd name="T39" fmla="*/ 0 h 52"/>
                <a:gd name="T40" fmla="*/ 4 w 47"/>
                <a:gd name="T41" fmla="*/ 0 h 52"/>
                <a:gd name="T42" fmla="*/ 7 w 47"/>
                <a:gd name="T43" fmla="*/ 0 h 52"/>
                <a:gd name="T44" fmla="*/ 9 w 47"/>
                <a:gd name="T45" fmla="*/ 0 h 52"/>
                <a:gd name="T46" fmla="*/ 14 w 47"/>
                <a:gd name="T47" fmla="*/ 5 h 52"/>
                <a:gd name="T48" fmla="*/ 16 w 47"/>
                <a:gd name="T49" fmla="*/ 7 h 52"/>
                <a:gd name="T50" fmla="*/ 21 w 47"/>
                <a:gd name="T51" fmla="*/ 7 h 52"/>
                <a:gd name="T52" fmla="*/ 33 w 47"/>
                <a:gd name="T53" fmla="*/ 10 h 52"/>
                <a:gd name="T54" fmla="*/ 40 w 47"/>
                <a:gd name="T55" fmla="*/ 10 h 52"/>
                <a:gd name="T56" fmla="*/ 42 w 47"/>
                <a:gd name="T57" fmla="*/ 12 h 52"/>
                <a:gd name="T58" fmla="*/ 42 w 47"/>
                <a:gd name="T59" fmla="*/ 12 h 52"/>
                <a:gd name="T60" fmla="*/ 45 w 47"/>
                <a:gd name="T61" fmla="*/ 15 h 52"/>
                <a:gd name="T62" fmla="*/ 47 w 47"/>
                <a:gd name="T63" fmla="*/ 15 h 52"/>
                <a:gd name="T64" fmla="*/ 45 w 47"/>
                <a:gd name="T65" fmla="*/ 17 h 52"/>
                <a:gd name="T66" fmla="*/ 42 w 47"/>
                <a:gd name="T67" fmla="*/ 19 h 52"/>
                <a:gd name="T68" fmla="*/ 45 w 47"/>
                <a:gd name="T69" fmla="*/ 29 h 52"/>
                <a:gd name="T70" fmla="*/ 45 w 47"/>
                <a:gd name="T71" fmla="*/ 34 h 52"/>
                <a:gd name="T72" fmla="*/ 45 w 47"/>
                <a:gd name="T73" fmla="*/ 34 h 52"/>
                <a:gd name="T74" fmla="*/ 40 w 47"/>
                <a:gd name="T75" fmla="*/ 36 h 52"/>
                <a:gd name="T76" fmla="*/ 40 w 47"/>
                <a:gd name="T77" fmla="*/ 36 h 52"/>
                <a:gd name="T78" fmla="*/ 40 w 47"/>
                <a:gd name="T79" fmla="*/ 38 h 52"/>
                <a:gd name="T80" fmla="*/ 42 w 47"/>
                <a:gd name="T81" fmla="*/ 43 h 52"/>
                <a:gd name="T82" fmla="*/ 42 w 47"/>
                <a:gd name="T83" fmla="*/ 45 h 52"/>
                <a:gd name="T84" fmla="*/ 42 w 47"/>
                <a:gd name="T85" fmla="*/ 48 h 52"/>
                <a:gd name="T86" fmla="*/ 42 w 47"/>
                <a:gd name="T87" fmla="*/ 50 h 52"/>
                <a:gd name="T88" fmla="*/ 42 w 47"/>
                <a:gd name="T89" fmla="*/ 52 h 52"/>
                <a:gd name="T90" fmla="*/ 42 w 47"/>
                <a:gd name="T9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47" h="52">
                  <a:moveTo>
                    <a:pt x="42" y="52"/>
                  </a:moveTo>
                  <a:lnTo>
                    <a:pt x="40" y="52"/>
                  </a:lnTo>
                  <a:lnTo>
                    <a:pt x="37" y="52"/>
                  </a:lnTo>
                  <a:lnTo>
                    <a:pt x="37" y="52"/>
                  </a:lnTo>
                  <a:lnTo>
                    <a:pt x="30" y="45"/>
                  </a:lnTo>
                  <a:lnTo>
                    <a:pt x="30" y="41"/>
                  </a:lnTo>
                  <a:lnTo>
                    <a:pt x="30" y="38"/>
                  </a:lnTo>
                  <a:lnTo>
                    <a:pt x="30" y="31"/>
                  </a:lnTo>
                  <a:lnTo>
                    <a:pt x="28" y="26"/>
                  </a:lnTo>
                  <a:lnTo>
                    <a:pt x="28" y="24"/>
                  </a:lnTo>
                  <a:lnTo>
                    <a:pt x="23" y="19"/>
                  </a:lnTo>
                  <a:lnTo>
                    <a:pt x="21" y="17"/>
                  </a:lnTo>
                  <a:lnTo>
                    <a:pt x="9" y="17"/>
                  </a:lnTo>
                  <a:lnTo>
                    <a:pt x="7" y="17"/>
                  </a:lnTo>
                  <a:lnTo>
                    <a:pt x="2" y="15"/>
                  </a:lnTo>
                  <a:lnTo>
                    <a:pt x="0" y="10"/>
                  </a:lnTo>
                  <a:lnTo>
                    <a:pt x="2" y="7"/>
                  </a:lnTo>
                  <a:lnTo>
                    <a:pt x="0" y="5"/>
                  </a:lnTo>
                  <a:lnTo>
                    <a:pt x="2" y="3"/>
                  </a:lnTo>
                  <a:lnTo>
                    <a:pt x="2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4" y="5"/>
                  </a:lnTo>
                  <a:lnTo>
                    <a:pt x="16" y="7"/>
                  </a:lnTo>
                  <a:lnTo>
                    <a:pt x="21" y="7"/>
                  </a:lnTo>
                  <a:lnTo>
                    <a:pt x="33" y="10"/>
                  </a:lnTo>
                  <a:lnTo>
                    <a:pt x="40" y="10"/>
                  </a:lnTo>
                  <a:lnTo>
                    <a:pt x="42" y="12"/>
                  </a:lnTo>
                  <a:lnTo>
                    <a:pt x="42" y="12"/>
                  </a:lnTo>
                  <a:lnTo>
                    <a:pt x="45" y="15"/>
                  </a:lnTo>
                  <a:lnTo>
                    <a:pt x="47" y="15"/>
                  </a:lnTo>
                  <a:lnTo>
                    <a:pt x="45" y="17"/>
                  </a:lnTo>
                  <a:lnTo>
                    <a:pt x="42" y="19"/>
                  </a:lnTo>
                  <a:lnTo>
                    <a:pt x="45" y="29"/>
                  </a:lnTo>
                  <a:lnTo>
                    <a:pt x="45" y="34"/>
                  </a:lnTo>
                  <a:lnTo>
                    <a:pt x="45" y="34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2" y="48"/>
                  </a:lnTo>
                  <a:lnTo>
                    <a:pt x="42" y="50"/>
                  </a:lnTo>
                  <a:lnTo>
                    <a:pt x="42" y="52"/>
                  </a:lnTo>
                  <a:lnTo>
                    <a:pt x="42" y="5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1" name="Freeform 120"/>
            <p:cNvSpPr>
              <a:spLocks/>
            </p:cNvSpPr>
            <p:nvPr/>
          </p:nvSpPr>
          <p:spPr bwMode="auto">
            <a:xfrm>
              <a:off x="4600" y="1585"/>
              <a:ext cx="14" cy="7"/>
            </a:xfrm>
            <a:custGeom>
              <a:avLst/>
              <a:gdLst>
                <a:gd name="T0" fmla="*/ 9 w 14"/>
                <a:gd name="T1" fmla="*/ 7 h 7"/>
                <a:gd name="T2" fmla="*/ 7 w 14"/>
                <a:gd name="T3" fmla="*/ 7 h 7"/>
                <a:gd name="T4" fmla="*/ 4 w 14"/>
                <a:gd name="T5" fmla="*/ 7 h 7"/>
                <a:gd name="T6" fmla="*/ 2 w 14"/>
                <a:gd name="T7" fmla="*/ 4 h 7"/>
                <a:gd name="T8" fmla="*/ 0 w 14"/>
                <a:gd name="T9" fmla="*/ 2 h 7"/>
                <a:gd name="T10" fmla="*/ 0 w 14"/>
                <a:gd name="T11" fmla="*/ 0 h 7"/>
                <a:gd name="T12" fmla="*/ 2 w 14"/>
                <a:gd name="T13" fmla="*/ 0 h 7"/>
                <a:gd name="T14" fmla="*/ 14 w 14"/>
                <a:gd name="T15" fmla="*/ 0 h 7"/>
                <a:gd name="T16" fmla="*/ 14 w 14"/>
                <a:gd name="T17" fmla="*/ 2 h 7"/>
                <a:gd name="T18" fmla="*/ 12 w 14"/>
                <a:gd name="T19" fmla="*/ 4 h 7"/>
                <a:gd name="T20" fmla="*/ 9 w 14"/>
                <a:gd name="T21" fmla="*/ 7 h 7"/>
                <a:gd name="T22" fmla="*/ 9 w 14"/>
                <a:gd name="T23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7">
                  <a:moveTo>
                    <a:pt x="9" y="7"/>
                  </a:moveTo>
                  <a:lnTo>
                    <a:pt x="7" y="7"/>
                  </a:lnTo>
                  <a:lnTo>
                    <a:pt x="4" y="7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14" y="0"/>
                  </a:lnTo>
                  <a:lnTo>
                    <a:pt x="14" y="2"/>
                  </a:lnTo>
                  <a:lnTo>
                    <a:pt x="12" y="4"/>
                  </a:lnTo>
                  <a:lnTo>
                    <a:pt x="9" y="7"/>
                  </a:lnTo>
                  <a:lnTo>
                    <a:pt x="9" y="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2" name="Freeform 121"/>
            <p:cNvSpPr>
              <a:spLocks/>
            </p:cNvSpPr>
            <p:nvPr/>
          </p:nvSpPr>
          <p:spPr bwMode="auto">
            <a:xfrm>
              <a:off x="5385" y="2406"/>
              <a:ext cx="52" cy="59"/>
            </a:xfrm>
            <a:custGeom>
              <a:avLst/>
              <a:gdLst>
                <a:gd name="T0" fmla="*/ 38 w 52"/>
                <a:gd name="T1" fmla="*/ 57 h 59"/>
                <a:gd name="T2" fmla="*/ 36 w 52"/>
                <a:gd name="T3" fmla="*/ 57 h 59"/>
                <a:gd name="T4" fmla="*/ 36 w 52"/>
                <a:gd name="T5" fmla="*/ 57 h 59"/>
                <a:gd name="T6" fmla="*/ 33 w 52"/>
                <a:gd name="T7" fmla="*/ 57 h 59"/>
                <a:gd name="T8" fmla="*/ 33 w 52"/>
                <a:gd name="T9" fmla="*/ 59 h 59"/>
                <a:gd name="T10" fmla="*/ 31 w 52"/>
                <a:gd name="T11" fmla="*/ 54 h 59"/>
                <a:gd name="T12" fmla="*/ 26 w 52"/>
                <a:gd name="T13" fmla="*/ 54 h 59"/>
                <a:gd name="T14" fmla="*/ 21 w 52"/>
                <a:gd name="T15" fmla="*/ 54 h 59"/>
                <a:gd name="T16" fmla="*/ 17 w 52"/>
                <a:gd name="T17" fmla="*/ 54 h 59"/>
                <a:gd name="T18" fmla="*/ 14 w 52"/>
                <a:gd name="T19" fmla="*/ 52 h 59"/>
                <a:gd name="T20" fmla="*/ 12 w 52"/>
                <a:gd name="T21" fmla="*/ 47 h 59"/>
                <a:gd name="T22" fmla="*/ 7 w 52"/>
                <a:gd name="T23" fmla="*/ 40 h 59"/>
                <a:gd name="T24" fmla="*/ 0 w 52"/>
                <a:gd name="T25" fmla="*/ 12 h 59"/>
                <a:gd name="T26" fmla="*/ 0 w 52"/>
                <a:gd name="T27" fmla="*/ 9 h 59"/>
                <a:gd name="T28" fmla="*/ 3 w 52"/>
                <a:gd name="T29" fmla="*/ 7 h 59"/>
                <a:gd name="T30" fmla="*/ 5 w 52"/>
                <a:gd name="T31" fmla="*/ 2 h 59"/>
                <a:gd name="T32" fmla="*/ 7 w 52"/>
                <a:gd name="T33" fmla="*/ 0 h 59"/>
                <a:gd name="T34" fmla="*/ 12 w 52"/>
                <a:gd name="T35" fmla="*/ 2 h 59"/>
                <a:gd name="T36" fmla="*/ 14 w 52"/>
                <a:gd name="T37" fmla="*/ 7 h 59"/>
                <a:gd name="T38" fmla="*/ 24 w 52"/>
                <a:gd name="T39" fmla="*/ 19 h 59"/>
                <a:gd name="T40" fmla="*/ 26 w 52"/>
                <a:gd name="T41" fmla="*/ 21 h 59"/>
                <a:gd name="T42" fmla="*/ 36 w 52"/>
                <a:gd name="T43" fmla="*/ 26 h 59"/>
                <a:gd name="T44" fmla="*/ 40 w 52"/>
                <a:gd name="T45" fmla="*/ 28 h 59"/>
                <a:gd name="T46" fmla="*/ 45 w 52"/>
                <a:gd name="T47" fmla="*/ 28 h 59"/>
                <a:gd name="T48" fmla="*/ 47 w 52"/>
                <a:gd name="T49" fmla="*/ 31 h 59"/>
                <a:gd name="T50" fmla="*/ 50 w 52"/>
                <a:gd name="T51" fmla="*/ 33 h 59"/>
                <a:gd name="T52" fmla="*/ 52 w 52"/>
                <a:gd name="T53" fmla="*/ 40 h 59"/>
                <a:gd name="T54" fmla="*/ 47 w 52"/>
                <a:gd name="T55" fmla="*/ 45 h 59"/>
                <a:gd name="T56" fmla="*/ 40 w 52"/>
                <a:gd name="T57" fmla="*/ 52 h 59"/>
                <a:gd name="T58" fmla="*/ 38 w 52"/>
                <a:gd name="T59" fmla="*/ 57 h 59"/>
                <a:gd name="T60" fmla="*/ 38 w 52"/>
                <a:gd name="T61" fmla="*/ 5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2" h="59">
                  <a:moveTo>
                    <a:pt x="38" y="57"/>
                  </a:moveTo>
                  <a:lnTo>
                    <a:pt x="36" y="57"/>
                  </a:lnTo>
                  <a:lnTo>
                    <a:pt x="36" y="57"/>
                  </a:lnTo>
                  <a:lnTo>
                    <a:pt x="33" y="57"/>
                  </a:lnTo>
                  <a:lnTo>
                    <a:pt x="33" y="59"/>
                  </a:lnTo>
                  <a:lnTo>
                    <a:pt x="31" y="54"/>
                  </a:lnTo>
                  <a:lnTo>
                    <a:pt x="26" y="54"/>
                  </a:lnTo>
                  <a:lnTo>
                    <a:pt x="21" y="54"/>
                  </a:lnTo>
                  <a:lnTo>
                    <a:pt x="17" y="54"/>
                  </a:lnTo>
                  <a:lnTo>
                    <a:pt x="14" y="52"/>
                  </a:lnTo>
                  <a:lnTo>
                    <a:pt x="12" y="47"/>
                  </a:lnTo>
                  <a:lnTo>
                    <a:pt x="7" y="40"/>
                  </a:lnTo>
                  <a:lnTo>
                    <a:pt x="0" y="12"/>
                  </a:lnTo>
                  <a:lnTo>
                    <a:pt x="0" y="9"/>
                  </a:lnTo>
                  <a:lnTo>
                    <a:pt x="3" y="7"/>
                  </a:lnTo>
                  <a:lnTo>
                    <a:pt x="5" y="2"/>
                  </a:lnTo>
                  <a:lnTo>
                    <a:pt x="7" y="0"/>
                  </a:lnTo>
                  <a:lnTo>
                    <a:pt x="12" y="2"/>
                  </a:lnTo>
                  <a:lnTo>
                    <a:pt x="14" y="7"/>
                  </a:lnTo>
                  <a:lnTo>
                    <a:pt x="24" y="19"/>
                  </a:lnTo>
                  <a:lnTo>
                    <a:pt x="26" y="21"/>
                  </a:lnTo>
                  <a:lnTo>
                    <a:pt x="36" y="26"/>
                  </a:lnTo>
                  <a:lnTo>
                    <a:pt x="40" y="28"/>
                  </a:lnTo>
                  <a:lnTo>
                    <a:pt x="45" y="28"/>
                  </a:lnTo>
                  <a:lnTo>
                    <a:pt x="47" y="31"/>
                  </a:lnTo>
                  <a:lnTo>
                    <a:pt x="50" y="33"/>
                  </a:lnTo>
                  <a:lnTo>
                    <a:pt x="52" y="40"/>
                  </a:lnTo>
                  <a:lnTo>
                    <a:pt x="47" y="45"/>
                  </a:lnTo>
                  <a:lnTo>
                    <a:pt x="40" y="52"/>
                  </a:lnTo>
                  <a:lnTo>
                    <a:pt x="38" y="57"/>
                  </a:lnTo>
                  <a:lnTo>
                    <a:pt x="38" y="57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3" name="Freeform 122"/>
            <p:cNvSpPr>
              <a:spLocks/>
            </p:cNvSpPr>
            <p:nvPr/>
          </p:nvSpPr>
          <p:spPr bwMode="auto">
            <a:xfrm>
              <a:off x="3355" y="2849"/>
              <a:ext cx="41" cy="40"/>
            </a:xfrm>
            <a:custGeom>
              <a:avLst/>
              <a:gdLst>
                <a:gd name="T0" fmla="*/ 41 w 41"/>
                <a:gd name="T1" fmla="*/ 38 h 40"/>
                <a:gd name="T2" fmla="*/ 38 w 41"/>
                <a:gd name="T3" fmla="*/ 40 h 40"/>
                <a:gd name="T4" fmla="*/ 36 w 41"/>
                <a:gd name="T5" fmla="*/ 40 h 40"/>
                <a:gd name="T6" fmla="*/ 31 w 41"/>
                <a:gd name="T7" fmla="*/ 38 h 40"/>
                <a:gd name="T8" fmla="*/ 26 w 41"/>
                <a:gd name="T9" fmla="*/ 35 h 40"/>
                <a:gd name="T10" fmla="*/ 31 w 41"/>
                <a:gd name="T11" fmla="*/ 35 h 40"/>
                <a:gd name="T12" fmla="*/ 31 w 41"/>
                <a:gd name="T13" fmla="*/ 35 h 40"/>
                <a:gd name="T14" fmla="*/ 24 w 41"/>
                <a:gd name="T15" fmla="*/ 33 h 40"/>
                <a:gd name="T16" fmla="*/ 10 w 41"/>
                <a:gd name="T17" fmla="*/ 21 h 40"/>
                <a:gd name="T18" fmla="*/ 5 w 41"/>
                <a:gd name="T19" fmla="*/ 21 h 40"/>
                <a:gd name="T20" fmla="*/ 3 w 41"/>
                <a:gd name="T21" fmla="*/ 19 h 40"/>
                <a:gd name="T22" fmla="*/ 0 w 41"/>
                <a:gd name="T23" fmla="*/ 19 h 40"/>
                <a:gd name="T24" fmla="*/ 3 w 41"/>
                <a:gd name="T25" fmla="*/ 16 h 40"/>
                <a:gd name="T26" fmla="*/ 3 w 41"/>
                <a:gd name="T27" fmla="*/ 12 h 40"/>
                <a:gd name="T28" fmla="*/ 3 w 41"/>
                <a:gd name="T29" fmla="*/ 9 h 40"/>
                <a:gd name="T30" fmla="*/ 3 w 41"/>
                <a:gd name="T31" fmla="*/ 7 h 40"/>
                <a:gd name="T32" fmla="*/ 0 w 41"/>
                <a:gd name="T33" fmla="*/ 4 h 40"/>
                <a:gd name="T34" fmla="*/ 0 w 41"/>
                <a:gd name="T35" fmla="*/ 2 h 40"/>
                <a:gd name="T36" fmla="*/ 3 w 41"/>
                <a:gd name="T37" fmla="*/ 0 h 40"/>
                <a:gd name="T38" fmla="*/ 12 w 41"/>
                <a:gd name="T39" fmla="*/ 9 h 40"/>
                <a:gd name="T40" fmla="*/ 15 w 41"/>
                <a:gd name="T41" fmla="*/ 9 h 40"/>
                <a:gd name="T42" fmla="*/ 26 w 41"/>
                <a:gd name="T43" fmla="*/ 19 h 40"/>
                <a:gd name="T44" fmla="*/ 29 w 41"/>
                <a:gd name="T45" fmla="*/ 19 h 40"/>
                <a:gd name="T46" fmla="*/ 31 w 41"/>
                <a:gd name="T47" fmla="*/ 23 h 40"/>
                <a:gd name="T48" fmla="*/ 41 w 41"/>
                <a:gd name="T49" fmla="*/ 33 h 40"/>
                <a:gd name="T50" fmla="*/ 41 w 41"/>
                <a:gd name="T51" fmla="*/ 38 h 40"/>
                <a:gd name="T52" fmla="*/ 41 w 41"/>
                <a:gd name="T53" fmla="*/ 3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" h="40">
                  <a:moveTo>
                    <a:pt x="41" y="38"/>
                  </a:moveTo>
                  <a:lnTo>
                    <a:pt x="38" y="40"/>
                  </a:lnTo>
                  <a:lnTo>
                    <a:pt x="36" y="40"/>
                  </a:lnTo>
                  <a:lnTo>
                    <a:pt x="31" y="38"/>
                  </a:lnTo>
                  <a:lnTo>
                    <a:pt x="26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24" y="33"/>
                  </a:lnTo>
                  <a:lnTo>
                    <a:pt x="10" y="21"/>
                  </a:lnTo>
                  <a:lnTo>
                    <a:pt x="5" y="21"/>
                  </a:lnTo>
                  <a:lnTo>
                    <a:pt x="3" y="19"/>
                  </a:lnTo>
                  <a:lnTo>
                    <a:pt x="0" y="19"/>
                  </a:lnTo>
                  <a:lnTo>
                    <a:pt x="3" y="16"/>
                  </a:lnTo>
                  <a:lnTo>
                    <a:pt x="3" y="12"/>
                  </a:lnTo>
                  <a:lnTo>
                    <a:pt x="3" y="9"/>
                  </a:lnTo>
                  <a:lnTo>
                    <a:pt x="3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3" y="0"/>
                  </a:lnTo>
                  <a:lnTo>
                    <a:pt x="12" y="9"/>
                  </a:lnTo>
                  <a:lnTo>
                    <a:pt x="15" y="9"/>
                  </a:lnTo>
                  <a:lnTo>
                    <a:pt x="26" y="19"/>
                  </a:lnTo>
                  <a:lnTo>
                    <a:pt x="29" y="19"/>
                  </a:lnTo>
                  <a:lnTo>
                    <a:pt x="31" y="23"/>
                  </a:lnTo>
                  <a:lnTo>
                    <a:pt x="41" y="33"/>
                  </a:lnTo>
                  <a:lnTo>
                    <a:pt x="41" y="38"/>
                  </a:lnTo>
                  <a:lnTo>
                    <a:pt x="41" y="38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4" name="Freeform 123"/>
            <p:cNvSpPr>
              <a:spLocks noEditPoints="1"/>
            </p:cNvSpPr>
            <p:nvPr/>
          </p:nvSpPr>
          <p:spPr bwMode="auto">
            <a:xfrm>
              <a:off x="4470" y="1466"/>
              <a:ext cx="97" cy="78"/>
            </a:xfrm>
            <a:custGeom>
              <a:avLst/>
              <a:gdLst>
                <a:gd name="T0" fmla="*/ 0 w 97"/>
                <a:gd name="T1" fmla="*/ 3 h 78"/>
                <a:gd name="T2" fmla="*/ 0 w 97"/>
                <a:gd name="T3" fmla="*/ 0 h 78"/>
                <a:gd name="T4" fmla="*/ 0 w 97"/>
                <a:gd name="T5" fmla="*/ 0 h 78"/>
                <a:gd name="T6" fmla="*/ 0 w 97"/>
                <a:gd name="T7" fmla="*/ 3 h 78"/>
                <a:gd name="T8" fmla="*/ 42 w 97"/>
                <a:gd name="T9" fmla="*/ 57 h 78"/>
                <a:gd name="T10" fmla="*/ 42 w 97"/>
                <a:gd name="T11" fmla="*/ 57 h 78"/>
                <a:gd name="T12" fmla="*/ 42 w 97"/>
                <a:gd name="T13" fmla="*/ 59 h 78"/>
                <a:gd name="T14" fmla="*/ 45 w 97"/>
                <a:gd name="T15" fmla="*/ 59 h 78"/>
                <a:gd name="T16" fmla="*/ 45 w 97"/>
                <a:gd name="T17" fmla="*/ 59 h 78"/>
                <a:gd name="T18" fmla="*/ 45 w 97"/>
                <a:gd name="T19" fmla="*/ 57 h 78"/>
                <a:gd name="T20" fmla="*/ 42 w 97"/>
                <a:gd name="T21" fmla="*/ 57 h 78"/>
                <a:gd name="T22" fmla="*/ 97 w 97"/>
                <a:gd name="T23" fmla="*/ 52 h 78"/>
                <a:gd name="T24" fmla="*/ 94 w 97"/>
                <a:gd name="T25" fmla="*/ 52 h 78"/>
                <a:gd name="T26" fmla="*/ 92 w 97"/>
                <a:gd name="T27" fmla="*/ 52 h 78"/>
                <a:gd name="T28" fmla="*/ 85 w 97"/>
                <a:gd name="T29" fmla="*/ 55 h 78"/>
                <a:gd name="T30" fmla="*/ 82 w 97"/>
                <a:gd name="T31" fmla="*/ 59 h 78"/>
                <a:gd name="T32" fmla="*/ 80 w 97"/>
                <a:gd name="T33" fmla="*/ 62 h 78"/>
                <a:gd name="T34" fmla="*/ 78 w 97"/>
                <a:gd name="T35" fmla="*/ 66 h 78"/>
                <a:gd name="T36" fmla="*/ 75 w 97"/>
                <a:gd name="T37" fmla="*/ 69 h 78"/>
                <a:gd name="T38" fmla="*/ 71 w 97"/>
                <a:gd name="T39" fmla="*/ 71 h 78"/>
                <a:gd name="T40" fmla="*/ 68 w 97"/>
                <a:gd name="T41" fmla="*/ 71 h 78"/>
                <a:gd name="T42" fmla="*/ 68 w 97"/>
                <a:gd name="T43" fmla="*/ 74 h 78"/>
                <a:gd name="T44" fmla="*/ 64 w 97"/>
                <a:gd name="T45" fmla="*/ 78 h 78"/>
                <a:gd name="T46" fmla="*/ 66 w 97"/>
                <a:gd name="T47" fmla="*/ 78 h 78"/>
                <a:gd name="T48" fmla="*/ 68 w 97"/>
                <a:gd name="T49" fmla="*/ 78 h 78"/>
                <a:gd name="T50" fmla="*/ 73 w 97"/>
                <a:gd name="T51" fmla="*/ 74 h 78"/>
                <a:gd name="T52" fmla="*/ 75 w 97"/>
                <a:gd name="T53" fmla="*/ 74 h 78"/>
                <a:gd name="T54" fmla="*/ 75 w 97"/>
                <a:gd name="T55" fmla="*/ 76 h 78"/>
                <a:gd name="T56" fmla="*/ 75 w 97"/>
                <a:gd name="T57" fmla="*/ 76 h 78"/>
                <a:gd name="T58" fmla="*/ 87 w 97"/>
                <a:gd name="T59" fmla="*/ 66 h 78"/>
                <a:gd name="T60" fmla="*/ 92 w 97"/>
                <a:gd name="T61" fmla="*/ 64 h 78"/>
                <a:gd name="T62" fmla="*/ 94 w 97"/>
                <a:gd name="T63" fmla="*/ 62 h 78"/>
                <a:gd name="T64" fmla="*/ 94 w 97"/>
                <a:gd name="T65" fmla="*/ 59 h 78"/>
                <a:gd name="T66" fmla="*/ 97 w 97"/>
                <a:gd name="T67" fmla="*/ 52 h 78"/>
                <a:gd name="T68" fmla="*/ 97 w 97"/>
                <a:gd name="T69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7" h="78">
                  <a:moveTo>
                    <a:pt x="0" y="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3"/>
                  </a:lnTo>
                  <a:close/>
                  <a:moveTo>
                    <a:pt x="42" y="57"/>
                  </a:moveTo>
                  <a:lnTo>
                    <a:pt x="42" y="57"/>
                  </a:lnTo>
                  <a:lnTo>
                    <a:pt x="42" y="59"/>
                  </a:lnTo>
                  <a:lnTo>
                    <a:pt x="45" y="59"/>
                  </a:lnTo>
                  <a:lnTo>
                    <a:pt x="45" y="59"/>
                  </a:lnTo>
                  <a:lnTo>
                    <a:pt x="45" y="57"/>
                  </a:lnTo>
                  <a:lnTo>
                    <a:pt x="42" y="57"/>
                  </a:lnTo>
                  <a:close/>
                  <a:moveTo>
                    <a:pt x="97" y="52"/>
                  </a:moveTo>
                  <a:lnTo>
                    <a:pt x="94" y="52"/>
                  </a:lnTo>
                  <a:lnTo>
                    <a:pt x="92" y="52"/>
                  </a:lnTo>
                  <a:lnTo>
                    <a:pt x="85" y="55"/>
                  </a:lnTo>
                  <a:lnTo>
                    <a:pt x="82" y="59"/>
                  </a:lnTo>
                  <a:lnTo>
                    <a:pt x="80" y="62"/>
                  </a:lnTo>
                  <a:lnTo>
                    <a:pt x="78" y="66"/>
                  </a:lnTo>
                  <a:lnTo>
                    <a:pt x="75" y="69"/>
                  </a:lnTo>
                  <a:lnTo>
                    <a:pt x="71" y="71"/>
                  </a:lnTo>
                  <a:lnTo>
                    <a:pt x="68" y="71"/>
                  </a:lnTo>
                  <a:lnTo>
                    <a:pt x="68" y="74"/>
                  </a:lnTo>
                  <a:lnTo>
                    <a:pt x="64" y="78"/>
                  </a:lnTo>
                  <a:lnTo>
                    <a:pt x="66" y="78"/>
                  </a:lnTo>
                  <a:lnTo>
                    <a:pt x="68" y="78"/>
                  </a:lnTo>
                  <a:lnTo>
                    <a:pt x="73" y="74"/>
                  </a:lnTo>
                  <a:lnTo>
                    <a:pt x="75" y="74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87" y="66"/>
                  </a:lnTo>
                  <a:lnTo>
                    <a:pt x="92" y="64"/>
                  </a:lnTo>
                  <a:lnTo>
                    <a:pt x="94" y="62"/>
                  </a:lnTo>
                  <a:lnTo>
                    <a:pt x="94" y="59"/>
                  </a:lnTo>
                  <a:lnTo>
                    <a:pt x="97" y="52"/>
                  </a:lnTo>
                  <a:lnTo>
                    <a:pt x="97" y="52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5" name="Freeform 124"/>
            <p:cNvSpPr>
              <a:spLocks noEditPoints="1"/>
            </p:cNvSpPr>
            <p:nvPr/>
          </p:nvSpPr>
          <p:spPr bwMode="auto">
            <a:xfrm>
              <a:off x="4798" y="1592"/>
              <a:ext cx="64" cy="146"/>
            </a:xfrm>
            <a:custGeom>
              <a:avLst/>
              <a:gdLst>
                <a:gd name="T0" fmla="*/ 57 w 64"/>
                <a:gd name="T1" fmla="*/ 125 h 146"/>
                <a:gd name="T2" fmla="*/ 62 w 64"/>
                <a:gd name="T3" fmla="*/ 125 h 146"/>
                <a:gd name="T4" fmla="*/ 62 w 64"/>
                <a:gd name="T5" fmla="*/ 123 h 146"/>
                <a:gd name="T6" fmla="*/ 60 w 64"/>
                <a:gd name="T7" fmla="*/ 120 h 146"/>
                <a:gd name="T8" fmla="*/ 57 w 64"/>
                <a:gd name="T9" fmla="*/ 123 h 146"/>
                <a:gd name="T10" fmla="*/ 53 w 64"/>
                <a:gd name="T11" fmla="*/ 123 h 146"/>
                <a:gd name="T12" fmla="*/ 53 w 64"/>
                <a:gd name="T13" fmla="*/ 118 h 146"/>
                <a:gd name="T14" fmla="*/ 53 w 64"/>
                <a:gd name="T15" fmla="*/ 118 h 146"/>
                <a:gd name="T16" fmla="*/ 53 w 64"/>
                <a:gd name="T17" fmla="*/ 118 h 146"/>
                <a:gd name="T18" fmla="*/ 48 w 64"/>
                <a:gd name="T19" fmla="*/ 116 h 146"/>
                <a:gd name="T20" fmla="*/ 45 w 64"/>
                <a:gd name="T21" fmla="*/ 118 h 146"/>
                <a:gd name="T22" fmla="*/ 45 w 64"/>
                <a:gd name="T23" fmla="*/ 120 h 146"/>
                <a:gd name="T24" fmla="*/ 38 w 64"/>
                <a:gd name="T25" fmla="*/ 116 h 146"/>
                <a:gd name="T26" fmla="*/ 29 w 64"/>
                <a:gd name="T27" fmla="*/ 111 h 146"/>
                <a:gd name="T28" fmla="*/ 27 w 64"/>
                <a:gd name="T29" fmla="*/ 116 h 146"/>
                <a:gd name="T30" fmla="*/ 29 w 64"/>
                <a:gd name="T31" fmla="*/ 120 h 146"/>
                <a:gd name="T32" fmla="*/ 19 w 64"/>
                <a:gd name="T33" fmla="*/ 125 h 146"/>
                <a:gd name="T34" fmla="*/ 22 w 64"/>
                <a:gd name="T35" fmla="*/ 130 h 146"/>
                <a:gd name="T36" fmla="*/ 22 w 64"/>
                <a:gd name="T37" fmla="*/ 132 h 146"/>
                <a:gd name="T38" fmla="*/ 22 w 64"/>
                <a:gd name="T39" fmla="*/ 135 h 146"/>
                <a:gd name="T40" fmla="*/ 22 w 64"/>
                <a:gd name="T41" fmla="*/ 142 h 146"/>
                <a:gd name="T42" fmla="*/ 29 w 64"/>
                <a:gd name="T43" fmla="*/ 146 h 146"/>
                <a:gd name="T44" fmla="*/ 36 w 64"/>
                <a:gd name="T45" fmla="*/ 144 h 146"/>
                <a:gd name="T46" fmla="*/ 43 w 64"/>
                <a:gd name="T47" fmla="*/ 142 h 146"/>
                <a:gd name="T48" fmla="*/ 45 w 64"/>
                <a:gd name="T49" fmla="*/ 142 h 146"/>
                <a:gd name="T50" fmla="*/ 53 w 64"/>
                <a:gd name="T51" fmla="*/ 144 h 146"/>
                <a:gd name="T52" fmla="*/ 53 w 64"/>
                <a:gd name="T53" fmla="*/ 137 h 146"/>
                <a:gd name="T54" fmla="*/ 53 w 64"/>
                <a:gd name="T55" fmla="*/ 135 h 146"/>
                <a:gd name="T56" fmla="*/ 60 w 64"/>
                <a:gd name="T57" fmla="*/ 137 h 146"/>
                <a:gd name="T58" fmla="*/ 62 w 64"/>
                <a:gd name="T59" fmla="*/ 132 h 146"/>
                <a:gd name="T60" fmla="*/ 62 w 64"/>
                <a:gd name="T61" fmla="*/ 127 h 146"/>
                <a:gd name="T62" fmla="*/ 27 w 64"/>
                <a:gd name="T63" fmla="*/ 30 h 146"/>
                <a:gd name="T64" fmla="*/ 31 w 64"/>
                <a:gd name="T65" fmla="*/ 33 h 146"/>
                <a:gd name="T66" fmla="*/ 34 w 64"/>
                <a:gd name="T67" fmla="*/ 30 h 146"/>
                <a:gd name="T68" fmla="*/ 34 w 64"/>
                <a:gd name="T69" fmla="*/ 23 h 146"/>
                <a:gd name="T70" fmla="*/ 31 w 64"/>
                <a:gd name="T71" fmla="*/ 14 h 146"/>
                <a:gd name="T72" fmla="*/ 27 w 64"/>
                <a:gd name="T73" fmla="*/ 9 h 146"/>
                <a:gd name="T74" fmla="*/ 19 w 64"/>
                <a:gd name="T75" fmla="*/ 4 h 146"/>
                <a:gd name="T76" fmla="*/ 12 w 64"/>
                <a:gd name="T77" fmla="*/ 7 h 146"/>
                <a:gd name="T78" fmla="*/ 12 w 64"/>
                <a:gd name="T79" fmla="*/ 4 h 146"/>
                <a:gd name="T80" fmla="*/ 8 w 64"/>
                <a:gd name="T81" fmla="*/ 0 h 146"/>
                <a:gd name="T82" fmla="*/ 5 w 64"/>
                <a:gd name="T83" fmla="*/ 4 h 146"/>
                <a:gd name="T84" fmla="*/ 10 w 64"/>
                <a:gd name="T85" fmla="*/ 9 h 146"/>
                <a:gd name="T86" fmla="*/ 12 w 64"/>
                <a:gd name="T87" fmla="*/ 19 h 146"/>
                <a:gd name="T88" fmla="*/ 10 w 64"/>
                <a:gd name="T89" fmla="*/ 21 h 146"/>
                <a:gd name="T90" fmla="*/ 10 w 64"/>
                <a:gd name="T91" fmla="*/ 16 h 146"/>
                <a:gd name="T92" fmla="*/ 8 w 64"/>
                <a:gd name="T93" fmla="*/ 11 h 146"/>
                <a:gd name="T94" fmla="*/ 3 w 64"/>
                <a:gd name="T95" fmla="*/ 7 h 146"/>
                <a:gd name="T96" fmla="*/ 3 w 64"/>
                <a:gd name="T97" fmla="*/ 4 h 146"/>
                <a:gd name="T98" fmla="*/ 3 w 64"/>
                <a:gd name="T99" fmla="*/ 7 h 146"/>
                <a:gd name="T100" fmla="*/ 5 w 64"/>
                <a:gd name="T101" fmla="*/ 14 h 146"/>
                <a:gd name="T102" fmla="*/ 8 w 64"/>
                <a:gd name="T103" fmla="*/ 26 h 146"/>
                <a:gd name="T104" fmla="*/ 12 w 64"/>
                <a:gd name="T105" fmla="*/ 26 h 146"/>
                <a:gd name="T106" fmla="*/ 27 w 64"/>
                <a:gd name="T107" fmla="*/ 30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4" h="146">
                  <a:moveTo>
                    <a:pt x="60" y="127"/>
                  </a:moveTo>
                  <a:lnTo>
                    <a:pt x="57" y="125"/>
                  </a:lnTo>
                  <a:lnTo>
                    <a:pt x="60" y="125"/>
                  </a:lnTo>
                  <a:lnTo>
                    <a:pt x="62" y="125"/>
                  </a:lnTo>
                  <a:lnTo>
                    <a:pt x="64" y="125"/>
                  </a:lnTo>
                  <a:lnTo>
                    <a:pt x="62" y="123"/>
                  </a:lnTo>
                  <a:lnTo>
                    <a:pt x="62" y="123"/>
                  </a:lnTo>
                  <a:lnTo>
                    <a:pt x="60" y="120"/>
                  </a:lnTo>
                  <a:lnTo>
                    <a:pt x="60" y="120"/>
                  </a:lnTo>
                  <a:lnTo>
                    <a:pt x="57" y="123"/>
                  </a:lnTo>
                  <a:lnTo>
                    <a:pt x="53" y="123"/>
                  </a:lnTo>
                  <a:lnTo>
                    <a:pt x="53" y="123"/>
                  </a:lnTo>
                  <a:lnTo>
                    <a:pt x="50" y="120"/>
                  </a:lnTo>
                  <a:lnTo>
                    <a:pt x="53" y="118"/>
                  </a:lnTo>
                  <a:lnTo>
                    <a:pt x="53" y="118"/>
                  </a:lnTo>
                  <a:lnTo>
                    <a:pt x="53" y="118"/>
                  </a:lnTo>
                  <a:lnTo>
                    <a:pt x="53" y="116"/>
                  </a:lnTo>
                  <a:lnTo>
                    <a:pt x="53" y="118"/>
                  </a:lnTo>
                  <a:lnTo>
                    <a:pt x="50" y="118"/>
                  </a:lnTo>
                  <a:lnTo>
                    <a:pt x="48" y="116"/>
                  </a:lnTo>
                  <a:lnTo>
                    <a:pt x="45" y="116"/>
                  </a:lnTo>
                  <a:lnTo>
                    <a:pt x="45" y="118"/>
                  </a:lnTo>
                  <a:lnTo>
                    <a:pt x="45" y="118"/>
                  </a:lnTo>
                  <a:lnTo>
                    <a:pt x="45" y="120"/>
                  </a:lnTo>
                  <a:lnTo>
                    <a:pt x="41" y="118"/>
                  </a:lnTo>
                  <a:lnTo>
                    <a:pt x="38" y="116"/>
                  </a:lnTo>
                  <a:lnTo>
                    <a:pt x="36" y="111"/>
                  </a:lnTo>
                  <a:lnTo>
                    <a:pt x="29" y="111"/>
                  </a:lnTo>
                  <a:lnTo>
                    <a:pt x="27" y="113"/>
                  </a:lnTo>
                  <a:lnTo>
                    <a:pt x="27" y="116"/>
                  </a:lnTo>
                  <a:lnTo>
                    <a:pt x="27" y="118"/>
                  </a:lnTo>
                  <a:lnTo>
                    <a:pt x="29" y="120"/>
                  </a:lnTo>
                  <a:lnTo>
                    <a:pt x="24" y="123"/>
                  </a:lnTo>
                  <a:lnTo>
                    <a:pt x="19" y="125"/>
                  </a:lnTo>
                  <a:lnTo>
                    <a:pt x="19" y="127"/>
                  </a:lnTo>
                  <a:lnTo>
                    <a:pt x="22" y="130"/>
                  </a:lnTo>
                  <a:lnTo>
                    <a:pt x="24" y="130"/>
                  </a:lnTo>
                  <a:lnTo>
                    <a:pt x="22" y="132"/>
                  </a:lnTo>
                  <a:lnTo>
                    <a:pt x="22" y="135"/>
                  </a:lnTo>
                  <a:lnTo>
                    <a:pt x="22" y="135"/>
                  </a:lnTo>
                  <a:lnTo>
                    <a:pt x="22" y="137"/>
                  </a:lnTo>
                  <a:lnTo>
                    <a:pt x="22" y="142"/>
                  </a:lnTo>
                  <a:lnTo>
                    <a:pt x="24" y="142"/>
                  </a:lnTo>
                  <a:lnTo>
                    <a:pt x="29" y="146"/>
                  </a:lnTo>
                  <a:lnTo>
                    <a:pt x="34" y="146"/>
                  </a:lnTo>
                  <a:lnTo>
                    <a:pt x="36" y="144"/>
                  </a:lnTo>
                  <a:lnTo>
                    <a:pt x="38" y="144"/>
                  </a:lnTo>
                  <a:lnTo>
                    <a:pt x="43" y="142"/>
                  </a:lnTo>
                  <a:lnTo>
                    <a:pt x="43" y="142"/>
                  </a:lnTo>
                  <a:lnTo>
                    <a:pt x="45" y="142"/>
                  </a:lnTo>
                  <a:lnTo>
                    <a:pt x="50" y="144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3" y="137"/>
                  </a:lnTo>
                  <a:lnTo>
                    <a:pt x="53" y="137"/>
                  </a:lnTo>
                  <a:lnTo>
                    <a:pt x="53" y="135"/>
                  </a:lnTo>
                  <a:lnTo>
                    <a:pt x="57" y="135"/>
                  </a:lnTo>
                  <a:lnTo>
                    <a:pt x="60" y="137"/>
                  </a:lnTo>
                  <a:lnTo>
                    <a:pt x="62" y="135"/>
                  </a:lnTo>
                  <a:lnTo>
                    <a:pt x="62" y="132"/>
                  </a:lnTo>
                  <a:lnTo>
                    <a:pt x="64" y="130"/>
                  </a:lnTo>
                  <a:lnTo>
                    <a:pt x="62" y="127"/>
                  </a:lnTo>
                  <a:lnTo>
                    <a:pt x="60" y="127"/>
                  </a:lnTo>
                  <a:close/>
                  <a:moveTo>
                    <a:pt x="27" y="30"/>
                  </a:moveTo>
                  <a:lnTo>
                    <a:pt x="27" y="33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4" y="30"/>
                  </a:lnTo>
                  <a:lnTo>
                    <a:pt x="34" y="26"/>
                  </a:lnTo>
                  <a:lnTo>
                    <a:pt x="34" y="23"/>
                  </a:lnTo>
                  <a:lnTo>
                    <a:pt x="34" y="21"/>
                  </a:lnTo>
                  <a:lnTo>
                    <a:pt x="31" y="14"/>
                  </a:lnTo>
                  <a:lnTo>
                    <a:pt x="29" y="11"/>
                  </a:lnTo>
                  <a:lnTo>
                    <a:pt x="27" y="9"/>
                  </a:lnTo>
                  <a:lnTo>
                    <a:pt x="22" y="4"/>
                  </a:lnTo>
                  <a:lnTo>
                    <a:pt x="19" y="4"/>
                  </a:lnTo>
                  <a:lnTo>
                    <a:pt x="17" y="4"/>
                  </a:lnTo>
                  <a:lnTo>
                    <a:pt x="12" y="7"/>
                  </a:lnTo>
                  <a:lnTo>
                    <a:pt x="10" y="4"/>
                  </a:lnTo>
                  <a:lnTo>
                    <a:pt x="12" y="4"/>
                  </a:lnTo>
                  <a:lnTo>
                    <a:pt x="12" y="4"/>
                  </a:lnTo>
                  <a:lnTo>
                    <a:pt x="8" y="0"/>
                  </a:lnTo>
                  <a:lnTo>
                    <a:pt x="5" y="2"/>
                  </a:lnTo>
                  <a:lnTo>
                    <a:pt x="5" y="4"/>
                  </a:lnTo>
                  <a:lnTo>
                    <a:pt x="8" y="7"/>
                  </a:lnTo>
                  <a:lnTo>
                    <a:pt x="10" y="9"/>
                  </a:lnTo>
                  <a:lnTo>
                    <a:pt x="12" y="14"/>
                  </a:lnTo>
                  <a:lnTo>
                    <a:pt x="12" y="19"/>
                  </a:lnTo>
                  <a:lnTo>
                    <a:pt x="12" y="21"/>
                  </a:lnTo>
                  <a:lnTo>
                    <a:pt x="10" y="21"/>
                  </a:lnTo>
                  <a:lnTo>
                    <a:pt x="10" y="19"/>
                  </a:lnTo>
                  <a:lnTo>
                    <a:pt x="10" y="16"/>
                  </a:lnTo>
                  <a:lnTo>
                    <a:pt x="10" y="14"/>
                  </a:lnTo>
                  <a:lnTo>
                    <a:pt x="8" y="11"/>
                  </a:lnTo>
                  <a:lnTo>
                    <a:pt x="5" y="9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7"/>
                  </a:lnTo>
                  <a:lnTo>
                    <a:pt x="3" y="11"/>
                  </a:lnTo>
                  <a:lnTo>
                    <a:pt x="5" y="14"/>
                  </a:lnTo>
                  <a:lnTo>
                    <a:pt x="8" y="16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2" y="26"/>
                  </a:lnTo>
                  <a:lnTo>
                    <a:pt x="22" y="28"/>
                  </a:lnTo>
                  <a:lnTo>
                    <a:pt x="27" y="30"/>
                  </a:lnTo>
                  <a:close/>
                </a:path>
              </a:pathLst>
            </a:custGeom>
            <a:grpFill/>
            <a:ln w="3175" cap="rnd">
              <a:solidFill>
                <a:schemeClr val="bg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7965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UK-Template_Beta_220616">
  <a:themeElements>
    <a:clrScheme name="Orange WHT Secondary">
      <a:dk1>
        <a:srgbClr val="000000"/>
      </a:dk1>
      <a:lt1>
        <a:srgbClr val="FFFFFF"/>
      </a:lt1>
      <a:dk2>
        <a:srgbClr val="8F8F8F"/>
      </a:dk2>
      <a:lt2>
        <a:srgbClr val="FF7900"/>
      </a:lt2>
      <a:accent1>
        <a:srgbClr val="FF7900"/>
      </a:accent1>
      <a:accent2>
        <a:srgbClr val="4BB4E6"/>
      </a:accent2>
      <a:accent3>
        <a:srgbClr val="50BE87"/>
      </a:accent3>
      <a:accent4>
        <a:srgbClr val="FFB4E6"/>
      </a:accent4>
      <a:accent5>
        <a:srgbClr val="A885D8"/>
      </a:accent5>
      <a:accent6>
        <a:srgbClr val="FFD200"/>
      </a:accent6>
      <a:hlink>
        <a:srgbClr val="FF7900"/>
      </a:hlink>
      <a:folHlink>
        <a:srgbClr val="FF7900"/>
      </a:folHlink>
    </a:clrScheme>
    <a:fontScheme name="Orange">
      <a:majorFont>
        <a:latin typeface="Helvetica 75 Bold"/>
        <a:ea typeface=""/>
        <a:cs typeface=""/>
      </a:majorFont>
      <a:minorFont>
        <a:latin typeface="Helvetica 75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>
            <a:solidFill>
              <a:srgbClr val="000000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0" tIns="0" rIns="0" bIns="0" rtlCol="0">
        <a:spAutoFit/>
      </a:bodyPr>
      <a:lstStyle>
        <a:defPPr>
          <a:defRPr sz="1400" dirty="0" err="1" smtClean="0"/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ORA_Template_Beta_external_110816.potx" id="{096397F8-02DF-40E4-AEB9-88A0052F30F0}" vid="{AA36791E-F7D8-46B6-BCF9-C51758B3B4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43</Words>
  <Application>Microsoft Office PowerPoint</Application>
  <PresentationFormat>On-screen Show (16:9)</PresentationFormat>
  <Paragraphs>25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OUK-Template_Beta_220616</vt:lpstr>
      <vt:lpstr>Caribbean with  country names</vt:lpstr>
      <vt:lpstr>Caribbean without  country names</vt:lpstr>
    </vt:vector>
  </TitlesOfParts>
  <Company>Article10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Smith</dc:creator>
  <cp:lastModifiedBy>Orange</cp:lastModifiedBy>
  <cp:revision>33</cp:revision>
  <dcterms:created xsi:type="dcterms:W3CDTF">2016-08-11T14:02:28Z</dcterms:created>
  <dcterms:modified xsi:type="dcterms:W3CDTF">2016-09-20T09:04:51Z</dcterms:modified>
</cp:coreProperties>
</file>