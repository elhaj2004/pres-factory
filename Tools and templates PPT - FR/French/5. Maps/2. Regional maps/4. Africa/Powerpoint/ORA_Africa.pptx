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8" r:id="rId1"/>
  </p:sldMasterIdLst>
  <p:notesMasterIdLst>
    <p:notesMasterId r:id="rId4"/>
  </p:notesMasterIdLst>
  <p:sldIdLst>
    <p:sldId id="266" r:id="rId2"/>
    <p:sldId id="269" r:id="rId3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9" orient="horz" pos="169">
          <p15:clr>
            <a:srgbClr val="A4A3A4"/>
          </p15:clr>
        </p15:guide>
        <p15:guide id="10" pos="2880">
          <p15:clr>
            <a:srgbClr val="A4A3A4"/>
          </p15:clr>
        </p15:guide>
        <p15:guide id="11" orient="horz" pos="636" userDrawn="1">
          <p15:clr>
            <a:srgbClr val="A4A3A4"/>
          </p15:clr>
        </p15:guide>
        <p15:guide id="12" orient="horz" pos="744" userDrawn="1">
          <p15:clr>
            <a:srgbClr val="A4A3A4"/>
          </p15:clr>
        </p15:guide>
        <p15:guide id="13" orient="horz" pos="1621" userDrawn="1">
          <p15:clr>
            <a:srgbClr val="A4A3A4"/>
          </p15:clr>
        </p15:guide>
        <p15:guide id="14" orient="horz" pos="2867" userDrawn="1">
          <p15:clr>
            <a:srgbClr val="A4A3A4"/>
          </p15:clr>
        </p15:guide>
        <p15:guide id="15" pos="198" userDrawn="1">
          <p15:clr>
            <a:srgbClr val="A4A3A4"/>
          </p15:clr>
        </p15:guide>
        <p15:guide id="16" pos="556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FD200"/>
    <a:srgbClr val="FFFFFF"/>
    <a:srgbClr val="A885D8"/>
    <a:srgbClr val="FF7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786" autoAdjust="0"/>
    <p:restoredTop sz="89130" autoAdjust="0"/>
  </p:normalViewPr>
  <p:slideViewPr>
    <p:cSldViewPr showGuides="1">
      <p:cViewPr>
        <p:scale>
          <a:sx n="200" d="100"/>
          <a:sy n="200" d="100"/>
        </p:scale>
        <p:origin x="1320" y="1000"/>
      </p:cViewPr>
      <p:guideLst>
        <p:guide orient="horz" pos="169"/>
        <p:guide pos="2880"/>
        <p:guide orient="horz" pos="636"/>
        <p:guide orient="horz" pos="744"/>
        <p:guide orient="horz" pos="1621"/>
        <p:guide orient="horz" pos="2867"/>
        <p:guide pos="198"/>
        <p:guide pos="5562"/>
      </p:guideLst>
    </p:cSldViewPr>
  </p:slideViewPr>
  <p:outlineViewPr>
    <p:cViewPr>
      <p:scale>
        <a:sx n="33" d="100"/>
        <a:sy n="33" d="100"/>
      </p:scale>
      <p:origin x="0" y="14958"/>
    </p:cViewPr>
  </p:outlin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83" d="100"/>
          <a:sy n="83" d="100"/>
        </p:scale>
        <p:origin x="385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8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Helvetica 55 Roman" panose="020B0604020202020204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9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Helvetica 55 Roman" panose="020B0604020202020204" pitchFamily="34" charset="0"/>
              </a:defRPr>
            </a:lvl1pPr>
          </a:lstStyle>
          <a:p>
            <a:fld id="{14F63557-65CD-470F-8999-4C3C411BE899}" type="datetimeFigureOut">
              <a:rPr lang="en-GB" smtClean="0"/>
              <a:pPr/>
              <a:t>08/11/2024</a:t>
            </a:fld>
            <a:endParaRPr lang="en-GB"/>
          </a:p>
        </p:txBody>
      </p:sp>
      <p:sp>
        <p:nvSpPr>
          <p:cNvPr id="10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381000" y="4343400"/>
            <a:ext cx="6096000" cy="4114800"/>
          </a:xfrm>
          <a:prstGeom prst="rect">
            <a:avLst/>
          </a:prstGeom>
        </p:spPr>
        <p:txBody>
          <a:bodyPr vert="horz" lIns="91440" tIns="45720" rIns="180000" bIns="45720" rtlCol="0"/>
          <a:lstStyle/>
          <a:p>
            <a:pPr marL="9207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75 Bold" panose="020B0804020202020204" pitchFamily="34" charset="0"/>
                <a:ea typeface="+mn-ea"/>
                <a:cs typeface="+mn-cs"/>
              </a:rPr>
              <a:t>Click to edit Master text styles</a:t>
            </a:r>
          </a:p>
          <a:p>
            <a:pPr marL="230188" marR="0" lvl="1" indent="-13811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75 Bold" panose="020B0804020202020204" pitchFamily="34" charset="0"/>
                <a:ea typeface="+mn-ea"/>
                <a:cs typeface="+mn-cs"/>
              </a:rPr>
              <a:t>Second level</a:t>
            </a:r>
          </a:p>
          <a:p>
            <a:pPr marL="360363" marR="0" lvl="2" indent="-14763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Helvetica 55 Roman" panose="020B0604020202020204" pitchFamily="34" charset="0"/>
              <a:buChar char="–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55 Roman" panose="020B0604020202020204" pitchFamily="34" charset="0"/>
                <a:ea typeface="+mn-ea"/>
                <a:cs typeface="+mn-cs"/>
              </a:rPr>
              <a:t>Third level</a:t>
            </a:r>
          </a:p>
          <a:p>
            <a:pPr marL="522288" marR="0" lvl="3" indent="-13811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Helvetica 55 Roman" panose="020B0604020202020204" pitchFamily="34" charset="0"/>
              <a:buChar char="–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55 Roman" panose="020B0604020202020204" pitchFamily="34" charset="0"/>
                <a:ea typeface="+mn-ea"/>
                <a:cs typeface="+mn-cs"/>
              </a:rPr>
              <a:t>Fourth level</a:t>
            </a:r>
          </a:p>
          <a:p>
            <a:pPr marL="668338" marR="0" lvl="4" indent="-1460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Helvetica 55 Roman" panose="020B0604020202020204" pitchFamily="34" charset="0"/>
              <a:buChar char="–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55 Roman" panose="020B0604020202020204" pitchFamily="34" charset="0"/>
                <a:ea typeface="+mn-ea"/>
                <a:cs typeface="+mn-cs"/>
              </a:rPr>
              <a:t>Fifth level</a:t>
            </a:r>
            <a:endParaRPr kumimoji="0" lang="en-GB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 55 Roman" panose="020B0604020202020204" pitchFamily="34" charset="0"/>
              <a:ea typeface="+mn-ea"/>
              <a:cs typeface="+mn-cs"/>
            </a:endParaRPr>
          </a:p>
        </p:txBody>
      </p:sp>
      <p:sp>
        <p:nvSpPr>
          <p:cNvPr id="11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Helvetica 55 Roman" panose="020B0604020202020204" pitchFamily="34" charset="0"/>
              </a:defRPr>
            </a:lvl1pPr>
          </a:lstStyle>
          <a:p>
            <a:endParaRPr lang="en-GB"/>
          </a:p>
        </p:txBody>
      </p:sp>
      <p:sp>
        <p:nvSpPr>
          <p:cNvPr id="12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Helvetica 55 Roman" panose="020B0604020202020204" pitchFamily="34" charset="0"/>
              </a:defRPr>
            </a:lvl1pPr>
          </a:lstStyle>
          <a:p>
            <a:fld id="{885932DF-9606-4758-A2B5-AF1153FB1ABB}" type="slidenum">
              <a:rPr lang="en-GB" smtClean="0"/>
              <a:pPr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82287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92075" marR="0" indent="0" algn="l" defTabSz="914400" rtl="0" eaLnBrk="1" fontAlgn="auto" latinLnBrk="0" hangingPunct="1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sz="1000" kern="1200">
        <a:solidFill>
          <a:schemeClr val="tx1"/>
        </a:solidFill>
        <a:latin typeface="Helvetica 75 Bold" panose="020B0804020202020204" pitchFamily="34" charset="0"/>
        <a:ea typeface="+mn-ea"/>
        <a:cs typeface="+mn-cs"/>
      </a:defRPr>
    </a:lvl1pPr>
    <a:lvl2pPr marL="230188" marR="0" indent="-138113" algn="l" defTabSz="914400" rtl="0" eaLnBrk="1" fontAlgn="auto" latinLnBrk="0" hangingPunct="1">
      <a:lnSpc>
        <a:spcPct val="100000"/>
      </a:lnSpc>
      <a:spcBef>
        <a:spcPts val="0"/>
      </a:spcBef>
      <a:spcAft>
        <a:spcPts val="0"/>
      </a:spcAft>
      <a:buClrTx/>
      <a:buSzTx/>
      <a:buFont typeface="Wingdings" panose="05000000000000000000" pitchFamily="2" charset="2"/>
      <a:buChar char="§"/>
      <a:tabLst/>
      <a:defRPr sz="1000" kern="1200">
        <a:solidFill>
          <a:schemeClr val="tx1"/>
        </a:solidFill>
        <a:latin typeface="Helvetica 75 Bold" panose="020B0804020202020204" pitchFamily="34" charset="0"/>
        <a:ea typeface="+mn-ea"/>
        <a:cs typeface="+mn-cs"/>
      </a:defRPr>
    </a:lvl2pPr>
    <a:lvl3pPr marL="360363" marR="0" indent="-147638" algn="l" defTabSz="914400" rtl="0" eaLnBrk="1" fontAlgn="auto" latinLnBrk="0" hangingPunct="1">
      <a:lnSpc>
        <a:spcPct val="100000"/>
      </a:lnSpc>
      <a:spcBef>
        <a:spcPts val="0"/>
      </a:spcBef>
      <a:spcAft>
        <a:spcPts val="0"/>
      </a:spcAft>
      <a:buClrTx/>
      <a:buSzTx/>
      <a:buFont typeface="Helvetica 55 Roman" panose="020B0604020202020204" pitchFamily="34" charset="0"/>
      <a:buChar char="–"/>
      <a:tabLst/>
      <a:defRPr sz="1000" kern="1200">
        <a:solidFill>
          <a:schemeClr val="tx1"/>
        </a:solidFill>
        <a:latin typeface="Helvetica 75 Bold" panose="020B0804020202020204" pitchFamily="34" charset="0"/>
        <a:ea typeface="+mn-ea"/>
        <a:cs typeface="+mn-cs"/>
      </a:defRPr>
    </a:lvl3pPr>
    <a:lvl4pPr marL="522288" marR="0" indent="-138113" algn="l" defTabSz="914400" rtl="0" eaLnBrk="1" fontAlgn="auto" latinLnBrk="0" hangingPunct="1">
      <a:lnSpc>
        <a:spcPct val="100000"/>
      </a:lnSpc>
      <a:spcBef>
        <a:spcPts val="0"/>
      </a:spcBef>
      <a:spcAft>
        <a:spcPts val="0"/>
      </a:spcAft>
      <a:buClrTx/>
      <a:buSzTx/>
      <a:buFont typeface="Helvetica 55 Roman" panose="020B0604020202020204" pitchFamily="34" charset="0"/>
      <a:buChar char="–"/>
      <a:tabLst/>
      <a:defRPr sz="1000" kern="1200">
        <a:solidFill>
          <a:schemeClr val="tx1"/>
        </a:solidFill>
        <a:latin typeface="Helvetica 75 Bold" panose="020B0804020202020204" pitchFamily="34" charset="0"/>
        <a:ea typeface="+mn-ea"/>
        <a:cs typeface="+mn-cs"/>
      </a:defRPr>
    </a:lvl4pPr>
    <a:lvl5pPr marL="668338" marR="0" indent="-146050" algn="l" defTabSz="914400" rtl="0" eaLnBrk="1" fontAlgn="auto" latinLnBrk="0" hangingPunct="1">
      <a:lnSpc>
        <a:spcPct val="100000"/>
      </a:lnSpc>
      <a:spcBef>
        <a:spcPts val="0"/>
      </a:spcBef>
      <a:spcAft>
        <a:spcPts val="0"/>
      </a:spcAft>
      <a:buClrTx/>
      <a:buSzTx/>
      <a:buFont typeface="Helvetica 55 Roman" panose="020B0604020202020204" pitchFamily="34" charset="0"/>
      <a:buChar char="–"/>
      <a:tabLst/>
      <a:defRPr sz="1000" kern="1200">
        <a:solidFill>
          <a:schemeClr val="tx1"/>
        </a:solidFill>
        <a:latin typeface="Helvetica 75 Bold" panose="020B08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13200" y="1183484"/>
            <a:ext cx="8520500" cy="3369466"/>
          </a:xfrm>
        </p:spPr>
        <p:txBody>
          <a:bodyPr/>
          <a:lstStyle>
            <a:lvl1pPr>
              <a:defRPr/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/>
            </a:lvl6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GB" dirty="0"/>
              <a:t>Sixth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title</a:t>
            </a:r>
            <a:endParaRPr lang="en-GB" dirty="0"/>
          </a:p>
        </p:txBody>
      </p:sp>
      <p:sp>
        <p:nvSpPr>
          <p:cNvPr id="4" name="TextBox 3"/>
          <p:cNvSpPr txBox="1"/>
          <p:nvPr userDrawn="1"/>
        </p:nvSpPr>
        <p:spPr>
          <a:xfrm>
            <a:off x="619545" y="4749146"/>
            <a:ext cx="900888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0" lang="en-GB" sz="800" b="0" i="0" u="none" strike="noStrike" kern="1200" cap="none" spc="0" normalizeH="0" baseline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Helvetica 75 Bold" panose="020B0804020202020204" pitchFamily="34" charset="0"/>
                <a:ea typeface="+mn-ea"/>
                <a:cs typeface="+mn-cs"/>
              </a:rPr>
              <a:t>Orange Restricted</a:t>
            </a:r>
          </a:p>
        </p:txBody>
      </p:sp>
    </p:spTree>
    <p:extLst>
      <p:ext uri="{BB962C8B-B14F-4D97-AF65-F5344CB8AC3E}">
        <p14:creationId xmlns:p14="http://schemas.microsoft.com/office/powerpoint/2010/main" val="2035300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12858" y="267618"/>
            <a:ext cx="4829966" cy="2304131"/>
          </a:xfrm>
        </p:spPr>
        <p:txBody>
          <a:bodyPr>
            <a:noAutofit/>
          </a:bodyPr>
          <a:lstStyle>
            <a:lvl1pPr algn="l">
              <a:lnSpc>
                <a:spcPct val="85000"/>
              </a:lnSpc>
              <a:defRPr sz="55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title</a:t>
            </a:r>
            <a:endParaRPr lang="en-GB" dirty="0"/>
          </a:p>
        </p:txBody>
      </p:sp>
      <p:sp>
        <p:nvSpPr>
          <p:cNvPr id="17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5800725" y="266701"/>
            <a:ext cx="3033713" cy="3403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10687" y="2704144"/>
            <a:ext cx="4831185" cy="966156"/>
          </a:xfrm>
        </p:spPr>
        <p:txBody>
          <a:bodyPr/>
          <a:lstStyle>
            <a:lvl1pPr marL="0" indent="0" algn="l">
              <a:buNone/>
              <a:defRPr baseline="0">
                <a:solidFill>
                  <a:schemeClr val="tx1"/>
                </a:solidFill>
              </a:defRPr>
            </a:lvl1pPr>
            <a:lvl2pPr marL="180975" indent="-180975" algn="l">
              <a:buClr>
                <a:schemeClr val="bg2"/>
              </a:buClr>
              <a:buSzPct val="10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2pPr>
            <a:lvl3pPr marL="406800" indent="-190800" algn="l">
              <a:spcBef>
                <a:spcPts val="336"/>
              </a:spcBef>
              <a:buClrTx/>
              <a:buFont typeface="Helvetica 55 Roman" panose="020B0604020202020204" pitchFamily="34" charset="0"/>
              <a:buChar char="–"/>
              <a:defRPr>
                <a:solidFill>
                  <a:schemeClr val="tx1"/>
                </a:solidFill>
                <a:latin typeface="Helvetica 55 Roman" panose="020B0604020202020204" pitchFamily="34" charset="0"/>
              </a:defRPr>
            </a:lvl3pPr>
            <a:lvl4pPr marL="594000" indent="-172800" algn="l">
              <a:spcBef>
                <a:spcPts val="24"/>
              </a:spcBef>
              <a:buFont typeface="Helvetica 55 Roman" panose="020B0604020202020204" pitchFamily="34" charset="0"/>
              <a:buChar char="–"/>
              <a:defRPr>
                <a:solidFill>
                  <a:schemeClr val="tx1"/>
                </a:solidFill>
              </a:defRPr>
            </a:lvl4pPr>
            <a:lvl5pPr marL="799200" indent="-190800" algn="l">
              <a:buFont typeface="Helvetica 55 Roman" panose="020B0604020202020204" pitchFamily="34" charset="0"/>
              <a:buChar char="–"/>
              <a:defRPr>
                <a:solidFill>
                  <a:schemeClr val="tx1"/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presenter name and date</a:t>
            </a:r>
          </a:p>
        </p:txBody>
      </p:sp>
      <p:grpSp>
        <p:nvGrpSpPr>
          <p:cNvPr id="3" name="Group 2"/>
          <p:cNvGrpSpPr/>
          <p:nvPr userDrawn="1"/>
        </p:nvGrpSpPr>
        <p:grpSpPr>
          <a:xfrm>
            <a:off x="313535" y="4237038"/>
            <a:ext cx="612775" cy="612775"/>
            <a:chOff x="313535" y="4237038"/>
            <a:chExt cx="612775" cy="612775"/>
          </a:xfrm>
        </p:grpSpPr>
        <p:sp>
          <p:nvSpPr>
            <p:cNvPr id="19" name="Rectangle 5"/>
            <p:cNvSpPr>
              <a:spLocks noChangeArrowheads="1"/>
            </p:cNvSpPr>
            <p:nvPr userDrawn="1"/>
          </p:nvSpPr>
          <p:spPr bwMode="auto">
            <a:xfrm>
              <a:off x="313535" y="4237038"/>
              <a:ext cx="612775" cy="612775"/>
            </a:xfrm>
            <a:prstGeom prst="rect">
              <a:avLst/>
            </a:prstGeom>
            <a:solidFill>
              <a:srgbClr val="FF7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0" name="Freeform 6"/>
            <p:cNvSpPr>
              <a:spLocks noEditPoints="1"/>
            </p:cNvSpPr>
            <p:nvPr userDrawn="1"/>
          </p:nvSpPr>
          <p:spPr bwMode="auto">
            <a:xfrm>
              <a:off x="500860" y="4711701"/>
              <a:ext cx="74613" cy="87313"/>
            </a:xfrm>
            <a:custGeom>
              <a:avLst/>
              <a:gdLst>
                <a:gd name="T0" fmla="*/ 66 w 93"/>
                <a:gd name="T1" fmla="*/ 99 h 109"/>
                <a:gd name="T2" fmla="*/ 31 w 93"/>
                <a:gd name="T3" fmla="*/ 109 h 109"/>
                <a:gd name="T4" fmla="*/ 0 w 93"/>
                <a:gd name="T5" fmla="*/ 79 h 109"/>
                <a:gd name="T6" fmla="*/ 66 w 93"/>
                <a:gd name="T7" fmla="*/ 37 h 109"/>
                <a:gd name="T8" fmla="*/ 66 w 93"/>
                <a:gd name="T9" fmla="*/ 32 h 109"/>
                <a:gd name="T10" fmla="*/ 49 w 93"/>
                <a:gd name="T11" fmla="*/ 19 h 109"/>
                <a:gd name="T12" fmla="*/ 24 w 93"/>
                <a:gd name="T13" fmla="*/ 32 h 109"/>
                <a:gd name="T14" fmla="*/ 5 w 93"/>
                <a:gd name="T15" fmla="*/ 21 h 109"/>
                <a:gd name="T16" fmla="*/ 50 w 93"/>
                <a:gd name="T17" fmla="*/ 0 h 109"/>
                <a:gd name="T18" fmla="*/ 93 w 93"/>
                <a:gd name="T19" fmla="*/ 32 h 109"/>
                <a:gd name="T20" fmla="*/ 93 w 93"/>
                <a:gd name="T21" fmla="*/ 108 h 109"/>
                <a:gd name="T22" fmla="*/ 68 w 93"/>
                <a:gd name="T23" fmla="*/ 108 h 109"/>
                <a:gd name="T24" fmla="*/ 66 w 93"/>
                <a:gd name="T25" fmla="*/ 99 h 109"/>
                <a:gd name="T26" fmla="*/ 27 w 93"/>
                <a:gd name="T27" fmla="*/ 77 h 109"/>
                <a:gd name="T28" fmla="*/ 39 w 93"/>
                <a:gd name="T29" fmla="*/ 90 h 109"/>
                <a:gd name="T30" fmla="*/ 65 w 93"/>
                <a:gd name="T31" fmla="*/ 79 h 109"/>
                <a:gd name="T32" fmla="*/ 65 w 93"/>
                <a:gd name="T33" fmla="*/ 54 h 109"/>
                <a:gd name="T34" fmla="*/ 27 w 93"/>
                <a:gd name="T35" fmla="*/ 77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3" h="109">
                  <a:moveTo>
                    <a:pt x="66" y="99"/>
                  </a:moveTo>
                  <a:cubicBezTo>
                    <a:pt x="55" y="106"/>
                    <a:pt x="43" y="109"/>
                    <a:pt x="31" y="109"/>
                  </a:cubicBezTo>
                  <a:cubicBezTo>
                    <a:pt x="11" y="109"/>
                    <a:pt x="0" y="96"/>
                    <a:pt x="0" y="79"/>
                  </a:cubicBezTo>
                  <a:cubicBezTo>
                    <a:pt x="0" y="55"/>
                    <a:pt x="21" y="42"/>
                    <a:pt x="66" y="37"/>
                  </a:cubicBezTo>
                  <a:cubicBezTo>
                    <a:pt x="66" y="32"/>
                    <a:pt x="66" y="32"/>
                    <a:pt x="66" y="32"/>
                  </a:cubicBezTo>
                  <a:cubicBezTo>
                    <a:pt x="66" y="24"/>
                    <a:pt x="60" y="19"/>
                    <a:pt x="49" y="19"/>
                  </a:cubicBezTo>
                  <a:cubicBezTo>
                    <a:pt x="39" y="19"/>
                    <a:pt x="30" y="24"/>
                    <a:pt x="24" y="32"/>
                  </a:cubicBezTo>
                  <a:cubicBezTo>
                    <a:pt x="5" y="21"/>
                    <a:pt x="5" y="21"/>
                    <a:pt x="5" y="21"/>
                  </a:cubicBezTo>
                  <a:cubicBezTo>
                    <a:pt x="15" y="7"/>
                    <a:pt x="30" y="0"/>
                    <a:pt x="50" y="0"/>
                  </a:cubicBezTo>
                  <a:cubicBezTo>
                    <a:pt x="77" y="0"/>
                    <a:pt x="93" y="12"/>
                    <a:pt x="93" y="32"/>
                  </a:cubicBezTo>
                  <a:cubicBezTo>
                    <a:pt x="93" y="32"/>
                    <a:pt x="93" y="108"/>
                    <a:pt x="93" y="108"/>
                  </a:cubicBezTo>
                  <a:cubicBezTo>
                    <a:pt x="68" y="108"/>
                    <a:pt x="68" y="108"/>
                    <a:pt x="68" y="108"/>
                  </a:cubicBezTo>
                  <a:lnTo>
                    <a:pt x="66" y="99"/>
                  </a:lnTo>
                  <a:close/>
                  <a:moveTo>
                    <a:pt x="27" y="77"/>
                  </a:moveTo>
                  <a:cubicBezTo>
                    <a:pt x="27" y="84"/>
                    <a:pt x="31" y="90"/>
                    <a:pt x="39" y="90"/>
                  </a:cubicBezTo>
                  <a:cubicBezTo>
                    <a:pt x="48" y="90"/>
                    <a:pt x="57" y="87"/>
                    <a:pt x="65" y="79"/>
                  </a:cubicBezTo>
                  <a:cubicBezTo>
                    <a:pt x="65" y="54"/>
                    <a:pt x="65" y="54"/>
                    <a:pt x="65" y="54"/>
                  </a:cubicBezTo>
                  <a:cubicBezTo>
                    <a:pt x="39" y="57"/>
                    <a:pt x="27" y="64"/>
                    <a:pt x="27" y="7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1" name="Freeform 7"/>
            <p:cNvSpPr>
              <a:spLocks/>
            </p:cNvSpPr>
            <p:nvPr userDrawn="1"/>
          </p:nvSpPr>
          <p:spPr bwMode="auto">
            <a:xfrm>
              <a:off x="592935" y="4711701"/>
              <a:ext cx="76200" cy="87313"/>
            </a:xfrm>
            <a:custGeom>
              <a:avLst/>
              <a:gdLst>
                <a:gd name="T0" fmla="*/ 0 w 94"/>
                <a:gd name="T1" fmla="*/ 5 h 108"/>
                <a:gd name="T2" fmla="*/ 23 w 94"/>
                <a:gd name="T3" fmla="*/ 2 h 108"/>
                <a:gd name="T4" fmla="*/ 25 w 94"/>
                <a:gd name="T5" fmla="*/ 15 h 108"/>
                <a:gd name="T6" fmla="*/ 61 w 94"/>
                <a:gd name="T7" fmla="*/ 0 h 108"/>
                <a:gd name="T8" fmla="*/ 94 w 94"/>
                <a:gd name="T9" fmla="*/ 34 h 108"/>
                <a:gd name="T10" fmla="*/ 94 w 94"/>
                <a:gd name="T11" fmla="*/ 108 h 108"/>
                <a:gd name="T12" fmla="*/ 66 w 94"/>
                <a:gd name="T13" fmla="*/ 108 h 108"/>
                <a:gd name="T14" fmla="*/ 66 w 94"/>
                <a:gd name="T15" fmla="*/ 39 h 108"/>
                <a:gd name="T16" fmla="*/ 53 w 94"/>
                <a:gd name="T17" fmla="*/ 21 h 108"/>
                <a:gd name="T18" fmla="*/ 27 w 94"/>
                <a:gd name="T19" fmla="*/ 32 h 108"/>
                <a:gd name="T20" fmla="*/ 27 w 94"/>
                <a:gd name="T21" fmla="*/ 108 h 108"/>
                <a:gd name="T22" fmla="*/ 0 w 94"/>
                <a:gd name="T23" fmla="*/ 108 h 108"/>
                <a:gd name="T24" fmla="*/ 0 w 94"/>
                <a:gd name="T25" fmla="*/ 5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4" h="108">
                  <a:moveTo>
                    <a:pt x="0" y="5"/>
                  </a:moveTo>
                  <a:cubicBezTo>
                    <a:pt x="23" y="2"/>
                    <a:pt x="23" y="2"/>
                    <a:pt x="23" y="2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38" y="5"/>
                    <a:pt x="48" y="0"/>
                    <a:pt x="61" y="0"/>
                  </a:cubicBezTo>
                  <a:cubicBezTo>
                    <a:pt x="83" y="0"/>
                    <a:pt x="94" y="12"/>
                    <a:pt x="94" y="34"/>
                  </a:cubicBezTo>
                  <a:cubicBezTo>
                    <a:pt x="94" y="108"/>
                    <a:pt x="94" y="108"/>
                    <a:pt x="94" y="108"/>
                  </a:cubicBezTo>
                  <a:cubicBezTo>
                    <a:pt x="66" y="108"/>
                    <a:pt x="66" y="108"/>
                    <a:pt x="66" y="108"/>
                  </a:cubicBezTo>
                  <a:cubicBezTo>
                    <a:pt x="66" y="39"/>
                    <a:pt x="66" y="39"/>
                    <a:pt x="66" y="39"/>
                  </a:cubicBezTo>
                  <a:cubicBezTo>
                    <a:pt x="66" y="26"/>
                    <a:pt x="63" y="21"/>
                    <a:pt x="53" y="21"/>
                  </a:cubicBezTo>
                  <a:cubicBezTo>
                    <a:pt x="45" y="21"/>
                    <a:pt x="36" y="24"/>
                    <a:pt x="27" y="32"/>
                  </a:cubicBezTo>
                  <a:cubicBezTo>
                    <a:pt x="27" y="108"/>
                    <a:pt x="27" y="108"/>
                    <a:pt x="27" y="108"/>
                  </a:cubicBezTo>
                  <a:cubicBezTo>
                    <a:pt x="0" y="108"/>
                    <a:pt x="0" y="108"/>
                    <a:pt x="0" y="108"/>
                  </a:cubicBezTo>
                  <a:lnTo>
                    <a:pt x="0" y="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2" name="Freeform 8"/>
            <p:cNvSpPr>
              <a:spLocks noEditPoints="1"/>
            </p:cNvSpPr>
            <p:nvPr userDrawn="1"/>
          </p:nvSpPr>
          <p:spPr bwMode="auto">
            <a:xfrm>
              <a:off x="778673" y="4711701"/>
              <a:ext cx="79375" cy="88900"/>
            </a:xfrm>
            <a:custGeom>
              <a:avLst/>
              <a:gdLst>
                <a:gd name="T0" fmla="*/ 50 w 98"/>
                <a:gd name="T1" fmla="*/ 110 h 110"/>
                <a:gd name="T2" fmla="*/ 0 w 98"/>
                <a:gd name="T3" fmla="*/ 55 h 110"/>
                <a:gd name="T4" fmla="*/ 49 w 98"/>
                <a:gd name="T5" fmla="*/ 0 h 110"/>
                <a:gd name="T6" fmla="*/ 98 w 98"/>
                <a:gd name="T7" fmla="*/ 54 h 110"/>
                <a:gd name="T8" fmla="*/ 97 w 98"/>
                <a:gd name="T9" fmla="*/ 59 h 110"/>
                <a:gd name="T10" fmla="*/ 27 w 98"/>
                <a:gd name="T11" fmla="*/ 59 h 110"/>
                <a:gd name="T12" fmla="*/ 52 w 98"/>
                <a:gd name="T13" fmla="*/ 89 h 110"/>
                <a:gd name="T14" fmla="*/ 76 w 98"/>
                <a:gd name="T15" fmla="*/ 76 h 110"/>
                <a:gd name="T16" fmla="*/ 96 w 98"/>
                <a:gd name="T17" fmla="*/ 87 h 110"/>
                <a:gd name="T18" fmla="*/ 50 w 98"/>
                <a:gd name="T19" fmla="*/ 110 h 110"/>
                <a:gd name="T20" fmla="*/ 70 w 98"/>
                <a:gd name="T21" fmla="*/ 41 h 110"/>
                <a:gd name="T22" fmla="*/ 49 w 98"/>
                <a:gd name="T23" fmla="*/ 19 h 110"/>
                <a:gd name="T24" fmla="*/ 28 w 98"/>
                <a:gd name="T25" fmla="*/ 41 h 110"/>
                <a:gd name="T26" fmla="*/ 70 w 98"/>
                <a:gd name="T27" fmla="*/ 41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98" h="110">
                  <a:moveTo>
                    <a:pt x="50" y="110"/>
                  </a:moveTo>
                  <a:cubicBezTo>
                    <a:pt x="19" y="110"/>
                    <a:pt x="0" y="90"/>
                    <a:pt x="0" y="55"/>
                  </a:cubicBezTo>
                  <a:cubicBezTo>
                    <a:pt x="0" y="20"/>
                    <a:pt x="19" y="0"/>
                    <a:pt x="49" y="0"/>
                  </a:cubicBezTo>
                  <a:cubicBezTo>
                    <a:pt x="80" y="0"/>
                    <a:pt x="98" y="20"/>
                    <a:pt x="98" y="54"/>
                  </a:cubicBezTo>
                  <a:cubicBezTo>
                    <a:pt x="98" y="56"/>
                    <a:pt x="97" y="57"/>
                    <a:pt x="97" y="59"/>
                  </a:cubicBezTo>
                  <a:cubicBezTo>
                    <a:pt x="27" y="59"/>
                    <a:pt x="27" y="59"/>
                    <a:pt x="27" y="59"/>
                  </a:cubicBezTo>
                  <a:cubicBezTo>
                    <a:pt x="28" y="79"/>
                    <a:pt x="36" y="89"/>
                    <a:pt x="52" y="89"/>
                  </a:cubicBezTo>
                  <a:cubicBezTo>
                    <a:pt x="63" y="89"/>
                    <a:pt x="70" y="85"/>
                    <a:pt x="76" y="76"/>
                  </a:cubicBezTo>
                  <a:cubicBezTo>
                    <a:pt x="96" y="87"/>
                    <a:pt x="96" y="87"/>
                    <a:pt x="96" y="87"/>
                  </a:cubicBezTo>
                  <a:cubicBezTo>
                    <a:pt x="87" y="102"/>
                    <a:pt x="71" y="110"/>
                    <a:pt x="50" y="110"/>
                  </a:cubicBezTo>
                  <a:close/>
                  <a:moveTo>
                    <a:pt x="70" y="41"/>
                  </a:moveTo>
                  <a:cubicBezTo>
                    <a:pt x="70" y="27"/>
                    <a:pt x="62" y="19"/>
                    <a:pt x="49" y="19"/>
                  </a:cubicBezTo>
                  <a:cubicBezTo>
                    <a:pt x="37" y="19"/>
                    <a:pt x="29" y="27"/>
                    <a:pt x="28" y="41"/>
                  </a:cubicBezTo>
                  <a:lnTo>
                    <a:pt x="70" y="4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3" name="Freeform 9"/>
            <p:cNvSpPr>
              <a:spLocks noEditPoints="1"/>
            </p:cNvSpPr>
            <p:nvPr userDrawn="1"/>
          </p:nvSpPr>
          <p:spPr bwMode="auto">
            <a:xfrm>
              <a:off x="346873" y="4711701"/>
              <a:ext cx="84138" cy="88900"/>
            </a:xfrm>
            <a:custGeom>
              <a:avLst/>
              <a:gdLst>
                <a:gd name="T0" fmla="*/ 52 w 104"/>
                <a:gd name="T1" fmla="*/ 111 h 111"/>
                <a:gd name="T2" fmla="*/ 0 w 104"/>
                <a:gd name="T3" fmla="*/ 55 h 111"/>
                <a:gd name="T4" fmla="*/ 52 w 104"/>
                <a:gd name="T5" fmla="*/ 0 h 111"/>
                <a:gd name="T6" fmla="*/ 104 w 104"/>
                <a:gd name="T7" fmla="*/ 55 h 111"/>
                <a:gd name="T8" fmla="*/ 52 w 104"/>
                <a:gd name="T9" fmla="*/ 111 h 111"/>
                <a:gd name="T10" fmla="*/ 52 w 104"/>
                <a:gd name="T11" fmla="*/ 23 h 111"/>
                <a:gd name="T12" fmla="*/ 28 w 104"/>
                <a:gd name="T13" fmla="*/ 55 h 111"/>
                <a:gd name="T14" fmla="*/ 52 w 104"/>
                <a:gd name="T15" fmla="*/ 87 h 111"/>
                <a:gd name="T16" fmla="*/ 77 w 104"/>
                <a:gd name="T17" fmla="*/ 55 h 111"/>
                <a:gd name="T18" fmla="*/ 52 w 104"/>
                <a:gd name="T19" fmla="*/ 23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4" h="111">
                  <a:moveTo>
                    <a:pt x="52" y="111"/>
                  </a:moveTo>
                  <a:cubicBezTo>
                    <a:pt x="25" y="111"/>
                    <a:pt x="0" y="93"/>
                    <a:pt x="0" y="55"/>
                  </a:cubicBezTo>
                  <a:cubicBezTo>
                    <a:pt x="0" y="17"/>
                    <a:pt x="25" y="0"/>
                    <a:pt x="52" y="0"/>
                  </a:cubicBezTo>
                  <a:cubicBezTo>
                    <a:pt x="79" y="0"/>
                    <a:pt x="104" y="17"/>
                    <a:pt x="104" y="55"/>
                  </a:cubicBezTo>
                  <a:cubicBezTo>
                    <a:pt x="104" y="93"/>
                    <a:pt x="79" y="111"/>
                    <a:pt x="52" y="111"/>
                  </a:cubicBezTo>
                  <a:close/>
                  <a:moveTo>
                    <a:pt x="52" y="23"/>
                  </a:moveTo>
                  <a:cubicBezTo>
                    <a:pt x="31" y="23"/>
                    <a:pt x="28" y="42"/>
                    <a:pt x="28" y="55"/>
                  </a:cubicBezTo>
                  <a:cubicBezTo>
                    <a:pt x="28" y="69"/>
                    <a:pt x="31" y="87"/>
                    <a:pt x="52" y="87"/>
                  </a:cubicBezTo>
                  <a:cubicBezTo>
                    <a:pt x="73" y="87"/>
                    <a:pt x="77" y="69"/>
                    <a:pt x="77" y="55"/>
                  </a:cubicBezTo>
                  <a:cubicBezTo>
                    <a:pt x="77" y="42"/>
                    <a:pt x="73" y="23"/>
                    <a:pt x="52" y="2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4" name="Freeform 10"/>
            <p:cNvSpPr>
              <a:spLocks/>
            </p:cNvSpPr>
            <p:nvPr userDrawn="1"/>
          </p:nvSpPr>
          <p:spPr bwMode="auto">
            <a:xfrm>
              <a:off x="446885" y="4711701"/>
              <a:ext cx="47625" cy="87313"/>
            </a:xfrm>
            <a:custGeom>
              <a:avLst/>
              <a:gdLst>
                <a:gd name="T0" fmla="*/ 0 w 59"/>
                <a:gd name="T1" fmla="*/ 3 h 108"/>
                <a:gd name="T2" fmla="*/ 26 w 59"/>
                <a:gd name="T3" fmla="*/ 3 h 108"/>
                <a:gd name="T4" fmla="*/ 26 w 59"/>
                <a:gd name="T5" fmla="*/ 15 h 108"/>
                <a:gd name="T6" fmla="*/ 55 w 59"/>
                <a:gd name="T7" fmla="*/ 0 h 108"/>
                <a:gd name="T8" fmla="*/ 59 w 59"/>
                <a:gd name="T9" fmla="*/ 1 h 108"/>
                <a:gd name="T10" fmla="*/ 59 w 59"/>
                <a:gd name="T11" fmla="*/ 27 h 108"/>
                <a:gd name="T12" fmla="*/ 58 w 59"/>
                <a:gd name="T13" fmla="*/ 27 h 108"/>
                <a:gd name="T14" fmla="*/ 28 w 59"/>
                <a:gd name="T15" fmla="*/ 38 h 108"/>
                <a:gd name="T16" fmla="*/ 28 w 59"/>
                <a:gd name="T17" fmla="*/ 108 h 108"/>
                <a:gd name="T18" fmla="*/ 0 w 59"/>
                <a:gd name="T19" fmla="*/ 108 h 108"/>
                <a:gd name="T20" fmla="*/ 0 w 59"/>
                <a:gd name="T21" fmla="*/ 3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9" h="108">
                  <a:moveTo>
                    <a:pt x="0" y="3"/>
                  </a:moveTo>
                  <a:cubicBezTo>
                    <a:pt x="26" y="3"/>
                    <a:pt x="26" y="3"/>
                    <a:pt x="26" y="3"/>
                  </a:cubicBezTo>
                  <a:cubicBezTo>
                    <a:pt x="26" y="15"/>
                    <a:pt x="26" y="15"/>
                    <a:pt x="26" y="15"/>
                  </a:cubicBezTo>
                  <a:cubicBezTo>
                    <a:pt x="31" y="8"/>
                    <a:pt x="44" y="0"/>
                    <a:pt x="55" y="0"/>
                  </a:cubicBezTo>
                  <a:cubicBezTo>
                    <a:pt x="57" y="0"/>
                    <a:pt x="58" y="0"/>
                    <a:pt x="59" y="1"/>
                  </a:cubicBezTo>
                  <a:cubicBezTo>
                    <a:pt x="59" y="27"/>
                    <a:pt x="59" y="27"/>
                    <a:pt x="59" y="27"/>
                  </a:cubicBezTo>
                  <a:cubicBezTo>
                    <a:pt x="59" y="27"/>
                    <a:pt x="58" y="27"/>
                    <a:pt x="58" y="27"/>
                  </a:cubicBezTo>
                  <a:cubicBezTo>
                    <a:pt x="46" y="27"/>
                    <a:pt x="32" y="28"/>
                    <a:pt x="28" y="38"/>
                  </a:cubicBezTo>
                  <a:cubicBezTo>
                    <a:pt x="28" y="108"/>
                    <a:pt x="28" y="108"/>
                    <a:pt x="28" y="108"/>
                  </a:cubicBezTo>
                  <a:cubicBezTo>
                    <a:pt x="0" y="108"/>
                    <a:pt x="0" y="108"/>
                    <a:pt x="0" y="108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5" name="Freeform 11"/>
            <p:cNvSpPr>
              <a:spLocks noEditPoints="1"/>
            </p:cNvSpPr>
            <p:nvPr userDrawn="1"/>
          </p:nvSpPr>
          <p:spPr bwMode="auto">
            <a:xfrm>
              <a:off x="685010" y="4711701"/>
              <a:ext cx="79375" cy="120650"/>
            </a:xfrm>
            <a:custGeom>
              <a:avLst/>
              <a:gdLst>
                <a:gd name="T0" fmla="*/ 49 w 98"/>
                <a:gd name="T1" fmla="*/ 85 h 149"/>
                <a:gd name="T2" fmla="*/ 72 w 98"/>
                <a:gd name="T3" fmla="*/ 50 h 149"/>
                <a:gd name="T4" fmla="*/ 49 w 98"/>
                <a:gd name="T5" fmla="*/ 20 h 149"/>
                <a:gd name="T6" fmla="*/ 28 w 98"/>
                <a:gd name="T7" fmla="*/ 51 h 149"/>
                <a:gd name="T8" fmla="*/ 49 w 98"/>
                <a:gd name="T9" fmla="*/ 85 h 149"/>
                <a:gd name="T10" fmla="*/ 98 w 98"/>
                <a:gd name="T11" fmla="*/ 2 h 149"/>
                <a:gd name="T12" fmla="*/ 98 w 98"/>
                <a:gd name="T13" fmla="*/ 102 h 149"/>
                <a:gd name="T14" fmla="*/ 47 w 98"/>
                <a:gd name="T15" fmla="*/ 149 h 149"/>
                <a:gd name="T16" fmla="*/ 3 w 98"/>
                <a:gd name="T17" fmla="*/ 123 h 149"/>
                <a:gd name="T18" fmla="*/ 30 w 98"/>
                <a:gd name="T19" fmla="*/ 118 h 149"/>
                <a:gd name="T20" fmla="*/ 50 w 98"/>
                <a:gd name="T21" fmla="*/ 128 h 149"/>
                <a:gd name="T22" fmla="*/ 72 w 98"/>
                <a:gd name="T23" fmla="*/ 105 h 149"/>
                <a:gd name="T24" fmla="*/ 72 w 98"/>
                <a:gd name="T25" fmla="*/ 93 h 149"/>
                <a:gd name="T26" fmla="*/ 71 w 98"/>
                <a:gd name="T27" fmla="*/ 92 h 149"/>
                <a:gd name="T28" fmla="*/ 44 w 98"/>
                <a:gd name="T29" fmla="*/ 108 h 149"/>
                <a:gd name="T30" fmla="*/ 0 w 98"/>
                <a:gd name="T31" fmla="*/ 55 h 149"/>
                <a:gd name="T32" fmla="*/ 42 w 98"/>
                <a:gd name="T33" fmla="*/ 0 h 149"/>
                <a:gd name="T34" fmla="*/ 73 w 98"/>
                <a:gd name="T35" fmla="*/ 15 h 149"/>
                <a:gd name="T36" fmla="*/ 73 w 98"/>
                <a:gd name="T37" fmla="*/ 15 h 149"/>
                <a:gd name="T38" fmla="*/ 75 w 98"/>
                <a:gd name="T39" fmla="*/ 2 h 149"/>
                <a:gd name="T40" fmla="*/ 98 w 98"/>
                <a:gd name="T41" fmla="*/ 2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98" h="149">
                  <a:moveTo>
                    <a:pt x="49" y="85"/>
                  </a:moveTo>
                  <a:cubicBezTo>
                    <a:pt x="70" y="85"/>
                    <a:pt x="72" y="64"/>
                    <a:pt x="72" y="50"/>
                  </a:cubicBezTo>
                  <a:cubicBezTo>
                    <a:pt x="72" y="33"/>
                    <a:pt x="64" y="20"/>
                    <a:pt x="49" y="20"/>
                  </a:cubicBezTo>
                  <a:cubicBezTo>
                    <a:pt x="39" y="20"/>
                    <a:pt x="28" y="27"/>
                    <a:pt x="28" y="51"/>
                  </a:cubicBezTo>
                  <a:cubicBezTo>
                    <a:pt x="28" y="64"/>
                    <a:pt x="29" y="85"/>
                    <a:pt x="49" y="85"/>
                  </a:cubicBezTo>
                  <a:close/>
                  <a:moveTo>
                    <a:pt x="98" y="2"/>
                  </a:moveTo>
                  <a:cubicBezTo>
                    <a:pt x="98" y="102"/>
                    <a:pt x="98" y="102"/>
                    <a:pt x="98" y="102"/>
                  </a:cubicBezTo>
                  <a:cubicBezTo>
                    <a:pt x="98" y="119"/>
                    <a:pt x="97" y="148"/>
                    <a:pt x="47" y="149"/>
                  </a:cubicBezTo>
                  <a:cubicBezTo>
                    <a:pt x="26" y="149"/>
                    <a:pt x="7" y="141"/>
                    <a:pt x="3" y="123"/>
                  </a:cubicBezTo>
                  <a:cubicBezTo>
                    <a:pt x="30" y="118"/>
                    <a:pt x="30" y="118"/>
                    <a:pt x="30" y="118"/>
                  </a:cubicBezTo>
                  <a:cubicBezTo>
                    <a:pt x="32" y="123"/>
                    <a:pt x="35" y="128"/>
                    <a:pt x="50" y="128"/>
                  </a:cubicBezTo>
                  <a:cubicBezTo>
                    <a:pt x="65" y="128"/>
                    <a:pt x="72" y="122"/>
                    <a:pt x="72" y="105"/>
                  </a:cubicBezTo>
                  <a:cubicBezTo>
                    <a:pt x="72" y="93"/>
                    <a:pt x="72" y="93"/>
                    <a:pt x="72" y="93"/>
                  </a:cubicBezTo>
                  <a:cubicBezTo>
                    <a:pt x="71" y="92"/>
                    <a:pt x="71" y="92"/>
                    <a:pt x="71" y="92"/>
                  </a:cubicBezTo>
                  <a:cubicBezTo>
                    <a:pt x="67" y="100"/>
                    <a:pt x="60" y="108"/>
                    <a:pt x="44" y="108"/>
                  </a:cubicBezTo>
                  <a:cubicBezTo>
                    <a:pt x="19" y="108"/>
                    <a:pt x="0" y="91"/>
                    <a:pt x="0" y="55"/>
                  </a:cubicBezTo>
                  <a:cubicBezTo>
                    <a:pt x="0" y="20"/>
                    <a:pt x="20" y="0"/>
                    <a:pt x="42" y="0"/>
                  </a:cubicBezTo>
                  <a:cubicBezTo>
                    <a:pt x="63" y="0"/>
                    <a:pt x="71" y="10"/>
                    <a:pt x="73" y="15"/>
                  </a:cubicBezTo>
                  <a:cubicBezTo>
                    <a:pt x="73" y="15"/>
                    <a:pt x="73" y="15"/>
                    <a:pt x="73" y="15"/>
                  </a:cubicBezTo>
                  <a:cubicBezTo>
                    <a:pt x="75" y="2"/>
                    <a:pt x="75" y="2"/>
                    <a:pt x="75" y="2"/>
                  </a:cubicBezTo>
                  <a:lnTo>
                    <a:pt x="98" y="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6" name="Freeform 12"/>
            <p:cNvSpPr>
              <a:spLocks noEditPoints="1"/>
            </p:cNvSpPr>
            <p:nvPr userDrawn="1"/>
          </p:nvSpPr>
          <p:spPr bwMode="auto">
            <a:xfrm>
              <a:off x="843760" y="4681538"/>
              <a:ext cx="58738" cy="26988"/>
            </a:xfrm>
            <a:custGeom>
              <a:avLst/>
              <a:gdLst>
                <a:gd name="T0" fmla="*/ 14 w 37"/>
                <a:gd name="T1" fmla="*/ 2 h 17"/>
                <a:gd name="T2" fmla="*/ 9 w 37"/>
                <a:gd name="T3" fmla="*/ 2 h 17"/>
                <a:gd name="T4" fmla="*/ 9 w 37"/>
                <a:gd name="T5" fmla="*/ 17 h 17"/>
                <a:gd name="T6" fmla="*/ 6 w 37"/>
                <a:gd name="T7" fmla="*/ 17 h 17"/>
                <a:gd name="T8" fmla="*/ 6 w 37"/>
                <a:gd name="T9" fmla="*/ 2 h 17"/>
                <a:gd name="T10" fmla="*/ 0 w 37"/>
                <a:gd name="T11" fmla="*/ 2 h 17"/>
                <a:gd name="T12" fmla="*/ 0 w 37"/>
                <a:gd name="T13" fmla="*/ 0 h 17"/>
                <a:gd name="T14" fmla="*/ 14 w 37"/>
                <a:gd name="T15" fmla="*/ 0 h 17"/>
                <a:gd name="T16" fmla="*/ 14 w 37"/>
                <a:gd name="T17" fmla="*/ 2 h 17"/>
                <a:gd name="T18" fmla="*/ 37 w 37"/>
                <a:gd name="T19" fmla="*/ 17 h 17"/>
                <a:gd name="T20" fmla="*/ 34 w 37"/>
                <a:gd name="T21" fmla="*/ 17 h 17"/>
                <a:gd name="T22" fmla="*/ 34 w 37"/>
                <a:gd name="T23" fmla="*/ 2 h 17"/>
                <a:gd name="T24" fmla="*/ 34 w 37"/>
                <a:gd name="T25" fmla="*/ 2 h 17"/>
                <a:gd name="T26" fmla="*/ 29 w 37"/>
                <a:gd name="T27" fmla="*/ 17 h 17"/>
                <a:gd name="T28" fmla="*/ 27 w 37"/>
                <a:gd name="T29" fmla="*/ 17 h 17"/>
                <a:gd name="T30" fmla="*/ 21 w 37"/>
                <a:gd name="T31" fmla="*/ 2 h 17"/>
                <a:gd name="T32" fmla="*/ 20 w 37"/>
                <a:gd name="T33" fmla="*/ 2 h 17"/>
                <a:gd name="T34" fmla="*/ 20 w 37"/>
                <a:gd name="T35" fmla="*/ 17 h 17"/>
                <a:gd name="T36" fmla="*/ 18 w 37"/>
                <a:gd name="T37" fmla="*/ 17 h 17"/>
                <a:gd name="T38" fmla="*/ 18 w 37"/>
                <a:gd name="T39" fmla="*/ 0 h 17"/>
                <a:gd name="T40" fmla="*/ 22 w 37"/>
                <a:gd name="T41" fmla="*/ 0 h 17"/>
                <a:gd name="T42" fmla="*/ 28 w 37"/>
                <a:gd name="T43" fmla="*/ 13 h 17"/>
                <a:gd name="T44" fmla="*/ 33 w 37"/>
                <a:gd name="T45" fmla="*/ 0 h 17"/>
                <a:gd name="T46" fmla="*/ 37 w 37"/>
                <a:gd name="T47" fmla="*/ 0 h 17"/>
                <a:gd name="T48" fmla="*/ 37 w 37"/>
                <a:gd name="T4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37" h="17">
                  <a:moveTo>
                    <a:pt x="14" y="2"/>
                  </a:moveTo>
                  <a:lnTo>
                    <a:pt x="9" y="2"/>
                  </a:lnTo>
                  <a:lnTo>
                    <a:pt x="9" y="17"/>
                  </a:lnTo>
                  <a:lnTo>
                    <a:pt x="6" y="17"/>
                  </a:lnTo>
                  <a:lnTo>
                    <a:pt x="6" y="2"/>
                  </a:lnTo>
                  <a:lnTo>
                    <a:pt x="0" y="2"/>
                  </a:lnTo>
                  <a:lnTo>
                    <a:pt x="0" y="0"/>
                  </a:lnTo>
                  <a:lnTo>
                    <a:pt x="14" y="0"/>
                  </a:lnTo>
                  <a:lnTo>
                    <a:pt x="14" y="2"/>
                  </a:lnTo>
                  <a:close/>
                  <a:moveTo>
                    <a:pt x="37" y="17"/>
                  </a:moveTo>
                  <a:lnTo>
                    <a:pt x="34" y="17"/>
                  </a:lnTo>
                  <a:lnTo>
                    <a:pt x="34" y="2"/>
                  </a:lnTo>
                  <a:lnTo>
                    <a:pt x="34" y="2"/>
                  </a:lnTo>
                  <a:lnTo>
                    <a:pt x="29" y="17"/>
                  </a:lnTo>
                  <a:lnTo>
                    <a:pt x="27" y="17"/>
                  </a:lnTo>
                  <a:lnTo>
                    <a:pt x="21" y="2"/>
                  </a:lnTo>
                  <a:lnTo>
                    <a:pt x="20" y="2"/>
                  </a:lnTo>
                  <a:lnTo>
                    <a:pt x="20" y="17"/>
                  </a:lnTo>
                  <a:lnTo>
                    <a:pt x="18" y="17"/>
                  </a:lnTo>
                  <a:lnTo>
                    <a:pt x="18" y="0"/>
                  </a:lnTo>
                  <a:lnTo>
                    <a:pt x="22" y="0"/>
                  </a:lnTo>
                  <a:lnTo>
                    <a:pt x="28" y="13"/>
                  </a:lnTo>
                  <a:lnTo>
                    <a:pt x="33" y="0"/>
                  </a:lnTo>
                  <a:lnTo>
                    <a:pt x="37" y="0"/>
                  </a:lnTo>
                  <a:lnTo>
                    <a:pt x="37" y="1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7470941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 hasCustomPrompt="1"/>
          </p:nvPr>
        </p:nvSpPr>
        <p:spPr>
          <a:xfrm>
            <a:off x="313209" y="268292"/>
            <a:ext cx="8519642" cy="4284658"/>
          </a:xfrm>
        </p:spPr>
        <p:txBody>
          <a:bodyPr/>
          <a:lstStyle>
            <a:lvl1pPr>
              <a:spcBef>
                <a:spcPts val="0"/>
              </a:spcBef>
              <a:defRPr sz="3000"/>
            </a:lvl1pPr>
            <a:lvl2pPr marL="361950" indent="-361950">
              <a:spcBef>
                <a:spcPts val="0"/>
              </a:spcBef>
              <a:buClrTx/>
              <a:buSzPct val="100000"/>
              <a:buFont typeface="+mj-lt"/>
              <a:buAutoNum type="arabicPeriod"/>
              <a:defRPr sz="3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contents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4" name="TextBox 3"/>
          <p:cNvSpPr txBox="1"/>
          <p:nvPr userDrawn="1"/>
        </p:nvSpPr>
        <p:spPr>
          <a:xfrm>
            <a:off x="619545" y="4749146"/>
            <a:ext cx="900888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0" lang="en-GB" sz="800" b="0" i="0" u="none" strike="noStrike" kern="1200" cap="none" spc="0" normalizeH="0" baseline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Helvetica 75 Bold" panose="020B0804020202020204" pitchFamily="34" charset="0"/>
                <a:ea typeface="+mn-ea"/>
                <a:cs typeface="+mn-cs"/>
              </a:rPr>
              <a:t>Orange Restricted</a:t>
            </a:r>
          </a:p>
        </p:txBody>
      </p:sp>
    </p:spTree>
    <p:extLst>
      <p:ext uri="{BB962C8B-B14F-4D97-AF65-F5344CB8AC3E}">
        <p14:creationId xmlns:p14="http://schemas.microsoft.com/office/powerpoint/2010/main" val="2127742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2" hasCustomPrompt="1"/>
          </p:nvPr>
        </p:nvSpPr>
        <p:spPr>
          <a:xfrm>
            <a:off x="313769" y="268288"/>
            <a:ext cx="6096839" cy="4284662"/>
          </a:xfrm>
        </p:spPr>
        <p:txBody>
          <a:bodyPr>
            <a:normAutofit/>
          </a:bodyPr>
          <a:lstStyle>
            <a:lvl1pPr>
              <a:lnSpc>
                <a:spcPct val="85000"/>
              </a:lnSpc>
              <a:spcBef>
                <a:spcPts val="0"/>
              </a:spcBef>
              <a:buNone/>
              <a:defRPr sz="5500" baseline="0"/>
            </a:lvl1pPr>
            <a:lvl2pPr>
              <a:lnSpc>
                <a:spcPct val="85000"/>
              </a:lnSpc>
              <a:spcBef>
                <a:spcPts val="0"/>
              </a:spcBef>
              <a:defRPr sz="5500"/>
            </a:lvl2pPr>
            <a:lvl3pPr>
              <a:defRPr sz="5500"/>
            </a:lvl3pPr>
            <a:lvl4pPr>
              <a:defRPr sz="5500"/>
            </a:lvl4pPr>
            <a:lvl5pPr>
              <a:defRPr sz="5500"/>
            </a:lvl5pPr>
          </a:lstStyle>
          <a:p>
            <a:pPr lvl="0"/>
            <a:r>
              <a:rPr lang="en-US" dirty="0"/>
              <a:t>Click to edit section number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4" name="TextBox 3"/>
          <p:cNvSpPr txBox="1"/>
          <p:nvPr userDrawn="1"/>
        </p:nvSpPr>
        <p:spPr>
          <a:xfrm>
            <a:off x="619545" y="4749146"/>
            <a:ext cx="900888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0" lang="en-GB" sz="800" b="0" i="0" u="none" strike="noStrike" kern="1200" cap="none" spc="0" normalizeH="0" baseline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Helvetica 75 Bold" panose="020B0804020202020204" pitchFamily="34" charset="0"/>
                <a:ea typeface="+mn-ea"/>
                <a:cs typeface="+mn-cs"/>
              </a:rPr>
              <a:t>Orange Restricted</a:t>
            </a:r>
          </a:p>
        </p:txBody>
      </p:sp>
    </p:spTree>
    <p:extLst>
      <p:ext uri="{BB962C8B-B14F-4D97-AF65-F5344CB8AC3E}">
        <p14:creationId xmlns:p14="http://schemas.microsoft.com/office/powerpoint/2010/main" val="6248081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13200" y="1183698"/>
            <a:ext cx="3968055" cy="3369252"/>
          </a:xfrm>
        </p:spPr>
        <p:txBody>
          <a:bodyPr>
            <a:normAutofit/>
          </a:bodyPr>
          <a:lstStyle>
            <a:lvl1pPr>
              <a:defRPr sz="1400" baseline="0"/>
            </a:lvl1pPr>
            <a:lvl2pPr>
              <a:defRPr sz="1400" baseline="0">
                <a:solidFill>
                  <a:schemeClr val="tx1"/>
                </a:solidFill>
              </a:defRPr>
            </a:lvl2pPr>
            <a:lvl3pPr>
              <a:defRPr sz="1400" baseline="0">
                <a:solidFill>
                  <a:schemeClr val="tx1"/>
                </a:solidFill>
              </a:defRPr>
            </a:lvl3pPr>
            <a:lvl4pPr>
              <a:defRPr sz="1400" baseline="0">
                <a:solidFill>
                  <a:schemeClr val="tx1"/>
                </a:solidFill>
              </a:defRPr>
            </a:lvl4pPr>
            <a:lvl5pPr>
              <a:defRPr sz="1400" baseline="0">
                <a:solidFill>
                  <a:schemeClr val="tx1"/>
                </a:solidFill>
              </a:defRPr>
            </a:lvl5pPr>
            <a:lvl6pPr>
              <a:defRPr sz="14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864795" y="1183698"/>
            <a:ext cx="3968055" cy="3364418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  <a:lvl6pPr>
              <a:defRPr sz="14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  <a:endParaRPr lang="en-GB" dirty="0"/>
          </a:p>
        </p:txBody>
      </p:sp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>
          <a:xfrm>
            <a:off x="313200" y="268288"/>
            <a:ext cx="8519650" cy="741362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title</a:t>
            </a:r>
            <a:endParaRPr lang="en-GB" dirty="0"/>
          </a:p>
        </p:txBody>
      </p:sp>
      <p:sp>
        <p:nvSpPr>
          <p:cNvPr id="6" name="TextBox 5"/>
          <p:cNvSpPr txBox="1"/>
          <p:nvPr userDrawn="1"/>
        </p:nvSpPr>
        <p:spPr>
          <a:xfrm>
            <a:off x="619545" y="4749146"/>
            <a:ext cx="900888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0" lang="en-GB" sz="800" b="0" i="0" u="none" strike="noStrike" kern="1200" cap="none" spc="0" normalizeH="0" baseline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Helvetica 75 Bold" panose="020B0804020202020204" pitchFamily="34" charset="0"/>
                <a:ea typeface="+mn-ea"/>
                <a:cs typeface="+mn-cs"/>
              </a:rPr>
              <a:t>Orange Restricted</a:t>
            </a:r>
          </a:p>
        </p:txBody>
      </p:sp>
    </p:spTree>
    <p:extLst>
      <p:ext uri="{BB962C8B-B14F-4D97-AF65-F5344CB8AC3E}">
        <p14:creationId xmlns:p14="http://schemas.microsoft.com/office/powerpoint/2010/main" val="36686543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title</a:t>
            </a:r>
            <a:endParaRPr lang="en-GB" dirty="0"/>
          </a:p>
        </p:txBody>
      </p:sp>
      <p:sp>
        <p:nvSpPr>
          <p:cNvPr id="5" name="TextBox 4"/>
          <p:cNvSpPr txBox="1"/>
          <p:nvPr userDrawn="1"/>
        </p:nvSpPr>
        <p:spPr>
          <a:xfrm>
            <a:off x="619545" y="4749146"/>
            <a:ext cx="900888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0" lang="en-GB" sz="800" b="0" i="0" u="none" strike="noStrike" kern="1200" cap="none" spc="0" normalizeH="0" baseline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Helvetica 75 Bold" panose="020B0804020202020204" pitchFamily="34" charset="0"/>
                <a:ea typeface="+mn-ea"/>
                <a:cs typeface="+mn-cs"/>
              </a:rPr>
              <a:t>Orange Restricted</a:t>
            </a:r>
          </a:p>
        </p:txBody>
      </p:sp>
    </p:spTree>
    <p:extLst>
      <p:ext uri="{BB962C8B-B14F-4D97-AF65-F5344CB8AC3E}">
        <p14:creationId xmlns:p14="http://schemas.microsoft.com/office/powerpoint/2010/main" val="41992848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Media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9144000" cy="51435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solidFill>
                  <a:srgbClr val="000000"/>
                </a:solidFill>
              </a:defRPr>
            </a:lvl1pPr>
          </a:lstStyle>
          <a:p>
            <a:r>
              <a:rPr lang="en-US" dirty="0"/>
              <a:t>Click to edit title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18810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619545" y="4749146"/>
            <a:ext cx="900888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0" lang="en-GB" sz="800" b="0" i="0" u="none" strike="noStrike" kern="1200" cap="none" spc="0" normalizeH="0" baseline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Helvetica 75 Bold" panose="020B0804020202020204" pitchFamily="34" charset="0"/>
                <a:ea typeface="+mn-ea"/>
                <a:cs typeface="+mn-cs"/>
              </a:rPr>
              <a:t>Orange Restricted</a:t>
            </a:r>
          </a:p>
        </p:txBody>
      </p:sp>
    </p:spTree>
    <p:extLst>
      <p:ext uri="{BB962C8B-B14F-4D97-AF65-F5344CB8AC3E}">
        <p14:creationId xmlns:p14="http://schemas.microsoft.com/office/powerpoint/2010/main" val="363002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13200" y="268288"/>
            <a:ext cx="8516475" cy="74136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title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3200" y="1183484"/>
            <a:ext cx="8516475" cy="336946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GB" dirty="0"/>
              <a:t>Sixth level</a:t>
            </a:r>
          </a:p>
        </p:txBody>
      </p:sp>
      <p:sp>
        <p:nvSpPr>
          <p:cNvPr id="9" name="Text Placeholder 10"/>
          <p:cNvSpPr txBox="1">
            <a:spLocks/>
          </p:cNvSpPr>
          <p:nvPr/>
        </p:nvSpPr>
        <p:spPr>
          <a:xfrm>
            <a:off x="314325" y="4535485"/>
            <a:ext cx="275010" cy="334961"/>
          </a:xfrm>
          <a:prstGeom prst="rect">
            <a:avLst/>
          </a:prstGeom>
        </p:spPr>
        <p:txBody>
          <a:bodyPr wrap="square" lIns="7200" tIns="0" rIns="0" bIns="0" anchor="b">
            <a:normAutofit/>
          </a:bodyPr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chemeClr val="tx1"/>
              </a:buClr>
              <a:buSzTx/>
              <a:buFont typeface="Helvetica 75" panose="020B0804020202020204" pitchFamily="34" charset="0"/>
              <a:buNone/>
              <a:tabLst/>
              <a:defRPr lang="fr-FR" sz="1200" kern="1200" baseline="0" dirty="0" smtClean="0">
                <a:solidFill>
                  <a:schemeClr val="tx1">
                    <a:lumMod val="50000"/>
                  </a:schemeClr>
                </a:solidFill>
                <a:latin typeface="Helvetica 75" panose="020B0804020202020204" pitchFamily="34" charset="0"/>
                <a:ea typeface="+mn-ea"/>
                <a:cs typeface="+mn-cs"/>
              </a:defRPr>
            </a:lvl1pPr>
            <a:lvl2pPr marL="688975" indent="-231775" algn="l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Font typeface="Helvetica 45 Light" pitchFamily="34" charset="0"/>
              <a:buChar char="–"/>
              <a:defRPr lang="fr-FR" sz="2000" kern="1200" baseline="0" dirty="0" smtClean="0">
                <a:solidFill>
                  <a:schemeClr val="tx1"/>
                </a:solidFill>
                <a:latin typeface="Helvetica 75" panose="020B0804020202020204" pitchFamily="34" charset="0"/>
                <a:ea typeface="+mn-ea"/>
                <a:cs typeface="+mn-cs"/>
              </a:defRPr>
            </a:lvl2pPr>
            <a:lvl3pPr marL="1244600" indent="-285750" algn="l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Font typeface="Helvetica 45 Light" pitchFamily="34" charset="0"/>
              <a:buChar char="–"/>
              <a:defRPr lang="fr-FR" sz="2000" kern="1200" baseline="0" dirty="0" smtClean="0">
                <a:solidFill>
                  <a:schemeClr val="tx1"/>
                </a:solidFill>
                <a:latin typeface="Helvetica 75" panose="020B0804020202020204" pitchFamily="34" charset="0"/>
                <a:ea typeface="+mn-ea"/>
                <a:cs typeface="+mn-cs"/>
              </a:defRPr>
            </a:lvl3pPr>
            <a:lvl4pPr marL="1663700" indent="-285750" algn="l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Font typeface="Helvetica 45 Light" pitchFamily="34" charset="0"/>
              <a:buChar char="–"/>
              <a:defRPr lang="fr-FR" sz="2000" kern="1200" dirty="0" smtClean="0">
                <a:solidFill>
                  <a:schemeClr val="tx1"/>
                </a:solidFill>
                <a:latin typeface="Helvetica 75" panose="020B0804020202020204" pitchFamily="34" charset="0"/>
                <a:ea typeface="+mn-ea"/>
                <a:cs typeface="+mn-cs"/>
              </a:defRPr>
            </a:lvl4pPr>
            <a:lvl5pPr marL="2251075" indent="-596900" algn="l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Font typeface="Helvetica 45 Light" pitchFamily="34" charset="0"/>
              <a:buChar char="–"/>
              <a:defRPr lang="fr-FR" sz="2000" kern="1200" dirty="0">
                <a:solidFill>
                  <a:schemeClr val="tx1"/>
                </a:solidFill>
                <a:latin typeface="Helvetica 75" panose="020B08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ts val="1200"/>
              </a:spcAft>
              <a:buClr>
                <a:srgbClr val="FFFFFF"/>
              </a:buClr>
              <a:buSzTx/>
              <a:buFont typeface="Helvetica 75" panose="020B0804020202020204" pitchFamily="34" charset="0"/>
              <a:buNone/>
              <a:tabLst/>
              <a:defRPr/>
            </a:pPr>
            <a:fld id="{8702007A-2642-4DC4-A457-FD791426C840}" type="slidenum">
              <a:rPr kumimoji="0" lang="en-GB" sz="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elvetica 75 Bold" panose="020B0804020202020204" pitchFamily="34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85000"/>
                </a:lnSpc>
                <a:spcBef>
                  <a:spcPct val="0"/>
                </a:spcBef>
                <a:spcAft>
                  <a:spcPts val="1200"/>
                </a:spcAft>
                <a:buClr>
                  <a:srgbClr val="FFFFFF"/>
                </a:buClr>
                <a:buSzTx/>
                <a:buFont typeface="Helvetica 75" panose="020B0804020202020204" pitchFamily="34" charset="0"/>
                <a:buNone/>
                <a:tabLst/>
                <a:defRPr/>
              </a:pPr>
              <a:t>‹N°›</a:t>
            </a:fld>
            <a:endParaRPr kumimoji="0" lang="en-GB" sz="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Helvetica 75 Bold" panose="020B0804020202020204" pitchFamily="34" charset="0"/>
              <a:ea typeface="+mn-ea"/>
              <a:cs typeface="+mn-cs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2D85A7DF-9956-C482-803F-5E59309A6F2F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129850" y="4958080"/>
            <a:ext cx="912812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fr-FR" sz="800">
                <a:solidFill>
                  <a:srgbClr val="ED7D31"/>
                </a:solidFill>
                <a:latin typeface="Helvetica 75 Bold" pitchFamily="2" charset="0"/>
              </a:rPr>
              <a:t>Orange Restricted</a:t>
            </a:r>
          </a:p>
        </p:txBody>
      </p:sp>
    </p:spTree>
    <p:extLst>
      <p:ext uri="{BB962C8B-B14F-4D97-AF65-F5344CB8AC3E}">
        <p14:creationId xmlns:p14="http://schemas.microsoft.com/office/powerpoint/2010/main" val="15070716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59" r:id="rId2"/>
    <p:sldLayoutId id="2147483665" r:id="rId3"/>
    <p:sldLayoutId id="2147483664" r:id="rId4"/>
    <p:sldLayoutId id="2147483661" r:id="rId5"/>
    <p:sldLayoutId id="2147483662" r:id="rId6"/>
    <p:sldLayoutId id="2147483663" r:id="rId7"/>
    <p:sldLayoutId id="2147483666" r:id="rId8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dt="0"/>
  <p:txStyles>
    <p:titleStyle>
      <a:lvl1pPr marL="0" indent="0" algn="l" defTabSz="914400" rtl="0" eaLnBrk="1" latinLnBrk="0" hangingPunct="1">
        <a:lnSpc>
          <a:spcPct val="90000"/>
        </a:lnSpc>
        <a:spcBef>
          <a:spcPct val="0"/>
        </a:spcBef>
        <a:buNone/>
        <a:defRPr sz="2000" kern="1200" spc="-20" baseline="0">
          <a:solidFill>
            <a:schemeClr val="bg2"/>
          </a:solidFill>
          <a:latin typeface="Helvetica 75 Bold" panose="020B0804020202020204" pitchFamily="34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600"/>
        </a:spcBef>
        <a:buClr>
          <a:schemeClr val="bg1"/>
        </a:buClr>
        <a:buSzPct val="25000"/>
        <a:buFont typeface="Calibri" panose="020F0502020204030204" pitchFamily="34" charset="0"/>
        <a:buNone/>
        <a:tabLst/>
        <a:defRPr sz="1400" kern="1200" spc="-20" baseline="0">
          <a:solidFill>
            <a:schemeClr val="bg2"/>
          </a:solidFill>
          <a:latin typeface="Helvetica 75 Bold" panose="020B0804020202020204" pitchFamily="34" charset="0"/>
          <a:ea typeface="+mn-ea"/>
          <a:cs typeface="+mn-cs"/>
        </a:defRPr>
      </a:lvl1pPr>
      <a:lvl2pPr marL="0" indent="0" algn="l" defTabSz="914400" rtl="0" eaLnBrk="1" latinLnBrk="0" hangingPunct="1">
        <a:lnSpc>
          <a:spcPct val="90000"/>
        </a:lnSpc>
        <a:spcBef>
          <a:spcPts val="600"/>
        </a:spcBef>
        <a:buClr>
          <a:schemeClr val="bg1"/>
        </a:buClr>
        <a:buSzPct val="25000"/>
        <a:buFont typeface="Calibri" panose="020F0502020204030204" pitchFamily="34" charset="0"/>
        <a:buNone/>
        <a:defRPr sz="1400" kern="1200" spc="-20" baseline="0">
          <a:solidFill>
            <a:schemeClr val="tx1"/>
          </a:solidFill>
          <a:latin typeface="Helvetica 75 Bold" panose="020B0804020202020204" pitchFamily="34" charset="0"/>
          <a:ea typeface="+mn-ea"/>
          <a:cs typeface="+mn-cs"/>
        </a:defRPr>
      </a:lvl2pPr>
      <a:lvl3pPr marL="180975" indent="-180975" algn="l" defTabSz="914400" rtl="0" eaLnBrk="1" latinLnBrk="0" hangingPunct="1">
        <a:lnSpc>
          <a:spcPct val="90000"/>
        </a:lnSpc>
        <a:spcBef>
          <a:spcPts val="600"/>
        </a:spcBef>
        <a:buClr>
          <a:schemeClr val="bg2"/>
        </a:buClr>
        <a:buFont typeface="Wingdings" panose="05000000000000000000" pitchFamily="2" charset="2"/>
        <a:buChar char="§"/>
        <a:defRPr sz="1400" kern="1200" spc="-20" baseline="0">
          <a:solidFill>
            <a:schemeClr val="tx1"/>
          </a:solidFill>
          <a:latin typeface="Helvetica 75 Bold" panose="020B0804020202020204" pitchFamily="34" charset="0"/>
          <a:ea typeface="+mn-ea"/>
          <a:cs typeface="+mn-cs"/>
        </a:defRPr>
      </a:lvl3pPr>
      <a:lvl4pPr marL="407988" indent="-190500" algn="l" defTabSz="914400" rtl="0" eaLnBrk="1" latinLnBrk="0" hangingPunct="1">
        <a:lnSpc>
          <a:spcPct val="90000"/>
        </a:lnSpc>
        <a:spcBef>
          <a:spcPct val="20000"/>
        </a:spcBef>
        <a:buFont typeface="Arial" panose="020B0604020202020204" pitchFamily="34" charset="0"/>
        <a:buChar char="–"/>
        <a:defRPr sz="1400" kern="1200" spc="-20" baseline="0">
          <a:solidFill>
            <a:schemeClr val="tx1"/>
          </a:solidFill>
          <a:latin typeface="Helvetica 55 Roman" panose="000B0500000000000000" pitchFamily="34" charset="0"/>
          <a:ea typeface="+mn-ea"/>
          <a:cs typeface="+mn-cs"/>
        </a:defRPr>
      </a:lvl4pPr>
      <a:lvl5pPr marL="595313" indent="-173038" algn="l" defTabSz="914400" rtl="0" eaLnBrk="1" latinLnBrk="0" hangingPunct="1">
        <a:lnSpc>
          <a:spcPct val="90000"/>
        </a:lnSpc>
        <a:spcBef>
          <a:spcPct val="20000"/>
        </a:spcBef>
        <a:buClr>
          <a:schemeClr val="tx1"/>
        </a:buClr>
        <a:buFont typeface="Arial" panose="020B0604020202020204" pitchFamily="34" charset="0"/>
        <a:buChar char="–"/>
        <a:defRPr sz="1400" kern="1200" spc="-20" baseline="0">
          <a:solidFill>
            <a:schemeClr val="tx1"/>
          </a:solidFill>
          <a:latin typeface="Helvetica 55 Roman" panose="000B0500000000000000" pitchFamily="34" charset="0"/>
          <a:ea typeface="+mn-ea"/>
          <a:cs typeface="+mn-cs"/>
        </a:defRPr>
      </a:lvl5pPr>
      <a:lvl6pPr marL="800100" indent="-1905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400" kern="1200">
          <a:solidFill>
            <a:schemeClr val="tx1"/>
          </a:solidFill>
          <a:latin typeface="Helvetica 55 Roman" panose="020B0604020202020204" pitchFamily="34" charset="0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7007" y="344395"/>
            <a:ext cx="2170568" cy="741362"/>
          </a:xfrm>
        </p:spPr>
        <p:txBody>
          <a:bodyPr/>
          <a:lstStyle/>
          <a:p>
            <a:r>
              <a:rPr lang="en-GB" dirty="0"/>
              <a:t>Africa with </a:t>
            </a:r>
            <a:br>
              <a:rPr lang="en-GB" dirty="0"/>
            </a:br>
            <a:r>
              <a:rPr lang="en-GB" dirty="0"/>
              <a:t>country names</a:t>
            </a:r>
          </a:p>
        </p:txBody>
      </p:sp>
      <p:grpSp>
        <p:nvGrpSpPr>
          <p:cNvPr id="11" name="Groupe 10">
            <a:extLst>
              <a:ext uri="{FF2B5EF4-FFF2-40B4-BE49-F238E27FC236}">
                <a16:creationId xmlns:a16="http://schemas.microsoft.com/office/drawing/2014/main" id="{0B89CB75-06AB-A477-78C9-D55DADAA8345}"/>
              </a:ext>
            </a:extLst>
          </p:cNvPr>
          <p:cNvGrpSpPr/>
          <p:nvPr/>
        </p:nvGrpSpPr>
        <p:grpSpPr>
          <a:xfrm>
            <a:off x="2049593" y="300898"/>
            <a:ext cx="5044814" cy="4517075"/>
            <a:chOff x="2133600" y="382588"/>
            <a:chExt cx="4896946" cy="4384675"/>
          </a:xfrm>
        </p:grpSpPr>
        <p:sp>
          <p:nvSpPr>
            <p:cNvPr id="217" name="Freeform 216"/>
            <p:cNvSpPr>
              <a:spLocks/>
            </p:cNvSpPr>
            <p:nvPr/>
          </p:nvSpPr>
          <p:spPr bwMode="auto">
            <a:xfrm>
              <a:off x="2611438" y="481013"/>
              <a:ext cx="928688" cy="922338"/>
            </a:xfrm>
            <a:custGeom>
              <a:avLst/>
              <a:gdLst>
                <a:gd name="T0" fmla="*/ 999 w 1024"/>
                <a:gd name="T1" fmla="*/ 221 h 1014"/>
                <a:gd name="T2" fmla="*/ 984 w 1024"/>
                <a:gd name="T3" fmla="*/ 168 h 1014"/>
                <a:gd name="T4" fmla="*/ 985 w 1024"/>
                <a:gd name="T5" fmla="*/ 117 h 1014"/>
                <a:gd name="T6" fmla="*/ 959 w 1024"/>
                <a:gd name="T7" fmla="*/ 70 h 1014"/>
                <a:gd name="T8" fmla="*/ 918 w 1024"/>
                <a:gd name="T9" fmla="*/ 48 h 1014"/>
                <a:gd name="T10" fmla="*/ 800 w 1024"/>
                <a:gd name="T11" fmla="*/ 48 h 1014"/>
                <a:gd name="T12" fmla="*/ 737 w 1024"/>
                <a:gd name="T13" fmla="*/ 1 h 1014"/>
                <a:gd name="T14" fmla="*/ 695 w 1024"/>
                <a:gd name="T15" fmla="*/ 67 h 1014"/>
                <a:gd name="T16" fmla="*/ 619 w 1024"/>
                <a:gd name="T17" fmla="*/ 149 h 1014"/>
                <a:gd name="T18" fmla="*/ 515 w 1024"/>
                <a:gd name="T19" fmla="*/ 233 h 1014"/>
                <a:gd name="T20" fmla="*/ 474 w 1024"/>
                <a:gd name="T21" fmla="*/ 296 h 1014"/>
                <a:gd name="T22" fmla="*/ 468 w 1024"/>
                <a:gd name="T23" fmla="*/ 370 h 1014"/>
                <a:gd name="T24" fmla="*/ 435 w 1024"/>
                <a:gd name="T25" fmla="*/ 476 h 1014"/>
                <a:gd name="T26" fmla="*/ 325 w 1024"/>
                <a:gd name="T27" fmla="*/ 550 h 1014"/>
                <a:gd name="T28" fmla="*/ 246 w 1024"/>
                <a:gd name="T29" fmla="*/ 581 h 1014"/>
                <a:gd name="T30" fmla="*/ 161 w 1024"/>
                <a:gd name="T31" fmla="*/ 705 h 1014"/>
                <a:gd name="T32" fmla="*/ 84 w 1024"/>
                <a:gd name="T33" fmla="*/ 840 h 1014"/>
                <a:gd name="T34" fmla="*/ 45 w 1024"/>
                <a:gd name="T35" fmla="*/ 929 h 1014"/>
                <a:gd name="T36" fmla="*/ 0 w 1024"/>
                <a:gd name="T37" fmla="*/ 1013 h 1014"/>
                <a:gd name="T38" fmla="*/ 259 w 1024"/>
                <a:gd name="T39" fmla="*/ 1014 h 1014"/>
                <a:gd name="T40" fmla="*/ 252 w 1024"/>
                <a:gd name="T41" fmla="*/ 930 h 1014"/>
                <a:gd name="T42" fmla="*/ 277 w 1024"/>
                <a:gd name="T43" fmla="*/ 889 h 1014"/>
                <a:gd name="T44" fmla="*/ 322 w 1024"/>
                <a:gd name="T45" fmla="*/ 868 h 1014"/>
                <a:gd name="T46" fmla="*/ 539 w 1024"/>
                <a:gd name="T47" fmla="*/ 698 h 1014"/>
                <a:gd name="T48" fmla="*/ 539 w 1024"/>
                <a:gd name="T49" fmla="*/ 697 h 1014"/>
                <a:gd name="T50" fmla="*/ 539 w 1024"/>
                <a:gd name="T51" fmla="*/ 694 h 1014"/>
                <a:gd name="T52" fmla="*/ 539 w 1024"/>
                <a:gd name="T53" fmla="*/ 693 h 1014"/>
                <a:gd name="T54" fmla="*/ 538 w 1024"/>
                <a:gd name="T55" fmla="*/ 689 h 1014"/>
                <a:gd name="T56" fmla="*/ 538 w 1024"/>
                <a:gd name="T57" fmla="*/ 685 h 1014"/>
                <a:gd name="T58" fmla="*/ 536 w 1024"/>
                <a:gd name="T59" fmla="*/ 587 h 1014"/>
                <a:gd name="T60" fmla="*/ 536 w 1024"/>
                <a:gd name="T61" fmla="*/ 583 h 1014"/>
                <a:gd name="T62" fmla="*/ 536 w 1024"/>
                <a:gd name="T63" fmla="*/ 581 h 1014"/>
                <a:gd name="T64" fmla="*/ 536 w 1024"/>
                <a:gd name="T65" fmla="*/ 573 h 1014"/>
                <a:gd name="T66" fmla="*/ 536 w 1024"/>
                <a:gd name="T67" fmla="*/ 569 h 1014"/>
                <a:gd name="T68" fmla="*/ 536 w 1024"/>
                <a:gd name="T69" fmla="*/ 565 h 1014"/>
                <a:gd name="T70" fmla="*/ 536 w 1024"/>
                <a:gd name="T71" fmla="*/ 560 h 1014"/>
                <a:gd name="T72" fmla="*/ 536 w 1024"/>
                <a:gd name="T73" fmla="*/ 556 h 1014"/>
                <a:gd name="T74" fmla="*/ 537 w 1024"/>
                <a:gd name="T75" fmla="*/ 552 h 1014"/>
                <a:gd name="T76" fmla="*/ 537 w 1024"/>
                <a:gd name="T77" fmla="*/ 548 h 1014"/>
                <a:gd name="T78" fmla="*/ 581 w 1024"/>
                <a:gd name="T79" fmla="*/ 487 h 1014"/>
                <a:gd name="T80" fmla="*/ 626 w 1024"/>
                <a:gd name="T81" fmla="*/ 453 h 1014"/>
                <a:gd name="T82" fmla="*/ 681 w 1024"/>
                <a:gd name="T83" fmla="*/ 440 h 1014"/>
                <a:gd name="T84" fmla="*/ 757 w 1024"/>
                <a:gd name="T85" fmla="*/ 418 h 1014"/>
                <a:gd name="T86" fmla="*/ 798 w 1024"/>
                <a:gd name="T87" fmla="*/ 378 h 1014"/>
                <a:gd name="T88" fmla="*/ 851 w 1024"/>
                <a:gd name="T89" fmla="*/ 358 h 1014"/>
                <a:gd name="T90" fmla="*/ 848 w 1024"/>
                <a:gd name="T91" fmla="*/ 322 h 1014"/>
                <a:gd name="T92" fmla="*/ 881 w 1024"/>
                <a:gd name="T93" fmla="*/ 302 h 1014"/>
                <a:gd name="T94" fmla="*/ 921 w 1024"/>
                <a:gd name="T95" fmla="*/ 272 h 1014"/>
                <a:gd name="T96" fmla="*/ 1006 w 1024"/>
                <a:gd name="T97" fmla="*/ 278 h 1014"/>
                <a:gd name="T98" fmla="*/ 1010 w 1024"/>
                <a:gd name="T99" fmla="*/ 237 h 10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024" h="1014">
                  <a:moveTo>
                    <a:pt x="1010" y="237"/>
                  </a:moveTo>
                  <a:cubicBezTo>
                    <a:pt x="1005" y="234"/>
                    <a:pt x="999" y="228"/>
                    <a:pt x="999" y="221"/>
                  </a:cubicBezTo>
                  <a:cubicBezTo>
                    <a:pt x="999" y="214"/>
                    <a:pt x="995" y="208"/>
                    <a:pt x="989" y="200"/>
                  </a:cubicBezTo>
                  <a:cubicBezTo>
                    <a:pt x="982" y="192"/>
                    <a:pt x="987" y="175"/>
                    <a:pt x="984" y="168"/>
                  </a:cubicBezTo>
                  <a:cubicBezTo>
                    <a:pt x="981" y="162"/>
                    <a:pt x="974" y="156"/>
                    <a:pt x="981" y="150"/>
                  </a:cubicBezTo>
                  <a:cubicBezTo>
                    <a:pt x="987" y="145"/>
                    <a:pt x="981" y="124"/>
                    <a:pt x="985" y="117"/>
                  </a:cubicBezTo>
                  <a:cubicBezTo>
                    <a:pt x="989" y="110"/>
                    <a:pt x="981" y="94"/>
                    <a:pt x="980" y="88"/>
                  </a:cubicBezTo>
                  <a:cubicBezTo>
                    <a:pt x="979" y="81"/>
                    <a:pt x="971" y="75"/>
                    <a:pt x="959" y="70"/>
                  </a:cubicBezTo>
                  <a:cubicBezTo>
                    <a:pt x="954" y="68"/>
                    <a:pt x="951" y="63"/>
                    <a:pt x="951" y="58"/>
                  </a:cubicBezTo>
                  <a:cubicBezTo>
                    <a:pt x="938" y="58"/>
                    <a:pt x="928" y="55"/>
                    <a:pt x="918" y="48"/>
                  </a:cubicBezTo>
                  <a:cubicBezTo>
                    <a:pt x="904" y="37"/>
                    <a:pt x="876" y="39"/>
                    <a:pt x="860" y="42"/>
                  </a:cubicBezTo>
                  <a:cubicBezTo>
                    <a:pt x="844" y="46"/>
                    <a:pt x="822" y="61"/>
                    <a:pt x="800" y="48"/>
                  </a:cubicBezTo>
                  <a:cubicBezTo>
                    <a:pt x="777" y="35"/>
                    <a:pt x="766" y="30"/>
                    <a:pt x="761" y="21"/>
                  </a:cubicBezTo>
                  <a:cubicBezTo>
                    <a:pt x="755" y="11"/>
                    <a:pt x="755" y="3"/>
                    <a:pt x="737" y="1"/>
                  </a:cubicBezTo>
                  <a:cubicBezTo>
                    <a:pt x="719" y="0"/>
                    <a:pt x="712" y="0"/>
                    <a:pt x="709" y="14"/>
                  </a:cubicBezTo>
                  <a:cubicBezTo>
                    <a:pt x="706" y="28"/>
                    <a:pt x="706" y="47"/>
                    <a:pt x="695" y="67"/>
                  </a:cubicBezTo>
                  <a:cubicBezTo>
                    <a:pt x="684" y="87"/>
                    <a:pt x="677" y="98"/>
                    <a:pt x="667" y="108"/>
                  </a:cubicBezTo>
                  <a:cubicBezTo>
                    <a:pt x="658" y="118"/>
                    <a:pt x="635" y="143"/>
                    <a:pt x="619" y="149"/>
                  </a:cubicBezTo>
                  <a:cubicBezTo>
                    <a:pt x="603" y="154"/>
                    <a:pt x="555" y="178"/>
                    <a:pt x="543" y="199"/>
                  </a:cubicBezTo>
                  <a:cubicBezTo>
                    <a:pt x="543" y="199"/>
                    <a:pt x="521" y="225"/>
                    <a:pt x="515" y="233"/>
                  </a:cubicBezTo>
                  <a:cubicBezTo>
                    <a:pt x="508" y="240"/>
                    <a:pt x="497" y="255"/>
                    <a:pt x="494" y="271"/>
                  </a:cubicBezTo>
                  <a:cubicBezTo>
                    <a:pt x="491" y="287"/>
                    <a:pt x="477" y="280"/>
                    <a:pt x="474" y="296"/>
                  </a:cubicBezTo>
                  <a:cubicBezTo>
                    <a:pt x="471" y="312"/>
                    <a:pt x="474" y="320"/>
                    <a:pt x="468" y="333"/>
                  </a:cubicBezTo>
                  <a:cubicBezTo>
                    <a:pt x="463" y="345"/>
                    <a:pt x="460" y="355"/>
                    <a:pt x="468" y="370"/>
                  </a:cubicBezTo>
                  <a:cubicBezTo>
                    <a:pt x="477" y="385"/>
                    <a:pt x="482" y="394"/>
                    <a:pt x="477" y="409"/>
                  </a:cubicBezTo>
                  <a:cubicBezTo>
                    <a:pt x="472" y="424"/>
                    <a:pt x="454" y="455"/>
                    <a:pt x="435" y="476"/>
                  </a:cubicBezTo>
                  <a:cubicBezTo>
                    <a:pt x="416" y="496"/>
                    <a:pt x="396" y="497"/>
                    <a:pt x="380" y="513"/>
                  </a:cubicBezTo>
                  <a:cubicBezTo>
                    <a:pt x="364" y="529"/>
                    <a:pt x="359" y="545"/>
                    <a:pt x="325" y="550"/>
                  </a:cubicBezTo>
                  <a:cubicBezTo>
                    <a:pt x="292" y="554"/>
                    <a:pt x="261" y="562"/>
                    <a:pt x="248" y="578"/>
                  </a:cubicBezTo>
                  <a:cubicBezTo>
                    <a:pt x="247" y="579"/>
                    <a:pt x="246" y="580"/>
                    <a:pt x="246" y="581"/>
                  </a:cubicBezTo>
                  <a:cubicBezTo>
                    <a:pt x="235" y="600"/>
                    <a:pt x="233" y="644"/>
                    <a:pt x="211" y="656"/>
                  </a:cubicBezTo>
                  <a:cubicBezTo>
                    <a:pt x="189" y="669"/>
                    <a:pt x="170" y="678"/>
                    <a:pt x="161" y="705"/>
                  </a:cubicBezTo>
                  <a:cubicBezTo>
                    <a:pt x="152" y="731"/>
                    <a:pt x="148" y="775"/>
                    <a:pt x="130" y="791"/>
                  </a:cubicBezTo>
                  <a:cubicBezTo>
                    <a:pt x="112" y="806"/>
                    <a:pt x="90" y="820"/>
                    <a:pt x="84" y="840"/>
                  </a:cubicBezTo>
                  <a:cubicBezTo>
                    <a:pt x="77" y="860"/>
                    <a:pt x="59" y="867"/>
                    <a:pt x="58" y="890"/>
                  </a:cubicBezTo>
                  <a:cubicBezTo>
                    <a:pt x="57" y="914"/>
                    <a:pt x="63" y="914"/>
                    <a:pt x="45" y="929"/>
                  </a:cubicBezTo>
                  <a:cubicBezTo>
                    <a:pt x="27" y="944"/>
                    <a:pt x="17" y="955"/>
                    <a:pt x="10" y="973"/>
                  </a:cubicBezTo>
                  <a:cubicBezTo>
                    <a:pt x="6" y="986"/>
                    <a:pt x="4" y="1000"/>
                    <a:pt x="0" y="1013"/>
                  </a:cubicBezTo>
                  <a:cubicBezTo>
                    <a:pt x="0" y="1013"/>
                    <a:pt x="0" y="1013"/>
                    <a:pt x="0" y="1013"/>
                  </a:cubicBezTo>
                  <a:cubicBezTo>
                    <a:pt x="259" y="1014"/>
                    <a:pt x="259" y="1014"/>
                    <a:pt x="259" y="1014"/>
                  </a:cubicBezTo>
                  <a:cubicBezTo>
                    <a:pt x="259" y="1014"/>
                    <a:pt x="257" y="958"/>
                    <a:pt x="258" y="950"/>
                  </a:cubicBezTo>
                  <a:cubicBezTo>
                    <a:pt x="259" y="942"/>
                    <a:pt x="258" y="935"/>
                    <a:pt x="252" y="930"/>
                  </a:cubicBezTo>
                  <a:cubicBezTo>
                    <a:pt x="246" y="926"/>
                    <a:pt x="253" y="914"/>
                    <a:pt x="254" y="906"/>
                  </a:cubicBezTo>
                  <a:cubicBezTo>
                    <a:pt x="255" y="899"/>
                    <a:pt x="273" y="893"/>
                    <a:pt x="277" y="889"/>
                  </a:cubicBezTo>
                  <a:cubicBezTo>
                    <a:pt x="282" y="885"/>
                    <a:pt x="291" y="879"/>
                    <a:pt x="299" y="880"/>
                  </a:cubicBezTo>
                  <a:cubicBezTo>
                    <a:pt x="308" y="880"/>
                    <a:pt x="322" y="868"/>
                    <a:pt x="322" y="868"/>
                  </a:cubicBezTo>
                  <a:cubicBezTo>
                    <a:pt x="325" y="701"/>
                    <a:pt x="325" y="701"/>
                    <a:pt x="325" y="701"/>
                  </a:cubicBezTo>
                  <a:cubicBezTo>
                    <a:pt x="539" y="698"/>
                    <a:pt x="539" y="698"/>
                    <a:pt x="539" y="698"/>
                  </a:cubicBezTo>
                  <a:cubicBezTo>
                    <a:pt x="539" y="698"/>
                    <a:pt x="539" y="698"/>
                    <a:pt x="539" y="698"/>
                  </a:cubicBezTo>
                  <a:cubicBezTo>
                    <a:pt x="539" y="697"/>
                    <a:pt x="539" y="697"/>
                    <a:pt x="539" y="697"/>
                  </a:cubicBezTo>
                  <a:cubicBezTo>
                    <a:pt x="539" y="697"/>
                    <a:pt x="539" y="697"/>
                    <a:pt x="539" y="696"/>
                  </a:cubicBezTo>
                  <a:cubicBezTo>
                    <a:pt x="539" y="696"/>
                    <a:pt x="539" y="695"/>
                    <a:pt x="539" y="694"/>
                  </a:cubicBezTo>
                  <a:cubicBezTo>
                    <a:pt x="539" y="693"/>
                    <a:pt x="539" y="693"/>
                    <a:pt x="539" y="693"/>
                  </a:cubicBezTo>
                  <a:cubicBezTo>
                    <a:pt x="539" y="693"/>
                    <a:pt x="539" y="693"/>
                    <a:pt x="539" y="693"/>
                  </a:cubicBezTo>
                  <a:cubicBezTo>
                    <a:pt x="539" y="692"/>
                    <a:pt x="539" y="692"/>
                    <a:pt x="539" y="692"/>
                  </a:cubicBezTo>
                  <a:cubicBezTo>
                    <a:pt x="538" y="691"/>
                    <a:pt x="538" y="690"/>
                    <a:pt x="538" y="689"/>
                  </a:cubicBezTo>
                  <a:cubicBezTo>
                    <a:pt x="538" y="689"/>
                    <a:pt x="538" y="689"/>
                    <a:pt x="538" y="688"/>
                  </a:cubicBezTo>
                  <a:cubicBezTo>
                    <a:pt x="538" y="687"/>
                    <a:pt x="538" y="686"/>
                    <a:pt x="538" y="685"/>
                  </a:cubicBezTo>
                  <a:cubicBezTo>
                    <a:pt x="538" y="685"/>
                    <a:pt x="538" y="685"/>
                    <a:pt x="538" y="684"/>
                  </a:cubicBezTo>
                  <a:cubicBezTo>
                    <a:pt x="538" y="663"/>
                    <a:pt x="537" y="621"/>
                    <a:pt x="536" y="587"/>
                  </a:cubicBezTo>
                  <a:cubicBezTo>
                    <a:pt x="536" y="587"/>
                    <a:pt x="536" y="587"/>
                    <a:pt x="536" y="587"/>
                  </a:cubicBezTo>
                  <a:cubicBezTo>
                    <a:pt x="536" y="585"/>
                    <a:pt x="536" y="584"/>
                    <a:pt x="536" y="583"/>
                  </a:cubicBezTo>
                  <a:cubicBezTo>
                    <a:pt x="536" y="583"/>
                    <a:pt x="536" y="583"/>
                    <a:pt x="536" y="582"/>
                  </a:cubicBezTo>
                  <a:cubicBezTo>
                    <a:pt x="536" y="581"/>
                    <a:pt x="536" y="581"/>
                    <a:pt x="536" y="581"/>
                  </a:cubicBezTo>
                  <a:cubicBezTo>
                    <a:pt x="536" y="579"/>
                    <a:pt x="536" y="577"/>
                    <a:pt x="536" y="575"/>
                  </a:cubicBezTo>
                  <a:cubicBezTo>
                    <a:pt x="536" y="575"/>
                    <a:pt x="536" y="574"/>
                    <a:pt x="536" y="573"/>
                  </a:cubicBezTo>
                  <a:cubicBezTo>
                    <a:pt x="536" y="573"/>
                    <a:pt x="536" y="572"/>
                    <a:pt x="536" y="571"/>
                  </a:cubicBezTo>
                  <a:cubicBezTo>
                    <a:pt x="536" y="570"/>
                    <a:pt x="536" y="570"/>
                    <a:pt x="536" y="569"/>
                  </a:cubicBezTo>
                  <a:cubicBezTo>
                    <a:pt x="536" y="568"/>
                    <a:pt x="536" y="567"/>
                    <a:pt x="536" y="567"/>
                  </a:cubicBezTo>
                  <a:cubicBezTo>
                    <a:pt x="536" y="566"/>
                    <a:pt x="536" y="565"/>
                    <a:pt x="536" y="565"/>
                  </a:cubicBezTo>
                  <a:cubicBezTo>
                    <a:pt x="536" y="564"/>
                    <a:pt x="536" y="563"/>
                    <a:pt x="536" y="562"/>
                  </a:cubicBezTo>
                  <a:cubicBezTo>
                    <a:pt x="536" y="562"/>
                    <a:pt x="536" y="561"/>
                    <a:pt x="536" y="560"/>
                  </a:cubicBezTo>
                  <a:cubicBezTo>
                    <a:pt x="536" y="560"/>
                    <a:pt x="536" y="559"/>
                    <a:pt x="536" y="558"/>
                  </a:cubicBezTo>
                  <a:cubicBezTo>
                    <a:pt x="536" y="558"/>
                    <a:pt x="536" y="557"/>
                    <a:pt x="536" y="556"/>
                  </a:cubicBezTo>
                  <a:cubicBezTo>
                    <a:pt x="536" y="555"/>
                    <a:pt x="536" y="555"/>
                    <a:pt x="536" y="555"/>
                  </a:cubicBezTo>
                  <a:cubicBezTo>
                    <a:pt x="537" y="554"/>
                    <a:pt x="537" y="553"/>
                    <a:pt x="537" y="552"/>
                  </a:cubicBezTo>
                  <a:cubicBezTo>
                    <a:pt x="537" y="551"/>
                    <a:pt x="537" y="551"/>
                    <a:pt x="537" y="551"/>
                  </a:cubicBezTo>
                  <a:cubicBezTo>
                    <a:pt x="537" y="550"/>
                    <a:pt x="537" y="549"/>
                    <a:pt x="537" y="548"/>
                  </a:cubicBezTo>
                  <a:cubicBezTo>
                    <a:pt x="538" y="506"/>
                    <a:pt x="537" y="511"/>
                    <a:pt x="549" y="506"/>
                  </a:cubicBezTo>
                  <a:cubicBezTo>
                    <a:pt x="561" y="502"/>
                    <a:pt x="571" y="493"/>
                    <a:pt x="581" y="487"/>
                  </a:cubicBezTo>
                  <a:cubicBezTo>
                    <a:pt x="592" y="481"/>
                    <a:pt x="592" y="472"/>
                    <a:pt x="600" y="470"/>
                  </a:cubicBezTo>
                  <a:cubicBezTo>
                    <a:pt x="608" y="469"/>
                    <a:pt x="618" y="466"/>
                    <a:pt x="626" y="453"/>
                  </a:cubicBezTo>
                  <a:cubicBezTo>
                    <a:pt x="634" y="440"/>
                    <a:pt x="647" y="451"/>
                    <a:pt x="657" y="452"/>
                  </a:cubicBezTo>
                  <a:cubicBezTo>
                    <a:pt x="667" y="454"/>
                    <a:pt x="673" y="448"/>
                    <a:pt x="681" y="440"/>
                  </a:cubicBezTo>
                  <a:cubicBezTo>
                    <a:pt x="688" y="431"/>
                    <a:pt x="716" y="430"/>
                    <a:pt x="730" y="430"/>
                  </a:cubicBezTo>
                  <a:cubicBezTo>
                    <a:pt x="744" y="430"/>
                    <a:pt x="754" y="424"/>
                    <a:pt x="757" y="418"/>
                  </a:cubicBezTo>
                  <a:cubicBezTo>
                    <a:pt x="759" y="411"/>
                    <a:pt x="765" y="404"/>
                    <a:pt x="771" y="394"/>
                  </a:cubicBezTo>
                  <a:cubicBezTo>
                    <a:pt x="777" y="384"/>
                    <a:pt x="789" y="380"/>
                    <a:pt x="798" y="378"/>
                  </a:cubicBezTo>
                  <a:cubicBezTo>
                    <a:pt x="807" y="376"/>
                    <a:pt x="816" y="378"/>
                    <a:pt x="823" y="368"/>
                  </a:cubicBezTo>
                  <a:cubicBezTo>
                    <a:pt x="831" y="359"/>
                    <a:pt x="842" y="362"/>
                    <a:pt x="851" y="358"/>
                  </a:cubicBezTo>
                  <a:cubicBezTo>
                    <a:pt x="861" y="355"/>
                    <a:pt x="856" y="346"/>
                    <a:pt x="852" y="342"/>
                  </a:cubicBezTo>
                  <a:cubicBezTo>
                    <a:pt x="848" y="338"/>
                    <a:pt x="849" y="327"/>
                    <a:pt x="848" y="322"/>
                  </a:cubicBezTo>
                  <a:cubicBezTo>
                    <a:pt x="847" y="316"/>
                    <a:pt x="847" y="307"/>
                    <a:pt x="853" y="306"/>
                  </a:cubicBezTo>
                  <a:cubicBezTo>
                    <a:pt x="859" y="304"/>
                    <a:pt x="877" y="310"/>
                    <a:pt x="881" y="302"/>
                  </a:cubicBezTo>
                  <a:cubicBezTo>
                    <a:pt x="886" y="295"/>
                    <a:pt x="899" y="295"/>
                    <a:pt x="900" y="288"/>
                  </a:cubicBezTo>
                  <a:cubicBezTo>
                    <a:pt x="901" y="282"/>
                    <a:pt x="914" y="277"/>
                    <a:pt x="921" y="272"/>
                  </a:cubicBezTo>
                  <a:cubicBezTo>
                    <a:pt x="929" y="268"/>
                    <a:pt x="949" y="270"/>
                    <a:pt x="961" y="276"/>
                  </a:cubicBezTo>
                  <a:cubicBezTo>
                    <a:pt x="972" y="282"/>
                    <a:pt x="988" y="278"/>
                    <a:pt x="1006" y="278"/>
                  </a:cubicBezTo>
                  <a:cubicBezTo>
                    <a:pt x="1024" y="279"/>
                    <a:pt x="1019" y="263"/>
                    <a:pt x="1021" y="253"/>
                  </a:cubicBezTo>
                  <a:cubicBezTo>
                    <a:pt x="1023" y="243"/>
                    <a:pt x="1015" y="240"/>
                    <a:pt x="1010" y="237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111" name="Freeform 110"/>
            <p:cNvSpPr>
              <a:spLocks/>
            </p:cNvSpPr>
            <p:nvPr/>
          </p:nvSpPr>
          <p:spPr bwMode="auto">
            <a:xfrm>
              <a:off x="5031240" y="755914"/>
              <a:ext cx="707573" cy="633197"/>
            </a:xfrm>
            <a:custGeom>
              <a:avLst/>
              <a:gdLst>
                <a:gd name="T0" fmla="*/ 730 w 784"/>
                <a:gd name="T1" fmla="*/ 627 h 701"/>
                <a:gd name="T2" fmla="*/ 696 w 784"/>
                <a:gd name="T3" fmla="*/ 526 h 701"/>
                <a:gd name="T4" fmla="*/ 608 w 784"/>
                <a:gd name="T5" fmla="*/ 372 h 701"/>
                <a:gd name="T6" fmla="*/ 510 w 784"/>
                <a:gd name="T7" fmla="*/ 201 h 701"/>
                <a:gd name="T8" fmla="*/ 496 w 784"/>
                <a:gd name="T9" fmla="*/ 125 h 701"/>
                <a:gd name="T10" fmla="*/ 528 w 784"/>
                <a:gd name="T11" fmla="*/ 177 h 701"/>
                <a:gd name="T12" fmla="*/ 615 w 784"/>
                <a:gd name="T13" fmla="*/ 276 h 701"/>
                <a:gd name="T14" fmla="*/ 645 w 784"/>
                <a:gd name="T15" fmla="*/ 187 h 701"/>
                <a:gd name="T16" fmla="*/ 652 w 784"/>
                <a:gd name="T17" fmla="*/ 180 h 701"/>
                <a:gd name="T18" fmla="*/ 654 w 784"/>
                <a:gd name="T19" fmla="*/ 175 h 701"/>
                <a:gd name="T20" fmla="*/ 652 w 784"/>
                <a:gd name="T21" fmla="*/ 156 h 701"/>
                <a:gd name="T22" fmla="*/ 652 w 784"/>
                <a:gd name="T23" fmla="*/ 153 h 701"/>
                <a:gd name="T24" fmla="*/ 651 w 784"/>
                <a:gd name="T25" fmla="*/ 146 h 701"/>
                <a:gd name="T26" fmla="*/ 650 w 784"/>
                <a:gd name="T27" fmla="*/ 141 h 701"/>
                <a:gd name="T28" fmla="*/ 648 w 784"/>
                <a:gd name="T29" fmla="*/ 137 h 701"/>
                <a:gd name="T30" fmla="*/ 647 w 784"/>
                <a:gd name="T31" fmla="*/ 131 h 701"/>
                <a:gd name="T32" fmla="*/ 645 w 784"/>
                <a:gd name="T33" fmla="*/ 126 h 701"/>
                <a:gd name="T34" fmla="*/ 643 w 784"/>
                <a:gd name="T35" fmla="*/ 122 h 701"/>
                <a:gd name="T36" fmla="*/ 640 w 784"/>
                <a:gd name="T37" fmla="*/ 117 h 701"/>
                <a:gd name="T38" fmla="*/ 638 w 784"/>
                <a:gd name="T39" fmla="*/ 113 h 701"/>
                <a:gd name="T40" fmla="*/ 634 w 784"/>
                <a:gd name="T41" fmla="*/ 109 h 701"/>
                <a:gd name="T42" fmla="*/ 629 w 784"/>
                <a:gd name="T43" fmla="*/ 2 h 701"/>
                <a:gd name="T44" fmla="*/ 525 w 784"/>
                <a:gd name="T45" fmla="*/ 43 h 701"/>
                <a:gd name="T46" fmla="*/ 487 w 784"/>
                <a:gd name="T47" fmla="*/ 58 h 701"/>
                <a:gd name="T48" fmla="*/ 471 w 784"/>
                <a:gd name="T49" fmla="*/ 20 h 701"/>
                <a:gd name="T50" fmla="*/ 354 w 784"/>
                <a:gd name="T51" fmla="*/ 28 h 701"/>
                <a:gd name="T52" fmla="*/ 192 w 784"/>
                <a:gd name="T53" fmla="*/ 39 h 701"/>
                <a:gd name="T54" fmla="*/ 40 w 784"/>
                <a:gd name="T55" fmla="*/ 15 h 701"/>
                <a:gd name="T56" fmla="*/ 16 w 784"/>
                <a:gd name="T57" fmla="*/ 26 h 701"/>
                <a:gd name="T58" fmla="*/ 24 w 784"/>
                <a:gd name="T59" fmla="*/ 80 h 701"/>
                <a:gd name="T60" fmla="*/ 13 w 784"/>
                <a:gd name="T61" fmla="*/ 143 h 701"/>
                <a:gd name="T62" fmla="*/ 20 w 784"/>
                <a:gd name="T63" fmla="*/ 173 h 701"/>
                <a:gd name="T64" fmla="*/ 20 w 784"/>
                <a:gd name="T65" fmla="*/ 176 h 701"/>
                <a:gd name="T66" fmla="*/ 21 w 784"/>
                <a:gd name="T67" fmla="*/ 181 h 701"/>
                <a:gd name="T68" fmla="*/ 21 w 784"/>
                <a:gd name="T69" fmla="*/ 186 h 701"/>
                <a:gd name="T70" fmla="*/ 21 w 784"/>
                <a:gd name="T71" fmla="*/ 191 h 701"/>
                <a:gd name="T72" fmla="*/ 21 w 784"/>
                <a:gd name="T73" fmla="*/ 198 h 701"/>
                <a:gd name="T74" fmla="*/ 21 w 784"/>
                <a:gd name="T75" fmla="*/ 204 h 701"/>
                <a:gd name="T76" fmla="*/ 21 w 784"/>
                <a:gd name="T77" fmla="*/ 213 h 701"/>
                <a:gd name="T78" fmla="*/ 21 w 784"/>
                <a:gd name="T79" fmla="*/ 223 h 701"/>
                <a:gd name="T80" fmla="*/ 21 w 784"/>
                <a:gd name="T81" fmla="*/ 238 h 701"/>
                <a:gd name="T82" fmla="*/ 21 w 784"/>
                <a:gd name="T83" fmla="*/ 257 h 701"/>
                <a:gd name="T84" fmla="*/ 21 w 784"/>
                <a:gd name="T85" fmla="*/ 266 h 701"/>
                <a:gd name="T86" fmla="*/ 21 w 784"/>
                <a:gd name="T87" fmla="*/ 280 h 701"/>
                <a:gd name="T88" fmla="*/ 21 w 784"/>
                <a:gd name="T89" fmla="*/ 303 h 701"/>
                <a:gd name="T90" fmla="*/ 21 w 784"/>
                <a:gd name="T91" fmla="*/ 316 h 701"/>
                <a:gd name="T92" fmla="*/ 21 w 784"/>
                <a:gd name="T93" fmla="*/ 332 h 701"/>
                <a:gd name="T94" fmla="*/ 21 w 784"/>
                <a:gd name="T95" fmla="*/ 344 h 701"/>
                <a:gd name="T96" fmla="*/ 21 w 784"/>
                <a:gd name="T97" fmla="*/ 358 h 701"/>
                <a:gd name="T98" fmla="*/ 21 w 784"/>
                <a:gd name="T99" fmla="*/ 394 h 701"/>
                <a:gd name="T100" fmla="*/ 21 w 784"/>
                <a:gd name="T101" fmla="*/ 417 h 701"/>
                <a:gd name="T102" fmla="*/ 21 w 784"/>
                <a:gd name="T103" fmla="*/ 674 h 701"/>
                <a:gd name="T104" fmla="*/ 442 w 784"/>
                <a:gd name="T105" fmla="*/ 667 h 701"/>
                <a:gd name="T106" fmla="*/ 587 w 784"/>
                <a:gd name="T107" fmla="*/ 694 h 701"/>
                <a:gd name="connsiteX0" fmla="*/ 9949 w 9949"/>
                <a:gd name="connsiteY0" fmla="*/ 9586 h 9922"/>
                <a:gd name="connsiteX1" fmla="*/ 9809 w 9949"/>
                <a:gd name="connsiteY1" fmla="*/ 9372 h 9922"/>
                <a:gd name="connsiteX2" fmla="*/ 9260 w 9949"/>
                <a:gd name="connsiteY2" fmla="*/ 8915 h 9922"/>
                <a:gd name="connsiteX3" fmla="*/ 8890 w 9949"/>
                <a:gd name="connsiteY3" fmla="*/ 8487 h 9922"/>
                <a:gd name="connsiteX4" fmla="*/ 8788 w 9949"/>
                <a:gd name="connsiteY4" fmla="*/ 7860 h 9922"/>
                <a:gd name="connsiteX5" fmla="*/ 8827 w 9949"/>
                <a:gd name="connsiteY5" fmla="*/ 7475 h 9922"/>
                <a:gd name="connsiteX6" fmla="*/ 8431 w 9949"/>
                <a:gd name="connsiteY6" fmla="*/ 6990 h 9922"/>
                <a:gd name="connsiteX7" fmla="*/ 8087 w 9949"/>
                <a:gd name="connsiteY7" fmla="*/ 6077 h 9922"/>
                <a:gd name="connsiteX8" fmla="*/ 7704 w 9949"/>
                <a:gd name="connsiteY8" fmla="*/ 5278 h 9922"/>
                <a:gd name="connsiteX9" fmla="*/ 7258 w 9949"/>
                <a:gd name="connsiteY9" fmla="*/ 4208 h 9922"/>
                <a:gd name="connsiteX10" fmla="*/ 6888 w 9949"/>
                <a:gd name="connsiteY10" fmla="*/ 3552 h 9922"/>
                <a:gd name="connsiteX11" fmla="*/ 6454 w 9949"/>
                <a:gd name="connsiteY11" fmla="*/ 2838 h 9922"/>
                <a:gd name="connsiteX12" fmla="*/ 6378 w 9949"/>
                <a:gd name="connsiteY12" fmla="*/ 2339 h 9922"/>
                <a:gd name="connsiteX13" fmla="*/ 6263 w 9949"/>
                <a:gd name="connsiteY13" fmla="*/ 1868 h 9922"/>
                <a:gd name="connsiteX14" fmla="*/ 6276 w 9949"/>
                <a:gd name="connsiteY14" fmla="*/ 1754 h 9922"/>
                <a:gd name="connsiteX15" fmla="*/ 6403 w 9949"/>
                <a:gd name="connsiteY15" fmla="*/ 1825 h 9922"/>
                <a:gd name="connsiteX16" fmla="*/ 6441 w 9949"/>
                <a:gd name="connsiteY16" fmla="*/ 1954 h 9922"/>
                <a:gd name="connsiteX17" fmla="*/ 6684 w 9949"/>
                <a:gd name="connsiteY17" fmla="*/ 2496 h 9922"/>
                <a:gd name="connsiteX18" fmla="*/ 7015 w 9949"/>
                <a:gd name="connsiteY18" fmla="*/ 3223 h 9922"/>
                <a:gd name="connsiteX19" fmla="*/ 7475 w 9949"/>
                <a:gd name="connsiteY19" fmla="*/ 3766 h 9922"/>
                <a:gd name="connsiteX20" fmla="*/ 7793 w 9949"/>
                <a:gd name="connsiteY20" fmla="*/ 3908 h 9922"/>
                <a:gd name="connsiteX21" fmla="*/ 7959 w 9949"/>
                <a:gd name="connsiteY21" fmla="*/ 3523 h 9922"/>
                <a:gd name="connsiteX22" fmla="*/ 8036 w 9949"/>
                <a:gd name="connsiteY22" fmla="*/ 3095 h 9922"/>
                <a:gd name="connsiteX23" fmla="*/ 8176 w 9949"/>
                <a:gd name="connsiteY23" fmla="*/ 2639 h 9922"/>
                <a:gd name="connsiteX24" fmla="*/ 8227 w 9949"/>
                <a:gd name="connsiteY24" fmla="*/ 2639 h 9922"/>
                <a:gd name="connsiteX25" fmla="*/ 8253 w 9949"/>
                <a:gd name="connsiteY25" fmla="*/ 2567 h 9922"/>
                <a:gd name="connsiteX26" fmla="*/ 8265 w 9949"/>
                <a:gd name="connsiteY26" fmla="*/ 2539 h 9922"/>
                <a:gd name="connsiteX27" fmla="*/ 8278 w 9949"/>
                <a:gd name="connsiteY27" fmla="*/ 2510 h 9922"/>
                <a:gd name="connsiteX28" fmla="*/ 8278 w 9949"/>
                <a:gd name="connsiteY28" fmla="*/ 2482 h 9922"/>
                <a:gd name="connsiteX29" fmla="*/ 8291 w 9949"/>
                <a:gd name="connsiteY29" fmla="*/ 2467 h 9922"/>
                <a:gd name="connsiteX30" fmla="*/ 8291 w 9949"/>
                <a:gd name="connsiteY30" fmla="*/ 2425 h 9922"/>
                <a:gd name="connsiteX31" fmla="*/ 8265 w 9949"/>
                <a:gd name="connsiteY31" fmla="*/ 2211 h 9922"/>
                <a:gd name="connsiteX32" fmla="*/ 8265 w 9949"/>
                <a:gd name="connsiteY32" fmla="*/ 2196 h 9922"/>
                <a:gd name="connsiteX33" fmla="*/ 8265 w 9949"/>
                <a:gd name="connsiteY33" fmla="*/ 2182 h 9922"/>
                <a:gd name="connsiteX34" fmla="*/ 8265 w 9949"/>
                <a:gd name="connsiteY34" fmla="*/ 2168 h 9922"/>
                <a:gd name="connsiteX35" fmla="*/ 8265 w 9949"/>
                <a:gd name="connsiteY35" fmla="*/ 2154 h 9922"/>
                <a:gd name="connsiteX36" fmla="*/ 8253 w 9949"/>
                <a:gd name="connsiteY36" fmla="*/ 2125 h 9922"/>
                <a:gd name="connsiteX37" fmla="*/ 8253 w 9949"/>
                <a:gd name="connsiteY37" fmla="*/ 2097 h 9922"/>
                <a:gd name="connsiteX38" fmla="*/ 8253 w 9949"/>
                <a:gd name="connsiteY38" fmla="*/ 2054 h 9922"/>
                <a:gd name="connsiteX39" fmla="*/ 8240 w 9949"/>
                <a:gd name="connsiteY39" fmla="*/ 2025 h 9922"/>
                <a:gd name="connsiteX40" fmla="*/ 8240 w 9949"/>
                <a:gd name="connsiteY40" fmla="*/ 2011 h 9922"/>
                <a:gd name="connsiteX41" fmla="*/ 8240 w 9949"/>
                <a:gd name="connsiteY41" fmla="*/ 1982 h 9922"/>
                <a:gd name="connsiteX42" fmla="*/ 8227 w 9949"/>
                <a:gd name="connsiteY42" fmla="*/ 1968 h 9922"/>
                <a:gd name="connsiteX43" fmla="*/ 8227 w 9949"/>
                <a:gd name="connsiteY43" fmla="*/ 1940 h 9922"/>
                <a:gd name="connsiteX44" fmla="*/ 8214 w 9949"/>
                <a:gd name="connsiteY44" fmla="*/ 1925 h 9922"/>
                <a:gd name="connsiteX45" fmla="*/ 8214 w 9949"/>
                <a:gd name="connsiteY45" fmla="*/ 1897 h 9922"/>
                <a:gd name="connsiteX46" fmla="*/ 8202 w 9949"/>
                <a:gd name="connsiteY46" fmla="*/ 1868 h 9922"/>
                <a:gd name="connsiteX47" fmla="*/ 8202 w 9949"/>
                <a:gd name="connsiteY47" fmla="*/ 1840 h 9922"/>
                <a:gd name="connsiteX48" fmla="*/ 8189 w 9949"/>
                <a:gd name="connsiteY48" fmla="*/ 1825 h 9922"/>
                <a:gd name="connsiteX49" fmla="*/ 8189 w 9949"/>
                <a:gd name="connsiteY49" fmla="*/ 1797 h 9922"/>
                <a:gd name="connsiteX50" fmla="*/ 8176 w 9949"/>
                <a:gd name="connsiteY50" fmla="*/ 1768 h 9922"/>
                <a:gd name="connsiteX51" fmla="*/ 8163 w 9949"/>
                <a:gd name="connsiteY51" fmla="*/ 1754 h 9922"/>
                <a:gd name="connsiteX52" fmla="*/ 8163 w 9949"/>
                <a:gd name="connsiteY52" fmla="*/ 1726 h 9922"/>
                <a:gd name="connsiteX53" fmla="*/ 8151 w 9949"/>
                <a:gd name="connsiteY53" fmla="*/ 1711 h 9922"/>
                <a:gd name="connsiteX54" fmla="*/ 8138 w 9949"/>
                <a:gd name="connsiteY54" fmla="*/ 1683 h 9922"/>
                <a:gd name="connsiteX55" fmla="*/ 8125 w 9949"/>
                <a:gd name="connsiteY55" fmla="*/ 1669 h 9922"/>
                <a:gd name="connsiteX56" fmla="*/ 8112 w 9949"/>
                <a:gd name="connsiteY56" fmla="*/ 1640 h 9922"/>
                <a:gd name="connsiteX57" fmla="*/ 8112 w 9949"/>
                <a:gd name="connsiteY57" fmla="*/ 1626 h 9922"/>
                <a:gd name="connsiteX58" fmla="*/ 8100 w 9949"/>
                <a:gd name="connsiteY58" fmla="*/ 1597 h 9922"/>
                <a:gd name="connsiteX59" fmla="*/ 8087 w 9949"/>
                <a:gd name="connsiteY59" fmla="*/ 1583 h 9922"/>
                <a:gd name="connsiteX60" fmla="*/ 8074 w 9949"/>
                <a:gd name="connsiteY60" fmla="*/ 1569 h 9922"/>
                <a:gd name="connsiteX61" fmla="*/ 8061 w 9949"/>
                <a:gd name="connsiteY61" fmla="*/ 1554 h 9922"/>
                <a:gd name="connsiteX62" fmla="*/ 8036 w 9949"/>
                <a:gd name="connsiteY62" fmla="*/ 1526 h 9922"/>
                <a:gd name="connsiteX63" fmla="*/ 7870 w 9949"/>
                <a:gd name="connsiteY63" fmla="*/ 898 h 9922"/>
                <a:gd name="connsiteX64" fmla="*/ 7921 w 9949"/>
                <a:gd name="connsiteY64" fmla="*/ 342 h 9922"/>
                <a:gd name="connsiteX65" fmla="*/ 7972 w 9949"/>
                <a:gd name="connsiteY65" fmla="*/ 0 h 9922"/>
                <a:gd name="connsiteX66" fmla="*/ 7653 w 9949"/>
                <a:gd name="connsiteY66" fmla="*/ 442 h 9922"/>
                <a:gd name="connsiteX67" fmla="*/ 7079 w 9949"/>
                <a:gd name="connsiteY67" fmla="*/ 542 h 9922"/>
                <a:gd name="connsiteX68" fmla="*/ 6645 w 9949"/>
                <a:gd name="connsiteY68" fmla="*/ 584 h 9922"/>
                <a:gd name="connsiteX69" fmla="*/ 6301 w 9949"/>
                <a:gd name="connsiteY69" fmla="*/ 542 h 9922"/>
                <a:gd name="connsiteX70" fmla="*/ 6225 w 9949"/>
                <a:gd name="connsiteY70" fmla="*/ 784 h 9922"/>
                <a:gd name="connsiteX71" fmla="*/ 6161 w 9949"/>
                <a:gd name="connsiteY71" fmla="*/ 798 h 9922"/>
                <a:gd name="connsiteX72" fmla="*/ 6097 w 9949"/>
                <a:gd name="connsiteY72" fmla="*/ 684 h 9922"/>
                <a:gd name="connsiteX73" fmla="*/ 5880 w 9949"/>
                <a:gd name="connsiteY73" fmla="*/ 527 h 9922"/>
                <a:gd name="connsiteX74" fmla="*/ 5957 w 9949"/>
                <a:gd name="connsiteY74" fmla="*/ 256 h 9922"/>
                <a:gd name="connsiteX75" fmla="*/ 5612 w 9949"/>
                <a:gd name="connsiteY75" fmla="*/ 299 h 9922"/>
                <a:gd name="connsiteX76" fmla="*/ 5166 w 9949"/>
                <a:gd name="connsiteY76" fmla="*/ 114 h 9922"/>
                <a:gd name="connsiteX77" fmla="*/ 4464 w 9949"/>
                <a:gd name="connsiteY77" fmla="*/ 370 h 9922"/>
                <a:gd name="connsiteX78" fmla="*/ 3941 w 9949"/>
                <a:gd name="connsiteY78" fmla="*/ 741 h 9922"/>
                <a:gd name="connsiteX79" fmla="*/ 3393 w 9949"/>
                <a:gd name="connsiteY79" fmla="*/ 827 h 9922"/>
                <a:gd name="connsiteX80" fmla="*/ 2398 w 9949"/>
                <a:gd name="connsiteY80" fmla="*/ 527 h 9922"/>
                <a:gd name="connsiteX81" fmla="*/ 1467 w 9949"/>
                <a:gd name="connsiteY81" fmla="*/ 156 h 9922"/>
                <a:gd name="connsiteX82" fmla="*/ 829 w 9949"/>
                <a:gd name="connsiteY82" fmla="*/ 85 h 9922"/>
                <a:gd name="connsiteX83" fmla="*/ 459 w 9949"/>
                <a:gd name="connsiteY83" fmla="*/ 185 h 9922"/>
                <a:gd name="connsiteX84" fmla="*/ 319 w 9949"/>
                <a:gd name="connsiteY84" fmla="*/ 71 h 9922"/>
                <a:gd name="connsiteX85" fmla="*/ 268 w 9949"/>
                <a:gd name="connsiteY85" fmla="*/ 171 h 9922"/>
                <a:gd name="connsiteX86" fmla="*/ 153 w 9949"/>
                <a:gd name="connsiteY86" fmla="*/ 342 h 9922"/>
                <a:gd name="connsiteX87" fmla="*/ 89 w 9949"/>
                <a:gd name="connsiteY87" fmla="*/ 599 h 9922"/>
                <a:gd name="connsiteX88" fmla="*/ 204 w 9949"/>
                <a:gd name="connsiteY88" fmla="*/ 884 h 9922"/>
                <a:gd name="connsiteX89" fmla="*/ 255 w 9949"/>
                <a:gd name="connsiteY89" fmla="*/ 1112 h 9922"/>
                <a:gd name="connsiteX90" fmla="*/ 153 w 9949"/>
                <a:gd name="connsiteY90" fmla="*/ 1383 h 9922"/>
                <a:gd name="connsiteX91" fmla="*/ 13 w 9949"/>
                <a:gd name="connsiteY91" fmla="*/ 1669 h 9922"/>
                <a:gd name="connsiteX92" fmla="*/ 115 w 9949"/>
                <a:gd name="connsiteY92" fmla="*/ 2011 h 9922"/>
                <a:gd name="connsiteX93" fmla="*/ 204 w 9949"/>
                <a:gd name="connsiteY93" fmla="*/ 2410 h 9922"/>
                <a:gd name="connsiteX94" fmla="*/ 204 w 9949"/>
                <a:gd name="connsiteY94" fmla="*/ 2425 h 9922"/>
                <a:gd name="connsiteX95" fmla="*/ 204 w 9949"/>
                <a:gd name="connsiteY95" fmla="*/ 2439 h 9922"/>
                <a:gd name="connsiteX96" fmla="*/ 204 w 9949"/>
                <a:gd name="connsiteY96" fmla="*/ 2453 h 9922"/>
                <a:gd name="connsiteX97" fmla="*/ 204 w 9949"/>
                <a:gd name="connsiteY97" fmla="*/ 2467 h 9922"/>
                <a:gd name="connsiteX98" fmla="*/ 204 w 9949"/>
                <a:gd name="connsiteY98" fmla="*/ 2482 h 9922"/>
                <a:gd name="connsiteX99" fmla="*/ 204 w 9949"/>
                <a:gd name="connsiteY99" fmla="*/ 2510 h 9922"/>
                <a:gd name="connsiteX100" fmla="*/ 217 w 9949"/>
                <a:gd name="connsiteY100" fmla="*/ 2539 h 9922"/>
                <a:gd name="connsiteX101" fmla="*/ 217 w 9949"/>
                <a:gd name="connsiteY101" fmla="*/ 2553 h 9922"/>
                <a:gd name="connsiteX102" fmla="*/ 217 w 9949"/>
                <a:gd name="connsiteY102" fmla="*/ 2582 h 9922"/>
                <a:gd name="connsiteX103" fmla="*/ 217 w 9949"/>
                <a:gd name="connsiteY103" fmla="*/ 2596 h 9922"/>
                <a:gd name="connsiteX104" fmla="*/ 217 w 9949"/>
                <a:gd name="connsiteY104" fmla="*/ 2624 h 9922"/>
                <a:gd name="connsiteX105" fmla="*/ 217 w 9949"/>
                <a:gd name="connsiteY105" fmla="*/ 2653 h 9922"/>
                <a:gd name="connsiteX106" fmla="*/ 217 w 9949"/>
                <a:gd name="connsiteY106" fmla="*/ 2681 h 9922"/>
                <a:gd name="connsiteX107" fmla="*/ 217 w 9949"/>
                <a:gd name="connsiteY107" fmla="*/ 2696 h 9922"/>
                <a:gd name="connsiteX108" fmla="*/ 217 w 9949"/>
                <a:gd name="connsiteY108" fmla="*/ 2738 h 9922"/>
                <a:gd name="connsiteX109" fmla="*/ 217 w 9949"/>
                <a:gd name="connsiteY109" fmla="*/ 2767 h 9922"/>
                <a:gd name="connsiteX110" fmla="*/ 217 w 9949"/>
                <a:gd name="connsiteY110" fmla="*/ 2796 h 9922"/>
                <a:gd name="connsiteX111" fmla="*/ 217 w 9949"/>
                <a:gd name="connsiteY111" fmla="*/ 2824 h 9922"/>
                <a:gd name="connsiteX112" fmla="*/ 217 w 9949"/>
                <a:gd name="connsiteY112" fmla="*/ 2867 h 9922"/>
                <a:gd name="connsiteX113" fmla="*/ 217 w 9949"/>
                <a:gd name="connsiteY113" fmla="*/ 2881 h 9922"/>
                <a:gd name="connsiteX114" fmla="*/ 217 w 9949"/>
                <a:gd name="connsiteY114" fmla="*/ 2938 h 9922"/>
                <a:gd name="connsiteX115" fmla="*/ 217 w 9949"/>
                <a:gd name="connsiteY115" fmla="*/ 2981 h 9922"/>
                <a:gd name="connsiteX116" fmla="*/ 217 w 9949"/>
                <a:gd name="connsiteY116" fmla="*/ 3010 h 9922"/>
                <a:gd name="connsiteX117" fmla="*/ 217 w 9949"/>
                <a:gd name="connsiteY117" fmla="*/ 3038 h 9922"/>
                <a:gd name="connsiteX118" fmla="*/ 217 w 9949"/>
                <a:gd name="connsiteY118" fmla="*/ 3081 h 9922"/>
                <a:gd name="connsiteX119" fmla="*/ 217 w 9949"/>
                <a:gd name="connsiteY119" fmla="*/ 3152 h 9922"/>
                <a:gd name="connsiteX120" fmla="*/ 217 w 9949"/>
                <a:gd name="connsiteY120" fmla="*/ 3166 h 9922"/>
                <a:gd name="connsiteX121" fmla="*/ 217 w 9949"/>
                <a:gd name="connsiteY121" fmla="*/ 3352 h 9922"/>
                <a:gd name="connsiteX122" fmla="*/ 217 w 9949"/>
                <a:gd name="connsiteY122" fmla="*/ 3366 h 9922"/>
                <a:gd name="connsiteX123" fmla="*/ 217 w 9949"/>
                <a:gd name="connsiteY123" fmla="*/ 3423 h 9922"/>
                <a:gd name="connsiteX124" fmla="*/ 217 w 9949"/>
                <a:gd name="connsiteY124" fmla="*/ 3452 h 9922"/>
                <a:gd name="connsiteX125" fmla="*/ 217 w 9949"/>
                <a:gd name="connsiteY125" fmla="*/ 3637 h 9922"/>
                <a:gd name="connsiteX126" fmla="*/ 217 w 9949"/>
                <a:gd name="connsiteY126" fmla="*/ 3651 h 9922"/>
                <a:gd name="connsiteX127" fmla="*/ 217 w 9949"/>
                <a:gd name="connsiteY127" fmla="*/ 3709 h 9922"/>
                <a:gd name="connsiteX128" fmla="*/ 217 w 9949"/>
                <a:gd name="connsiteY128" fmla="*/ 3766 h 9922"/>
                <a:gd name="connsiteX129" fmla="*/ 217 w 9949"/>
                <a:gd name="connsiteY129" fmla="*/ 3851 h 9922"/>
                <a:gd name="connsiteX130" fmla="*/ 217 w 9949"/>
                <a:gd name="connsiteY130" fmla="*/ 3880 h 9922"/>
                <a:gd name="connsiteX131" fmla="*/ 217 w 9949"/>
                <a:gd name="connsiteY131" fmla="*/ 3965 h 9922"/>
                <a:gd name="connsiteX132" fmla="*/ 217 w 9949"/>
                <a:gd name="connsiteY132" fmla="*/ 4194 h 9922"/>
                <a:gd name="connsiteX133" fmla="*/ 217 w 9949"/>
                <a:gd name="connsiteY133" fmla="*/ 4222 h 9922"/>
                <a:gd name="connsiteX134" fmla="*/ 217 w 9949"/>
                <a:gd name="connsiteY134" fmla="*/ 4293 h 9922"/>
                <a:gd name="connsiteX135" fmla="*/ 217 w 9949"/>
                <a:gd name="connsiteY135" fmla="*/ 4393 h 9922"/>
                <a:gd name="connsiteX136" fmla="*/ 217 w 9949"/>
                <a:gd name="connsiteY136" fmla="*/ 4436 h 9922"/>
                <a:gd name="connsiteX137" fmla="*/ 217 w 9949"/>
                <a:gd name="connsiteY137" fmla="*/ 4479 h 9922"/>
                <a:gd name="connsiteX138" fmla="*/ 217 w 9949"/>
                <a:gd name="connsiteY138" fmla="*/ 4550 h 9922"/>
                <a:gd name="connsiteX139" fmla="*/ 217 w 9949"/>
                <a:gd name="connsiteY139" fmla="*/ 4593 h 9922"/>
                <a:gd name="connsiteX140" fmla="*/ 217 w 9949"/>
                <a:gd name="connsiteY140" fmla="*/ 4707 h 9922"/>
                <a:gd name="connsiteX141" fmla="*/ 217 w 9949"/>
                <a:gd name="connsiteY141" fmla="*/ 4764 h 9922"/>
                <a:gd name="connsiteX142" fmla="*/ 217 w 9949"/>
                <a:gd name="connsiteY142" fmla="*/ 4807 h 9922"/>
                <a:gd name="connsiteX143" fmla="*/ 217 w 9949"/>
                <a:gd name="connsiteY143" fmla="*/ 4878 h 9922"/>
                <a:gd name="connsiteX144" fmla="*/ 217 w 9949"/>
                <a:gd name="connsiteY144" fmla="*/ 4935 h 9922"/>
                <a:gd name="connsiteX145" fmla="*/ 217 w 9949"/>
                <a:gd name="connsiteY145" fmla="*/ 4964 h 9922"/>
                <a:gd name="connsiteX146" fmla="*/ 217 w 9949"/>
                <a:gd name="connsiteY146" fmla="*/ 5078 h 9922"/>
                <a:gd name="connsiteX147" fmla="*/ 217 w 9949"/>
                <a:gd name="connsiteY147" fmla="*/ 5306 h 9922"/>
                <a:gd name="connsiteX148" fmla="*/ 217 w 9949"/>
                <a:gd name="connsiteY148" fmla="*/ 5335 h 9922"/>
                <a:gd name="connsiteX149" fmla="*/ 217 w 9949"/>
                <a:gd name="connsiteY149" fmla="*/ 5592 h 9922"/>
                <a:gd name="connsiteX150" fmla="*/ 217 w 9949"/>
                <a:gd name="connsiteY150" fmla="*/ 5620 h 9922"/>
                <a:gd name="connsiteX151" fmla="*/ 217 w 9949"/>
                <a:gd name="connsiteY151" fmla="*/ 5848 h 9922"/>
                <a:gd name="connsiteX152" fmla="*/ 217 w 9949"/>
                <a:gd name="connsiteY152" fmla="*/ 5920 h 9922"/>
                <a:gd name="connsiteX153" fmla="*/ 217 w 9949"/>
                <a:gd name="connsiteY153" fmla="*/ 6034 h 9922"/>
                <a:gd name="connsiteX154" fmla="*/ 217 w 9949"/>
                <a:gd name="connsiteY154" fmla="*/ 6048 h 9922"/>
                <a:gd name="connsiteX155" fmla="*/ 217 w 9949"/>
                <a:gd name="connsiteY155" fmla="*/ 9586 h 9922"/>
                <a:gd name="connsiteX156" fmla="*/ 5242 w 9949"/>
                <a:gd name="connsiteY156" fmla="*/ 9586 h 9922"/>
                <a:gd name="connsiteX157" fmla="*/ 5395 w 9949"/>
                <a:gd name="connsiteY157" fmla="*/ 9500 h 9922"/>
                <a:gd name="connsiteX158" fmla="*/ 5676 w 9949"/>
                <a:gd name="connsiteY158" fmla="*/ 7993 h 9922"/>
                <a:gd name="connsiteX159" fmla="*/ 5969 w 9949"/>
                <a:gd name="connsiteY159" fmla="*/ 9629 h 9922"/>
                <a:gd name="connsiteX160" fmla="*/ 7054 w 9949"/>
                <a:gd name="connsiteY160" fmla="*/ 9743 h 9922"/>
                <a:gd name="connsiteX161" fmla="*/ 7436 w 9949"/>
                <a:gd name="connsiteY161" fmla="*/ 9871 h 9922"/>
                <a:gd name="connsiteX162" fmla="*/ 7589 w 9949"/>
                <a:gd name="connsiteY162" fmla="*/ 9586 h 9922"/>
                <a:gd name="connsiteX163" fmla="*/ 9949 w 9949"/>
                <a:gd name="connsiteY163" fmla="*/ 9586 h 9922"/>
                <a:gd name="connsiteX0" fmla="*/ 10000 w 10000"/>
                <a:gd name="connsiteY0" fmla="*/ 9661 h 10000"/>
                <a:gd name="connsiteX1" fmla="*/ 9859 w 10000"/>
                <a:gd name="connsiteY1" fmla="*/ 9446 h 10000"/>
                <a:gd name="connsiteX2" fmla="*/ 9307 w 10000"/>
                <a:gd name="connsiteY2" fmla="*/ 8985 h 10000"/>
                <a:gd name="connsiteX3" fmla="*/ 8936 w 10000"/>
                <a:gd name="connsiteY3" fmla="*/ 8554 h 10000"/>
                <a:gd name="connsiteX4" fmla="*/ 8833 w 10000"/>
                <a:gd name="connsiteY4" fmla="*/ 7922 h 10000"/>
                <a:gd name="connsiteX5" fmla="*/ 8872 w 10000"/>
                <a:gd name="connsiteY5" fmla="*/ 7534 h 10000"/>
                <a:gd name="connsiteX6" fmla="*/ 8474 w 10000"/>
                <a:gd name="connsiteY6" fmla="*/ 7045 h 10000"/>
                <a:gd name="connsiteX7" fmla="*/ 8128 w 10000"/>
                <a:gd name="connsiteY7" fmla="*/ 6125 h 10000"/>
                <a:gd name="connsiteX8" fmla="*/ 7743 w 10000"/>
                <a:gd name="connsiteY8" fmla="*/ 5319 h 10000"/>
                <a:gd name="connsiteX9" fmla="*/ 7295 w 10000"/>
                <a:gd name="connsiteY9" fmla="*/ 4241 h 10000"/>
                <a:gd name="connsiteX10" fmla="*/ 6923 w 10000"/>
                <a:gd name="connsiteY10" fmla="*/ 3580 h 10000"/>
                <a:gd name="connsiteX11" fmla="*/ 6487 w 10000"/>
                <a:gd name="connsiteY11" fmla="*/ 2860 h 10000"/>
                <a:gd name="connsiteX12" fmla="*/ 6411 w 10000"/>
                <a:gd name="connsiteY12" fmla="*/ 2357 h 10000"/>
                <a:gd name="connsiteX13" fmla="*/ 6295 w 10000"/>
                <a:gd name="connsiteY13" fmla="*/ 1883 h 10000"/>
                <a:gd name="connsiteX14" fmla="*/ 6308 w 10000"/>
                <a:gd name="connsiteY14" fmla="*/ 1768 h 10000"/>
                <a:gd name="connsiteX15" fmla="*/ 6436 w 10000"/>
                <a:gd name="connsiteY15" fmla="*/ 1839 h 10000"/>
                <a:gd name="connsiteX16" fmla="*/ 6474 w 10000"/>
                <a:gd name="connsiteY16" fmla="*/ 1969 h 10000"/>
                <a:gd name="connsiteX17" fmla="*/ 6718 w 10000"/>
                <a:gd name="connsiteY17" fmla="*/ 2516 h 10000"/>
                <a:gd name="connsiteX18" fmla="*/ 7051 w 10000"/>
                <a:gd name="connsiteY18" fmla="*/ 3248 h 10000"/>
                <a:gd name="connsiteX19" fmla="*/ 7513 w 10000"/>
                <a:gd name="connsiteY19" fmla="*/ 3796 h 10000"/>
                <a:gd name="connsiteX20" fmla="*/ 7833 w 10000"/>
                <a:gd name="connsiteY20" fmla="*/ 3939 h 10000"/>
                <a:gd name="connsiteX21" fmla="*/ 8000 w 10000"/>
                <a:gd name="connsiteY21" fmla="*/ 3551 h 10000"/>
                <a:gd name="connsiteX22" fmla="*/ 8077 w 10000"/>
                <a:gd name="connsiteY22" fmla="*/ 3119 h 10000"/>
                <a:gd name="connsiteX23" fmla="*/ 8218 w 10000"/>
                <a:gd name="connsiteY23" fmla="*/ 2660 h 10000"/>
                <a:gd name="connsiteX24" fmla="*/ 8269 w 10000"/>
                <a:gd name="connsiteY24" fmla="*/ 2660 h 10000"/>
                <a:gd name="connsiteX25" fmla="*/ 8295 w 10000"/>
                <a:gd name="connsiteY25" fmla="*/ 2587 h 10000"/>
                <a:gd name="connsiteX26" fmla="*/ 8307 w 10000"/>
                <a:gd name="connsiteY26" fmla="*/ 2559 h 10000"/>
                <a:gd name="connsiteX27" fmla="*/ 8320 w 10000"/>
                <a:gd name="connsiteY27" fmla="*/ 2530 h 10000"/>
                <a:gd name="connsiteX28" fmla="*/ 8320 w 10000"/>
                <a:gd name="connsiteY28" fmla="*/ 2502 h 10000"/>
                <a:gd name="connsiteX29" fmla="*/ 8334 w 10000"/>
                <a:gd name="connsiteY29" fmla="*/ 2486 h 10000"/>
                <a:gd name="connsiteX30" fmla="*/ 8334 w 10000"/>
                <a:gd name="connsiteY30" fmla="*/ 2444 h 10000"/>
                <a:gd name="connsiteX31" fmla="*/ 8307 w 10000"/>
                <a:gd name="connsiteY31" fmla="*/ 2228 h 10000"/>
                <a:gd name="connsiteX32" fmla="*/ 8307 w 10000"/>
                <a:gd name="connsiteY32" fmla="*/ 2213 h 10000"/>
                <a:gd name="connsiteX33" fmla="*/ 8307 w 10000"/>
                <a:gd name="connsiteY33" fmla="*/ 2199 h 10000"/>
                <a:gd name="connsiteX34" fmla="*/ 8307 w 10000"/>
                <a:gd name="connsiteY34" fmla="*/ 2185 h 10000"/>
                <a:gd name="connsiteX35" fmla="*/ 8307 w 10000"/>
                <a:gd name="connsiteY35" fmla="*/ 2171 h 10000"/>
                <a:gd name="connsiteX36" fmla="*/ 8295 w 10000"/>
                <a:gd name="connsiteY36" fmla="*/ 2142 h 10000"/>
                <a:gd name="connsiteX37" fmla="*/ 8295 w 10000"/>
                <a:gd name="connsiteY37" fmla="*/ 2113 h 10000"/>
                <a:gd name="connsiteX38" fmla="*/ 8295 w 10000"/>
                <a:gd name="connsiteY38" fmla="*/ 2070 h 10000"/>
                <a:gd name="connsiteX39" fmla="*/ 8282 w 10000"/>
                <a:gd name="connsiteY39" fmla="*/ 2041 h 10000"/>
                <a:gd name="connsiteX40" fmla="*/ 8282 w 10000"/>
                <a:gd name="connsiteY40" fmla="*/ 2027 h 10000"/>
                <a:gd name="connsiteX41" fmla="*/ 8282 w 10000"/>
                <a:gd name="connsiteY41" fmla="*/ 1998 h 10000"/>
                <a:gd name="connsiteX42" fmla="*/ 8269 w 10000"/>
                <a:gd name="connsiteY42" fmla="*/ 1983 h 10000"/>
                <a:gd name="connsiteX43" fmla="*/ 8269 w 10000"/>
                <a:gd name="connsiteY43" fmla="*/ 1955 h 10000"/>
                <a:gd name="connsiteX44" fmla="*/ 8256 w 10000"/>
                <a:gd name="connsiteY44" fmla="*/ 1940 h 10000"/>
                <a:gd name="connsiteX45" fmla="*/ 8256 w 10000"/>
                <a:gd name="connsiteY45" fmla="*/ 1912 h 10000"/>
                <a:gd name="connsiteX46" fmla="*/ 8244 w 10000"/>
                <a:gd name="connsiteY46" fmla="*/ 1883 h 10000"/>
                <a:gd name="connsiteX47" fmla="*/ 8244 w 10000"/>
                <a:gd name="connsiteY47" fmla="*/ 1854 h 10000"/>
                <a:gd name="connsiteX48" fmla="*/ 8231 w 10000"/>
                <a:gd name="connsiteY48" fmla="*/ 1839 h 10000"/>
                <a:gd name="connsiteX49" fmla="*/ 8231 w 10000"/>
                <a:gd name="connsiteY49" fmla="*/ 1811 h 10000"/>
                <a:gd name="connsiteX50" fmla="*/ 8218 w 10000"/>
                <a:gd name="connsiteY50" fmla="*/ 1782 h 10000"/>
                <a:gd name="connsiteX51" fmla="*/ 8205 w 10000"/>
                <a:gd name="connsiteY51" fmla="*/ 1768 h 10000"/>
                <a:gd name="connsiteX52" fmla="*/ 8205 w 10000"/>
                <a:gd name="connsiteY52" fmla="*/ 1740 h 10000"/>
                <a:gd name="connsiteX53" fmla="*/ 8193 w 10000"/>
                <a:gd name="connsiteY53" fmla="*/ 1724 h 10000"/>
                <a:gd name="connsiteX54" fmla="*/ 8180 w 10000"/>
                <a:gd name="connsiteY54" fmla="*/ 1696 h 10000"/>
                <a:gd name="connsiteX55" fmla="*/ 8167 w 10000"/>
                <a:gd name="connsiteY55" fmla="*/ 1682 h 10000"/>
                <a:gd name="connsiteX56" fmla="*/ 8154 w 10000"/>
                <a:gd name="connsiteY56" fmla="*/ 1653 h 10000"/>
                <a:gd name="connsiteX57" fmla="*/ 8154 w 10000"/>
                <a:gd name="connsiteY57" fmla="*/ 1639 h 10000"/>
                <a:gd name="connsiteX58" fmla="*/ 8142 w 10000"/>
                <a:gd name="connsiteY58" fmla="*/ 1610 h 10000"/>
                <a:gd name="connsiteX59" fmla="*/ 8128 w 10000"/>
                <a:gd name="connsiteY59" fmla="*/ 1595 h 10000"/>
                <a:gd name="connsiteX60" fmla="*/ 8115 w 10000"/>
                <a:gd name="connsiteY60" fmla="*/ 1581 h 10000"/>
                <a:gd name="connsiteX61" fmla="*/ 8102 w 10000"/>
                <a:gd name="connsiteY61" fmla="*/ 1566 h 10000"/>
                <a:gd name="connsiteX62" fmla="*/ 8077 w 10000"/>
                <a:gd name="connsiteY62" fmla="*/ 1538 h 10000"/>
                <a:gd name="connsiteX63" fmla="*/ 7910 w 10000"/>
                <a:gd name="connsiteY63" fmla="*/ 905 h 10000"/>
                <a:gd name="connsiteX64" fmla="*/ 7962 w 10000"/>
                <a:gd name="connsiteY64" fmla="*/ 345 h 10000"/>
                <a:gd name="connsiteX65" fmla="*/ 8013 w 10000"/>
                <a:gd name="connsiteY65" fmla="*/ 0 h 10000"/>
                <a:gd name="connsiteX66" fmla="*/ 7692 w 10000"/>
                <a:gd name="connsiteY66" fmla="*/ 445 h 10000"/>
                <a:gd name="connsiteX67" fmla="*/ 7115 w 10000"/>
                <a:gd name="connsiteY67" fmla="*/ 546 h 10000"/>
                <a:gd name="connsiteX68" fmla="*/ 6679 w 10000"/>
                <a:gd name="connsiteY68" fmla="*/ 589 h 10000"/>
                <a:gd name="connsiteX69" fmla="*/ 6333 w 10000"/>
                <a:gd name="connsiteY69" fmla="*/ 546 h 10000"/>
                <a:gd name="connsiteX70" fmla="*/ 6257 w 10000"/>
                <a:gd name="connsiteY70" fmla="*/ 790 h 10000"/>
                <a:gd name="connsiteX71" fmla="*/ 6193 w 10000"/>
                <a:gd name="connsiteY71" fmla="*/ 804 h 10000"/>
                <a:gd name="connsiteX72" fmla="*/ 6128 w 10000"/>
                <a:gd name="connsiteY72" fmla="*/ 689 h 10000"/>
                <a:gd name="connsiteX73" fmla="*/ 5910 w 10000"/>
                <a:gd name="connsiteY73" fmla="*/ 531 h 10000"/>
                <a:gd name="connsiteX74" fmla="*/ 5988 w 10000"/>
                <a:gd name="connsiteY74" fmla="*/ 258 h 10000"/>
                <a:gd name="connsiteX75" fmla="*/ 5641 w 10000"/>
                <a:gd name="connsiteY75" fmla="*/ 301 h 10000"/>
                <a:gd name="connsiteX76" fmla="*/ 5192 w 10000"/>
                <a:gd name="connsiteY76" fmla="*/ 115 h 10000"/>
                <a:gd name="connsiteX77" fmla="*/ 4487 w 10000"/>
                <a:gd name="connsiteY77" fmla="*/ 373 h 10000"/>
                <a:gd name="connsiteX78" fmla="*/ 3961 w 10000"/>
                <a:gd name="connsiteY78" fmla="*/ 747 h 10000"/>
                <a:gd name="connsiteX79" fmla="*/ 3410 w 10000"/>
                <a:gd name="connsiteY79" fmla="*/ 834 h 10000"/>
                <a:gd name="connsiteX80" fmla="*/ 2410 w 10000"/>
                <a:gd name="connsiteY80" fmla="*/ 531 h 10000"/>
                <a:gd name="connsiteX81" fmla="*/ 1475 w 10000"/>
                <a:gd name="connsiteY81" fmla="*/ 157 h 10000"/>
                <a:gd name="connsiteX82" fmla="*/ 833 w 10000"/>
                <a:gd name="connsiteY82" fmla="*/ 86 h 10000"/>
                <a:gd name="connsiteX83" fmla="*/ 461 w 10000"/>
                <a:gd name="connsiteY83" fmla="*/ 186 h 10000"/>
                <a:gd name="connsiteX84" fmla="*/ 321 w 10000"/>
                <a:gd name="connsiteY84" fmla="*/ 72 h 10000"/>
                <a:gd name="connsiteX85" fmla="*/ 269 w 10000"/>
                <a:gd name="connsiteY85" fmla="*/ 172 h 10000"/>
                <a:gd name="connsiteX86" fmla="*/ 154 w 10000"/>
                <a:gd name="connsiteY86" fmla="*/ 345 h 10000"/>
                <a:gd name="connsiteX87" fmla="*/ 89 w 10000"/>
                <a:gd name="connsiteY87" fmla="*/ 604 h 10000"/>
                <a:gd name="connsiteX88" fmla="*/ 205 w 10000"/>
                <a:gd name="connsiteY88" fmla="*/ 891 h 10000"/>
                <a:gd name="connsiteX89" fmla="*/ 256 w 10000"/>
                <a:gd name="connsiteY89" fmla="*/ 1121 h 10000"/>
                <a:gd name="connsiteX90" fmla="*/ 154 w 10000"/>
                <a:gd name="connsiteY90" fmla="*/ 1394 h 10000"/>
                <a:gd name="connsiteX91" fmla="*/ 13 w 10000"/>
                <a:gd name="connsiteY91" fmla="*/ 1682 h 10000"/>
                <a:gd name="connsiteX92" fmla="*/ 116 w 10000"/>
                <a:gd name="connsiteY92" fmla="*/ 2027 h 10000"/>
                <a:gd name="connsiteX93" fmla="*/ 205 w 10000"/>
                <a:gd name="connsiteY93" fmla="*/ 2429 h 10000"/>
                <a:gd name="connsiteX94" fmla="*/ 205 w 10000"/>
                <a:gd name="connsiteY94" fmla="*/ 2444 h 10000"/>
                <a:gd name="connsiteX95" fmla="*/ 205 w 10000"/>
                <a:gd name="connsiteY95" fmla="*/ 2458 h 10000"/>
                <a:gd name="connsiteX96" fmla="*/ 205 w 10000"/>
                <a:gd name="connsiteY96" fmla="*/ 2472 h 10000"/>
                <a:gd name="connsiteX97" fmla="*/ 205 w 10000"/>
                <a:gd name="connsiteY97" fmla="*/ 2486 h 10000"/>
                <a:gd name="connsiteX98" fmla="*/ 205 w 10000"/>
                <a:gd name="connsiteY98" fmla="*/ 2502 h 10000"/>
                <a:gd name="connsiteX99" fmla="*/ 205 w 10000"/>
                <a:gd name="connsiteY99" fmla="*/ 2530 h 10000"/>
                <a:gd name="connsiteX100" fmla="*/ 218 w 10000"/>
                <a:gd name="connsiteY100" fmla="*/ 2559 h 10000"/>
                <a:gd name="connsiteX101" fmla="*/ 218 w 10000"/>
                <a:gd name="connsiteY101" fmla="*/ 2573 h 10000"/>
                <a:gd name="connsiteX102" fmla="*/ 218 w 10000"/>
                <a:gd name="connsiteY102" fmla="*/ 2602 h 10000"/>
                <a:gd name="connsiteX103" fmla="*/ 218 w 10000"/>
                <a:gd name="connsiteY103" fmla="*/ 2616 h 10000"/>
                <a:gd name="connsiteX104" fmla="*/ 218 w 10000"/>
                <a:gd name="connsiteY104" fmla="*/ 2645 h 10000"/>
                <a:gd name="connsiteX105" fmla="*/ 218 w 10000"/>
                <a:gd name="connsiteY105" fmla="*/ 2674 h 10000"/>
                <a:gd name="connsiteX106" fmla="*/ 218 w 10000"/>
                <a:gd name="connsiteY106" fmla="*/ 2702 h 10000"/>
                <a:gd name="connsiteX107" fmla="*/ 218 w 10000"/>
                <a:gd name="connsiteY107" fmla="*/ 2717 h 10000"/>
                <a:gd name="connsiteX108" fmla="*/ 218 w 10000"/>
                <a:gd name="connsiteY108" fmla="*/ 2760 h 10000"/>
                <a:gd name="connsiteX109" fmla="*/ 218 w 10000"/>
                <a:gd name="connsiteY109" fmla="*/ 2789 h 10000"/>
                <a:gd name="connsiteX110" fmla="*/ 218 w 10000"/>
                <a:gd name="connsiteY110" fmla="*/ 2818 h 10000"/>
                <a:gd name="connsiteX111" fmla="*/ 218 w 10000"/>
                <a:gd name="connsiteY111" fmla="*/ 2846 h 10000"/>
                <a:gd name="connsiteX112" fmla="*/ 218 w 10000"/>
                <a:gd name="connsiteY112" fmla="*/ 2890 h 10000"/>
                <a:gd name="connsiteX113" fmla="*/ 218 w 10000"/>
                <a:gd name="connsiteY113" fmla="*/ 2904 h 10000"/>
                <a:gd name="connsiteX114" fmla="*/ 218 w 10000"/>
                <a:gd name="connsiteY114" fmla="*/ 2961 h 10000"/>
                <a:gd name="connsiteX115" fmla="*/ 218 w 10000"/>
                <a:gd name="connsiteY115" fmla="*/ 3004 h 10000"/>
                <a:gd name="connsiteX116" fmla="*/ 218 w 10000"/>
                <a:gd name="connsiteY116" fmla="*/ 3034 h 10000"/>
                <a:gd name="connsiteX117" fmla="*/ 218 w 10000"/>
                <a:gd name="connsiteY117" fmla="*/ 3062 h 10000"/>
                <a:gd name="connsiteX118" fmla="*/ 218 w 10000"/>
                <a:gd name="connsiteY118" fmla="*/ 3105 h 10000"/>
                <a:gd name="connsiteX119" fmla="*/ 218 w 10000"/>
                <a:gd name="connsiteY119" fmla="*/ 3177 h 10000"/>
                <a:gd name="connsiteX120" fmla="*/ 218 w 10000"/>
                <a:gd name="connsiteY120" fmla="*/ 3191 h 10000"/>
                <a:gd name="connsiteX121" fmla="*/ 218 w 10000"/>
                <a:gd name="connsiteY121" fmla="*/ 3378 h 10000"/>
                <a:gd name="connsiteX122" fmla="*/ 218 w 10000"/>
                <a:gd name="connsiteY122" fmla="*/ 3392 h 10000"/>
                <a:gd name="connsiteX123" fmla="*/ 218 w 10000"/>
                <a:gd name="connsiteY123" fmla="*/ 3450 h 10000"/>
                <a:gd name="connsiteX124" fmla="*/ 218 w 10000"/>
                <a:gd name="connsiteY124" fmla="*/ 3479 h 10000"/>
                <a:gd name="connsiteX125" fmla="*/ 218 w 10000"/>
                <a:gd name="connsiteY125" fmla="*/ 3666 h 10000"/>
                <a:gd name="connsiteX126" fmla="*/ 218 w 10000"/>
                <a:gd name="connsiteY126" fmla="*/ 3680 h 10000"/>
                <a:gd name="connsiteX127" fmla="*/ 218 w 10000"/>
                <a:gd name="connsiteY127" fmla="*/ 3738 h 10000"/>
                <a:gd name="connsiteX128" fmla="*/ 218 w 10000"/>
                <a:gd name="connsiteY128" fmla="*/ 3796 h 10000"/>
                <a:gd name="connsiteX129" fmla="*/ 218 w 10000"/>
                <a:gd name="connsiteY129" fmla="*/ 3881 h 10000"/>
                <a:gd name="connsiteX130" fmla="*/ 218 w 10000"/>
                <a:gd name="connsiteY130" fmla="*/ 3911 h 10000"/>
                <a:gd name="connsiteX131" fmla="*/ 218 w 10000"/>
                <a:gd name="connsiteY131" fmla="*/ 3996 h 10000"/>
                <a:gd name="connsiteX132" fmla="*/ 218 w 10000"/>
                <a:gd name="connsiteY132" fmla="*/ 4227 h 10000"/>
                <a:gd name="connsiteX133" fmla="*/ 218 w 10000"/>
                <a:gd name="connsiteY133" fmla="*/ 4255 h 10000"/>
                <a:gd name="connsiteX134" fmla="*/ 218 w 10000"/>
                <a:gd name="connsiteY134" fmla="*/ 4327 h 10000"/>
                <a:gd name="connsiteX135" fmla="*/ 218 w 10000"/>
                <a:gd name="connsiteY135" fmla="*/ 4428 h 10000"/>
                <a:gd name="connsiteX136" fmla="*/ 218 w 10000"/>
                <a:gd name="connsiteY136" fmla="*/ 4471 h 10000"/>
                <a:gd name="connsiteX137" fmla="*/ 218 w 10000"/>
                <a:gd name="connsiteY137" fmla="*/ 4514 h 10000"/>
                <a:gd name="connsiteX138" fmla="*/ 218 w 10000"/>
                <a:gd name="connsiteY138" fmla="*/ 4586 h 10000"/>
                <a:gd name="connsiteX139" fmla="*/ 218 w 10000"/>
                <a:gd name="connsiteY139" fmla="*/ 4629 h 10000"/>
                <a:gd name="connsiteX140" fmla="*/ 218 w 10000"/>
                <a:gd name="connsiteY140" fmla="*/ 4744 h 10000"/>
                <a:gd name="connsiteX141" fmla="*/ 218 w 10000"/>
                <a:gd name="connsiteY141" fmla="*/ 4801 h 10000"/>
                <a:gd name="connsiteX142" fmla="*/ 218 w 10000"/>
                <a:gd name="connsiteY142" fmla="*/ 4845 h 10000"/>
                <a:gd name="connsiteX143" fmla="*/ 218 w 10000"/>
                <a:gd name="connsiteY143" fmla="*/ 4916 h 10000"/>
                <a:gd name="connsiteX144" fmla="*/ 218 w 10000"/>
                <a:gd name="connsiteY144" fmla="*/ 4974 h 10000"/>
                <a:gd name="connsiteX145" fmla="*/ 218 w 10000"/>
                <a:gd name="connsiteY145" fmla="*/ 5003 h 10000"/>
                <a:gd name="connsiteX146" fmla="*/ 218 w 10000"/>
                <a:gd name="connsiteY146" fmla="*/ 5118 h 10000"/>
                <a:gd name="connsiteX147" fmla="*/ 218 w 10000"/>
                <a:gd name="connsiteY147" fmla="*/ 5348 h 10000"/>
                <a:gd name="connsiteX148" fmla="*/ 218 w 10000"/>
                <a:gd name="connsiteY148" fmla="*/ 5377 h 10000"/>
                <a:gd name="connsiteX149" fmla="*/ 218 w 10000"/>
                <a:gd name="connsiteY149" fmla="*/ 5636 h 10000"/>
                <a:gd name="connsiteX150" fmla="*/ 218 w 10000"/>
                <a:gd name="connsiteY150" fmla="*/ 5664 h 10000"/>
                <a:gd name="connsiteX151" fmla="*/ 218 w 10000"/>
                <a:gd name="connsiteY151" fmla="*/ 5894 h 10000"/>
                <a:gd name="connsiteX152" fmla="*/ 218 w 10000"/>
                <a:gd name="connsiteY152" fmla="*/ 5967 h 10000"/>
                <a:gd name="connsiteX153" fmla="*/ 218 w 10000"/>
                <a:gd name="connsiteY153" fmla="*/ 6081 h 10000"/>
                <a:gd name="connsiteX154" fmla="*/ 218 w 10000"/>
                <a:gd name="connsiteY154" fmla="*/ 6096 h 10000"/>
                <a:gd name="connsiteX155" fmla="*/ 218 w 10000"/>
                <a:gd name="connsiteY155" fmla="*/ 9661 h 10000"/>
                <a:gd name="connsiteX156" fmla="*/ 5269 w 10000"/>
                <a:gd name="connsiteY156" fmla="*/ 9661 h 10000"/>
                <a:gd name="connsiteX157" fmla="*/ 5423 w 10000"/>
                <a:gd name="connsiteY157" fmla="*/ 9575 h 10000"/>
                <a:gd name="connsiteX158" fmla="*/ 6000 w 10000"/>
                <a:gd name="connsiteY158" fmla="*/ 9705 h 10000"/>
                <a:gd name="connsiteX159" fmla="*/ 7090 w 10000"/>
                <a:gd name="connsiteY159" fmla="*/ 9820 h 10000"/>
                <a:gd name="connsiteX160" fmla="*/ 7474 w 10000"/>
                <a:gd name="connsiteY160" fmla="*/ 9949 h 10000"/>
                <a:gd name="connsiteX161" fmla="*/ 7628 w 10000"/>
                <a:gd name="connsiteY161" fmla="*/ 9661 h 10000"/>
                <a:gd name="connsiteX162" fmla="*/ 10000 w 10000"/>
                <a:gd name="connsiteY162" fmla="*/ 9661 h 10000"/>
                <a:gd name="connsiteX0" fmla="*/ 10000 w 10000"/>
                <a:gd name="connsiteY0" fmla="*/ 9661 h 10000"/>
                <a:gd name="connsiteX1" fmla="*/ 9859 w 10000"/>
                <a:gd name="connsiteY1" fmla="*/ 9446 h 10000"/>
                <a:gd name="connsiteX2" fmla="*/ 9307 w 10000"/>
                <a:gd name="connsiteY2" fmla="*/ 8985 h 10000"/>
                <a:gd name="connsiteX3" fmla="*/ 8936 w 10000"/>
                <a:gd name="connsiteY3" fmla="*/ 8554 h 10000"/>
                <a:gd name="connsiteX4" fmla="*/ 8833 w 10000"/>
                <a:gd name="connsiteY4" fmla="*/ 7922 h 10000"/>
                <a:gd name="connsiteX5" fmla="*/ 8872 w 10000"/>
                <a:gd name="connsiteY5" fmla="*/ 7534 h 10000"/>
                <a:gd name="connsiteX6" fmla="*/ 8474 w 10000"/>
                <a:gd name="connsiteY6" fmla="*/ 7045 h 10000"/>
                <a:gd name="connsiteX7" fmla="*/ 8128 w 10000"/>
                <a:gd name="connsiteY7" fmla="*/ 6125 h 10000"/>
                <a:gd name="connsiteX8" fmla="*/ 7743 w 10000"/>
                <a:gd name="connsiteY8" fmla="*/ 5319 h 10000"/>
                <a:gd name="connsiteX9" fmla="*/ 7295 w 10000"/>
                <a:gd name="connsiteY9" fmla="*/ 4241 h 10000"/>
                <a:gd name="connsiteX10" fmla="*/ 6923 w 10000"/>
                <a:gd name="connsiteY10" fmla="*/ 3580 h 10000"/>
                <a:gd name="connsiteX11" fmla="*/ 6487 w 10000"/>
                <a:gd name="connsiteY11" fmla="*/ 2860 h 10000"/>
                <a:gd name="connsiteX12" fmla="*/ 6411 w 10000"/>
                <a:gd name="connsiteY12" fmla="*/ 2357 h 10000"/>
                <a:gd name="connsiteX13" fmla="*/ 6295 w 10000"/>
                <a:gd name="connsiteY13" fmla="*/ 1883 h 10000"/>
                <a:gd name="connsiteX14" fmla="*/ 6308 w 10000"/>
                <a:gd name="connsiteY14" fmla="*/ 1768 h 10000"/>
                <a:gd name="connsiteX15" fmla="*/ 6436 w 10000"/>
                <a:gd name="connsiteY15" fmla="*/ 1839 h 10000"/>
                <a:gd name="connsiteX16" fmla="*/ 6474 w 10000"/>
                <a:gd name="connsiteY16" fmla="*/ 1969 h 10000"/>
                <a:gd name="connsiteX17" fmla="*/ 6718 w 10000"/>
                <a:gd name="connsiteY17" fmla="*/ 2516 h 10000"/>
                <a:gd name="connsiteX18" fmla="*/ 7051 w 10000"/>
                <a:gd name="connsiteY18" fmla="*/ 3248 h 10000"/>
                <a:gd name="connsiteX19" fmla="*/ 7513 w 10000"/>
                <a:gd name="connsiteY19" fmla="*/ 3796 h 10000"/>
                <a:gd name="connsiteX20" fmla="*/ 7833 w 10000"/>
                <a:gd name="connsiteY20" fmla="*/ 3939 h 10000"/>
                <a:gd name="connsiteX21" fmla="*/ 8000 w 10000"/>
                <a:gd name="connsiteY21" fmla="*/ 3551 h 10000"/>
                <a:gd name="connsiteX22" fmla="*/ 8077 w 10000"/>
                <a:gd name="connsiteY22" fmla="*/ 3119 h 10000"/>
                <a:gd name="connsiteX23" fmla="*/ 8218 w 10000"/>
                <a:gd name="connsiteY23" fmla="*/ 2660 h 10000"/>
                <a:gd name="connsiteX24" fmla="*/ 8269 w 10000"/>
                <a:gd name="connsiteY24" fmla="*/ 2660 h 10000"/>
                <a:gd name="connsiteX25" fmla="*/ 8295 w 10000"/>
                <a:gd name="connsiteY25" fmla="*/ 2587 h 10000"/>
                <a:gd name="connsiteX26" fmla="*/ 8307 w 10000"/>
                <a:gd name="connsiteY26" fmla="*/ 2559 h 10000"/>
                <a:gd name="connsiteX27" fmla="*/ 8320 w 10000"/>
                <a:gd name="connsiteY27" fmla="*/ 2530 h 10000"/>
                <a:gd name="connsiteX28" fmla="*/ 8320 w 10000"/>
                <a:gd name="connsiteY28" fmla="*/ 2502 h 10000"/>
                <a:gd name="connsiteX29" fmla="*/ 8334 w 10000"/>
                <a:gd name="connsiteY29" fmla="*/ 2486 h 10000"/>
                <a:gd name="connsiteX30" fmla="*/ 8334 w 10000"/>
                <a:gd name="connsiteY30" fmla="*/ 2444 h 10000"/>
                <a:gd name="connsiteX31" fmla="*/ 8307 w 10000"/>
                <a:gd name="connsiteY31" fmla="*/ 2228 h 10000"/>
                <a:gd name="connsiteX32" fmla="*/ 8307 w 10000"/>
                <a:gd name="connsiteY32" fmla="*/ 2213 h 10000"/>
                <a:gd name="connsiteX33" fmla="*/ 8307 w 10000"/>
                <a:gd name="connsiteY33" fmla="*/ 2199 h 10000"/>
                <a:gd name="connsiteX34" fmla="*/ 8307 w 10000"/>
                <a:gd name="connsiteY34" fmla="*/ 2185 h 10000"/>
                <a:gd name="connsiteX35" fmla="*/ 8307 w 10000"/>
                <a:gd name="connsiteY35" fmla="*/ 2171 h 10000"/>
                <a:gd name="connsiteX36" fmla="*/ 8295 w 10000"/>
                <a:gd name="connsiteY36" fmla="*/ 2142 h 10000"/>
                <a:gd name="connsiteX37" fmla="*/ 8295 w 10000"/>
                <a:gd name="connsiteY37" fmla="*/ 2113 h 10000"/>
                <a:gd name="connsiteX38" fmla="*/ 8295 w 10000"/>
                <a:gd name="connsiteY38" fmla="*/ 2070 h 10000"/>
                <a:gd name="connsiteX39" fmla="*/ 8282 w 10000"/>
                <a:gd name="connsiteY39" fmla="*/ 2041 h 10000"/>
                <a:gd name="connsiteX40" fmla="*/ 8282 w 10000"/>
                <a:gd name="connsiteY40" fmla="*/ 2027 h 10000"/>
                <a:gd name="connsiteX41" fmla="*/ 8282 w 10000"/>
                <a:gd name="connsiteY41" fmla="*/ 1998 h 10000"/>
                <a:gd name="connsiteX42" fmla="*/ 8269 w 10000"/>
                <a:gd name="connsiteY42" fmla="*/ 1983 h 10000"/>
                <a:gd name="connsiteX43" fmla="*/ 8269 w 10000"/>
                <a:gd name="connsiteY43" fmla="*/ 1955 h 10000"/>
                <a:gd name="connsiteX44" fmla="*/ 8256 w 10000"/>
                <a:gd name="connsiteY44" fmla="*/ 1940 h 10000"/>
                <a:gd name="connsiteX45" fmla="*/ 8256 w 10000"/>
                <a:gd name="connsiteY45" fmla="*/ 1912 h 10000"/>
                <a:gd name="connsiteX46" fmla="*/ 8244 w 10000"/>
                <a:gd name="connsiteY46" fmla="*/ 1883 h 10000"/>
                <a:gd name="connsiteX47" fmla="*/ 8244 w 10000"/>
                <a:gd name="connsiteY47" fmla="*/ 1854 h 10000"/>
                <a:gd name="connsiteX48" fmla="*/ 8231 w 10000"/>
                <a:gd name="connsiteY48" fmla="*/ 1839 h 10000"/>
                <a:gd name="connsiteX49" fmla="*/ 8231 w 10000"/>
                <a:gd name="connsiteY49" fmla="*/ 1811 h 10000"/>
                <a:gd name="connsiteX50" fmla="*/ 8218 w 10000"/>
                <a:gd name="connsiteY50" fmla="*/ 1782 h 10000"/>
                <a:gd name="connsiteX51" fmla="*/ 8205 w 10000"/>
                <a:gd name="connsiteY51" fmla="*/ 1768 h 10000"/>
                <a:gd name="connsiteX52" fmla="*/ 8205 w 10000"/>
                <a:gd name="connsiteY52" fmla="*/ 1740 h 10000"/>
                <a:gd name="connsiteX53" fmla="*/ 8193 w 10000"/>
                <a:gd name="connsiteY53" fmla="*/ 1724 h 10000"/>
                <a:gd name="connsiteX54" fmla="*/ 8180 w 10000"/>
                <a:gd name="connsiteY54" fmla="*/ 1696 h 10000"/>
                <a:gd name="connsiteX55" fmla="*/ 8167 w 10000"/>
                <a:gd name="connsiteY55" fmla="*/ 1682 h 10000"/>
                <a:gd name="connsiteX56" fmla="*/ 8154 w 10000"/>
                <a:gd name="connsiteY56" fmla="*/ 1653 h 10000"/>
                <a:gd name="connsiteX57" fmla="*/ 8154 w 10000"/>
                <a:gd name="connsiteY57" fmla="*/ 1639 h 10000"/>
                <a:gd name="connsiteX58" fmla="*/ 8142 w 10000"/>
                <a:gd name="connsiteY58" fmla="*/ 1610 h 10000"/>
                <a:gd name="connsiteX59" fmla="*/ 8128 w 10000"/>
                <a:gd name="connsiteY59" fmla="*/ 1595 h 10000"/>
                <a:gd name="connsiteX60" fmla="*/ 8115 w 10000"/>
                <a:gd name="connsiteY60" fmla="*/ 1581 h 10000"/>
                <a:gd name="connsiteX61" fmla="*/ 8102 w 10000"/>
                <a:gd name="connsiteY61" fmla="*/ 1566 h 10000"/>
                <a:gd name="connsiteX62" fmla="*/ 8077 w 10000"/>
                <a:gd name="connsiteY62" fmla="*/ 1538 h 10000"/>
                <a:gd name="connsiteX63" fmla="*/ 7910 w 10000"/>
                <a:gd name="connsiteY63" fmla="*/ 905 h 10000"/>
                <a:gd name="connsiteX64" fmla="*/ 7962 w 10000"/>
                <a:gd name="connsiteY64" fmla="*/ 345 h 10000"/>
                <a:gd name="connsiteX65" fmla="*/ 8013 w 10000"/>
                <a:gd name="connsiteY65" fmla="*/ 0 h 10000"/>
                <a:gd name="connsiteX66" fmla="*/ 7692 w 10000"/>
                <a:gd name="connsiteY66" fmla="*/ 445 h 10000"/>
                <a:gd name="connsiteX67" fmla="*/ 7115 w 10000"/>
                <a:gd name="connsiteY67" fmla="*/ 546 h 10000"/>
                <a:gd name="connsiteX68" fmla="*/ 6679 w 10000"/>
                <a:gd name="connsiteY68" fmla="*/ 589 h 10000"/>
                <a:gd name="connsiteX69" fmla="*/ 6333 w 10000"/>
                <a:gd name="connsiteY69" fmla="*/ 546 h 10000"/>
                <a:gd name="connsiteX70" fmla="*/ 6257 w 10000"/>
                <a:gd name="connsiteY70" fmla="*/ 790 h 10000"/>
                <a:gd name="connsiteX71" fmla="*/ 6193 w 10000"/>
                <a:gd name="connsiteY71" fmla="*/ 804 h 10000"/>
                <a:gd name="connsiteX72" fmla="*/ 6128 w 10000"/>
                <a:gd name="connsiteY72" fmla="*/ 689 h 10000"/>
                <a:gd name="connsiteX73" fmla="*/ 5910 w 10000"/>
                <a:gd name="connsiteY73" fmla="*/ 531 h 10000"/>
                <a:gd name="connsiteX74" fmla="*/ 5988 w 10000"/>
                <a:gd name="connsiteY74" fmla="*/ 258 h 10000"/>
                <a:gd name="connsiteX75" fmla="*/ 5641 w 10000"/>
                <a:gd name="connsiteY75" fmla="*/ 301 h 10000"/>
                <a:gd name="connsiteX76" fmla="*/ 5192 w 10000"/>
                <a:gd name="connsiteY76" fmla="*/ 115 h 10000"/>
                <a:gd name="connsiteX77" fmla="*/ 4487 w 10000"/>
                <a:gd name="connsiteY77" fmla="*/ 373 h 10000"/>
                <a:gd name="connsiteX78" fmla="*/ 3961 w 10000"/>
                <a:gd name="connsiteY78" fmla="*/ 747 h 10000"/>
                <a:gd name="connsiteX79" fmla="*/ 3410 w 10000"/>
                <a:gd name="connsiteY79" fmla="*/ 834 h 10000"/>
                <a:gd name="connsiteX80" fmla="*/ 2410 w 10000"/>
                <a:gd name="connsiteY80" fmla="*/ 531 h 10000"/>
                <a:gd name="connsiteX81" fmla="*/ 1475 w 10000"/>
                <a:gd name="connsiteY81" fmla="*/ 157 h 10000"/>
                <a:gd name="connsiteX82" fmla="*/ 833 w 10000"/>
                <a:gd name="connsiteY82" fmla="*/ 86 h 10000"/>
                <a:gd name="connsiteX83" fmla="*/ 461 w 10000"/>
                <a:gd name="connsiteY83" fmla="*/ 186 h 10000"/>
                <a:gd name="connsiteX84" fmla="*/ 321 w 10000"/>
                <a:gd name="connsiteY84" fmla="*/ 72 h 10000"/>
                <a:gd name="connsiteX85" fmla="*/ 269 w 10000"/>
                <a:gd name="connsiteY85" fmla="*/ 172 h 10000"/>
                <a:gd name="connsiteX86" fmla="*/ 154 w 10000"/>
                <a:gd name="connsiteY86" fmla="*/ 345 h 10000"/>
                <a:gd name="connsiteX87" fmla="*/ 89 w 10000"/>
                <a:gd name="connsiteY87" fmla="*/ 604 h 10000"/>
                <a:gd name="connsiteX88" fmla="*/ 205 w 10000"/>
                <a:gd name="connsiteY88" fmla="*/ 891 h 10000"/>
                <a:gd name="connsiteX89" fmla="*/ 256 w 10000"/>
                <a:gd name="connsiteY89" fmla="*/ 1121 h 10000"/>
                <a:gd name="connsiteX90" fmla="*/ 154 w 10000"/>
                <a:gd name="connsiteY90" fmla="*/ 1394 h 10000"/>
                <a:gd name="connsiteX91" fmla="*/ 13 w 10000"/>
                <a:gd name="connsiteY91" fmla="*/ 1682 h 10000"/>
                <a:gd name="connsiteX92" fmla="*/ 116 w 10000"/>
                <a:gd name="connsiteY92" fmla="*/ 2027 h 10000"/>
                <a:gd name="connsiteX93" fmla="*/ 205 w 10000"/>
                <a:gd name="connsiteY93" fmla="*/ 2429 h 10000"/>
                <a:gd name="connsiteX94" fmla="*/ 205 w 10000"/>
                <a:gd name="connsiteY94" fmla="*/ 2444 h 10000"/>
                <a:gd name="connsiteX95" fmla="*/ 205 w 10000"/>
                <a:gd name="connsiteY95" fmla="*/ 2458 h 10000"/>
                <a:gd name="connsiteX96" fmla="*/ 205 w 10000"/>
                <a:gd name="connsiteY96" fmla="*/ 2472 h 10000"/>
                <a:gd name="connsiteX97" fmla="*/ 205 w 10000"/>
                <a:gd name="connsiteY97" fmla="*/ 2486 h 10000"/>
                <a:gd name="connsiteX98" fmla="*/ 205 w 10000"/>
                <a:gd name="connsiteY98" fmla="*/ 2502 h 10000"/>
                <a:gd name="connsiteX99" fmla="*/ 205 w 10000"/>
                <a:gd name="connsiteY99" fmla="*/ 2530 h 10000"/>
                <a:gd name="connsiteX100" fmla="*/ 218 w 10000"/>
                <a:gd name="connsiteY100" fmla="*/ 2559 h 10000"/>
                <a:gd name="connsiteX101" fmla="*/ 218 w 10000"/>
                <a:gd name="connsiteY101" fmla="*/ 2573 h 10000"/>
                <a:gd name="connsiteX102" fmla="*/ 218 w 10000"/>
                <a:gd name="connsiteY102" fmla="*/ 2602 h 10000"/>
                <a:gd name="connsiteX103" fmla="*/ 218 w 10000"/>
                <a:gd name="connsiteY103" fmla="*/ 2616 h 10000"/>
                <a:gd name="connsiteX104" fmla="*/ 218 w 10000"/>
                <a:gd name="connsiteY104" fmla="*/ 2645 h 10000"/>
                <a:gd name="connsiteX105" fmla="*/ 218 w 10000"/>
                <a:gd name="connsiteY105" fmla="*/ 2674 h 10000"/>
                <a:gd name="connsiteX106" fmla="*/ 218 w 10000"/>
                <a:gd name="connsiteY106" fmla="*/ 2702 h 10000"/>
                <a:gd name="connsiteX107" fmla="*/ 218 w 10000"/>
                <a:gd name="connsiteY107" fmla="*/ 2717 h 10000"/>
                <a:gd name="connsiteX108" fmla="*/ 218 w 10000"/>
                <a:gd name="connsiteY108" fmla="*/ 2760 h 10000"/>
                <a:gd name="connsiteX109" fmla="*/ 218 w 10000"/>
                <a:gd name="connsiteY109" fmla="*/ 2789 h 10000"/>
                <a:gd name="connsiteX110" fmla="*/ 218 w 10000"/>
                <a:gd name="connsiteY110" fmla="*/ 2818 h 10000"/>
                <a:gd name="connsiteX111" fmla="*/ 218 w 10000"/>
                <a:gd name="connsiteY111" fmla="*/ 2846 h 10000"/>
                <a:gd name="connsiteX112" fmla="*/ 218 w 10000"/>
                <a:gd name="connsiteY112" fmla="*/ 2890 h 10000"/>
                <a:gd name="connsiteX113" fmla="*/ 218 w 10000"/>
                <a:gd name="connsiteY113" fmla="*/ 2904 h 10000"/>
                <a:gd name="connsiteX114" fmla="*/ 218 w 10000"/>
                <a:gd name="connsiteY114" fmla="*/ 2961 h 10000"/>
                <a:gd name="connsiteX115" fmla="*/ 218 w 10000"/>
                <a:gd name="connsiteY115" fmla="*/ 3004 h 10000"/>
                <a:gd name="connsiteX116" fmla="*/ 218 w 10000"/>
                <a:gd name="connsiteY116" fmla="*/ 3034 h 10000"/>
                <a:gd name="connsiteX117" fmla="*/ 218 w 10000"/>
                <a:gd name="connsiteY117" fmla="*/ 3062 h 10000"/>
                <a:gd name="connsiteX118" fmla="*/ 218 w 10000"/>
                <a:gd name="connsiteY118" fmla="*/ 3105 h 10000"/>
                <a:gd name="connsiteX119" fmla="*/ 218 w 10000"/>
                <a:gd name="connsiteY119" fmla="*/ 3177 h 10000"/>
                <a:gd name="connsiteX120" fmla="*/ 218 w 10000"/>
                <a:gd name="connsiteY120" fmla="*/ 3191 h 10000"/>
                <a:gd name="connsiteX121" fmla="*/ 218 w 10000"/>
                <a:gd name="connsiteY121" fmla="*/ 3378 h 10000"/>
                <a:gd name="connsiteX122" fmla="*/ 218 w 10000"/>
                <a:gd name="connsiteY122" fmla="*/ 3392 h 10000"/>
                <a:gd name="connsiteX123" fmla="*/ 218 w 10000"/>
                <a:gd name="connsiteY123" fmla="*/ 3450 h 10000"/>
                <a:gd name="connsiteX124" fmla="*/ 218 w 10000"/>
                <a:gd name="connsiteY124" fmla="*/ 3479 h 10000"/>
                <a:gd name="connsiteX125" fmla="*/ 218 w 10000"/>
                <a:gd name="connsiteY125" fmla="*/ 3666 h 10000"/>
                <a:gd name="connsiteX126" fmla="*/ 218 w 10000"/>
                <a:gd name="connsiteY126" fmla="*/ 3680 h 10000"/>
                <a:gd name="connsiteX127" fmla="*/ 218 w 10000"/>
                <a:gd name="connsiteY127" fmla="*/ 3738 h 10000"/>
                <a:gd name="connsiteX128" fmla="*/ 218 w 10000"/>
                <a:gd name="connsiteY128" fmla="*/ 3796 h 10000"/>
                <a:gd name="connsiteX129" fmla="*/ 218 w 10000"/>
                <a:gd name="connsiteY129" fmla="*/ 3881 h 10000"/>
                <a:gd name="connsiteX130" fmla="*/ 218 w 10000"/>
                <a:gd name="connsiteY130" fmla="*/ 3911 h 10000"/>
                <a:gd name="connsiteX131" fmla="*/ 218 w 10000"/>
                <a:gd name="connsiteY131" fmla="*/ 3996 h 10000"/>
                <a:gd name="connsiteX132" fmla="*/ 218 w 10000"/>
                <a:gd name="connsiteY132" fmla="*/ 4227 h 10000"/>
                <a:gd name="connsiteX133" fmla="*/ 218 w 10000"/>
                <a:gd name="connsiteY133" fmla="*/ 4255 h 10000"/>
                <a:gd name="connsiteX134" fmla="*/ 218 w 10000"/>
                <a:gd name="connsiteY134" fmla="*/ 4327 h 10000"/>
                <a:gd name="connsiteX135" fmla="*/ 218 w 10000"/>
                <a:gd name="connsiteY135" fmla="*/ 4428 h 10000"/>
                <a:gd name="connsiteX136" fmla="*/ 218 w 10000"/>
                <a:gd name="connsiteY136" fmla="*/ 4471 h 10000"/>
                <a:gd name="connsiteX137" fmla="*/ 218 w 10000"/>
                <a:gd name="connsiteY137" fmla="*/ 4514 h 10000"/>
                <a:gd name="connsiteX138" fmla="*/ 218 w 10000"/>
                <a:gd name="connsiteY138" fmla="*/ 4586 h 10000"/>
                <a:gd name="connsiteX139" fmla="*/ 218 w 10000"/>
                <a:gd name="connsiteY139" fmla="*/ 4629 h 10000"/>
                <a:gd name="connsiteX140" fmla="*/ 218 w 10000"/>
                <a:gd name="connsiteY140" fmla="*/ 4744 h 10000"/>
                <a:gd name="connsiteX141" fmla="*/ 218 w 10000"/>
                <a:gd name="connsiteY141" fmla="*/ 4801 h 10000"/>
                <a:gd name="connsiteX142" fmla="*/ 218 w 10000"/>
                <a:gd name="connsiteY142" fmla="*/ 4845 h 10000"/>
                <a:gd name="connsiteX143" fmla="*/ 218 w 10000"/>
                <a:gd name="connsiteY143" fmla="*/ 4916 h 10000"/>
                <a:gd name="connsiteX144" fmla="*/ 218 w 10000"/>
                <a:gd name="connsiteY144" fmla="*/ 4974 h 10000"/>
                <a:gd name="connsiteX145" fmla="*/ 218 w 10000"/>
                <a:gd name="connsiteY145" fmla="*/ 5003 h 10000"/>
                <a:gd name="connsiteX146" fmla="*/ 218 w 10000"/>
                <a:gd name="connsiteY146" fmla="*/ 5118 h 10000"/>
                <a:gd name="connsiteX147" fmla="*/ 218 w 10000"/>
                <a:gd name="connsiteY147" fmla="*/ 5348 h 10000"/>
                <a:gd name="connsiteX148" fmla="*/ 218 w 10000"/>
                <a:gd name="connsiteY148" fmla="*/ 5377 h 10000"/>
                <a:gd name="connsiteX149" fmla="*/ 218 w 10000"/>
                <a:gd name="connsiteY149" fmla="*/ 5636 h 10000"/>
                <a:gd name="connsiteX150" fmla="*/ 218 w 10000"/>
                <a:gd name="connsiteY150" fmla="*/ 5664 h 10000"/>
                <a:gd name="connsiteX151" fmla="*/ 218 w 10000"/>
                <a:gd name="connsiteY151" fmla="*/ 5894 h 10000"/>
                <a:gd name="connsiteX152" fmla="*/ 218 w 10000"/>
                <a:gd name="connsiteY152" fmla="*/ 5967 h 10000"/>
                <a:gd name="connsiteX153" fmla="*/ 218 w 10000"/>
                <a:gd name="connsiteY153" fmla="*/ 6081 h 10000"/>
                <a:gd name="connsiteX154" fmla="*/ 218 w 10000"/>
                <a:gd name="connsiteY154" fmla="*/ 6096 h 10000"/>
                <a:gd name="connsiteX155" fmla="*/ 218 w 10000"/>
                <a:gd name="connsiteY155" fmla="*/ 9661 h 10000"/>
                <a:gd name="connsiteX156" fmla="*/ 5269 w 10000"/>
                <a:gd name="connsiteY156" fmla="*/ 9661 h 10000"/>
                <a:gd name="connsiteX157" fmla="*/ 6000 w 10000"/>
                <a:gd name="connsiteY157" fmla="*/ 9705 h 10000"/>
                <a:gd name="connsiteX158" fmla="*/ 7090 w 10000"/>
                <a:gd name="connsiteY158" fmla="*/ 9820 h 10000"/>
                <a:gd name="connsiteX159" fmla="*/ 7474 w 10000"/>
                <a:gd name="connsiteY159" fmla="*/ 9949 h 10000"/>
                <a:gd name="connsiteX160" fmla="*/ 7628 w 10000"/>
                <a:gd name="connsiteY160" fmla="*/ 9661 h 10000"/>
                <a:gd name="connsiteX161" fmla="*/ 10000 w 10000"/>
                <a:gd name="connsiteY161" fmla="*/ 9661 h 10000"/>
                <a:gd name="connsiteX0" fmla="*/ 10000 w 10000"/>
                <a:gd name="connsiteY0" fmla="*/ 9661 h 10000"/>
                <a:gd name="connsiteX1" fmla="*/ 9859 w 10000"/>
                <a:gd name="connsiteY1" fmla="*/ 9446 h 10000"/>
                <a:gd name="connsiteX2" fmla="*/ 9307 w 10000"/>
                <a:gd name="connsiteY2" fmla="*/ 8985 h 10000"/>
                <a:gd name="connsiteX3" fmla="*/ 8936 w 10000"/>
                <a:gd name="connsiteY3" fmla="*/ 8554 h 10000"/>
                <a:gd name="connsiteX4" fmla="*/ 8833 w 10000"/>
                <a:gd name="connsiteY4" fmla="*/ 7922 h 10000"/>
                <a:gd name="connsiteX5" fmla="*/ 8872 w 10000"/>
                <a:gd name="connsiteY5" fmla="*/ 7534 h 10000"/>
                <a:gd name="connsiteX6" fmla="*/ 8474 w 10000"/>
                <a:gd name="connsiteY6" fmla="*/ 7045 h 10000"/>
                <a:gd name="connsiteX7" fmla="*/ 8128 w 10000"/>
                <a:gd name="connsiteY7" fmla="*/ 6125 h 10000"/>
                <a:gd name="connsiteX8" fmla="*/ 7743 w 10000"/>
                <a:gd name="connsiteY8" fmla="*/ 5319 h 10000"/>
                <a:gd name="connsiteX9" fmla="*/ 7295 w 10000"/>
                <a:gd name="connsiteY9" fmla="*/ 4241 h 10000"/>
                <a:gd name="connsiteX10" fmla="*/ 6923 w 10000"/>
                <a:gd name="connsiteY10" fmla="*/ 3580 h 10000"/>
                <a:gd name="connsiteX11" fmla="*/ 6487 w 10000"/>
                <a:gd name="connsiteY11" fmla="*/ 2860 h 10000"/>
                <a:gd name="connsiteX12" fmla="*/ 6411 w 10000"/>
                <a:gd name="connsiteY12" fmla="*/ 2357 h 10000"/>
                <a:gd name="connsiteX13" fmla="*/ 6295 w 10000"/>
                <a:gd name="connsiteY13" fmla="*/ 1883 h 10000"/>
                <a:gd name="connsiteX14" fmla="*/ 6308 w 10000"/>
                <a:gd name="connsiteY14" fmla="*/ 1768 h 10000"/>
                <a:gd name="connsiteX15" fmla="*/ 6436 w 10000"/>
                <a:gd name="connsiteY15" fmla="*/ 1839 h 10000"/>
                <a:gd name="connsiteX16" fmla="*/ 6474 w 10000"/>
                <a:gd name="connsiteY16" fmla="*/ 1969 h 10000"/>
                <a:gd name="connsiteX17" fmla="*/ 6718 w 10000"/>
                <a:gd name="connsiteY17" fmla="*/ 2516 h 10000"/>
                <a:gd name="connsiteX18" fmla="*/ 7051 w 10000"/>
                <a:gd name="connsiteY18" fmla="*/ 3248 h 10000"/>
                <a:gd name="connsiteX19" fmla="*/ 7513 w 10000"/>
                <a:gd name="connsiteY19" fmla="*/ 3796 h 10000"/>
                <a:gd name="connsiteX20" fmla="*/ 7833 w 10000"/>
                <a:gd name="connsiteY20" fmla="*/ 3939 h 10000"/>
                <a:gd name="connsiteX21" fmla="*/ 8000 w 10000"/>
                <a:gd name="connsiteY21" fmla="*/ 3551 h 10000"/>
                <a:gd name="connsiteX22" fmla="*/ 8077 w 10000"/>
                <a:gd name="connsiteY22" fmla="*/ 3119 h 10000"/>
                <a:gd name="connsiteX23" fmla="*/ 8218 w 10000"/>
                <a:gd name="connsiteY23" fmla="*/ 2660 h 10000"/>
                <a:gd name="connsiteX24" fmla="*/ 8269 w 10000"/>
                <a:gd name="connsiteY24" fmla="*/ 2660 h 10000"/>
                <a:gd name="connsiteX25" fmla="*/ 8295 w 10000"/>
                <a:gd name="connsiteY25" fmla="*/ 2587 h 10000"/>
                <a:gd name="connsiteX26" fmla="*/ 8307 w 10000"/>
                <a:gd name="connsiteY26" fmla="*/ 2559 h 10000"/>
                <a:gd name="connsiteX27" fmla="*/ 8320 w 10000"/>
                <a:gd name="connsiteY27" fmla="*/ 2530 h 10000"/>
                <a:gd name="connsiteX28" fmla="*/ 8320 w 10000"/>
                <a:gd name="connsiteY28" fmla="*/ 2502 h 10000"/>
                <a:gd name="connsiteX29" fmla="*/ 8334 w 10000"/>
                <a:gd name="connsiteY29" fmla="*/ 2486 h 10000"/>
                <a:gd name="connsiteX30" fmla="*/ 8334 w 10000"/>
                <a:gd name="connsiteY30" fmla="*/ 2444 h 10000"/>
                <a:gd name="connsiteX31" fmla="*/ 8307 w 10000"/>
                <a:gd name="connsiteY31" fmla="*/ 2228 h 10000"/>
                <a:gd name="connsiteX32" fmla="*/ 8307 w 10000"/>
                <a:gd name="connsiteY32" fmla="*/ 2213 h 10000"/>
                <a:gd name="connsiteX33" fmla="*/ 8307 w 10000"/>
                <a:gd name="connsiteY33" fmla="*/ 2199 h 10000"/>
                <a:gd name="connsiteX34" fmla="*/ 8307 w 10000"/>
                <a:gd name="connsiteY34" fmla="*/ 2185 h 10000"/>
                <a:gd name="connsiteX35" fmla="*/ 8307 w 10000"/>
                <a:gd name="connsiteY35" fmla="*/ 2171 h 10000"/>
                <a:gd name="connsiteX36" fmla="*/ 8295 w 10000"/>
                <a:gd name="connsiteY36" fmla="*/ 2142 h 10000"/>
                <a:gd name="connsiteX37" fmla="*/ 8295 w 10000"/>
                <a:gd name="connsiteY37" fmla="*/ 2113 h 10000"/>
                <a:gd name="connsiteX38" fmla="*/ 8295 w 10000"/>
                <a:gd name="connsiteY38" fmla="*/ 2070 h 10000"/>
                <a:gd name="connsiteX39" fmla="*/ 8282 w 10000"/>
                <a:gd name="connsiteY39" fmla="*/ 2041 h 10000"/>
                <a:gd name="connsiteX40" fmla="*/ 8282 w 10000"/>
                <a:gd name="connsiteY40" fmla="*/ 2027 h 10000"/>
                <a:gd name="connsiteX41" fmla="*/ 8282 w 10000"/>
                <a:gd name="connsiteY41" fmla="*/ 1998 h 10000"/>
                <a:gd name="connsiteX42" fmla="*/ 8269 w 10000"/>
                <a:gd name="connsiteY42" fmla="*/ 1983 h 10000"/>
                <a:gd name="connsiteX43" fmla="*/ 8269 w 10000"/>
                <a:gd name="connsiteY43" fmla="*/ 1955 h 10000"/>
                <a:gd name="connsiteX44" fmla="*/ 8256 w 10000"/>
                <a:gd name="connsiteY44" fmla="*/ 1940 h 10000"/>
                <a:gd name="connsiteX45" fmla="*/ 8256 w 10000"/>
                <a:gd name="connsiteY45" fmla="*/ 1912 h 10000"/>
                <a:gd name="connsiteX46" fmla="*/ 8244 w 10000"/>
                <a:gd name="connsiteY46" fmla="*/ 1883 h 10000"/>
                <a:gd name="connsiteX47" fmla="*/ 8244 w 10000"/>
                <a:gd name="connsiteY47" fmla="*/ 1854 h 10000"/>
                <a:gd name="connsiteX48" fmla="*/ 8231 w 10000"/>
                <a:gd name="connsiteY48" fmla="*/ 1839 h 10000"/>
                <a:gd name="connsiteX49" fmla="*/ 8231 w 10000"/>
                <a:gd name="connsiteY49" fmla="*/ 1811 h 10000"/>
                <a:gd name="connsiteX50" fmla="*/ 8218 w 10000"/>
                <a:gd name="connsiteY50" fmla="*/ 1782 h 10000"/>
                <a:gd name="connsiteX51" fmla="*/ 8205 w 10000"/>
                <a:gd name="connsiteY51" fmla="*/ 1768 h 10000"/>
                <a:gd name="connsiteX52" fmla="*/ 8205 w 10000"/>
                <a:gd name="connsiteY52" fmla="*/ 1740 h 10000"/>
                <a:gd name="connsiteX53" fmla="*/ 8193 w 10000"/>
                <a:gd name="connsiteY53" fmla="*/ 1724 h 10000"/>
                <a:gd name="connsiteX54" fmla="*/ 8180 w 10000"/>
                <a:gd name="connsiteY54" fmla="*/ 1696 h 10000"/>
                <a:gd name="connsiteX55" fmla="*/ 8167 w 10000"/>
                <a:gd name="connsiteY55" fmla="*/ 1682 h 10000"/>
                <a:gd name="connsiteX56" fmla="*/ 8154 w 10000"/>
                <a:gd name="connsiteY56" fmla="*/ 1653 h 10000"/>
                <a:gd name="connsiteX57" fmla="*/ 8154 w 10000"/>
                <a:gd name="connsiteY57" fmla="*/ 1639 h 10000"/>
                <a:gd name="connsiteX58" fmla="*/ 8142 w 10000"/>
                <a:gd name="connsiteY58" fmla="*/ 1610 h 10000"/>
                <a:gd name="connsiteX59" fmla="*/ 8128 w 10000"/>
                <a:gd name="connsiteY59" fmla="*/ 1595 h 10000"/>
                <a:gd name="connsiteX60" fmla="*/ 8115 w 10000"/>
                <a:gd name="connsiteY60" fmla="*/ 1581 h 10000"/>
                <a:gd name="connsiteX61" fmla="*/ 8102 w 10000"/>
                <a:gd name="connsiteY61" fmla="*/ 1566 h 10000"/>
                <a:gd name="connsiteX62" fmla="*/ 8077 w 10000"/>
                <a:gd name="connsiteY62" fmla="*/ 1538 h 10000"/>
                <a:gd name="connsiteX63" fmla="*/ 7910 w 10000"/>
                <a:gd name="connsiteY63" fmla="*/ 905 h 10000"/>
                <a:gd name="connsiteX64" fmla="*/ 7962 w 10000"/>
                <a:gd name="connsiteY64" fmla="*/ 345 h 10000"/>
                <a:gd name="connsiteX65" fmla="*/ 8013 w 10000"/>
                <a:gd name="connsiteY65" fmla="*/ 0 h 10000"/>
                <a:gd name="connsiteX66" fmla="*/ 7692 w 10000"/>
                <a:gd name="connsiteY66" fmla="*/ 445 h 10000"/>
                <a:gd name="connsiteX67" fmla="*/ 7115 w 10000"/>
                <a:gd name="connsiteY67" fmla="*/ 546 h 10000"/>
                <a:gd name="connsiteX68" fmla="*/ 6679 w 10000"/>
                <a:gd name="connsiteY68" fmla="*/ 589 h 10000"/>
                <a:gd name="connsiteX69" fmla="*/ 6333 w 10000"/>
                <a:gd name="connsiteY69" fmla="*/ 546 h 10000"/>
                <a:gd name="connsiteX70" fmla="*/ 6257 w 10000"/>
                <a:gd name="connsiteY70" fmla="*/ 790 h 10000"/>
                <a:gd name="connsiteX71" fmla="*/ 6193 w 10000"/>
                <a:gd name="connsiteY71" fmla="*/ 804 h 10000"/>
                <a:gd name="connsiteX72" fmla="*/ 6128 w 10000"/>
                <a:gd name="connsiteY72" fmla="*/ 689 h 10000"/>
                <a:gd name="connsiteX73" fmla="*/ 5910 w 10000"/>
                <a:gd name="connsiteY73" fmla="*/ 531 h 10000"/>
                <a:gd name="connsiteX74" fmla="*/ 5988 w 10000"/>
                <a:gd name="connsiteY74" fmla="*/ 258 h 10000"/>
                <a:gd name="connsiteX75" fmla="*/ 5641 w 10000"/>
                <a:gd name="connsiteY75" fmla="*/ 301 h 10000"/>
                <a:gd name="connsiteX76" fmla="*/ 5192 w 10000"/>
                <a:gd name="connsiteY76" fmla="*/ 115 h 10000"/>
                <a:gd name="connsiteX77" fmla="*/ 4487 w 10000"/>
                <a:gd name="connsiteY77" fmla="*/ 373 h 10000"/>
                <a:gd name="connsiteX78" fmla="*/ 3961 w 10000"/>
                <a:gd name="connsiteY78" fmla="*/ 747 h 10000"/>
                <a:gd name="connsiteX79" fmla="*/ 3410 w 10000"/>
                <a:gd name="connsiteY79" fmla="*/ 834 h 10000"/>
                <a:gd name="connsiteX80" fmla="*/ 2410 w 10000"/>
                <a:gd name="connsiteY80" fmla="*/ 531 h 10000"/>
                <a:gd name="connsiteX81" fmla="*/ 1475 w 10000"/>
                <a:gd name="connsiteY81" fmla="*/ 157 h 10000"/>
                <a:gd name="connsiteX82" fmla="*/ 833 w 10000"/>
                <a:gd name="connsiteY82" fmla="*/ 86 h 10000"/>
                <a:gd name="connsiteX83" fmla="*/ 461 w 10000"/>
                <a:gd name="connsiteY83" fmla="*/ 186 h 10000"/>
                <a:gd name="connsiteX84" fmla="*/ 321 w 10000"/>
                <a:gd name="connsiteY84" fmla="*/ 72 h 10000"/>
                <a:gd name="connsiteX85" fmla="*/ 269 w 10000"/>
                <a:gd name="connsiteY85" fmla="*/ 172 h 10000"/>
                <a:gd name="connsiteX86" fmla="*/ 154 w 10000"/>
                <a:gd name="connsiteY86" fmla="*/ 345 h 10000"/>
                <a:gd name="connsiteX87" fmla="*/ 89 w 10000"/>
                <a:gd name="connsiteY87" fmla="*/ 604 h 10000"/>
                <a:gd name="connsiteX88" fmla="*/ 205 w 10000"/>
                <a:gd name="connsiteY88" fmla="*/ 891 h 10000"/>
                <a:gd name="connsiteX89" fmla="*/ 256 w 10000"/>
                <a:gd name="connsiteY89" fmla="*/ 1121 h 10000"/>
                <a:gd name="connsiteX90" fmla="*/ 154 w 10000"/>
                <a:gd name="connsiteY90" fmla="*/ 1394 h 10000"/>
                <a:gd name="connsiteX91" fmla="*/ 13 w 10000"/>
                <a:gd name="connsiteY91" fmla="*/ 1682 h 10000"/>
                <a:gd name="connsiteX92" fmla="*/ 116 w 10000"/>
                <a:gd name="connsiteY92" fmla="*/ 2027 h 10000"/>
                <a:gd name="connsiteX93" fmla="*/ 205 w 10000"/>
                <a:gd name="connsiteY93" fmla="*/ 2429 h 10000"/>
                <a:gd name="connsiteX94" fmla="*/ 205 w 10000"/>
                <a:gd name="connsiteY94" fmla="*/ 2444 h 10000"/>
                <a:gd name="connsiteX95" fmla="*/ 205 w 10000"/>
                <a:gd name="connsiteY95" fmla="*/ 2458 h 10000"/>
                <a:gd name="connsiteX96" fmla="*/ 205 w 10000"/>
                <a:gd name="connsiteY96" fmla="*/ 2472 h 10000"/>
                <a:gd name="connsiteX97" fmla="*/ 205 w 10000"/>
                <a:gd name="connsiteY97" fmla="*/ 2486 h 10000"/>
                <a:gd name="connsiteX98" fmla="*/ 205 w 10000"/>
                <a:gd name="connsiteY98" fmla="*/ 2502 h 10000"/>
                <a:gd name="connsiteX99" fmla="*/ 205 w 10000"/>
                <a:gd name="connsiteY99" fmla="*/ 2530 h 10000"/>
                <a:gd name="connsiteX100" fmla="*/ 218 w 10000"/>
                <a:gd name="connsiteY100" fmla="*/ 2559 h 10000"/>
                <a:gd name="connsiteX101" fmla="*/ 218 w 10000"/>
                <a:gd name="connsiteY101" fmla="*/ 2573 h 10000"/>
                <a:gd name="connsiteX102" fmla="*/ 218 w 10000"/>
                <a:gd name="connsiteY102" fmla="*/ 2602 h 10000"/>
                <a:gd name="connsiteX103" fmla="*/ 218 w 10000"/>
                <a:gd name="connsiteY103" fmla="*/ 2616 h 10000"/>
                <a:gd name="connsiteX104" fmla="*/ 218 w 10000"/>
                <a:gd name="connsiteY104" fmla="*/ 2645 h 10000"/>
                <a:gd name="connsiteX105" fmla="*/ 218 w 10000"/>
                <a:gd name="connsiteY105" fmla="*/ 2674 h 10000"/>
                <a:gd name="connsiteX106" fmla="*/ 218 w 10000"/>
                <a:gd name="connsiteY106" fmla="*/ 2702 h 10000"/>
                <a:gd name="connsiteX107" fmla="*/ 218 w 10000"/>
                <a:gd name="connsiteY107" fmla="*/ 2717 h 10000"/>
                <a:gd name="connsiteX108" fmla="*/ 218 w 10000"/>
                <a:gd name="connsiteY108" fmla="*/ 2760 h 10000"/>
                <a:gd name="connsiteX109" fmla="*/ 218 w 10000"/>
                <a:gd name="connsiteY109" fmla="*/ 2789 h 10000"/>
                <a:gd name="connsiteX110" fmla="*/ 218 w 10000"/>
                <a:gd name="connsiteY110" fmla="*/ 2818 h 10000"/>
                <a:gd name="connsiteX111" fmla="*/ 218 w 10000"/>
                <a:gd name="connsiteY111" fmla="*/ 2846 h 10000"/>
                <a:gd name="connsiteX112" fmla="*/ 218 w 10000"/>
                <a:gd name="connsiteY112" fmla="*/ 2890 h 10000"/>
                <a:gd name="connsiteX113" fmla="*/ 218 w 10000"/>
                <a:gd name="connsiteY113" fmla="*/ 2904 h 10000"/>
                <a:gd name="connsiteX114" fmla="*/ 218 w 10000"/>
                <a:gd name="connsiteY114" fmla="*/ 2961 h 10000"/>
                <a:gd name="connsiteX115" fmla="*/ 218 w 10000"/>
                <a:gd name="connsiteY115" fmla="*/ 3004 h 10000"/>
                <a:gd name="connsiteX116" fmla="*/ 218 w 10000"/>
                <a:gd name="connsiteY116" fmla="*/ 3034 h 10000"/>
                <a:gd name="connsiteX117" fmla="*/ 218 w 10000"/>
                <a:gd name="connsiteY117" fmla="*/ 3062 h 10000"/>
                <a:gd name="connsiteX118" fmla="*/ 218 w 10000"/>
                <a:gd name="connsiteY118" fmla="*/ 3105 h 10000"/>
                <a:gd name="connsiteX119" fmla="*/ 218 w 10000"/>
                <a:gd name="connsiteY119" fmla="*/ 3177 h 10000"/>
                <a:gd name="connsiteX120" fmla="*/ 218 w 10000"/>
                <a:gd name="connsiteY120" fmla="*/ 3191 h 10000"/>
                <a:gd name="connsiteX121" fmla="*/ 218 w 10000"/>
                <a:gd name="connsiteY121" fmla="*/ 3378 h 10000"/>
                <a:gd name="connsiteX122" fmla="*/ 218 w 10000"/>
                <a:gd name="connsiteY122" fmla="*/ 3392 h 10000"/>
                <a:gd name="connsiteX123" fmla="*/ 218 w 10000"/>
                <a:gd name="connsiteY123" fmla="*/ 3450 h 10000"/>
                <a:gd name="connsiteX124" fmla="*/ 218 w 10000"/>
                <a:gd name="connsiteY124" fmla="*/ 3479 h 10000"/>
                <a:gd name="connsiteX125" fmla="*/ 218 w 10000"/>
                <a:gd name="connsiteY125" fmla="*/ 3666 h 10000"/>
                <a:gd name="connsiteX126" fmla="*/ 218 w 10000"/>
                <a:gd name="connsiteY126" fmla="*/ 3680 h 10000"/>
                <a:gd name="connsiteX127" fmla="*/ 218 w 10000"/>
                <a:gd name="connsiteY127" fmla="*/ 3738 h 10000"/>
                <a:gd name="connsiteX128" fmla="*/ 218 w 10000"/>
                <a:gd name="connsiteY128" fmla="*/ 3796 h 10000"/>
                <a:gd name="connsiteX129" fmla="*/ 218 w 10000"/>
                <a:gd name="connsiteY129" fmla="*/ 3881 h 10000"/>
                <a:gd name="connsiteX130" fmla="*/ 218 w 10000"/>
                <a:gd name="connsiteY130" fmla="*/ 3911 h 10000"/>
                <a:gd name="connsiteX131" fmla="*/ 218 w 10000"/>
                <a:gd name="connsiteY131" fmla="*/ 3996 h 10000"/>
                <a:gd name="connsiteX132" fmla="*/ 218 w 10000"/>
                <a:gd name="connsiteY132" fmla="*/ 4227 h 10000"/>
                <a:gd name="connsiteX133" fmla="*/ 218 w 10000"/>
                <a:gd name="connsiteY133" fmla="*/ 4255 h 10000"/>
                <a:gd name="connsiteX134" fmla="*/ 218 w 10000"/>
                <a:gd name="connsiteY134" fmla="*/ 4327 h 10000"/>
                <a:gd name="connsiteX135" fmla="*/ 218 w 10000"/>
                <a:gd name="connsiteY135" fmla="*/ 4428 h 10000"/>
                <a:gd name="connsiteX136" fmla="*/ 218 w 10000"/>
                <a:gd name="connsiteY136" fmla="*/ 4471 h 10000"/>
                <a:gd name="connsiteX137" fmla="*/ 218 w 10000"/>
                <a:gd name="connsiteY137" fmla="*/ 4514 h 10000"/>
                <a:gd name="connsiteX138" fmla="*/ 218 w 10000"/>
                <a:gd name="connsiteY138" fmla="*/ 4586 h 10000"/>
                <a:gd name="connsiteX139" fmla="*/ 218 w 10000"/>
                <a:gd name="connsiteY139" fmla="*/ 4629 h 10000"/>
                <a:gd name="connsiteX140" fmla="*/ 218 w 10000"/>
                <a:gd name="connsiteY140" fmla="*/ 4744 h 10000"/>
                <a:gd name="connsiteX141" fmla="*/ 218 w 10000"/>
                <a:gd name="connsiteY141" fmla="*/ 4801 h 10000"/>
                <a:gd name="connsiteX142" fmla="*/ 218 w 10000"/>
                <a:gd name="connsiteY142" fmla="*/ 4845 h 10000"/>
                <a:gd name="connsiteX143" fmla="*/ 218 w 10000"/>
                <a:gd name="connsiteY143" fmla="*/ 4916 h 10000"/>
                <a:gd name="connsiteX144" fmla="*/ 218 w 10000"/>
                <a:gd name="connsiteY144" fmla="*/ 4974 h 10000"/>
                <a:gd name="connsiteX145" fmla="*/ 218 w 10000"/>
                <a:gd name="connsiteY145" fmla="*/ 5003 h 10000"/>
                <a:gd name="connsiteX146" fmla="*/ 218 w 10000"/>
                <a:gd name="connsiteY146" fmla="*/ 5118 h 10000"/>
                <a:gd name="connsiteX147" fmla="*/ 218 w 10000"/>
                <a:gd name="connsiteY147" fmla="*/ 5348 h 10000"/>
                <a:gd name="connsiteX148" fmla="*/ 218 w 10000"/>
                <a:gd name="connsiteY148" fmla="*/ 5377 h 10000"/>
                <a:gd name="connsiteX149" fmla="*/ 218 w 10000"/>
                <a:gd name="connsiteY149" fmla="*/ 5636 h 10000"/>
                <a:gd name="connsiteX150" fmla="*/ 218 w 10000"/>
                <a:gd name="connsiteY150" fmla="*/ 5664 h 10000"/>
                <a:gd name="connsiteX151" fmla="*/ 218 w 10000"/>
                <a:gd name="connsiteY151" fmla="*/ 5894 h 10000"/>
                <a:gd name="connsiteX152" fmla="*/ 218 w 10000"/>
                <a:gd name="connsiteY152" fmla="*/ 5967 h 10000"/>
                <a:gd name="connsiteX153" fmla="*/ 218 w 10000"/>
                <a:gd name="connsiteY153" fmla="*/ 6081 h 10000"/>
                <a:gd name="connsiteX154" fmla="*/ 218 w 10000"/>
                <a:gd name="connsiteY154" fmla="*/ 6096 h 10000"/>
                <a:gd name="connsiteX155" fmla="*/ 218 w 10000"/>
                <a:gd name="connsiteY155" fmla="*/ 9661 h 10000"/>
                <a:gd name="connsiteX156" fmla="*/ 6000 w 10000"/>
                <a:gd name="connsiteY156" fmla="*/ 9705 h 10000"/>
                <a:gd name="connsiteX157" fmla="*/ 7090 w 10000"/>
                <a:gd name="connsiteY157" fmla="*/ 9820 h 10000"/>
                <a:gd name="connsiteX158" fmla="*/ 7474 w 10000"/>
                <a:gd name="connsiteY158" fmla="*/ 9949 h 10000"/>
                <a:gd name="connsiteX159" fmla="*/ 7628 w 10000"/>
                <a:gd name="connsiteY159" fmla="*/ 9661 h 10000"/>
                <a:gd name="connsiteX160" fmla="*/ 10000 w 10000"/>
                <a:gd name="connsiteY160" fmla="*/ 9661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</a:cxnLst>
              <a:rect l="l" t="t" r="r" b="b"/>
              <a:pathLst>
                <a:path w="10000" h="10000">
                  <a:moveTo>
                    <a:pt x="10000" y="9661"/>
                  </a:moveTo>
                  <a:cubicBezTo>
                    <a:pt x="9987" y="9575"/>
                    <a:pt x="9936" y="9503"/>
                    <a:pt x="9859" y="9446"/>
                  </a:cubicBezTo>
                  <a:cubicBezTo>
                    <a:pt x="9679" y="9331"/>
                    <a:pt x="9500" y="9014"/>
                    <a:pt x="9307" y="8985"/>
                  </a:cubicBezTo>
                  <a:cubicBezTo>
                    <a:pt x="9115" y="8957"/>
                    <a:pt x="9051" y="8870"/>
                    <a:pt x="8936" y="8554"/>
                  </a:cubicBezTo>
                  <a:cubicBezTo>
                    <a:pt x="8833" y="8238"/>
                    <a:pt x="8731" y="8122"/>
                    <a:pt x="8833" y="7922"/>
                  </a:cubicBezTo>
                  <a:cubicBezTo>
                    <a:pt x="8924" y="7720"/>
                    <a:pt x="9051" y="7792"/>
                    <a:pt x="8872" y="7534"/>
                  </a:cubicBezTo>
                  <a:cubicBezTo>
                    <a:pt x="8692" y="7275"/>
                    <a:pt x="8615" y="7404"/>
                    <a:pt x="8474" y="7045"/>
                  </a:cubicBezTo>
                  <a:cubicBezTo>
                    <a:pt x="8334" y="6671"/>
                    <a:pt x="8410" y="6426"/>
                    <a:pt x="8128" y="6125"/>
                  </a:cubicBezTo>
                  <a:cubicBezTo>
                    <a:pt x="7833" y="5837"/>
                    <a:pt x="7833" y="5779"/>
                    <a:pt x="7743" y="5319"/>
                  </a:cubicBezTo>
                  <a:cubicBezTo>
                    <a:pt x="7641" y="4873"/>
                    <a:pt x="7333" y="4600"/>
                    <a:pt x="7295" y="4241"/>
                  </a:cubicBezTo>
                  <a:cubicBezTo>
                    <a:pt x="7269" y="3881"/>
                    <a:pt x="7064" y="3796"/>
                    <a:pt x="6923" y="3580"/>
                  </a:cubicBezTo>
                  <a:cubicBezTo>
                    <a:pt x="6795" y="3364"/>
                    <a:pt x="6551" y="3133"/>
                    <a:pt x="6487" y="2860"/>
                  </a:cubicBezTo>
                  <a:cubicBezTo>
                    <a:pt x="6423" y="2602"/>
                    <a:pt x="6500" y="2559"/>
                    <a:pt x="6411" y="2357"/>
                  </a:cubicBezTo>
                  <a:cubicBezTo>
                    <a:pt x="6308" y="2156"/>
                    <a:pt x="6269" y="2070"/>
                    <a:pt x="6295" y="1883"/>
                  </a:cubicBezTo>
                  <a:cubicBezTo>
                    <a:pt x="6295" y="1839"/>
                    <a:pt x="6295" y="1811"/>
                    <a:pt x="6308" y="1768"/>
                  </a:cubicBezTo>
                  <a:lnTo>
                    <a:pt x="6436" y="1839"/>
                  </a:lnTo>
                  <a:cubicBezTo>
                    <a:pt x="6449" y="1869"/>
                    <a:pt x="6462" y="1898"/>
                    <a:pt x="6474" y="1969"/>
                  </a:cubicBezTo>
                  <a:cubicBezTo>
                    <a:pt x="6513" y="2185"/>
                    <a:pt x="6513" y="2300"/>
                    <a:pt x="6718" y="2516"/>
                  </a:cubicBezTo>
                  <a:cubicBezTo>
                    <a:pt x="6923" y="2745"/>
                    <a:pt x="6962" y="2990"/>
                    <a:pt x="7051" y="3248"/>
                  </a:cubicBezTo>
                  <a:cubicBezTo>
                    <a:pt x="7141" y="3493"/>
                    <a:pt x="7320" y="3537"/>
                    <a:pt x="7513" y="3796"/>
                  </a:cubicBezTo>
                  <a:cubicBezTo>
                    <a:pt x="7692" y="4069"/>
                    <a:pt x="7821" y="4069"/>
                    <a:pt x="7833" y="3939"/>
                  </a:cubicBezTo>
                  <a:cubicBezTo>
                    <a:pt x="7859" y="3824"/>
                    <a:pt x="8000" y="3780"/>
                    <a:pt x="8000" y="3551"/>
                  </a:cubicBezTo>
                  <a:cubicBezTo>
                    <a:pt x="8000" y="3321"/>
                    <a:pt x="7910" y="3248"/>
                    <a:pt x="8077" y="3119"/>
                  </a:cubicBezTo>
                  <a:cubicBezTo>
                    <a:pt x="8244" y="2990"/>
                    <a:pt x="8077" y="2731"/>
                    <a:pt x="8218" y="2660"/>
                  </a:cubicBezTo>
                  <a:lnTo>
                    <a:pt x="8269" y="2660"/>
                  </a:lnTo>
                  <a:cubicBezTo>
                    <a:pt x="8282" y="2631"/>
                    <a:pt x="8295" y="2616"/>
                    <a:pt x="8295" y="2587"/>
                  </a:cubicBezTo>
                  <a:cubicBezTo>
                    <a:pt x="8307" y="2573"/>
                    <a:pt x="8307" y="2573"/>
                    <a:pt x="8307" y="2559"/>
                  </a:cubicBezTo>
                  <a:cubicBezTo>
                    <a:pt x="8307" y="2544"/>
                    <a:pt x="8307" y="2544"/>
                    <a:pt x="8320" y="2530"/>
                  </a:cubicBezTo>
                  <a:lnTo>
                    <a:pt x="8320" y="2502"/>
                  </a:lnTo>
                  <a:cubicBezTo>
                    <a:pt x="8320" y="2486"/>
                    <a:pt x="8334" y="2486"/>
                    <a:pt x="8334" y="2486"/>
                  </a:cubicBezTo>
                  <a:lnTo>
                    <a:pt x="8334" y="2444"/>
                  </a:lnTo>
                  <a:cubicBezTo>
                    <a:pt x="8372" y="2300"/>
                    <a:pt x="8320" y="2286"/>
                    <a:pt x="8307" y="2228"/>
                  </a:cubicBezTo>
                  <a:lnTo>
                    <a:pt x="8307" y="2213"/>
                  </a:lnTo>
                  <a:lnTo>
                    <a:pt x="8307" y="2199"/>
                  </a:lnTo>
                  <a:lnTo>
                    <a:pt x="8307" y="2185"/>
                  </a:lnTo>
                  <a:lnTo>
                    <a:pt x="8307" y="2171"/>
                  </a:lnTo>
                  <a:cubicBezTo>
                    <a:pt x="8307" y="2156"/>
                    <a:pt x="8307" y="2156"/>
                    <a:pt x="8295" y="2142"/>
                  </a:cubicBezTo>
                  <a:lnTo>
                    <a:pt x="8295" y="2113"/>
                  </a:lnTo>
                  <a:lnTo>
                    <a:pt x="8295" y="2070"/>
                  </a:lnTo>
                  <a:cubicBezTo>
                    <a:pt x="8295" y="2055"/>
                    <a:pt x="8282" y="2041"/>
                    <a:pt x="8282" y="2041"/>
                  </a:cubicBezTo>
                  <a:lnTo>
                    <a:pt x="8282" y="2027"/>
                  </a:lnTo>
                  <a:lnTo>
                    <a:pt x="8282" y="1998"/>
                  </a:lnTo>
                  <a:cubicBezTo>
                    <a:pt x="8282" y="1983"/>
                    <a:pt x="8269" y="1983"/>
                    <a:pt x="8269" y="1983"/>
                  </a:cubicBezTo>
                  <a:lnTo>
                    <a:pt x="8269" y="1955"/>
                  </a:lnTo>
                  <a:cubicBezTo>
                    <a:pt x="8269" y="1940"/>
                    <a:pt x="8269" y="1940"/>
                    <a:pt x="8256" y="1940"/>
                  </a:cubicBezTo>
                  <a:lnTo>
                    <a:pt x="8256" y="1912"/>
                  </a:lnTo>
                  <a:cubicBezTo>
                    <a:pt x="8256" y="1898"/>
                    <a:pt x="8256" y="1898"/>
                    <a:pt x="8244" y="1883"/>
                  </a:cubicBezTo>
                  <a:lnTo>
                    <a:pt x="8244" y="1854"/>
                  </a:lnTo>
                  <a:cubicBezTo>
                    <a:pt x="8240" y="1849"/>
                    <a:pt x="8235" y="1844"/>
                    <a:pt x="8231" y="1839"/>
                  </a:cubicBezTo>
                  <a:lnTo>
                    <a:pt x="8231" y="1811"/>
                  </a:lnTo>
                  <a:cubicBezTo>
                    <a:pt x="8218" y="1811"/>
                    <a:pt x="8218" y="1797"/>
                    <a:pt x="8218" y="1782"/>
                  </a:cubicBezTo>
                  <a:cubicBezTo>
                    <a:pt x="8218" y="1782"/>
                    <a:pt x="8218" y="1768"/>
                    <a:pt x="8205" y="1768"/>
                  </a:cubicBezTo>
                  <a:lnTo>
                    <a:pt x="8205" y="1740"/>
                  </a:lnTo>
                  <a:cubicBezTo>
                    <a:pt x="8193" y="1740"/>
                    <a:pt x="8193" y="1724"/>
                    <a:pt x="8193" y="1724"/>
                  </a:cubicBezTo>
                  <a:cubicBezTo>
                    <a:pt x="8193" y="1710"/>
                    <a:pt x="8180" y="1710"/>
                    <a:pt x="8180" y="1696"/>
                  </a:cubicBezTo>
                  <a:cubicBezTo>
                    <a:pt x="8180" y="1696"/>
                    <a:pt x="8180" y="1682"/>
                    <a:pt x="8167" y="1682"/>
                  </a:cubicBezTo>
                  <a:cubicBezTo>
                    <a:pt x="8167" y="1667"/>
                    <a:pt x="8167" y="1667"/>
                    <a:pt x="8154" y="1653"/>
                  </a:cubicBezTo>
                  <a:lnTo>
                    <a:pt x="8154" y="1639"/>
                  </a:lnTo>
                  <a:cubicBezTo>
                    <a:pt x="8142" y="1625"/>
                    <a:pt x="8142" y="1625"/>
                    <a:pt x="8142" y="1610"/>
                  </a:cubicBezTo>
                  <a:cubicBezTo>
                    <a:pt x="8142" y="1610"/>
                    <a:pt x="8128" y="1610"/>
                    <a:pt x="8128" y="1595"/>
                  </a:cubicBezTo>
                  <a:cubicBezTo>
                    <a:pt x="8124" y="1590"/>
                    <a:pt x="8119" y="1586"/>
                    <a:pt x="8115" y="1581"/>
                  </a:cubicBezTo>
                  <a:cubicBezTo>
                    <a:pt x="8115" y="1566"/>
                    <a:pt x="8102" y="1566"/>
                    <a:pt x="8102" y="1566"/>
                  </a:cubicBezTo>
                  <a:cubicBezTo>
                    <a:pt x="8102" y="1552"/>
                    <a:pt x="8089" y="1538"/>
                    <a:pt x="8077" y="1538"/>
                  </a:cubicBezTo>
                  <a:cubicBezTo>
                    <a:pt x="7949" y="1380"/>
                    <a:pt x="8051" y="1135"/>
                    <a:pt x="7910" y="905"/>
                  </a:cubicBezTo>
                  <a:cubicBezTo>
                    <a:pt x="7770" y="675"/>
                    <a:pt x="7846" y="517"/>
                    <a:pt x="7962" y="345"/>
                  </a:cubicBezTo>
                  <a:cubicBezTo>
                    <a:pt x="8026" y="244"/>
                    <a:pt x="8026" y="115"/>
                    <a:pt x="8013" y="0"/>
                  </a:cubicBezTo>
                  <a:cubicBezTo>
                    <a:pt x="7897" y="230"/>
                    <a:pt x="7808" y="186"/>
                    <a:pt x="7692" y="445"/>
                  </a:cubicBezTo>
                  <a:cubicBezTo>
                    <a:pt x="7565" y="733"/>
                    <a:pt x="7141" y="632"/>
                    <a:pt x="7115" y="546"/>
                  </a:cubicBezTo>
                  <a:cubicBezTo>
                    <a:pt x="7102" y="460"/>
                    <a:pt x="6770" y="416"/>
                    <a:pt x="6679" y="589"/>
                  </a:cubicBezTo>
                  <a:cubicBezTo>
                    <a:pt x="6590" y="747"/>
                    <a:pt x="6500" y="632"/>
                    <a:pt x="6333" y="546"/>
                  </a:cubicBezTo>
                  <a:cubicBezTo>
                    <a:pt x="6193" y="474"/>
                    <a:pt x="6231" y="604"/>
                    <a:pt x="6257" y="790"/>
                  </a:cubicBezTo>
                  <a:cubicBezTo>
                    <a:pt x="6231" y="790"/>
                    <a:pt x="6218" y="790"/>
                    <a:pt x="6193" y="804"/>
                  </a:cubicBezTo>
                  <a:cubicBezTo>
                    <a:pt x="6180" y="747"/>
                    <a:pt x="6153" y="704"/>
                    <a:pt x="6128" y="689"/>
                  </a:cubicBezTo>
                  <a:cubicBezTo>
                    <a:pt x="6026" y="632"/>
                    <a:pt x="5910" y="646"/>
                    <a:pt x="5910" y="531"/>
                  </a:cubicBezTo>
                  <a:cubicBezTo>
                    <a:pt x="5910" y="430"/>
                    <a:pt x="6102" y="331"/>
                    <a:pt x="5988" y="258"/>
                  </a:cubicBezTo>
                  <a:cubicBezTo>
                    <a:pt x="5885" y="172"/>
                    <a:pt x="5782" y="258"/>
                    <a:pt x="5641" y="301"/>
                  </a:cubicBezTo>
                  <a:cubicBezTo>
                    <a:pt x="5513" y="345"/>
                    <a:pt x="5384" y="28"/>
                    <a:pt x="5192" y="115"/>
                  </a:cubicBezTo>
                  <a:cubicBezTo>
                    <a:pt x="5001" y="216"/>
                    <a:pt x="4654" y="157"/>
                    <a:pt x="4487" y="373"/>
                  </a:cubicBezTo>
                  <a:cubicBezTo>
                    <a:pt x="4320" y="589"/>
                    <a:pt x="4115" y="604"/>
                    <a:pt x="3961" y="747"/>
                  </a:cubicBezTo>
                  <a:cubicBezTo>
                    <a:pt x="3807" y="891"/>
                    <a:pt x="3744" y="963"/>
                    <a:pt x="3410" y="834"/>
                  </a:cubicBezTo>
                  <a:cubicBezTo>
                    <a:pt x="3077" y="689"/>
                    <a:pt x="2628" y="632"/>
                    <a:pt x="2410" y="531"/>
                  </a:cubicBezTo>
                  <a:cubicBezTo>
                    <a:pt x="2192" y="445"/>
                    <a:pt x="1756" y="157"/>
                    <a:pt x="1475" y="157"/>
                  </a:cubicBezTo>
                  <a:cubicBezTo>
                    <a:pt x="1179" y="157"/>
                    <a:pt x="987" y="-29"/>
                    <a:pt x="833" y="86"/>
                  </a:cubicBezTo>
                  <a:cubicBezTo>
                    <a:pt x="679" y="186"/>
                    <a:pt x="693" y="315"/>
                    <a:pt x="461" y="186"/>
                  </a:cubicBezTo>
                  <a:cubicBezTo>
                    <a:pt x="410" y="157"/>
                    <a:pt x="359" y="115"/>
                    <a:pt x="321" y="72"/>
                  </a:cubicBezTo>
                  <a:cubicBezTo>
                    <a:pt x="308" y="115"/>
                    <a:pt x="282" y="157"/>
                    <a:pt x="269" y="172"/>
                  </a:cubicBezTo>
                  <a:cubicBezTo>
                    <a:pt x="218" y="201"/>
                    <a:pt x="243" y="315"/>
                    <a:pt x="154" y="345"/>
                  </a:cubicBezTo>
                  <a:cubicBezTo>
                    <a:pt x="64" y="373"/>
                    <a:pt x="-25" y="503"/>
                    <a:pt x="89" y="604"/>
                  </a:cubicBezTo>
                  <a:cubicBezTo>
                    <a:pt x="205" y="704"/>
                    <a:pt x="129" y="834"/>
                    <a:pt x="205" y="891"/>
                  </a:cubicBezTo>
                  <a:cubicBezTo>
                    <a:pt x="282" y="948"/>
                    <a:pt x="346" y="1077"/>
                    <a:pt x="256" y="1121"/>
                  </a:cubicBezTo>
                  <a:cubicBezTo>
                    <a:pt x="167" y="1164"/>
                    <a:pt x="154" y="1336"/>
                    <a:pt x="154" y="1394"/>
                  </a:cubicBezTo>
                  <a:cubicBezTo>
                    <a:pt x="154" y="1451"/>
                    <a:pt x="-51" y="1538"/>
                    <a:pt x="13" y="1682"/>
                  </a:cubicBezTo>
                  <a:cubicBezTo>
                    <a:pt x="77" y="1825"/>
                    <a:pt x="26" y="1983"/>
                    <a:pt x="116" y="2027"/>
                  </a:cubicBezTo>
                  <a:cubicBezTo>
                    <a:pt x="205" y="2070"/>
                    <a:pt x="167" y="2300"/>
                    <a:pt x="205" y="2429"/>
                  </a:cubicBezTo>
                  <a:lnTo>
                    <a:pt x="205" y="2444"/>
                  </a:lnTo>
                  <a:lnTo>
                    <a:pt x="205" y="2458"/>
                  </a:lnTo>
                  <a:lnTo>
                    <a:pt x="205" y="2472"/>
                  </a:lnTo>
                  <a:lnTo>
                    <a:pt x="205" y="2486"/>
                  </a:lnTo>
                  <a:lnTo>
                    <a:pt x="205" y="2502"/>
                  </a:lnTo>
                  <a:lnTo>
                    <a:pt x="205" y="2530"/>
                  </a:lnTo>
                  <a:cubicBezTo>
                    <a:pt x="205" y="2544"/>
                    <a:pt x="205" y="2544"/>
                    <a:pt x="218" y="2559"/>
                  </a:cubicBezTo>
                  <a:lnTo>
                    <a:pt x="218" y="2573"/>
                  </a:lnTo>
                  <a:lnTo>
                    <a:pt x="218" y="2602"/>
                  </a:lnTo>
                  <a:lnTo>
                    <a:pt x="218" y="2616"/>
                  </a:lnTo>
                  <a:lnTo>
                    <a:pt x="218" y="2645"/>
                  </a:lnTo>
                  <a:lnTo>
                    <a:pt x="218" y="2674"/>
                  </a:lnTo>
                  <a:lnTo>
                    <a:pt x="218" y="2702"/>
                  </a:lnTo>
                  <a:lnTo>
                    <a:pt x="218" y="2717"/>
                  </a:lnTo>
                  <a:lnTo>
                    <a:pt x="218" y="2760"/>
                  </a:lnTo>
                  <a:lnTo>
                    <a:pt x="218" y="2789"/>
                  </a:lnTo>
                  <a:lnTo>
                    <a:pt x="218" y="2818"/>
                  </a:lnTo>
                  <a:lnTo>
                    <a:pt x="218" y="2846"/>
                  </a:lnTo>
                  <a:lnTo>
                    <a:pt x="218" y="2890"/>
                  </a:lnTo>
                  <a:lnTo>
                    <a:pt x="218" y="2904"/>
                  </a:lnTo>
                  <a:lnTo>
                    <a:pt x="218" y="2961"/>
                  </a:lnTo>
                  <a:lnTo>
                    <a:pt x="218" y="3004"/>
                  </a:lnTo>
                  <a:lnTo>
                    <a:pt x="218" y="3034"/>
                  </a:lnTo>
                  <a:lnTo>
                    <a:pt x="218" y="3062"/>
                  </a:lnTo>
                  <a:lnTo>
                    <a:pt x="218" y="3105"/>
                  </a:lnTo>
                  <a:lnTo>
                    <a:pt x="218" y="3177"/>
                  </a:lnTo>
                  <a:lnTo>
                    <a:pt x="218" y="3191"/>
                  </a:lnTo>
                  <a:lnTo>
                    <a:pt x="218" y="3378"/>
                  </a:lnTo>
                  <a:lnTo>
                    <a:pt x="218" y="3392"/>
                  </a:lnTo>
                  <a:lnTo>
                    <a:pt x="218" y="3450"/>
                  </a:lnTo>
                  <a:lnTo>
                    <a:pt x="218" y="3479"/>
                  </a:lnTo>
                  <a:lnTo>
                    <a:pt x="218" y="3666"/>
                  </a:lnTo>
                  <a:lnTo>
                    <a:pt x="218" y="3680"/>
                  </a:lnTo>
                  <a:lnTo>
                    <a:pt x="218" y="3738"/>
                  </a:lnTo>
                  <a:lnTo>
                    <a:pt x="218" y="3796"/>
                  </a:lnTo>
                  <a:lnTo>
                    <a:pt x="218" y="3881"/>
                  </a:lnTo>
                  <a:lnTo>
                    <a:pt x="218" y="3911"/>
                  </a:lnTo>
                  <a:lnTo>
                    <a:pt x="218" y="3996"/>
                  </a:lnTo>
                  <a:lnTo>
                    <a:pt x="218" y="4227"/>
                  </a:lnTo>
                  <a:lnTo>
                    <a:pt x="218" y="4255"/>
                  </a:lnTo>
                  <a:lnTo>
                    <a:pt x="218" y="4327"/>
                  </a:lnTo>
                  <a:lnTo>
                    <a:pt x="218" y="4428"/>
                  </a:lnTo>
                  <a:lnTo>
                    <a:pt x="218" y="4471"/>
                  </a:lnTo>
                  <a:lnTo>
                    <a:pt x="218" y="4514"/>
                  </a:lnTo>
                  <a:lnTo>
                    <a:pt x="218" y="4586"/>
                  </a:lnTo>
                  <a:lnTo>
                    <a:pt x="218" y="4629"/>
                  </a:lnTo>
                  <a:lnTo>
                    <a:pt x="218" y="4744"/>
                  </a:lnTo>
                  <a:lnTo>
                    <a:pt x="218" y="4801"/>
                  </a:lnTo>
                  <a:lnTo>
                    <a:pt x="218" y="4845"/>
                  </a:lnTo>
                  <a:lnTo>
                    <a:pt x="218" y="4916"/>
                  </a:lnTo>
                  <a:lnTo>
                    <a:pt x="218" y="4974"/>
                  </a:lnTo>
                  <a:lnTo>
                    <a:pt x="218" y="5003"/>
                  </a:lnTo>
                  <a:lnTo>
                    <a:pt x="218" y="5118"/>
                  </a:lnTo>
                  <a:lnTo>
                    <a:pt x="218" y="5348"/>
                  </a:lnTo>
                  <a:lnTo>
                    <a:pt x="218" y="5377"/>
                  </a:lnTo>
                  <a:lnTo>
                    <a:pt x="218" y="5636"/>
                  </a:lnTo>
                  <a:lnTo>
                    <a:pt x="218" y="5664"/>
                  </a:lnTo>
                  <a:lnTo>
                    <a:pt x="218" y="5894"/>
                  </a:lnTo>
                  <a:lnTo>
                    <a:pt x="218" y="5967"/>
                  </a:lnTo>
                  <a:lnTo>
                    <a:pt x="218" y="6081"/>
                  </a:lnTo>
                  <a:lnTo>
                    <a:pt x="218" y="6096"/>
                  </a:lnTo>
                  <a:lnTo>
                    <a:pt x="218" y="9661"/>
                  </a:lnTo>
                  <a:lnTo>
                    <a:pt x="6000" y="9705"/>
                  </a:lnTo>
                  <a:cubicBezTo>
                    <a:pt x="6303" y="9731"/>
                    <a:pt x="7000" y="9590"/>
                    <a:pt x="7090" y="9820"/>
                  </a:cubicBezTo>
                  <a:cubicBezTo>
                    <a:pt x="7180" y="10049"/>
                    <a:pt x="7307" y="10020"/>
                    <a:pt x="7474" y="9949"/>
                  </a:cubicBezTo>
                  <a:cubicBezTo>
                    <a:pt x="7603" y="9891"/>
                    <a:pt x="7552" y="9747"/>
                    <a:pt x="7628" y="9661"/>
                  </a:cubicBezTo>
                  <a:lnTo>
                    <a:pt x="10000" y="9661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112" name="Freeform 111"/>
            <p:cNvSpPr>
              <a:spLocks/>
            </p:cNvSpPr>
            <p:nvPr/>
          </p:nvSpPr>
          <p:spPr bwMode="auto">
            <a:xfrm>
              <a:off x="4864162" y="1366936"/>
              <a:ext cx="968314" cy="1093977"/>
            </a:xfrm>
            <a:custGeom>
              <a:avLst/>
              <a:gdLst>
                <a:gd name="T0" fmla="*/ 984 w 1068"/>
                <a:gd name="T1" fmla="*/ 123 h 1221"/>
                <a:gd name="T2" fmla="*/ 965 w 1068"/>
                <a:gd name="T3" fmla="*/ 16 h 1221"/>
                <a:gd name="T4" fmla="*/ 738 w 1068"/>
                <a:gd name="T5" fmla="*/ 27 h 1221"/>
                <a:gd name="T6" fmla="*/ 608 w 1068"/>
                <a:gd name="T7" fmla="*/ 10 h 1221"/>
                <a:gd name="T8" fmla="*/ 202 w 1068"/>
                <a:gd name="T9" fmla="*/ 28 h 1221"/>
                <a:gd name="T10" fmla="*/ 135 w 1068"/>
                <a:gd name="T11" fmla="*/ 149 h 1221"/>
                <a:gd name="T12" fmla="*/ 105 w 1068"/>
                <a:gd name="T13" fmla="*/ 429 h 1221"/>
                <a:gd name="T14" fmla="*/ 66 w 1068"/>
                <a:gd name="T15" fmla="*/ 473 h 1221"/>
                <a:gd name="T16" fmla="*/ 36 w 1068"/>
                <a:gd name="T17" fmla="*/ 513 h 1221"/>
                <a:gd name="T18" fmla="*/ 19 w 1068"/>
                <a:gd name="T19" fmla="*/ 573 h 1221"/>
                <a:gd name="T20" fmla="*/ 11 w 1068"/>
                <a:gd name="T21" fmla="*/ 629 h 1221"/>
                <a:gd name="T22" fmla="*/ 51 w 1068"/>
                <a:gd name="T23" fmla="*/ 704 h 1221"/>
                <a:gd name="T24" fmla="*/ 70 w 1068"/>
                <a:gd name="T25" fmla="*/ 727 h 1221"/>
                <a:gd name="T26" fmla="*/ 66 w 1068"/>
                <a:gd name="T27" fmla="*/ 744 h 1221"/>
                <a:gd name="T28" fmla="*/ 67 w 1068"/>
                <a:gd name="T29" fmla="*/ 750 h 1221"/>
                <a:gd name="T30" fmla="*/ 68 w 1068"/>
                <a:gd name="T31" fmla="*/ 753 h 1221"/>
                <a:gd name="T32" fmla="*/ 71 w 1068"/>
                <a:gd name="T33" fmla="*/ 758 h 1221"/>
                <a:gd name="T34" fmla="*/ 101 w 1068"/>
                <a:gd name="T35" fmla="*/ 791 h 1221"/>
                <a:gd name="T36" fmla="*/ 111 w 1068"/>
                <a:gd name="T37" fmla="*/ 849 h 1221"/>
                <a:gd name="T38" fmla="*/ 147 w 1068"/>
                <a:gd name="T39" fmla="*/ 892 h 1221"/>
                <a:gd name="T40" fmla="*/ 209 w 1068"/>
                <a:gd name="T41" fmla="*/ 938 h 1221"/>
                <a:gd name="T42" fmla="*/ 262 w 1068"/>
                <a:gd name="T43" fmla="*/ 997 h 1221"/>
                <a:gd name="T44" fmla="*/ 332 w 1068"/>
                <a:gd name="T45" fmla="*/ 1075 h 1221"/>
                <a:gd name="T46" fmla="*/ 348 w 1068"/>
                <a:gd name="T47" fmla="*/ 1109 h 1221"/>
                <a:gd name="T48" fmla="*/ 354 w 1068"/>
                <a:gd name="T49" fmla="*/ 1117 h 1221"/>
                <a:gd name="T50" fmla="*/ 403 w 1068"/>
                <a:gd name="T51" fmla="*/ 1171 h 1221"/>
                <a:gd name="T52" fmla="*/ 478 w 1068"/>
                <a:gd name="T53" fmla="*/ 1157 h 1221"/>
                <a:gd name="T54" fmla="*/ 566 w 1068"/>
                <a:gd name="T55" fmla="*/ 1217 h 1221"/>
                <a:gd name="T56" fmla="*/ 570 w 1068"/>
                <a:gd name="T57" fmla="*/ 1217 h 1221"/>
                <a:gd name="T58" fmla="*/ 581 w 1068"/>
                <a:gd name="T59" fmla="*/ 1208 h 1221"/>
                <a:gd name="T60" fmla="*/ 589 w 1068"/>
                <a:gd name="T61" fmla="*/ 1205 h 1221"/>
                <a:gd name="T62" fmla="*/ 595 w 1068"/>
                <a:gd name="T63" fmla="*/ 1205 h 1221"/>
                <a:gd name="T64" fmla="*/ 685 w 1068"/>
                <a:gd name="T65" fmla="*/ 1201 h 1221"/>
                <a:gd name="T66" fmla="*/ 760 w 1068"/>
                <a:gd name="T67" fmla="*/ 1185 h 1221"/>
                <a:gd name="T68" fmla="*/ 763 w 1068"/>
                <a:gd name="T69" fmla="*/ 1182 h 1221"/>
                <a:gd name="T70" fmla="*/ 768 w 1068"/>
                <a:gd name="T71" fmla="*/ 1179 h 1221"/>
                <a:gd name="T72" fmla="*/ 778 w 1068"/>
                <a:gd name="T73" fmla="*/ 1176 h 1221"/>
                <a:gd name="T74" fmla="*/ 781 w 1068"/>
                <a:gd name="T75" fmla="*/ 1174 h 1221"/>
                <a:gd name="T76" fmla="*/ 783 w 1068"/>
                <a:gd name="T77" fmla="*/ 1171 h 1221"/>
                <a:gd name="T78" fmla="*/ 845 w 1068"/>
                <a:gd name="T79" fmla="*/ 1129 h 1221"/>
                <a:gd name="T80" fmla="*/ 888 w 1068"/>
                <a:gd name="T81" fmla="*/ 1152 h 1221"/>
                <a:gd name="T82" fmla="*/ 843 w 1068"/>
                <a:gd name="T83" fmla="*/ 1084 h 1221"/>
                <a:gd name="T84" fmla="*/ 773 w 1068"/>
                <a:gd name="T85" fmla="*/ 978 h 1221"/>
                <a:gd name="T86" fmla="*/ 721 w 1068"/>
                <a:gd name="T87" fmla="*/ 949 h 1221"/>
                <a:gd name="T88" fmla="*/ 747 w 1068"/>
                <a:gd name="T89" fmla="*/ 906 h 1221"/>
                <a:gd name="T90" fmla="*/ 794 w 1068"/>
                <a:gd name="T91" fmla="*/ 798 h 1221"/>
                <a:gd name="T92" fmla="*/ 816 w 1068"/>
                <a:gd name="T93" fmla="*/ 747 h 1221"/>
                <a:gd name="T94" fmla="*/ 840 w 1068"/>
                <a:gd name="T95" fmla="*/ 710 h 1221"/>
                <a:gd name="T96" fmla="*/ 904 w 1068"/>
                <a:gd name="T97" fmla="*/ 631 h 1221"/>
                <a:gd name="T98" fmla="*/ 927 w 1068"/>
                <a:gd name="T99" fmla="*/ 569 h 1221"/>
                <a:gd name="T100" fmla="*/ 929 w 1068"/>
                <a:gd name="T101" fmla="*/ 564 h 1221"/>
                <a:gd name="T102" fmla="*/ 930 w 1068"/>
                <a:gd name="T103" fmla="*/ 555 h 1221"/>
                <a:gd name="T104" fmla="*/ 931 w 1068"/>
                <a:gd name="T105" fmla="*/ 550 h 1221"/>
                <a:gd name="T106" fmla="*/ 931 w 1068"/>
                <a:gd name="T107" fmla="*/ 535 h 1221"/>
                <a:gd name="T108" fmla="*/ 935 w 1068"/>
                <a:gd name="T109" fmla="*/ 460 h 1221"/>
                <a:gd name="T110" fmla="*/ 965 w 1068"/>
                <a:gd name="T111" fmla="*/ 389 h 1221"/>
                <a:gd name="T112" fmla="*/ 998 w 1068"/>
                <a:gd name="T113" fmla="*/ 333 h 1221"/>
                <a:gd name="T114" fmla="*/ 1061 w 1068"/>
                <a:gd name="T115" fmla="*/ 286 h 1221"/>
                <a:gd name="connsiteX0" fmla="*/ 9899 w 9983"/>
                <a:gd name="connsiteY0" fmla="*/ 2106 h 9901"/>
                <a:gd name="connsiteX1" fmla="*/ 9281 w 9983"/>
                <a:gd name="connsiteY1" fmla="*/ 1647 h 9901"/>
                <a:gd name="connsiteX2" fmla="*/ 9196 w 9983"/>
                <a:gd name="connsiteY2" fmla="*/ 934 h 9901"/>
                <a:gd name="connsiteX3" fmla="*/ 9196 w 9983"/>
                <a:gd name="connsiteY3" fmla="*/ 508 h 9901"/>
                <a:gd name="connsiteX4" fmla="*/ 9037 w 9983"/>
                <a:gd name="connsiteY4" fmla="*/ 238 h 9901"/>
                <a:gd name="connsiteX5" fmla="*/ 9019 w 9983"/>
                <a:gd name="connsiteY5" fmla="*/ 58 h 9901"/>
                <a:gd name="connsiteX6" fmla="*/ 7286 w 9983"/>
                <a:gd name="connsiteY6" fmla="*/ 58 h 9901"/>
                <a:gd name="connsiteX7" fmla="*/ 7174 w 9983"/>
                <a:gd name="connsiteY7" fmla="*/ 222 h 9901"/>
                <a:gd name="connsiteX8" fmla="*/ 6893 w 9983"/>
                <a:gd name="connsiteY8" fmla="*/ 148 h 9901"/>
                <a:gd name="connsiteX9" fmla="*/ 6097 w 9983"/>
                <a:gd name="connsiteY9" fmla="*/ 83 h 9901"/>
                <a:gd name="connsiteX10" fmla="*/ 5816 w 9983"/>
                <a:gd name="connsiteY10" fmla="*/ 1 h 9901"/>
                <a:gd name="connsiteX11" fmla="*/ 5564 w 9983"/>
                <a:gd name="connsiteY11" fmla="*/ 58 h 9901"/>
                <a:gd name="connsiteX12" fmla="*/ 1874 w 9983"/>
                <a:gd name="connsiteY12" fmla="*/ 58 h 9901"/>
                <a:gd name="connsiteX13" fmla="*/ 1874 w 9983"/>
                <a:gd name="connsiteY13" fmla="*/ 156 h 9901"/>
                <a:gd name="connsiteX14" fmla="*/ 1865 w 9983"/>
                <a:gd name="connsiteY14" fmla="*/ 1106 h 9901"/>
                <a:gd name="connsiteX15" fmla="*/ 1865 w 9983"/>
                <a:gd name="connsiteY15" fmla="*/ 1131 h 9901"/>
                <a:gd name="connsiteX16" fmla="*/ 1247 w 9983"/>
                <a:gd name="connsiteY16" fmla="*/ 1147 h 9901"/>
                <a:gd name="connsiteX17" fmla="*/ 1247 w 9983"/>
                <a:gd name="connsiteY17" fmla="*/ 1368 h 9901"/>
                <a:gd name="connsiteX18" fmla="*/ 1247 w 9983"/>
                <a:gd name="connsiteY18" fmla="*/ 3441 h 9901"/>
                <a:gd name="connsiteX19" fmla="*/ 966 w 9983"/>
                <a:gd name="connsiteY19" fmla="*/ 3441 h 9901"/>
                <a:gd name="connsiteX20" fmla="*/ 741 w 9983"/>
                <a:gd name="connsiteY20" fmla="*/ 3506 h 9901"/>
                <a:gd name="connsiteX21" fmla="*/ 620 w 9983"/>
                <a:gd name="connsiteY21" fmla="*/ 3629 h 9901"/>
                <a:gd name="connsiteX22" fmla="*/ 601 w 9983"/>
                <a:gd name="connsiteY22" fmla="*/ 3801 h 9901"/>
                <a:gd name="connsiteX23" fmla="*/ 479 w 9983"/>
                <a:gd name="connsiteY23" fmla="*/ 3924 h 9901"/>
                <a:gd name="connsiteX24" fmla="*/ 423 w 9983"/>
                <a:gd name="connsiteY24" fmla="*/ 4030 h 9901"/>
                <a:gd name="connsiteX25" fmla="*/ 320 w 9983"/>
                <a:gd name="connsiteY25" fmla="*/ 4128 h 9901"/>
                <a:gd name="connsiteX26" fmla="*/ 339 w 9983"/>
                <a:gd name="connsiteY26" fmla="*/ 4341 h 9901"/>
                <a:gd name="connsiteX27" fmla="*/ 152 w 9983"/>
                <a:gd name="connsiteY27" fmla="*/ 4472 h 9901"/>
                <a:gd name="connsiteX28" fmla="*/ 161 w 9983"/>
                <a:gd name="connsiteY28" fmla="*/ 4620 h 9901"/>
                <a:gd name="connsiteX29" fmla="*/ 123 w 9983"/>
                <a:gd name="connsiteY29" fmla="*/ 4800 h 9901"/>
                <a:gd name="connsiteX30" fmla="*/ 2 w 9983"/>
                <a:gd name="connsiteY30" fmla="*/ 4947 h 9901"/>
                <a:gd name="connsiteX31" fmla="*/ 86 w 9983"/>
                <a:gd name="connsiteY31" fmla="*/ 5079 h 9901"/>
                <a:gd name="connsiteX32" fmla="*/ 320 w 9983"/>
                <a:gd name="connsiteY32" fmla="*/ 5160 h 9901"/>
                <a:gd name="connsiteX33" fmla="*/ 358 w 9983"/>
                <a:gd name="connsiteY33" fmla="*/ 5357 h 9901"/>
                <a:gd name="connsiteX34" fmla="*/ 461 w 9983"/>
                <a:gd name="connsiteY34" fmla="*/ 5693 h 9901"/>
                <a:gd name="connsiteX35" fmla="*/ 648 w 9983"/>
                <a:gd name="connsiteY35" fmla="*/ 5857 h 9901"/>
                <a:gd name="connsiteX36" fmla="*/ 638 w 9983"/>
                <a:gd name="connsiteY36" fmla="*/ 5873 h 9901"/>
                <a:gd name="connsiteX37" fmla="*/ 638 w 9983"/>
                <a:gd name="connsiteY37" fmla="*/ 5881 h 9901"/>
                <a:gd name="connsiteX38" fmla="*/ 629 w 9983"/>
                <a:gd name="connsiteY38" fmla="*/ 5906 h 9901"/>
                <a:gd name="connsiteX39" fmla="*/ 610 w 9983"/>
                <a:gd name="connsiteY39" fmla="*/ 5971 h 9901"/>
                <a:gd name="connsiteX40" fmla="*/ 601 w 9983"/>
                <a:gd name="connsiteY40" fmla="*/ 6020 h 9901"/>
                <a:gd name="connsiteX41" fmla="*/ 601 w 9983"/>
                <a:gd name="connsiteY41" fmla="*/ 6045 h 9901"/>
                <a:gd name="connsiteX42" fmla="*/ 601 w 9983"/>
                <a:gd name="connsiteY42" fmla="*/ 6053 h 9901"/>
                <a:gd name="connsiteX43" fmla="*/ 610 w 9983"/>
                <a:gd name="connsiteY43" fmla="*/ 6070 h 9901"/>
                <a:gd name="connsiteX44" fmla="*/ 610 w 9983"/>
                <a:gd name="connsiteY44" fmla="*/ 6078 h 9901"/>
                <a:gd name="connsiteX45" fmla="*/ 620 w 9983"/>
                <a:gd name="connsiteY45" fmla="*/ 6086 h 9901"/>
                <a:gd name="connsiteX46" fmla="*/ 620 w 9983"/>
                <a:gd name="connsiteY46" fmla="*/ 6094 h 9901"/>
                <a:gd name="connsiteX47" fmla="*/ 629 w 9983"/>
                <a:gd name="connsiteY47" fmla="*/ 6110 h 9901"/>
                <a:gd name="connsiteX48" fmla="*/ 629 w 9983"/>
                <a:gd name="connsiteY48" fmla="*/ 6119 h 9901"/>
                <a:gd name="connsiteX49" fmla="*/ 648 w 9983"/>
                <a:gd name="connsiteY49" fmla="*/ 6135 h 9901"/>
                <a:gd name="connsiteX50" fmla="*/ 648 w 9983"/>
                <a:gd name="connsiteY50" fmla="*/ 6143 h 9901"/>
                <a:gd name="connsiteX51" fmla="*/ 676 w 9983"/>
                <a:gd name="connsiteY51" fmla="*/ 6160 h 9901"/>
                <a:gd name="connsiteX52" fmla="*/ 929 w 9983"/>
                <a:gd name="connsiteY52" fmla="*/ 6405 h 9901"/>
                <a:gd name="connsiteX53" fmla="*/ 1050 w 9983"/>
                <a:gd name="connsiteY53" fmla="*/ 6536 h 9901"/>
                <a:gd name="connsiteX54" fmla="*/ 1088 w 9983"/>
                <a:gd name="connsiteY54" fmla="*/ 6708 h 9901"/>
                <a:gd name="connsiteX55" fmla="*/ 1022 w 9983"/>
                <a:gd name="connsiteY55" fmla="*/ 6880 h 9901"/>
                <a:gd name="connsiteX56" fmla="*/ 901 w 9983"/>
                <a:gd name="connsiteY56" fmla="*/ 7036 h 9901"/>
                <a:gd name="connsiteX57" fmla="*/ 1041 w 9983"/>
                <a:gd name="connsiteY57" fmla="*/ 7183 h 9901"/>
                <a:gd name="connsiteX58" fmla="*/ 1359 w 9983"/>
                <a:gd name="connsiteY58" fmla="*/ 7232 h 9901"/>
                <a:gd name="connsiteX59" fmla="*/ 1509 w 9983"/>
                <a:gd name="connsiteY59" fmla="*/ 7437 h 9901"/>
                <a:gd name="connsiteX60" fmla="*/ 1762 w 9983"/>
                <a:gd name="connsiteY60" fmla="*/ 7470 h 9901"/>
                <a:gd name="connsiteX61" fmla="*/ 1940 w 9983"/>
                <a:gd name="connsiteY61" fmla="*/ 7609 h 9901"/>
                <a:gd name="connsiteX62" fmla="*/ 2034 w 9983"/>
                <a:gd name="connsiteY62" fmla="*/ 7789 h 9901"/>
                <a:gd name="connsiteX63" fmla="*/ 2183 w 9983"/>
                <a:gd name="connsiteY63" fmla="*/ 7978 h 9901"/>
                <a:gd name="connsiteX64" fmla="*/ 2436 w 9983"/>
                <a:gd name="connsiteY64" fmla="*/ 8092 h 9901"/>
                <a:gd name="connsiteX65" fmla="*/ 2670 w 9983"/>
                <a:gd name="connsiteY65" fmla="*/ 8281 h 9901"/>
                <a:gd name="connsiteX66" fmla="*/ 2726 w 9983"/>
                <a:gd name="connsiteY66" fmla="*/ 8535 h 9901"/>
                <a:gd name="connsiteX67" fmla="*/ 3092 w 9983"/>
                <a:gd name="connsiteY67" fmla="*/ 8731 h 9901"/>
                <a:gd name="connsiteX68" fmla="*/ 3204 w 9983"/>
                <a:gd name="connsiteY68" fmla="*/ 8993 h 9901"/>
                <a:gd name="connsiteX69" fmla="*/ 3232 w 9983"/>
                <a:gd name="connsiteY69" fmla="*/ 9010 h 9901"/>
                <a:gd name="connsiteX70" fmla="*/ 3241 w 9983"/>
                <a:gd name="connsiteY70" fmla="*/ 9010 h 9901"/>
                <a:gd name="connsiteX71" fmla="*/ 3260 w 9983"/>
                <a:gd name="connsiteY71" fmla="*/ 9026 h 9901"/>
                <a:gd name="connsiteX72" fmla="*/ 3279 w 9983"/>
                <a:gd name="connsiteY72" fmla="*/ 9051 h 9901"/>
                <a:gd name="connsiteX73" fmla="*/ 3298 w 9983"/>
                <a:gd name="connsiteY73" fmla="*/ 9075 h 9901"/>
                <a:gd name="connsiteX74" fmla="*/ 3476 w 9983"/>
                <a:gd name="connsiteY74" fmla="*/ 9231 h 9901"/>
                <a:gd name="connsiteX75" fmla="*/ 3607 w 9983"/>
                <a:gd name="connsiteY75" fmla="*/ 9403 h 9901"/>
                <a:gd name="connsiteX76" fmla="*/ 3756 w 9983"/>
                <a:gd name="connsiteY76" fmla="*/ 9517 h 9901"/>
                <a:gd name="connsiteX77" fmla="*/ 4009 w 9983"/>
                <a:gd name="connsiteY77" fmla="*/ 9485 h 9901"/>
                <a:gd name="connsiteX78" fmla="*/ 4196 w 9983"/>
                <a:gd name="connsiteY78" fmla="*/ 9386 h 9901"/>
                <a:gd name="connsiteX79" fmla="*/ 4459 w 9983"/>
                <a:gd name="connsiteY79" fmla="*/ 9403 h 9901"/>
                <a:gd name="connsiteX80" fmla="*/ 4730 w 9983"/>
                <a:gd name="connsiteY80" fmla="*/ 9403 h 9901"/>
                <a:gd name="connsiteX81" fmla="*/ 5067 w 9983"/>
                <a:gd name="connsiteY81" fmla="*/ 9714 h 9901"/>
                <a:gd name="connsiteX82" fmla="*/ 5283 w 9983"/>
                <a:gd name="connsiteY82" fmla="*/ 9894 h 9901"/>
                <a:gd name="connsiteX83" fmla="*/ 5301 w 9983"/>
                <a:gd name="connsiteY83" fmla="*/ 9894 h 9901"/>
                <a:gd name="connsiteX84" fmla="*/ 5311 w 9983"/>
                <a:gd name="connsiteY84" fmla="*/ 9894 h 9901"/>
                <a:gd name="connsiteX85" fmla="*/ 5320 w 9983"/>
                <a:gd name="connsiteY85" fmla="*/ 9894 h 9901"/>
                <a:gd name="connsiteX86" fmla="*/ 5329 w 9983"/>
                <a:gd name="connsiteY86" fmla="*/ 9886 h 9901"/>
                <a:gd name="connsiteX87" fmla="*/ 5348 w 9983"/>
                <a:gd name="connsiteY87" fmla="*/ 9886 h 9901"/>
                <a:gd name="connsiteX88" fmla="*/ 5423 w 9983"/>
                <a:gd name="connsiteY88" fmla="*/ 9821 h 9901"/>
                <a:gd name="connsiteX89" fmla="*/ 5442 w 9983"/>
                <a:gd name="connsiteY89" fmla="*/ 9812 h 9901"/>
                <a:gd name="connsiteX90" fmla="*/ 5479 w 9983"/>
                <a:gd name="connsiteY90" fmla="*/ 9796 h 9901"/>
                <a:gd name="connsiteX91" fmla="*/ 5498 w 9983"/>
                <a:gd name="connsiteY91" fmla="*/ 9796 h 9901"/>
                <a:gd name="connsiteX92" fmla="*/ 5507 w 9983"/>
                <a:gd name="connsiteY92" fmla="*/ 9796 h 9901"/>
                <a:gd name="connsiteX93" fmla="*/ 5526 w 9983"/>
                <a:gd name="connsiteY93" fmla="*/ 9796 h 9901"/>
                <a:gd name="connsiteX94" fmla="*/ 5554 w 9983"/>
                <a:gd name="connsiteY94" fmla="*/ 9796 h 9901"/>
                <a:gd name="connsiteX95" fmla="*/ 5994 w 9983"/>
                <a:gd name="connsiteY95" fmla="*/ 9821 h 9901"/>
                <a:gd name="connsiteX96" fmla="*/ 6210 w 9983"/>
                <a:gd name="connsiteY96" fmla="*/ 9878 h 9901"/>
                <a:gd name="connsiteX97" fmla="*/ 6397 w 9983"/>
                <a:gd name="connsiteY97" fmla="*/ 9763 h 9901"/>
                <a:gd name="connsiteX98" fmla="*/ 6734 w 9983"/>
                <a:gd name="connsiteY98" fmla="*/ 9730 h 9901"/>
                <a:gd name="connsiteX99" fmla="*/ 7080 w 9983"/>
                <a:gd name="connsiteY99" fmla="*/ 9657 h 9901"/>
                <a:gd name="connsiteX100" fmla="*/ 7099 w 9983"/>
                <a:gd name="connsiteY100" fmla="*/ 9632 h 9901"/>
                <a:gd name="connsiteX101" fmla="*/ 7108 w 9983"/>
                <a:gd name="connsiteY101" fmla="*/ 9624 h 9901"/>
                <a:gd name="connsiteX102" fmla="*/ 7127 w 9983"/>
                <a:gd name="connsiteY102" fmla="*/ 9616 h 9901"/>
                <a:gd name="connsiteX103" fmla="*/ 7127 w 9983"/>
                <a:gd name="connsiteY103" fmla="*/ 9608 h 9901"/>
                <a:gd name="connsiteX104" fmla="*/ 7146 w 9983"/>
                <a:gd name="connsiteY104" fmla="*/ 9599 h 9901"/>
                <a:gd name="connsiteX105" fmla="*/ 7165 w 9983"/>
                <a:gd name="connsiteY105" fmla="*/ 9583 h 9901"/>
                <a:gd name="connsiteX106" fmla="*/ 7174 w 9983"/>
                <a:gd name="connsiteY106" fmla="*/ 9583 h 9901"/>
                <a:gd name="connsiteX107" fmla="*/ 7183 w 9983"/>
                <a:gd name="connsiteY107" fmla="*/ 9575 h 9901"/>
                <a:gd name="connsiteX108" fmla="*/ 7193 w 9983"/>
                <a:gd name="connsiteY108" fmla="*/ 9575 h 9901"/>
                <a:gd name="connsiteX109" fmla="*/ 7268 w 9983"/>
                <a:gd name="connsiteY109" fmla="*/ 9558 h 9901"/>
                <a:gd name="connsiteX110" fmla="*/ 7277 w 9983"/>
                <a:gd name="connsiteY110" fmla="*/ 9558 h 9901"/>
                <a:gd name="connsiteX111" fmla="*/ 7286 w 9983"/>
                <a:gd name="connsiteY111" fmla="*/ 9550 h 9901"/>
                <a:gd name="connsiteX112" fmla="*/ 7296 w 9983"/>
                <a:gd name="connsiteY112" fmla="*/ 9542 h 9901"/>
                <a:gd name="connsiteX113" fmla="*/ 7305 w 9983"/>
                <a:gd name="connsiteY113" fmla="*/ 9534 h 9901"/>
                <a:gd name="connsiteX114" fmla="*/ 7305 w 9983"/>
                <a:gd name="connsiteY114" fmla="*/ 9526 h 9901"/>
                <a:gd name="connsiteX115" fmla="*/ 7314 w 9983"/>
                <a:gd name="connsiteY115" fmla="*/ 9517 h 9901"/>
                <a:gd name="connsiteX116" fmla="*/ 7314 w 9983"/>
                <a:gd name="connsiteY116" fmla="*/ 9493 h 9901"/>
                <a:gd name="connsiteX117" fmla="*/ 7558 w 9983"/>
                <a:gd name="connsiteY117" fmla="*/ 9288 h 9901"/>
                <a:gd name="connsiteX118" fmla="*/ 7895 w 9983"/>
                <a:gd name="connsiteY118" fmla="*/ 9174 h 9901"/>
                <a:gd name="connsiteX119" fmla="*/ 8082 w 9983"/>
                <a:gd name="connsiteY119" fmla="*/ 9288 h 9901"/>
                <a:gd name="connsiteX120" fmla="*/ 8288 w 9983"/>
                <a:gd name="connsiteY120" fmla="*/ 9362 h 9901"/>
                <a:gd name="connsiteX121" fmla="*/ 8298 w 9983"/>
                <a:gd name="connsiteY121" fmla="*/ 9362 h 9901"/>
                <a:gd name="connsiteX122" fmla="*/ 8307 w 9983"/>
                <a:gd name="connsiteY122" fmla="*/ 9042 h 9901"/>
                <a:gd name="connsiteX123" fmla="*/ 8064 w 9983"/>
                <a:gd name="connsiteY123" fmla="*/ 8928 h 9901"/>
                <a:gd name="connsiteX124" fmla="*/ 7876 w 9983"/>
                <a:gd name="connsiteY124" fmla="*/ 8805 h 9901"/>
                <a:gd name="connsiteX125" fmla="*/ 7764 w 9983"/>
                <a:gd name="connsiteY125" fmla="*/ 8445 h 9901"/>
                <a:gd name="connsiteX126" fmla="*/ 7455 w 9983"/>
                <a:gd name="connsiteY126" fmla="*/ 8133 h 9901"/>
                <a:gd name="connsiteX127" fmla="*/ 7221 w 9983"/>
                <a:gd name="connsiteY127" fmla="*/ 7937 h 9901"/>
                <a:gd name="connsiteX128" fmla="*/ 7080 w 9983"/>
                <a:gd name="connsiteY128" fmla="*/ 7822 h 9901"/>
                <a:gd name="connsiteX129" fmla="*/ 6940 w 9983"/>
                <a:gd name="connsiteY129" fmla="*/ 7716 h 9901"/>
                <a:gd name="connsiteX130" fmla="*/ 6734 w 9983"/>
                <a:gd name="connsiteY130" fmla="*/ 7699 h 9901"/>
                <a:gd name="connsiteX131" fmla="*/ 6668 w 9983"/>
                <a:gd name="connsiteY131" fmla="*/ 7552 h 9901"/>
                <a:gd name="connsiteX132" fmla="*/ 6734 w 9983"/>
                <a:gd name="connsiteY132" fmla="*/ 7364 h 9901"/>
                <a:gd name="connsiteX133" fmla="*/ 6977 w 9983"/>
                <a:gd name="connsiteY133" fmla="*/ 7347 h 9901"/>
                <a:gd name="connsiteX134" fmla="*/ 7286 w 9983"/>
                <a:gd name="connsiteY134" fmla="*/ 7290 h 9901"/>
                <a:gd name="connsiteX135" fmla="*/ 7305 w 9983"/>
                <a:gd name="connsiteY135" fmla="*/ 6708 h 9901"/>
                <a:gd name="connsiteX136" fmla="*/ 7417 w 9983"/>
                <a:gd name="connsiteY136" fmla="*/ 6463 h 9901"/>
                <a:gd name="connsiteX137" fmla="*/ 7408 w 9983"/>
                <a:gd name="connsiteY137" fmla="*/ 6291 h 9901"/>
                <a:gd name="connsiteX138" fmla="*/ 7455 w 9983"/>
                <a:gd name="connsiteY138" fmla="*/ 6119 h 9901"/>
                <a:gd name="connsiteX139" fmla="*/ 7623 w 9983"/>
                <a:gd name="connsiteY139" fmla="*/ 6045 h 9901"/>
                <a:gd name="connsiteX140" fmla="*/ 7764 w 9983"/>
                <a:gd name="connsiteY140" fmla="*/ 6143 h 9901"/>
                <a:gd name="connsiteX141" fmla="*/ 7792 w 9983"/>
                <a:gd name="connsiteY141" fmla="*/ 5914 h 9901"/>
                <a:gd name="connsiteX142" fmla="*/ 7848 w 9983"/>
                <a:gd name="connsiteY142" fmla="*/ 5742 h 9901"/>
                <a:gd name="connsiteX143" fmla="*/ 7942 w 9983"/>
                <a:gd name="connsiteY143" fmla="*/ 5570 h 9901"/>
                <a:gd name="connsiteX144" fmla="*/ 8129 w 9983"/>
                <a:gd name="connsiteY144" fmla="*/ 5259 h 9901"/>
                <a:gd name="connsiteX145" fmla="*/ 8447 w 9983"/>
                <a:gd name="connsiteY145" fmla="*/ 5095 h 9901"/>
                <a:gd name="connsiteX146" fmla="*/ 8560 w 9983"/>
                <a:gd name="connsiteY146" fmla="*/ 4841 h 9901"/>
                <a:gd name="connsiteX147" fmla="*/ 8644 w 9983"/>
                <a:gd name="connsiteY147" fmla="*/ 4612 h 9901"/>
                <a:gd name="connsiteX148" fmla="*/ 8663 w 9983"/>
                <a:gd name="connsiteY148" fmla="*/ 4587 h 9901"/>
                <a:gd name="connsiteX149" fmla="*/ 8663 w 9983"/>
                <a:gd name="connsiteY149" fmla="*/ 4579 h 9901"/>
                <a:gd name="connsiteX150" fmla="*/ 8682 w 9983"/>
                <a:gd name="connsiteY150" fmla="*/ 4554 h 9901"/>
                <a:gd name="connsiteX151" fmla="*/ 8682 w 9983"/>
                <a:gd name="connsiteY151" fmla="*/ 4546 h 9901"/>
                <a:gd name="connsiteX152" fmla="*/ 8691 w 9983"/>
                <a:gd name="connsiteY152" fmla="*/ 4522 h 9901"/>
                <a:gd name="connsiteX153" fmla="*/ 8691 w 9983"/>
                <a:gd name="connsiteY153" fmla="*/ 4513 h 9901"/>
                <a:gd name="connsiteX154" fmla="*/ 8691 w 9983"/>
                <a:gd name="connsiteY154" fmla="*/ 4472 h 9901"/>
                <a:gd name="connsiteX155" fmla="*/ 8700 w 9983"/>
                <a:gd name="connsiteY155" fmla="*/ 4472 h 9901"/>
                <a:gd name="connsiteX156" fmla="*/ 8700 w 9983"/>
                <a:gd name="connsiteY156" fmla="*/ 4440 h 9901"/>
                <a:gd name="connsiteX157" fmla="*/ 8700 w 9983"/>
                <a:gd name="connsiteY157" fmla="*/ 4432 h 9901"/>
                <a:gd name="connsiteX158" fmla="*/ 8700 w 9983"/>
                <a:gd name="connsiteY158" fmla="*/ 4391 h 9901"/>
                <a:gd name="connsiteX159" fmla="*/ 8700 w 9983"/>
                <a:gd name="connsiteY159" fmla="*/ 4350 h 9901"/>
                <a:gd name="connsiteX160" fmla="*/ 8700 w 9983"/>
                <a:gd name="connsiteY160" fmla="*/ 4309 h 9901"/>
                <a:gd name="connsiteX161" fmla="*/ 8700 w 9983"/>
                <a:gd name="connsiteY161" fmla="*/ 4219 h 9901"/>
                <a:gd name="connsiteX162" fmla="*/ 8682 w 9983"/>
                <a:gd name="connsiteY162" fmla="*/ 3858 h 9901"/>
                <a:gd name="connsiteX163" fmla="*/ 8738 w 9983"/>
                <a:gd name="connsiteY163" fmla="*/ 3694 h 9901"/>
                <a:gd name="connsiteX164" fmla="*/ 8831 w 9983"/>
                <a:gd name="connsiteY164" fmla="*/ 3514 h 9901"/>
                <a:gd name="connsiteX165" fmla="*/ 8925 w 9983"/>
                <a:gd name="connsiteY165" fmla="*/ 3326 h 9901"/>
                <a:gd name="connsiteX166" fmla="*/ 9019 w 9983"/>
                <a:gd name="connsiteY166" fmla="*/ 3113 h 9901"/>
                <a:gd name="connsiteX167" fmla="*/ 9019 w 9983"/>
                <a:gd name="connsiteY167" fmla="*/ 2859 h 9901"/>
                <a:gd name="connsiteX168" fmla="*/ 9187 w 9983"/>
                <a:gd name="connsiteY168" fmla="*/ 2753 h 9901"/>
                <a:gd name="connsiteX169" fmla="*/ 9328 w 9983"/>
                <a:gd name="connsiteY169" fmla="*/ 2654 h 9901"/>
                <a:gd name="connsiteX170" fmla="*/ 9459 w 9983"/>
                <a:gd name="connsiteY170" fmla="*/ 2556 h 9901"/>
                <a:gd name="connsiteX171" fmla="*/ 9758 w 9983"/>
                <a:gd name="connsiteY171" fmla="*/ 2450 h 9901"/>
                <a:gd name="connsiteX172" fmla="*/ 9917 w 9983"/>
                <a:gd name="connsiteY172" fmla="*/ 2269 h 9901"/>
                <a:gd name="connsiteX173" fmla="*/ 9983 w 9983"/>
                <a:gd name="connsiteY173" fmla="*/ 2187 h 9901"/>
                <a:gd name="connsiteX174" fmla="*/ 9899 w 9983"/>
                <a:gd name="connsiteY174" fmla="*/ 2106 h 9901"/>
                <a:gd name="connsiteX0" fmla="*/ 9916 w 10000"/>
                <a:gd name="connsiteY0" fmla="*/ 2068 h 9941"/>
                <a:gd name="connsiteX1" fmla="*/ 9297 w 10000"/>
                <a:gd name="connsiteY1" fmla="*/ 1604 h 9941"/>
                <a:gd name="connsiteX2" fmla="*/ 9212 w 10000"/>
                <a:gd name="connsiteY2" fmla="*/ 884 h 9941"/>
                <a:gd name="connsiteX3" fmla="*/ 9212 w 10000"/>
                <a:gd name="connsiteY3" fmla="*/ 454 h 9941"/>
                <a:gd name="connsiteX4" fmla="*/ 9052 w 10000"/>
                <a:gd name="connsiteY4" fmla="*/ 181 h 9941"/>
                <a:gd name="connsiteX5" fmla="*/ 9034 w 10000"/>
                <a:gd name="connsiteY5" fmla="*/ 0 h 9941"/>
                <a:gd name="connsiteX6" fmla="*/ 7298 w 10000"/>
                <a:gd name="connsiteY6" fmla="*/ 0 h 9941"/>
                <a:gd name="connsiteX7" fmla="*/ 7186 w 10000"/>
                <a:gd name="connsiteY7" fmla="*/ 165 h 9941"/>
                <a:gd name="connsiteX8" fmla="*/ 6905 w 10000"/>
                <a:gd name="connsiteY8" fmla="*/ 90 h 9941"/>
                <a:gd name="connsiteX9" fmla="*/ 6107 w 10000"/>
                <a:gd name="connsiteY9" fmla="*/ 25 h 9941"/>
                <a:gd name="connsiteX10" fmla="*/ 5573 w 10000"/>
                <a:gd name="connsiteY10" fmla="*/ 0 h 9941"/>
                <a:gd name="connsiteX11" fmla="*/ 1877 w 10000"/>
                <a:gd name="connsiteY11" fmla="*/ 0 h 9941"/>
                <a:gd name="connsiteX12" fmla="*/ 1877 w 10000"/>
                <a:gd name="connsiteY12" fmla="*/ 99 h 9941"/>
                <a:gd name="connsiteX13" fmla="*/ 1868 w 10000"/>
                <a:gd name="connsiteY13" fmla="*/ 1058 h 9941"/>
                <a:gd name="connsiteX14" fmla="*/ 1868 w 10000"/>
                <a:gd name="connsiteY14" fmla="*/ 1083 h 9941"/>
                <a:gd name="connsiteX15" fmla="*/ 1249 w 10000"/>
                <a:gd name="connsiteY15" fmla="*/ 1099 h 9941"/>
                <a:gd name="connsiteX16" fmla="*/ 1249 w 10000"/>
                <a:gd name="connsiteY16" fmla="*/ 1323 h 9941"/>
                <a:gd name="connsiteX17" fmla="*/ 1249 w 10000"/>
                <a:gd name="connsiteY17" fmla="*/ 3416 h 9941"/>
                <a:gd name="connsiteX18" fmla="*/ 968 w 10000"/>
                <a:gd name="connsiteY18" fmla="*/ 3416 h 9941"/>
                <a:gd name="connsiteX19" fmla="*/ 742 w 10000"/>
                <a:gd name="connsiteY19" fmla="*/ 3482 h 9941"/>
                <a:gd name="connsiteX20" fmla="*/ 621 w 10000"/>
                <a:gd name="connsiteY20" fmla="*/ 3606 h 9941"/>
                <a:gd name="connsiteX21" fmla="*/ 602 w 10000"/>
                <a:gd name="connsiteY21" fmla="*/ 3780 h 9941"/>
                <a:gd name="connsiteX22" fmla="*/ 480 w 10000"/>
                <a:gd name="connsiteY22" fmla="*/ 3904 h 9941"/>
                <a:gd name="connsiteX23" fmla="*/ 424 w 10000"/>
                <a:gd name="connsiteY23" fmla="*/ 4011 h 9941"/>
                <a:gd name="connsiteX24" fmla="*/ 321 w 10000"/>
                <a:gd name="connsiteY24" fmla="*/ 4110 h 9941"/>
                <a:gd name="connsiteX25" fmla="*/ 340 w 10000"/>
                <a:gd name="connsiteY25" fmla="*/ 4325 h 9941"/>
                <a:gd name="connsiteX26" fmla="*/ 152 w 10000"/>
                <a:gd name="connsiteY26" fmla="*/ 4458 h 9941"/>
                <a:gd name="connsiteX27" fmla="*/ 161 w 10000"/>
                <a:gd name="connsiteY27" fmla="*/ 4607 h 9941"/>
                <a:gd name="connsiteX28" fmla="*/ 123 w 10000"/>
                <a:gd name="connsiteY28" fmla="*/ 4789 h 9941"/>
                <a:gd name="connsiteX29" fmla="*/ 2 w 10000"/>
                <a:gd name="connsiteY29" fmla="*/ 4937 h 9941"/>
                <a:gd name="connsiteX30" fmla="*/ 86 w 10000"/>
                <a:gd name="connsiteY30" fmla="*/ 5071 h 9941"/>
                <a:gd name="connsiteX31" fmla="*/ 321 w 10000"/>
                <a:gd name="connsiteY31" fmla="*/ 5153 h 9941"/>
                <a:gd name="connsiteX32" fmla="*/ 359 w 10000"/>
                <a:gd name="connsiteY32" fmla="*/ 5352 h 9941"/>
                <a:gd name="connsiteX33" fmla="*/ 462 w 10000"/>
                <a:gd name="connsiteY33" fmla="*/ 5691 h 9941"/>
                <a:gd name="connsiteX34" fmla="*/ 649 w 10000"/>
                <a:gd name="connsiteY34" fmla="*/ 5857 h 9941"/>
                <a:gd name="connsiteX35" fmla="*/ 639 w 10000"/>
                <a:gd name="connsiteY35" fmla="*/ 5873 h 9941"/>
                <a:gd name="connsiteX36" fmla="*/ 639 w 10000"/>
                <a:gd name="connsiteY36" fmla="*/ 5881 h 9941"/>
                <a:gd name="connsiteX37" fmla="*/ 630 w 10000"/>
                <a:gd name="connsiteY37" fmla="*/ 5906 h 9941"/>
                <a:gd name="connsiteX38" fmla="*/ 611 w 10000"/>
                <a:gd name="connsiteY38" fmla="*/ 5972 h 9941"/>
                <a:gd name="connsiteX39" fmla="*/ 602 w 10000"/>
                <a:gd name="connsiteY39" fmla="*/ 6021 h 9941"/>
                <a:gd name="connsiteX40" fmla="*/ 602 w 10000"/>
                <a:gd name="connsiteY40" fmla="*/ 6046 h 9941"/>
                <a:gd name="connsiteX41" fmla="*/ 602 w 10000"/>
                <a:gd name="connsiteY41" fmla="*/ 6055 h 9941"/>
                <a:gd name="connsiteX42" fmla="*/ 611 w 10000"/>
                <a:gd name="connsiteY42" fmla="*/ 6072 h 9941"/>
                <a:gd name="connsiteX43" fmla="*/ 611 w 10000"/>
                <a:gd name="connsiteY43" fmla="*/ 6080 h 9941"/>
                <a:gd name="connsiteX44" fmla="*/ 621 w 10000"/>
                <a:gd name="connsiteY44" fmla="*/ 6088 h 9941"/>
                <a:gd name="connsiteX45" fmla="*/ 621 w 10000"/>
                <a:gd name="connsiteY45" fmla="*/ 6096 h 9941"/>
                <a:gd name="connsiteX46" fmla="*/ 630 w 10000"/>
                <a:gd name="connsiteY46" fmla="*/ 6112 h 9941"/>
                <a:gd name="connsiteX47" fmla="*/ 630 w 10000"/>
                <a:gd name="connsiteY47" fmla="*/ 6121 h 9941"/>
                <a:gd name="connsiteX48" fmla="*/ 649 w 10000"/>
                <a:gd name="connsiteY48" fmla="*/ 6137 h 9941"/>
                <a:gd name="connsiteX49" fmla="*/ 649 w 10000"/>
                <a:gd name="connsiteY49" fmla="*/ 6145 h 9941"/>
                <a:gd name="connsiteX50" fmla="*/ 677 w 10000"/>
                <a:gd name="connsiteY50" fmla="*/ 6163 h 9941"/>
                <a:gd name="connsiteX51" fmla="*/ 931 w 10000"/>
                <a:gd name="connsiteY51" fmla="*/ 6410 h 9941"/>
                <a:gd name="connsiteX52" fmla="*/ 1052 w 10000"/>
                <a:gd name="connsiteY52" fmla="*/ 6542 h 9941"/>
                <a:gd name="connsiteX53" fmla="*/ 1090 w 10000"/>
                <a:gd name="connsiteY53" fmla="*/ 6716 h 9941"/>
                <a:gd name="connsiteX54" fmla="*/ 1024 w 10000"/>
                <a:gd name="connsiteY54" fmla="*/ 6890 h 9941"/>
                <a:gd name="connsiteX55" fmla="*/ 903 w 10000"/>
                <a:gd name="connsiteY55" fmla="*/ 7047 h 9941"/>
                <a:gd name="connsiteX56" fmla="*/ 1043 w 10000"/>
                <a:gd name="connsiteY56" fmla="*/ 7196 h 9941"/>
                <a:gd name="connsiteX57" fmla="*/ 1361 w 10000"/>
                <a:gd name="connsiteY57" fmla="*/ 7245 h 9941"/>
                <a:gd name="connsiteX58" fmla="*/ 1512 w 10000"/>
                <a:gd name="connsiteY58" fmla="*/ 7452 h 9941"/>
                <a:gd name="connsiteX59" fmla="*/ 1765 w 10000"/>
                <a:gd name="connsiteY59" fmla="*/ 7486 h 9941"/>
                <a:gd name="connsiteX60" fmla="*/ 1943 w 10000"/>
                <a:gd name="connsiteY60" fmla="*/ 7626 h 9941"/>
                <a:gd name="connsiteX61" fmla="*/ 2037 w 10000"/>
                <a:gd name="connsiteY61" fmla="*/ 7808 h 9941"/>
                <a:gd name="connsiteX62" fmla="*/ 2187 w 10000"/>
                <a:gd name="connsiteY62" fmla="*/ 7999 h 9941"/>
                <a:gd name="connsiteX63" fmla="*/ 2440 w 10000"/>
                <a:gd name="connsiteY63" fmla="*/ 8114 h 9941"/>
                <a:gd name="connsiteX64" fmla="*/ 2675 w 10000"/>
                <a:gd name="connsiteY64" fmla="*/ 8305 h 9941"/>
                <a:gd name="connsiteX65" fmla="*/ 2731 w 10000"/>
                <a:gd name="connsiteY65" fmla="*/ 8561 h 9941"/>
                <a:gd name="connsiteX66" fmla="*/ 3097 w 10000"/>
                <a:gd name="connsiteY66" fmla="*/ 8759 h 9941"/>
                <a:gd name="connsiteX67" fmla="*/ 3209 w 10000"/>
                <a:gd name="connsiteY67" fmla="*/ 9024 h 9941"/>
                <a:gd name="connsiteX68" fmla="*/ 3238 w 10000"/>
                <a:gd name="connsiteY68" fmla="*/ 9041 h 9941"/>
                <a:gd name="connsiteX69" fmla="*/ 3247 w 10000"/>
                <a:gd name="connsiteY69" fmla="*/ 9041 h 9941"/>
                <a:gd name="connsiteX70" fmla="*/ 3266 w 10000"/>
                <a:gd name="connsiteY70" fmla="*/ 9057 h 9941"/>
                <a:gd name="connsiteX71" fmla="*/ 3285 w 10000"/>
                <a:gd name="connsiteY71" fmla="*/ 9083 h 9941"/>
                <a:gd name="connsiteX72" fmla="*/ 3304 w 10000"/>
                <a:gd name="connsiteY72" fmla="*/ 9107 h 9941"/>
                <a:gd name="connsiteX73" fmla="*/ 3482 w 10000"/>
                <a:gd name="connsiteY73" fmla="*/ 9264 h 9941"/>
                <a:gd name="connsiteX74" fmla="*/ 3613 w 10000"/>
                <a:gd name="connsiteY74" fmla="*/ 9438 h 9941"/>
                <a:gd name="connsiteX75" fmla="*/ 3762 w 10000"/>
                <a:gd name="connsiteY75" fmla="*/ 9553 h 9941"/>
                <a:gd name="connsiteX76" fmla="*/ 4016 w 10000"/>
                <a:gd name="connsiteY76" fmla="*/ 9521 h 9941"/>
                <a:gd name="connsiteX77" fmla="*/ 4203 w 10000"/>
                <a:gd name="connsiteY77" fmla="*/ 9421 h 9941"/>
                <a:gd name="connsiteX78" fmla="*/ 4467 w 10000"/>
                <a:gd name="connsiteY78" fmla="*/ 9438 h 9941"/>
                <a:gd name="connsiteX79" fmla="*/ 4738 w 10000"/>
                <a:gd name="connsiteY79" fmla="*/ 9438 h 9941"/>
                <a:gd name="connsiteX80" fmla="*/ 5076 w 10000"/>
                <a:gd name="connsiteY80" fmla="*/ 9752 h 9941"/>
                <a:gd name="connsiteX81" fmla="*/ 5292 w 10000"/>
                <a:gd name="connsiteY81" fmla="*/ 9934 h 9941"/>
                <a:gd name="connsiteX82" fmla="*/ 5310 w 10000"/>
                <a:gd name="connsiteY82" fmla="*/ 9934 h 9941"/>
                <a:gd name="connsiteX83" fmla="*/ 5320 w 10000"/>
                <a:gd name="connsiteY83" fmla="*/ 9934 h 9941"/>
                <a:gd name="connsiteX84" fmla="*/ 5329 w 10000"/>
                <a:gd name="connsiteY84" fmla="*/ 9934 h 9941"/>
                <a:gd name="connsiteX85" fmla="*/ 5338 w 10000"/>
                <a:gd name="connsiteY85" fmla="*/ 9926 h 9941"/>
                <a:gd name="connsiteX86" fmla="*/ 5357 w 10000"/>
                <a:gd name="connsiteY86" fmla="*/ 9926 h 9941"/>
                <a:gd name="connsiteX87" fmla="*/ 5432 w 10000"/>
                <a:gd name="connsiteY87" fmla="*/ 9860 h 9941"/>
                <a:gd name="connsiteX88" fmla="*/ 5451 w 10000"/>
                <a:gd name="connsiteY88" fmla="*/ 9851 h 9941"/>
                <a:gd name="connsiteX89" fmla="*/ 5488 w 10000"/>
                <a:gd name="connsiteY89" fmla="*/ 9835 h 9941"/>
                <a:gd name="connsiteX90" fmla="*/ 5507 w 10000"/>
                <a:gd name="connsiteY90" fmla="*/ 9835 h 9941"/>
                <a:gd name="connsiteX91" fmla="*/ 5516 w 10000"/>
                <a:gd name="connsiteY91" fmla="*/ 9835 h 9941"/>
                <a:gd name="connsiteX92" fmla="*/ 5535 w 10000"/>
                <a:gd name="connsiteY92" fmla="*/ 9835 h 9941"/>
                <a:gd name="connsiteX93" fmla="*/ 5563 w 10000"/>
                <a:gd name="connsiteY93" fmla="*/ 9835 h 9941"/>
                <a:gd name="connsiteX94" fmla="*/ 6004 w 10000"/>
                <a:gd name="connsiteY94" fmla="*/ 9860 h 9941"/>
                <a:gd name="connsiteX95" fmla="*/ 6221 w 10000"/>
                <a:gd name="connsiteY95" fmla="*/ 9918 h 9941"/>
                <a:gd name="connsiteX96" fmla="*/ 6408 w 10000"/>
                <a:gd name="connsiteY96" fmla="*/ 9802 h 9941"/>
                <a:gd name="connsiteX97" fmla="*/ 6745 w 10000"/>
                <a:gd name="connsiteY97" fmla="*/ 9768 h 9941"/>
                <a:gd name="connsiteX98" fmla="*/ 7092 w 10000"/>
                <a:gd name="connsiteY98" fmla="*/ 9695 h 9941"/>
                <a:gd name="connsiteX99" fmla="*/ 7111 w 10000"/>
                <a:gd name="connsiteY99" fmla="*/ 9669 h 9941"/>
                <a:gd name="connsiteX100" fmla="*/ 7120 w 10000"/>
                <a:gd name="connsiteY100" fmla="*/ 9661 h 9941"/>
                <a:gd name="connsiteX101" fmla="*/ 7139 w 10000"/>
                <a:gd name="connsiteY101" fmla="*/ 9653 h 9941"/>
                <a:gd name="connsiteX102" fmla="*/ 7139 w 10000"/>
                <a:gd name="connsiteY102" fmla="*/ 9645 h 9941"/>
                <a:gd name="connsiteX103" fmla="*/ 7158 w 10000"/>
                <a:gd name="connsiteY103" fmla="*/ 9636 h 9941"/>
                <a:gd name="connsiteX104" fmla="*/ 7177 w 10000"/>
                <a:gd name="connsiteY104" fmla="*/ 9620 h 9941"/>
                <a:gd name="connsiteX105" fmla="*/ 7186 w 10000"/>
                <a:gd name="connsiteY105" fmla="*/ 9620 h 9941"/>
                <a:gd name="connsiteX106" fmla="*/ 7195 w 10000"/>
                <a:gd name="connsiteY106" fmla="*/ 9612 h 9941"/>
                <a:gd name="connsiteX107" fmla="*/ 7205 w 10000"/>
                <a:gd name="connsiteY107" fmla="*/ 9612 h 9941"/>
                <a:gd name="connsiteX108" fmla="*/ 7280 w 10000"/>
                <a:gd name="connsiteY108" fmla="*/ 9595 h 9941"/>
                <a:gd name="connsiteX109" fmla="*/ 7289 w 10000"/>
                <a:gd name="connsiteY109" fmla="*/ 9595 h 9941"/>
                <a:gd name="connsiteX110" fmla="*/ 7298 w 10000"/>
                <a:gd name="connsiteY110" fmla="*/ 9586 h 9941"/>
                <a:gd name="connsiteX111" fmla="*/ 7308 w 10000"/>
                <a:gd name="connsiteY111" fmla="*/ 9578 h 9941"/>
                <a:gd name="connsiteX112" fmla="*/ 7317 w 10000"/>
                <a:gd name="connsiteY112" fmla="*/ 9570 h 9941"/>
                <a:gd name="connsiteX113" fmla="*/ 7317 w 10000"/>
                <a:gd name="connsiteY113" fmla="*/ 9562 h 9941"/>
                <a:gd name="connsiteX114" fmla="*/ 7326 w 10000"/>
                <a:gd name="connsiteY114" fmla="*/ 9553 h 9941"/>
                <a:gd name="connsiteX115" fmla="*/ 7326 w 10000"/>
                <a:gd name="connsiteY115" fmla="*/ 9529 h 9941"/>
                <a:gd name="connsiteX116" fmla="*/ 7571 w 10000"/>
                <a:gd name="connsiteY116" fmla="*/ 9322 h 9941"/>
                <a:gd name="connsiteX117" fmla="*/ 7908 w 10000"/>
                <a:gd name="connsiteY117" fmla="*/ 9207 h 9941"/>
                <a:gd name="connsiteX118" fmla="*/ 8096 w 10000"/>
                <a:gd name="connsiteY118" fmla="*/ 9322 h 9941"/>
                <a:gd name="connsiteX119" fmla="*/ 8302 w 10000"/>
                <a:gd name="connsiteY119" fmla="*/ 9397 h 9941"/>
                <a:gd name="connsiteX120" fmla="*/ 8312 w 10000"/>
                <a:gd name="connsiteY120" fmla="*/ 9397 h 9941"/>
                <a:gd name="connsiteX121" fmla="*/ 8321 w 10000"/>
                <a:gd name="connsiteY121" fmla="*/ 9073 h 9941"/>
                <a:gd name="connsiteX122" fmla="*/ 8078 w 10000"/>
                <a:gd name="connsiteY122" fmla="*/ 8958 h 9941"/>
                <a:gd name="connsiteX123" fmla="*/ 7889 w 10000"/>
                <a:gd name="connsiteY123" fmla="*/ 8834 h 9941"/>
                <a:gd name="connsiteX124" fmla="*/ 7777 w 10000"/>
                <a:gd name="connsiteY124" fmla="*/ 8470 h 9941"/>
                <a:gd name="connsiteX125" fmla="*/ 7468 w 10000"/>
                <a:gd name="connsiteY125" fmla="*/ 8155 h 9941"/>
                <a:gd name="connsiteX126" fmla="*/ 7233 w 10000"/>
                <a:gd name="connsiteY126" fmla="*/ 7957 h 9941"/>
                <a:gd name="connsiteX127" fmla="*/ 7092 w 10000"/>
                <a:gd name="connsiteY127" fmla="*/ 7841 h 9941"/>
                <a:gd name="connsiteX128" fmla="*/ 6952 w 10000"/>
                <a:gd name="connsiteY128" fmla="*/ 7734 h 9941"/>
                <a:gd name="connsiteX129" fmla="*/ 6745 w 10000"/>
                <a:gd name="connsiteY129" fmla="*/ 7717 h 9941"/>
                <a:gd name="connsiteX130" fmla="*/ 6679 w 10000"/>
                <a:gd name="connsiteY130" fmla="*/ 7569 h 9941"/>
                <a:gd name="connsiteX131" fmla="*/ 6745 w 10000"/>
                <a:gd name="connsiteY131" fmla="*/ 7379 h 9941"/>
                <a:gd name="connsiteX132" fmla="*/ 6989 w 10000"/>
                <a:gd name="connsiteY132" fmla="*/ 7361 h 9941"/>
                <a:gd name="connsiteX133" fmla="*/ 7298 w 10000"/>
                <a:gd name="connsiteY133" fmla="*/ 7304 h 9941"/>
                <a:gd name="connsiteX134" fmla="*/ 7317 w 10000"/>
                <a:gd name="connsiteY134" fmla="*/ 6716 h 9941"/>
                <a:gd name="connsiteX135" fmla="*/ 7430 w 10000"/>
                <a:gd name="connsiteY135" fmla="*/ 6469 h 9941"/>
                <a:gd name="connsiteX136" fmla="*/ 7421 w 10000"/>
                <a:gd name="connsiteY136" fmla="*/ 6295 h 9941"/>
                <a:gd name="connsiteX137" fmla="*/ 7468 w 10000"/>
                <a:gd name="connsiteY137" fmla="*/ 6121 h 9941"/>
                <a:gd name="connsiteX138" fmla="*/ 7636 w 10000"/>
                <a:gd name="connsiteY138" fmla="*/ 6046 h 9941"/>
                <a:gd name="connsiteX139" fmla="*/ 7777 w 10000"/>
                <a:gd name="connsiteY139" fmla="*/ 6145 h 9941"/>
                <a:gd name="connsiteX140" fmla="*/ 7805 w 10000"/>
                <a:gd name="connsiteY140" fmla="*/ 5914 h 9941"/>
                <a:gd name="connsiteX141" fmla="*/ 7861 w 10000"/>
                <a:gd name="connsiteY141" fmla="*/ 5740 h 9941"/>
                <a:gd name="connsiteX142" fmla="*/ 7956 w 10000"/>
                <a:gd name="connsiteY142" fmla="*/ 5567 h 9941"/>
                <a:gd name="connsiteX143" fmla="*/ 8143 w 10000"/>
                <a:gd name="connsiteY143" fmla="*/ 5253 h 9941"/>
                <a:gd name="connsiteX144" fmla="*/ 8461 w 10000"/>
                <a:gd name="connsiteY144" fmla="*/ 5087 h 9941"/>
                <a:gd name="connsiteX145" fmla="*/ 8575 w 10000"/>
                <a:gd name="connsiteY145" fmla="*/ 4830 h 9941"/>
                <a:gd name="connsiteX146" fmla="*/ 8659 w 10000"/>
                <a:gd name="connsiteY146" fmla="*/ 4599 h 9941"/>
                <a:gd name="connsiteX147" fmla="*/ 8678 w 10000"/>
                <a:gd name="connsiteY147" fmla="*/ 4574 h 9941"/>
                <a:gd name="connsiteX148" fmla="*/ 8678 w 10000"/>
                <a:gd name="connsiteY148" fmla="*/ 4566 h 9941"/>
                <a:gd name="connsiteX149" fmla="*/ 8697 w 10000"/>
                <a:gd name="connsiteY149" fmla="*/ 4541 h 9941"/>
                <a:gd name="connsiteX150" fmla="*/ 8697 w 10000"/>
                <a:gd name="connsiteY150" fmla="*/ 4532 h 9941"/>
                <a:gd name="connsiteX151" fmla="*/ 8706 w 10000"/>
                <a:gd name="connsiteY151" fmla="*/ 4508 h 9941"/>
                <a:gd name="connsiteX152" fmla="*/ 8706 w 10000"/>
                <a:gd name="connsiteY152" fmla="*/ 4499 h 9941"/>
                <a:gd name="connsiteX153" fmla="*/ 8706 w 10000"/>
                <a:gd name="connsiteY153" fmla="*/ 4458 h 9941"/>
                <a:gd name="connsiteX154" fmla="*/ 8715 w 10000"/>
                <a:gd name="connsiteY154" fmla="*/ 4458 h 9941"/>
                <a:gd name="connsiteX155" fmla="*/ 8715 w 10000"/>
                <a:gd name="connsiteY155" fmla="*/ 4425 h 9941"/>
                <a:gd name="connsiteX156" fmla="*/ 8715 w 10000"/>
                <a:gd name="connsiteY156" fmla="*/ 4417 h 9941"/>
                <a:gd name="connsiteX157" fmla="*/ 8715 w 10000"/>
                <a:gd name="connsiteY157" fmla="*/ 4376 h 9941"/>
                <a:gd name="connsiteX158" fmla="*/ 8715 w 10000"/>
                <a:gd name="connsiteY158" fmla="*/ 4334 h 9941"/>
                <a:gd name="connsiteX159" fmla="*/ 8715 w 10000"/>
                <a:gd name="connsiteY159" fmla="*/ 4293 h 9941"/>
                <a:gd name="connsiteX160" fmla="*/ 8715 w 10000"/>
                <a:gd name="connsiteY160" fmla="*/ 4202 h 9941"/>
                <a:gd name="connsiteX161" fmla="*/ 8697 w 10000"/>
                <a:gd name="connsiteY161" fmla="*/ 3838 h 9941"/>
                <a:gd name="connsiteX162" fmla="*/ 8753 w 10000"/>
                <a:gd name="connsiteY162" fmla="*/ 3672 h 9941"/>
                <a:gd name="connsiteX163" fmla="*/ 8846 w 10000"/>
                <a:gd name="connsiteY163" fmla="*/ 3490 h 9941"/>
                <a:gd name="connsiteX164" fmla="*/ 8940 w 10000"/>
                <a:gd name="connsiteY164" fmla="*/ 3300 h 9941"/>
                <a:gd name="connsiteX165" fmla="*/ 9034 w 10000"/>
                <a:gd name="connsiteY165" fmla="*/ 3085 h 9941"/>
                <a:gd name="connsiteX166" fmla="*/ 9034 w 10000"/>
                <a:gd name="connsiteY166" fmla="*/ 2829 h 9941"/>
                <a:gd name="connsiteX167" fmla="*/ 9203 w 10000"/>
                <a:gd name="connsiteY167" fmla="*/ 2722 h 9941"/>
                <a:gd name="connsiteX168" fmla="*/ 9344 w 10000"/>
                <a:gd name="connsiteY168" fmla="*/ 2622 h 9941"/>
                <a:gd name="connsiteX169" fmla="*/ 9475 w 10000"/>
                <a:gd name="connsiteY169" fmla="*/ 2523 h 9941"/>
                <a:gd name="connsiteX170" fmla="*/ 9775 w 10000"/>
                <a:gd name="connsiteY170" fmla="*/ 2415 h 9941"/>
                <a:gd name="connsiteX171" fmla="*/ 9934 w 10000"/>
                <a:gd name="connsiteY171" fmla="*/ 2233 h 9941"/>
                <a:gd name="connsiteX172" fmla="*/ 10000 w 10000"/>
                <a:gd name="connsiteY172" fmla="*/ 2150 h 9941"/>
                <a:gd name="connsiteX173" fmla="*/ 9916 w 10000"/>
                <a:gd name="connsiteY173" fmla="*/ 2068 h 9941"/>
                <a:gd name="connsiteX0" fmla="*/ 9916 w 10000"/>
                <a:gd name="connsiteY0" fmla="*/ 2083 h 10003"/>
                <a:gd name="connsiteX1" fmla="*/ 9297 w 10000"/>
                <a:gd name="connsiteY1" fmla="*/ 1617 h 10003"/>
                <a:gd name="connsiteX2" fmla="*/ 9212 w 10000"/>
                <a:gd name="connsiteY2" fmla="*/ 892 h 10003"/>
                <a:gd name="connsiteX3" fmla="*/ 9212 w 10000"/>
                <a:gd name="connsiteY3" fmla="*/ 460 h 10003"/>
                <a:gd name="connsiteX4" fmla="*/ 9052 w 10000"/>
                <a:gd name="connsiteY4" fmla="*/ 185 h 10003"/>
                <a:gd name="connsiteX5" fmla="*/ 9034 w 10000"/>
                <a:gd name="connsiteY5" fmla="*/ 3 h 10003"/>
                <a:gd name="connsiteX6" fmla="*/ 7298 w 10000"/>
                <a:gd name="connsiteY6" fmla="*/ 3 h 10003"/>
                <a:gd name="connsiteX7" fmla="*/ 7186 w 10000"/>
                <a:gd name="connsiteY7" fmla="*/ 169 h 10003"/>
                <a:gd name="connsiteX8" fmla="*/ 6905 w 10000"/>
                <a:gd name="connsiteY8" fmla="*/ 94 h 10003"/>
                <a:gd name="connsiteX9" fmla="*/ 6107 w 10000"/>
                <a:gd name="connsiteY9" fmla="*/ 28 h 10003"/>
                <a:gd name="connsiteX10" fmla="*/ 1877 w 10000"/>
                <a:gd name="connsiteY10" fmla="*/ 3 h 10003"/>
                <a:gd name="connsiteX11" fmla="*/ 1877 w 10000"/>
                <a:gd name="connsiteY11" fmla="*/ 103 h 10003"/>
                <a:gd name="connsiteX12" fmla="*/ 1868 w 10000"/>
                <a:gd name="connsiteY12" fmla="*/ 1067 h 10003"/>
                <a:gd name="connsiteX13" fmla="*/ 1868 w 10000"/>
                <a:gd name="connsiteY13" fmla="*/ 1092 h 10003"/>
                <a:gd name="connsiteX14" fmla="*/ 1249 w 10000"/>
                <a:gd name="connsiteY14" fmla="*/ 1109 h 10003"/>
                <a:gd name="connsiteX15" fmla="*/ 1249 w 10000"/>
                <a:gd name="connsiteY15" fmla="*/ 1334 h 10003"/>
                <a:gd name="connsiteX16" fmla="*/ 1249 w 10000"/>
                <a:gd name="connsiteY16" fmla="*/ 3439 h 10003"/>
                <a:gd name="connsiteX17" fmla="*/ 968 w 10000"/>
                <a:gd name="connsiteY17" fmla="*/ 3439 h 10003"/>
                <a:gd name="connsiteX18" fmla="*/ 742 w 10000"/>
                <a:gd name="connsiteY18" fmla="*/ 3506 h 10003"/>
                <a:gd name="connsiteX19" fmla="*/ 621 w 10000"/>
                <a:gd name="connsiteY19" fmla="*/ 3630 h 10003"/>
                <a:gd name="connsiteX20" fmla="*/ 602 w 10000"/>
                <a:gd name="connsiteY20" fmla="*/ 3805 h 10003"/>
                <a:gd name="connsiteX21" fmla="*/ 480 w 10000"/>
                <a:gd name="connsiteY21" fmla="*/ 3930 h 10003"/>
                <a:gd name="connsiteX22" fmla="*/ 424 w 10000"/>
                <a:gd name="connsiteY22" fmla="*/ 4038 h 10003"/>
                <a:gd name="connsiteX23" fmla="*/ 321 w 10000"/>
                <a:gd name="connsiteY23" fmla="*/ 4137 h 10003"/>
                <a:gd name="connsiteX24" fmla="*/ 340 w 10000"/>
                <a:gd name="connsiteY24" fmla="*/ 4354 h 10003"/>
                <a:gd name="connsiteX25" fmla="*/ 152 w 10000"/>
                <a:gd name="connsiteY25" fmla="*/ 4487 h 10003"/>
                <a:gd name="connsiteX26" fmla="*/ 161 w 10000"/>
                <a:gd name="connsiteY26" fmla="*/ 4637 h 10003"/>
                <a:gd name="connsiteX27" fmla="*/ 123 w 10000"/>
                <a:gd name="connsiteY27" fmla="*/ 4820 h 10003"/>
                <a:gd name="connsiteX28" fmla="*/ 2 w 10000"/>
                <a:gd name="connsiteY28" fmla="*/ 4969 h 10003"/>
                <a:gd name="connsiteX29" fmla="*/ 86 w 10000"/>
                <a:gd name="connsiteY29" fmla="*/ 5104 h 10003"/>
                <a:gd name="connsiteX30" fmla="*/ 321 w 10000"/>
                <a:gd name="connsiteY30" fmla="*/ 5187 h 10003"/>
                <a:gd name="connsiteX31" fmla="*/ 359 w 10000"/>
                <a:gd name="connsiteY31" fmla="*/ 5387 h 10003"/>
                <a:gd name="connsiteX32" fmla="*/ 462 w 10000"/>
                <a:gd name="connsiteY32" fmla="*/ 5728 h 10003"/>
                <a:gd name="connsiteX33" fmla="*/ 649 w 10000"/>
                <a:gd name="connsiteY33" fmla="*/ 5895 h 10003"/>
                <a:gd name="connsiteX34" fmla="*/ 639 w 10000"/>
                <a:gd name="connsiteY34" fmla="*/ 5911 h 10003"/>
                <a:gd name="connsiteX35" fmla="*/ 639 w 10000"/>
                <a:gd name="connsiteY35" fmla="*/ 5919 h 10003"/>
                <a:gd name="connsiteX36" fmla="*/ 630 w 10000"/>
                <a:gd name="connsiteY36" fmla="*/ 5944 h 10003"/>
                <a:gd name="connsiteX37" fmla="*/ 611 w 10000"/>
                <a:gd name="connsiteY37" fmla="*/ 6010 h 10003"/>
                <a:gd name="connsiteX38" fmla="*/ 602 w 10000"/>
                <a:gd name="connsiteY38" fmla="*/ 6060 h 10003"/>
                <a:gd name="connsiteX39" fmla="*/ 602 w 10000"/>
                <a:gd name="connsiteY39" fmla="*/ 6085 h 10003"/>
                <a:gd name="connsiteX40" fmla="*/ 602 w 10000"/>
                <a:gd name="connsiteY40" fmla="*/ 6094 h 10003"/>
                <a:gd name="connsiteX41" fmla="*/ 611 w 10000"/>
                <a:gd name="connsiteY41" fmla="*/ 6111 h 10003"/>
                <a:gd name="connsiteX42" fmla="*/ 611 w 10000"/>
                <a:gd name="connsiteY42" fmla="*/ 6119 h 10003"/>
                <a:gd name="connsiteX43" fmla="*/ 621 w 10000"/>
                <a:gd name="connsiteY43" fmla="*/ 6127 h 10003"/>
                <a:gd name="connsiteX44" fmla="*/ 621 w 10000"/>
                <a:gd name="connsiteY44" fmla="*/ 6135 h 10003"/>
                <a:gd name="connsiteX45" fmla="*/ 630 w 10000"/>
                <a:gd name="connsiteY45" fmla="*/ 6151 h 10003"/>
                <a:gd name="connsiteX46" fmla="*/ 630 w 10000"/>
                <a:gd name="connsiteY46" fmla="*/ 6160 h 10003"/>
                <a:gd name="connsiteX47" fmla="*/ 649 w 10000"/>
                <a:gd name="connsiteY47" fmla="*/ 6176 h 10003"/>
                <a:gd name="connsiteX48" fmla="*/ 649 w 10000"/>
                <a:gd name="connsiteY48" fmla="*/ 6184 h 10003"/>
                <a:gd name="connsiteX49" fmla="*/ 677 w 10000"/>
                <a:gd name="connsiteY49" fmla="*/ 6203 h 10003"/>
                <a:gd name="connsiteX50" fmla="*/ 931 w 10000"/>
                <a:gd name="connsiteY50" fmla="*/ 6451 h 10003"/>
                <a:gd name="connsiteX51" fmla="*/ 1052 w 10000"/>
                <a:gd name="connsiteY51" fmla="*/ 6584 h 10003"/>
                <a:gd name="connsiteX52" fmla="*/ 1090 w 10000"/>
                <a:gd name="connsiteY52" fmla="*/ 6759 h 10003"/>
                <a:gd name="connsiteX53" fmla="*/ 1024 w 10000"/>
                <a:gd name="connsiteY53" fmla="*/ 6934 h 10003"/>
                <a:gd name="connsiteX54" fmla="*/ 903 w 10000"/>
                <a:gd name="connsiteY54" fmla="*/ 7092 h 10003"/>
                <a:gd name="connsiteX55" fmla="*/ 1043 w 10000"/>
                <a:gd name="connsiteY55" fmla="*/ 7242 h 10003"/>
                <a:gd name="connsiteX56" fmla="*/ 1361 w 10000"/>
                <a:gd name="connsiteY56" fmla="*/ 7291 h 10003"/>
                <a:gd name="connsiteX57" fmla="*/ 1512 w 10000"/>
                <a:gd name="connsiteY57" fmla="*/ 7499 h 10003"/>
                <a:gd name="connsiteX58" fmla="*/ 1765 w 10000"/>
                <a:gd name="connsiteY58" fmla="*/ 7533 h 10003"/>
                <a:gd name="connsiteX59" fmla="*/ 1943 w 10000"/>
                <a:gd name="connsiteY59" fmla="*/ 7674 h 10003"/>
                <a:gd name="connsiteX60" fmla="*/ 2037 w 10000"/>
                <a:gd name="connsiteY60" fmla="*/ 7857 h 10003"/>
                <a:gd name="connsiteX61" fmla="*/ 2187 w 10000"/>
                <a:gd name="connsiteY61" fmla="*/ 8049 h 10003"/>
                <a:gd name="connsiteX62" fmla="*/ 2440 w 10000"/>
                <a:gd name="connsiteY62" fmla="*/ 8165 h 10003"/>
                <a:gd name="connsiteX63" fmla="*/ 2675 w 10000"/>
                <a:gd name="connsiteY63" fmla="*/ 8357 h 10003"/>
                <a:gd name="connsiteX64" fmla="*/ 2731 w 10000"/>
                <a:gd name="connsiteY64" fmla="*/ 8615 h 10003"/>
                <a:gd name="connsiteX65" fmla="*/ 3097 w 10000"/>
                <a:gd name="connsiteY65" fmla="*/ 8814 h 10003"/>
                <a:gd name="connsiteX66" fmla="*/ 3209 w 10000"/>
                <a:gd name="connsiteY66" fmla="*/ 9081 h 10003"/>
                <a:gd name="connsiteX67" fmla="*/ 3238 w 10000"/>
                <a:gd name="connsiteY67" fmla="*/ 9098 h 10003"/>
                <a:gd name="connsiteX68" fmla="*/ 3247 w 10000"/>
                <a:gd name="connsiteY68" fmla="*/ 9098 h 10003"/>
                <a:gd name="connsiteX69" fmla="*/ 3266 w 10000"/>
                <a:gd name="connsiteY69" fmla="*/ 9114 h 10003"/>
                <a:gd name="connsiteX70" fmla="*/ 3285 w 10000"/>
                <a:gd name="connsiteY70" fmla="*/ 9140 h 10003"/>
                <a:gd name="connsiteX71" fmla="*/ 3304 w 10000"/>
                <a:gd name="connsiteY71" fmla="*/ 9164 h 10003"/>
                <a:gd name="connsiteX72" fmla="*/ 3482 w 10000"/>
                <a:gd name="connsiteY72" fmla="*/ 9322 h 10003"/>
                <a:gd name="connsiteX73" fmla="*/ 3613 w 10000"/>
                <a:gd name="connsiteY73" fmla="*/ 9497 h 10003"/>
                <a:gd name="connsiteX74" fmla="*/ 3762 w 10000"/>
                <a:gd name="connsiteY74" fmla="*/ 9613 h 10003"/>
                <a:gd name="connsiteX75" fmla="*/ 4016 w 10000"/>
                <a:gd name="connsiteY75" fmla="*/ 9581 h 10003"/>
                <a:gd name="connsiteX76" fmla="*/ 4203 w 10000"/>
                <a:gd name="connsiteY76" fmla="*/ 9480 h 10003"/>
                <a:gd name="connsiteX77" fmla="*/ 4467 w 10000"/>
                <a:gd name="connsiteY77" fmla="*/ 9497 h 10003"/>
                <a:gd name="connsiteX78" fmla="*/ 4738 w 10000"/>
                <a:gd name="connsiteY78" fmla="*/ 9497 h 10003"/>
                <a:gd name="connsiteX79" fmla="*/ 5076 w 10000"/>
                <a:gd name="connsiteY79" fmla="*/ 9813 h 10003"/>
                <a:gd name="connsiteX80" fmla="*/ 5292 w 10000"/>
                <a:gd name="connsiteY80" fmla="*/ 9996 h 10003"/>
                <a:gd name="connsiteX81" fmla="*/ 5310 w 10000"/>
                <a:gd name="connsiteY81" fmla="*/ 9996 h 10003"/>
                <a:gd name="connsiteX82" fmla="*/ 5320 w 10000"/>
                <a:gd name="connsiteY82" fmla="*/ 9996 h 10003"/>
                <a:gd name="connsiteX83" fmla="*/ 5329 w 10000"/>
                <a:gd name="connsiteY83" fmla="*/ 9996 h 10003"/>
                <a:gd name="connsiteX84" fmla="*/ 5338 w 10000"/>
                <a:gd name="connsiteY84" fmla="*/ 9988 h 10003"/>
                <a:gd name="connsiteX85" fmla="*/ 5357 w 10000"/>
                <a:gd name="connsiteY85" fmla="*/ 9988 h 10003"/>
                <a:gd name="connsiteX86" fmla="*/ 5432 w 10000"/>
                <a:gd name="connsiteY86" fmla="*/ 9922 h 10003"/>
                <a:gd name="connsiteX87" fmla="*/ 5451 w 10000"/>
                <a:gd name="connsiteY87" fmla="*/ 9912 h 10003"/>
                <a:gd name="connsiteX88" fmla="*/ 5488 w 10000"/>
                <a:gd name="connsiteY88" fmla="*/ 9896 h 10003"/>
                <a:gd name="connsiteX89" fmla="*/ 5507 w 10000"/>
                <a:gd name="connsiteY89" fmla="*/ 9896 h 10003"/>
                <a:gd name="connsiteX90" fmla="*/ 5516 w 10000"/>
                <a:gd name="connsiteY90" fmla="*/ 9896 h 10003"/>
                <a:gd name="connsiteX91" fmla="*/ 5535 w 10000"/>
                <a:gd name="connsiteY91" fmla="*/ 9896 h 10003"/>
                <a:gd name="connsiteX92" fmla="*/ 5563 w 10000"/>
                <a:gd name="connsiteY92" fmla="*/ 9896 h 10003"/>
                <a:gd name="connsiteX93" fmla="*/ 6004 w 10000"/>
                <a:gd name="connsiteY93" fmla="*/ 9922 h 10003"/>
                <a:gd name="connsiteX94" fmla="*/ 6221 w 10000"/>
                <a:gd name="connsiteY94" fmla="*/ 9980 h 10003"/>
                <a:gd name="connsiteX95" fmla="*/ 6408 w 10000"/>
                <a:gd name="connsiteY95" fmla="*/ 9863 h 10003"/>
                <a:gd name="connsiteX96" fmla="*/ 6745 w 10000"/>
                <a:gd name="connsiteY96" fmla="*/ 9829 h 10003"/>
                <a:gd name="connsiteX97" fmla="*/ 7092 w 10000"/>
                <a:gd name="connsiteY97" fmla="*/ 9756 h 10003"/>
                <a:gd name="connsiteX98" fmla="*/ 7111 w 10000"/>
                <a:gd name="connsiteY98" fmla="*/ 9729 h 10003"/>
                <a:gd name="connsiteX99" fmla="*/ 7120 w 10000"/>
                <a:gd name="connsiteY99" fmla="*/ 9721 h 10003"/>
                <a:gd name="connsiteX100" fmla="*/ 7139 w 10000"/>
                <a:gd name="connsiteY100" fmla="*/ 9713 h 10003"/>
                <a:gd name="connsiteX101" fmla="*/ 7139 w 10000"/>
                <a:gd name="connsiteY101" fmla="*/ 9705 h 10003"/>
                <a:gd name="connsiteX102" fmla="*/ 7158 w 10000"/>
                <a:gd name="connsiteY102" fmla="*/ 9696 h 10003"/>
                <a:gd name="connsiteX103" fmla="*/ 7177 w 10000"/>
                <a:gd name="connsiteY103" fmla="*/ 9680 h 10003"/>
                <a:gd name="connsiteX104" fmla="*/ 7186 w 10000"/>
                <a:gd name="connsiteY104" fmla="*/ 9680 h 10003"/>
                <a:gd name="connsiteX105" fmla="*/ 7195 w 10000"/>
                <a:gd name="connsiteY105" fmla="*/ 9672 h 10003"/>
                <a:gd name="connsiteX106" fmla="*/ 7205 w 10000"/>
                <a:gd name="connsiteY106" fmla="*/ 9672 h 10003"/>
                <a:gd name="connsiteX107" fmla="*/ 7280 w 10000"/>
                <a:gd name="connsiteY107" fmla="*/ 9655 h 10003"/>
                <a:gd name="connsiteX108" fmla="*/ 7289 w 10000"/>
                <a:gd name="connsiteY108" fmla="*/ 9655 h 10003"/>
                <a:gd name="connsiteX109" fmla="*/ 7298 w 10000"/>
                <a:gd name="connsiteY109" fmla="*/ 9646 h 10003"/>
                <a:gd name="connsiteX110" fmla="*/ 7308 w 10000"/>
                <a:gd name="connsiteY110" fmla="*/ 9638 h 10003"/>
                <a:gd name="connsiteX111" fmla="*/ 7317 w 10000"/>
                <a:gd name="connsiteY111" fmla="*/ 9630 h 10003"/>
                <a:gd name="connsiteX112" fmla="*/ 7317 w 10000"/>
                <a:gd name="connsiteY112" fmla="*/ 9622 h 10003"/>
                <a:gd name="connsiteX113" fmla="*/ 7326 w 10000"/>
                <a:gd name="connsiteY113" fmla="*/ 9613 h 10003"/>
                <a:gd name="connsiteX114" fmla="*/ 7326 w 10000"/>
                <a:gd name="connsiteY114" fmla="*/ 9589 h 10003"/>
                <a:gd name="connsiteX115" fmla="*/ 7571 w 10000"/>
                <a:gd name="connsiteY115" fmla="*/ 9380 h 10003"/>
                <a:gd name="connsiteX116" fmla="*/ 7908 w 10000"/>
                <a:gd name="connsiteY116" fmla="*/ 9265 h 10003"/>
                <a:gd name="connsiteX117" fmla="*/ 8096 w 10000"/>
                <a:gd name="connsiteY117" fmla="*/ 9380 h 10003"/>
                <a:gd name="connsiteX118" fmla="*/ 8302 w 10000"/>
                <a:gd name="connsiteY118" fmla="*/ 9456 h 10003"/>
                <a:gd name="connsiteX119" fmla="*/ 8312 w 10000"/>
                <a:gd name="connsiteY119" fmla="*/ 9456 h 10003"/>
                <a:gd name="connsiteX120" fmla="*/ 8321 w 10000"/>
                <a:gd name="connsiteY120" fmla="*/ 9130 h 10003"/>
                <a:gd name="connsiteX121" fmla="*/ 8078 w 10000"/>
                <a:gd name="connsiteY121" fmla="*/ 9014 h 10003"/>
                <a:gd name="connsiteX122" fmla="*/ 7889 w 10000"/>
                <a:gd name="connsiteY122" fmla="*/ 8889 h 10003"/>
                <a:gd name="connsiteX123" fmla="*/ 7777 w 10000"/>
                <a:gd name="connsiteY123" fmla="*/ 8523 h 10003"/>
                <a:gd name="connsiteX124" fmla="*/ 7468 w 10000"/>
                <a:gd name="connsiteY124" fmla="*/ 8206 h 10003"/>
                <a:gd name="connsiteX125" fmla="*/ 7233 w 10000"/>
                <a:gd name="connsiteY125" fmla="*/ 8007 h 10003"/>
                <a:gd name="connsiteX126" fmla="*/ 7092 w 10000"/>
                <a:gd name="connsiteY126" fmla="*/ 7891 h 10003"/>
                <a:gd name="connsiteX127" fmla="*/ 6952 w 10000"/>
                <a:gd name="connsiteY127" fmla="*/ 7783 h 10003"/>
                <a:gd name="connsiteX128" fmla="*/ 6745 w 10000"/>
                <a:gd name="connsiteY128" fmla="*/ 7766 h 10003"/>
                <a:gd name="connsiteX129" fmla="*/ 6679 w 10000"/>
                <a:gd name="connsiteY129" fmla="*/ 7617 h 10003"/>
                <a:gd name="connsiteX130" fmla="*/ 6745 w 10000"/>
                <a:gd name="connsiteY130" fmla="*/ 7426 h 10003"/>
                <a:gd name="connsiteX131" fmla="*/ 6989 w 10000"/>
                <a:gd name="connsiteY131" fmla="*/ 7408 h 10003"/>
                <a:gd name="connsiteX132" fmla="*/ 7298 w 10000"/>
                <a:gd name="connsiteY132" fmla="*/ 7350 h 10003"/>
                <a:gd name="connsiteX133" fmla="*/ 7317 w 10000"/>
                <a:gd name="connsiteY133" fmla="*/ 6759 h 10003"/>
                <a:gd name="connsiteX134" fmla="*/ 7430 w 10000"/>
                <a:gd name="connsiteY134" fmla="*/ 6510 h 10003"/>
                <a:gd name="connsiteX135" fmla="*/ 7421 w 10000"/>
                <a:gd name="connsiteY135" fmla="*/ 6335 h 10003"/>
                <a:gd name="connsiteX136" fmla="*/ 7468 w 10000"/>
                <a:gd name="connsiteY136" fmla="*/ 6160 h 10003"/>
                <a:gd name="connsiteX137" fmla="*/ 7636 w 10000"/>
                <a:gd name="connsiteY137" fmla="*/ 6085 h 10003"/>
                <a:gd name="connsiteX138" fmla="*/ 7777 w 10000"/>
                <a:gd name="connsiteY138" fmla="*/ 6184 h 10003"/>
                <a:gd name="connsiteX139" fmla="*/ 7805 w 10000"/>
                <a:gd name="connsiteY139" fmla="*/ 5952 h 10003"/>
                <a:gd name="connsiteX140" fmla="*/ 7861 w 10000"/>
                <a:gd name="connsiteY140" fmla="*/ 5777 h 10003"/>
                <a:gd name="connsiteX141" fmla="*/ 7956 w 10000"/>
                <a:gd name="connsiteY141" fmla="*/ 5603 h 10003"/>
                <a:gd name="connsiteX142" fmla="*/ 8143 w 10000"/>
                <a:gd name="connsiteY142" fmla="*/ 5287 h 10003"/>
                <a:gd name="connsiteX143" fmla="*/ 8461 w 10000"/>
                <a:gd name="connsiteY143" fmla="*/ 5120 h 10003"/>
                <a:gd name="connsiteX144" fmla="*/ 8575 w 10000"/>
                <a:gd name="connsiteY144" fmla="*/ 4862 h 10003"/>
                <a:gd name="connsiteX145" fmla="*/ 8659 w 10000"/>
                <a:gd name="connsiteY145" fmla="*/ 4629 h 10003"/>
                <a:gd name="connsiteX146" fmla="*/ 8678 w 10000"/>
                <a:gd name="connsiteY146" fmla="*/ 4604 h 10003"/>
                <a:gd name="connsiteX147" fmla="*/ 8678 w 10000"/>
                <a:gd name="connsiteY147" fmla="*/ 4596 h 10003"/>
                <a:gd name="connsiteX148" fmla="*/ 8697 w 10000"/>
                <a:gd name="connsiteY148" fmla="*/ 4571 h 10003"/>
                <a:gd name="connsiteX149" fmla="*/ 8697 w 10000"/>
                <a:gd name="connsiteY149" fmla="*/ 4562 h 10003"/>
                <a:gd name="connsiteX150" fmla="*/ 8706 w 10000"/>
                <a:gd name="connsiteY150" fmla="*/ 4538 h 10003"/>
                <a:gd name="connsiteX151" fmla="*/ 8706 w 10000"/>
                <a:gd name="connsiteY151" fmla="*/ 4529 h 10003"/>
                <a:gd name="connsiteX152" fmla="*/ 8706 w 10000"/>
                <a:gd name="connsiteY152" fmla="*/ 4487 h 10003"/>
                <a:gd name="connsiteX153" fmla="*/ 8715 w 10000"/>
                <a:gd name="connsiteY153" fmla="*/ 4487 h 10003"/>
                <a:gd name="connsiteX154" fmla="*/ 8715 w 10000"/>
                <a:gd name="connsiteY154" fmla="*/ 4454 h 10003"/>
                <a:gd name="connsiteX155" fmla="*/ 8715 w 10000"/>
                <a:gd name="connsiteY155" fmla="*/ 4446 h 10003"/>
                <a:gd name="connsiteX156" fmla="*/ 8715 w 10000"/>
                <a:gd name="connsiteY156" fmla="*/ 4405 h 10003"/>
                <a:gd name="connsiteX157" fmla="*/ 8715 w 10000"/>
                <a:gd name="connsiteY157" fmla="*/ 4363 h 10003"/>
                <a:gd name="connsiteX158" fmla="*/ 8715 w 10000"/>
                <a:gd name="connsiteY158" fmla="*/ 4321 h 10003"/>
                <a:gd name="connsiteX159" fmla="*/ 8715 w 10000"/>
                <a:gd name="connsiteY159" fmla="*/ 4230 h 10003"/>
                <a:gd name="connsiteX160" fmla="*/ 8697 w 10000"/>
                <a:gd name="connsiteY160" fmla="*/ 3864 h 10003"/>
                <a:gd name="connsiteX161" fmla="*/ 8753 w 10000"/>
                <a:gd name="connsiteY161" fmla="*/ 3697 h 10003"/>
                <a:gd name="connsiteX162" fmla="*/ 8846 w 10000"/>
                <a:gd name="connsiteY162" fmla="*/ 3514 h 10003"/>
                <a:gd name="connsiteX163" fmla="*/ 8940 w 10000"/>
                <a:gd name="connsiteY163" fmla="*/ 3323 h 10003"/>
                <a:gd name="connsiteX164" fmla="*/ 9034 w 10000"/>
                <a:gd name="connsiteY164" fmla="*/ 3106 h 10003"/>
                <a:gd name="connsiteX165" fmla="*/ 9034 w 10000"/>
                <a:gd name="connsiteY165" fmla="*/ 2849 h 10003"/>
                <a:gd name="connsiteX166" fmla="*/ 9203 w 10000"/>
                <a:gd name="connsiteY166" fmla="*/ 2741 h 10003"/>
                <a:gd name="connsiteX167" fmla="*/ 9344 w 10000"/>
                <a:gd name="connsiteY167" fmla="*/ 2641 h 10003"/>
                <a:gd name="connsiteX168" fmla="*/ 9475 w 10000"/>
                <a:gd name="connsiteY168" fmla="*/ 2541 h 10003"/>
                <a:gd name="connsiteX169" fmla="*/ 9775 w 10000"/>
                <a:gd name="connsiteY169" fmla="*/ 2432 h 10003"/>
                <a:gd name="connsiteX170" fmla="*/ 9934 w 10000"/>
                <a:gd name="connsiteY170" fmla="*/ 2249 h 10003"/>
                <a:gd name="connsiteX171" fmla="*/ 10000 w 10000"/>
                <a:gd name="connsiteY171" fmla="*/ 2166 h 10003"/>
                <a:gd name="connsiteX172" fmla="*/ 9916 w 10000"/>
                <a:gd name="connsiteY172" fmla="*/ 2083 h 10003"/>
                <a:gd name="connsiteX0" fmla="*/ 9916 w 10000"/>
                <a:gd name="connsiteY0" fmla="*/ 2380 h 10300"/>
                <a:gd name="connsiteX1" fmla="*/ 9297 w 10000"/>
                <a:gd name="connsiteY1" fmla="*/ 1914 h 10300"/>
                <a:gd name="connsiteX2" fmla="*/ 9212 w 10000"/>
                <a:gd name="connsiteY2" fmla="*/ 1189 h 10300"/>
                <a:gd name="connsiteX3" fmla="*/ 9212 w 10000"/>
                <a:gd name="connsiteY3" fmla="*/ 757 h 10300"/>
                <a:gd name="connsiteX4" fmla="*/ 9052 w 10000"/>
                <a:gd name="connsiteY4" fmla="*/ 482 h 10300"/>
                <a:gd name="connsiteX5" fmla="*/ 9034 w 10000"/>
                <a:gd name="connsiteY5" fmla="*/ 300 h 10300"/>
                <a:gd name="connsiteX6" fmla="*/ 7298 w 10000"/>
                <a:gd name="connsiteY6" fmla="*/ 300 h 10300"/>
                <a:gd name="connsiteX7" fmla="*/ 7186 w 10000"/>
                <a:gd name="connsiteY7" fmla="*/ 466 h 10300"/>
                <a:gd name="connsiteX8" fmla="*/ 6905 w 10000"/>
                <a:gd name="connsiteY8" fmla="*/ 391 h 10300"/>
                <a:gd name="connsiteX9" fmla="*/ 6107 w 10000"/>
                <a:gd name="connsiteY9" fmla="*/ 325 h 10300"/>
                <a:gd name="connsiteX10" fmla="*/ 1877 w 10000"/>
                <a:gd name="connsiteY10" fmla="*/ 300 h 10300"/>
                <a:gd name="connsiteX11" fmla="*/ 1877 w 10000"/>
                <a:gd name="connsiteY11" fmla="*/ 400 h 10300"/>
                <a:gd name="connsiteX12" fmla="*/ 1868 w 10000"/>
                <a:gd name="connsiteY12" fmla="*/ 1364 h 10300"/>
                <a:gd name="connsiteX13" fmla="*/ 1868 w 10000"/>
                <a:gd name="connsiteY13" fmla="*/ 1389 h 10300"/>
                <a:gd name="connsiteX14" fmla="*/ 1249 w 10000"/>
                <a:gd name="connsiteY14" fmla="*/ 1406 h 10300"/>
                <a:gd name="connsiteX15" fmla="*/ 1249 w 10000"/>
                <a:gd name="connsiteY15" fmla="*/ 1631 h 10300"/>
                <a:gd name="connsiteX16" fmla="*/ 1249 w 10000"/>
                <a:gd name="connsiteY16" fmla="*/ 3736 h 10300"/>
                <a:gd name="connsiteX17" fmla="*/ 968 w 10000"/>
                <a:gd name="connsiteY17" fmla="*/ 3736 h 10300"/>
                <a:gd name="connsiteX18" fmla="*/ 742 w 10000"/>
                <a:gd name="connsiteY18" fmla="*/ 3803 h 10300"/>
                <a:gd name="connsiteX19" fmla="*/ 621 w 10000"/>
                <a:gd name="connsiteY19" fmla="*/ 3927 h 10300"/>
                <a:gd name="connsiteX20" fmla="*/ 602 w 10000"/>
                <a:gd name="connsiteY20" fmla="*/ 4102 h 10300"/>
                <a:gd name="connsiteX21" fmla="*/ 480 w 10000"/>
                <a:gd name="connsiteY21" fmla="*/ 4227 h 10300"/>
                <a:gd name="connsiteX22" fmla="*/ 424 w 10000"/>
                <a:gd name="connsiteY22" fmla="*/ 4335 h 10300"/>
                <a:gd name="connsiteX23" fmla="*/ 321 w 10000"/>
                <a:gd name="connsiteY23" fmla="*/ 4434 h 10300"/>
                <a:gd name="connsiteX24" fmla="*/ 340 w 10000"/>
                <a:gd name="connsiteY24" fmla="*/ 4651 h 10300"/>
                <a:gd name="connsiteX25" fmla="*/ 152 w 10000"/>
                <a:gd name="connsiteY25" fmla="*/ 4784 h 10300"/>
                <a:gd name="connsiteX26" fmla="*/ 161 w 10000"/>
                <a:gd name="connsiteY26" fmla="*/ 4934 h 10300"/>
                <a:gd name="connsiteX27" fmla="*/ 123 w 10000"/>
                <a:gd name="connsiteY27" fmla="*/ 5117 h 10300"/>
                <a:gd name="connsiteX28" fmla="*/ 2 w 10000"/>
                <a:gd name="connsiteY28" fmla="*/ 5266 h 10300"/>
                <a:gd name="connsiteX29" fmla="*/ 86 w 10000"/>
                <a:gd name="connsiteY29" fmla="*/ 5401 h 10300"/>
                <a:gd name="connsiteX30" fmla="*/ 321 w 10000"/>
                <a:gd name="connsiteY30" fmla="*/ 5484 h 10300"/>
                <a:gd name="connsiteX31" fmla="*/ 359 w 10000"/>
                <a:gd name="connsiteY31" fmla="*/ 5684 h 10300"/>
                <a:gd name="connsiteX32" fmla="*/ 462 w 10000"/>
                <a:gd name="connsiteY32" fmla="*/ 6025 h 10300"/>
                <a:gd name="connsiteX33" fmla="*/ 649 w 10000"/>
                <a:gd name="connsiteY33" fmla="*/ 6192 h 10300"/>
                <a:gd name="connsiteX34" fmla="*/ 639 w 10000"/>
                <a:gd name="connsiteY34" fmla="*/ 6208 h 10300"/>
                <a:gd name="connsiteX35" fmla="*/ 639 w 10000"/>
                <a:gd name="connsiteY35" fmla="*/ 6216 h 10300"/>
                <a:gd name="connsiteX36" fmla="*/ 630 w 10000"/>
                <a:gd name="connsiteY36" fmla="*/ 6241 h 10300"/>
                <a:gd name="connsiteX37" fmla="*/ 611 w 10000"/>
                <a:gd name="connsiteY37" fmla="*/ 6307 h 10300"/>
                <a:gd name="connsiteX38" fmla="*/ 602 w 10000"/>
                <a:gd name="connsiteY38" fmla="*/ 6357 h 10300"/>
                <a:gd name="connsiteX39" fmla="*/ 602 w 10000"/>
                <a:gd name="connsiteY39" fmla="*/ 6382 h 10300"/>
                <a:gd name="connsiteX40" fmla="*/ 602 w 10000"/>
                <a:gd name="connsiteY40" fmla="*/ 6391 h 10300"/>
                <a:gd name="connsiteX41" fmla="*/ 611 w 10000"/>
                <a:gd name="connsiteY41" fmla="*/ 6408 h 10300"/>
                <a:gd name="connsiteX42" fmla="*/ 611 w 10000"/>
                <a:gd name="connsiteY42" fmla="*/ 6416 h 10300"/>
                <a:gd name="connsiteX43" fmla="*/ 621 w 10000"/>
                <a:gd name="connsiteY43" fmla="*/ 6424 h 10300"/>
                <a:gd name="connsiteX44" fmla="*/ 621 w 10000"/>
                <a:gd name="connsiteY44" fmla="*/ 6432 h 10300"/>
                <a:gd name="connsiteX45" fmla="*/ 630 w 10000"/>
                <a:gd name="connsiteY45" fmla="*/ 6448 h 10300"/>
                <a:gd name="connsiteX46" fmla="*/ 630 w 10000"/>
                <a:gd name="connsiteY46" fmla="*/ 6457 h 10300"/>
                <a:gd name="connsiteX47" fmla="*/ 649 w 10000"/>
                <a:gd name="connsiteY47" fmla="*/ 6473 h 10300"/>
                <a:gd name="connsiteX48" fmla="*/ 649 w 10000"/>
                <a:gd name="connsiteY48" fmla="*/ 6481 h 10300"/>
                <a:gd name="connsiteX49" fmla="*/ 677 w 10000"/>
                <a:gd name="connsiteY49" fmla="*/ 6500 h 10300"/>
                <a:gd name="connsiteX50" fmla="*/ 931 w 10000"/>
                <a:gd name="connsiteY50" fmla="*/ 6748 h 10300"/>
                <a:gd name="connsiteX51" fmla="*/ 1052 w 10000"/>
                <a:gd name="connsiteY51" fmla="*/ 6881 h 10300"/>
                <a:gd name="connsiteX52" fmla="*/ 1090 w 10000"/>
                <a:gd name="connsiteY52" fmla="*/ 7056 h 10300"/>
                <a:gd name="connsiteX53" fmla="*/ 1024 w 10000"/>
                <a:gd name="connsiteY53" fmla="*/ 7231 h 10300"/>
                <a:gd name="connsiteX54" fmla="*/ 903 w 10000"/>
                <a:gd name="connsiteY54" fmla="*/ 7389 h 10300"/>
                <a:gd name="connsiteX55" fmla="*/ 1043 w 10000"/>
                <a:gd name="connsiteY55" fmla="*/ 7539 h 10300"/>
                <a:gd name="connsiteX56" fmla="*/ 1361 w 10000"/>
                <a:gd name="connsiteY56" fmla="*/ 7588 h 10300"/>
                <a:gd name="connsiteX57" fmla="*/ 1512 w 10000"/>
                <a:gd name="connsiteY57" fmla="*/ 7796 h 10300"/>
                <a:gd name="connsiteX58" fmla="*/ 1765 w 10000"/>
                <a:gd name="connsiteY58" fmla="*/ 7830 h 10300"/>
                <a:gd name="connsiteX59" fmla="*/ 1943 w 10000"/>
                <a:gd name="connsiteY59" fmla="*/ 7971 h 10300"/>
                <a:gd name="connsiteX60" fmla="*/ 2037 w 10000"/>
                <a:gd name="connsiteY60" fmla="*/ 8154 h 10300"/>
                <a:gd name="connsiteX61" fmla="*/ 2187 w 10000"/>
                <a:gd name="connsiteY61" fmla="*/ 8346 h 10300"/>
                <a:gd name="connsiteX62" fmla="*/ 2440 w 10000"/>
                <a:gd name="connsiteY62" fmla="*/ 8462 h 10300"/>
                <a:gd name="connsiteX63" fmla="*/ 2675 w 10000"/>
                <a:gd name="connsiteY63" fmla="*/ 8654 h 10300"/>
                <a:gd name="connsiteX64" fmla="*/ 2731 w 10000"/>
                <a:gd name="connsiteY64" fmla="*/ 8912 h 10300"/>
                <a:gd name="connsiteX65" fmla="*/ 3097 w 10000"/>
                <a:gd name="connsiteY65" fmla="*/ 9111 h 10300"/>
                <a:gd name="connsiteX66" fmla="*/ 3209 w 10000"/>
                <a:gd name="connsiteY66" fmla="*/ 9378 h 10300"/>
                <a:gd name="connsiteX67" fmla="*/ 3238 w 10000"/>
                <a:gd name="connsiteY67" fmla="*/ 9395 h 10300"/>
                <a:gd name="connsiteX68" fmla="*/ 3247 w 10000"/>
                <a:gd name="connsiteY68" fmla="*/ 9395 h 10300"/>
                <a:gd name="connsiteX69" fmla="*/ 3266 w 10000"/>
                <a:gd name="connsiteY69" fmla="*/ 9411 h 10300"/>
                <a:gd name="connsiteX70" fmla="*/ 3285 w 10000"/>
                <a:gd name="connsiteY70" fmla="*/ 9437 h 10300"/>
                <a:gd name="connsiteX71" fmla="*/ 3304 w 10000"/>
                <a:gd name="connsiteY71" fmla="*/ 9461 h 10300"/>
                <a:gd name="connsiteX72" fmla="*/ 3482 w 10000"/>
                <a:gd name="connsiteY72" fmla="*/ 9619 h 10300"/>
                <a:gd name="connsiteX73" fmla="*/ 3613 w 10000"/>
                <a:gd name="connsiteY73" fmla="*/ 9794 h 10300"/>
                <a:gd name="connsiteX74" fmla="*/ 3762 w 10000"/>
                <a:gd name="connsiteY74" fmla="*/ 9910 h 10300"/>
                <a:gd name="connsiteX75" fmla="*/ 4016 w 10000"/>
                <a:gd name="connsiteY75" fmla="*/ 9878 h 10300"/>
                <a:gd name="connsiteX76" fmla="*/ 4203 w 10000"/>
                <a:gd name="connsiteY76" fmla="*/ 9777 h 10300"/>
                <a:gd name="connsiteX77" fmla="*/ 4467 w 10000"/>
                <a:gd name="connsiteY77" fmla="*/ 9794 h 10300"/>
                <a:gd name="connsiteX78" fmla="*/ 4738 w 10000"/>
                <a:gd name="connsiteY78" fmla="*/ 9794 h 10300"/>
                <a:gd name="connsiteX79" fmla="*/ 5076 w 10000"/>
                <a:gd name="connsiteY79" fmla="*/ 10110 h 10300"/>
                <a:gd name="connsiteX80" fmla="*/ 5292 w 10000"/>
                <a:gd name="connsiteY80" fmla="*/ 10293 h 10300"/>
                <a:gd name="connsiteX81" fmla="*/ 5310 w 10000"/>
                <a:gd name="connsiteY81" fmla="*/ 10293 h 10300"/>
                <a:gd name="connsiteX82" fmla="*/ 5320 w 10000"/>
                <a:gd name="connsiteY82" fmla="*/ 10293 h 10300"/>
                <a:gd name="connsiteX83" fmla="*/ 5329 w 10000"/>
                <a:gd name="connsiteY83" fmla="*/ 10293 h 10300"/>
                <a:gd name="connsiteX84" fmla="*/ 5338 w 10000"/>
                <a:gd name="connsiteY84" fmla="*/ 10285 h 10300"/>
                <a:gd name="connsiteX85" fmla="*/ 5357 w 10000"/>
                <a:gd name="connsiteY85" fmla="*/ 10285 h 10300"/>
                <a:gd name="connsiteX86" fmla="*/ 5432 w 10000"/>
                <a:gd name="connsiteY86" fmla="*/ 10219 h 10300"/>
                <a:gd name="connsiteX87" fmla="*/ 5451 w 10000"/>
                <a:gd name="connsiteY87" fmla="*/ 10209 h 10300"/>
                <a:gd name="connsiteX88" fmla="*/ 5488 w 10000"/>
                <a:gd name="connsiteY88" fmla="*/ 10193 h 10300"/>
                <a:gd name="connsiteX89" fmla="*/ 5507 w 10000"/>
                <a:gd name="connsiteY89" fmla="*/ 10193 h 10300"/>
                <a:gd name="connsiteX90" fmla="*/ 5516 w 10000"/>
                <a:gd name="connsiteY90" fmla="*/ 10193 h 10300"/>
                <a:gd name="connsiteX91" fmla="*/ 5535 w 10000"/>
                <a:gd name="connsiteY91" fmla="*/ 10193 h 10300"/>
                <a:gd name="connsiteX92" fmla="*/ 5563 w 10000"/>
                <a:gd name="connsiteY92" fmla="*/ 10193 h 10300"/>
                <a:gd name="connsiteX93" fmla="*/ 6004 w 10000"/>
                <a:gd name="connsiteY93" fmla="*/ 10219 h 10300"/>
                <a:gd name="connsiteX94" fmla="*/ 6221 w 10000"/>
                <a:gd name="connsiteY94" fmla="*/ 10277 h 10300"/>
                <a:gd name="connsiteX95" fmla="*/ 6408 w 10000"/>
                <a:gd name="connsiteY95" fmla="*/ 10160 h 10300"/>
                <a:gd name="connsiteX96" fmla="*/ 6745 w 10000"/>
                <a:gd name="connsiteY96" fmla="*/ 10126 h 10300"/>
                <a:gd name="connsiteX97" fmla="*/ 7092 w 10000"/>
                <a:gd name="connsiteY97" fmla="*/ 10053 h 10300"/>
                <a:gd name="connsiteX98" fmla="*/ 7111 w 10000"/>
                <a:gd name="connsiteY98" fmla="*/ 10026 h 10300"/>
                <a:gd name="connsiteX99" fmla="*/ 7120 w 10000"/>
                <a:gd name="connsiteY99" fmla="*/ 10018 h 10300"/>
                <a:gd name="connsiteX100" fmla="*/ 7139 w 10000"/>
                <a:gd name="connsiteY100" fmla="*/ 10010 h 10300"/>
                <a:gd name="connsiteX101" fmla="*/ 7139 w 10000"/>
                <a:gd name="connsiteY101" fmla="*/ 10002 h 10300"/>
                <a:gd name="connsiteX102" fmla="*/ 7158 w 10000"/>
                <a:gd name="connsiteY102" fmla="*/ 9993 h 10300"/>
                <a:gd name="connsiteX103" fmla="*/ 7177 w 10000"/>
                <a:gd name="connsiteY103" fmla="*/ 9977 h 10300"/>
                <a:gd name="connsiteX104" fmla="*/ 7186 w 10000"/>
                <a:gd name="connsiteY104" fmla="*/ 9977 h 10300"/>
                <a:gd name="connsiteX105" fmla="*/ 7195 w 10000"/>
                <a:gd name="connsiteY105" fmla="*/ 9969 h 10300"/>
                <a:gd name="connsiteX106" fmla="*/ 7205 w 10000"/>
                <a:gd name="connsiteY106" fmla="*/ 9969 h 10300"/>
                <a:gd name="connsiteX107" fmla="*/ 7280 w 10000"/>
                <a:gd name="connsiteY107" fmla="*/ 9952 h 10300"/>
                <a:gd name="connsiteX108" fmla="*/ 7289 w 10000"/>
                <a:gd name="connsiteY108" fmla="*/ 9952 h 10300"/>
                <a:gd name="connsiteX109" fmla="*/ 7298 w 10000"/>
                <a:gd name="connsiteY109" fmla="*/ 9943 h 10300"/>
                <a:gd name="connsiteX110" fmla="*/ 7308 w 10000"/>
                <a:gd name="connsiteY110" fmla="*/ 9935 h 10300"/>
                <a:gd name="connsiteX111" fmla="*/ 7317 w 10000"/>
                <a:gd name="connsiteY111" fmla="*/ 9927 h 10300"/>
                <a:gd name="connsiteX112" fmla="*/ 7317 w 10000"/>
                <a:gd name="connsiteY112" fmla="*/ 9919 h 10300"/>
                <a:gd name="connsiteX113" fmla="*/ 7326 w 10000"/>
                <a:gd name="connsiteY113" fmla="*/ 9910 h 10300"/>
                <a:gd name="connsiteX114" fmla="*/ 7326 w 10000"/>
                <a:gd name="connsiteY114" fmla="*/ 9886 h 10300"/>
                <a:gd name="connsiteX115" fmla="*/ 7571 w 10000"/>
                <a:gd name="connsiteY115" fmla="*/ 9677 h 10300"/>
                <a:gd name="connsiteX116" fmla="*/ 7908 w 10000"/>
                <a:gd name="connsiteY116" fmla="*/ 9562 h 10300"/>
                <a:gd name="connsiteX117" fmla="*/ 8096 w 10000"/>
                <a:gd name="connsiteY117" fmla="*/ 9677 h 10300"/>
                <a:gd name="connsiteX118" fmla="*/ 8302 w 10000"/>
                <a:gd name="connsiteY118" fmla="*/ 9753 h 10300"/>
                <a:gd name="connsiteX119" fmla="*/ 8312 w 10000"/>
                <a:gd name="connsiteY119" fmla="*/ 9753 h 10300"/>
                <a:gd name="connsiteX120" fmla="*/ 8321 w 10000"/>
                <a:gd name="connsiteY120" fmla="*/ 9427 h 10300"/>
                <a:gd name="connsiteX121" fmla="*/ 8078 w 10000"/>
                <a:gd name="connsiteY121" fmla="*/ 9311 h 10300"/>
                <a:gd name="connsiteX122" fmla="*/ 7889 w 10000"/>
                <a:gd name="connsiteY122" fmla="*/ 9186 h 10300"/>
                <a:gd name="connsiteX123" fmla="*/ 7777 w 10000"/>
                <a:gd name="connsiteY123" fmla="*/ 8820 h 10300"/>
                <a:gd name="connsiteX124" fmla="*/ 7468 w 10000"/>
                <a:gd name="connsiteY124" fmla="*/ 8503 h 10300"/>
                <a:gd name="connsiteX125" fmla="*/ 7233 w 10000"/>
                <a:gd name="connsiteY125" fmla="*/ 8304 h 10300"/>
                <a:gd name="connsiteX126" fmla="*/ 7092 w 10000"/>
                <a:gd name="connsiteY126" fmla="*/ 8188 h 10300"/>
                <a:gd name="connsiteX127" fmla="*/ 6952 w 10000"/>
                <a:gd name="connsiteY127" fmla="*/ 8080 h 10300"/>
                <a:gd name="connsiteX128" fmla="*/ 6745 w 10000"/>
                <a:gd name="connsiteY128" fmla="*/ 8063 h 10300"/>
                <a:gd name="connsiteX129" fmla="*/ 6679 w 10000"/>
                <a:gd name="connsiteY129" fmla="*/ 7914 h 10300"/>
                <a:gd name="connsiteX130" fmla="*/ 6745 w 10000"/>
                <a:gd name="connsiteY130" fmla="*/ 7723 h 10300"/>
                <a:gd name="connsiteX131" fmla="*/ 6989 w 10000"/>
                <a:gd name="connsiteY131" fmla="*/ 7705 h 10300"/>
                <a:gd name="connsiteX132" fmla="*/ 7298 w 10000"/>
                <a:gd name="connsiteY132" fmla="*/ 7647 h 10300"/>
                <a:gd name="connsiteX133" fmla="*/ 7317 w 10000"/>
                <a:gd name="connsiteY133" fmla="*/ 7056 h 10300"/>
                <a:gd name="connsiteX134" fmla="*/ 7430 w 10000"/>
                <a:gd name="connsiteY134" fmla="*/ 6807 h 10300"/>
                <a:gd name="connsiteX135" fmla="*/ 7421 w 10000"/>
                <a:gd name="connsiteY135" fmla="*/ 6632 h 10300"/>
                <a:gd name="connsiteX136" fmla="*/ 7468 w 10000"/>
                <a:gd name="connsiteY136" fmla="*/ 6457 h 10300"/>
                <a:gd name="connsiteX137" fmla="*/ 7636 w 10000"/>
                <a:gd name="connsiteY137" fmla="*/ 6382 h 10300"/>
                <a:gd name="connsiteX138" fmla="*/ 7777 w 10000"/>
                <a:gd name="connsiteY138" fmla="*/ 6481 h 10300"/>
                <a:gd name="connsiteX139" fmla="*/ 7805 w 10000"/>
                <a:gd name="connsiteY139" fmla="*/ 6249 h 10300"/>
                <a:gd name="connsiteX140" fmla="*/ 7861 w 10000"/>
                <a:gd name="connsiteY140" fmla="*/ 6074 h 10300"/>
                <a:gd name="connsiteX141" fmla="*/ 7956 w 10000"/>
                <a:gd name="connsiteY141" fmla="*/ 5900 h 10300"/>
                <a:gd name="connsiteX142" fmla="*/ 8143 w 10000"/>
                <a:gd name="connsiteY142" fmla="*/ 5584 h 10300"/>
                <a:gd name="connsiteX143" fmla="*/ 8461 w 10000"/>
                <a:gd name="connsiteY143" fmla="*/ 5417 h 10300"/>
                <a:gd name="connsiteX144" fmla="*/ 8575 w 10000"/>
                <a:gd name="connsiteY144" fmla="*/ 5159 h 10300"/>
                <a:gd name="connsiteX145" fmla="*/ 8659 w 10000"/>
                <a:gd name="connsiteY145" fmla="*/ 4926 h 10300"/>
                <a:gd name="connsiteX146" fmla="*/ 8678 w 10000"/>
                <a:gd name="connsiteY146" fmla="*/ 4901 h 10300"/>
                <a:gd name="connsiteX147" fmla="*/ 8678 w 10000"/>
                <a:gd name="connsiteY147" fmla="*/ 4893 h 10300"/>
                <a:gd name="connsiteX148" fmla="*/ 8697 w 10000"/>
                <a:gd name="connsiteY148" fmla="*/ 4868 h 10300"/>
                <a:gd name="connsiteX149" fmla="*/ 8697 w 10000"/>
                <a:gd name="connsiteY149" fmla="*/ 4859 h 10300"/>
                <a:gd name="connsiteX150" fmla="*/ 8706 w 10000"/>
                <a:gd name="connsiteY150" fmla="*/ 4835 h 10300"/>
                <a:gd name="connsiteX151" fmla="*/ 8706 w 10000"/>
                <a:gd name="connsiteY151" fmla="*/ 4826 h 10300"/>
                <a:gd name="connsiteX152" fmla="*/ 8706 w 10000"/>
                <a:gd name="connsiteY152" fmla="*/ 4784 h 10300"/>
                <a:gd name="connsiteX153" fmla="*/ 8715 w 10000"/>
                <a:gd name="connsiteY153" fmla="*/ 4784 h 10300"/>
                <a:gd name="connsiteX154" fmla="*/ 8715 w 10000"/>
                <a:gd name="connsiteY154" fmla="*/ 4751 h 10300"/>
                <a:gd name="connsiteX155" fmla="*/ 8715 w 10000"/>
                <a:gd name="connsiteY155" fmla="*/ 4743 h 10300"/>
                <a:gd name="connsiteX156" fmla="*/ 8715 w 10000"/>
                <a:gd name="connsiteY156" fmla="*/ 4702 h 10300"/>
                <a:gd name="connsiteX157" fmla="*/ 8715 w 10000"/>
                <a:gd name="connsiteY157" fmla="*/ 4660 h 10300"/>
                <a:gd name="connsiteX158" fmla="*/ 8715 w 10000"/>
                <a:gd name="connsiteY158" fmla="*/ 4618 h 10300"/>
                <a:gd name="connsiteX159" fmla="*/ 8715 w 10000"/>
                <a:gd name="connsiteY159" fmla="*/ 4527 h 10300"/>
                <a:gd name="connsiteX160" fmla="*/ 8697 w 10000"/>
                <a:gd name="connsiteY160" fmla="*/ 4161 h 10300"/>
                <a:gd name="connsiteX161" fmla="*/ 8753 w 10000"/>
                <a:gd name="connsiteY161" fmla="*/ 3994 h 10300"/>
                <a:gd name="connsiteX162" fmla="*/ 8846 w 10000"/>
                <a:gd name="connsiteY162" fmla="*/ 3811 h 10300"/>
                <a:gd name="connsiteX163" fmla="*/ 8940 w 10000"/>
                <a:gd name="connsiteY163" fmla="*/ 3620 h 10300"/>
                <a:gd name="connsiteX164" fmla="*/ 9034 w 10000"/>
                <a:gd name="connsiteY164" fmla="*/ 3403 h 10300"/>
                <a:gd name="connsiteX165" fmla="*/ 9034 w 10000"/>
                <a:gd name="connsiteY165" fmla="*/ 3146 h 10300"/>
                <a:gd name="connsiteX166" fmla="*/ 9203 w 10000"/>
                <a:gd name="connsiteY166" fmla="*/ 3038 h 10300"/>
                <a:gd name="connsiteX167" fmla="*/ 9344 w 10000"/>
                <a:gd name="connsiteY167" fmla="*/ 2938 h 10300"/>
                <a:gd name="connsiteX168" fmla="*/ 9475 w 10000"/>
                <a:gd name="connsiteY168" fmla="*/ 2838 h 10300"/>
                <a:gd name="connsiteX169" fmla="*/ 9775 w 10000"/>
                <a:gd name="connsiteY169" fmla="*/ 2729 h 10300"/>
                <a:gd name="connsiteX170" fmla="*/ 9934 w 10000"/>
                <a:gd name="connsiteY170" fmla="*/ 2546 h 10300"/>
                <a:gd name="connsiteX171" fmla="*/ 10000 w 10000"/>
                <a:gd name="connsiteY171" fmla="*/ 2463 h 10300"/>
                <a:gd name="connsiteX172" fmla="*/ 9916 w 10000"/>
                <a:gd name="connsiteY172" fmla="*/ 2380 h 10300"/>
                <a:gd name="connsiteX0" fmla="*/ 9916 w 10000"/>
                <a:gd name="connsiteY0" fmla="*/ 2082 h 10002"/>
                <a:gd name="connsiteX1" fmla="*/ 9297 w 10000"/>
                <a:gd name="connsiteY1" fmla="*/ 1616 h 10002"/>
                <a:gd name="connsiteX2" fmla="*/ 9212 w 10000"/>
                <a:gd name="connsiteY2" fmla="*/ 891 h 10002"/>
                <a:gd name="connsiteX3" fmla="*/ 9212 w 10000"/>
                <a:gd name="connsiteY3" fmla="*/ 459 h 10002"/>
                <a:gd name="connsiteX4" fmla="*/ 9052 w 10000"/>
                <a:gd name="connsiteY4" fmla="*/ 184 h 10002"/>
                <a:gd name="connsiteX5" fmla="*/ 9034 w 10000"/>
                <a:gd name="connsiteY5" fmla="*/ 2 h 10002"/>
                <a:gd name="connsiteX6" fmla="*/ 7298 w 10000"/>
                <a:gd name="connsiteY6" fmla="*/ 2 h 10002"/>
                <a:gd name="connsiteX7" fmla="*/ 7186 w 10000"/>
                <a:gd name="connsiteY7" fmla="*/ 168 h 10002"/>
                <a:gd name="connsiteX8" fmla="*/ 6905 w 10000"/>
                <a:gd name="connsiteY8" fmla="*/ 93 h 10002"/>
                <a:gd name="connsiteX9" fmla="*/ 6107 w 10000"/>
                <a:gd name="connsiteY9" fmla="*/ 27 h 10002"/>
                <a:gd name="connsiteX10" fmla="*/ 1877 w 10000"/>
                <a:gd name="connsiteY10" fmla="*/ 2 h 10002"/>
                <a:gd name="connsiteX11" fmla="*/ 1877 w 10000"/>
                <a:gd name="connsiteY11" fmla="*/ 102 h 10002"/>
                <a:gd name="connsiteX12" fmla="*/ 1868 w 10000"/>
                <a:gd name="connsiteY12" fmla="*/ 1066 h 10002"/>
                <a:gd name="connsiteX13" fmla="*/ 1868 w 10000"/>
                <a:gd name="connsiteY13" fmla="*/ 1091 h 10002"/>
                <a:gd name="connsiteX14" fmla="*/ 1249 w 10000"/>
                <a:gd name="connsiteY14" fmla="*/ 1108 h 10002"/>
                <a:gd name="connsiteX15" fmla="*/ 1249 w 10000"/>
                <a:gd name="connsiteY15" fmla="*/ 1333 h 10002"/>
                <a:gd name="connsiteX16" fmla="*/ 1249 w 10000"/>
                <a:gd name="connsiteY16" fmla="*/ 3438 h 10002"/>
                <a:gd name="connsiteX17" fmla="*/ 968 w 10000"/>
                <a:gd name="connsiteY17" fmla="*/ 3438 h 10002"/>
                <a:gd name="connsiteX18" fmla="*/ 742 w 10000"/>
                <a:gd name="connsiteY18" fmla="*/ 3505 h 10002"/>
                <a:gd name="connsiteX19" fmla="*/ 621 w 10000"/>
                <a:gd name="connsiteY19" fmla="*/ 3629 h 10002"/>
                <a:gd name="connsiteX20" fmla="*/ 602 w 10000"/>
                <a:gd name="connsiteY20" fmla="*/ 3804 h 10002"/>
                <a:gd name="connsiteX21" fmla="*/ 480 w 10000"/>
                <a:gd name="connsiteY21" fmla="*/ 3929 h 10002"/>
                <a:gd name="connsiteX22" fmla="*/ 424 w 10000"/>
                <a:gd name="connsiteY22" fmla="*/ 4037 h 10002"/>
                <a:gd name="connsiteX23" fmla="*/ 321 w 10000"/>
                <a:gd name="connsiteY23" fmla="*/ 4136 h 10002"/>
                <a:gd name="connsiteX24" fmla="*/ 340 w 10000"/>
                <a:gd name="connsiteY24" fmla="*/ 4353 h 10002"/>
                <a:gd name="connsiteX25" fmla="*/ 152 w 10000"/>
                <a:gd name="connsiteY25" fmla="*/ 4486 h 10002"/>
                <a:gd name="connsiteX26" fmla="*/ 161 w 10000"/>
                <a:gd name="connsiteY26" fmla="*/ 4636 h 10002"/>
                <a:gd name="connsiteX27" fmla="*/ 123 w 10000"/>
                <a:gd name="connsiteY27" fmla="*/ 4819 h 10002"/>
                <a:gd name="connsiteX28" fmla="*/ 2 w 10000"/>
                <a:gd name="connsiteY28" fmla="*/ 4968 h 10002"/>
                <a:gd name="connsiteX29" fmla="*/ 86 w 10000"/>
                <a:gd name="connsiteY29" fmla="*/ 5103 h 10002"/>
                <a:gd name="connsiteX30" fmla="*/ 321 w 10000"/>
                <a:gd name="connsiteY30" fmla="*/ 5186 h 10002"/>
                <a:gd name="connsiteX31" fmla="*/ 359 w 10000"/>
                <a:gd name="connsiteY31" fmla="*/ 5386 h 10002"/>
                <a:gd name="connsiteX32" fmla="*/ 462 w 10000"/>
                <a:gd name="connsiteY32" fmla="*/ 5727 h 10002"/>
                <a:gd name="connsiteX33" fmla="*/ 649 w 10000"/>
                <a:gd name="connsiteY33" fmla="*/ 5894 h 10002"/>
                <a:gd name="connsiteX34" fmla="*/ 639 w 10000"/>
                <a:gd name="connsiteY34" fmla="*/ 5910 h 10002"/>
                <a:gd name="connsiteX35" fmla="*/ 639 w 10000"/>
                <a:gd name="connsiteY35" fmla="*/ 5918 h 10002"/>
                <a:gd name="connsiteX36" fmla="*/ 630 w 10000"/>
                <a:gd name="connsiteY36" fmla="*/ 5943 h 10002"/>
                <a:gd name="connsiteX37" fmla="*/ 611 w 10000"/>
                <a:gd name="connsiteY37" fmla="*/ 6009 h 10002"/>
                <a:gd name="connsiteX38" fmla="*/ 602 w 10000"/>
                <a:gd name="connsiteY38" fmla="*/ 6059 h 10002"/>
                <a:gd name="connsiteX39" fmla="*/ 602 w 10000"/>
                <a:gd name="connsiteY39" fmla="*/ 6084 h 10002"/>
                <a:gd name="connsiteX40" fmla="*/ 602 w 10000"/>
                <a:gd name="connsiteY40" fmla="*/ 6093 h 10002"/>
                <a:gd name="connsiteX41" fmla="*/ 611 w 10000"/>
                <a:gd name="connsiteY41" fmla="*/ 6110 h 10002"/>
                <a:gd name="connsiteX42" fmla="*/ 611 w 10000"/>
                <a:gd name="connsiteY42" fmla="*/ 6118 h 10002"/>
                <a:gd name="connsiteX43" fmla="*/ 621 w 10000"/>
                <a:gd name="connsiteY43" fmla="*/ 6126 h 10002"/>
                <a:gd name="connsiteX44" fmla="*/ 621 w 10000"/>
                <a:gd name="connsiteY44" fmla="*/ 6134 h 10002"/>
                <a:gd name="connsiteX45" fmla="*/ 630 w 10000"/>
                <a:gd name="connsiteY45" fmla="*/ 6150 h 10002"/>
                <a:gd name="connsiteX46" fmla="*/ 630 w 10000"/>
                <a:gd name="connsiteY46" fmla="*/ 6159 h 10002"/>
                <a:gd name="connsiteX47" fmla="*/ 649 w 10000"/>
                <a:gd name="connsiteY47" fmla="*/ 6175 h 10002"/>
                <a:gd name="connsiteX48" fmla="*/ 649 w 10000"/>
                <a:gd name="connsiteY48" fmla="*/ 6183 h 10002"/>
                <a:gd name="connsiteX49" fmla="*/ 677 w 10000"/>
                <a:gd name="connsiteY49" fmla="*/ 6202 h 10002"/>
                <a:gd name="connsiteX50" fmla="*/ 931 w 10000"/>
                <a:gd name="connsiteY50" fmla="*/ 6450 h 10002"/>
                <a:gd name="connsiteX51" fmla="*/ 1052 w 10000"/>
                <a:gd name="connsiteY51" fmla="*/ 6583 h 10002"/>
                <a:gd name="connsiteX52" fmla="*/ 1090 w 10000"/>
                <a:gd name="connsiteY52" fmla="*/ 6758 h 10002"/>
                <a:gd name="connsiteX53" fmla="*/ 1024 w 10000"/>
                <a:gd name="connsiteY53" fmla="*/ 6933 h 10002"/>
                <a:gd name="connsiteX54" fmla="*/ 903 w 10000"/>
                <a:gd name="connsiteY54" fmla="*/ 7091 h 10002"/>
                <a:gd name="connsiteX55" fmla="*/ 1043 w 10000"/>
                <a:gd name="connsiteY55" fmla="*/ 7241 h 10002"/>
                <a:gd name="connsiteX56" fmla="*/ 1361 w 10000"/>
                <a:gd name="connsiteY56" fmla="*/ 7290 h 10002"/>
                <a:gd name="connsiteX57" fmla="*/ 1512 w 10000"/>
                <a:gd name="connsiteY57" fmla="*/ 7498 h 10002"/>
                <a:gd name="connsiteX58" fmla="*/ 1765 w 10000"/>
                <a:gd name="connsiteY58" fmla="*/ 7532 h 10002"/>
                <a:gd name="connsiteX59" fmla="*/ 1943 w 10000"/>
                <a:gd name="connsiteY59" fmla="*/ 7673 h 10002"/>
                <a:gd name="connsiteX60" fmla="*/ 2037 w 10000"/>
                <a:gd name="connsiteY60" fmla="*/ 7856 h 10002"/>
                <a:gd name="connsiteX61" fmla="*/ 2187 w 10000"/>
                <a:gd name="connsiteY61" fmla="*/ 8048 h 10002"/>
                <a:gd name="connsiteX62" fmla="*/ 2440 w 10000"/>
                <a:gd name="connsiteY62" fmla="*/ 8164 h 10002"/>
                <a:gd name="connsiteX63" fmla="*/ 2675 w 10000"/>
                <a:gd name="connsiteY63" fmla="*/ 8356 h 10002"/>
                <a:gd name="connsiteX64" fmla="*/ 2731 w 10000"/>
                <a:gd name="connsiteY64" fmla="*/ 8614 h 10002"/>
                <a:gd name="connsiteX65" fmla="*/ 3097 w 10000"/>
                <a:gd name="connsiteY65" fmla="*/ 8813 h 10002"/>
                <a:gd name="connsiteX66" fmla="*/ 3209 w 10000"/>
                <a:gd name="connsiteY66" fmla="*/ 9080 h 10002"/>
                <a:gd name="connsiteX67" fmla="*/ 3238 w 10000"/>
                <a:gd name="connsiteY67" fmla="*/ 9097 h 10002"/>
                <a:gd name="connsiteX68" fmla="*/ 3247 w 10000"/>
                <a:gd name="connsiteY68" fmla="*/ 9097 h 10002"/>
                <a:gd name="connsiteX69" fmla="*/ 3266 w 10000"/>
                <a:gd name="connsiteY69" fmla="*/ 9113 h 10002"/>
                <a:gd name="connsiteX70" fmla="*/ 3285 w 10000"/>
                <a:gd name="connsiteY70" fmla="*/ 9139 h 10002"/>
                <a:gd name="connsiteX71" fmla="*/ 3304 w 10000"/>
                <a:gd name="connsiteY71" fmla="*/ 9163 h 10002"/>
                <a:gd name="connsiteX72" fmla="*/ 3482 w 10000"/>
                <a:gd name="connsiteY72" fmla="*/ 9321 h 10002"/>
                <a:gd name="connsiteX73" fmla="*/ 3613 w 10000"/>
                <a:gd name="connsiteY73" fmla="*/ 9496 h 10002"/>
                <a:gd name="connsiteX74" fmla="*/ 3762 w 10000"/>
                <a:gd name="connsiteY74" fmla="*/ 9612 h 10002"/>
                <a:gd name="connsiteX75" fmla="*/ 4016 w 10000"/>
                <a:gd name="connsiteY75" fmla="*/ 9580 h 10002"/>
                <a:gd name="connsiteX76" fmla="*/ 4203 w 10000"/>
                <a:gd name="connsiteY76" fmla="*/ 9479 h 10002"/>
                <a:gd name="connsiteX77" fmla="*/ 4467 w 10000"/>
                <a:gd name="connsiteY77" fmla="*/ 9496 h 10002"/>
                <a:gd name="connsiteX78" fmla="*/ 4738 w 10000"/>
                <a:gd name="connsiteY78" fmla="*/ 9496 h 10002"/>
                <a:gd name="connsiteX79" fmla="*/ 5076 w 10000"/>
                <a:gd name="connsiteY79" fmla="*/ 9812 h 10002"/>
                <a:gd name="connsiteX80" fmla="*/ 5292 w 10000"/>
                <a:gd name="connsiteY80" fmla="*/ 9995 h 10002"/>
                <a:gd name="connsiteX81" fmla="*/ 5310 w 10000"/>
                <a:gd name="connsiteY81" fmla="*/ 9995 h 10002"/>
                <a:gd name="connsiteX82" fmla="*/ 5320 w 10000"/>
                <a:gd name="connsiteY82" fmla="*/ 9995 h 10002"/>
                <a:gd name="connsiteX83" fmla="*/ 5329 w 10000"/>
                <a:gd name="connsiteY83" fmla="*/ 9995 h 10002"/>
                <a:gd name="connsiteX84" fmla="*/ 5338 w 10000"/>
                <a:gd name="connsiteY84" fmla="*/ 9987 h 10002"/>
                <a:gd name="connsiteX85" fmla="*/ 5357 w 10000"/>
                <a:gd name="connsiteY85" fmla="*/ 9987 h 10002"/>
                <a:gd name="connsiteX86" fmla="*/ 5432 w 10000"/>
                <a:gd name="connsiteY86" fmla="*/ 9921 h 10002"/>
                <a:gd name="connsiteX87" fmla="*/ 5451 w 10000"/>
                <a:gd name="connsiteY87" fmla="*/ 9911 h 10002"/>
                <a:gd name="connsiteX88" fmla="*/ 5488 w 10000"/>
                <a:gd name="connsiteY88" fmla="*/ 9895 h 10002"/>
                <a:gd name="connsiteX89" fmla="*/ 5507 w 10000"/>
                <a:gd name="connsiteY89" fmla="*/ 9895 h 10002"/>
                <a:gd name="connsiteX90" fmla="*/ 5516 w 10000"/>
                <a:gd name="connsiteY90" fmla="*/ 9895 h 10002"/>
                <a:gd name="connsiteX91" fmla="*/ 5535 w 10000"/>
                <a:gd name="connsiteY91" fmla="*/ 9895 h 10002"/>
                <a:gd name="connsiteX92" fmla="*/ 5563 w 10000"/>
                <a:gd name="connsiteY92" fmla="*/ 9895 h 10002"/>
                <a:gd name="connsiteX93" fmla="*/ 6004 w 10000"/>
                <a:gd name="connsiteY93" fmla="*/ 9921 h 10002"/>
                <a:gd name="connsiteX94" fmla="*/ 6221 w 10000"/>
                <a:gd name="connsiteY94" fmla="*/ 9979 h 10002"/>
                <a:gd name="connsiteX95" fmla="*/ 6408 w 10000"/>
                <a:gd name="connsiteY95" fmla="*/ 9862 h 10002"/>
                <a:gd name="connsiteX96" fmla="*/ 6745 w 10000"/>
                <a:gd name="connsiteY96" fmla="*/ 9828 h 10002"/>
                <a:gd name="connsiteX97" fmla="*/ 7092 w 10000"/>
                <a:gd name="connsiteY97" fmla="*/ 9755 h 10002"/>
                <a:gd name="connsiteX98" fmla="*/ 7111 w 10000"/>
                <a:gd name="connsiteY98" fmla="*/ 9728 h 10002"/>
                <a:gd name="connsiteX99" fmla="*/ 7120 w 10000"/>
                <a:gd name="connsiteY99" fmla="*/ 9720 h 10002"/>
                <a:gd name="connsiteX100" fmla="*/ 7139 w 10000"/>
                <a:gd name="connsiteY100" fmla="*/ 9712 h 10002"/>
                <a:gd name="connsiteX101" fmla="*/ 7139 w 10000"/>
                <a:gd name="connsiteY101" fmla="*/ 9704 h 10002"/>
                <a:gd name="connsiteX102" fmla="*/ 7158 w 10000"/>
                <a:gd name="connsiteY102" fmla="*/ 9695 h 10002"/>
                <a:gd name="connsiteX103" fmla="*/ 7177 w 10000"/>
                <a:gd name="connsiteY103" fmla="*/ 9679 h 10002"/>
                <a:gd name="connsiteX104" fmla="*/ 7186 w 10000"/>
                <a:gd name="connsiteY104" fmla="*/ 9679 h 10002"/>
                <a:gd name="connsiteX105" fmla="*/ 7195 w 10000"/>
                <a:gd name="connsiteY105" fmla="*/ 9671 h 10002"/>
                <a:gd name="connsiteX106" fmla="*/ 7205 w 10000"/>
                <a:gd name="connsiteY106" fmla="*/ 9671 h 10002"/>
                <a:gd name="connsiteX107" fmla="*/ 7280 w 10000"/>
                <a:gd name="connsiteY107" fmla="*/ 9654 h 10002"/>
                <a:gd name="connsiteX108" fmla="*/ 7289 w 10000"/>
                <a:gd name="connsiteY108" fmla="*/ 9654 h 10002"/>
                <a:gd name="connsiteX109" fmla="*/ 7298 w 10000"/>
                <a:gd name="connsiteY109" fmla="*/ 9645 h 10002"/>
                <a:gd name="connsiteX110" fmla="*/ 7308 w 10000"/>
                <a:gd name="connsiteY110" fmla="*/ 9637 h 10002"/>
                <a:gd name="connsiteX111" fmla="*/ 7317 w 10000"/>
                <a:gd name="connsiteY111" fmla="*/ 9629 h 10002"/>
                <a:gd name="connsiteX112" fmla="*/ 7317 w 10000"/>
                <a:gd name="connsiteY112" fmla="*/ 9621 h 10002"/>
                <a:gd name="connsiteX113" fmla="*/ 7326 w 10000"/>
                <a:gd name="connsiteY113" fmla="*/ 9612 h 10002"/>
                <a:gd name="connsiteX114" fmla="*/ 7326 w 10000"/>
                <a:gd name="connsiteY114" fmla="*/ 9588 h 10002"/>
                <a:gd name="connsiteX115" fmla="*/ 7571 w 10000"/>
                <a:gd name="connsiteY115" fmla="*/ 9379 h 10002"/>
                <a:gd name="connsiteX116" fmla="*/ 7908 w 10000"/>
                <a:gd name="connsiteY116" fmla="*/ 9264 h 10002"/>
                <a:gd name="connsiteX117" fmla="*/ 8096 w 10000"/>
                <a:gd name="connsiteY117" fmla="*/ 9379 h 10002"/>
                <a:gd name="connsiteX118" fmla="*/ 8302 w 10000"/>
                <a:gd name="connsiteY118" fmla="*/ 9455 h 10002"/>
                <a:gd name="connsiteX119" fmla="*/ 8312 w 10000"/>
                <a:gd name="connsiteY119" fmla="*/ 9455 h 10002"/>
                <a:gd name="connsiteX120" fmla="*/ 8321 w 10000"/>
                <a:gd name="connsiteY120" fmla="*/ 9129 h 10002"/>
                <a:gd name="connsiteX121" fmla="*/ 8078 w 10000"/>
                <a:gd name="connsiteY121" fmla="*/ 9013 h 10002"/>
                <a:gd name="connsiteX122" fmla="*/ 7889 w 10000"/>
                <a:gd name="connsiteY122" fmla="*/ 8888 h 10002"/>
                <a:gd name="connsiteX123" fmla="*/ 7777 w 10000"/>
                <a:gd name="connsiteY123" fmla="*/ 8522 h 10002"/>
                <a:gd name="connsiteX124" fmla="*/ 7468 w 10000"/>
                <a:gd name="connsiteY124" fmla="*/ 8205 h 10002"/>
                <a:gd name="connsiteX125" fmla="*/ 7233 w 10000"/>
                <a:gd name="connsiteY125" fmla="*/ 8006 h 10002"/>
                <a:gd name="connsiteX126" fmla="*/ 7092 w 10000"/>
                <a:gd name="connsiteY126" fmla="*/ 7890 h 10002"/>
                <a:gd name="connsiteX127" fmla="*/ 6952 w 10000"/>
                <a:gd name="connsiteY127" fmla="*/ 7782 h 10002"/>
                <a:gd name="connsiteX128" fmla="*/ 6745 w 10000"/>
                <a:gd name="connsiteY128" fmla="*/ 7765 h 10002"/>
                <a:gd name="connsiteX129" fmla="*/ 6679 w 10000"/>
                <a:gd name="connsiteY129" fmla="*/ 7616 h 10002"/>
                <a:gd name="connsiteX130" fmla="*/ 6745 w 10000"/>
                <a:gd name="connsiteY130" fmla="*/ 7425 h 10002"/>
                <a:gd name="connsiteX131" fmla="*/ 6989 w 10000"/>
                <a:gd name="connsiteY131" fmla="*/ 7407 h 10002"/>
                <a:gd name="connsiteX132" fmla="*/ 7298 w 10000"/>
                <a:gd name="connsiteY132" fmla="*/ 7349 h 10002"/>
                <a:gd name="connsiteX133" fmla="*/ 7317 w 10000"/>
                <a:gd name="connsiteY133" fmla="*/ 6758 h 10002"/>
                <a:gd name="connsiteX134" fmla="*/ 7430 w 10000"/>
                <a:gd name="connsiteY134" fmla="*/ 6509 h 10002"/>
                <a:gd name="connsiteX135" fmla="*/ 7421 w 10000"/>
                <a:gd name="connsiteY135" fmla="*/ 6334 h 10002"/>
                <a:gd name="connsiteX136" fmla="*/ 7468 w 10000"/>
                <a:gd name="connsiteY136" fmla="*/ 6159 h 10002"/>
                <a:gd name="connsiteX137" fmla="*/ 7636 w 10000"/>
                <a:gd name="connsiteY137" fmla="*/ 6084 h 10002"/>
                <a:gd name="connsiteX138" fmla="*/ 7777 w 10000"/>
                <a:gd name="connsiteY138" fmla="*/ 6183 h 10002"/>
                <a:gd name="connsiteX139" fmla="*/ 7805 w 10000"/>
                <a:gd name="connsiteY139" fmla="*/ 5951 h 10002"/>
                <a:gd name="connsiteX140" fmla="*/ 7861 w 10000"/>
                <a:gd name="connsiteY140" fmla="*/ 5776 h 10002"/>
                <a:gd name="connsiteX141" fmla="*/ 7956 w 10000"/>
                <a:gd name="connsiteY141" fmla="*/ 5602 h 10002"/>
                <a:gd name="connsiteX142" fmla="*/ 8143 w 10000"/>
                <a:gd name="connsiteY142" fmla="*/ 5286 h 10002"/>
                <a:gd name="connsiteX143" fmla="*/ 8461 w 10000"/>
                <a:gd name="connsiteY143" fmla="*/ 5119 h 10002"/>
                <a:gd name="connsiteX144" fmla="*/ 8575 w 10000"/>
                <a:gd name="connsiteY144" fmla="*/ 4861 h 10002"/>
                <a:gd name="connsiteX145" fmla="*/ 8659 w 10000"/>
                <a:gd name="connsiteY145" fmla="*/ 4628 h 10002"/>
                <a:gd name="connsiteX146" fmla="*/ 8678 w 10000"/>
                <a:gd name="connsiteY146" fmla="*/ 4603 h 10002"/>
                <a:gd name="connsiteX147" fmla="*/ 8678 w 10000"/>
                <a:gd name="connsiteY147" fmla="*/ 4595 h 10002"/>
                <a:gd name="connsiteX148" fmla="*/ 8697 w 10000"/>
                <a:gd name="connsiteY148" fmla="*/ 4570 h 10002"/>
                <a:gd name="connsiteX149" fmla="*/ 8697 w 10000"/>
                <a:gd name="connsiteY149" fmla="*/ 4561 h 10002"/>
                <a:gd name="connsiteX150" fmla="*/ 8706 w 10000"/>
                <a:gd name="connsiteY150" fmla="*/ 4537 h 10002"/>
                <a:gd name="connsiteX151" fmla="*/ 8706 w 10000"/>
                <a:gd name="connsiteY151" fmla="*/ 4528 h 10002"/>
                <a:gd name="connsiteX152" fmla="*/ 8706 w 10000"/>
                <a:gd name="connsiteY152" fmla="*/ 4486 h 10002"/>
                <a:gd name="connsiteX153" fmla="*/ 8715 w 10000"/>
                <a:gd name="connsiteY153" fmla="*/ 4486 h 10002"/>
                <a:gd name="connsiteX154" fmla="*/ 8715 w 10000"/>
                <a:gd name="connsiteY154" fmla="*/ 4453 h 10002"/>
                <a:gd name="connsiteX155" fmla="*/ 8715 w 10000"/>
                <a:gd name="connsiteY155" fmla="*/ 4445 h 10002"/>
                <a:gd name="connsiteX156" fmla="*/ 8715 w 10000"/>
                <a:gd name="connsiteY156" fmla="*/ 4404 h 10002"/>
                <a:gd name="connsiteX157" fmla="*/ 8715 w 10000"/>
                <a:gd name="connsiteY157" fmla="*/ 4362 h 10002"/>
                <a:gd name="connsiteX158" fmla="*/ 8715 w 10000"/>
                <a:gd name="connsiteY158" fmla="*/ 4320 h 10002"/>
                <a:gd name="connsiteX159" fmla="*/ 8715 w 10000"/>
                <a:gd name="connsiteY159" fmla="*/ 4229 h 10002"/>
                <a:gd name="connsiteX160" fmla="*/ 8697 w 10000"/>
                <a:gd name="connsiteY160" fmla="*/ 3863 h 10002"/>
                <a:gd name="connsiteX161" fmla="*/ 8753 w 10000"/>
                <a:gd name="connsiteY161" fmla="*/ 3696 h 10002"/>
                <a:gd name="connsiteX162" fmla="*/ 8846 w 10000"/>
                <a:gd name="connsiteY162" fmla="*/ 3513 h 10002"/>
                <a:gd name="connsiteX163" fmla="*/ 8940 w 10000"/>
                <a:gd name="connsiteY163" fmla="*/ 3322 h 10002"/>
                <a:gd name="connsiteX164" fmla="*/ 9034 w 10000"/>
                <a:gd name="connsiteY164" fmla="*/ 3105 h 10002"/>
                <a:gd name="connsiteX165" fmla="*/ 9034 w 10000"/>
                <a:gd name="connsiteY165" fmla="*/ 2848 h 10002"/>
                <a:gd name="connsiteX166" fmla="*/ 9203 w 10000"/>
                <a:gd name="connsiteY166" fmla="*/ 2740 h 10002"/>
                <a:gd name="connsiteX167" fmla="*/ 9344 w 10000"/>
                <a:gd name="connsiteY167" fmla="*/ 2640 h 10002"/>
                <a:gd name="connsiteX168" fmla="*/ 9475 w 10000"/>
                <a:gd name="connsiteY168" fmla="*/ 2540 h 10002"/>
                <a:gd name="connsiteX169" fmla="*/ 9775 w 10000"/>
                <a:gd name="connsiteY169" fmla="*/ 2431 h 10002"/>
                <a:gd name="connsiteX170" fmla="*/ 9934 w 10000"/>
                <a:gd name="connsiteY170" fmla="*/ 2248 h 10002"/>
                <a:gd name="connsiteX171" fmla="*/ 10000 w 10000"/>
                <a:gd name="connsiteY171" fmla="*/ 2165 h 10002"/>
                <a:gd name="connsiteX172" fmla="*/ 9916 w 10000"/>
                <a:gd name="connsiteY172" fmla="*/ 2082 h 10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</a:cxnLst>
              <a:rect l="l" t="t" r="r" b="b"/>
              <a:pathLst>
                <a:path w="10000" h="10002">
                  <a:moveTo>
                    <a:pt x="9916" y="2082"/>
                  </a:moveTo>
                  <a:cubicBezTo>
                    <a:pt x="9803" y="1982"/>
                    <a:pt x="9344" y="1841"/>
                    <a:pt x="9297" y="1616"/>
                  </a:cubicBezTo>
                  <a:cubicBezTo>
                    <a:pt x="9250" y="1391"/>
                    <a:pt x="9212" y="1083"/>
                    <a:pt x="9212" y="891"/>
                  </a:cubicBezTo>
                  <a:cubicBezTo>
                    <a:pt x="9212" y="692"/>
                    <a:pt x="9306" y="592"/>
                    <a:pt x="9212" y="459"/>
                  </a:cubicBezTo>
                  <a:cubicBezTo>
                    <a:pt x="9128" y="326"/>
                    <a:pt x="9052" y="318"/>
                    <a:pt x="9052" y="184"/>
                  </a:cubicBezTo>
                  <a:cubicBezTo>
                    <a:pt x="9052" y="111"/>
                    <a:pt x="9052" y="51"/>
                    <a:pt x="9034" y="2"/>
                  </a:cubicBezTo>
                  <a:lnTo>
                    <a:pt x="7298" y="2"/>
                  </a:lnTo>
                  <a:cubicBezTo>
                    <a:pt x="7242" y="51"/>
                    <a:pt x="7280" y="135"/>
                    <a:pt x="7186" y="168"/>
                  </a:cubicBezTo>
                  <a:cubicBezTo>
                    <a:pt x="7064" y="210"/>
                    <a:pt x="6971" y="226"/>
                    <a:pt x="6905" y="93"/>
                  </a:cubicBezTo>
                  <a:cubicBezTo>
                    <a:pt x="6840" y="-40"/>
                    <a:pt x="6945" y="42"/>
                    <a:pt x="6107" y="27"/>
                  </a:cubicBezTo>
                  <a:cubicBezTo>
                    <a:pt x="5269" y="12"/>
                    <a:pt x="2848" y="-4"/>
                    <a:pt x="1877" y="2"/>
                  </a:cubicBezTo>
                  <a:cubicBezTo>
                    <a:pt x="1848" y="2"/>
                    <a:pt x="1877" y="69"/>
                    <a:pt x="1877" y="102"/>
                  </a:cubicBezTo>
                  <a:cubicBezTo>
                    <a:pt x="1868" y="610"/>
                    <a:pt x="1868" y="975"/>
                    <a:pt x="1868" y="1066"/>
                  </a:cubicBezTo>
                  <a:lnTo>
                    <a:pt x="1868" y="1091"/>
                  </a:lnTo>
                  <a:lnTo>
                    <a:pt x="1249" y="1108"/>
                  </a:lnTo>
                  <a:lnTo>
                    <a:pt x="1249" y="1333"/>
                  </a:lnTo>
                  <a:lnTo>
                    <a:pt x="1249" y="3438"/>
                  </a:lnTo>
                  <a:cubicBezTo>
                    <a:pt x="1249" y="3438"/>
                    <a:pt x="1034" y="3372"/>
                    <a:pt x="968" y="3438"/>
                  </a:cubicBezTo>
                  <a:cubicBezTo>
                    <a:pt x="903" y="3505"/>
                    <a:pt x="855" y="3505"/>
                    <a:pt x="742" y="3505"/>
                  </a:cubicBezTo>
                  <a:cubicBezTo>
                    <a:pt x="630" y="3505"/>
                    <a:pt x="565" y="3555"/>
                    <a:pt x="621" y="3629"/>
                  </a:cubicBezTo>
                  <a:cubicBezTo>
                    <a:pt x="677" y="3705"/>
                    <a:pt x="696" y="3779"/>
                    <a:pt x="602" y="3804"/>
                  </a:cubicBezTo>
                  <a:cubicBezTo>
                    <a:pt x="508" y="3829"/>
                    <a:pt x="480" y="3871"/>
                    <a:pt x="480" y="3929"/>
                  </a:cubicBezTo>
                  <a:cubicBezTo>
                    <a:pt x="480" y="3988"/>
                    <a:pt x="508" y="4037"/>
                    <a:pt x="424" y="4037"/>
                  </a:cubicBezTo>
                  <a:cubicBezTo>
                    <a:pt x="340" y="4037"/>
                    <a:pt x="321" y="4079"/>
                    <a:pt x="321" y="4136"/>
                  </a:cubicBezTo>
                  <a:cubicBezTo>
                    <a:pt x="321" y="4196"/>
                    <a:pt x="462" y="4320"/>
                    <a:pt x="340" y="4353"/>
                  </a:cubicBezTo>
                  <a:cubicBezTo>
                    <a:pt x="217" y="4387"/>
                    <a:pt x="152" y="4379"/>
                    <a:pt x="152" y="4486"/>
                  </a:cubicBezTo>
                  <a:cubicBezTo>
                    <a:pt x="152" y="4595"/>
                    <a:pt x="105" y="4611"/>
                    <a:pt x="161" y="4636"/>
                  </a:cubicBezTo>
                  <a:cubicBezTo>
                    <a:pt x="217" y="4660"/>
                    <a:pt x="226" y="4778"/>
                    <a:pt x="123" y="4819"/>
                  </a:cubicBezTo>
                  <a:cubicBezTo>
                    <a:pt x="20" y="4861"/>
                    <a:pt x="2" y="4911"/>
                    <a:pt x="2" y="4968"/>
                  </a:cubicBezTo>
                  <a:cubicBezTo>
                    <a:pt x="2" y="5028"/>
                    <a:pt x="-17" y="5103"/>
                    <a:pt x="86" y="5103"/>
                  </a:cubicBezTo>
                  <a:cubicBezTo>
                    <a:pt x="189" y="5103"/>
                    <a:pt x="340" y="5119"/>
                    <a:pt x="321" y="5186"/>
                  </a:cubicBezTo>
                  <a:cubicBezTo>
                    <a:pt x="302" y="5252"/>
                    <a:pt x="340" y="5286"/>
                    <a:pt x="359" y="5386"/>
                  </a:cubicBezTo>
                  <a:cubicBezTo>
                    <a:pt x="377" y="5485"/>
                    <a:pt x="349" y="5686"/>
                    <a:pt x="462" y="5727"/>
                  </a:cubicBezTo>
                  <a:cubicBezTo>
                    <a:pt x="574" y="5768"/>
                    <a:pt x="677" y="5834"/>
                    <a:pt x="649" y="5894"/>
                  </a:cubicBezTo>
                  <a:cubicBezTo>
                    <a:pt x="649" y="5902"/>
                    <a:pt x="639" y="5910"/>
                    <a:pt x="639" y="5910"/>
                  </a:cubicBezTo>
                  <a:lnTo>
                    <a:pt x="639" y="5918"/>
                  </a:lnTo>
                  <a:cubicBezTo>
                    <a:pt x="639" y="5926"/>
                    <a:pt x="630" y="5935"/>
                    <a:pt x="630" y="5943"/>
                  </a:cubicBezTo>
                  <a:cubicBezTo>
                    <a:pt x="621" y="5959"/>
                    <a:pt x="611" y="5984"/>
                    <a:pt x="611" y="6009"/>
                  </a:cubicBezTo>
                  <a:cubicBezTo>
                    <a:pt x="602" y="6027"/>
                    <a:pt x="602" y="6043"/>
                    <a:pt x="602" y="6059"/>
                  </a:cubicBezTo>
                  <a:lnTo>
                    <a:pt x="602" y="6084"/>
                  </a:lnTo>
                  <a:lnTo>
                    <a:pt x="602" y="6093"/>
                  </a:lnTo>
                  <a:cubicBezTo>
                    <a:pt x="602" y="6093"/>
                    <a:pt x="611" y="6101"/>
                    <a:pt x="611" y="6110"/>
                  </a:cubicBezTo>
                  <a:lnTo>
                    <a:pt x="611" y="6118"/>
                  </a:lnTo>
                  <a:cubicBezTo>
                    <a:pt x="611" y="6118"/>
                    <a:pt x="611" y="6126"/>
                    <a:pt x="621" y="6126"/>
                  </a:cubicBezTo>
                  <a:lnTo>
                    <a:pt x="621" y="6134"/>
                  </a:lnTo>
                  <a:cubicBezTo>
                    <a:pt x="621" y="6142"/>
                    <a:pt x="630" y="6150"/>
                    <a:pt x="630" y="6150"/>
                  </a:cubicBezTo>
                  <a:lnTo>
                    <a:pt x="630" y="6159"/>
                  </a:lnTo>
                  <a:cubicBezTo>
                    <a:pt x="639" y="6167"/>
                    <a:pt x="639" y="6167"/>
                    <a:pt x="649" y="6175"/>
                  </a:cubicBezTo>
                  <a:lnTo>
                    <a:pt x="649" y="6183"/>
                  </a:lnTo>
                  <a:cubicBezTo>
                    <a:pt x="658" y="6183"/>
                    <a:pt x="668" y="6193"/>
                    <a:pt x="677" y="6202"/>
                  </a:cubicBezTo>
                  <a:cubicBezTo>
                    <a:pt x="808" y="6292"/>
                    <a:pt x="931" y="6376"/>
                    <a:pt x="931" y="6450"/>
                  </a:cubicBezTo>
                  <a:cubicBezTo>
                    <a:pt x="931" y="6525"/>
                    <a:pt x="996" y="6575"/>
                    <a:pt x="1052" y="6583"/>
                  </a:cubicBezTo>
                  <a:cubicBezTo>
                    <a:pt x="1109" y="6592"/>
                    <a:pt x="1090" y="6691"/>
                    <a:pt x="1090" y="6758"/>
                  </a:cubicBezTo>
                  <a:cubicBezTo>
                    <a:pt x="1090" y="6825"/>
                    <a:pt x="1118" y="6891"/>
                    <a:pt x="1024" y="6933"/>
                  </a:cubicBezTo>
                  <a:cubicBezTo>
                    <a:pt x="931" y="6974"/>
                    <a:pt x="893" y="7024"/>
                    <a:pt x="903" y="7091"/>
                  </a:cubicBezTo>
                  <a:cubicBezTo>
                    <a:pt x="912" y="7157"/>
                    <a:pt x="855" y="7241"/>
                    <a:pt x="1043" y="7241"/>
                  </a:cubicBezTo>
                  <a:cubicBezTo>
                    <a:pt x="1230" y="7241"/>
                    <a:pt x="1361" y="7198"/>
                    <a:pt x="1361" y="7290"/>
                  </a:cubicBezTo>
                  <a:cubicBezTo>
                    <a:pt x="1361" y="7383"/>
                    <a:pt x="1333" y="7498"/>
                    <a:pt x="1512" y="7498"/>
                  </a:cubicBezTo>
                  <a:cubicBezTo>
                    <a:pt x="1690" y="7498"/>
                    <a:pt x="1737" y="7441"/>
                    <a:pt x="1765" y="7532"/>
                  </a:cubicBezTo>
                  <a:cubicBezTo>
                    <a:pt x="1793" y="7624"/>
                    <a:pt x="1840" y="7665"/>
                    <a:pt x="1943" y="7673"/>
                  </a:cubicBezTo>
                  <a:cubicBezTo>
                    <a:pt x="2046" y="7681"/>
                    <a:pt x="2037" y="7782"/>
                    <a:pt x="2037" y="7856"/>
                  </a:cubicBezTo>
                  <a:cubicBezTo>
                    <a:pt x="2037" y="7932"/>
                    <a:pt x="2094" y="7998"/>
                    <a:pt x="2187" y="8048"/>
                  </a:cubicBezTo>
                  <a:cubicBezTo>
                    <a:pt x="2281" y="8098"/>
                    <a:pt x="2337" y="8148"/>
                    <a:pt x="2440" y="8164"/>
                  </a:cubicBezTo>
                  <a:cubicBezTo>
                    <a:pt x="2543" y="8181"/>
                    <a:pt x="2675" y="8257"/>
                    <a:pt x="2675" y="8356"/>
                  </a:cubicBezTo>
                  <a:cubicBezTo>
                    <a:pt x="2675" y="8456"/>
                    <a:pt x="2618" y="8547"/>
                    <a:pt x="2731" y="8614"/>
                  </a:cubicBezTo>
                  <a:cubicBezTo>
                    <a:pt x="2844" y="8680"/>
                    <a:pt x="3069" y="8756"/>
                    <a:pt x="3097" y="8813"/>
                  </a:cubicBezTo>
                  <a:cubicBezTo>
                    <a:pt x="3125" y="8863"/>
                    <a:pt x="3238" y="8896"/>
                    <a:pt x="3209" y="9080"/>
                  </a:cubicBezTo>
                  <a:cubicBezTo>
                    <a:pt x="3218" y="9089"/>
                    <a:pt x="3228" y="9089"/>
                    <a:pt x="3238" y="9097"/>
                  </a:cubicBezTo>
                  <a:lnTo>
                    <a:pt x="3247" y="9097"/>
                  </a:lnTo>
                  <a:cubicBezTo>
                    <a:pt x="3247" y="9097"/>
                    <a:pt x="3257" y="9105"/>
                    <a:pt x="3266" y="9113"/>
                  </a:cubicBezTo>
                  <a:cubicBezTo>
                    <a:pt x="3276" y="9121"/>
                    <a:pt x="3285" y="9129"/>
                    <a:pt x="3285" y="9139"/>
                  </a:cubicBezTo>
                  <a:cubicBezTo>
                    <a:pt x="3294" y="9147"/>
                    <a:pt x="3304" y="9155"/>
                    <a:pt x="3304" y="9163"/>
                  </a:cubicBezTo>
                  <a:cubicBezTo>
                    <a:pt x="3341" y="9264"/>
                    <a:pt x="3482" y="9221"/>
                    <a:pt x="3482" y="9321"/>
                  </a:cubicBezTo>
                  <a:cubicBezTo>
                    <a:pt x="3482" y="9421"/>
                    <a:pt x="3556" y="9488"/>
                    <a:pt x="3613" y="9496"/>
                  </a:cubicBezTo>
                  <a:cubicBezTo>
                    <a:pt x="3678" y="9512"/>
                    <a:pt x="3650" y="9612"/>
                    <a:pt x="3762" y="9612"/>
                  </a:cubicBezTo>
                  <a:cubicBezTo>
                    <a:pt x="3876" y="9612"/>
                    <a:pt x="3988" y="9654"/>
                    <a:pt x="4016" y="9580"/>
                  </a:cubicBezTo>
                  <a:cubicBezTo>
                    <a:pt x="4044" y="9496"/>
                    <a:pt x="4091" y="9396"/>
                    <a:pt x="4203" y="9479"/>
                  </a:cubicBezTo>
                  <a:cubicBezTo>
                    <a:pt x="4316" y="9554"/>
                    <a:pt x="4381" y="9596"/>
                    <a:pt x="4467" y="9496"/>
                  </a:cubicBezTo>
                  <a:cubicBezTo>
                    <a:pt x="4551" y="9396"/>
                    <a:pt x="4626" y="9321"/>
                    <a:pt x="4738" y="9496"/>
                  </a:cubicBezTo>
                  <a:cubicBezTo>
                    <a:pt x="4851" y="9679"/>
                    <a:pt x="4869" y="9787"/>
                    <a:pt x="5076" y="9812"/>
                  </a:cubicBezTo>
                  <a:cubicBezTo>
                    <a:pt x="5292" y="9828"/>
                    <a:pt x="5170" y="9995"/>
                    <a:pt x="5292" y="9995"/>
                  </a:cubicBezTo>
                  <a:lnTo>
                    <a:pt x="5310" y="9995"/>
                  </a:lnTo>
                  <a:lnTo>
                    <a:pt x="5320" y="9995"/>
                  </a:lnTo>
                  <a:lnTo>
                    <a:pt x="5329" y="9995"/>
                  </a:lnTo>
                  <a:cubicBezTo>
                    <a:pt x="5329" y="9995"/>
                    <a:pt x="5338" y="9995"/>
                    <a:pt x="5338" y="9987"/>
                  </a:cubicBezTo>
                  <a:lnTo>
                    <a:pt x="5357" y="9987"/>
                  </a:lnTo>
                  <a:cubicBezTo>
                    <a:pt x="5385" y="9971"/>
                    <a:pt x="5404" y="9937"/>
                    <a:pt x="5432" y="9921"/>
                  </a:cubicBezTo>
                  <a:cubicBezTo>
                    <a:pt x="5441" y="9921"/>
                    <a:pt x="5441" y="9911"/>
                    <a:pt x="5451" y="9911"/>
                  </a:cubicBezTo>
                  <a:cubicBezTo>
                    <a:pt x="5460" y="9903"/>
                    <a:pt x="5470" y="9903"/>
                    <a:pt x="5488" y="9895"/>
                  </a:cubicBezTo>
                  <a:lnTo>
                    <a:pt x="5507" y="9895"/>
                  </a:lnTo>
                  <a:lnTo>
                    <a:pt x="5516" y="9895"/>
                  </a:lnTo>
                  <a:lnTo>
                    <a:pt x="5535" y="9895"/>
                  </a:lnTo>
                  <a:lnTo>
                    <a:pt x="5563" y="9895"/>
                  </a:lnTo>
                  <a:cubicBezTo>
                    <a:pt x="5742" y="9921"/>
                    <a:pt x="5929" y="9845"/>
                    <a:pt x="6004" y="9921"/>
                  </a:cubicBezTo>
                  <a:cubicBezTo>
                    <a:pt x="6079" y="9995"/>
                    <a:pt x="6154" y="10028"/>
                    <a:pt x="6221" y="9979"/>
                  </a:cubicBezTo>
                  <a:cubicBezTo>
                    <a:pt x="6277" y="9921"/>
                    <a:pt x="6267" y="9862"/>
                    <a:pt x="6408" y="9862"/>
                  </a:cubicBezTo>
                  <a:cubicBezTo>
                    <a:pt x="6539" y="9862"/>
                    <a:pt x="6651" y="9763"/>
                    <a:pt x="6745" y="9828"/>
                  </a:cubicBezTo>
                  <a:cubicBezTo>
                    <a:pt x="6830" y="9895"/>
                    <a:pt x="6952" y="9911"/>
                    <a:pt x="7092" y="9755"/>
                  </a:cubicBezTo>
                  <a:cubicBezTo>
                    <a:pt x="7102" y="9745"/>
                    <a:pt x="7111" y="9736"/>
                    <a:pt x="7111" y="9728"/>
                  </a:cubicBezTo>
                  <a:cubicBezTo>
                    <a:pt x="7120" y="9728"/>
                    <a:pt x="7120" y="9728"/>
                    <a:pt x="7120" y="9720"/>
                  </a:cubicBezTo>
                  <a:cubicBezTo>
                    <a:pt x="7130" y="9720"/>
                    <a:pt x="7130" y="9712"/>
                    <a:pt x="7139" y="9712"/>
                  </a:cubicBezTo>
                  <a:lnTo>
                    <a:pt x="7139" y="9704"/>
                  </a:lnTo>
                  <a:cubicBezTo>
                    <a:pt x="7149" y="9704"/>
                    <a:pt x="7158" y="9695"/>
                    <a:pt x="7158" y="9695"/>
                  </a:cubicBezTo>
                  <a:cubicBezTo>
                    <a:pt x="7167" y="9687"/>
                    <a:pt x="7177" y="9687"/>
                    <a:pt x="7177" y="9679"/>
                  </a:cubicBezTo>
                  <a:lnTo>
                    <a:pt x="7186" y="9679"/>
                  </a:lnTo>
                  <a:cubicBezTo>
                    <a:pt x="7186" y="9679"/>
                    <a:pt x="7195" y="9679"/>
                    <a:pt x="7195" y="9671"/>
                  </a:cubicBezTo>
                  <a:lnTo>
                    <a:pt x="7205" y="9671"/>
                  </a:lnTo>
                  <a:cubicBezTo>
                    <a:pt x="7233" y="9663"/>
                    <a:pt x="7261" y="9663"/>
                    <a:pt x="7280" y="9654"/>
                  </a:cubicBezTo>
                  <a:lnTo>
                    <a:pt x="7289" y="9654"/>
                  </a:lnTo>
                  <a:lnTo>
                    <a:pt x="7298" y="9645"/>
                  </a:lnTo>
                  <a:cubicBezTo>
                    <a:pt x="7301" y="9642"/>
                    <a:pt x="7305" y="9640"/>
                    <a:pt x="7308" y="9637"/>
                  </a:cubicBezTo>
                  <a:cubicBezTo>
                    <a:pt x="7308" y="9637"/>
                    <a:pt x="7308" y="9629"/>
                    <a:pt x="7317" y="9629"/>
                  </a:cubicBezTo>
                  <a:lnTo>
                    <a:pt x="7317" y="9621"/>
                  </a:lnTo>
                  <a:lnTo>
                    <a:pt x="7326" y="9612"/>
                  </a:lnTo>
                  <a:lnTo>
                    <a:pt x="7326" y="9588"/>
                  </a:lnTo>
                  <a:cubicBezTo>
                    <a:pt x="7365" y="9455"/>
                    <a:pt x="7430" y="9379"/>
                    <a:pt x="7571" y="9379"/>
                  </a:cubicBezTo>
                  <a:cubicBezTo>
                    <a:pt x="7702" y="9379"/>
                    <a:pt x="7758" y="9264"/>
                    <a:pt x="7908" y="9264"/>
                  </a:cubicBezTo>
                  <a:cubicBezTo>
                    <a:pt x="8059" y="9264"/>
                    <a:pt x="8040" y="9313"/>
                    <a:pt x="8096" y="9379"/>
                  </a:cubicBezTo>
                  <a:cubicBezTo>
                    <a:pt x="8143" y="9447"/>
                    <a:pt x="8255" y="9463"/>
                    <a:pt x="8302" y="9455"/>
                  </a:cubicBezTo>
                  <a:lnTo>
                    <a:pt x="8312" y="9455"/>
                  </a:lnTo>
                  <a:cubicBezTo>
                    <a:pt x="8321" y="9355"/>
                    <a:pt x="8321" y="9188"/>
                    <a:pt x="8321" y="9129"/>
                  </a:cubicBezTo>
                  <a:cubicBezTo>
                    <a:pt x="8321" y="9038"/>
                    <a:pt x="8255" y="9038"/>
                    <a:pt x="8078" y="9013"/>
                  </a:cubicBezTo>
                  <a:cubicBezTo>
                    <a:pt x="7899" y="8988"/>
                    <a:pt x="7936" y="8947"/>
                    <a:pt x="7889" y="8888"/>
                  </a:cubicBezTo>
                  <a:cubicBezTo>
                    <a:pt x="7842" y="8830"/>
                    <a:pt x="7824" y="8656"/>
                    <a:pt x="7777" y="8522"/>
                  </a:cubicBezTo>
                  <a:cubicBezTo>
                    <a:pt x="7730" y="8389"/>
                    <a:pt x="7599" y="8240"/>
                    <a:pt x="7468" y="8205"/>
                  </a:cubicBezTo>
                  <a:cubicBezTo>
                    <a:pt x="7336" y="8173"/>
                    <a:pt x="7252" y="8082"/>
                    <a:pt x="7233" y="8006"/>
                  </a:cubicBezTo>
                  <a:cubicBezTo>
                    <a:pt x="7214" y="7932"/>
                    <a:pt x="7205" y="7890"/>
                    <a:pt x="7092" y="7890"/>
                  </a:cubicBezTo>
                  <a:cubicBezTo>
                    <a:pt x="6980" y="7890"/>
                    <a:pt x="6989" y="7806"/>
                    <a:pt x="6952" y="7782"/>
                  </a:cubicBezTo>
                  <a:cubicBezTo>
                    <a:pt x="6914" y="7757"/>
                    <a:pt x="6840" y="7765"/>
                    <a:pt x="6745" y="7765"/>
                  </a:cubicBezTo>
                  <a:cubicBezTo>
                    <a:pt x="6651" y="7765"/>
                    <a:pt x="6595" y="7657"/>
                    <a:pt x="6679" y="7616"/>
                  </a:cubicBezTo>
                  <a:cubicBezTo>
                    <a:pt x="6764" y="7574"/>
                    <a:pt x="6717" y="7498"/>
                    <a:pt x="6745" y="7425"/>
                  </a:cubicBezTo>
                  <a:cubicBezTo>
                    <a:pt x="6774" y="7349"/>
                    <a:pt x="6877" y="7357"/>
                    <a:pt x="6989" y="7407"/>
                  </a:cubicBezTo>
                  <a:cubicBezTo>
                    <a:pt x="7102" y="7457"/>
                    <a:pt x="7223" y="7416"/>
                    <a:pt x="7298" y="7349"/>
                  </a:cubicBezTo>
                  <a:cubicBezTo>
                    <a:pt x="7374" y="7282"/>
                    <a:pt x="7326" y="6891"/>
                    <a:pt x="7317" y="6758"/>
                  </a:cubicBezTo>
                  <a:cubicBezTo>
                    <a:pt x="7308" y="6625"/>
                    <a:pt x="7356" y="6575"/>
                    <a:pt x="7430" y="6509"/>
                  </a:cubicBezTo>
                  <a:cubicBezTo>
                    <a:pt x="7505" y="6442"/>
                    <a:pt x="7459" y="6392"/>
                    <a:pt x="7421" y="6334"/>
                  </a:cubicBezTo>
                  <a:cubicBezTo>
                    <a:pt x="7384" y="6275"/>
                    <a:pt x="7449" y="6193"/>
                    <a:pt x="7468" y="6159"/>
                  </a:cubicBezTo>
                  <a:cubicBezTo>
                    <a:pt x="7487" y="6126"/>
                    <a:pt x="7533" y="6076"/>
                    <a:pt x="7636" y="6084"/>
                  </a:cubicBezTo>
                  <a:cubicBezTo>
                    <a:pt x="7739" y="6093"/>
                    <a:pt x="7655" y="6234"/>
                    <a:pt x="7777" y="6183"/>
                  </a:cubicBezTo>
                  <a:cubicBezTo>
                    <a:pt x="7899" y="6134"/>
                    <a:pt x="7842" y="6027"/>
                    <a:pt x="7805" y="5951"/>
                  </a:cubicBezTo>
                  <a:cubicBezTo>
                    <a:pt x="7768" y="5876"/>
                    <a:pt x="7871" y="5842"/>
                    <a:pt x="7861" y="5776"/>
                  </a:cubicBezTo>
                  <a:cubicBezTo>
                    <a:pt x="7852" y="5710"/>
                    <a:pt x="7880" y="5643"/>
                    <a:pt x="7956" y="5602"/>
                  </a:cubicBezTo>
                  <a:cubicBezTo>
                    <a:pt x="8031" y="5560"/>
                    <a:pt x="8068" y="5435"/>
                    <a:pt x="8143" y="5286"/>
                  </a:cubicBezTo>
                  <a:cubicBezTo>
                    <a:pt x="8218" y="5135"/>
                    <a:pt x="8312" y="5119"/>
                    <a:pt x="8461" y="5119"/>
                  </a:cubicBezTo>
                  <a:cubicBezTo>
                    <a:pt x="8612" y="5119"/>
                    <a:pt x="8556" y="4952"/>
                    <a:pt x="8575" y="4861"/>
                  </a:cubicBezTo>
                  <a:cubicBezTo>
                    <a:pt x="8594" y="4770"/>
                    <a:pt x="8584" y="4720"/>
                    <a:pt x="8659" y="4628"/>
                  </a:cubicBezTo>
                  <a:cubicBezTo>
                    <a:pt x="8668" y="4619"/>
                    <a:pt x="8668" y="4611"/>
                    <a:pt x="8678" y="4603"/>
                  </a:cubicBezTo>
                  <a:lnTo>
                    <a:pt x="8678" y="4595"/>
                  </a:lnTo>
                  <a:cubicBezTo>
                    <a:pt x="8687" y="4587"/>
                    <a:pt x="8687" y="4579"/>
                    <a:pt x="8697" y="4570"/>
                  </a:cubicBezTo>
                  <a:lnTo>
                    <a:pt x="8697" y="4561"/>
                  </a:lnTo>
                  <a:cubicBezTo>
                    <a:pt x="8697" y="4553"/>
                    <a:pt x="8697" y="4545"/>
                    <a:pt x="8706" y="4537"/>
                  </a:cubicBezTo>
                  <a:lnTo>
                    <a:pt x="8706" y="4528"/>
                  </a:lnTo>
                  <a:lnTo>
                    <a:pt x="8706" y="4486"/>
                  </a:lnTo>
                  <a:lnTo>
                    <a:pt x="8715" y="4486"/>
                  </a:lnTo>
                  <a:lnTo>
                    <a:pt x="8715" y="4453"/>
                  </a:lnTo>
                  <a:lnTo>
                    <a:pt x="8715" y="4445"/>
                  </a:lnTo>
                  <a:lnTo>
                    <a:pt x="8715" y="4404"/>
                  </a:lnTo>
                  <a:lnTo>
                    <a:pt x="8715" y="4362"/>
                  </a:lnTo>
                  <a:lnTo>
                    <a:pt x="8715" y="4320"/>
                  </a:lnTo>
                  <a:lnTo>
                    <a:pt x="8715" y="4229"/>
                  </a:lnTo>
                  <a:cubicBezTo>
                    <a:pt x="8715" y="4112"/>
                    <a:pt x="8753" y="3953"/>
                    <a:pt x="8697" y="3863"/>
                  </a:cubicBezTo>
                  <a:cubicBezTo>
                    <a:pt x="8640" y="3771"/>
                    <a:pt x="8697" y="3737"/>
                    <a:pt x="8753" y="3696"/>
                  </a:cubicBezTo>
                  <a:cubicBezTo>
                    <a:pt x="8809" y="3655"/>
                    <a:pt x="8846" y="3580"/>
                    <a:pt x="8846" y="3513"/>
                  </a:cubicBezTo>
                  <a:cubicBezTo>
                    <a:pt x="8846" y="3446"/>
                    <a:pt x="8893" y="3388"/>
                    <a:pt x="8940" y="3322"/>
                  </a:cubicBezTo>
                  <a:cubicBezTo>
                    <a:pt x="8987" y="3255"/>
                    <a:pt x="9062" y="3172"/>
                    <a:pt x="9034" y="3105"/>
                  </a:cubicBezTo>
                  <a:cubicBezTo>
                    <a:pt x="9005" y="3038"/>
                    <a:pt x="9024" y="2938"/>
                    <a:pt x="9034" y="2848"/>
                  </a:cubicBezTo>
                  <a:cubicBezTo>
                    <a:pt x="9043" y="2756"/>
                    <a:pt x="9099" y="2756"/>
                    <a:pt x="9203" y="2740"/>
                  </a:cubicBezTo>
                  <a:cubicBezTo>
                    <a:pt x="9306" y="2722"/>
                    <a:pt x="9344" y="2714"/>
                    <a:pt x="9344" y="2640"/>
                  </a:cubicBezTo>
                  <a:cubicBezTo>
                    <a:pt x="9344" y="2565"/>
                    <a:pt x="9390" y="2540"/>
                    <a:pt x="9475" y="2540"/>
                  </a:cubicBezTo>
                  <a:cubicBezTo>
                    <a:pt x="9559" y="2540"/>
                    <a:pt x="9653" y="2465"/>
                    <a:pt x="9775" y="2431"/>
                  </a:cubicBezTo>
                  <a:cubicBezTo>
                    <a:pt x="9897" y="2398"/>
                    <a:pt x="9934" y="2298"/>
                    <a:pt x="9934" y="2248"/>
                  </a:cubicBezTo>
                  <a:cubicBezTo>
                    <a:pt x="9934" y="2223"/>
                    <a:pt x="9963" y="2198"/>
                    <a:pt x="10000" y="2165"/>
                  </a:cubicBezTo>
                  <a:cubicBezTo>
                    <a:pt x="9972" y="2133"/>
                    <a:pt x="9944" y="2106"/>
                    <a:pt x="9916" y="2082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114" name="Freeform 113"/>
            <p:cNvSpPr>
              <a:spLocks noEditPoints="1"/>
            </p:cNvSpPr>
            <p:nvPr/>
          </p:nvSpPr>
          <p:spPr bwMode="auto">
            <a:xfrm>
              <a:off x="6094413" y="3321051"/>
              <a:ext cx="131763" cy="112713"/>
            </a:xfrm>
            <a:custGeom>
              <a:avLst/>
              <a:gdLst>
                <a:gd name="T0" fmla="*/ 7 w 146"/>
                <a:gd name="T1" fmla="*/ 36 h 124"/>
                <a:gd name="T2" fmla="*/ 0 w 146"/>
                <a:gd name="T3" fmla="*/ 21 h 124"/>
                <a:gd name="T4" fmla="*/ 2 w 146"/>
                <a:gd name="T5" fmla="*/ 6 h 124"/>
                <a:gd name="T6" fmla="*/ 15 w 146"/>
                <a:gd name="T7" fmla="*/ 9 h 124"/>
                <a:gd name="T8" fmla="*/ 21 w 146"/>
                <a:gd name="T9" fmla="*/ 28 h 124"/>
                <a:gd name="T10" fmla="*/ 27 w 146"/>
                <a:gd name="T11" fmla="*/ 42 h 124"/>
                <a:gd name="T12" fmla="*/ 20 w 146"/>
                <a:gd name="T13" fmla="*/ 49 h 124"/>
                <a:gd name="T14" fmla="*/ 7 w 146"/>
                <a:gd name="T15" fmla="*/ 36 h 124"/>
                <a:gd name="T16" fmla="*/ 49 w 146"/>
                <a:gd name="T17" fmla="*/ 77 h 124"/>
                <a:gd name="T18" fmla="*/ 41 w 146"/>
                <a:gd name="T19" fmla="*/ 66 h 124"/>
                <a:gd name="T20" fmla="*/ 35 w 146"/>
                <a:gd name="T21" fmla="*/ 78 h 124"/>
                <a:gd name="T22" fmla="*/ 49 w 146"/>
                <a:gd name="T23" fmla="*/ 77 h 124"/>
                <a:gd name="T24" fmla="*/ 92 w 146"/>
                <a:gd name="T25" fmla="*/ 71 h 124"/>
                <a:gd name="T26" fmla="*/ 99 w 146"/>
                <a:gd name="T27" fmla="*/ 58 h 124"/>
                <a:gd name="T28" fmla="*/ 109 w 146"/>
                <a:gd name="T29" fmla="*/ 50 h 124"/>
                <a:gd name="T30" fmla="*/ 94 w 146"/>
                <a:gd name="T31" fmla="*/ 44 h 124"/>
                <a:gd name="T32" fmla="*/ 80 w 146"/>
                <a:gd name="T33" fmla="*/ 59 h 124"/>
                <a:gd name="T34" fmla="*/ 72 w 146"/>
                <a:gd name="T35" fmla="*/ 73 h 124"/>
                <a:gd name="T36" fmla="*/ 92 w 146"/>
                <a:gd name="T37" fmla="*/ 71 h 124"/>
                <a:gd name="T38" fmla="*/ 117 w 146"/>
                <a:gd name="T39" fmla="*/ 119 h 124"/>
                <a:gd name="T40" fmla="*/ 136 w 146"/>
                <a:gd name="T41" fmla="*/ 107 h 124"/>
                <a:gd name="T42" fmla="*/ 134 w 146"/>
                <a:gd name="T43" fmla="*/ 89 h 124"/>
                <a:gd name="T44" fmla="*/ 121 w 146"/>
                <a:gd name="T45" fmla="*/ 103 h 124"/>
                <a:gd name="T46" fmla="*/ 117 w 146"/>
                <a:gd name="T47" fmla="*/ 119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46" h="124">
                  <a:moveTo>
                    <a:pt x="7" y="36"/>
                  </a:moveTo>
                  <a:cubicBezTo>
                    <a:pt x="2" y="32"/>
                    <a:pt x="0" y="27"/>
                    <a:pt x="0" y="21"/>
                  </a:cubicBezTo>
                  <a:cubicBezTo>
                    <a:pt x="0" y="15"/>
                    <a:pt x="2" y="6"/>
                    <a:pt x="2" y="6"/>
                  </a:cubicBezTo>
                  <a:cubicBezTo>
                    <a:pt x="4" y="0"/>
                    <a:pt x="12" y="6"/>
                    <a:pt x="15" y="9"/>
                  </a:cubicBezTo>
                  <a:cubicBezTo>
                    <a:pt x="19" y="13"/>
                    <a:pt x="16" y="24"/>
                    <a:pt x="21" y="28"/>
                  </a:cubicBezTo>
                  <a:cubicBezTo>
                    <a:pt x="27" y="32"/>
                    <a:pt x="27" y="36"/>
                    <a:pt x="27" y="42"/>
                  </a:cubicBezTo>
                  <a:cubicBezTo>
                    <a:pt x="27" y="48"/>
                    <a:pt x="26" y="52"/>
                    <a:pt x="20" y="49"/>
                  </a:cubicBezTo>
                  <a:cubicBezTo>
                    <a:pt x="13" y="47"/>
                    <a:pt x="13" y="40"/>
                    <a:pt x="7" y="36"/>
                  </a:cubicBezTo>
                  <a:close/>
                  <a:moveTo>
                    <a:pt x="49" y="77"/>
                  </a:moveTo>
                  <a:cubicBezTo>
                    <a:pt x="51" y="74"/>
                    <a:pt x="54" y="62"/>
                    <a:pt x="41" y="66"/>
                  </a:cubicBezTo>
                  <a:cubicBezTo>
                    <a:pt x="41" y="66"/>
                    <a:pt x="31" y="73"/>
                    <a:pt x="35" y="78"/>
                  </a:cubicBezTo>
                  <a:cubicBezTo>
                    <a:pt x="38" y="82"/>
                    <a:pt x="47" y="81"/>
                    <a:pt x="49" y="77"/>
                  </a:cubicBezTo>
                  <a:close/>
                  <a:moveTo>
                    <a:pt x="92" y="71"/>
                  </a:moveTo>
                  <a:cubicBezTo>
                    <a:pt x="94" y="65"/>
                    <a:pt x="91" y="58"/>
                    <a:pt x="99" y="58"/>
                  </a:cubicBezTo>
                  <a:cubicBezTo>
                    <a:pt x="108" y="58"/>
                    <a:pt x="109" y="54"/>
                    <a:pt x="109" y="50"/>
                  </a:cubicBezTo>
                  <a:cubicBezTo>
                    <a:pt x="108" y="45"/>
                    <a:pt x="101" y="40"/>
                    <a:pt x="94" y="44"/>
                  </a:cubicBezTo>
                  <a:cubicBezTo>
                    <a:pt x="88" y="49"/>
                    <a:pt x="92" y="55"/>
                    <a:pt x="80" y="59"/>
                  </a:cubicBezTo>
                  <a:cubicBezTo>
                    <a:pt x="80" y="59"/>
                    <a:pt x="66" y="66"/>
                    <a:pt x="72" y="73"/>
                  </a:cubicBezTo>
                  <a:cubicBezTo>
                    <a:pt x="77" y="80"/>
                    <a:pt x="91" y="76"/>
                    <a:pt x="92" y="71"/>
                  </a:cubicBezTo>
                  <a:close/>
                  <a:moveTo>
                    <a:pt x="117" y="119"/>
                  </a:moveTo>
                  <a:cubicBezTo>
                    <a:pt x="122" y="124"/>
                    <a:pt x="134" y="116"/>
                    <a:pt x="136" y="107"/>
                  </a:cubicBezTo>
                  <a:cubicBezTo>
                    <a:pt x="139" y="97"/>
                    <a:pt x="146" y="76"/>
                    <a:pt x="134" y="89"/>
                  </a:cubicBezTo>
                  <a:cubicBezTo>
                    <a:pt x="134" y="89"/>
                    <a:pt x="131" y="97"/>
                    <a:pt x="121" y="103"/>
                  </a:cubicBezTo>
                  <a:cubicBezTo>
                    <a:pt x="112" y="108"/>
                    <a:pt x="112" y="115"/>
                    <a:pt x="117" y="119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15" name="Freeform 114"/>
            <p:cNvSpPr>
              <a:spLocks/>
            </p:cNvSpPr>
            <p:nvPr/>
          </p:nvSpPr>
          <p:spPr bwMode="auto">
            <a:xfrm>
              <a:off x="6100763" y="3362326"/>
              <a:ext cx="430213" cy="835025"/>
            </a:xfrm>
            <a:custGeom>
              <a:avLst/>
              <a:gdLst>
                <a:gd name="T0" fmla="*/ 436 w 474"/>
                <a:gd name="T1" fmla="*/ 108 h 917"/>
                <a:gd name="T2" fmla="*/ 403 w 474"/>
                <a:gd name="T3" fmla="*/ 34 h 917"/>
                <a:gd name="T4" fmla="*/ 375 w 474"/>
                <a:gd name="T5" fmla="*/ 7 h 917"/>
                <a:gd name="T6" fmla="*/ 352 w 474"/>
                <a:gd name="T7" fmla="*/ 34 h 917"/>
                <a:gd name="T8" fmla="*/ 352 w 474"/>
                <a:gd name="T9" fmla="*/ 84 h 917"/>
                <a:gd name="T10" fmla="*/ 324 w 474"/>
                <a:gd name="T11" fmla="*/ 98 h 917"/>
                <a:gd name="T12" fmla="*/ 308 w 474"/>
                <a:gd name="T13" fmla="*/ 105 h 917"/>
                <a:gd name="T14" fmla="*/ 304 w 474"/>
                <a:gd name="T15" fmla="*/ 141 h 917"/>
                <a:gd name="T16" fmla="*/ 300 w 474"/>
                <a:gd name="T17" fmla="*/ 185 h 917"/>
                <a:gd name="T18" fmla="*/ 261 w 474"/>
                <a:gd name="T19" fmla="*/ 188 h 917"/>
                <a:gd name="T20" fmla="*/ 222 w 474"/>
                <a:gd name="T21" fmla="*/ 221 h 917"/>
                <a:gd name="T22" fmla="*/ 174 w 474"/>
                <a:gd name="T23" fmla="*/ 256 h 917"/>
                <a:gd name="T24" fmla="*/ 114 w 474"/>
                <a:gd name="T25" fmla="*/ 267 h 917"/>
                <a:gd name="T26" fmla="*/ 71 w 474"/>
                <a:gd name="T27" fmla="*/ 284 h 917"/>
                <a:gd name="T28" fmla="*/ 43 w 474"/>
                <a:gd name="T29" fmla="*/ 360 h 917"/>
                <a:gd name="T30" fmla="*/ 58 w 474"/>
                <a:gd name="T31" fmla="*/ 441 h 917"/>
                <a:gd name="T32" fmla="*/ 79 w 474"/>
                <a:gd name="T33" fmla="*/ 508 h 917"/>
                <a:gd name="T34" fmla="*/ 52 w 474"/>
                <a:gd name="T35" fmla="*/ 579 h 917"/>
                <a:gd name="T36" fmla="*/ 15 w 474"/>
                <a:gd name="T37" fmla="*/ 631 h 917"/>
                <a:gd name="T38" fmla="*/ 6 w 474"/>
                <a:gd name="T39" fmla="*/ 706 h 917"/>
                <a:gd name="T40" fmla="*/ 32 w 474"/>
                <a:gd name="T41" fmla="*/ 764 h 917"/>
                <a:gd name="T42" fmla="*/ 26 w 474"/>
                <a:gd name="T43" fmla="*/ 819 h 917"/>
                <a:gd name="T44" fmla="*/ 68 w 474"/>
                <a:gd name="T45" fmla="*/ 878 h 917"/>
                <a:gd name="T46" fmla="*/ 156 w 474"/>
                <a:gd name="T47" fmla="*/ 904 h 917"/>
                <a:gd name="T48" fmla="*/ 222 w 474"/>
                <a:gd name="T49" fmla="*/ 876 h 917"/>
                <a:gd name="T50" fmla="*/ 267 w 474"/>
                <a:gd name="T51" fmla="*/ 808 h 917"/>
                <a:gd name="T52" fmla="*/ 321 w 474"/>
                <a:gd name="T53" fmla="*/ 649 h 917"/>
                <a:gd name="T54" fmla="*/ 367 w 474"/>
                <a:gd name="T55" fmla="*/ 501 h 917"/>
                <a:gd name="T56" fmla="*/ 408 w 474"/>
                <a:gd name="T57" fmla="*/ 335 h 917"/>
                <a:gd name="T58" fmla="*/ 410 w 474"/>
                <a:gd name="T59" fmla="*/ 259 h 917"/>
                <a:gd name="T60" fmla="*/ 443 w 474"/>
                <a:gd name="T61" fmla="*/ 258 h 917"/>
                <a:gd name="T62" fmla="*/ 462 w 474"/>
                <a:gd name="T63" fmla="*/ 233 h 917"/>
                <a:gd name="T64" fmla="*/ 443 w 474"/>
                <a:gd name="T65" fmla="*/ 167 h 9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474" h="917">
                  <a:moveTo>
                    <a:pt x="443" y="167"/>
                  </a:moveTo>
                  <a:cubicBezTo>
                    <a:pt x="444" y="148"/>
                    <a:pt x="439" y="130"/>
                    <a:pt x="436" y="108"/>
                  </a:cubicBezTo>
                  <a:cubicBezTo>
                    <a:pt x="433" y="86"/>
                    <a:pt x="430" y="76"/>
                    <a:pt x="421" y="61"/>
                  </a:cubicBezTo>
                  <a:cubicBezTo>
                    <a:pt x="412" y="46"/>
                    <a:pt x="403" y="43"/>
                    <a:pt x="403" y="34"/>
                  </a:cubicBezTo>
                  <a:cubicBezTo>
                    <a:pt x="403" y="25"/>
                    <a:pt x="391" y="21"/>
                    <a:pt x="391" y="14"/>
                  </a:cubicBezTo>
                  <a:cubicBezTo>
                    <a:pt x="391" y="7"/>
                    <a:pt x="375" y="0"/>
                    <a:pt x="375" y="7"/>
                  </a:cubicBezTo>
                  <a:cubicBezTo>
                    <a:pt x="375" y="14"/>
                    <a:pt x="376" y="26"/>
                    <a:pt x="369" y="28"/>
                  </a:cubicBezTo>
                  <a:cubicBezTo>
                    <a:pt x="362" y="30"/>
                    <a:pt x="345" y="25"/>
                    <a:pt x="352" y="34"/>
                  </a:cubicBezTo>
                  <a:cubicBezTo>
                    <a:pt x="359" y="43"/>
                    <a:pt x="359" y="48"/>
                    <a:pt x="359" y="60"/>
                  </a:cubicBezTo>
                  <a:cubicBezTo>
                    <a:pt x="359" y="72"/>
                    <a:pt x="357" y="72"/>
                    <a:pt x="352" y="84"/>
                  </a:cubicBezTo>
                  <a:cubicBezTo>
                    <a:pt x="347" y="96"/>
                    <a:pt x="342" y="97"/>
                    <a:pt x="334" y="92"/>
                  </a:cubicBezTo>
                  <a:cubicBezTo>
                    <a:pt x="326" y="87"/>
                    <a:pt x="318" y="91"/>
                    <a:pt x="324" y="98"/>
                  </a:cubicBezTo>
                  <a:cubicBezTo>
                    <a:pt x="330" y="105"/>
                    <a:pt x="334" y="114"/>
                    <a:pt x="323" y="114"/>
                  </a:cubicBezTo>
                  <a:cubicBezTo>
                    <a:pt x="312" y="114"/>
                    <a:pt x="323" y="104"/>
                    <a:pt x="308" y="105"/>
                  </a:cubicBezTo>
                  <a:cubicBezTo>
                    <a:pt x="293" y="106"/>
                    <a:pt x="285" y="116"/>
                    <a:pt x="293" y="123"/>
                  </a:cubicBezTo>
                  <a:cubicBezTo>
                    <a:pt x="301" y="130"/>
                    <a:pt x="307" y="134"/>
                    <a:pt x="304" y="141"/>
                  </a:cubicBezTo>
                  <a:cubicBezTo>
                    <a:pt x="301" y="148"/>
                    <a:pt x="284" y="143"/>
                    <a:pt x="284" y="154"/>
                  </a:cubicBezTo>
                  <a:cubicBezTo>
                    <a:pt x="284" y="165"/>
                    <a:pt x="315" y="191"/>
                    <a:pt x="300" y="185"/>
                  </a:cubicBezTo>
                  <a:cubicBezTo>
                    <a:pt x="285" y="179"/>
                    <a:pt x="287" y="176"/>
                    <a:pt x="279" y="178"/>
                  </a:cubicBezTo>
                  <a:cubicBezTo>
                    <a:pt x="271" y="180"/>
                    <a:pt x="264" y="175"/>
                    <a:pt x="261" y="188"/>
                  </a:cubicBezTo>
                  <a:cubicBezTo>
                    <a:pt x="258" y="201"/>
                    <a:pt x="260" y="203"/>
                    <a:pt x="248" y="206"/>
                  </a:cubicBezTo>
                  <a:cubicBezTo>
                    <a:pt x="236" y="209"/>
                    <a:pt x="227" y="212"/>
                    <a:pt x="222" y="221"/>
                  </a:cubicBezTo>
                  <a:cubicBezTo>
                    <a:pt x="217" y="230"/>
                    <a:pt x="200" y="222"/>
                    <a:pt x="195" y="235"/>
                  </a:cubicBezTo>
                  <a:cubicBezTo>
                    <a:pt x="190" y="248"/>
                    <a:pt x="196" y="256"/>
                    <a:pt x="174" y="256"/>
                  </a:cubicBezTo>
                  <a:cubicBezTo>
                    <a:pt x="152" y="256"/>
                    <a:pt x="149" y="259"/>
                    <a:pt x="144" y="266"/>
                  </a:cubicBezTo>
                  <a:cubicBezTo>
                    <a:pt x="139" y="273"/>
                    <a:pt x="123" y="256"/>
                    <a:pt x="114" y="267"/>
                  </a:cubicBezTo>
                  <a:cubicBezTo>
                    <a:pt x="105" y="278"/>
                    <a:pt x="107" y="278"/>
                    <a:pt x="95" y="278"/>
                  </a:cubicBezTo>
                  <a:cubicBezTo>
                    <a:pt x="83" y="278"/>
                    <a:pt x="72" y="266"/>
                    <a:pt x="71" y="284"/>
                  </a:cubicBezTo>
                  <a:cubicBezTo>
                    <a:pt x="70" y="302"/>
                    <a:pt x="79" y="314"/>
                    <a:pt x="66" y="327"/>
                  </a:cubicBezTo>
                  <a:cubicBezTo>
                    <a:pt x="53" y="340"/>
                    <a:pt x="43" y="335"/>
                    <a:pt x="43" y="360"/>
                  </a:cubicBezTo>
                  <a:cubicBezTo>
                    <a:pt x="43" y="360"/>
                    <a:pt x="40" y="398"/>
                    <a:pt x="51" y="407"/>
                  </a:cubicBezTo>
                  <a:cubicBezTo>
                    <a:pt x="62" y="416"/>
                    <a:pt x="49" y="435"/>
                    <a:pt x="58" y="441"/>
                  </a:cubicBezTo>
                  <a:cubicBezTo>
                    <a:pt x="67" y="447"/>
                    <a:pt x="58" y="468"/>
                    <a:pt x="68" y="475"/>
                  </a:cubicBezTo>
                  <a:cubicBezTo>
                    <a:pt x="78" y="482"/>
                    <a:pt x="80" y="492"/>
                    <a:pt x="79" y="508"/>
                  </a:cubicBezTo>
                  <a:cubicBezTo>
                    <a:pt x="78" y="524"/>
                    <a:pt x="77" y="537"/>
                    <a:pt x="68" y="549"/>
                  </a:cubicBezTo>
                  <a:cubicBezTo>
                    <a:pt x="59" y="561"/>
                    <a:pt x="56" y="566"/>
                    <a:pt x="52" y="579"/>
                  </a:cubicBezTo>
                  <a:cubicBezTo>
                    <a:pt x="48" y="592"/>
                    <a:pt x="39" y="591"/>
                    <a:pt x="33" y="603"/>
                  </a:cubicBezTo>
                  <a:cubicBezTo>
                    <a:pt x="27" y="615"/>
                    <a:pt x="15" y="619"/>
                    <a:pt x="15" y="631"/>
                  </a:cubicBezTo>
                  <a:cubicBezTo>
                    <a:pt x="15" y="643"/>
                    <a:pt x="8" y="653"/>
                    <a:pt x="4" y="664"/>
                  </a:cubicBezTo>
                  <a:cubicBezTo>
                    <a:pt x="0" y="675"/>
                    <a:pt x="4" y="690"/>
                    <a:pt x="6" y="706"/>
                  </a:cubicBezTo>
                  <a:cubicBezTo>
                    <a:pt x="8" y="722"/>
                    <a:pt x="10" y="726"/>
                    <a:pt x="19" y="736"/>
                  </a:cubicBezTo>
                  <a:cubicBezTo>
                    <a:pt x="28" y="746"/>
                    <a:pt x="42" y="752"/>
                    <a:pt x="32" y="764"/>
                  </a:cubicBezTo>
                  <a:cubicBezTo>
                    <a:pt x="22" y="776"/>
                    <a:pt x="22" y="768"/>
                    <a:pt x="22" y="783"/>
                  </a:cubicBezTo>
                  <a:cubicBezTo>
                    <a:pt x="22" y="798"/>
                    <a:pt x="7" y="804"/>
                    <a:pt x="26" y="819"/>
                  </a:cubicBezTo>
                  <a:cubicBezTo>
                    <a:pt x="45" y="834"/>
                    <a:pt x="43" y="839"/>
                    <a:pt x="47" y="851"/>
                  </a:cubicBezTo>
                  <a:cubicBezTo>
                    <a:pt x="51" y="863"/>
                    <a:pt x="56" y="873"/>
                    <a:pt x="68" y="878"/>
                  </a:cubicBezTo>
                  <a:cubicBezTo>
                    <a:pt x="80" y="883"/>
                    <a:pt x="92" y="886"/>
                    <a:pt x="110" y="898"/>
                  </a:cubicBezTo>
                  <a:cubicBezTo>
                    <a:pt x="128" y="910"/>
                    <a:pt x="151" y="917"/>
                    <a:pt x="156" y="904"/>
                  </a:cubicBezTo>
                  <a:cubicBezTo>
                    <a:pt x="161" y="891"/>
                    <a:pt x="178" y="890"/>
                    <a:pt x="189" y="884"/>
                  </a:cubicBezTo>
                  <a:cubicBezTo>
                    <a:pt x="200" y="878"/>
                    <a:pt x="213" y="876"/>
                    <a:pt x="222" y="876"/>
                  </a:cubicBezTo>
                  <a:cubicBezTo>
                    <a:pt x="231" y="876"/>
                    <a:pt x="243" y="875"/>
                    <a:pt x="250" y="857"/>
                  </a:cubicBezTo>
                  <a:cubicBezTo>
                    <a:pt x="257" y="839"/>
                    <a:pt x="257" y="827"/>
                    <a:pt x="267" y="808"/>
                  </a:cubicBezTo>
                  <a:cubicBezTo>
                    <a:pt x="277" y="789"/>
                    <a:pt x="283" y="769"/>
                    <a:pt x="288" y="753"/>
                  </a:cubicBezTo>
                  <a:cubicBezTo>
                    <a:pt x="293" y="737"/>
                    <a:pt x="319" y="670"/>
                    <a:pt x="321" y="649"/>
                  </a:cubicBezTo>
                  <a:cubicBezTo>
                    <a:pt x="323" y="628"/>
                    <a:pt x="325" y="596"/>
                    <a:pt x="335" y="575"/>
                  </a:cubicBezTo>
                  <a:cubicBezTo>
                    <a:pt x="345" y="554"/>
                    <a:pt x="363" y="519"/>
                    <a:pt x="367" y="501"/>
                  </a:cubicBezTo>
                  <a:cubicBezTo>
                    <a:pt x="371" y="483"/>
                    <a:pt x="392" y="445"/>
                    <a:pt x="393" y="409"/>
                  </a:cubicBezTo>
                  <a:cubicBezTo>
                    <a:pt x="394" y="373"/>
                    <a:pt x="398" y="350"/>
                    <a:pt x="408" y="335"/>
                  </a:cubicBezTo>
                  <a:cubicBezTo>
                    <a:pt x="418" y="320"/>
                    <a:pt x="429" y="305"/>
                    <a:pt x="424" y="293"/>
                  </a:cubicBezTo>
                  <a:cubicBezTo>
                    <a:pt x="419" y="281"/>
                    <a:pt x="410" y="275"/>
                    <a:pt x="410" y="259"/>
                  </a:cubicBezTo>
                  <a:cubicBezTo>
                    <a:pt x="410" y="243"/>
                    <a:pt x="422" y="220"/>
                    <a:pt x="428" y="237"/>
                  </a:cubicBezTo>
                  <a:cubicBezTo>
                    <a:pt x="434" y="254"/>
                    <a:pt x="433" y="258"/>
                    <a:pt x="443" y="258"/>
                  </a:cubicBezTo>
                  <a:cubicBezTo>
                    <a:pt x="453" y="258"/>
                    <a:pt x="459" y="260"/>
                    <a:pt x="456" y="249"/>
                  </a:cubicBezTo>
                  <a:cubicBezTo>
                    <a:pt x="453" y="238"/>
                    <a:pt x="450" y="235"/>
                    <a:pt x="462" y="233"/>
                  </a:cubicBezTo>
                  <a:cubicBezTo>
                    <a:pt x="474" y="231"/>
                    <a:pt x="463" y="214"/>
                    <a:pt x="453" y="201"/>
                  </a:cubicBezTo>
                  <a:cubicBezTo>
                    <a:pt x="443" y="188"/>
                    <a:pt x="442" y="186"/>
                    <a:pt x="443" y="167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16" name="Freeform 115"/>
            <p:cNvSpPr>
              <a:spLocks/>
            </p:cNvSpPr>
            <p:nvPr/>
          </p:nvSpPr>
          <p:spPr bwMode="auto">
            <a:xfrm>
              <a:off x="4276725" y="3651251"/>
              <a:ext cx="777875" cy="747713"/>
            </a:xfrm>
            <a:custGeom>
              <a:avLst/>
              <a:gdLst>
                <a:gd name="T0" fmla="*/ 356 w 856"/>
                <a:gd name="T1" fmla="*/ 777 h 821"/>
                <a:gd name="T2" fmla="*/ 402 w 856"/>
                <a:gd name="T3" fmla="*/ 813 h 821"/>
                <a:gd name="T4" fmla="*/ 482 w 856"/>
                <a:gd name="T5" fmla="*/ 808 h 821"/>
                <a:gd name="T6" fmla="*/ 523 w 856"/>
                <a:gd name="T7" fmla="*/ 765 h 821"/>
                <a:gd name="T8" fmla="*/ 523 w 856"/>
                <a:gd name="T9" fmla="*/ 763 h 821"/>
                <a:gd name="T10" fmla="*/ 523 w 856"/>
                <a:gd name="T11" fmla="*/ 761 h 821"/>
                <a:gd name="T12" fmla="*/ 523 w 856"/>
                <a:gd name="T13" fmla="*/ 758 h 821"/>
                <a:gd name="T14" fmla="*/ 523 w 856"/>
                <a:gd name="T15" fmla="*/ 755 h 821"/>
                <a:gd name="T16" fmla="*/ 523 w 856"/>
                <a:gd name="T17" fmla="*/ 751 h 821"/>
                <a:gd name="T18" fmla="*/ 523 w 856"/>
                <a:gd name="T19" fmla="*/ 747 h 821"/>
                <a:gd name="T20" fmla="*/ 523 w 856"/>
                <a:gd name="T21" fmla="*/ 743 h 821"/>
                <a:gd name="T22" fmla="*/ 524 w 856"/>
                <a:gd name="T23" fmla="*/ 403 h 821"/>
                <a:gd name="T24" fmla="*/ 524 w 856"/>
                <a:gd name="T25" fmla="*/ 393 h 821"/>
                <a:gd name="T26" fmla="*/ 524 w 856"/>
                <a:gd name="T27" fmla="*/ 385 h 821"/>
                <a:gd name="T28" fmla="*/ 524 w 856"/>
                <a:gd name="T29" fmla="*/ 381 h 821"/>
                <a:gd name="T30" fmla="*/ 524 w 856"/>
                <a:gd name="T31" fmla="*/ 377 h 821"/>
                <a:gd name="T32" fmla="*/ 584 w 856"/>
                <a:gd name="T33" fmla="*/ 339 h 821"/>
                <a:gd name="T34" fmla="*/ 644 w 856"/>
                <a:gd name="T35" fmla="*/ 92 h 821"/>
                <a:gd name="T36" fmla="*/ 739 w 856"/>
                <a:gd name="T37" fmla="*/ 84 h 821"/>
                <a:gd name="T38" fmla="*/ 795 w 856"/>
                <a:gd name="T39" fmla="*/ 80 h 821"/>
                <a:gd name="T40" fmla="*/ 856 w 856"/>
                <a:gd name="T41" fmla="*/ 66 h 821"/>
                <a:gd name="T42" fmla="*/ 766 w 856"/>
                <a:gd name="T43" fmla="*/ 51 h 821"/>
                <a:gd name="T44" fmla="*/ 761 w 856"/>
                <a:gd name="T45" fmla="*/ 53 h 821"/>
                <a:gd name="T46" fmla="*/ 756 w 856"/>
                <a:gd name="T47" fmla="*/ 55 h 821"/>
                <a:gd name="T48" fmla="*/ 752 w 856"/>
                <a:gd name="T49" fmla="*/ 55 h 821"/>
                <a:gd name="T50" fmla="*/ 746 w 856"/>
                <a:gd name="T51" fmla="*/ 56 h 821"/>
                <a:gd name="T52" fmla="*/ 731 w 856"/>
                <a:gd name="T53" fmla="*/ 57 h 821"/>
                <a:gd name="T54" fmla="*/ 719 w 856"/>
                <a:gd name="T55" fmla="*/ 59 h 821"/>
                <a:gd name="T56" fmla="*/ 552 w 856"/>
                <a:gd name="T57" fmla="*/ 71 h 821"/>
                <a:gd name="T58" fmla="*/ 423 w 856"/>
                <a:gd name="T59" fmla="*/ 36 h 821"/>
                <a:gd name="T60" fmla="*/ 112 w 856"/>
                <a:gd name="T61" fmla="*/ 16 h 821"/>
                <a:gd name="T62" fmla="*/ 36 w 856"/>
                <a:gd name="T63" fmla="*/ 28 h 821"/>
                <a:gd name="T64" fmla="*/ 1 w 856"/>
                <a:gd name="T65" fmla="*/ 22 h 821"/>
                <a:gd name="T66" fmla="*/ 59 w 856"/>
                <a:gd name="T67" fmla="*/ 152 h 821"/>
                <a:gd name="T68" fmla="*/ 102 w 856"/>
                <a:gd name="T69" fmla="*/ 257 h 821"/>
                <a:gd name="T70" fmla="*/ 169 w 856"/>
                <a:gd name="T71" fmla="*/ 365 h 821"/>
                <a:gd name="T72" fmla="*/ 182 w 856"/>
                <a:gd name="T73" fmla="*/ 501 h 821"/>
                <a:gd name="T74" fmla="*/ 206 w 856"/>
                <a:gd name="T75" fmla="*/ 633 h 821"/>
                <a:gd name="T76" fmla="*/ 262 w 856"/>
                <a:gd name="T77" fmla="*/ 748 h 821"/>
                <a:gd name="T78" fmla="*/ 314 w 856"/>
                <a:gd name="T79" fmla="*/ 785 h 8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856" h="821">
                  <a:moveTo>
                    <a:pt x="334" y="759"/>
                  </a:moveTo>
                  <a:cubicBezTo>
                    <a:pt x="354" y="763"/>
                    <a:pt x="354" y="761"/>
                    <a:pt x="356" y="777"/>
                  </a:cubicBezTo>
                  <a:cubicBezTo>
                    <a:pt x="359" y="793"/>
                    <a:pt x="351" y="804"/>
                    <a:pt x="370" y="807"/>
                  </a:cubicBezTo>
                  <a:cubicBezTo>
                    <a:pt x="388" y="809"/>
                    <a:pt x="394" y="805"/>
                    <a:pt x="402" y="813"/>
                  </a:cubicBezTo>
                  <a:cubicBezTo>
                    <a:pt x="410" y="821"/>
                    <a:pt x="430" y="811"/>
                    <a:pt x="444" y="813"/>
                  </a:cubicBezTo>
                  <a:cubicBezTo>
                    <a:pt x="459" y="816"/>
                    <a:pt x="475" y="819"/>
                    <a:pt x="482" y="808"/>
                  </a:cubicBezTo>
                  <a:cubicBezTo>
                    <a:pt x="488" y="797"/>
                    <a:pt x="496" y="787"/>
                    <a:pt x="508" y="788"/>
                  </a:cubicBezTo>
                  <a:cubicBezTo>
                    <a:pt x="520" y="789"/>
                    <a:pt x="522" y="792"/>
                    <a:pt x="523" y="765"/>
                  </a:cubicBezTo>
                  <a:cubicBezTo>
                    <a:pt x="523" y="764"/>
                    <a:pt x="523" y="764"/>
                    <a:pt x="523" y="764"/>
                  </a:cubicBezTo>
                  <a:cubicBezTo>
                    <a:pt x="523" y="763"/>
                    <a:pt x="523" y="763"/>
                    <a:pt x="523" y="763"/>
                  </a:cubicBezTo>
                  <a:cubicBezTo>
                    <a:pt x="523" y="762"/>
                    <a:pt x="523" y="762"/>
                    <a:pt x="523" y="762"/>
                  </a:cubicBezTo>
                  <a:cubicBezTo>
                    <a:pt x="523" y="761"/>
                    <a:pt x="523" y="761"/>
                    <a:pt x="523" y="761"/>
                  </a:cubicBezTo>
                  <a:cubicBezTo>
                    <a:pt x="523" y="760"/>
                    <a:pt x="523" y="760"/>
                    <a:pt x="523" y="759"/>
                  </a:cubicBezTo>
                  <a:cubicBezTo>
                    <a:pt x="523" y="758"/>
                    <a:pt x="523" y="758"/>
                    <a:pt x="523" y="758"/>
                  </a:cubicBezTo>
                  <a:cubicBezTo>
                    <a:pt x="523" y="757"/>
                    <a:pt x="523" y="757"/>
                    <a:pt x="523" y="756"/>
                  </a:cubicBezTo>
                  <a:cubicBezTo>
                    <a:pt x="523" y="755"/>
                    <a:pt x="523" y="755"/>
                    <a:pt x="523" y="755"/>
                  </a:cubicBezTo>
                  <a:cubicBezTo>
                    <a:pt x="523" y="754"/>
                    <a:pt x="523" y="753"/>
                    <a:pt x="523" y="752"/>
                  </a:cubicBezTo>
                  <a:cubicBezTo>
                    <a:pt x="523" y="751"/>
                    <a:pt x="523" y="751"/>
                    <a:pt x="523" y="751"/>
                  </a:cubicBezTo>
                  <a:cubicBezTo>
                    <a:pt x="523" y="750"/>
                    <a:pt x="523" y="749"/>
                    <a:pt x="523" y="748"/>
                  </a:cubicBezTo>
                  <a:cubicBezTo>
                    <a:pt x="523" y="747"/>
                    <a:pt x="523" y="747"/>
                    <a:pt x="523" y="747"/>
                  </a:cubicBezTo>
                  <a:cubicBezTo>
                    <a:pt x="523" y="746"/>
                    <a:pt x="523" y="744"/>
                    <a:pt x="523" y="743"/>
                  </a:cubicBezTo>
                  <a:cubicBezTo>
                    <a:pt x="523" y="743"/>
                    <a:pt x="523" y="743"/>
                    <a:pt x="523" y="743"/>
                  </a:cubicBezTo>
                  <a:cubicBezTo>
                    <a:pt x="524" y="702"/>
                    <a:pt x="524" y="615"/>
                    <a:pt x="524" y="537"/>
                  </a:cubicBezTo>
                  <a:cubicBezTo>
                    <a:pt x="524" y="483"/>
                    <a:pt x="524" y="432"/>
                    <a:pt x="524" y="403"/>
                  </a:cubicBezTo>
                  <a:cubicBezTo>
                    <a:pt x="524" y="402"/>
                    <a:pt x="524" y="401"/>
                    <a:pt x="524" y="399"/>
                  </a:cubicBezTo>
                  <a:cubicBezTo>
                    <a:pt x="524" y="397"/>
                    <a:pt x="524" y="395"/>
                    <a:pt x="524" y="393"/>
                  </a:cubicBezTo>
                  <a:cubicBezTo>
                    <a:pt x="524" y="392"/>
                    <a:pt x="524" y="391"/>
                    <a:pt x="524" y="390"/>
                  </a:cubicBezTo>
                  <a:cubicBezTo>
                    <a:pt x="524" y="388"/>
                    <a:pt x="524" y="387"/>
                    <a:pt x="524" y="385"/>
                  </a:cubicBezTo>
                  <a:cubicBezTo>
                    <a:pt x="524" y="384"/>
                    <a:pt x="524" y="383"/>
                    <a:pt x="524" y="382"/>
                  </a:cubicBezTo>
                  <a:cubicBezTo>
                    <a:pt x="524" y="381"/>
                    <a:pt x="524" y="381"/>
                    <a:pt x="524" y="381"/>
                  </a:cubicBezTo>
                  <a:cubicBezTo>
                    <a:pt x="524" y="380"/>
                    <a:pt x="524" y="379"/>
                    <a:pt x="524" y="378"/>
                  </a:cubicBezTo>
                  <a:cubicBezTo>
                    <a:pt x="524" y="377"/>
                    <a:pt x="524" y="377"/>
                    <a:pt x="524" y="377"/>
                  </a:cubicBezTo>
                  <a:cubicBezTo>
                    <a:pt x="524" y="341"/>
                    <a:pt x="524" y="341"/>
                    <a:pt x="524" y="341"/>
                  </a:cubicBezTo>
                  <a:cubicBezTo>
                    <a:pt x="584" y="339"/>
                    <a:pt x="584" y="339"/>
                    <a:pt x="584" y="339"/>
                  </a:cubicBezTo>
                  <a:cubicBezTo>
                    <a:pt x="587" y="101"/>
                    <a:pt x="587" y="101"/>
                    <a:pt x="587" y="101"/>
                  </a:cubicBezTo>
                  <a:cubicBezTo>
                    <a:pt x="587" y="101"/>
                    <a:pt x="626" y="93"/>
                    <a:pt x="644" y="92"/>
                  </a:cubicBezTo>
                  <a:cubicBezTo>
                    <a:pt x="663" y="91"/>
                    <a:pt x="672" y="84"/>
                    <a:pt x="691" y="84"/>
                  </a:cubicBezTo>
                  <a:cubicBezTo>
                    <a:pt x="710" y="84"/>
                    <a:pt x="734" y="67"/>
                    <a:pt x="739" y="84"/>
                  </a:cubicBezTo>
                  <a:cubicBezTo>
                    <a:pt x="744" y="101"/>
                    <a:pt x="754" y="116"/>
                    <a:pt x="764" y="105"/>
                  </a:cubicBezTo>
                  <a:cubicBezTo>
                    <a:pt x="775" y="95"/>
                    <a:pt x="776" y="87"/>
                    <a:pt x="795" y="80"/>
                  </a:cubicBezTo>
                  <a:cubicBezTo>
                    <a:pt x="814" y="73"/>
                    <a:pt x="826" y="76"/>
                    <a:pt x="834" y="72"/>
                  </a:cubicBezTo>
                  <a:cubicBezTo>
                    <a:pt x="839" y="70"/>
                    <a:pt x="846" y="67"/>
                    <a:pt x="856" y="66"/>
                  </a:cubicBezTo>
                  <a:cubicBezTo>
                    <a:pt x="850" y="60"/>
                    <a:pt x="845" y="55"/>
                    <a:pt x="840" y="52"/>
                  </a:cubicBezTo>
                  <a:cubicBezTo>
                    <a:pt x="828" y="44"/>
                    <a:pt x="775" y="44"/>
                    <a:pt x="766" y="51"/>
                  </a:cubicBezTo>
                  <a:cubicBezTo>
                    <a:pt x="765" y="51"/>
                    <a:pt x="763" y="52"/>
                    <a:pt x="762" y="53"/>
                  </a:cubicBezTo>
                  <a:cubicBezTo>
                    <a:pt x="761" y="53"/>
                    <a:pt x="761" y="53"/>
                    <a:pt x="761" y="53"/>
                  </a:cubicBezTo>
                  <a:cubicBezTo>
                    <a:pt x="760" y="53"/>
                    <a:pt x="759" y="54"/>
                    <a:pt x="758" y="54"/>
                  </a:cubicBezTo>
                  <a:cubicBezTo>
                    <a:pt x="757" y="54"/>
                    <a:pt x="757" y="54"/>
                    <a:pt x="756" y="55"/>
                  </a:cubicBezTo>
                  <a:cubicBezTo>
                    <a:pt x="755" y="55"/>
                    <a:pt x="754" y="55"/>
                    <a:pt x="752" y="55"/>
                  </a:cubicBezTo>
                  <a:cubicBezTo>
                    <a:pt x="752" y="55"/>
                    <a:pt x="752" y="55"/>
                    <a:pt x="752" y="55"/>
                  </a:cubicBezTo>
                  <a:cubicBezTo>
                    <a:pt x="750" y="56"/>
                    <a:pt x="748" y="56"/>
                    <a:pt x="746" y="56"/>
                  </a:cubicBezTo>
                  <a:cubicBezTo>
                    <a:pt x="746" y="56"/>
                    <a:pt x="746" y="56"/>
                    <a:pt x="746" y="56"/>
                  </a:cubicBezTo>
                  <a:cubicBezTo>
                    <a:pt x="741" y="57"/>
                    <a:pt x="736" y="57"/>
                    <a:pt x="732" y="57"/>
                  </a:cubicBezTo>
                  <a:cubicBezTo>
                    <a:pt x="731" y="57"/>
                    <a:pt x="731" y="57"/>
                    <a:pt x="731" y="57"/>
                  </a:cubicBezTo>
                  <a:cubicBezTo>
                    <a:pt x="729" y="58"/>
                    <a:pt x="727" y="58"/>
                    <a:pt x="726" y="58"/>
                  </a:cubicBezTo>
                  <a:cubicBezTo>
                    <a:pt x="723" y="58"/>
                    <a:pt x="721" y="58"/>
                    <a:pt x="719" y="59"/>
                  </a:cubicBezTo>
                  <a:cubicBezTo>
                    <a:pt x="700" y="61"/>
                    <a:pt x="651" y="71"/>
                    <a:pt x="643" y="76"/>
                  </a:cubicBezTo>
                  <a:cubicBezTo>
                    <a:pt x="635" y="81"/>
                    <a:pt x="567" y="76"/>
                    <a:pt x="552" y="71"/>
                  </a:cubicBezTo>
                  <a:cubicBezTo>
                    <a:pt x="538" y="65"/>
                    <a:pt x="451" y="68"/>
                    <a:pt x="451" y="68"/>
                  </a:cubicBezTo>
                  <a:cubicBezTo>
                    <a:pt x="423" y="36"/>
                    <a:pt x="423" y="36"/>
                    <a:pt x="423" y="36"/>
                  </a:cubicBezTo>
                  <a:cubicBezTo>
                    <a:pt x="423" y="36"/>
                    <a:pt x="188" y="35"/>
                    <a:pt x="158" y="35"/>
                  </a:cubicBezTo>
                  <a:cubicBezTo>
                    <a:pt x="127" y="35"/>
                    <a:pt x="124" y="32"/>
                    <a:pt x="112" y="16"/>
                  </a:cubicBezTo>
                  <a:cubicBezTo>
                    <a:pt x="100" y="0"/>
                    <a:pt x="64" y="7"/>
                    <a:pt x="60" y="19"/>
                  </a:cubicBezTo>
                  <a:cubicBezTo>
                    <a:pt x="56" y="31"/>
                    <a:pt x="40" y="31"/>
                    <a:pt x="36" y="28"/>
                  </a:cubicBezTo>
                  <a:cubicBezTo>
                    <a:pt x="32" y="25"/>
                    <a:pt x="23" y="17"/>
                    <a:pt x="14" y="17"/>
                  </a:cubicBezTo>
                  <a:cubicBezTo>
                    <a:pt x="10" y="17"/>
                    <a:pt x="5" y="20"/>
                    <a:pt x="1" y="22"/>
                  </a:cubicBezTo>
                  <a:cubicBezTo>
                    <a:pt x="0" y="45"/>
                    <a:pt x="0" y="69"/>
                    <a:pt x="7" y="80"/>
                  </a:cubicBezTo>
                  <a:cubicBezTo>
                    <a:pt x="20" y="100"/>
                    <a:pt x="55" y="131"/>
                    <a:pt x="59" y="152"/>
                  </a:cubicBezTo>
                  <a:cubicBezTo>
                    <a:pt x="63" y="174"/>
                    <a:pt x="73" y="192"/>
                    <a:pt x="83" y="208"/>
                  </a:cubicBezTo>
                  <a:cubicBezTo>
                    <a:pt x="92" y="224"/>
                    <a:pt x="94" y="233"/>
                    <a:pt x="102" y="257"/>
                  </a:cubicBezTo>
                  <a:cubicBezTo>
                    <a:pt x="109" y="280"/>
                    <a:pt x="120" y="298"/>
                    <a:pt x="134" y="316"/>
                  </a:cubicBezTo>
                  <a:cubicBezTo>
                    <a:pt x="148" y="333"/>
                    <a:pt x="166" y="350"/>
                    <a:pt x="169" y="365"/>
                  </a:cubicBezTo>
                  <a:cubicBezTo>
                    <a:pt x="171" y="380"/>
                    <a:pt x="169" y="400"/>
                    <a:pt x="165" y="419"/>
                  </a:cubicBezTo>
                  <a:cubicBezTo>
                    <a:pt x="162" y="438"/>
                    <a:pt x="175" y="476"/>
                    <a:pt x="182" y="501"/>
                  </a:cubicBezTo>
                  <a:cubicBezTo>
                    <a:pt x="190" y="525"/>
                    <a:pt x="189" y="526"/>
                    <a:pt x="195" y="560"/>
                  </a:cubicBezTo>
                  <a:cubicBezTo>
                    <a:pt x="202" y="593"/>
                    <a:pt x="194" y="612"/>
                    <a:pt x="206" y="633"/>
                  </a:cubicBezTo>
                  <a:cubicBezTo>
                    <a:pt x="218" y="653"/>
                    <a:pt x="219" y="661"/>
                    <a:pt x="223" y="687"/>
                  </a:cubicBezTo>
                  <a:cubicBezTo>
                    <a:pt x="228" y="712"/>
                    <a:pt x="245" y="730"/>
                    <a:pt x="262" y="748"/>
                  </a:cubicBezTo>
                  <a:cubicBezTo>
                    <a:pt x="273" y="759"/>
                    <a:pt x="287" y="776"/>
                    <a:pt x="299" y="791"/>
                  </a:cubicBezTo>
                  <a:cubicBezTo>
                    <a:pt x="303" y="788"/>
                    <a:pt x="308" y="786"/>
                    <a:pt x="314" y="785"/>
                  </a:cubicBezTo>
                  <a:cubicBezTo>
                    <a:pt x="331" y="784"/>
                    <a:pt x="314" y="755"/>
                    <a:pt x="334" y="759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17" name="Freeform 116"/>
            <p:cNvSpPr>
              <a:spLocks/>
            </p:cNvSpPr>
            <p:nvPr/>
          </p:nvSpPr>
          <p:spPr bwMode="auto">
            <a:xfrm>
              <a:off x="4752975" y="3711576"/>
              <a:ext cx="528638" cy="566738"/>
            </a:xfrm>
            <a:custGeom>
              <a:avLst/>
              <a:gdLst>
                <a:gd name="T0" fmla="*/ 582 w 583"/>
                <a:gd name="T1" fmla="*/ 279 h 623"/>
                <a:gd name="T2" fmla="*/ 581 w 583"/>
                <a:gd name="T3" fmla="*/ 278 h 623"/>
                <a:gd name="T4" fmla="*/ 580 w 583"/>
                <a:gd name="T5" fmla="*/ 276 h 623"/>
                <a:gd name="T6" fmla="*/ 580 w 583"/>
                <a:gd name="T7" fmla="*/ 275 h 623"/>
                <a:gd name="T8" fmla="*/ 578 w 583"/>
                <a:gd name="T9" fmla="*/ 273 h 623"/>
                <a:gd name="T10" fmla="*/ 578 w 583"/>
                <a:gd name="T11" fmla="*/ 272 h 623"/>
                <a:gd name="T12" fmla="*/ 576 w 583"/>
                <a:gd name="T13" fmla="*/ 269 h 623"/>
                <a:gd name="T14" fmla="*/ 518 w 583"/>
                <a:gd name="T15" fmla="*/ 251 h 623"/>
                <a:gd name="T16" fmla="*/ 503 w 583"/>
                <a:gd name="T17" fmla="*/ 231 h 623"/>
                <a:gd name="T18" fmla="*/ 487 w 583"/>
                <a:gd name="T19" fmla="*/ 206 h 623"/>
                <a:gd name="T20" fmla="*/ 482 w 583"/>
                <a:gd name="T21" fmla="*/ 179 h 623"/>
                <a:gd name="T22" fmla="*/ 462 w 583"/>
                <a:gd name="T23" fmla="*/ 158 h 623"/>
                <a:gd name="T24" fmla="*/ 428 w 583"/>
                <a:gd name="T25" fmla="*/ 135 h 623"/>
                <a:gd name="T26" fmla="*/ 378 w 583"/>
                <a:gd name="T27" fmla="*/ 69 h 623"/>
                <a:gd name="T28" fmla="*/ 351 w 583"/>
                <a:gd name="T29" fmla="*/ 33 h 623"/>
                <a:gd name="T30" fmla="*/ 332 w 583"/>
                <a:gd name="T31" fmla="*/ 0 h 623"/>
                <a:gd name="T32" fmla="*/ 310 w 583"/>
                <a:gd name="T33" fmla="*/ 6 h 623"/>
                <a:gd name="T34" fmla="*/ 271 w 583"/>
                <a:gd name="T35" fmla="*/ 14 h 623"/>
                <a:gd name="T36" fmla="*/ 240 w 583"/>
                <a:gd name="T37" fmla="*/ 39 h 623"/>
                <a:gd name="T38" fmla="*/ 215 w 583"/>
                <a:gd name="T39" fmla="*/ 18 h 623"/>
                <a:gd name="T40" fmla="*/ 167 w 583"/>
                <a:gd name="T41" fmla="*/ 18 h 623"/>
                <a:gd name="T42" fmla="*/ 120 w 583"/>
                <a:gd name="T43" fmla="*/ 26 h 623"/>
                <a:gd name="T44" fmla="*/ 63 w 583"/>
                <a:gd name="T45" fmla="*/ 35 h 623"/>
                <a:gd name="T46" fmla="*/ 60 w 583"/>
                <a:gd name="T47" fmla="*/ 273 h 623"/>
                <a:gd name="T48" fmla="*/ 0 w 583"/>
                <a:gd name="T49" fmla="*/ 275 h 623"/>
                <a:gd name="T50" fmla="*/ 0 w 583"/>
                <a:gd name="T51" fmla="*/ 311 h 623"/>
                <a:gd name="T52" fmla="*/ 0 w 583"/>
                <a:gd name="T53" fmla="*/ 312 h 623"/>
                <a:gd name="T54" fmla="*/ 0 w 583"/>
                <a:gd name="T55" fmla="*/ 315 h 623"/>
                <a:gd name="T56" fmla="*/ 0 w 583"/>
                <a:gd name="T57" fmla="*/ 316 h 623"/>
                <a:gd name="T58" fmla="*/ 0 w 583"/>
                <a:gd name="T59" fmla="*/ 319 h 623"/>
                <a:gd name="T60" fmla="*/ 0 w 583"/>
                <a:gd name="T61" fmla="*/ 324 h 623"/>
                <a:gd name="T62" fmla="*/ 0 w 583"/>
                <a:gd name="T63" fmla="*/ 327 h 623"/>
                <a:gd name="T64" fmla="*/ 0 w 583"/>
                <a:gd name="T65" fmla="*/ 333 h 623"/>
                <a:gd name="T66" fmla="*/ 0 w 583"/>
                <a:gd name="T67" fmla="*/ 337 h 623"/>
                <a:gd name="T68" fmla="*/ 0 w 583"/>
                <a:gd name="T69" fmla="*/ 471 h 623"/>
                <a:gd name="T70" fmla="*/ 22 w 583"/>
                <a:gd name="T71" fmla="*/ 481 h 623"/>
                <a:gd name="T72" fmla="*/ 40 w 583"/>
                <a:gd name="T73" fmla="*/ 515 h 623"/>
                <a:gd name="T74" fmla="*/ 49 w 583"/>
                <a:gd name="T75" fmla="*/ 539 h 623"/>
                <a:gd name="T76" fmla="*/ 54 w 583"/>
                <a:gd name="T77" fmla="*/ 559 h 623"/>
                <a:gd name="T78" fmla="*/ 40 w 583"/>
                <a:gd name="T79" fmla="*/ 579 h 623"/>
                <a:gd name="T80" fmla="*/ 38 w 583"/>
                <a:gd name="T81" fmla="*/ 601 h 623"/>
                <a:gd name="T82" fmla="*/ 44 w 583"/>
                <a:gd name="T83" fmla="*/ 615 h 623"/>
                <a:gd name="T84" fmla="*/ 74 w 583"/>
                <a:gd name="T85" fmla="*/ 604 h 623"/>
                <a:gd name="T86" fmla="*/ 118 w 583"/>
                <a:gd name="T87" fmla="*/ 597 h 623"/>
                <a:gd name="T88" fmla="*/ 147 w 583"/>
                <a:gd name="T89" fmla="*/ 571 h 623"/>
                <a:gd name="T90" fmla="*/ 174 w 583"/>
                <a:gd name="T91" fmla="*/ 539 h 623"/>
                <a:gd name="T92" fmla="*/ 192 w 583"/>
                <a:gd name="T93" fmla="*/ 497 h 623"/>
                <a:gd name="T94" fmla="*/ 230 w 583"/>
                <a:gd name="T95" fmla="*/ 509 h 623"/>
                <a:gd name="T96" fmla="*/ 266 w 583"/>
                <a:gd name="T97" fmla="*/ 531 h 623"/>
                <a:gd name="T98" fmla="*/ 320 w 583"/>
                <a:gd name="T99" fmla="*/ 533 h 623"/>
                <a:gd name="T100" fmla="*/ 368 w 583"/>
                <a:gd name="T101" fmla="*/ 500 h 623"/>
                <a:gd name="T102" fmla="*/ 386 w 583"/>
                <a:gd name="T103" fmla="*/ 459 h 623"/>
                <a:gd name="T104" fmla="*/ 422 w 583"/>
                <a:gd name="T105" fmla="*/ 443 h 623"/>
                <a:gd name="T106" fmla="*/ 444 w 583"/>
                <a:gd name="T107" fmla="*/ 415 h 623"/>
                <a:gd name="T108" fmla="*/ 460 w 583"/>
                <a:gd name="T109" fmla="*/ 379 h 623"/>
                <a:gd name="T110" fmla="*/ 508 w 583"/>
                <a:gd name="T111" fmla="*/ 349 h 623"/>
                <a:gd name="T112" fmla="*/ 538 w 583"/>
                <a:gd name="T113" fmla="*/ 318 h 623"/>
                <a:gd name="T114" fmla="*/ 572 w 583"/>
                <a:gd name="T115" fmla="*/ 303 h 623"/>
                <a:gd name="T116" fmla="*/ 583 w 583"/>
                <a:gd name="T117" fmla="*/ 281 h 623"/>
                <a:gd name="T118" fmla="*/ 583 w 583"/>
                <a:gd name="T119" fmla="*/ 281 h 623"/>
                <a:gd name="T120" fmla="*/ 582 w 583"/>
                <a:gd name="T121" fmla="*/ 279 h 6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83" h="623">
                  <a:moveTo>
                    <a:pt x="582" y="279"/>
                  </a:moveTo>
                  <a:cubicBezTo>
                    <a:pt x="582" y="278"/>
                    <a:pt x="581" y="278"/>
                    <a:pt x="581" y="278"/>
                  </a:cubicBezTo>
                  <a:cubicBezTo>
                    <a:pt x="581" y="277"/>
                    <a:pt x="580" y="277"/>
                    <a:pt x="580" y="276"/>
                  </a:cubicBezTo>
                  <a:cubicBezTo>
                    <a:pt x="580" y="275"/>
                    <a:pt x="580" y="275"/>
                    <a:pt x="580" y="275"/>
                  </a:cubicBezTo>
                  <a:cubicBezTo>
                    <a:pt x="579" y="274"/>
                    <a:pt x="579" y="273"/>
                    <a:pt x="578" y="273"/>
                  </a:cubicBezTo>
                  <a:cubicBezTo>
                    <a:pt x="578" y="272"/>
                    <a:pt x="578" y="272"/>
                    <a:pt x="578" y="272"/>
                  </a:cubicBezTo>
                  <a:cubicBezTo>
                    <a:pt x="577" y="271"/>
                    <a:pt x="577" y="270"/>
                    <a:pt x="576" y="269"/>
                  </a:cubicBezTo>
                  <a:cubicBezTo>
                    <a:pt x="568" y="253"/>
                    <a:pt x="531" y="255"/>
                    <a:pt x="518" y="251"/>
                  </a:cubicBezTo>
                  <a:cubicBezTo>
                    <a:pt x="504" y="247"/>
                    <a:pt x="512" y="231"/>
                    <a:pt x="503" y="231"/>
                  </a:cubicBezTo>
                  <a:cubicBezTo>
                    <a:pt x="494" y="231"/>
                    <a:pt x="487" y="219"/>
                    <a:pt x="487" y="206"/>
                  </a:cubicBezTo>
                  <a:cubicBezTo>
                    <a:pt x="487" y="193"/>
                    <a:pt x="499" y="179"/>
                    <a:pt x="482" y="179"/>
                  </a:cubicBezTo>
                  <a:cubicBezTo>
                    <a:pt x="464" y="179"/>
                    <a:pt x="467" y="177"/>
                    <a:pt x="462" y="158"/>
                  </a:cubicBezTo>
                  <a:cubicBezTo>
                    <a:pt x="456" y="139"/>
                    <a:pt x="455" y="142"/>
                    <a:pt x="428" y="135"/>
                  </a:cubicBezTo>
                  <a:cubicBezTo>
                    <a:pt x="402" y="129"/>
                    <a:pt x="379" y="95"/>
                    <a:pt x="378" y="69"/>
                  </a:cubicBezTo>
                  <a:cubicBezTo>
                    <a:pt x="376" y="42"/>
                    <a:pt x="355" y="50"/>
                    <a:pt x="351" y="33"/>
                  </a:cubicBezTo>
                  <a:cubicBezTo>
                    <a:pt x="349" y="22"/>
                    <a:pt x="340" y="10"/>
                    <a:pt x="332" y="0"/>
                  </a:cubicBezTo>
                  <a:cubicBezTo>
                    <a:pt x="322" y="1"/>
                    <a:pt x="315" y="4"/>
                    <a:pt x="310" y="6"/>
                  </a:cubicBezTo>
                  <a:cubicBezTo>
                    <a:pt x="302" y="10"/>
                    <a:pt x="290" y="7"/>
                    <a:pt x="271" y="14"/>
                  </a:cubicBezTo>
                  <a:cubicBezTo>
                    <a:pt x="252" y="21"/>
                    <a:pt x="251" y="29"/>
                    <a:pt x="240" y="39"/>
                  </a:cubicBezTo>
                  <a:cubicBezTo>
                    <a:pt x="230" y="50"/>
                    <a:pt x="220" y="35"/>
                    <a:pt x="215" y="18"/>
                  </a:cubicBezTo>
                  <a:cubicBezTo>
                    <a:pt x="210" y="1"/>
                    <a:pt x="186" y="18"/>
                    <a:pt x="167" y="18"/>
                  </a:cubicBezTo>
                  <a:cubicBezTo>
                    <a:pt x="148" y="18"/>
                    <a:pt x="139" y="25"/>
                    <a:pt x="120" y="26"/>
                  </a:cubicBezTo>
                  <a:cubicBezTo>
                    <a:pt x="102" y="27"/>
                    <a:pt x="63" y="35"/>
                    <a:pt x="63" y="35"/>
                  </a:cubicBezTo>
                  <a:cubicBezTo>
                    <a:pt x="60" y="273"/>
                    <a:pt x="60" y="273"/>
                    <a:pt x="60" y="273"/>
                  </a:cubicBezTo>
                  <a:cubicBezTo>
                    <a:pt x="0" y="275"/>
                    <a:pt x="0" y="275"/>
                    <a:pt x="0" y="275"/>
                  </a:cubicBezTo>
                  <a:cubicBezTo>
                    <a:pt x="0" y="311"/>
                    <a:pt x="0" y="311"/>
                    <a:pt x="0" y="311"/>
                  </a:cubicBezTo>
                  <a:cubicBezTo>
                    <a:pt x="0" y="312"/>
                    <a:pt x="0" y="312"/>
                    <a:pt x="0" y="312"/>
                  </a:cubicBezTo>
                  <a:cubicBezTo>
                    <a:pt x="0" y="313"/>
                    <a:pt x="0" y="314"/>
                    <a:pt x="0" y="315"/>
                  </a:cubicBezTo>
                  <a:cubicBezTo>
                    <a:pt x="0" y="316"/>
                    <a:pt x="0" y="316"/>
                    <a:pt x="0" y="316"/>
                  </a:cubicBezTo>
                  <a:cubicBezTo>
                    <a:pt x="0" y="317"/>
                    <a:pt x="0" y="318"/>
                    <a:pt x="0" y="319"/>
                  </a:cubicBezTo>
                  <a:cubicBezTo>
                    <a:pt x="0" y="321"/>
                    <a:pt x="0" y="322"/>
                    <a:pt x="0" y="324"/>
                  </a:cubicBezTo>
                  <a:cubicBezTo>
                    <a:pt x="0" y="325"/>
                    <a:pt x="0" y="326"/>
                    <a:pt x="0" y="327"/>
                  </a:cubicBezTo>
                  <a:cubicBezTo>
                    <a:pt x="0" y="329"/>
                    <a:pt x="0" y="331"/>
                    <a:pt x="0" y="333"/>
                  </a:cubicBezTo>
                  <a:cubicBezTo>
                    <a:pt x="0" y="335"/>
                    <a:pt x="0" y="336"/>
                    <a:pt x="0" y="337"/>
                  </a:cubicBezTo>
                  <a:cubicBezTo>
                    <a:pt x="0" y="366"/>
                    <a:pt x="0" y="417"/>
                    <a:pt x="0" y="471"/>
                  </a:cubicBezTo>
                  <a:cubicBezTo>
                    <a:pt x="8" y="472"/>
                    <a:pt x="17" y="475"/>
                    <a:pt x="22" y="481"/>
                  </a:cubicBezTo>
                  <a:cubicBezTo>
                    <a:pt x="31" y="493"/>
                    <a:pt x="33" y="509"/>
                    <a:pt x="40" y="515"/>
                  </a:cubicBezTo>
                  <a:cubicBezTo>
                    <a:pt x="46" y="520"/>
                    <a:pt x="41" y="536"/>
                    <a:pt x="49" y="539"/>
                  </a:cubicBezTo>
                  <a:cubicBezTo>
                    <a:pt x="57" y="541"/>
                    <a:pt x="57" y="552"/>
                    <a:pt x="54" y="559"/>
                  </a:cubicBezTo>
                  <a:cubicBezTo>
                    <a:pt x="50" y="565"/>
                    <a:pt x="42" y="571"/>
                    <a:pt x="40" y="579"/>
                  </a:cubicBezTo>
                  <a:cubicBezTo>
                    <a:pt x="38" y="587"/>
                    <a:pt x="38" y="594"/>
                    <a:pt x="38" y="601"/>
                  </a:cubicBezTo>
                  <a:cubicBezTo>
                    <a:pt x="39" y="607"/>
                    <a:pt x="38" y="623"/>
                    <a:pt x="44" y="615"/>
                  </a:cubicBezTo>
                  <a:cubicBezTo>
                    <a:pt x="50" y="606"/>
                    <a:pt x="58" y="602"/>
                    <a:pt x="74" y="604"/>
                  </a:cubicBezTo>
                  <a:cubicBezTo>
                    <a:pt x="89" y="606"/>
                    <a:pt x="106" y="613"/>
                    <a:pt x="118" y="597"/>
                  </a:cubicBezTo>
                  <a:cubicBezTo>
                    <a:pt x="130" y="581"/>
                    <a:pt x="134" y="579"/>
                    <a:pt x="147" y="571"/>
                  </a:cubicBezTo>
                  <a:cubicBezTo>
                    <a:pt x="160" y="563"/>
                    <a:pt x="168" y="556"/>
                    <a:pt x="174" y="539"/>
                  </a:cubicBezTo>
                  <a:cubicBezTo>
                    <a:pt x="180" y="523"/>
                    <a:pt x="179" y="497"/>
                    <a:pt x="192" y="497"/>
                  </a:cubicBezTo>
                  <a:cubicBezTo>
                    <a:pt x="204" y="496"/>
                    <a:pt x="225" y="497"/>
                    <a:pt x="230" y="509"/>
                  </a:cubicBezTo>
                  <a:cubicBezTo>
                    <a:pt x="234" y="521"/>
                    <a:pt x="242" y="528"/>
                    <a:pt x="266" y="531"/>
                  </a:cubicBezTo>
                  <a:cubicBezTo>
                    <a:pt x="290" y="533"/>
                    <a:pt x="298" y="543"/>
                    <a:pt x="320" y="533"/>
                  </a:cubicBezTo>
                  <a:cubicBezTo>
                    <a:pt x="343" y="524"/>
                    <a:pt x="364" y="517"/>
                    <a:pt x="368" y="500"/>
                  </a:cubicBezTo>
                  <a:cubicBezTo>
                    <a:pt x="372" y="483"/>
                    <a:pt x="367" y="456"/>
                    <a:pt x="386" y="459"/>
                  </a:cubicBezTo>
                  <a:cubicBezTo>
                    <a:pt x="404" y="463"/>
                    <a:pt x="414" y="454"/>
                    <a:pt x="422" y="443"/>
                  </a:cubicBezTo>
                  <a:cubicBezTo>
                    <a:pt x="431" y="431"/>
                    <a:pt x="440" y="433"/>
                    <a:pt x="444" y="415"/>
                  </a:cubicBezTo>
                  <a:cubicBezTo>
                    <a:pt x="447" y="396"/>
                    <a:pt x="440" y="389"/>
                    <a:pt x="460" y="379"/>
                  </a:cubicBezTo>
                  <a:cubicBezTo>
                    <a:pt x="481" y="369"/>
                    <a:pt x="502" y="363"/>
                    <a:pt x="508" y="349"/>
                  </a:cubicBezTo>
                  <a:cubicBezTo>
                    <a:pt x="513" y="334"/>
                    <a:pt x="523" y="321"/>
                    <a:pt x="538" y="318"/>
                  </a:cubicBezTo>
                  <a:cubicBezTo>
                    <a:pt x="554" y="315"/>
                    <a:pt x="566" y="313"/>
                    <a:pt x="572" y="303"/>
                  </a:cubicBezTo>
                  <a:cubicBezTo>
                    <a:pt x="575" y="297"/>
                    <a:pt x="580" y="289"/>
                    <a:pt x="583" y="281"/>
                  </a:cubicBezTo>
                  <a:cubicBezTo>
                    <a:pt x="583" y="281"/>
                    <a:pt x="583" y="281"/>
                    <a:pt x="583" y="281"/>
                  </a:cubicBezTo>
                  <a:cubicBezTo>
                    <a:pt x="583" y="280"/>
                    <a:pt x="582" y="280"/>
                    <a:pt x="582" y="279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18" name="Freeform 117"/>
            <p:cNvSpPr>
              <a:spLocks/>
            </p:cNvSpPr>
            <p:nvPr/>
          </p:nvSpPr>
          <p:spPr bwMode="auto">
            <a:xfrm>
              <a:off x="5373688" y="4194176"/>
              <a:ext cx="84138" cy="106363"/>
            </a:xfrm>
            <a:custGeom>
              <a:avLst/>
              <a:gdLst>
                <a:gd name="T0" fmla="*/ 69 w 93"/>
                <a:gd name="T1" fmla="*/ 16 h 117"/>
                <a:gd name="T2" fmla="*/ 42 w 93"/>
                <a:gd name="T3" fmla="*/ 2 h 117"/>
                <a:gd name="T4" fmla="*/ 25 w 93"/>
                <a:gd name="T5" fmla="*/ 19 h 117"/>
                <a:gd name="T6" fmla="*/ 10 w 93"/>
                <a:gd name="T7" fmla="*/ 40 h 117"/>
                <a:gd name="T8" fmla="*/ 2 w 93"/>
                <a:gd name="T9" fmla="*/ 59 h 117"/>
                <a:gd name="T10" fmla="*/ 9 w 93"/>
                <a:gd name="T11" fmla="*/ 77 h 117"/>
                <a:gd name="T12" fmla="*/ 26 w 93"/>
                <a:gd name="T13" fmla="*/ 98 h 117"/>
                <a:gd name="T14" fmla="*/ 41 w 93"/>
                <a:gd name="T15" fmla="*/ 110 h 117"/>
                <a:gd name="T16" fmla="*/ 79 w 93"/>
                <a:gd name="T17" fmla="*/ 103 h 117"/>
                <a:gd name="T18" fmla="*/ 84 w 93"/>
                <a:gd name="T19" fmla="*/ 77 h 117"/>
                <a:gd name="T20" fmla="*/ 93 w 93"/>
                <a:gd name="T21" fmla="*/ 72 h 117"/>
                <a:gd name="T22" fmla="*/ 93 w 93"/>
                <a:gd name="T23" fmla="*/ 72 h 117"/>
                <a:gd name="T24" fmla="*/ 89 w 93"/>
                <a:gd name="T25" fmla="*/ 53 h 117"/>
                <a:gd name="T26" fmla="*/ 89 w 93"/>
                <a:gd name="T27" fmla="*/ 52 h 117"/>
                <a:gd name="T28" fmla="*/ 89 w 93"/>
                <a:gd name="T29" fmla="*/ 50 h 117"/>
                <a:gd name="T30" fmla="*/ 89 w 93"/>
                <a:gd name="T31" fmla="*/ 49 h 117"/>
                <a:gd name="T32" fmla="*/ 88 w 93"/>
                <a:gd name="T33" fmla="*/ 47 h 117"/>
                <a:gd name="T34" fmla="*/ 88 w 93"/>
                <a:gd name="T35" fmla="*/ 46 h 117"/>
                <a:gd name="T36" fmla="*/ 88 w 93"/>
                <a:gd name="T37" fmla="*/ 44 h 117"/>
                <a:gd name="T38" fmla="*/ 88 w 93"/>
                <a:gd name="T39" fmla="*/ 39 h 117"/>
                <a:gd name="T40" fmla="*/ 88 w 93"/>
                <a:gd name="T41" fmla="*/ 38 h 117"/>
                <a:gd name="T42" fmla="*/ 87 w 93"/>
                <a:gd name="T43" fmla="*/ 32 h 117"/>
                <a:gd name="T44" fmla="*/ 87 w 93"/>
                <a:gd name="T45" fmla="*/ 31 h 117"/>
                <a:gd name="T46" fmla="*/ 83 w 93"/>
                <a:gd name="T47" fmla="*/ 19 h 117"/>
                <a:gd name="T48" fmla="*/ 83 w 93"/>
                <a:gd name="T49" fmla="*/ 19 h 117"/>
                <a:gd name="T50" fmla="*/ 69 w 93"/>
                <a:gd name="T51" fmla="*/ 16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93" h="117">
                  <a:moveTo>
                    <a:pt x="69" y="16"/>
                  </a:moveTo>
                  <a:cubicBezTo>
                    <a:pt x="60" y="11"/>
                    <a:pt x="51" y="0"/>
                    <a:pt x="42" y="2"/>
                  </a:cubicBezTo>
                  <a:cubicBezTo>
                    <a:pt x="34" y="4"/>
                    <a:pt x="28" y="11"/>
                    <a:pt x="25" y="19"/>
                  </a:cubicBezTo>
                  <a:cubicBezTo>
                    <a:pt x="23" y="27"/>
                    <a:pt x="14" y="37"/>
                    <a:pt x="10" y="40"/>
                  </a:cubicBezTo>
                  <a:cubicBezTo>
                    <a:pt x="6" y="43"/>
                    <a:pt x="2" y="52"/>
                    <a:pt x="2" y="59"/>
                  </a:cubicBezTo>
                  <a:cubicBezTo>
                    <a:pt x="2" y="66"/>
                    <a:pt x="0" y="73"/>
                    <a:pt x="9" y="77"/>
                  </a:cubicBezTo>
                  <a:cubicBezTo>
                    <a:pt x="19" y="81"/>
                    <a:pt x="23" y="91"/>
                    <a:pt x="26" y="98"/>
                  </a:cubicBezTo>
                  <a:cubicBezTo>
                    <a:pt x="30" y="105"/>
                    <a:pt x="27" y="109"/>
                    <a:pt x="41" y="110"/>
                  </a:cubicBezTo>
                  <a:cubicBezTo>
                    <a:pt x="55" y="110"/>
                    <a:pt x="78" y="117"/>
                    <a:pt x="79" y="103"/>
                  </a:cubicBezTo>
                  <a:cubicBezTo>
                    <a:pt x="80" y="89"/>
                    <a:pt x="78" y="80"/>
                    <a:pt x="84" y="77"/>
                  </a:cubicBezTo>
                  <a:cubicBezTo>
                    <a:pt x="86" y="75"/>
                    <a:pt x="90" y="73"/>
                    <a:pt x="93" y="72"/>
                  </a:cubicBezTo>
                  <a:cubicBezTo>
                    <a:pt x="93" y="72"/>
                    <a:pt x="93" y="72"/>
                    <a:pt x="93" y="72"/>
                  </a:cubicBezTo>
                  <a:cubicBezTo>
                    <a:pt x="91" y="66"/>
                    <a:pt x="90" y="59"/>
                    <a:pt x="89" y="53"/>
                  </a:cubicBezTo>
                  <a:cubicBezTo>
                    <a:pt x="89" y="53"/>
                    <a:pt x="89" y="53"/>
                    <a:pt x="89" y="52"/>
                  </a:cubicBezTo>
                  <a:cubicBezTo>
                    <a:pt x="89" y="51"/>
                    <a:pt x="89" y="51"/>
                    <a:pt x="89" y="50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9" y="48"/>
                    <a:pt x="88" y="48"/>
                    <a:pt x="88" y="47"/>
                  </a:cubicBezTo>
                  <a:cubicBezTo>
                    <a:pt x="88" y="46"/>
                    <a:pt x="88" y="46"/>
                    <a:pt x="88" y="46"/>
                  </a:cubicBezTo>
                  <a:cubicBezTo>
                    <a:pt x="88" y="45"/>
                    <a:pt x="88" y="45"/>
                    <a:pt x="88" y="44"/>
                  </a:cubicBezTo>
                  <a:cubicBezTo>
                    <a:pt x="88" y="42"/>
                    <a:pt x="88" y="40"/>
                    <a:pt x="88" y="39"/>
                  </a:cubicBezTo>
                  <a:cubicBezTo>
                    <a:pt x="88" y="38"/>
                    <a:pt x="88" y="38"/>
                    <a:pt x="88" y="38"/>
                  </a:cubicBezTo>
                  <a:cubicBezTo>
                    <a:pt x="88" y="36"/>
                    <a:pt x="87" y="34"/>
                    <a:pt x="87" y="32"/>
                  </a:cubicBezTo>
                  <a:cubicBezTo>
                    <a:pt x="87" y="32"/>
                    <a:pt x="87" y="32"/>
                    <a:pt x="87" y="31"/>
                  </a:cubicBezTo>
                  <a:cubicBezTo>
                    <a:pt x="86" y="27"/>
                    <a:pt x="85" y="23"/>
                    <a:pt x="83" y="19"/>
                  </a:cubicBezTo>
                  <a:cubicBezTo>
                    <a:pt x="83" y="19"/>
                    <a:pt x="83" y="19"/>
                    <a:pt x="83" y="19"/>
                  </a:cubicBezTo>
                  <a:cubicBezTo>
                    <a:pt x="80" y="19"/>
                    <a:pt x="74" y="18"/>
                    <a:pt x="69" y="16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19" name="Freeform 118"/>
            <p:cNvSpPr>
              <a:spLocks noEditPoints="1"/>
            </p:cNvSpPr>
            <p:nvPr/>
          </p:nvSpPr>
          <p:spPr bwMode="auto">
            <a:xfrm>
              <a:off x="4548188" y="3967163"/>
              <a:ext cx="955675" cy="800100"/>
            </a:xfrm>
            <a:custGeom>
              <a:avLst/>
              <a:gdLst>
                <a:gd name="T0" fmla="*/ 1008 w 1052"/>
                <a:gd name="T1" fmla="*/ 331 h 880"/>
                <a:gd name="T2" fmla="*/ 1006 w 1052"/>
                <a:gd name="T3" fmla="*/ 329 h 880"/>
                <a:gd name="T4" fmla="*/ 1003 w 1052"/>
                <a:gd name="T5" fmla="*/ 323 h 880"/>
                <a:gd name="T6" fmla="*/ 993 w 1052"/>
                <a:gd name="T7" fmla="*/ 326 h 880"/>
                <a:gd name="T8" fmla="*/ 935 w 1052"/>
                <a:gd name="T9" fmla="*/ 347 h 880"/>
                <a:gd name="T10" fmla="*/ 919 w 1052"/>
                <a:gd name="T11" fmla="*/ 289 h 880"/>
                <a:gd name="T12" fmla="*/ 978 w 1052"/>
                <a:gd name="T13" fmla="*/ 265 h 880"/>
                <a:gd name="T14" fmla="*/ 991 w 1052"/>
                <a:gd name="T15" fmla="*/ 262 h 880"/>
                <a:gd name="T16" fmla="*/ 949 w 1052"/>
                <a:gd name="T17" fmla="*/ 45 h 880"/>
                <a:gd name="T18" fmla="*/ 947 w 1052"/>
                <a:gd name="T19" fmla="*/ 36 h 880"/>
                <a:gd name="T20" fmla="*/ 942 w 1052"/>
                <a:gd name="T21" fmla="*/ 28 h 880"/>
                <a:gd name="T22" fmla="*/ 893 w 1052"/>
                <a:gd name="T23" fmla="*/ 21 h 880"/>
                <a:gd name="T24" fmla="*/ 886 w 1052"/>
                <a:gd name="T25" fmla="*/ 22 h 880"/>
                <a:gd name="T26" fmla="*/ 836 w 1052"/>
                <a:gd name="T27" fmla="*/ 12 h 880"/>
                <a:gd name="T28" fmla="*/ 826 w 1052"/>
                <a:gd name="T29" fmla="*/ 11 h 880"/>
                <a:gd name="T30" fmla="*/ 821 w 1052"/>
                <a:gd name="T31" fmla="*/ 10 h 880"/>
                <a:gd name="T32" fmla="*/ 815 w 1052"/>
                <a:gd name="T33" fmla="*/ 7 h 880"/>
                <a:gd name="T34" fmla="*/ 812 w 1052"/>
                <a:gd name="T35" fmla="*/ 5 h 880"/>
                <a:gd name="T36" fmla="*/ 808 w 1052"/>
                <a:gd name="T37" fmla="*/ 0 h 880"/>
                <a:gd name="T38" fmla="*/ 763 w 1052"/>
                <a:gd name="T39" fmla="*/ 37 h 880"/>
                <a:gd name="T40" fmla="*/ 669 w 1052"/>
                <a:gd name="T41" fmla="*/ 134 h 880"/>
                <a:gd name="T42" fmla="*/ 593 w 1052"/>
                <a:gd name="T43" fmla="*/ 219 h 880"/>
                <a:gd name="T44" fmla="*/ 455 w 1052"/>
                <a:gd name="T45" fmla="*/ 228 h 880"/>
                <a:gd name="T46" fmla="*/ 372 w 1052"/>
                <a:gd name="T47" fmla="*/ 290 h 880"/>
                <a:gd name="T48" fmla="*/ 269 w 1052"/>
                <a:gd name="T49" fmla="*/ 334 h 880"/>
                <a:gd name="T50" fmla="*/ 279 w 1052"/>
                <a:gd name="T51" fmla="*/ 278 h 880"/>
                <a:gd name="T52" fmla="*/ 247 w 1052"/>
                <a:gd name="T53" fmla="*/ 200 h 880"/>
                <a:gd name="T54" fmla="*/ 224 w 1052"/>
                <a:gd name="T55" fmla="*/ 396 h 880"/>
                <a:gd name="T56" fmla="*/ 224 w 1052"/>
                <a:gd name="T57" fmla="*/ 404 h 880"/>
                <a:gd name="T58" fmla="*/ 224 w 1052"/>
                <a:gd name="T59" fmla="*/ 409 h 880"/>
                <a:gd name="T60" fmla="*/ 224 w 1052"/>
                <a:gd name="T61" fmla="*/ 414 h 880"/>
                <a:gd name="T62" fmla="*/ 224 w 1052"/>
                <a:gd name="T63" fmla="*/ 417 h 880"/>
                <a:gd name="T64" fmla="*/ 183 w 1052"/>
                <a:gd name="T65" fmla="*/ 461 h 880"/>
                <a:gd name="T66" fmla="*/ 71 w 1052"/>
                <a:gd name="T67" fmla="*/ 460 h 880"/>
                <a:gd name="T68" fmla="*/ 15 w 1052"/>
                <a:gd name="T69" fmla="*/ 438 h 880"/>
                <a:gd name="T70" fmla="*/ 43 w 1052"/>
                <a:gd name="T71" fmla="*/ 536 h 880"/>
                <a:gd name="T72" fmla="*/ 120 w 1052"/>
                <a:gd name="T73" fmla="*/ 690 h 880"/>
                <a:gd name="T74" fmla="*/ 118 w 1052"/>
                <a:gd name="T75" fmla="*/ 792 h 880"/>
                <a:gd name="T76" fmla="*/ 209 w 1052"/>
                <a:gd name="T77" fmla="*/ 876 h 880"/>
                <a:gd name="T78" fmla="*/ 355 w 1052"/>
                <a:gd name="T79" fmla="*/ 842 h 880"/>
                <a:gd name="T80" fmla="*/ 475 w 1052"/>
                <a:gd name="T81" fmla="*/ 830 h 880"/>
                <a:gd name="T82" fmla="*/ 621 w 1052"/>
                <a:gd name="T83" fmla="*/ 805 h 880"/>
                <a:gd name="T84" fmla="*/ 823 w 1052"/>
                <a:gd name="T85" fmla="*/ 667 h 880"/>
                <a:gd name="T86" fmla="*/ 1020 w 1052"/>
                <a:gd name="T87" fmla="*/ 436 h 880"/>
                <a:gd name="T88" fmla="*/ 1052 w 1052"/>
                <a:gd name="T89" fmla="*/ 322 h 880"/>
                <a:gd name="T90" fmla="*/ 817 w 1052"/>
                <a:gd name="T91" fmla="*/ 510 h 880"/>
                <a:gd name="T92" fmla="*/ 745 w 1052"/>
                <a:gd name="T93" fmla="*/ 581 h 880"/>
                <a:gd name="T94" fmla="*/ 686 w 1052"/>
                <a:gd name="T95" fmla="*/ 543 h 880"/>
                <a:gd name="T96" fmla="*/ 712 w 1052"/>
                <a:gd name="T97" fmla="*/ 484 h 880"/>
                <a:gd name="T98" fmla="*/ 771 w 1052"/>
                <a:gd name="T99" fmla="*/ 444 h 880"/>
                <a:gd name="T100" fmla="*/ 825 w 1052"/>
                <a:gd name="T101" fmla="*/ 495 h 8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052" h="880">
                  <a:moveTo>
                    <a:pt x="1009" y="331"/>
                  </a:moveTo>
                  <a:cubicBezTo>
                    <a:pt x="1009" y="331"/>
                    <a:pt x="1009" y="331"/>
                    <a:pt x="1009" y="331"/>
                  </a:cubicBezTo>
                  <a:cubicBezTo>
                    <a:pt x="1008" y="331"/>
                    <a:pt x="1008" y="331"/>
                    <a:pt x="1008" y="331"/>
                  </a:cubicBezTo>
                  <a:cubicBezTo>
                    <a:pt x="1007" y="330"/>
                    <a:pt x="1007" y="330"/>
                    <a:pt x="1007" y="330"/>
                  </a:cubicBezTo>
                  <a:cubicBezTo>
                    <a:pt x="1007" y="330"/>
                    <a:pt x="1007" y="330"/>
                    <a:pt x="1006" y="329"/>
                  </a:cubicBezTo>
                  <a:cubicBezTo>
                    <a:pt x="1006" y="329"/>
                    <a:pt x="1006" y="329"/>
                    <a:pt x="1006" y="329"/>
                  </a:cubicBezTo>
                  <a:cubicBezTo>
                    <a:pt x="1006" y="328"/>
                    <a:pt x="1005" y="328"/>
                    <a:pt x="1005" y="328"/>
                  </a:cubicBezTo>
                  <a:cubicBezTo>
                    <a:pt x="1004" y="327"/>
                    <a:pt x="1004" y="325"/>
                    <a:pt x="1003" y="323"/>
                  </a:cubicBezTo>
                  <a:cubicBezTo>
                    <a:pt x="1003" y="323"/>
                    <a:pt x="1003" y="323"/>
                    <a:pt x="1003" y="323"/>
                  </a:cubicBezTo>
                  <a:cubicBezTo>
                    <a:pt x="1002" y="322"/>
                    <a:pt x="1002" y="321"/>
                    <a:pt x="1002" y="321"/>
                  </a:cubicBezTo>
                  <a:cubicBezTo>
                    <a:pt x="1002" y="321"/>
                    <a:pt x="1002" y="321"/>
                    <a:pt x="1002" y="321"/>
                  </a:cubicBezTo>
                  <a:cubicBezTo>
                    <a:pt x="999" y="322"/>
                    <a:pt x="995" y="324"/>
                    <a:pt x="993" y="326"/>
                  </a:cubicBezTo>
                  <a:cubicBezTo>
                    <a:pt x="987" y="329"/>
                    <a:pt x="989" y="338"/>
                    <a:pt x="988" y="352"/>
                  </a:cubicBezTo>
                  <a:cubicBezTo>
                    <a:pt x="987" y="366"/>
                    <a:pt x="964" y="359"/>
                    <a:pt x="950" y="359"/>
                  </a:cubicBezTo>
                  <a:cubicBezTo>
                    <a:pt x="936" y="358"/>
                    <a:pt x="939" y="354"/>
                    <a:pt x="935" y="347"/>
                  </a:cubicBezTo>
                  <a:cubicBezTo>
                    <a:pt x="932" y="340"/>
                    <a:pt x="928" y="330"/>
                    <a:pt x="918" y="326"/>
                  </a:cubicBezTo>
                  <a:cubicBezTo>
                    <a:pt x="909" y="322"/>
                    <a:pt x="911" y="315"/>
                    <a:pt x="911" y="308"/>
                  </a:cubicBezTo>
                  <a:cubicBezTo>
                    <a:pt x="911" y="301"/>
                    <a:pt x="915" y="292"/>
                    <a:pt x="919" y="289"/>
                  </a:cubicBezTo>
                  <a:cubicBezTo>
                    <a:pt x="923" y="286"/>
                    <a:pt x="932" y="276"/>
                    <a:pt x="934" y="268"/>
                  </a:cubicBezTo>
                  <a:cubicBezTo>
                    <a:pt x="937" y="260"/>
                    <a:pt x="943" y="253"/>
                    <a:pt x="951" y="251"/>
                  </a:cubicBezTo>
                  <a:cubicBezTo>
                    <a:pt x="960" y="249"/>
                    <a:pt x="969" y="260"/>
                    <a:pt x="978" y="265"/>
                  </a:cubicBezTo>
                  <a:cubicBezTo>
                    <a:pt x="983" y="267"/>
                    <a:pt x="989" y="268"/>
                    <a:pt x="992" y="268"/>
                  </a:cubicBezTo>
                  <a:cubicBezTo>
                    <a:pt x="992" y="268"/>
                    <a:pt x="992" y="268"/>
                    <a:pt x="992" y="268"/>
                  </a:cubicBezTo>
                  <a:cubicBezTo>
                    <a:pt x="992" y="266"/>
                    <a:pt x="991" y="264"/>
                    <a:pt x="991" y="262"/>
                  </a:cubicBezTo>
                  <a:cubicBezTo>
                    <a:pt x="987" y="250"/>
                    <a:pt x="995" y="208"/>
                    <a:pt x="992" y="180"/>
                  </a:cubicBezTo>
                  <a:cubicBezTo>
                    <a:pt x="989" y="152"/>
                    <a:pt x="985" y="134"/>
                    <a:pt x="973" y="121"/>
                  </a:cubicBezTo>
                  <a:cubicBezTo>
                    <a:pt x="961" y="108"/>
                    <a:pt x="959" y="88"/>
                    <a:pt x="949" y="45"/>
                  </a:cubicBezTo>
                  <a:cubicBezTo>
                    <a:pt x="949" y="43"/>
                    <a:pt x="949" y="42"/>
                    <a:pt x="948" y="40"/>
                  </a:cubicBezTo>
                  <a:cubicBezTo>
                    <a:pt x="948" y="40"/>
                    <a:pt x="948" y="40"/>
                    <a:pt x="948" y="39"/>
                  </a:cubicBezTo>
                  <a:cubicBezTo>
                    <a:pt x="947" y="38"/>
                    <a:pt x="947" y="37"/>
                    <a:pt x="947" y="36"/>
                  </a:cubicBezTo>
                  <a:cubicBezTo>
                    <a:pt x="946" y="36"/>
                    <a:pt x="946" y="35"/>
                    <a:pt x="946" y="35"/>
                  </a:cubicBezTo>
                  <a:cubicBezTo>
                    <a:pt x="945" y="33"/>
                    <a:pt x="944" y="30"/>
                    <a:pt x="943" y="28"/>
                  </a:cubicBezTo>
                  <a:cubicBezTo>
                    <a:pt x="942" y="28"/>
                    <a:pt x="942" y="28"/>
                    <a:pt x="942" y="28"/>
                  </a:cubicBezTo>
                  <a:cubicBezTo>
                    <a:pt x="932" y="13"/>
                    <a:pt x="913" y="18"/>
                    <a:pt x="896" y="21"/>
                  </a:cubicBezTo>
                  <a:cubicBezTo>
                    <a:pt x="895" y="21"/>
                    <a:pt x="895" y="21"/>
                    <a:pt x="895" y="21"/>
                  </a:cubicBezTo>
                  <a:cubicBezTo>
                    <a:pt x="894" y="21"/>
                    <a:pt x="894" y="21"/>
                    <a:pt x="893" y="21"/>
                  </a:cubicBezTo>
                  <a:cubicBezTo>
                    <a:pt x="892" y="21"/>
                    <a:pt x="891" y="22"/>
                    <a:pt x="890" y="22"/>
                  </a:cubicBezTo>
                  <a:cubicBezTo>
                    <a:pt x="890" y="22"/>
                    <a:pt x="890" y="22"/>
                    <a:pt x="889" y="22"/>
                  </a:cubicBezTo>
                  <a:cubicBezTo>
                    <a:pt x="888" y="22"/>
                    <a:pt x="887" y="22"/>
                    <a:pt x="886" y="22"/>
                  </a:cubicBezTo>
                  <a:cubicBezTo>
                    <a:pt x="886" y="22"/>
                    <a:pt x="886" y="22"/>
                    <a:pt x="886" y="22"/>
                  </a:cubicBezTo>
                  <a:cubicBezTo>
                    <a:pt x="885" y="22"/>
                    <a:pt x="884" y="22"/>
                    <a:pt x="883" y="22"/>
                  </a:cubicBezTo>
                  <a:cubicBezTo>
                    <a:pt x="861" y="22"/>
                    <a:pt x="859" y="12"/>
                    <a:pt x="836" y="12"/>
                  </a:cubicBezTo>
                  <a:cubicBezTo>
                    <a:pt x="834" y="12"/>
                    <a:pt x="833" y="12"/>
                    <a:pt x="831" y="12"/>
                  </a:cubicBezTo>
                  <a:cubicBezTo>
                    <a:pt x="831" y="11"/>
                    <a:pt x="830" y="11"/>
                    <a:pt x="830" y="11"/>
                  </a:cubicBezTo>
                  <a:cubicBezTo>
                    <a:pt x="829" y="11"/>
                    <a:pt x="828" y="11"/>
                    <a:pt x="826" y="11"/>
                  </a:cubicBezTo>
                  <a:cubicBezTo>
                    <a:pt x="826" y="11"/>
                    <a:pt x="826" y="11"/>
                    <a:pt x="826" y="11"/>
                  </a:cubicBezTo>
                  <a:cubicBezTo>
                    <a:pt x="824" y="11"/>
                    <a:pt x="823" y="10"/>
                    <a:pt x="822" y="10"/>
                  </a:cubicBezTo>
                  <a:cubicBezTo>
                    <a:pt x="822" y="10"/>
                    <a:pt x="822" y="10"/>
                    <a:pt x="821" y="10"/>
                  </a:cubicBezTo>
                  <a:cubicBezTo>
                    <a:pt x="820" y="10"/>
                    <a:pt x="820" y="9"/>
                    <a:pt x="819" y="9"/>
                  </a:cubicBezTo>
                  <a:cubicBezTo>
                    <a:pt x="818" y="9"/>
                    <a:pt x="818" y="9"/>
                    <a:pt x="818" y="9"/>
                  </a:cubicBezTo>
                  <a:cubicBezTo>
                    <a:pt x="817" y="8"/>
                    <a:pt x="816" y="8"/>
                    <a:pt x="815" y="7"/>
                  </a:cubicBezTo>
                  <a:cubicBezTo>
                    <a:pt x="815" y="7"/>
                    <a:pt x="815" y="7"/>
                    <a:pt x="815" y="7"/>
                  </a:cubicBezTo>
                  <a:cubicBezTo>
                    <a:pt x="814" y="7"/>
                    <a:pt x="814" y="6"/>
                    <a:pt x="813" y="5"/>
                  </a:cubicBezTo>
                  <a:cubicBezTo>
                    <a:pt x="812" y="5"/>
                    <a:pt x="812" y="5"/>
                    <a:pt x="812" y="5"/>
                  </a:cubicBezTo>
                  <a:cubicBezTo>
                    <a:pt x="812" y="4"/>
                    <a:pt x="811" y="4"/>
                    <a:pt x="811" y="3"/>
                  </a:cubicBezTo>
                  <a:cubicBezTo>
                    <a:pt x="810" y="3"/>
                    <a:pt x="810" y="3"/>
                    <a:pt x="810" y="3"/>
                  </a:cubicBezTo>
                  <a:cubicBezTo>
                    <a:pt x="810" y="2"/>
                    <a:pt x="809" y="1"/>
                    <a:pt x="808" y="0"/>
                  </a:cubicBezTo>
                  <a:cubicBezTo>
                    <a:pt x="808" y="0"/>
                    <a:pt x="808" y="0"/>
                    <a:pt x="808" y="0"/>
                  </a:cubicBezTo>
                  <a:cubicBezTo>
                    <a:pt x="805" y="8"/>
                    <a:pt x="800" y="16"/>
                    <a:pt x="797" y="22"/>
                  </a:cubicBezTo>
                  <a:cubicBezTo>
                    <a:pt x="791" y="32"/>
                    <a:pt x="779" y="34"/>
                    <a:pt x="763" y="37"/>
                  </a:cubicBezTo>
                  <a:cubicBezTo>
                    <a:pt x="748" y="40"/>
                    <a:pt x="738" y="53"/>
                    <a:pt x="733" y="68"/>
                  </a:cubicBezTo>
                  <a:cubicBezTo>
                    <a:pt x="727" y="82"/>
                    <a:pt x="706" y="88"/>
                    <a:pt x="685" y="98"/>
                  </a:cubicBezTo>
                  <a:cubicBezTo>
                    <a:pt x="665" y="108"/>
                    <a:pt x="672" y="115"/>
                    <a:pt x="669" y="134"/>
                  </a:cubicBezTo>
                  <a:cubicBezTo>
                    <a:pt x="665" y="152"/>
                    <a:pt x="656" y="150"/>
                    <a:pt x="647" y="162"/>
                  </a:cubicBezTo>
                  <a:cubicBezTo>
                    <a:pt x="639" y="173"/>
                    <a:pt x="629" y="182"/>
                    <a:pt x="611" y="178"/>
                  </a:cubicBezTo>
                  <a:cubicBezTo>
                    <a:pt x="592" y="175"/>
                    <a:pt x="597" y="202"/>
                    <a:pt x="593" y="219"/>
                  </a:cubicBezTo>
                  <a:cubicBezTo>
                    <a:pt x="589" y="236"/>
                    <a:pt x="568" y="243"/>
                    <a:pt x="545" y="252"/>
                  </a:cubicBezTo>
                  <a:cubicBezTo>
                    <a:pt x="523" y="262"/>
                    <a:pt x="515" y="252"/>
                    <a:pt x="491" y="250"/>
                  </a:cubicBezTo>
                  <a:cubicBezTo>
                    <a:pt x="467" y="247"/>
                    <a:pt x="459" y="240"/>
                    <a:pt x="455" y="228"/>
                  </a:cubicBezTo>
                  <a:cubicBezTo>
                    <a:pt x="450" y="216"/>
                    <a:pt x="429" y="215"/>
                    <a:pt x="417" y="216"/>
                  </a:cubicBezTo>
                  <a:cubicBezTo>
                    <a:pt x="404" y="216"/>
                    <a:pt x="405" y="242"/>
                    <a:pt x="399" y="258"/>
                  </a:cubicBezTo>
                  <a:cubicBezTo>
                    <a:pt x="393" y="275"/>
                    <a:pt x="385" y="282"/>
                    <a:pt x="372" y="290"/>
                  </a:cubicBezTo>
                  <a:cubicBezTo>
                    <a:pt x="359" y="298"/>
                    <a:pt x="355" y="300"/>
                    <a:pt x="343" y="316"/>
                  </a:cubicBezTo>
                  <a:cubicBezTo>
                    <a:pt x="331" y="332"/>
                    <a:pt x="314" y="325"/>
                    <a:pt x="299" y="323"/>
                  </a:cubicBezTo>
                  <a:cubicBezTo>
                    <a:pt x="283" y="321"/>
                    <a:pt x="275" y="325"/>
                    <a:pt x="269" y="334"/>
                  </a:cubicBezTo>
                  <a:cubicBezTo>
                    <a:pt x="263" y="342"/>
                    <a:pt x="264" y="326"/>
                    <a:pt x="263" y="320"/>
                  </a:cubicBezTo>
                  <a:cubicBezTo>
                    <a:pt x="263" y="313"/>
                    <a:pt x="263" y="306"/>
                    <a:pt x="265" y="298"/>
                  </a:cubicBezTo>
                  <a:cubicBezTo>
                    <a:pt x="267" y="290"/>
                    <a:pt x="275" y="284"/>
                    <a:pt x="279" y="278"/>
                  </a:cubicBezTo>
                  <a:cubicBezTo>
                    <a:pt x="282" y="271"/>
                    <a:pt x="282" y="260"/>
                    <a:pt x="274" y="258"/>
                  </a:cubicBezTo>
                  <a:cubicBezTo>
                    <a:pt x="266" y="255"/>
                    <a:pt x="271" y="239"/>
                    <a:pt x="265" y="234"/>
                  </a:cubicBezTo>
                  <a:cubicBezTo>
                    <a:pt x="258" y="228"/>
                    <a:pt x="256" y="212"/>
                    <a:pt x="247" y="200"/>
                  </a:cubicBezTo>
                  <a:cubicBezTo>
                    <a:pt x="242" y="194"/>
                    <a:pt x="233" y="191"/>
                    <a:pt x="225" y="190"/>
                  </a:cubicBezTo>
                  <a:cubicBezTo>
                    <a:pt x="225" y="268"/>
                    <a:pt x="225" y="355"/>
                    <a:pt x="224" y="396"/>
                  </a:cubicBezTo>
                  <a:cubicBezTo>
                    <a:pt x="224" y="396"/>
                    <a:pt x="224" y="396"/>
                    <a:pt x="224" y="396"/>
                  </a:cubicBezTo>
                  <a:cubicBezTo>
                    <a:pt x="224" y="397"/>
                    <a:pt x="224" y="399"/>
                    <a:pt x="224" y="400"/>
                  </a:cubicBezTo>
                  <a:cubicBezTo>
                    <a:pt x="224" y="401"/>
                    <a:pt x="224" y="401"/>
                    <a:pt x="224" y="401"/>
                  </a:cubicBezTo>
                  <a:cubicBezTo>
                    <a:pt x="224" y="402"/>
                    <a:pt x="224" y="403"/>
                    <a:pt x="224" y="404"/>
                  </a:cubicBezTo>
                  <a:cubicBezTo>
                    <a:pt x="224" y="405"/>
                    <a:pt x="224" y="405"/>
                    <a:pt x="224" y="405"/>
                  </a:cubicBezTo>
                  <a:cubicBezTo>
                    <a:pt x="224" y="406"/>
                    <a:pt x="224" y="407"/>
                    <a:pt x="224" y="408"/>
                  </a:cubicBezTo>
                  <a:cubicBezTo>
                    <a:pt x="224" y="408"/>
                    <a:pt x="224" y="408"/>
                    <a:pt x="224" y="409"/>
                  </a:cubicBezTo>
                  <a:cubicBezTo>
                    <a:pt x="224" y="410"/>
                    <a:pt x="224" y="410"/>
                    <a:pt x="224" y="411"/>
                  </a:cubicBezTo>
                  <a:cubicBezTo>
                    <a:pt x="224" y="412"/>
                    <a:pt x="224" y="412"/>
                    <a:pt x="224" y="412"/>
                  </a:cubicBezTo>
                  <a:cubicBezTo>
                    <a:pt x="224" y="413"/>
                    <a:pt x="224" y="413"/>
                    <a:pt x="224" y="414"/>
                  </a:cubicBezTo>
                  <a:cubicBezTo>
                    <a:pt x="224" y="414"/>
                    <a:pt x="224" y="414"/>
                    <a:pt x="224" y="415"/>
                  </a:cubicBezTo>
                  <a:cubicBezTo>
                    <a:pt x="224" y="416"/>
                    <a:pt x="224" y="416"/>
                    <a:pt x="224" y="416"/>
                  </a:cubicBezTo>
                  <a:cubicBezTo>
                    <a:pt x="224" y="417"/>
                    <a:pt x="224" y="417"/>
                    <a:pt x="224" y="417"/>
                  </a:cubicBezTo>
                  <a:cubicBezTo>
                    <a:pt x="224" y="418"/>
                    <a:pt x="224" y="418"/>
                    <a:pt x="224" y="418"/>
                  </a:cubicBezTo>
                  <a:cubicBezTo>
                    <a:pt x="223" y="445"/>
                    <a:pt x="221" y="442"/>
                    <a:pt x="209" y="441"/>
                  </a:cubicBezTo>
                  <a:cubicBezTo>
                    <a:pt x="197" y="440"/>
                    <a:pt x="189" y="450"/>
                    <a:pt x="183" y="461"/>
                  </a:cubicBezTo>
                  <a:cubicBezTo>
                    <a:pt x="176" y="472"/>
                    <a:pt x="160" y="469"/>
                    <a:pt x="145" y="466"/>
                  </a:cubicBezTo>
                  <a:cubicBezTo>
                    <a:pt x="131" y="464"/>
                    <a:pt x="111" y="474"/>
                    <a:pt x="103" y="466"/>
                  </a:cubicBezTo>
                  <a:cubicBezTo>
                    <a:pt x="95" y="458"/>
                    <a:pt x="89" y="462"/>
                    <a:pt x="71" y="460"/>
                  </a:cubicBezTo>
                  <a:cubicBezTo>
                    <a:pt x="52" y="457"/>
                    <a:pt x="60" y="446"/>
                    <a:pt x="57" y="430"/>
                  </a:cubicBezTo>
                  <a:cubicBezTo>
                    <a:pt x="55" y="414"/>
                    <a:pt x="55" y="416"/>
                    <a:pt x="35" y="412"/>
                  </a:cubicBezTo>
                  <a:cubicBezTo>
                    <a:pt x="15" y="408"/>
                    <a:pt x="32" y="437"/>
                    <a:pt x="15" y="438"/>
                  </a:cubicBezTo>
                  <a:cubicBezTo>
                    <a:pt x="9" y="439"/>
                    <a:pt x="4" y="441"/>
                    <a:pt x="0" y="444"/>
                  </a:cubicBezTo>
                  <a:cubicBezTo>
                    <a:pt x="7" y="453"/>
                    <a:pt x="14" y="462"/>
                    <a:pt x="19" y="469"/>
                  </a:cubicBezTo>
                  <a:cubicBezTo>
                    <a:pt x="32" y="487"/>
                    <a:pt x="39" y="508"/>
                    <a:pt x="43" y="536"/>
                  </a:cubicBezTo>
                  <a:cubicBezTo>
                    <a:pt x="46" y="564"/>
                    <a:pt x="53" y="580"/>
                    <a:pt x="68" y="599"/>
                  </a:cubicBezTo>
                  <a:cubicBezTo>
                    <a:pt x="83" y="617"/>
                    <a:pt x="90" y="633"/>
                    <a:pt x="104" y="647"/>
                  </a:cubicBezTo>
                  <a:cubicBezTo>
                    <a:pt x="118" y="661"/>
                    <a:pt x="121" y="670"/>
                    <a:pt x="120" y="690"/>
                  </a:cubicBezTo>
                  <a:cubicBezTo>
                    <a:pt x="119" y="710"/>
                    <a:pt x="125" y="728"/>
                    <a:pt x="109" y="732"/>
                  </a:cubicBezTo>
                  <a:cubicBezTo>
                    <a:pt x="93" y="736"/>
                    <a:pt x="86" y="743"/>
                    <a:pt x="96" y="756"/>
                  </a:cubicBezTo>
                  <a:cubicBezTo>
                    <a:pt x="107" y="768"/>
                    <a:pt x="118" y="775"/>
                    <a:pt x="118" y="792"/>
                  </a:cubicBezTo>
                  <a:cubicBezTo>
                    <a:pt x="118" y="809"/>
                    <a:pt x="115" y="838"/>
                    <a:pt x="129" y="838"/>
                  </a:cubicBezTo>
                  <a:cubicBezTo>
                    <a:pt x="143" y="838"/>
                    <a:pt x="132" y="810"/>
                    <a:pt x="157" y="837"/>
                  </a:cubicBezTo>
                  <a:cubicBezTo>
                    <a:pt x="181" y="864"/>
                    <a:pt x="191" y="872"/>
                    <a:pt x="209" y="876"/>
                  </a:cubicBezTo>
                  <a:cubicBezTo>
                    <a:pt x="227" y="880"/>
                    <a:pt x="235" y="880"/>
                    <a:pt x="248" y="868"/>
                  </a:cubicBezTo>
                  <a:cubicBezTo>
                    <a:pt x="261" y="857"/>
                    <a:pt x="265" y="851"/>
                    <a:pt x="283" y="851"/>
                  </a:cubicBezTo>
                  <a:cubicBezTo>
                    <a:pt x="302" y="851"/>
                    <a:pt x="348" y="853"/>
                    <a:pt x="355" y="842"/>
                  </a:cubicBezTo>
                  <a:cubicBezTo>
                    <a:pt x="363" y="830"/>
                    <a:pt x="363" y="829"/>
                    <a:pt x="386" y="829"/>
                  </a:cubicBezTo>
                  <a:cubicBezTo>
                    <a:pt x="408" y="829"/>
                    <a:pt x="429" y="835"/>
                    <a:pt x="442" y="830"/>
                  </a:cubicBezTo>
                  <a:cubicBezTo>
                    <a:pt x="456" y="824"/>
                    <a:pt x="456" y="821"/>
                    <a:pt x="475" y="830"/>
                  </a:cubicBezTo>
                  <a:cubicBezTo>
                    <a:pt x="493" y="838"/>
                    <a:pt x="525" y="838"/>
                    <a:pt x="535" y="832"/>
                  </a:cubicBezTo>
                  <a:cubicBezTo>
                    <a:pt x="545" y="825"/>
                    <a:pt x="584" y="832"/>
                    <a:pt x="585" y="819"/>
                  </a:cubicBezTo>
                  <a:cubicBezTo>
                    <a:pt x="587" y="806"/>
                    <a:pt x="587" y="804"/>
                    <a:pt x="621" y="805"/>
                  </a:cubicBezTo>
                  <a:cubicBezTo>
                    <a:pt x="655" y="806"/>
                    <a:pt x="684" y="790"/>
                    <a:pt x="695" y="776"/>
                  </a:cubicBezTo>
                  <a:cubicBezTo>
                    <a:pt x="706" y="762"/>
                    <a:pt x="731" y="750"/>
                    <a:pt x="752" y="734"/>
                  </a:cubicBezTo>
                  <a:cubicBezTo>
                    <a:pt x="774" y="718"/>
                    <a:pt x="808" y="686"/>
                    <a:pt x="823" y="667"/>
                  </a:cubicBezTo>
                  <a:cubicBezTo>
                    <a:pt x="838" y="649"/>
                    <a:pt x="900" y="616"/>
                    <a:pt x="911" y="582"/>
                  </a:cubicBezTo>
                  <a:cubicBezTo>
                    <a:pt x="922" y="549"/>
                    <a:pt x="923" y="541"/>
                    <a:pt x="945" y="509"/>
                  </a:cubicBezTo>
                  <a:cubicBezTo>
                    <a:pt x="966" y="478"/>
                    <a:pt x="1001" y="450"/>
                    <a:pt x="1020" y="436"/>
                  </a:cubicBezTo>
                  <a:cubicBezTo>
                    <a:pt x="1038" y="422"/>
                    <a:pt x="1046" y="426"/>
                    <a:pt x="1040" y="402"/>
                  </a:cubicBezTo>
                  <a:cubicBezTo>
                    <a:pt x="1035" y="378"/>
                    <a:pt x="1039" y="365"/>
                    <a:pt x="1044" y="346"/>
                  </a:cubicBezTo>
                  <a:cubicBezTo>
                    <a:pt x="1047" y="337"/>
                    <a:pt x="1050" y="330"/>
                    <a:pt x="1052" y="322"/>
                  </a:cubicBezTo>
                  <a:cubicBezTo>
                    <a:pt x="1030" y="323"/>
                    <a:pt x="1019" y="332"/>
                    <a:pt x="1011" y="332"/>
                  </a:cubicBezTo>
                  <a:cubicBezTo>
                    <a:pt x="1010" y="332"/>
                    <a:pt x="1010" y="332"/>
                    <a:pt x="1009" y="331"/>
                  </a:cubicBezTo>
                  <a:close/>
                  <a:moveTo>
                    <a:pt x="817" y="510"/>
                  </a:moveTo>
                  <a:cubicBezTo>
                    <a:pt x="811" y="515"/>
                    <a:pt x="809" y="527"/>
                    <a:pt x="805" y="539"/>
                  </a:cubicBezTo>
                  <a:cubicBezTo>
                    <a:pt x="801" y="551"/>
                    <a:pt x="787" y="551"/>
                    <a:pt x="771" y="552"/>
                  </a:cubicBezTo>
                  <a:cubicBezTo>
                    <a:pt x="755" y="553"/>
                    <a:pt x="748" y="569"/>
                    <a:pt x="745" y="581"/>
                  </a:cubicBezTo>
                  <a:cubicBezTo>
                    <a:pt x="743" y="592"/>
                    <a:pt x="740" y="590"/>
                    <a:pt x="729" y="590"/>
                  </a:cubicBezTo>
                  <a:cubicBezTo>
                    <a:pt x="718" y="590"/>
                    <a:pt x="713" y="588"/>
                    <a:pt x="707" y="577"/>
                  </a:cubicBezTo>
                  <a:cubicBezTo>
                    <a:pt x="700" y="566"/>
                    <a:pt x="688" y="554"/>
                    <a:pt x="686" y="543"/>
                  </a:cubicBezTo>
                  <a:cubicBezTo>
                    <a:pt x="684" y="533"/>
                    <a:pt x="673" y="536"/>
                    <a:pt x="671" y="523"/>
                  </a:cubicBezTo>
                  <a:cubicBezTo>
                    <a:pt x="669" y="511"/>
                    <a:pt x="688" y="508"/>
                    <a:pt x="695" y="502"/>
                  </a:cubicBezTo>
                  <a:cubicBezTo>
                    <a:pt x="702" y="496"/>
                    <a:pt x="712" y="494"/>
                    <a:pt x="712" y="484"/>
                  </a:cubicBezTo>
                  <a:cubicBezTo>
                    <a:pt x="712" y="473"/>
                    <a:pt x="720" y="465"/>
                    <a:pt x="729" y="465"/>
                  </a:cubicBezTo>
                  <a:cubicBezTo>
                    <a:pt x="737" y="465"/>
                    <a:pt x="748" y="460"/>
                    <a:pt x="750" y="453"/>
                  </a:cubicBezTo>
                  <a:cubicBezTo>
                    <a:pt x="752" y="445"/>
                    <a:pt x="771" y="444"/>
                    <a:pt x="771" y="444"/>
                  </a:cubicBezTo>
                  <a:cubicBezTo>
                    <a:pt x="777" y="443"/>
                    <a:pt x="785" y="452"/>
                    <a:pt x="788" y="458"/>
                  </a:cubicBezTo>
                  <a:cubicBezTo>
                    <a:pt x="791" y="465"/>
                    <a:pt x="797" y="473"/>
                    <a:pt x="807" y="475"/>
                  </a:cubicBezTo>
                  <a:cubicBezTo>
                    <a:pt x="818" y="476"/>
                    <a:pt x="825" y="485"/>
                    <a:pt x="825" y="495"/>
                  </a:cubicBezTo>
                  <a:cubicBezTo>
                    <a:pt x="826" y="505"/>
                    <a:pt x="822" y="504"/>
                    <a:pt x="817" y="510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20" name="Freeform 119"/>
            <p:cNvSpPr>
              <a:spLocks/>
            </p:cNvSpPr>
            <p:nvPr/>
          </p:nvSpPr>
          <p:spPr bwMode="auto">
            <a:xfrm>
              <a:off x="5054600" y="3582988"/>
              <a:ext cx="454025" cy="409575"/>
            </a:xfrm>
            <a:custGeom>
              <a:avLst/>
              <a:gdLst>
                <a:gd name="T0" fmla="*/ 325 w 501"/>
                <a:gd name="T1" fmla="*/ 2 h 451"/>
                <a:gd name="T2" fmla="*/ 323 w 501"/>
                <a:gd name="T3" fmla="*/ 3 h 451"/>
                <a:gd name="T4" fmla="*/ 320 w 501"/>
                <a:gd name="T5" fmla="*/ 4 h 451"/>
                <a:gd name="T6" fmla="*/ 317 w 501"/>
                <a:gd name="T7" fmla="*/ 4 h 451"/>
                <a:gd name="T8" fmla="*/ 313 w 501"/>
                <a:gd name="T9" fmla="*/ 4 h 451"/>
                <a:gd name="T10" fmla="*/ 309 w 501"/>
                <a:gd name="T11" fmla="*/ 5 h 451"/>
                <a:gd name="T12" fmla="*/ 305 w 501"/>
                <a:gd name="T13" fmla="*/ 4 h 451"/>
                <a:gd name="T14" fmla="*/ 299 w 501"/>
                <a:gd name="T15" fmla="*/ 4 h 451"/>
                <a:gd name="T16" fmla="*/ 293 w 501"/>
                <a:gd name="T17" fmla="*/ 4 h 451"/>
                <a:gd name="T18" fmla="*/ 288 w 501"/>
                <a:gd name="T19" fmla="*/ 4 h 451"/>
                <a:gd name="T20" fmla="*/ 283 w 501"/>
                <a:gd name="T21" fmla="*/ 4 h 451"/>
                <a:gd name="T22" fmla="*/ 278 w 501"/>
                <a:gd name="T23" fmla="*/ 4 h 451"/>
                <a:gd name="T24" fmla="*/ 274 w 501"/>
                <a:gd name="T25" fmla="*/ 4 h 451"/>
                <a:gd name="T26" fmla="*/ 236 w 501"/>
                <a:gd name="T27" fmla="*/ 36 h 451"/>
                <a:gd name="T28" fmla="*/ 112 w 501"/>
                <a:gd name="T29" fmla="*/ 155 h 451"/>
                <a:gd name="T30" fmla="*/ 20 w 501"/>
                <a:gd name="T31" fmla="*/ 144 h 451"/>
                <a:gd name="T32" fmla="*/ 19 w 501"/>
                <a:gd name="T33" fmla="*/ 175 h 451"/>
                <a:gd name="T34" fmla="*/ 96 w 501"/>
                <a:gd name="T35" fmla="*/ 277 h 451"/>
                <a:gd name="T36" fmla="*/ 150 w 501"/>
                <a:gd name="T37" fmla="*/ 321 h 451"/>
                <a:gd name="T38" fmla="*/ 171 w 501"/>
                <a:gd name="T39" fmla="*/ 373 h 451"/>
                <a:gd name="T40" fmla="*/ 244 w 501"/>
                <a:gd name="T41" fmla="*/ 411 h 451"/>
                <a:gd name="T42" fmla="*/ 246 w 501"/>
                <a:gd name="T43" fmla="*/ 415 h 451"/>
                <a:gd name="T44" fmla="*/ 248 w 501"/>
                <a:gd name="T45" fmla="*/ 418 h 451"/>
                <a:gd name="T46" fmla="*/ 250 w 501"/>
                <a:gd name="T47" fmla="*/ 421 h 451"/>
                <a:gd name="T48" fmla="*/ 251 w 501"/>
                <a:gd name="T49" fmla="*/ 423 h 451"/>
                <a:gd name="T50" fmla="*/ 254 w 501"/>
                <a:gd name="T51" fmla="*/ 426 h 451"/>
                <a:gd name="T52" fmla="*/ 256 w 501"/>
                <a:gd name="T53" fmla="*/ 428 h 451"/>
                <a:gd name="T54" fmla="*/ 258 w 501"/>
                <a:gd name="T55" fmla="*/ 430 h 451"/>
                <a:gd name="T56" fmla="*/ 262 w 501"/>
                <a:gd name="T57" fmla="*/ 432 h 451"/>
                <a:gd name="T58" fmla="*/ 265 w 501"/>
                <a:gd name="T59" fmla="*/ 433 h 451"/>
                <a:gd name="T60" fmla="*/ 269 w 501"/>
                <a:gd name="T61" fmla="*/ 434 h 451"/>
                <a:gd name="T62" fmla="*/ 274 w 501"/>
                <a:gd name="T63" fmla="*/ 435 h 451"/>
                <a:gd name="T64" fmla="*/ 326 w 501"/>
                <a:gd name="T65" fmla="*/ 445 h 451"/>
                <a:gd name="T66" fmla="*/ 329 w 501"/>
                <a:gd name="T67" fmla="*/ 445 h 451"/>
                <a:gd name="T68" fmla="*/ 333 w 501"/>
                <a:gd name="T69" fmla="*/ 445 h 451"/>
                <a:gd name="T70" fmla="*/ 338 w 501"/>
                <a:gd name="T71" fmla="*/ 444 h 451"/>
                <a:gd name="T72" fmla="*/ 385 w 501"/>
                <a:gd name="T73" fmla="*/ 451 h 451"/>
                <a:gd name="T74" fmla="*/ 406 w 501"/>
                <a:gd name="T75" fmla="*/ 432 h 451"/>
                <a:gd name="T76" fmla="*/ 464 w 501"/>
                <a:gd name="T77" fmla="*/ 334 h 451"/>
                <a:gd name="T78" fmla="*/ 499 w 501"/>
                <a:gd name="T79" fmla="*/ 283 h 451"/>
                <a:gd name="T80" fmla="*/ 486 w 501"/>
                <a:gd name="T81" fmla="*/ 239 h 451"/>
                <a:gd name="T82" fmla="*/ 493 w 501"/>
                <a:gd name="T83" fmla="*/ 198 h 451"/>
                <a:gd name="T84" fmla="*/ 499 w 501"/>
                <a:gd name="T85" fmla="*/ 127 h 451"/>
                <a:gd name="T86" fmla="*/ 483 w 501"/>
                <a:gd name="T87" fmla="*/ 68 h 451"/>
                <a:gd name="T88" fmla="*/ 388 w 501"/>
                <a:gd name="T89" fmla="*/ 29 h 451"/>
                <a:gd name="T90" fmla="*/ 332 w 501"/>
                <a:gd name="T91" fmla="*/ 13 h 451"/>
                <a:gd name="T92" fmla="*/ 327 w 501"/>
                <a:gd name="T93" fmla="*/ 0 h 4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501" h="451">
                  <a:moveTo>
                    <a:pt x="326" y="1"/>
                  </a:moveTo>
                  <a:cubicBezTo>
                    <a:pt x="325" y="2"/>
                    <a:pt x="325" y="2"/>
                    <a:pt x="325" y="2"/>
                  </a:cubicBezTo>
                  <a:cubicBezTo>
                    <a:pt x="324" y="2"/>
                    <a:pt x="324" y="2"/>
                    <a:pt x="324" y="2"/>
                  </a:cubicBezTo>
                  <a:cubicBezTo>
                    <a:pt x="324" y="3"/>
                    <a:pt x="323" y="3"/>
                    <a:pt x="323" y="3"/>
                  </a:cubicBezTo>
                  <a:cubicBezTo>
                    <a:pt x="322" y="3"/>
                    <a:pt x="322" y="3"/>
                    <a:pt x="321" y="3"/>
                  </a:cubicBezTo>
                  <a:cubicBezTo>
                    <a:pt x="320" y="4"/>
                    <a:pt x="320" y="4"/>
                    <a:pt x="320" y="4"/>
                  </a:cubicBezTo>
                  <a:cubicBezTo>
                    <a:pt x="319" y="4"/>
                    <a:pt x="319" y="4"/>
                    <a:pt x="318" y="4"/>
                  </a:cubicBezTo>
                  <a:cubicBezTo>
                    <a:pt x="317" y="4"/>
                    <a:pt x="317" y="4"/>
                    <a:pt x="317" y="4"/>
                  </a:cubicBezTo>
                  <a:cubicBezTo>
                    <a:pt x="316" y="4"/>
                    <a:pt x="316" y="4"/>
                    <a:pt x="315" y="4"/>
                  </a:cubicBezTo>
                  <a:cubicBezTo>
                    <a:pt x="314" y="4"/>
                    <a:pt x="314" y="4"/>
                    <a:pt x="313" y="4"/>
                  </a:cubicBezTo>
                  <a:cubicBezTo>
                    <a:pt x="312" y="4"/>
                    <a:pt x="312" y="4"/>
                    <a:pt x="311" y="4"/>
                  </a:cubicBezTo>
                  <a:cubicBezTo>
                    <a:pt x="310" y="5"/>
                    <a:pt x="310" y="5"/>
                    <a:pt x="309" y="5"/>
                  </a:cubicBezTo>
                  <a:cubicBezTo>
                    <a:pt x="308" y="4"/>
                    <a:pt x="308" y="5"/>
                    <a:pt x="307" y="4"/>
                  </a:cubicBezTo>
                  <a:cubicBezTo>
                    <a:pt x="307" y="4"/>
                    <a:pt x="306" y="4"/>
                    <a:pt x="305" y="4"/>
                  </a:cubicBezTo>
                  <a:cubicBezTo>
                    <a:pt x="303" y="4"/>
                    <a:pt x="301" y="4"/>
                    <a:pt x="299" y="4"/>
                  </a:cubicBezTo>
                  <a:cubicBezTo>
                    <a:pt x="299" y="4"/>
                    <a:pt x="299" y="4"/>
                    <a:pt x="299" y="4"/>
                  </a:cubicBezTo>
                  <a:cubicBezTo>
                    <a:pt x="297" y="4"/>
                    <a:pt x="295" y="4"/>
                    <a:pt x="294" y="4"/>
                  </a:cubicBezTo>
                  <a:cubicBezTo>
                    <a:pt x="293" y="4"/>
                    <a:pt x="293" y="4"/>
                    <a:pt x="293" y="4"/>
                  </a:cubicBezTo>
                  <a:cubicBezTo>
                    <a:pt x="292" y="4"/>
                    <a:pt x="291" y="4"/>
                    <a:pt x="289" y="4"/>
                  </a:cubicBezTo>
                  <a:cubicBezTo>
                    <a:pt x="288" y="4"/>
                    <a:pt x="288" y="4"/>
                    <a:pt x="288" y="4"/>
                  </a:cubicBezTo>
                  <a:cubicBezTo>
                    <a:pt x="287" y="4"/>
                    <a:pt x="286" y="4"/>
                    <a:pt x="285" y="4"/>
                  </a:cubicBezTo>
                  <a:cubicBezTo>
                    <a:pt x="284" y="4"/>
                    <a:pt x="283" y="4"/>
                    <a:pt x="283" y="4"/>
                  </a:cubicBezTo>
                  <a:cubicBezTo>
                    <a:pt x="282" y="4"/>
                    <a:pt x="281" y="4"/>
                    <a:pt x="280" y="4"/>
                  </a:cubicBezTo>
                  <a:cubicBezTo>
                    <a:pt x="279" y="4"/>
                    <a:pt x="279" y="4"/>
                    <a:pt x="278" y="4"/>
                  </a:cubicBezTo>
                  <a:cubicBezTo>
                    <a:pt x="277" y="4"/>
                    <a:pt x="276" y="4"/>
                    <a:pt x="275" y="4"/>
                  </a:cubicBezTo>
                  <a:cubicBezTo>
                    <a:pt x="274" y="4"/>
                    <a:pt x="274" y="4"/>
                    <a:pt x="274" y="4"/>
                  </a:cubicBezTo>
                  <a:cubicBezTo>
                    <a:pt x="272" y="4"/>
                    <a:pt x="271" y="4"/>
                    <a:pt x="270" y="4"/>
                  </a:cubicBezTo>
                  <a:cubicBezTo>
                    <a:pt x="247" y="7"/>
                    <a:pt x="238" y="17"/>
                    <a:pt x="236" y="36"/>
                  </a:cubicBezTo>
                  <a:cubicBezTo>
                    <a:pt x="235" y="55"/>
                    <a:pt x="228" y="67"/>
                    <a:pt x="187" y="75"/>
                  </a:cubicBezTo>
                  <a:cubicBezTo>
                    <a:pt x="146" y="83"/>
                    <a:pt x="130" y="133"/>
                    <a:pt x="112" y="155"/>
                  </a:cubicBezTo>
                  <a:cubicBezTo>
                    <a:pt x="95" y="176"/>
                    <a:pt x="83" y="156"/>
                    <a:pt x="63" y="149"/>
                  </a:cubicBezTo>
                  <a:cubicBezTo>
                    <a:pt x="43" y="143"/>
                    <a:pt x="40" y="149"/>
                    <a:pt x="20" y="144"/>
                  </a:cubicBezTo>
                  <a:cubicBezTo>
                    <a:pt x="13" y="142"/>
                    <a:pt x="6" y="141"/>
                    <a:pt x="0" y="142"/>
                  </a:cubicBezTo>
                  <a:cubicBezTo>
                    <a:pt x="8" y="152"/>
                    <a:pt x="17" y="164"/>
                    <a:pt x="19" y="175"/>
                  </a:cubicBezTo>
                  <a:cubicBezTo>
                    <a:pt x="23" y="192"/>
                    <a:pt x="44" y="184"/>
                    <a:pt x="46" y="211"/>
                  </a:cubicBezTo>
                  <a:cubicBezTo>
                    <a:pt x="47" y="237"/>
                    <a:pt x="70" y="271"/>
                    <a:pt x="96" y="277"/>
                  </a:cubicBezTo>
                  <a:cubicBezTo>
                    <a:pt x="123" y="284"/>
                    <a:pt x="124" y="281"/>
                    <a:pt x="130" y="300"/>
                  </a:cubicBezTo>
                  <a:cubicBezTo>
                    <a:pt x="135" y="319"/>
                    <a:pt x="132" y="321"/>
                    <a:pt x="150" y="321"/>
                  </a:cubicBezTo>
                  <a:cubicBezTo>
                    <a:pt x="167" y="321"/>
                    <a:pt x="155" y="335"/>
                    <a:pt x="155" y="348"/>
                  </a:cubicBezTo>
                  <a:cubicBezTo>
                    <a:pt x="155" y="361"/>
                    <a:pt x="162" y="373"/>
                    <a:pt x="171" y="373"/>
                  </a:cubicBezTo>
                  <a:cubicBezTo>
                    <a:pt x="180" y="373"/>
                    <a:pt x="172" y="389"/>
                    <a:pt x="186" y="393"/>
                  </a:cubicBezTo>
                  <a:cubicBezTo>
                    <a:pt x="199" y="397"/>
                    <a:pt x="236" y="395"/>
                    <a:pt x="244" y="411"/>
                  </a:cubicBezTo>
                  <a:cubicBezTo>
                    <a:pt x="245" y="412"/>
                    <a:pt x="245" y="413"/>
                    <a:pt x="246" y="414"/>
                  </a:cubicBezTo>
                  <a:cubicBezTo>
                    <a:pt x="246" y="414"/>
                    <a:pt x="246" y="414"/>
                    <a:pt x="246" y="415"/>
                  </a:cubicBezTo>
                  <a:cubicBezTo>
                    <a:pt x="247" y="415"/>
                    <a:pt x="247" y="416"/>
                    <a:pt x="248" y="417"/>
                  </a:cubicBezTo>
                  <a:cubicBezTo>
                    <a:pt x="248" y="418"/>
                    <a:pt x="248" y="418"/>
                    <a:pt x="248" y="418"/>
                  </a:cubicBezTo>
                  <a:cubicBezTo>
                    <a:pt x="248" y="419"/>
                    <a:pt x="249" y="419"/>
                    <a:pt x="249" y="420"/>
                  </a:cubicBezTo>
                  <a:cubicBezTo>
                    <a:pt x="249" y="420"/>
                    <a:pt x="250" y="420"/>
                    <a:pt x="250" y="421"/>
                  </a:cubicBezTo>
                  <a:cubicBezTo>
                    <a:pt x="250" y="422"/>
                    <a:pt x="251" y="422"/>
                    <a:pt x="251" y="423"/>
                  </a:cubicBezTo>
                  <a:cubicBezTo>
                    <a:pt x="251" y="423"/>
                    <a:pt x="251" y="423"/>
                    <a:pt x="251" y="423"/>
                  </a:cubicBezTo>
                  <a:cubicBezTo>
                    <a:pt x="252" y="424"/>
                    <a:pt x="253" y="425"/>
                    <a:pt x="253" y="426"/>
                  </a:cubicBezTo>
                  <a:cubicBezTo>
                    <a:pt x="253" y="426"/>
                    <a:pt x="253" y="426"/>
                    <a:pt x="254" y="426"/>
                  </a:cubicBezTo>
                  <a:cubicBezTo>
                    <a:pt x="254" y="427"/>
                    <a:pt x="255" y="427"/>
                    <a:pt x="255" y="428"/>
                  </a:cubicBezTo>
                  <a:cubicBezTo>
                    <a:pt x="256" y="428"/>
                    <a:pt x="256" y="428"/>
                    <a:pt x="256" y="428"/>
                  </a:cubicBezTo>
                  <a:cubicBezTo>
                    <a:pt x="257" y="429"/>
                    <a:pt x="257" y="430"/>
                    <a:pt x="258" y="430"/>
                  </a:cubicBezTo>
                  <a:cubicBezTo>
                    <a:pt x="258" y="430"/>
                    <a:pt x="258" y="430"/>
                    <a:pt x="258" y="430"/>
                  </a:cubicBezTo>
                  <a:cubicBezTo>
                    <a:pt x="259" y="431"/>
                    <a:pt x="260" y="431"/>
                    <a:pt x="261" y="432"/>
                  </a:cubicBezTo>
                  <a:cubicBezTo>
                    <a:pt x="261" y="432"/>
                    <a:pt x="261" y="432"/>
                    <a:pt x="262" y="432"/>
                  </a:cubicBezTo>
                  <a:cubicBezTo>
                    <a:pt x="263" y="432"/>
                    <a:pt x="263" y="433"/>
                    <a:pt x="264" y="433"/>
                  </a:cubicBezTo>
                  <a:cubicBezTo>
                    <a:pt x="265" y="433"/>
                    <a:pt x="265" y="433"/>
                    <a:pt x="265" y="433"/>
                  </a:cubicBezTo>
                  <a:cubicBezTo>
                    <a:pt x="266" y="433"/>
                    <a:pt x="267" y="434"/>
                    <a:pt x="269" y="434"/>
                  </a:cubicBezTo>
                  <a:cubicBezTo>
                    <a:pt x="269" y="434"/>
                    <a:pt x="269" y="434"/>
                    <a:pt x="269" y="434"/>
                  </a:cubicBezTo>
                  <a:cubicBezTo>
                    <a:pt x="271" y="434"/>
                    <a:pt x="272" y="434"/>
                    <a:pt x="273" y="434"/>
                  </a:cubicBezTo>
                  <a:cubicBezTo>
                    <a:pt x="273" y="434"/>
                    <a:pt x="274" y="434"/>
                    <a:pt x="274" y="435"/>
                  </a:cubicBezTo>
                  <a:cubicBezTo>
                    <a:pt x="276" y="435"/>
                    <a:pt x="277" y="435"/>
                    <a:pt x="279" y="435"/>
                  </a:cubicBezTo>
                  <a:cubicBezTo>
                    <a:pt x="302" y="435"/>
                    <a:pt x="304" y="445"/>
                    <a:pt x="326" y="445"/>
                  </a:cubicBezTo>
                  <a:cubicBezTo>
                    <a:pt x="327" y="445"/>
                    <a:pt x="328" y="445"/>
                    <a:pt x="329" y="445"/>
                  </a:cubicBezTo>
                  <a:cubicBezTo>
                    <a:pt x="329" y="445"/>
                    <a:pt x="329" y="445"/>
                    <a:pt x="329" y="445"/>
                  </a:cubicBezTo>
                  <a:cubicBezTo>
                    <a:pt x="330" y="445"/>
                    <a:pt x="331" y="445"/>
                    <a:pt x="332" y="445"/>
                  </a:cubicBezTo>
                  <a:cubicBezTo>
                    <a:pt x="333" y="445"/>
                    <a:pt x="333" y="445"/>
                    <a:pt x="333" y="445"/>
                  </a:cubicBezTo>
                  <a:cubicBezTo>
                    <a:pt x="334" y="445"/>
                    <a:pt x="335" y="444"/>
                    <a:pt x="336" y="444"/>
                  </a:cubicBezTo>
                  <a:cubicBezTo>
                    <a:pt x="337" y="444"/>
                    <a:pt x="337" y="444"/>
                    <a:pt x="338" y="444"/>
                  </a:cubicBezTo>
                  <a:cubicBezTo>
                    <a:pt x="339" y="444"/>
                    <a:pt x="339" y="444"/>
                    <a:pt x="339" y="444"/>
                  </a:cubicBezTo>
                  <a:cubicBezTo>
                    <a:pt x="356" y="441"/>
                    <a:pt x="375" y="436"/>
                    <a:pt x="385" y="451"/>
                  </a:cubicBezTo>
                  <a:cubicBezTo>
                    <a:pt x="385" y="451"/>
                    <a:pt x="385" y="451"/>
                    <a:pt x="385" y="451"/>
                  </a:cubicBezTo>
                  <a:cubicBezTo>
                    <a:pt x="393" y="444"/>
                    <a:pt x="401" y="436"/>
                    <a:pt x="406" y="432"/>
                  </a:cubicBezTo>
                  <a:cubicBezTo>
                    <a:pt x="412" y="426"/>
                    <a:pt x="445" y="392"/>
                    <a:pt x="453" y="382"/>
                  </a:cubicBezTo>
                  <a:cubicBezTo>
                    <a:pt x="461" y="372"/>
                    <a:pt x="464" y="347"/>
                    <a:pt x="464" y="334"/>
                  </a:cubicBezTo>
                  <a:cubicBezTo>
                    <a:pt x="464" y="321"/>
                    <a:pt x="477" y="315"/>
                    <a:pt x="485" y="305"/>
                  </a:cubicBezTo>
                  <a:cubicBezTo>
                    <a:pt x="493" y="296"/>
                    <a:pt x="497" y="291"/>
                    <a:pt x="499" y="283"/>
                  </a:cubicBezTo>
                  <a:cubicBezTo>
                    <a:pt x="501" y="275"/>
                    <a:pt x="498" y="274"/>
                    <a:pt x="490" y="269"/>
                  </a:cubicBezTo>
                  <a:cubicBezTo>
                    <a:pt x="482" y="265"/>
                    <a:pt x="490" y="245"/>
                    <a:pt x="486" y="239"/>
                  </a:cubicBezTo>
                  <a:cubicBezTo>
                    <a:pt x="481" y="233"/>
                    <a:pt x="479" y="227"/>
                    <a:pt x="479" y="219"/>
                  </a:cubicBezTo>
                  <a:cubicBezTo>
                    <a:pt x="479" y="212"/>
                    <a:pt x="485" y="203"/>
                    <a:pt x="493" y="198"/>
                  </a:cubicBezTo>
                  <a:cubicBezTo>
                    <a:pt x="501" y="193"/>
                    <a:pt x="500" y="173"/>
                    <a:pt x="494" y="165"/>
                  </a:cubicBezTo>
                  <a:cubicBezTo>
                    <a:pt x="488" y="157"/>
                    <a:pt x="499" y="136"/>
                    <a:pt x="499" y="127"/>
                  </a:cubicBezTo>
                  <a:cubicBezTo>
                    <a:pt x="499" y="117"/>
                    <a:pt x="496" y="109"/>
                    <a:pt x="492" y="103"/>
                  </a:cubicBezTo>
                  <a:cubicBezTo>
                    <a:pt x="488" y="96"/>
                    <a:pt x="489" y="83"/>
                    <a:pt x="483" y="68"/>
                  </a:cubicBezTo>
                  <a:cubicBezTo>
                    <a:pt x="477" y="53"/>
                    <a:pt x="442" y="55"/>
                    <a:pt x="432" y="49"/>
                  </a:cubicBezTo>
                  <a:cubicBezTo>
                    <a:pt x="422" y="44"/>
                    <a:pt x="398" y="35"/>
                    <a:pt x="388" y="29"/>
                  </a:cubicBezTo>
                  <a:cubicBezTo>
                    <a:pt x="378" y="23"/>
                    <a:pt x="368" y="23"/>
                    <a:pt x="356" y="26"/>
                  </a:cubicBezTo>
                  <a:cubicBezTo>
                    <a:pt x="344" y="29"/>
                    <a:pt x="333" y="23"/>
                    <a:pt x="332" y="13"/>
                  </a:cubicBezTo>
                  <a:cubicBezTo>
                    <a:pt x="331" y="8"/>
                    <a:pt x="329" y="4"/>
                    <a:pt x="327" y="0"/>
                  </a:cubicBezTo>
                  <a:cubicBezTo>
                    <a:pt x="327" y="0"/>
                    <a:pt x="327" y="0"/>
                    <a:pt x="327" y="0"/>
                  </a:cubicBezTo>
                  <a:cubicBezTo>
                    <a:pt x="327" y="1"/>
                    <a:pt x="326" y="1"/>
                    <a:pt x="326" y="1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21" name="Freeform 120"/>
            <p:cNvSpPr>
              <a:spLocks/>
            </p:cNvSpPr>
            <p:nvPr/>
          </p:nvSpPr>
          <p:spPr bwMode="auto">
            <a:xfrm>
              <a:off x="5156200" y="4370388"/>
              <a:ext cx="142875" cy="134938"/>
            </a:xfrm>
            <a:custGeom>
              <a:avLst/>
              <a:gdLst>
                <a:gd name="T0" fmla="*/ 138 w 157"/>
                <a:gd name="T1" fmla="*/ 32 h 149"/>
                <a:gd name="T2" fmla="*/ 119 w 157"/>
                <a:gd name="T3" fmla="*/ 15 h 149"/>
                <a:gd name="T4" fmla="*/ 102 w 157"/>
                <a:gd name="T5" fmla="*/ 1 h 149"/>
                <a:gd name="T6" fmla="*/ 81 w 157"/>
                <a:gd name="T7" fmla="*/ 10 h 149"/>
                <a:gd name="T8" fmla="*/ 60 w 157"/>
                <a:gd name="T9" fmla="*/ 22 h 149"/>
                <a:gd name="T10" fmla="*/ 43 w 157"/>
                <a:gd name="T11" fmla="*/ 41 h 149"/>
                <a:gd name="T12" fmla="*/ 26 w 157"/>
                <a:gd name="T13" fmla="*/ 59 h 149"/>
                <a:gd name="T14" fmla="*/ 2 w 157"/>
                <a:gd name="T15" fmla="*/ 80 h 149"/>
                <a:gd name="T16" fmla="*/ 17 w 157"/>
                <a:gd name="T17" fmla="*/ 100 h 149"/>
                <a:gd name="T18" fmla="*/ 38 w 157"/>
                <a:gd name="T19" fmla="*/ 134 h 149"/>
                <a:gd name="T20" fmla="*/ 60 w 157"/>
                <a:gd name="T21" fmla="*/ 147 h 149"/>
                <a:gd name="T22" fmla="*/ 76 w 157"/>
                <a:gd name="T23" fmla="*/ 138 h 149"/>
                <a:gd name="T24" fmla="*/ 102 w 157"/>
                <a:gd name="T25" fmla="*/ 109 h 149"/>
                <a:gd name="T26" fmla="*/ 136 w 157"/>
                <a:gd name="T27" fmla="*/ 96 h 149"/>
                <a:gd name="T28" fmla="*/ 148 w 157"/>
                <a:gd name="T29" fmla="*/ 67 h 149"/>
                <a:gd name="T30" fmla="*/ 156 w 157"/>
                <a:gd name="T31" fmla="*/ 52 h 149"/>
                <a:gd name="T32" fmla="*/ 138 w 157"/>
                <a:gd name="T33" fmla="*/ 32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57" h="149">
                  <a:moveTo>
                    <a:pt x="138" y="32"/>
                  </a:moveTo>
                  <a:cubicBezTo>
                    <a:pt x="128" y="30"/>
                    <a:pt x="122" y="22"/>
                    <a:pt x="119" y="15"/>
                  </a:cubicBezTo>
                  <a:cubicBezTo>
                    <a:pt x="116" y="9"/>
                    <a:pt x="108" y="0"/>
                    <a:pt x="102" y="1"/>
                  </a:cubicBezTo>
                  <a:cubicBezTo>
                    <a:pt x="102" y="1"/>
                    <a:pt x="83" y="2"/>
                    <a:pt x="81" y="10"/>
                  </a:cubicBezTo>
                  <a:cubicBezTo>
                    <a:pt x="79" y="17"/>
                    <a:pt x="68" y="22"/>
                    <a:pt x="60" y="22"/>
                  </a:cubicBezTo>
                  <a:cubicBezTo>
                    <a:pt x="51" y="22"/>
                    <a:pt x="43" y="30"/>
                    <a:pt x="43" y="41"/>
                  </a:cubicBezTo>
                  <a:cubicBezTo>
                    <a:pt x="43" y="51"/>
                    <a:pt x="33" y="53"/>
                    <a:pt x="26" y="59"/>
                  </a:cubicBezTo>
                  <a:cubicBezTo>
                    <a:pt x="19" y="65"/>
                    <a:pt x="0" y="68"/>
                    <a:pt x="2" y="80"/>
                  </a:cubicBezTo>
                  <a:cubicBezTo>
                    <a:pt x="4" y="93"/>
                    <a:pt x="15" y="90"/>
                    <a:pt x="17" y="100"/>
                  </a:cubicBezTo>
                  <a:cubicBezTo>
                    <a:pt x="19" y="111"/>
                    <a:pt x="31" y="123"/>
                    <a:pt x="38" y="134"/>
                  </a:cubicBezTo>
                  <a:cubicBezTo>
                    <a:pt x="44" y="145"/>
                    <a:pt x="49" y="147"/>
                    <a:pt x="60" y="147"/>
                  </a:cubicBezTo>
                  <a:cubicBezTo>
                    <a:pt x="71" y="147"/>
                    <a:pt x="74" y="149"/>
                    <a:pt x="76" y="138"/>
                  </a:cubicBezTo>
                  <a:cubicBezTo>
                    <a:pt x="79" y="126"/>
                    <a:pt x="86" y="110"/>
                    <a:pt x="102" y="109"/>
                  </a:cubicBezTo>
                  <a:cubicBezTo>
                    <a:pt x="118" y="108"/>
                    <a:pt x="132" y="108"/>
                    <a:pt x="136" y="96"/>
                  </a:cubicBezTo>
                  <a:cubicBezTo>
                    <a:pt x="140" y="84"/>
                    <a:pt x="142" y="72"/>
                    <a:pt x="148" y="67"/>
                  </a:cubicBezTo>
                  <a:cubicBezTo>
                    <a:pt x="153" y="61"/>
                    <a:pt x="157" y="62"/>
                    <a:pt x="156" y="52"/>
                  </a:cubicBezTo>
                  <a:cubicBezTo>
                    <a:pt x="156" y="42"/>
                    <a:pt x="149" y="33"/>
                    <a:pt x="138" y="32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22" name="Freeform 121"/>
            <p:cNvSpPr>
              <a:spLocks/>
            </p:cNvSpPr>
            <p:nvPr/>
          </p:nvSpPr>
          <p:spPr bwMode="auto">
            <a:xfrm>
              <a:off x="4278313" y="2995613"/>
              <a:ext cx="706438" cy="730250"/>
            </a:xfrm>
            <a:custGeom>
              <a:avLst/>
              <a:gdLst>
                <a:gd name="T0" fmla="*/ 59 w 778"/>
                <a:gd name="T1" fmla="*/ 740 h 802"/>
                <a:gd name="T2" fmla="*/ 157 w 778"/>
                <a:gd name="T3" fmla="*/ 756 h 802"/>
                <a:gd name="T4" fmla="*/ 450 w 778"/>
                <a:gd name="T5" fmla="*/ 789 h 802"/>
                <a:gd name="T6" fmla="*/ 642 w 778"/>
                <a:gd name="T7" fmla="*/ 797 h 802"/>
                <a:gd name="T8" fmla="*/ 725 w 778"/>
                <a:gd name="T9" fmla="*/ 779 h 802"/>
                <a:gd name="T10" fmla="*/ 731 w 778"/>
                <a:gd name="T11" fmla="*/ 778 h 802"/>
                <a:gd name="T12" fmla="*/ 685 w 778"/>
                <a:gd name="T13" fmla="*/ 725 h 802"/>
                <a:gd name="T14" fmla="*/ 650 w 778"/>
                <a:gd name="T15" fmla="*/ 472 h 802"/>
                <a:gd name="T16" fmla="*/ 778 w 778"/>
                <a:gd name="T17" fmla="*/ 337 h 802"/>
                <a:gd name="T18" fmla="*/ 772 w 778"/>
                <a:gd name="T19" fmla="*/ 337 h 802"/>
                <a:gd name="T20" fmla="*/ 767 w 778"/>
                <a:gd name="T21" fmla="*/ 337 h 802"/>
                <a:gd name="T22" fmla="*/ 757 w 778"/>
                <a:gd name="T23" fmla="*/ 337 h 802"/>
                <a:gd name="T24" fmla="*/ 682 w 778"/>
                <a:gd name="T25" fmla="*/ 349 h 802"/>
                <a:gd name="T26" fmla="*/ 666 w 778"/>
                <a:gd name="T27" fmla="*/ 328 h 802"/>
                <a:gd name="T28" fmla="*/ 655 w 778"/>
                <a:gd name="T29" fmla="*/ 268 h 802"/>
                <a:gd name="T30" fmla="*/ 645 w 778"/>
                <a:gd name="T31" fmla="*/ 208 h 802"/>
                <a:gd name="T32" fmla="*/ 637 w 778"/>
                <a:gd name="T33" fmla="*/ 148 h 802"/>
                <a:gd name="T34" fmla="*/ 642 w 778"/>
                <a:gd name="T35" fmla="*/ 109 h 802"/>
                <a:gd name="T36" fmla="*/ 552 w 778"/>
                <a:gd name="T37" fmla="*/ 80 h 802"/>
                <a:gd name="T38" fmla="*/ 491 w 778"/>
                <a:gd name="T39" fmla="*/ 115 h 802"/>
                <a:gd name="T40" fmla="*/ 449 w 778"/>
                <a:gd name="T41" fmla="*/ 148 h 802"/>
                <a:gd name="T42" fmla="*/ 391 w 778"/>
                <a:gd name="T43" fmla="*/ 153 h 802"/>
                <a:gd name="T44" fmla="*/ 325 w 778"/>
                <a:gd name="T45" fmla="*/ 73 h 802"/>
                <a:gd name="T46" fmla="*/ 187 w 778"/>
                <a:gd name="T47" fmla="*/ 12 h 802"/>
                <a:gd name="T48" fmla="*/ 31 w 778"/>
                <a:gd name="T49" fmla="*/ 21 h 802"/>
                <a:gd name="T50" fmla="*/ 73 w 778"/>
                <a:gd name="T51" fmla="*/ 89 h 802"/>
                <a:gd name="T52" fmla="*/ 101 w 778"/>
                <a:gd name="T53" fmla="*/ 188 h 802"/>
                <a:gd name="T54" fmla="*/ 109 w 778"/>
                <a:gd name="T55" fmla="*/ 291 h 802"/>
                <a:gd name="T56" fmla="*/ 128 w 778"/>
                <a:gd name="T57" fmla="*/ 380 h 802"/>
                <a:gd name="T58" fmla="*/ 68 w 778"/>
                <a:gd name="T59" fmla="*/ 469 h 802"/>
                <a:gd name="T60" fmla="*/ 39 w 778"/>
                <a:gd name="T61" fmla="*/ 579 h 802"/>
                <a:gd name="T62" fmla="*/ 2 w 778"/>
                <a:gd name="T63" fmla="*/ 697 h 802"/>
                <a:gd name="T64" fmla="*/ 13 w 778"/>
                <a:gd name="T65" fmla="*/ 738 h 8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778" h="802">
                  <a:moveTo>
                    <a:pt x="35" y="749"/>
                  </a:moveTo>
                  <a:cubicBezTo>
                    <a:pt x="39" y="752"/>
                    <a:pt x="55" y="752"/>
                    <a:pt x="59" y="740"/>
                  </a:cubicBezTo>
                  <a:cubicBezTo>
                    <a:pt x="63" y="728"/>
                    <a:pt x="99" y="721"/>
                    <a:pt x="111" y="737"/>
                  </a:cubicBezTo>
                  <a:cubicBezTo>
                    <a:pt x="123" y="753"/>
                    <a:pt x="126" y="756"/>
                    <a:pt x="157" y="756"/>
                  </a:cubicBezTo>
                  <a:cubicBezTo>
                    <a:pt x="187" y="756"/>
                    <a:pt x="422" y="757"/>
                    <a:pt x="422" y="757"/>
                  </a:cubicBezTo>
                  <a:cubicBezTo>
                    <a:pt x="450" y="789"/>
                    <a:pt x="450" y="789"/>
                    <a:pt x="450" y="789"/>
                  </a:cubicBezTo>
                  <a:cubicBezTo>
                    <a:pt x="450" y="789"/>
                    <a:pt x="537" y="786"/>
                    <a:pt x="551" y="792"/>
                  </a:cubicBezTo>
                  <a:cubicBezTo>
                    <a:pt x="566" y="797"/>
                    <a:pt x="634" y="802"/>
                    <a:pt x="642" y="797"/>
                  </a:cubicBezTo>
                  <a:cubicBezTo>
                    <a:pt x="650" y="792"/>
                    <a:pt x="699" y="782"/>
                    <a:pt x="718" y="780"/>
                  </a:cubicBezTo>
                  <a:cubicBezTo>
                    <a:pt x="720" y="779"/>
                    <a:pt x="722" y="779"/>
                    <a:pt x="725" y="779"/>
                  </a:cubicBezTo>
                  <a:cubicBezTo>
                    <a:pt x="726" y="779"/>
                    <a:pt x="728" y="779"/>
                    <a:pt x="730" y="778"/>
                  </a:cubicBezTo>
                  <a:cubicBezTo>
                    <a:pt x="730" y="778"/>
                    <a:pt x="730" y="778"/>
                    <a:pt x="731" y="778"/>
                  </a:cubicBezTo>
                  <a:cubicBezTo>
                    <a:pt x="729" y="758"/>
                    <a:pt x="724" y="752"/>
                    <a:pt x="716" y="750"/>
                  </a:cubicBezTo>
                  <a:cubicBezTo>
                    <a:pt x="707" y="748"/>
                    <a:pt x="697" y="735"/>
                    <a:pt x="685" y="725"/>
                  </a:cubicBezTo>
                  <a:cubicBezTo>
                    <a:pt x="673" y="715"/>
                    <a:pt x="651" y="679"/>
                    <a:pt x="651" y="679"/>
                  </a:cubicBezTo>
                  <a:cubicBezTo>
                    <a:pt x="650" y="472"/>
                    <a:pt x="650" y="472"/>
                    <a:pt x="650" y="472"/>
                  </a:cubicBezTo>
                  <a:cubicBezTo>
                    <a:pt x="776" y="468"/>
                    <a:pt x="776" y="468"/>
                    <a:pt x="776" y="468"/>
                  </a:cubicBezTo>
                  <a:cubicBezTo>
                    <a:pt x="778" y="337"/>
                    <a:pt x="778" y="337"/>
                    <a:pt x="778" y="337"/>
                  </a:cubicBezTo>
                  <a:cubicBezTo>
                    <a:pt x="776" y="337"/>
                    <a:pt x="774" y="337"/>
                    <a:pt x="773" y="337"/>
                  </a:cubicBezTo>
                  <a:cubicBezTo>
                    <a:pt x="773" y="337"/>
                    <a:pt x="773" y="337"/>
                    <a:pt x="772" y="337"/>
                  </a:cubicBezTo>
                  <a:cubicBezTo>
                    <a:pt x="771" y="337"/>
                    <a:pt x="769" y="337"/>
                    <a:pt x="768" y="337"/>
                  </a:cubicBezTo>
                  <a:cubicBezTo>
                    <a:pt x="767" y="337"/>
                    <a:pt x="767" y="337"/>
                    <a:pt x="767" y="337"/>
                  </a:cubicBezTo>
                  <a:cubicBezTo>
                    <a:pt x="765" y="337"/>
                    <a:pt x="764" y="337"/>
                    <a:pt x="762" y="337"/>
                  </a:cubicBezTo>
                  <a:cubicBezTo>
                    <a:pt x="760" y="337"/>
                    <a:pt x="759" y="337"/>
                    <a:pt x="757" y="337"/>
                  </a:cubicBezTo>
                  <a:cubicBezTo>
                    <a:pt x="743" y="337"/>
                    <a:pt x="735" y="347"/>
                    <a:pt x="723" y="347"/>
                  </a:cubicBezTo>
                  <a:cubicBezTo>
                    <a:pt x="711" y="347"/>
                    <a:pt x="686" y="341"/>
                    <a:pt x="682" y="349"/>
                  </a:cubicBezTo>
                  <a:cubicBezTo>
                    <a:pt x="678" y="357"/>
                    <a:pt x="665" y="353"/>
                    <a:pt x="661" y="346"/>
                  </a:cubicBezTo>
                  <a:cubicBezTo>
                    <a:pt x="656" y="338"/>
                    <a:pt x="657" y="333"/>
                    <a:pt x="666" y="328"/>
                  </a:cubicBezTo>
                  <a:cubicBezTo>
                    <a:pt x="675" y="322"/>
                    <a:pt x="670" y="308"/>
                    <a:pt x="669" y="298"/>
                  </a:cubicBezTo>
                  <a:cubicBezTo>
                    <a:pt x="667" y="288"/>
                    <a:pt x="665" y="275"/>
                    <a:pt x="655" y="268"/>
                  </a:cubicBezTo>
                  <a:cubicBezTo>
                    <a:pt x="644" y="260"/>
                    <a:pt x="643" y="246"/>
                    <a:pt x="641" y="236"/>
                  </a:cubicBezTo>
                  <a:cubicBezTo>
                    <a:pt x="639" y="225"/>
                    <a:pt x="643" y="216"/>
                    <a:pt x="645" y="208"/>
                  </a:cubicBezTo>
                  <a:cubicBezTo>
                    <a:pt x="647" y="200"/>
                    <a:pt x="645" y="188"/>
                    <a:pt x="645" y="176"/>
                  </a:cubicBezTo>
                  <a:cubicBezTo>
                    <a:pt x="645" y="165"/>
                    <a:pt x="642" y="153"/>
                    <a:pt x="637" y="148"/>
                  </a:cubicBezTo>
                  <a:cubicBezTo>
                    <a:pt x="633" y="144"/>
                    <a:pt x="632" y="133"/>
                    <a:pt x="641" y="130"/>
                  </a:cubicBezTo>
                  <a:cubicBezTo>
                    <a:pt x="649" y="126"/>
                    <a:pt x="643" y="119"/>
                    <a:pt x="642" y="109"/>
                  </a:cubicBezTo>
                  <a:cubicBezTo>
                    <a:pt x="641" y="99"/>
                    <a:pt x="591" y="104"/>
                    <a:pt x="573" y="104"/>
                  </a:cubicBezTo>
                  <a:cubicBezTo>
                    <a:pt x="555" y="103"/>
                    <a:pt x="563" y="80"/>
                    <a:pt x="552" y="80"/>
                  </a:cubicBezTo>
                  <a:cubicBezTo>
                    <a:pt x="541" y="81"/>
                    <a:pt x="516" y="80"/>
                    <a:pt x="502" y="82"/>
                  </a:cubicBezTo>
                  <a:cubicBezTo>
                    <a:pt x="488" y="84"/>
                    <a:pt x="497" y="109"/>
                    <a:pt x="491" y="115"/>
                  </a:cubicBezTo>
                  <a:cubicBezTo>
                    <a:pt x="484" y="121"/>
                    <a:pt x="485" y="124"/>
                    <a:pt x="484" y="139"/>
                  </a:cubicBezTo>
                  <a:cubicBezTo>
                    <a:pt x="483" y="154"/>
                    <a:pt x="461" y="154"/>
                    <a:pt x="449" y="148"/>
                  </a:cubicBezTo>
                  <a:cubicBezTo>
                    <a:pt x="437" y="143"/>
                    <a:pt x="428" y="144"/>
                    <a:pt x="420" y="150"/>
                  </a:cubicBezTo>
                  <a:cubicBezTo>
                    <a:pt x="412" y="156"/>
                    <a:pt x="406" y="153"/>
                    <a:pt x="391" y="153"/>
                  </a:cubicBezTo>
                  <a:cubicBezTo>
                    <a:pt x="375" y="153"/>
                    <a:pt x="363" y="142"/>
                    <a:pt x="353" y="130"/>
                  </a:cubicBezTo>
                  <a:cubicBezTo>
                    <a:pt x="342" y="119"/>
                    <a:pt x="334" y="84"/>
                    <a:pt x="325" y="73"/>
                  </a:cubicBezTo>
                  <a:cubicBezTo>
                    <a:pt x="315" y="62"/>
                    <a:pt x="316" y="44"/>
                    <a:pt x="308" y="22"/>
                  </a:cubicBezTo>
                  <a:cubicBezTo>
                    <a:pt x="300" y="0"/>
                    <a:pt x="213" y="14"/>
                    <a:pt x="187" y="12"/>
                  </a:cubicBezTo>
                  <a:cubicBezTo>
                    <a:pt x="162" y="10"/>
                    <a:pt x="115" y="12"/>
                    <a:pt x="93" y="12"/>
                  </a:cubicBezTo>
                  <a:cubicBezTo>
                    <a:pt x="75" y="12"/>
                    <a:pt x="44" y="18"/>
                    <a:pt x="31" y="21"/>
                  </a:cubicBezTo>
                  <a:cubicBezTo>
                    <a:pt x="32" y="29"/>
                    <a:pt x="35" y="36"/>
                    <a:pt x="43" y="47"/>
                  </a:cubicBezTo>
                  <a:cubicBezTo>
                    <a:pt x="57" y="66"/>
                    <a:pt x="68" y="66"/>
                    <a:pt x="73" y="89"/>
                  </a:cubicBezTo>
                  <a:cubicBezTo>
                    <a:pt x="78" y="111"/>
                    <a:pt x="80" y="111"/>
                    <a:pt x="92" y="132"/>
                  </a:cubicBezTo>
                  <a:cubicBezTo>
                    <a:pt x="104" y="152"/>
                    <a:pt x="114" y="166"/>
                    <a:pt x="101" y="188"/>
                  </a:cubicBezTo>
                  <a:cubicBezTo>
                    <a:pt x="88" y="211"/>
                    <a:pt x="79" y="213"/>
                    <a:pt x="90" y="237"/>
                  </a:cubicBezTo>
                  <a:cubicBezTo>
                    <a:pt x="101" y="261"/>
                    <a:pt x="97" y="281"/>
                    <a:pt x="109" y="291"/>
                  </a:cubicBezTo>
                  <a:cubicBezTo>
                    <a:pt x="122" y="300"/>
                    <a:pt x="127" y="304"/>
                    <a:pt x="130" y="322"/>
                  </a:cubicBezTo>
                  <a:cubicBezTo>
                    <a:pt x="133" y="340"/>
                    <a:pt x="129" y="358"/>
                    <a:pt x="128" y="380"/>
                  </a:cubicBezTo>
                  <a:cubicBezTo>
                    <a:pt x="127" y="401"/>
                    <a:pt x="138" y="409"/>
                    <a:pt x="116" y="422"/>
                  </a:cubicBezTo>
                  <a:cubicBezTo>
                    <a:pt x="93" y="435"/>
                    <a:pt x="74" y="450"/>
                    <a:pt x="68" y="469"/>
                  </a:cubicBezTo>
                  <a:cubicBezTo>
                    <a:pt x="61" y="488"/>
                    <a:pt x="42" y="499"/>
                    <a:pt x="42" y="525"/>
                  </a:cubicBezTo>
                  <a:cubicBezTo>
                    <a:pt x="42" y="551"/>
                    <a:pt x="40" y="559"/>
                    <a:pt x="39" y="579"/>
                  </a:cubicBezTo>
                  <a:cubicBezTo>
                    <a:pt x="37" y="598"/>
                    <a:pt x="28" y="612"/>
                    <a:pt x="14" y="635"/>
                  </a:cubicBezTo>
                  <a:cubicBezTo>
                    <a:pt x="0" y="657"/>
                    <a:pt x="2" y="673"/>
                    <a:pt x="2" y="697"/>
                  </a:cubicBezTo>
                  <a:cubicBezTo>
                    <a:pt x="2" y="707"/>
                    <a:pt x="0" y="725"/>
                    <a:pt x="0" y="743"/>
                  </a:cubicBezTo>
                  <a:cubicBezTo>
                    <a:pt x="4" y="741"/>
                    <a:pt x="9" y="738"/>
                    <a:pt x="13" y="738"/>
                  </a:cubicBezTo>
                  <a:cubicBezTo>
                    <a:pt x="22" y="738"/>
                    <a:pt x="31" y="746"/>
                    <a:pt x="35" y="749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23" name="Freeform 122"/>
            <p:cNvSpPr>
              <a:spLocks/>
            </p:cNvSpPr>
            <p:nvPr/>
          </p:nvSpPr>
          <p:spPr bwMode="auto">
            <a:xfrm>
              <a:off x="4868863" y="3140076"/>
              <a:ext cx="671513" cy="603250"/>
            </a:xfrm>
            <a:custGeom>
              <a:avLst/>
              <a:gdLst>
                <a:gd name="T0" fmla="*/ 547 w 740"/>
                <a:gd name="T1" fmla="*/ 5 h 662"/>
                <a:gd name="T2" fmla="*/ 539 w 740"/>
                <a:gd name="T3" fmla="*/ 9 h 662"/>
                <a:gd name="T4" fmla="*/ 443 w 740"/>
                <a:gd name="T5" fmla="*/ 36 h 662"/>
                <a:gd name="T6" fmla="*/ 423 w 740"/>
                <a:gd name="T7" fmla="*/ 143 h 662"/>
                <a:gd name="T8" fmla="*/ 433 w 740"/>
                <a:gd name="T9" fmla="*/ 251 h 662"/>
                <a:gd name="T10" fmla="*/ 505 w 740"/>
                <a:gd name="T11" fmla="*/ 262 h 662"/>
                <a:gd name="T12" fmla="*/ 485 w 740"/>
                <a:gd name="T13" fmla="*/ 330 h 662"/>
                <a:gd name="T14" fmla="*/ 401 w 740"/>
                <a:gd name="T15" fmla="*/ 278 h 662"/>
                <a:gd name="T16" fmla="*/ 325 w 740"/>
                <a:gd name="T17" fmla="*/ 224 h 662"/>
                <a:gd name="T18" fmla="*/ 277 w 740"/>
                <a:gd name="T19" fmla="*/ 247 h 662"/>
                <a:gd name="T20" fmla="*/ 214 w 740"/>
                <a:gd name="T21" fmla="*/ 209 h 662"/>
                <a:gd name="T22" fmla="*/ 148 w 740"/>
                <a:gd name="T23" fmla="*/ 188 h 662"/>
                <a:gd name="T24" fmla="*/ 145 w 740"/>
                <a:gd name="T25" fmla="*/ 184 h 662"/>
                <a:gd name="T26" fmla="*/ 142 w 740"/>
                <a:gd name="T27" fmla="*/ 182 h 662"/>
                <a:gd name="T28" fmla="*/ 138 w 740"/>
                <a:gd name="T29" fmla="*/ 180 h 662"/>
                <a:gd name="T30" fmla="*/ 134 w 740"/>
                <a:gd name="T31" fmla="*/ 179 h 662"/>
                <a:gd name="T32" fmla="*/ 128 w 740"/>
                <a:gd name="T33" fmla="*/ 178 h 662"/>
                <a:gd name="T34" fmla="*/ 1 w 740"/>
                <a:gd name="T35" fmla="*/ 520 h 662"/>
                <a:gd name="T36" fmla="*/ 81 w 740"/>
                <a:gd name="T37" fmla="*/ 619 h 662"/>
                <a:gd name="T38" fmla="*/ 95 w 740"/>
                <a:gd name="T39" fmla="*/ 618 h 662"/>
                <a:gd name="T40" fmla="*/ 105 w 740"/>
                <a:gd name="T41" fmla="*/ 617 h 662"/>
                <a:gd name="T42" fmla="*/ 111 w 740"/>
                <a:gd name="T43" fmla="*/ 615 h 662"/>
                <a:gd name="T44" fmla="*/ 205 w 740"/>
                <a:gd name="T45" fmla="*/ 628 h 662"/>
                <a:gd name="T46" fmla="*/ 317 w 740"/>
                <a:gd name="T47" fmla="*/ 641 h 662"/>
                <a:gd name="T48" fmla="*/ 475 w 740"/>
                <a:gd name="T49" fmla="*/ 490 h 662"/>
                <a:gd name="T50" fmla="*/ 483 w 740"/>
                <a:gd name="T51" fmla="*/ 490 h 662"/>
                <a:gd name="T52" fmla="*/ 490 w 740"/>
                <a:gd name="T53" fmla="*/ 490 h 662"/>
                <a:gd name="T54" fmla="*/ 498 w 740"/>
                <a:gd name="T55" fmla="*/ 490 h 662"/>
                <a:gd name="T56" fmla="*/ 504 w 740"/>
                <a:gd name="T57" fmla="*/ 490 h 662"/>
                <a:gd name="T58" fmla="*/ 514 w 740"/>
                <a:gd name="T59" fmla="*/ 491 h 662"/>
                <a:gd name="T60" fmla="*/ 520 w 740"/>
                <a:gd name="T61" fmla="*/ 490 h 662"/>
                <a:gd name="T62" fmla="*/ 525 w 740"/>
                <a:gd name="T63" fmla="*/ 490 h 662"/>
                <a:gd name="T64" fmla="*/ 529 w 740"/>
                <a:gd name="T65" fmla="*/ 488 h 662"/>
                <a:gd name="T66" fmla="*/ 532 w 740"/>
                <a:gd name="T67" fmla="*/ 486 h 662"/>
                <a:gd name="T68" fmla="*/ 533 w 740"/>
                <a:gd name="T69" fmla="*/ 482 h 662"/>
                <a:gd name="T70" fmla="*/ 661 w 740"/>
                <a:gd name="T71" fmla="*/ 394 h 662"/>
                <a:gd name="T72" fmla="*/ 666 w 740"/>
                <a:gd name="T73" fmla="*/ 393 h 662"/>
                <a:gd name="T74" fmla="*/ 672 w 740"/>
                <a:gd name="T75" fmla="*/ 392 h 662"/>
                <a:gd name="T76" fmla="*/ 697 w 740"/>
                <a:gd name="T77" fmla="*/ 390 h 662"/>
                <a:gd name="T78" fmla="*/ 701 w 740"/>
                <a:gd name="T79" fmla="*/ 302 h 662"/>
                <a:gd name="T80" fmla="*/ 716 w 740"/>
                <a:gd name="T81" fmla="*/ 217 h 662"/>
                <a:gd name="T82" fmla="*/ 719 w 740"/>
                <a:gd name="T83" fmla="*/ 114 h 662"/>
                <a:gd name="T84" fmla="*/ 710 w 740"/>
                <a:gd name="T85" fmla="*/ 86 h 662"/>
                <a:gd name="T86" fmla="*/ 705 w 740"/>
                <a:gd name="T87" fmla="*/ 84 h 662"/>
                <a:gd name="T88" fmla="*/ 700 w 740"/>
                <a:gd name="T89" fmla="*/ 83 h 662"/>
                <a:gd name="T90" fmla="*/ 696 w 740"/>
                <a:gd name="T91" fmla="*/ 82 h 662"/>
                <a:gd name="T92" fmla="*/ 693 w 740"/>
                <a:gd name="T93" fmla="*/ 81 h 662"/>
                <a:gd name="T94" fmla="*/ 689 w 740"/>
                <a:gd name="T95" fmla="*/ 79 h 662"/>
                <a:gd name="T96" fmla="*/ 687 w 740"/>
                <a:gd name="T97" fmla="*/ 78 h 662"/>
                <a:gd name="T98" fmla="*/ 684 w 740"/>
                <a:gd name="T99" fmla="*/ 76 h 662"/>
                <a:gd name="T100" fmla="*/ 682 w 740"/>
                <a:gd name="T101" fmla="*/ 74 h 662"/>
                <a:gd name="T102" fmla="*/ 680 w 740"/>
                <a:gd name="T103" fmla="*/ 72 h 662"/>
                <a:gd name="T104" fmla="*/ 617 w 740"/>
                <a:gd name="T105" fmla="*/ 44 h 662"/>
                <a:gd name="T106" fmla="*/ 569 w 740"/>
                <a:gd name="T107" fmla="*/ 5 h 662"/>
                <a:gd name="T108" fmla="*/ 568 w 740"/>
                <a:gd name="T109" fmla="*/ 3 h 6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740" h="662">
                  <a:moveTo>
                    <a:pt x="566" y="2"/>
                  </a:moveTo>
                  <a:cubicBezTo>
                    <a:pt x="565" y="1"/>
                    <a:pt x="565" y="1"/>
                    <a:pt x="565" y="1"/>
                  </a:cubicBezTo>
                  <a:cubicBezTo>
                    <a:pt x="560" y="0"/>
                    <a:pt x="553" y="2"/>
                    <a:pt x="547" y="5"/>
                  </a:cubicBezTo>
                  <a:cubicBezTo>
                    <a:pt x="547" y="5"/>
                    <a:pt x="547" y="5"/>
                    <a:pt x="547" y="5"/>
                  </a:cubicBezTo>
                  <a:cubicBezTo>
                    <a:pt x="544" y="6"/>
                    <a:pt x="542" y="7"/>
                    <a:pt x="540" y="8"/>
                  </a:cubicBezTo>
                  <a:cubicBezTo>
                    <a:pt x="539" y="8"/>
                    <a:pt x="539" y="8"/>
                    <a:pt x="539" y="9"/>
                  </a:cubicBezTo>
                  <a:cubicBezTo>
                    <a:pt x="538" y="9"/>
                    <a:pt x="537" y="10"/>
                    <a:pt x="536" y="10"/>
                  </a:cubicBezTo>
                  <a:cubicBezTo>
                    <a:pt x="524" y="16"/>
                    <a:pt x="485" y="12"/>
                    <a:pt x="467" y="13"/>
                  </a:cubicBezTo>
                  <a:cubicBezTo>
                    <a:pt x="449" y="13"/>
                    <a:pt x="447" y="19"/>
                    <a:pt x="443" y="36"/>
                  </a:cubicBezTo>
                  <a:cubicBezTo>
                    <a:pt x="438" y="53"/>
                    <a:pt x="428" y="57"/>
                    <a:pt x="419" y="65"/>
                  </a:cubicBezTo>
                  <a:cubicBezTo>
                    <a:pt x="411" y="73"/>
                    <a:pt x="418" y="80"/>
                    <a:pt x="423" y="93"/>
                  </a:cubicBezTo>
                  <a:cubicBezTo>
                    <a:pt x="429" y="107"/>
                    <a:pt x="423" y="133"/>
                    <a:pt x="423" y="143"/>
                  </a:cubicBezTo>
                  <a:cubicBezTo>
                    <a:pt x="423" y="153"/>
                    <a:pt x="429" y="172"/>
                    <a:pt x="419" y="181"/>
                  </a:cubicBezTo>
                  <a:cubicBezTo>
                    <a:pt x="409" y="191"/>
                    <a:pt x="407" y="205"/>
                    <a:pt x="407" y="217"/>
                  </a:cubicBezTo>
                  <a:cubicBezTo>
                    <a:pt x="406" y="229"/>
                    <a:pt x="423" y="241"/>
                    <a:pt x="433" y="251"/>
                  </a:cubicBezTo>
                  <a:cubicBezTo>
                    <a:pt x="443" y="261"/>
                    <a:pt x="451" y="273"/>
                    <a:pt x="463" y="277"/>
                  </a:cubicBezTo>
                  <a:cubicBezTo>
                    <a:pt x="476" y="280"/>
                    <a:pt x="483" y="271"/>
                    <a:pt x="483" y="263"/>
                  </a:cubicBezTo>
                  <a:cubicBezTo>
                    <a:pt x="483" y="254"/>
                    <a:pt x="500" y="255"/>
                    <a:pt x="505" y="262"/>
                  </a:cubicBezTo>
                  <a:cubicBezTo>
                    <a:pt x="509" y="269"/>
                    <a:pt x="505" y="278"/>
                    <a:pt x="501" y="289"/>
                  </a:cubicBezTo>
                  <a:cubicBezTo>
                    <a:pt x="496" y="299"/>
                    <a:pt x="497" y="302"/>
                    <a:pt x="498" y="315"/>
                  </a:cubicBezTo>
                  <a:cubicBezTo>
                    <a:pt x="499" y="327"/>
                    <a:pt x="497" y="331"/>
                    <a:pt x="485" y="330"/>
                  </a:cubicBezTo>
                  <a:cubicBezTo>
                    <a:pt x="473" y="329"/>
                    <a:pt x="471" y="338"/>
                    <a:pt x="460" y="339"/>
                  </a:cubicBezTo>
                  <a:cubicBezTo>
                    <a:pt x="449" y="339"/>
                    <a:pt x="438" y="327"/>
                    <a:pt x="431" y="311"/>
                  </a:cubicBezTo>
                  <a:cubicBezTo>
                    <a:pt x="425" y="295"/>
                    <a:pt x="411" y="283"/>
                    <a:pt x="401" y="278"/>
                  </a:cubicBezTo>
                  <a:cubicBezTo>
                    <a:pt x="391" y="273"/>
                    <a:pt x="377" y="268"/>
                    <a:pt x="363" y="263"/>
                  </a:cubicBezTo>
                  <a:cubicBezTo>
                    <a:pt x="350" y="259"/>
                    <a:pt x="345" y="245"/>
                    <a:pt x="343" y="233"/>
                  </a:cubicBezTo>
                  <a:cubicBezTo>
                    <a:pt x="341" y="221"/>
                    <a:pt x="335" y="223"/>
                    <a:pt x="325" y="224"/>
                  </a:cubicBezTo>
                  <a:cubicBezTo>
                    <a:pt x="315" y="225"/>
                    <a:pt x="314" y="229"/>
                    <a:pt x="313" y="240"/>
                  </a:cubicBezTo>
                  <a:cubicBezTo>
                    <a:pt x="311" y="251"/>
                    <a:pt x="308" y="256"/>
                    <a:pt x="301" y="256"/>
                  </a:cubicBezTo>
                  <a:cubicBezTo>
                    <a:pt x="293" y="256"/>
                    <a:pt x="286" y="247"/>
                    <a:pt x="277" y="247"/>
                  </a:cubicBezTo>
                  <a:cubicBezTo>
                    <a:pt x="267" y="247"/>
                    <a:pt x="258" y="246"/>
                    <a:pt x="256" y="238"/>
                  </a:cubicBezTo>
                  <a:cubicBezTo>
                    <a:pt x="254" y="230"/>
                    <a:pt x="235" y="231"/>
                    <a:pt x="225" y="228"/>
                  </a:cubicBezTo>
                  <a:cubicBezTo>
                    <a:pt x="216" y="225"/>
                    <a:pt x="216" y="219"/>
                    <a:pt x="214" y="209"/>
                  </a:cubicBezTo>
                  <a:cubicBezTo>
                    <a:pt x="212" y="200"/>
                    <a:pt x="201" y="200"/>
                    <a:pt x="187" y="200"/>
                  </a:cubicBezTo>
                  <a:cubicBezTo>
                    <a:pt x="172" y="200"/>
                    <a:pt x="182" y="209"/>
                    <a:pt x="171" y="211"/>
                  </a:cubicBezTo>
                  <a:cubicBezTo>
                    <a:pt x="159" y="214"/>
                    <a:pt x="153" y="199"/>
                    <a:pt x="148" y="188"/>
                  </a:cubicBezTo>
                  <a:cubicBezTo>
                    <a:pt x="148" y="187"/>
                    <a:pt x="147" y="187"/>
                    <a:pt x="147" y="186"/>
                  </a:cubicBezTo>
                  <a:cubicBezTo>
                    <a:pt x="147" y="186"/>
                    <a:pt x="146" y="186"/>
                    <a:pt x="146" y="185"/>
                  </a:cubicBezTo>
                  <a:cubicBezTo>
                    <a:pt x="145" y="184"/>
                    <a:pt x="145" y="184"/>
                    <a:pt x="145" y="184"/>
                  </a:cubicBezTo>
                  <a:cubicBezTo>
                    <a:pt x="145" y="184"/>
                    <a:pt x="145" y="184"/>
                    <a:pt x="144" y="184"/>
                  </a:cubicBezTo>
                  <a:cubicBezTo>
                    <a:pt x="144" y="183"/>
                    <a:pt x="143" y="183"/>
                    <a:pt x="143" y="183"/>
                  </a:cubicBezTo>
                  <a:cubicBezTo>
                    <a:pt x="143" y="182"/>
                    <a:pt x="142" y="182"/>
                    <a:pt x="142" y="182"/>
                  </a:cubicBezTo>
                  <a:cubicBezTo>
                    <a:pt x="142" y="182"/>
                    <a:pt x="141" y="182"/>
                    <a:pt x="141" y="181"/>
                  </a:cubicBezTo>
                  <a:cubicBezTo>
                    <a:pt x="140" y="181"/>
                    <a:pt x="140" y="181"/>
                    <a:pt x="140" y="181"/>
                  </a:cubicBezTo>
                  <a:cubicBezTo>
                    <a:pt x="139" y="181"/>
                    <a:pt x="139" y="181"/>
                    <a:pt x="138" y="180"/>
                  </a:cubicBezTo>
                  <a:cubicBezTo>
                    <a:pt x="137" y="180"/>
                    <a:pt x="137" y="180"/>
                    <a:pt x="137" y="180"/>
                  </a:cubicBezTo>
                  <a:cubicBezTo>
                    <a:pt x="136" y="180"/>
                    <a:pt x="136" y="180"/>
                    <a:pt x="135" y="180"/>
                  </a:cubicBezTo>
                  <a:cubicBezTo>
                    <a:pt x="135" y="179"/>
                    <a:pt x="134" y="179"/>
                    <a:pt x="134" y="179"/>
                  </a:cubicBezTo>
                  <a:cubicBezTo>
                    <a:pt x="133" y="179"/>
                    <a:pt x="132" y="179"/>
                    <a:pt x="131" y="179"/>
                  </a:cubicBezTo>
                  <a:cubicBezTo>
                    <a:pt x="131" y="179"/>
                    <a:pt x="131" y="179"/>
                    <a:pt x="131" y="179"/>
                  </a:cubicBezTo>
                  <a:cubicBezTo>
                    <a:pt x="130" y="179"/>
                    <a:pt x="129" y="179"/>
                    <a:pt x="128" y="178"/>
                  </a:cubicBezTo>
                  <a:cubicBezTo>
                    <a:pt x="126" y="309"/>
                    <a:pt x="126" y="309"/>
                    <a:pt x="126" y="309"/>
                  </a:cubicBezTo>
                  <a:cubicBezTo>
                    <a:pt x="0" y="313"/>
                    <a:pt x="0" y="313"/>
                    <a:pt x="0" y="313"/>
                  </a:cubicBezTo>
                  <a:cubicBezTo>
                    <a:pt x="1" y="520"/>
                    <a:pt x="1" y="520"/>
                    <a:pt x="1" y="520"/>
                  </a:cubicBezTo>
                  <a:cubicBezTo>
                    <a:pt x="1" y="520"/>
                    <a:pt x="23" y="556"/>
                    <a:pt x="35" y="566"/>
                  </a:cubicBezTo>
                  <a:cubicBezTo>
                    <a:pt x="47" y="576"/>
                    <a:pt x="57" y="589"/>
                    <a:pt x="66" y="591"/>
                  </a:cubicBezTo>
                  <a:cubicBezTo>
                    <a:pt x="74" y="593"/>
                    <a:pt x="79" y="599"/>
                    <a:pt x="81" y="619"/>
                  </a:cubicBezTo>
                  <a:cubicBezTo>
                    <a:pt x="81" y="619"/>
                    <a:pt x="81" y="619"/>
                    <a:pt x="81" y="619"/>
                  </a:cubicBezTo>
                  <a:cubicBezTo>
                    <a:pt x="85" y="619"/>
                    <a:pt x="90" y="619"/>
                    <a:pt x="95" y="618"/>
                  </a:cubicBezTo>
                  <a:cubicBezTo>
                    <a:pt x="95" y="618"/>
                    <a:pt x="95" y="618"/>
                    <a:pt x="95" y="618"/>
                  </a:cubicBezTo>
                  <a:cubicBezTo>
                    <a:pt x="97" y="618"/>
                    <a:pt x="99" y="618"/>
                    <a:pt x="101" y="617"/>
                  </a:cubicBezTo>
                  <a:cubicBezTo>
                    <a:pt x="101" y="617"/>
                    <a:pt x="101" y="617"/>
                    <a:pt x="101" y="617"/>
                  </a:cubicBezTo>
                  <a:cubicBezTo>
                    <a:pt x="103" y="617"/>
                    <a:pt x="104" y="617"/>
                    <a:pt x="105" y="617"/>
                  </a:cubicBezTo>
                  <a:cubicBezTo>
                    <a:pt x="106" y="616"/>
                    <a:pt x="106" y="616"/>
                    <a:pt x="107" y="616"/>
                  </a:cubicBezTo>
                  <a:cubicBezTo>
                    <a:pt x="108" y="616"/>
                    <a:pt x="109" y="615"/>
                    <a:pt x="110" y="615"/>
                  </a:cubicBezTo>
                  <a:cubicBezTo>
                    <a:pt x="111" y="615"/>
                    <a:pt x="111" y="615"/>
                    <a:pt x="111" y="615"/>
                  </a:cubicBezTo>
                  <a:cubicBezTo>
                    <a:pt x="112" y="614"/>
                    <a:pt x="114" y="613"/>
                    <a:pt x="115" y="613"/>
                  </a:cubicBezTo>
                  <a:cubicBezTo>
                    <a:pt x="124" y="606"/>
                    <a:pt x="177" y="606"/>
                    <a:pt x="189" y="614"/>
                  </a:cubicBezTo>
                  <a:cubicBezTo>
                    <a:pt x="194" y="617"/>
                    <a:pt x="199" y="622"/>
                    <a:pt x="205" y="628"/>
                  </a:cubicBezTo>
                  <a:cubicBezTo>
                    <a:pt x="211" y="627"/>
                    <a:pt x="218" y="628"/>
                    <a:pt x="225" y="630"/>
                  </a:cubicBezTo>
                  <a:cubicBezTo>
                    <a:pt x="245" y="635"/>
                    <a:pt x="248" y="629"/>
                    <a:pt x="268" y="635"/>
                  </a:cubicBezTo>
                  <a:cubicBezTo>
                    <a:pt x="288" y="642"/>
                    <a:pt x="300" y="662"/>
                    <a:pt x="317" y="641"/>
                  </a:cubicBezTo>
                  <a:cubicBezTo>
                    <a:pt x="335" y="619"/>
                    <a:pt x="351" y="569"/>
                    <a:pt x="392" y="561"/>
                  </a:cubicBezTo>
                  <a:cubicBezTo>
                    <a:pt x="433" y="553"/>
                    <a:pt x="440" y="541"/>
                    <a:pt x="441" y="522"/>
                  </a:cubicBezTo>
                  <a:cubicBezTo>
                    <a:pt x="443" y="503"/>
                    <a:pt x="452" y="493"/>
                    <a:pt x="475" y="490"/>
                  </a:cubicBezTo>
                  <a:cubicBezTo>
                    <a:pt x="476" y="490"/>
                    <a:pt x="477" y="490"/>
                    <a:pt x="479" y="490"/>
                  </a:cubicBezTo>
                  <a:cubicBezTo>
                    <a:pt x="480" y="490"/>
                    <a:pt x="480" y="490"/>
                    <a:pt x="480" y="490"/>
                  </a:cubicBezTo>
                  <a:cubicBezTo>
                    <a:pt x="481" y="490"/>
                    <a:pt x="482" y="490"/>
                    <a:pt x="483" y="490"/>
                  </a:cubicBezTo>
                  <a:cubicBezTo>
                    <a:pt x="484" y="490"/>
                    <a:pt x="484" y="490"/>
                    <a:pt x="485" y="490"/>
                  </a:cubicBezTo>
                  <a:cubicBezTo>
                    <a:pt x="486" y="490"/>
                    <a:pt x="487" y="490"/>
                    <a:pt x="488" y="490"/>
                  </a:cubicBezTo>
                  <a:cubicBezTo>
                    <a:pt x="488" y="490"/>
                    <a:pt x="489" y="490"/>
                    <a:pt x="490" y="490"/>
                  </a:cubicBezTo>
                  <a:cubicBezTo>
                    <a:pt x="491" y="490"/>
                    <a:pt x="492" y="490"/>
                    <a:pt x="493" y="490"/>
                  </a:cubicBezTo>
                  <a:cubicBezTo>
                    <a:pt x="494" y="490"/>
                    <a:pt x="494" y="490"/>
                    <a:pt x="494" y="490"/>
                  </a:cubicBezTo>
                  <a:cubicBezTo>
                    <a:pt x="496" y="490"/>
                    <a:pt x="497" y="490"/>
                    <a:pt x="498" y="490"/>
                  </a:cubicBezTo>
                  <a:cubicBezTo>
                    <a:pt x="498" y="490"/>
                    <a:pt x="498" y="490"/>
                    <a:pt x="499" y="490"/>
                  </a:cubicBezTo>
                  <a:cubicBezTo>
                    <a:pt x="500" y="490"/>
                    <a:pt x="502" y="490"/>
                    <a:pt x="504" y="490"/>
                  </a:cubicBezTo>
                  <a:cubicBezTo>
                    <a:pt x="504" y="490"/>
                    <a:pt x="504" y="490"/>
                    <a:pt x="504" y="490"/>
                  </a:cubicBezTo>
                  <a:cubicBezTo>
                    <a:pt x="506" y="490"/>
                    <a:pt x="508" y="490"/>
                    <a:pt x="510" y="490"/>
                  </a:cubicBezTo>
                  <a:cubicBezTo>
                    <a:pt x="511" y="490"/>
                    <a:pt x="512" y="490"/>
                    <a:pt x="512" y="490"/>
                  </a:cubicBezTo>
                  <a:cubicBezTo>
                    <a:pt x="513" y="491"/>
                    <a:pt x="513" y="490"/>
                    <a:pt x="514" y="491"/>
                  </a:cubicBezTo>
                  <a:cubicBezTo>
                    <a:pt x="515" y="491"/>
                    <a:pt x="515" y="491"/>
                    <a:pt x="516" y="490"/>
                  </a:cubicBezTo>
                  <a:cubicBezTo>
                    <a:pt x="517" y="490"/>
                    <a:pt x="517" y="490"/>
                    <a:pt x="518" y="490"/>
                  </a:cubicBezTo>
                  <a:cubicBezTo>
                    <a:pt x="519" y="490"/>
                    <a:pt x="519" y="490"/>
                    <a:pt x="520" y="490"/>
                  </a:cubicBezTo>
                  <a:cubicBezTo>
                    <a:pt x="521" y="490"/>
                    <a:pt x="521" y="490"/>
                    <a:pt x="522" y="490"/>
                  </a:cubicBezTo>
                  <a:cubicBezTo>
                    <a:pt x="523" y="490"/>
                    <a:pt x="523" y="490"/>
                    <a:pt x="523" y="490"/>
                  </a:cubicBezTo>
                  <a:cubicBezTo>
                    <a:pt x="524" y="490"/>
                    <a:pt x="524" y="490"/>
                    <a:pt x="525" y="490"/>
                  </a:cubicBezTo>
                  <a:cubicBezTo>
                    <a:pt x="526" y="489"/>
                    <a:pt x="526" y="489"/>
                    <a:pt x="526" y="489"/>
                  </a:cubicBezTo>
                  <a:cubicBezTo>
                    <a:pt x="527" y="489"/>
                    <a:pt x="527" y="489"/>
                    <a:pt x="528" y="489"/>
                  </a:cubicBezTo>
                  <a:cubicBezTo>
                    <a:pt x="528" y="489"/>
                    <a:pt x="529" y="489"/>
                    <a:pt x="529" y="488"/>
                  </a:cubicBezTo>
                  <a:cubicBezTo>
                    <a:pt x="530" y="488"/>
                    <a:pt x="530" y="488"/>
                    <a:pt x="530" y="488"/>
                  </a:cubicBezTo>
                  <a:cubicBezTo>
                    <a:pt x="531" y="487"/>
                    <a:pt x="531" y="487"/>
                    <a:pt x="531" y="487"/>
                  </a:cubicBezTo>
                  <a:cubicBezTo>
                    <a:pt x="531" y="487"/>
                    <a:pt x="532" y="487"/>
                    <a:pt x="532" y="486"/>
                  </a:cubicBezTo>
                  <a:cubicBezTo>
                    <a:pt x="532" y="486"/>
                    <a:pt x="532" y="486"/>
                    <a:pt x="532" y="486"/>
                  </a:cubicBezTo>
                  <a:cubicBezTo>
                    <a:pt x="532" y="486"/>
                    <a:pt x="533" y="485"/>
                    <a:pt x="533" y="484"/>
                  </a:cubicBezTo>
                  <a:cubicBezTo>
                    <a:pt x="533" y="484"/>
                    <a:pt x="533" y="483"/>
                    <a:pt x="533" y="482"/>
                  </a:cubicBezTo>
                  <a:cubicBezTo>
                    <a:pt x="533" y="467"/>
                    <a:pt x="509" y="442"/>
                    <a:pt x="547" y="434"/>
                  </a:cubicBezTo>
                  <a:cubicBezTo>
                    <a:pt x="584" y="426"/>
                    <a:pt x="636" y="403"/>
                    <a:pt x="657" y="395"/>
                  </a:cubicBezTo>
                  <a:cubicBezTo>
                    <a:pt x="659" y="395"/>
                    <a:pt x="660" y="394"/>
                    <a:pt x="661" y="394"/>
                  </a:cubicBezTo>
                  <a:cubicBezTo>
                    <a:pt x="662" y="394"/>
                    <a:pt x="662" y="394"/>
                    <a:pt x="662" y="394"/>
                  </a:cubicBezTo>
                  <a:cubicBezTo>
                    <a:pt x="663" y="394"/>
                    <a:pt x="664" y="393"/>
                    <a:pt x="665" y="393"/>
                  </a:cubicBezTo>
                  <a:cubicBezTo>
                    <a:pt x="665" y="393"/>
                    <a:pt x="665" y="393"/>
                    <a:pt x="666" y="393"/>
                  </a:cubicBezTo>
                  <a:cubicBezTo>
                    <a:pt x="667" y="393"/>
                    <a:pt x="668" y="393"/>
                    <a:pt x="668" y="392"/>
                  </a:cubicBezTo>
                  <a:cubicBezTo>
                    <a:pt x="669" y="392"/>
                    <a:pt x="669" y="392"/>
                    <a:pt x="669" y="392"/>
                  </a:cubicBezTo>
                  <a:cubicBezTo>
                    <a:pt x="670" y="392"/>
                    <a:pt x="671" y="392"/>
                    <a:pt x="672" y="392"/>
                  </a:cubicBezTo>
                  <a:cubicBezTo>
                    <a:pt x="673" y="392"/>
                    <a:pt x="673" y="392"/>
                    <a:pt x="673" y="392"/>
                  </a:cubicBezTo>
                  <a:cubicBezTo>
                    <a:pt x="684" y="391"/>
                    <a:pt x="693" y="392"/>
                    <a:pt x="697" y="390"/>
                  </a:cubicBezTo>
                  <a:cubicBezTo>
                    <a:pt x="697" y="390"/>
                    <a:pt x="697" y="390"/>
                    <a:pt x="697" y="390"/>
                  </a:cubicBezTo>
                  <a:cubicBezTo>
                    <a:pt x="691" y="378"/>
                    <a:pt x="697" y="368"/>
                    <a:pt x="691" y="362"/>
                  </a:cubicBezTo>
                  <a:cubicBezTo>
                    <a:pt x="684" y="355"/>
                    <a:pt x="691" y="341"/>
                    <a:pt x="697" y="333"/>
                  </a:cubicBezTo>
                  <a:cubicBezTo>
                    <a:pt x="704" y="325"/>
                    <a:pt x="705" y="319"/>
                    <a:pt x="701" y="302"/>
                  </a:cubicBezTo>
                  <a:cubicBezTo>
                    <a:pt x="697" y="285"/>
                    <a:pt x="713" y="291"/>
                    <a:pt x="725" y="286"/>
                  </a:cubicBezTo>
                  <a:cubicBezTo>
                    <a:pt x="737" y="281"/>
                    <a:pt x="729" y="271"/>
                    <a:pt x="720" y="266"/>
                  </a:cubicBezTo>
                  <a:cubicBezTo>
                    <a:pt x="711" y="261"/>
                    <a:pt x="716" y="231"/>
                    <a:pt x="716" y="217"/>
                  </a:cubicBezTo>
                  <a:cubicBezTo>
                    <a:pt x="716" y="202"/>
                    <a:pt x="717" y="179"/>
                    <a:pt x="725" y="175"/>
                  </a:cubicBezTo>
                  <a:cubicBezTo>
                    <a:pt x="733" y="171"/>
                    <a:pt x="737" y="163"/>
                    <a:pt x="739" y="149"/>
                  </a:cubicBezTo>
                  <a:cubicBezTo>
                    <a:pt x="740" y="134"/>
                    <a:pt x="727" y="122"/>
                    <a:pt x="719" y="114"/>
                  </a:cubicBezTo>
                  <a:cubicBezTo>
                    <a:pt x="715" y="110"/>
                    <a:pt x="714" y="98"/>
                    <a:pt x="715" y="87"/>
                  </a:cubicBezTo>
                  <a:cubicBezTo>
                    <a:pt x="714" y="87"/>
                    <a:pt x="713" y="86"/>
                    <a:pt x="712" y="86"/>
                  </a:cubicBezTo>
                  <a:cubicBezTo>
                    <a:pt x="711" y="86"/>
                    <a:pt x="711" y="86"/>
                    <a:pt x="710" y="86"/>
                  </a:cubicBezTo>
                  <a:cubicBezTo>
                    <a:pt x="710" y="86"/>
                    <a:pt x="709" y="85"/>
                    <a:pt x="708" y="85"/>
                  </a:cubicBezTo>
                  <a:cubicBezTo>
                    <a:pt x="707" y="85"/>
                    <a:pt x="707" y="85"/>
                    <a:pt x="707" y="85"/>
                  </a:cubicBezTo>
                  <a:cubicBezTo>
                    <a:pt x="706" y="85"/>
                    <a:pt x="705" y="85"/>
                    <a:pt x="705" y="84"/>
                  </a:cubicBezTo>
                  <a:cubicBezTo>
                    <a:pt x="704" y="84"/>
                    <a:pt x="704" y="84"/>
                    <a:pt x="703" y="84"/>
                  </a:cubicBezTo>
                  <a:cubicBezTo>
                    <a:pt x="702" y="84"/>
                    <a:pt x="702" y="84"/>
                    <a:pt x="702" y="84"/>
                  </a:cubicBezTo>
                  <a:cubicBezTo>
                    <a:pt x="701" y="84"/>
                    <a:pt x="701" y="83"/>
                    <a:pt x="700" y="83"/>
                  </a:cubicBezTo>
                  <a:cubicBezTo>
                    <a:pt x="699" y="83"/>
                    <a:pt x="699" y="83"/>
                    <a:pt x="699" y="83"/>
                  </a:cubicBezTo>
                  <a:cubicBezTo>
                    <a:pt x="698" y="83"/>
                    <a:pt x="698" y="83"/>
                    <a:pt x="698" y="82"/>
                  </a:cubicBezTo>
                  <a:cubicBezTo>
                    <a:pt x="697" y="82"/>
                    <a:pt x="697" y="82"/>
                    <a:pt x="696" y="82"/>
                  </a:cubicBezTo>
                  <a:cubicBezTo>
                    <a:pt x="695" y="82"/>
                    <a:pt x="695" y="82"/>
                    <a:pt x="695" y="82"/>
                  </a:cubicBezTo>
                  <a:cubicBezTo>
                    <a:pt x="694" y="81"/>
                    <a:pt x="694" y="81"/>
                    <a:pt x="694" y="81"/>
                  </a:cubicBezTo>
                  <a:cubicBezTo>
                    <a:pt x="693" y="81"/>
                    <a:pt x="693" y="81"/>
                    <a:pt x="693" y="81"/>
                  </a:cubicBezTo>
                  <a:cubicBezTo>
                    <a:pt x="692" y="81"/>
                    <a:pt x="692" y="80"/>
                    <a:pt x="691" y="80"/>
                  </a:cubicBezTo>
                  <a:cubicBezTo>
                    <a:pt x="691" y="80"/>
                    <a:pt x="691" y="80"/>
                    <a:pt x="691" y="80"/>
                  </a:cubicBezTo>
                  <a:cubicBezTo>
                    <a:pt x="690" y="80"/>
                    <a:pt x="690" y="80"/>
                    <a:pt x="689" y="79"/>
                  </a:cubicBezTo>
                  <a:cubicBezTo>
                    <a:pt x="689" y="79"/>
                    <a:pt x="689" y="79"/>
                    <a:pt x="689" y="79"/>
                  </a:cubicBezTo>
                  <a:cubicBezTo>
                    <a:pt x="688" y="79"/>
                    <a:pt x="688" y="79"/>
                    <a:pt x="687" y="78"/>
                  </a:cubicBezTo>
                  <a:cubicBezTo>
                    <a:pt x="687" y="78"/>
                    <a:pt x="687" y="78"/>
                    <a:pt x="687" y="78"/>
                  </a:cubicBezTo>
                  <a:cubicBezTo>
                    <a:pt x="686" y="78"/>
                    <a:pt x="686" y="78"/>
                    <a:pt x="686" y="77"/>
                  </a:cubicBezTo>
                  <a:cubicBezTo>
                    <a:pt x="685" y="77"/>
                    <a:pt x="685" y="77"/>
                    <a:pt x="685" y="77"/>
                  </a:cubicBezTo>
                  <a:cubicBezTo>
                    <a:pt x="684" y="76"/>
                    <a:pt x="684" y="76"/>
                    <a:pt x="684" y="76"/>
                  </a:cubicBezTo>
                  <a:cubicBezTo>
                    <a:pt x="684" y="76"/>
                    <a:pt x="684" y="76"/>
                    <a:pt x="683" y="76"/>
                  </a:cubicBezTo>
                  <a:cubicBezTo>
                    <a:pt x="683" y="75"/>
                    <a:pt x="683" y="75"/>
                    <a:pt x="683" y="75"/>
                  </a:cubicBezTo>
                  <a:cubicBezTo>
                    <a:pt x="682" y="75"/>
                    <a:pt x="682" y="74"/>
                    <a:pt x="682" y="74"/>
                  </a:cubicBezTo>
                  <a:cubicBezTo>
                    <a:pt x="682" y="74"/>
                    <a:pt x="681" y="74"/>
                    <a:pt x="681" y="73"/>
                  </a:cubicBezTo>
                  <a:cubicBezTo>
                    <a:pt x="681" y="73"/>
                    <a:pt x="681" y="73"/>
                    <a:pt x="680" y="72"/>
                  </a:cubicBezTo>
                  <a:cubicBezTo>
                    <a:pt x="680" y="72"/>
                    <a:pt x="680" y="72"/>
                    <a:pt x="680" y="72"/>
                  </a:cubicBezTo>
                  <a:cubicBezTo>
                    <a:pt x="679" y="71"/>
                    <a:pt x="679" y="71"/>
                    <a:pt x="679" y="70"/>
                  </a:cubicBezTo>
                  <a:cubicBezTo>
                    <a:pt x="672" y="60"/>
                    <a:pt x="645" y="62"/>
                    <a:pt x="636" y="57"/>
                  </a:cubicBezTo>
                  <a:cubicBezTo>
                    <a:pt x="627" y="53"/>
                    <a:pt x="623" y="56"/>
                    <a:pt x="617" y="44"/>
                  </a:cubicBezTo>
                  <a:cubicBezTo>
                    <a:pt x="610" y="32"/>
                    <a:pt x="600" y="27"/>
                    <a:pt x="589" y="29"/>
                  </a:cubicBezTo>
                  <a:cubicBezTo>
                    <a:pt x="577" y="32"/>
                    <a:pt x="572" y="20"/>
                    <a:pt x="570" y="7"/>
                  </a:cubicBezTo>
                  <a:cubicBezTo>
                    <a:pt x="570" y="6"/>
                    <a:pt x="570" y="6"/>
                    <a:pt x="569" y="5"/>
                  </a:cubicBezTo>
                  <a:cubicBezTo>
                    <a:pt x="569" y="5"/>
                    <a:pt x="569" y="5"/>
                    <a:pt x="569" y="5"/>
                  </a:cubicBezTo>
                  <a:cubicBezTo>
                    <a:pt x="569" y="4"/>
                    <a:pt x="569" y="4"/>
                    <a:pt x="568" y="3"/>
                  </a:cubicBezTo>
                  <a:cubicBezTo>
                    <a:pt x="568" y="3"/>
                    <a:pt x="568" y="3"/>
                    <a:pt x="568" y="3"/>
                  </a:cubicBezTo>
                  <a:cubicBezTo>
                    <a:pt x="567" y="2"/>
                    <a:pt x="567" y="2"/>
                    <a:pt x="567" y="2"/>
                  </a:cubicBezTo>
                  <a:cubicBezTo>
                    <a:pt x="566" y="2"/>
                    <a:pt x="566" y="2"/>
                    <a:pt x="566" y="2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24" name="Freeform 123"/>
            <p:cNvSpPr>
              <a:spLocks/>
            </p:cNvSpPr>
            <p:nvPr/>
          </p:nvSpPr>
          <p:spPr bwMode="auto">
            <a:xfrm>
              <a:off x="5489575" y="3219451"/>
              <a:ext cx="198438" cy="460375"/>
            </a:xfrm>
            <a:custGeom>
              <a:avLst/>
              <a:gdLst>
                <a:gd name="T0" fmla="*/ 15 w 219"/>
                <a:gd name="T1" fmla="*/ 302 h 506"/>
                <a:gd name="T2" fmla="*/ 15 w 219"/>
                <a:gd name="T3" fmla="*/ 302 h 506"/>
                <a:gd name="T4" fmla="*/ 16 w 219"/>
                <a:gd name="T5" fmla="*/ 300 h 506"/>
                <a:gd name="T6" fmla="*/ 40 w 219"/>
                <a:gd name="T7" fmla="*/ 306 h 506"/>
                <a:gd name="T8" fmla="*/ 73 w 219"/>
                <a:gd name="T9" fmla="*/ 323 h 506"/>
                <a:gd name="T10" fmla="*/ 119 w 219"/>
                <a:gd name="T11" fmla="*/ 342 h 506"/>
                <a:gd name="T12" fmla="*/ 115 w 219"/>
                <a:gd name="T13" fmla="*/ 387 h 506"/>
                <a:gd name="T14" fmla="*/ 109 w 219"/>
                <a:gd name="T15" fmla="*/ 446 h 506"/>
                <a:gd name="T16" fmla="*/ 147 w 219"/>
                <a:gd name="T17" fmla="*/ 486 h 506"/>
                <a:gd name="T18" fmla="*/ 169 w 219"/>
                <a:gd name="T19" fmla="*/ 480 h 506"/>
                <a:gd name="T20" fmla="*/ 171 w 219"/>
                <a:gd name="T21" fmla="*/ 434 h 506"/>
                <a:gd name="T22" fmla="*/ 203 w 219"/>
                <a:gd name="T23" fmla="*/ 419 h 506"/>
                <a:gd name="T24" fmla="*/ 203 w 219"/>
                <a:gd name="T25" fmla="*/ 358 h 506"/>
                <a:gd name="T26" fmla="*/ 191 w 219"/>
                <a:gd name="T27" fmla="*/ 319 h 506"/>
                <a:gd name="T28" fmla="*/ 165 w 219"/>
                <a:gd name="T29" fmla="*/ 291 h 506"/>
                <a:gd name="T30" fmla="*/ 165 w 219"/>
                <a:gd name="T31" fmla="*/ 295 h 506"/>
                <a:gd name="T32" fmla="*/ 146 w 219"/>
                <a:gd name="T33" fmla="*/ 298 h 506"/>
                <a:gd name="T34" fmla="*/ 127 w 219"/>
                <a:gd name="T35" fmla="*/ 303 h 506"/>
                <a:gd name="T36" fmla="*/ 122 w 219"/>
                <a:gd name="T37" fmla="*/ 260 h 506"/>
                <a:gd name="T38" fmla="*/ 109 w 219"/>
                <a:gd name="T39" fmla="*/ 236 h 506"/>
                <a:gd name="T40" fmla="*/ 101 w 219"/>
                <a:gd name="T41" fmla="*/ 203 h 506"/>
                <a:gd name="T42" fmla="*/ 90 w 219"/>
                <a:gd name="T43" fmla="*/ 183 h 506"/>
                <a:gd name="T44" fmla="*/ 96 w 219"/>
                <a:gd name="T45" fmla="*/ 162 h 506"/>
                <a:gd name="T46" fmla="*/ 99 w 219"/>
                <a:gd name="T47" fmla="*/ 144 h 506"/>
                <a:gd name="T48" fmla="*/ 105 w 219"/>
                <a:gd name="T49" fmla="*/ 127 h 506"/>
                <a:gd name="T50" fmla="*/ 100 w 219"/>
                <a:gd name="T51" fmla="*/ 104 h 506"/>
                <a:gd name="T52" fmla="*/ 98 w 219"/>
                <a:gd name="T53" fmla="*/ 81 h 506"/>
                <a:gd name="T54" fmla="*/ 98 w 219"/>
                <a:gd name="T55" fmla="*/ 48 h 506"/>
                <a:gd name="T56" fmla="*/ 88 w 219"/>
                <a:gd name="T57" fmla="*/ 30 h 506"/>
                <a:gd name="T58" fmla="*/ 107 w 219"/>
                <a:gd name="T59" fmla="*/ 33 h 506"/>
                <a:gd name="T60" fmla="*/ 115 w 219"/>
                <a:gd name="T61" fmla="*/ 75 h 506"/>
                <a:gd name="T62" fmla="*/ 127 w 219"/>
                <a:gd name="T63" fmla="*/ 117 h 506"/>
                <a:gd name="T64" fmla="*/ 140 w 219"/>
                <a:gd name="T65" fmla="*/ 135 h 506"/>
                <a:gd name="T66" fmla="*/ 142 w 219"/>
                <a:gd name="T67" fmla="*/ 134 h 506"/>
                <a:gd name="T68" fmla="*/ 142 w 219"/>
                <a:gd name="T69" fmla="*/ 133 h 506"/>
                <a:gd name="T70" fmla="*/ 146 w 219"/>
                <a:gd name="T71" fmla="*/ 132 h 506"/>
                <a:gd name="T72" fmla="*/ 146 w 219"/>
                <a:gd name="T73" fmla="*/ 132 h 506"/>
                <a:gd name="T74" fmla="*/ 133 w 219"/>
                <a:gd name="T75" fmla="*/ 110 h 506"/>
                <a:gd name="T76" fmla="*/ 124 w 219"/>
                <a:gd name="T77" fmla="*/ 54 h 506"/>
                <a:gd name="T78" fmla="*/ 113 w 219"/>
                <a:gd name="T79" fmla="*/ 22 h 506"/>
                <a:gd name="T80" fmla="*/ 75 w 219"/>
                <a:gd name="T81" fmla="*/ 8 h 506"/>
                <a:gd name="T82" fmla="*/ 33 w 219"/>
                <a:gd name="T83" fmla="*/ 0 h 506"/>
                <a:gd name="T84" fmla="*/ 31 w 219"/>
                <a:gd name="T85" fmla="*/ 0 h 506"/>
                <a:gd name="T86" fmla="*/ 35 w 219"/>
                <a:gd name="T87" fmla="*/ 27 h 506"/>
                <a:gd name="T88" fmla="*/ 55 w 219"/>
                <a:gd name="T89" fmla="*/ 62 h 506"/>
                <a:gd name="T90" fmla="*/ 41 w 219"/>
                <a:gd name="T91" fmla="*/ 88 h 506"/>
                <a:gd name="T92" fmla="*/ 32 w 219"/>
                <a:gd name="T93" fmla="*/ 130 h 506"/>
                <a:gd name="T94" fmla="*/ 36 w 219"/>
                <a:gd name="T95" fmla="*/ 179 h 506"/>
                <a:gd name="T96" fmla="*/ 41 w 219"/>
                <a:gd name="T97" fmla="*/ 199 h 506"/>
                <a:gd name="T98" fmla="*/ 17 w 219"/>
                <a:gd name="T99" fmla="*/ 215 h 506"/>
                <a:gd name="T100" fmla="*/ 13 w 219"/>
                <a:gd name="T101" fmla="*/ 246 h 506"/>
                <a:gd name="T102" fmla="*/ 7 w 219"/>
                <a:gd name="T103" fmla="*/ 275 h 506"/>
                <a:gd name="T104" fmla="*/ 13 w 219"/>
                <a:gd name="T105" fmla="*/ 303 h 506"/>
                <a:gd name="T106" fmla="*/ 13 w 219"/>
                <a:gd name="T107" fmla="*/ 303 h 506"/>
                <a:gd name="T108" fmla="*/ 15 w 219"/>
                <a:gd name="T109" fmla="*/ 302 h 5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19" h="506">
                  <a:moveTo>
                    <a:pt x="15" y="302"/>
                  </a:moveTo>
                  <a:cubicBezTo>
                    <a:pt x="15" y="302"/>
                    <a:pt x="15" y="302"/>
                    <a:pt x="15" y="302"/>
                  </a:cubicBezTo>
                  <a:cubicBezTo>
                    <a:pt x="15" y="301"/>
                    <a:pt x="16" y="301"/>
                    <a:pt x="16" y="300"/>
                  </a:cubicBezTo>
                  <a:cubicBezTo>
                    <a:pt x="19" y="292"/>
                    <a:pt x="25" y="280"/>
                    <a:pt x="40" y="306"/>
                  </a:cubicBezTo>
                  <a:cubicBezTo>
                    <a:pt x="55" y="331"/>
                    <a:pt x="57" y="324"/>
                    <a:pt x="73" y="323"/>
                  </a:cubicBezTo>
                  <a:cubicBezTo>
                    <a:pt x="89" y="322"/>
                    <a:pt x="116" y="323"/>
                    <a:pt x="119" y="342"/>
                  </a:cubicBezTo>
                  <a:cubicBezTo>
                    <a:pt x="121" y="360"/>
                    <a:pt x="125" y="372"/>
                    <a:pt x="115" y="387"/>
                  </a:cubicBezTo>
                  <a:cubicBezTo>
                    <a:pt x="104" y="402"/>
                    <a:pt x="92" y="420"/>
                    <a:pt x="109" y="446"/>
                  </a:cubicBezTo>
                  <a:cubicBezTo>
                    <a:pt x="127" y="471"/>
                    <a:pt x="129" y="468"/>
                    <a:pt x="147" y="486"/>
                  </a:cubicBezTo>
                  <a:cubicBezTo>
                    <a:pt x="164" y="503"/>
                    <a:pt x="179" y="506"/>
                    <a:pt x="169" y="480"/>
                  </a:cubicBezTo>
                  <a:cubicBezTo>
                    <a:pt x="160" y="455"/>
                    <a:pt x="157" y="435"/>
                    <a:pt x="171" y="434"/>
                  </a:cubicBezTo>
                  <a:cubicBezTo>
                    <a:pt x="184" y="432"/>
                    <a:pt x="204" y="446"/>
                    <a:pt x="203" y="419"/>
                  </a:cubicBezTo>
                  <a:cubicBezTo>
                    <a:pt x="201" y="392"/>
                    <a:pt x="199" y="379"/>
                    <a:pt x="203" y="358"/>
                  </a:cubicBezTo>
                  <a:cubicBezTo>
                    <a:pt x="207" y="336"/>
                    <a:pt x="219" y="347"/>
                    <a:pt x="191" y="319"/>
                  </a:cubicBezTo>
                  <a:cubicBezTo>
                    <a:pt x="180" y="309"/>
                    <a:pt x="172" y="300"/>
                    <a:pt x="165" y="291"/>
                  </a:cubicBezTo>
                  <a:cubicBezTo>
                    <a:pt x="165" y="293"/>
                    <a:pt x="165" y="294"/>
                    <a:pt x="165" y="295"/>
                  </a:cubicBezTo>
                  <a:cubicBezTo>
                    <a:pt x="164" y="301"/>
                    <a:pt x="155" y="303"/>
                    <a:pt x="146" y="298"/>
                  </a:cubicBezTo>
                  <a:cubicBezTo>
                    <a:pt x="137" y="294"/>
                    <a:pt x="137" y="304"/>
                    <a:pt x="127" y="303"/>
                  </a:cubicBezTo>
                  <a:cubicBezTo>
                    <a:pt x="116" y="302"/>
                    <a:pt x="123" y="271"/>
                    <a:pt x="122" y="260"/>
                  </a:cubicBezTo>
                  <a:cubicBezTo>
                    <a:pt x="120" y="250"/>
                    <a:pt x="116" y="245"/>
                    <a:pt x="109" y="236"/>
                  </a:cubicBezTo>
                  <a:cubicBezTo>
                    <a:pt x="103" y="227"/>
                    <a:pt x="102" y="211"/>
                    <a:pt x="101" y="203"/>
                  </a:cubicBezTo>
                  <a:cubicBezTo>
                    <a:pt x="100" y="196"/>
                    <a:pt x="94" y="187"/>
                    <a:pt x="90" y="183"/>
                  </a:cubicBezTo>
                  <a:cubicBezTo>
                    <a:pt x="86" y="179"/>
                    <a:pt x="89" y="165"/>
                    <a:pt x="96" y="162"/>
                  </a:cubicBezTo>
                  <a:cubicBezTo>
                    <a:pt x="104" y="160"/>
                    <a:pt x="93" y="150"/>
                    <a:pt x="99" y="144"/>
                  </a:cubicBezTo>
                  <a:cubicBezTo>
                    <a:pt x="104" y="139"/>
                    <a:pt x="105" y="134"/>
                    <a:pt x="105" y="127"/>
                  </a:cubicBezTo>
                  <a:cubicBezTo>
                    <a:pt x="106" y="119"/>
                    <a:pt x="104" y="109"/>
                    <a:pt x="100" y="104"/>
                  </a:cubicBezTo>
                  <a:cubicBezTo>
                    <a:pt x="97" y="100"/>
                    <a:pt x="97" y="96"/>
                    <a:pt x="98" y="81"/>
                  </a:cubicBezTo>
                  <a:cubicBezTo>
                    <a:pt x="99" y="67"/>
                    <a:pt x="102" y="57"/>
                    <a:pt x="98" y="48"/>
                  </a:cubicBezTo>
                  <a:cubicBezTo>
                    <a:pt x="93" y="39"/>
                    <a:pt x="88" y="30"/>
                    <a:pt x="88" y="30"/>
                  </a:cubicBezTo>
                  <a:cubicBezTo>
                    <a:pt x="82" y="8"/>
                    <a:pt x="102" y="25"/>
                    <a:pt x="107" y="33"/>
                  </a:cubicBezTo>
                  <a:cubicBezTo>
                    <a:pt x="111" y="42"/>
                    <a:pt x="114" y="59"/>
                    <a:pt x="115" y="75"/>
                  </a:cubicBezTo>
                  <a:cubicBezTo>
                    <a:pt x="116" y="91"/>
                    <a:pt x="118" y="106"/>
                    <a:pt x="127" y="117"/>
                  </a:cubicBezTo>
                  <a:cubicBezTo>
                    <a:pt x="133" y="125"/>
                    <a:pt x="138" y="129"/>
                    <a:pt x="140" y="135"/>
                  </a:cubicBezTo>
                  <a:cubicBezTo>
                    <a:pt x="141" y="134"/>
                    <a:pt x="142" y="134"/>
                    <a:pt x="142" y="134"/>
                  </a:cubicBezTo>
                  <a:cubicBezTo>
                    <a:pt x="142" y="133"/>
                    <a:pt x="142" y="133"/>
                    <a:pt x="142" y="133"/>
                  </a:cubicBezTo>
                  <a:cubicBezTo>
                    <a:pt x="144" y="133"/>
                    <a:pt x="145" y="133"/>
                    <a:pt x="146" y="132"/>
                  </a:cubicBezTo>
                  <a:cubicBezTo>
                    <a:pt x="146" y="132"/>
                    <a:pt x="146" y="132"/>
                    <a:pt x="146" y="132"/>
                  </a:cubicBezTo>
                  <a:cubicBezTo>
                    <a:pt x="144" y="121"/>
                    <a:pt x="139" y="115"/>
                    <a:pt x="133" y="110"/>
                  </a:cubicBezTo>
                  <a:cubicBezTo>
                    <a:pt x="125" y="105"/>
                    <a:pt x="126" y="68"/>
                    <a:pt x="124" y="54"/>
                  </a:cubicBezTo>
                  <a:cubicBezTo>
                    <a:pt x="122" y="39"/>
                    <a:pt x="117" y="32"/>
                    <a:pt x="113" y="22"/>
                  </a:cubicBezTo>
                  <a:cubicBezTo>
                    <a:pt x="109" y="12"/>
                    <a:pt x="93" y="8"/>
                    <a:pt x="75" y="8"/>
                  </a:cubicBezTo>
                  <a:cubicBezTo>
                    <a:pt x="56" y="8"/>
                    <a:pt x="55" y="6"/>
                    <a:pt x="33" y="0"/>
                  </a:cubicBezTo>
                  <a:cubicBezTo>
                    <a:pt x="32" y="0"/>
                    <a:pt x="31" y="0"/>
                    <a:pt x="31" y="0"/>
                  </a:cubicBezTo>
                  <a:cubicBezTo>
                    <a:pt x="30" y="11"/>
                    <a:pt x="31" y="23"/>
                    <a:pt x="35" y="27"/>
                  </a:cubicBezTo>
                  <a:cubicBezTo>
                    <a:pt x="43" y="35"/>
                    <a:pt x="56" y="47"/>
                    <a:pt x="55" y="62"/>
                  </a:cubicBezTo>
                  <a:cubicBezTo>
                    <a:pt x="53" y="76"/>
                    <a:pt x="49" y="84"/>
                    <a:pt x="41" y="88"/>
                  </a:cubicBezTo>
                  <a:cubicBezTo>
                    <a:pt x="33" y="92"/>
                    <a:pt x="32" y="115"/>
                    <a:pt x="32" y="130"/>
                  </a:cubicBezTo>
                  <a:cubicBezTo>
                    <a:pt x="32" y="144"/>
                    <a:pt x="27" y="174"/>
                    <a:pt x="36" y="179"/>
                  </a:cubicBezTo>
                  <a:cubicBezTo>
                    <a:pt x="45" y="184"/>
                    <a:pt x="53" y="194"/>
                    <a:pt x="41" y="199"/>
                  </a:cubicBezTo>
                  <a:cubicBezTo>
                    <a:pt x="29" y="204"/>
                    <a:pt x="13" y="198"/>
                    <a:pt x="17" y="215"/>
                  </a:cubicBezTo>
                  <a:cubicBezTo>
                    <a:pt x="21" y="232"/>
                    <a:pt x="20" y="238"/>
                    <a:pt x="13" y="246"/>
                  </a:cubicBezTo>
                  <a:cubicBezTo>
                    <a:pt x="7" y="254"/>
                    <a:pt x="0" y="268"/>
                    <a:pt x="7" y="275"/>
                  </a:cubicBezTo>
                  <a:cubicBezTo>
                    <a:pt x="13" y="281"/>
                    <a:pt x="7" y="291"/>
                    <a:pt x="13" y="303"/>
                  </a:cubicBezTo>
                  <a:cubicBezTo>
                    <a:pt x="13" y="303"/>
                    <a:pt x="13" y="303"/>
                    <a:pt x="13" y="303"/>
                  </a:cubicBezTo>
                  <a:cubicBezTo>
                    <a:pt x="14" y="303"/>
                    <a:pt x="14" y="302"/>
                    <a:pt x="15" y="302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25" name="Freeform 124"/>
            <p:cNvSpPr>
              <a:spLocks/>
            </p:cNvSpPr>
            <p:nvPr/>
          </p:nvSpPr>
          <p:spPr bwMode="auto">
            <a:xfrm>
              <a:off x="5330825" y="3279776"/>
              <a:ext cx="638175" cy="990600"/>
            </a:xfrm>
            <a:custGeom>
              <a:avLst/>
              <a:gdLst>
                <a:gd name="T0" fmla="*/ 679 w 703"/>
                <a:gd name="T1" fmla="*/ 178 h 1089"/>
                <a:gd name="T2" fmla="*/ 669 w 703"/>
                <a:gd name="T3" fmla="*/ 40 h 1089"/>
                <a:gd name="T4" fmla="*/ 562 w 703"/>
                <a:gd name="T5" fmla="*/ 54 h 1089"/>
                <a:gd name="T6" fmla="*/ 462 w 703"/>
                <a:gd name="T7" fmla="*/ 77 h 1089"/>
                <a:gd name="T8" fmla="*/ 366 w 703"/>
                <a:gd name="T9" fmla="*/ 69 h 1089"/>
                <a:gd name="T10" fmla="*/ 329 w 703"/>
                <a:gd name="T11" fmla="*/ 68 h 1089"/>
                <a:gd name="T12" fmla="*/ 323 w 703"/>
                <a:gd name="T13" fmla="*/ 67 h 1089"/>
                <a:gd name="T14" fmla="*/ 321 w 703"/>
                <a:gd name="T15" fmla="*/ 67 h 1089"/>
                <a:gd name="T16" fmla="*/ 315 w 703"/>
                <a:gd name="T17" fmla="*/ 70 h 1089"/>
                <a:gd name="T18" fmla="*/ 304 w 703"/>
                <a:gd name="T19" fmla="*/ 144 h 1089"/>
                <a:gd name="T20" fmla="*/ 321 w 703"/>
                <a:gd name="T21" fmla="*/ 202 h 1089"/>
                <a:gd name="T22" fmla="*/ 366 w 703"/>
                <a:gd name="T23" fmla="*/ 254 h 1089"/>
                <a:gd name="T24" fmla="*/ 346 w 703"/>
                <a:gd name="T25" fmla="*/ 369 h 1089"/>
                <a:gd name="T26" fmla="*/ 284 w 703"/>
                <a:gd name="T27" fmla="*/ 381 h 1089"/>
                <a:gd name="T28" fmla="*/ 248 w 703"/>
                <a:gd name="T29" fmla="*/ 258 h 1089"/>
                <a:gd name="T30" fmla="*/ 190 w 703"/>
                <a:gd name="T31" fmla="*/ 237 h 1089"/>
                <a:gd name="T32" fmla="*/ 188 w 703"/>
                <a:gd name="T33" fmla="*/ 238 h 1089"/>
                <a:gd name="T34" fmla="*/ 163 w 703"/>
                <a:gd name="T35" fmla="*/ 240 h 1089"/>
                <a:gd name="T36" fmla="*/ 157 w 703"/>
                <a:gd name="T37" fmla="*/ 241 h 1089"/>
                <a:gd name="T38" fmla="*/ 152 w 703"/>
                <a:gd name="T39" fmla="*/ 242 h 1089"/>
                <a:gd name="T40" fmla="*/ 24 w 703"/>
                <a:gd name="T41" fmla="*/ 330 h 1089"/>
                <a:gd name="T42" fmla="*/ 23 w 703"/>
                <a:gd name="T43" fmla="*/ 334 h 1089"/>
                <a:gd name="T44" fmla="*/ 84 w 703"/>
                <a:gd name="T45" fmla="*/ 363 h 1089"/>
                <a:gd name="T46" fmla="*/ 188 w 703"/>
                <a:gd name="T47" fmla="*/ 437 h 1089"/>
                <a:gd name="T48" fmla="*/ 189 w 703"/>
                <a:gd name="T49" fmla="*/ 532 h 1089"/>
                <a:gd name="T50" fmla="*/ 186 w 703"/>
                <a:gd name="T51" fmla="*/ 603 h 1089"/>
                <a:gd name="T52" fmla="*/ 160 w 703"/>
                <a:gd name="T53" fmla="*/ 668 h 1089"/>
                <a:gd name="T54" fmla="*/ 81 w 703"/>
                <a:gd name="T55" fmla="*/ 785 h 1089"/>
                <a:gd name="T56" fmla="*/ 86 w 703"/>
                <a:gd name="T57" fmla="*/ 793 h 1089"/>
                <a:gd name="T58" fmla="*/ 88 w 703"/>
                <a:gd name="T59" fmla="*/ 802 h 1089"/>
                <a:gd name="T60" fmla="*/ 130 w 703"/>
                <a:gd name="T61" fmla="*/ 1019 h 1089"/>
                <a:gd name="T62" fmla="*/ 131 w 703"/>
                <a:gd name="T63" fmla="*/ 1025 h 1089"/>
                <a:gd name="T64" fmla="*/ 136 w 703"/>
                <a:gd name="T65" fmla="*/ 1044 h 1089"/>
                <a:gd name="T66" fmla="*/ 136 w 703"/>
                <a:gd name="T67" fmla="*/ 1052 h 1089"/>
                <a:gd name="T68" fmla="*/ 137 w 703"/>
                <a:gd name="T69" fmla="*/ 1056 h 1089"/>
                <a:gd name="T70" fmla="*/ 141 w 703"/>
                <a:gd name="T71" fmla="*/ 1078 h 1089"/>
                <a:gd name="T72" fmla="*/ 142 w 703"/>
                <a:gd name="T73" fmla="*/ 1080 h 1089"/>
                <a:gd name="T74" fmla="*/ 145 w 703"/>
                <a:gd name="T75" fmla="*/ 1086 h 1089"/>
                <a:gd name="T76" fmla="*/ 148 w 703"/>
                <a:gd name="T77" fmla="*/ 1088 h 1089"/>
                <a:gd name="T78" fmla="*/ 191 w 703"/>
                <a:gd name="T79" fmla="*/ 1079 h 1089"/>
                <a:gd name="T80" fmla="*/ 259 w 703"/>
                <a:gd name="T81" fmla="*/ 956 h 1089"/>
                <a:gd name="T82" fmla="*/ 357 w 703"/>
                <a:gd name="T83" fmla="*/ 804 h 1089"/>
                <a:gd name="T84" fmla="*/ 322 w 703"/>
                <a:gd name="T85" fmla="*/ 667 h 1089"/>
                <a:gd name="T86" fmla="*/ 360 w 703"/>
                <a:gd name="T87" fmla="*/ 564 h 1089"/>
                <a:gd name="T88" fmla="*/ 545 w 703"/>
                <a:gd name="T89" fmla="*/ 431 h 1089"/>
                <a:gd name="T90" fmla="*/ 692 w 703"/>
                <a:gd name="T91" fmla="*/ 284 h 10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703" h="1089">
                  <a:moveTo>
                    <a:pt x="693" y="256"/>
                  </a:moveTo>
                  <a:cubicBezTo>
                    <a:pt x="683" y="245"/>
                    <a:pt x="683" y="254"/>
                    <a:pt x="683" y="229"/>
                  </a:cubicBezTo>
                  <a:cubicBezTo>
                    <a:pt x="683" y="204"/>
                    <a:pt x="683" y="190"/>
                    <a:pt x="679" y="178"/>
                  </a:cubicBezTo>
                  <a:cubicBezTo>
                    <a:pt x="675" y="167"/>
                    <a:pt x="672" y="159"/>
                    <a:pt x="679" y="146"/>
                  </a:cubicBezTo>
                  <a:cubicBezTo>
                    <a:pt x="687" y="133"/>
                    <a:pt x="672" y="119"/>
                    <a:pt x="670" y="104"/>
                  </a:cubicBezTo>
                  <a:cubicBezTo>
                    <a:pt x="669" y="89"/>
                    <a:pt x="669" y="60"/>
                    <a:pt x="669" y="40"/>
                  </a:cubicBezTo>
                  <a:cubicBezTo>
                    <a:pt x="669" y="24"/>
                    <a:pt x="675" y="12"/>
                    <a:pt x="671" y="0"/>
                  </a:cubicBezTo>
                  <a:cubicBezTo>
                    <a:pt x="642" y="18"/>
                    <a:pt x="624" y="23"/>
                    <a:pt x="602" y="37"/>
                  </a:cubicBezTo>
                  <a:cubicBezTo>
                    <a:pt x="575" y="53"/>
                    <a:pt x="582" y="38"/>
                    <a:pt x="562" y="54"/>
                  </a:cubicBezTo>
                  <a:cubicBezTo>
                    <a:pt x="542" y="70"/>
                    <a:pt x="538" y="61"/>
                    <a:pt x="524" y="50"/>
                  </a:cubicBezTo>
                  <a:cubicBezTo>
                    <a:pt x="511" y="39"/>
                    <a:pt x="502" y="43"/>
                    <a:pt x="490" y="70"/>
                  </a:cubicBezTo>
                  <a:cubicBezTo>
                    <a:pt x="478" y="97"/>
                    <a:pt x="470" y="83"/>
                    <a:pt x="462" y="77"/>
                  </a:cubicBezTo>
                  <a:cubicBezTo>
                    <a:pt x="454" y="70"/>
                    <a:pt x="442" y="73"/>
                    <a:pt x="431" y="79"/>
                  </a:cubicBezTo>
                  <a:cubicBezTo>
                    <a:pt x="420" y="86"/>
                    <a:pt x="399" y="77"/>
                    <a:pt x="391" y="70"/>
                  </a:cubicBezTo>
                  <a:cubicBezTo>
                    <a:pt x="383" y="63"/>
                    <a:pt x="375" y="61"/>
                    <a:pt x="366" y="69"/>
                  </a:cubicBezTo>
                  <a:cubicBezTo>
                    <a:pt x="356" y="77"/>
                    <a:pt x="346" y="77"/>
                    <a:pt x="332" y="70"/>
                  </a:cubicBezTo>
                  <a:cubicBezTo>
                    <a:pt x="331" y="69"/>
                    <a:pt x="330" y="69"/>
                    <a:pt x="329" y="69"/>
                  </a:cubicBezTo>
                  <a:cubicBezTo>
                    <a:pt x="329" y="69"/>
                    <a:pt x="329" y="69"/>
                    <a:pt x="329" y="68"/>
                  </a:cubicBezTo>
                  <a:cubicBezTo>
                    <a:pt x="328" y="68"/>
                    <a:pt x="327" y="68"/>
                    <a:pt x="326" y="68"/>
                  </a:cubicBezTo>
                  <a:cubicBezTo>
                    <a:pt x="326" y="68"/>
                    <a:pt x="326" y="68"/>
                    <a:pt x="326" y="68"/>
                  </a:cubicBezTo>
                  <a:cubicBezTo>
                    <a:pt x="325" y="67"/>
                    <a:pt x="324" y="67"/>
                    <a:pt x="323" y="67"/>
                  </a:cubicBezTo>
                  <a:cubicBezTo>
                    <a:pt x="323" y="67"/>
                    <a:pt x="323" y="67"/>
                    <a:pt x="323" y="67"/>
                  </a:cubicBezTo>
                  <a:cubicBezTo>
                    <a:pt x="322" y="67"/>
                    <a:pt x="322" y="67"/>
                    <a:pt x="321" y="67"/>
                  </a:cubicBezTo>
                  <a:cubicBezTo>
                    <a:pt x="321" y="67"/>
                    <a:pt x="321" y="67"/>
                    <a:pt x="321" y="67"/>
                  </a:cubicBezTo>
                  <a:cubicBezTo>
                    <a:pt x="320" y="68"/>
                    <a:pt x="319" y="68"/>
                    <a:pt x="317" y="68"/>
                  </a:cubicBezTo>
                  <a:cubicBezTo>
                    <a:pt x="317" y="69"/>
                    <a:pt x="317" y="69"/>
                    <a:pt x="317" y="69"/>
                  </a:cubicBezTo>
                  <a:cubicBezTo>
                    <a:pt x="317" y="69"/>
                    <a:pt x="316" y="69"/>
                    <a:pt x="315" y="70"/>
                  </a:cubicBezTo>
                  <a:cubicBezTo>
                    <a:pt x="316" y="72"/>
                    <a:pt x="316" y="74"/>
                    <a:pt x="316" y="78"/>
                  </a:cubicBezTo>
                  <a:cubicBezTo>
                    <a:pt x="316" y="89"/>
                    <a:pt x="316" y="89"/>
                    <a:pt x="308" y="95"/>
                  </a:cubicBezTo>
                  <a:cubicBezTo>
                    <a:pt x="300" y="101"/>
                    <a:pt x="301" y="126"/>
                    <a:pt x="304" y="144"/>
                  </a:cubicBezTo>
                  <a:cubicBezTo>
                    <a:pt x="306" y="156"/>
                    <a:pt x="302" y="163"/>
                    <a:pt x="298" y="169"/>
                  </a:cubicBezTo>
                  <a:cubicBezTo>
                    <a:pt x="297" y="173"/>
                    <a:pt x="295" y="177"/>
                    <a:pt x="296" y="181"/>
                  </a:cubicBezTo>
                  <a:cubicBezTo>
                    <a:pt x="297" y="190"/>
                    <a:pt x="310" y="195"/>
                    <a:pt x="321" y="202"/>
                  </a:cubicBezTo>
                  <a:cubicBezTo>
                    <a:pt x="326" y="204"/>
                    <a:pt x="331" y="207"/>
                    <a:pt x="334" y="211"/>
                  </a:cubicBezTo>
                  <a:cubicBezTo>
                    <a:pt x="342" y="219"/>
                    <a:pt x="341" y="223"/>
                    <a:pt x="340" y="226"/>
                  </a:cubicBezTo>
                  <a:cubicBezTo>
                    <a:pt x="347" y="235"/>
                    <a:pt x="355" y="244"/>
                    <a:pt x="366" y="254"/>
                  </a:cubicBezTo>
                  <a:cubicBezTo>
                    <a:pt x="394" y="282"/>
                    <a:pt x="382" y="271"/>
                    <a:pt x="378" y="293"/>
                  </a:cubicBezTo>
                  <a:cubicBezTo>
                    <a:pt x="374" y="314"/>
                    <a:pt x="376" y="327"/>
                    <a:pt x="378" y="354"/>
                  </a:cubicBezTo>
                  <a:cubicBezTo>
                    <a:pt x="379" y="381"/>
                    <a:pt x="359" y="367"/>
                    <a:pt x="346" y="369"/>
                  </a:cubicBezTo>
                  <a:cubicBezTo>
                    <a:pt x="332" y="370"/>
                    <a:pt x="335" y="390"/>
                    <a:pt x="344" y="415"/>
                  </a:cubicBezTo>
                  <a:cubicBezTo>
                    <a:pt x="354" y="441"/>
                    <a:pt x="339" y="438"/>
                    <a:pt x="322" y="421"/>
                  </a:cubicBezTo>
                  <a:cubicBezTo>
                    <a:pt x="304" y="403"/>
                    <a:pt x="302" y="406"/>
                    <a:pt x="284" y="381"/>
                  </a:cubicBezTo>
                  <a:cubicBezTo>
                    <a:pt x="267" y="355"/>
                    <a:pt x="279" y="337"/>
                    <a:pt x="290" y="322"/>
                  </a:cubicBezTo>
                  <a:cubicBezTo>
                    <a:pt x="300" y="307"/>
                    <a:pt x="296" y="295"/>
                    <a:pt x="294" y="277"/>
                  </a:cubicBezTo>
                  <a:cubicBezTo>
                    <a:pt x="291" y="258"/>
                    <a:pt x="264" y="257"/>
                    <a:pt x="248" y="258"/>
                  </a:cubicBezTo>
                  <a:cubicBezTo>
                    <a:pt x="232" y="259"/>
                    <a:pt x="230" y="266"/>
                    <a:pt x="215" y="241"/>
                  </a:cubicBezTo>
                  <a:cubicBezTo>
                    <a:pt x="200" y="215"/>
                    <a:pt x="194" y="227"/>
                    <a:pt x="191" y="235"/>
                  </a:cubicBezTo>
                  <a:cubicBezTo>
                    <a:pt x="191" y="236"/>
                    <a:pt x="190" y="236"/>
                    <a:pt x="190" y="237"/>
                  </a:cubicBezTo>
                  <a:cubicBezTo>
                    <a:pt x="190" y="237"/>
                    <a:pt x="190" y="237"/>
                    <a:pt x="190" y="237"/>
                  </a:cubicBezTo>
                  <a:cubicBezTo>
                    <a:pt x="189" y="237"/>
                    <a:pt x="189" y="238"/>
                    <a:pt x="188" y="238"/>
                  </a:cubicBezTo>
                  <a:cubicBezTo>
                    <a:pt x="188" y="238"/>
                    <a:pt x="188" y="238"/>
                    <a:pt x="188" y="238"/>
                  </a:cubicBezTo>
                  <a:cubicBezTo>
                    <a:pt x="188" y="238"/>
                    <a:pt x="188" y="238"/>
                    <a:pt x="188" y="238"/>
                  </a:cubicBezTo>
                  <a:cubicBezTo>
                    <a:pt x="184" y="240"/>
                    <a:pt x="175" y="239"/>
                    <a:pt x="164" y="240"/>
                  </a:cubicBezTo>
                  <a:cubicBezTo>
                    <a:pt x="164" y="240"/>
                    <a:pt x="164" y="240"/>
                    <a:pt x="163" y="240"/>
                  </a:cubicBezTo>
                  <a:cubicBezTo>
                    <a:pt x="162" y="240"/>
                    <a:pt x="161" y="240"/>
                    <a:pt x="160" y="240"/>
                  </a:cubicBezTo>
                  <a:cubicBezTo>
                    <a:pt x="160" y="240"/>
                    <a:pt x="160" y="240"/>
                    <a:pt x="159" y="240"/>
                  </a:cubicBezTo>
                  <a:cubicBezTo>
                    <a:pt x="159" y="241"/>
                    <a:pt x="158" y="241"/>
                    <a:pt x="157" y="241"/>
                  </a:cubicBezTo>
                  <a:cubicBezTo>
                    <a:pt x="156" y="241"/>
                    <a:pt x="156" y="241"/>
                    <a:pt x="156" y="241"/>
                  </a:cubicBezTo>
                  <a:cubicBezTo>
                    <a:pt x="155" y="241"/>
                    <a:pt x="154" y="242"/>
                    <a:pt x="153" y="242"/>
                  </a:cubicBezTo>
                  <a:cubicBezTo>
                    <a:pt x="152" y="242"/>
                    <a:pt x="152" y="242"/>
                    <a:pt x="152" y="242"/>
                  </a:cubicBezTo>
                  <a:cubicBezTo>
                    <a:pt x="151" y="242"/>
                    <a:pt x="150" y="243"/>
                    <a:pt x="148" y="243"/>
                  </a:cubicBezTo>
                  <a:cubicBezTo>
                    <a:pt x="127" y="251"/>
                    <a:pt x="75" y="274"/>
                    <a:pt x="38" y="282"/>
                  </a:cubicBezTo>
                  <a:cubicBezTo>
                    <a:pt x="0" y="290"/>
                    <a:pt x="24" y="315"/>
                    <a:pt x="24" y="330"/>
                  </a:cubicBezTo>
                  <a:cubicBezTo>
                    <a:pt x="24" y="331"/>
                    <a:pt x="24" y="332"/>
                    <a:pt x="24" y="332"/>
                  </a:cubicBezTo>
                  <a:cubicBezTo>
                    <a:pt x="24" y="333"/>
                    <a:pt x="23" y="334"/>
                    <a:pt x="23" y="334"/>
                  </a:cubicBezTo>
                  <a:cubicBezTo>
                    <a:pt x="23" y="334"/>
                    <a:pt x="23" y="334"/>
                    <a:pt x="23" y="334"/>
                  </a:cubicBezTo>
                  <a:cubicBezTo>
                    <a:pt x="25" y="338"/>
                    <a:pt x="27" y="342"/>
                    <a:pt x="28" y="347"/>
                  </a:cubicBezTo>
                  <a:cubicBezTo>
                    <a:pt x="29" y="357"/>
                    <a:pt x="40" y="363"/>
                    <a:pt x="52" y="360"/>
                  </a:cubicBezTo>
                  <a:cubicBezTo>
                    <a:pt x="64" y="357"/>
                    <a:pt x="74" y="357"/>
                    <a:pt x="84" y="363"/>
                  </a:cubicBezTo>
                  <a:cubicBezTo>
                    <a:pt x="94" y="369"/>
                    <a:pt x="118" y="378"/>
                    <a:pt x="128" y="383"/>
                  </a:cubicBezTo>
                  <a:cubicBezTo>
                    <a:pt x="138" y="389"/>
                    <a:pt x="173" y="387"/>
                    <a:pt x="179" y="402"/>
                  </a:cubicBezTo>
                  <a:cubicBezTo>
                    <a:pt x="185" y="417"/>
                    <a:pt x="184" y="430"/>
                    <a:pt x="188" y="437"/>
                  </a:cubicBezTo>
                  <a:cubicBezTo>
                    <a:pt x="192" y="443"/>
                    <a:pt x="195" y="451"/>
                    <a:pt x="195" y="461"/>
                  </a:cubicBezTo>
                  <a:cubicBezTo>
                    <a:pt x="195" y="470"/>
                    <a:pt x="184" y="491"/>
                    <a:pt x="190" y="499"/>
                  </a:cubicBezTo>
                  <a:cubicBezTo>
                    <a:pt x="196" y="507"/>
                    <a:pt x="197" y="527"/>
                    <a:pt x="189" y="532"/>
                  </a:cubicBezTo>
                  <a:cubicBezTo>
                    <a:pt x="181" y="537"/>
                    <a:pt x="175" y="546"/>
                    <a:pt x="175" y="553"/>
                  </a:cubicBezTo>
                  <a:cubicBezTo>
                    <a:pt x="175" y="561"/>
                    <a:pt x="177" y="567"/>
                    <a:pt x="182" y="573"/>
                  </a:cubicBezTo>
                  <a:cubicBezTo>
                    <a:pt x="186" y="579"/>
                    <a:pt x="178" y="599"/>
                    <a:pt x="186" y="603"/>
                  </a:cubicBezTo>
                  <a:cubicBezTo>
                    <a:pt x="194" y="608"/>
                    <a:pt x="197" y="609"/>
                    <a:pt x="195" y="617"/>
                  </a:cubicBezTo>
                  <a:cubicBezTo>
                    <a:pt x="193" y="625"/>
                    <a:pt x="189" y="630"/>
                    <a:pt x="181" y="639"/>
                  </a:cubicBezTo>
                  <a:cubicBezTo>
                    <a:pt x="173" y="649"/>
                    <a:pt x="160" y="655"/>
                    <a:pt x="160" y="668"/>
                  </a:cubicBezTo>
                  <a:cubicBezTo>
                    <a:pt x="160" y="681"/>
                    <a:pt x="157" y="706"/>
                    <a:pt x="149" y="716"/>
                  </a:cubicBezTo>
                  <a:cubicBezTo>
                    <a:pt x="141" y="726"/>
                    <a:pt x="108" y="760"/>
                    <a:pt x="102" y="766"/>
                  </a:cubicBezTo>
                  <a:cubicBezTo>
                    <a:pt x="97" y="770"/>
                    <a:pt x="89" y="778"/>
                    <a:pt x="81" y="785"/>
                  </a:cubicBezTo>
                  <a:cubicBezTo>
                    <a:pt x="81" y="785"/>
                    <a:pt x="81" y="785"/>
                    <a:pt x="82" y="785"/>
                  </a:cubicBezTo>
                  <a:cubicBezTo>
                    <a:pt x="83" y="787"/>
                    <a:pt x="84" y="790"/>
                    <a:pt x="85" y="792"/>
                  </a:cubicBezTo>
                  <a:cubicBezTo>
                    <a:pt x="85" y="792"/>
                    <a:pt x="85" y="793"/>
                    <a:pt x="86" y="793"/>
                  </a:cubicBezTo>
                  <a:cubicBezTo>
                    <a:pt x="86" y="794"/>
                    <a:pt x="86" y="795"/>
                    <a:pt x="87" y="796"/>
                  </a:cubicBezTo>
                  <a:cubicBezTo>
                    <a:pt x="87" y="797"/>
                    <a:pt x="87" y="797"/>
                    <a:pt x="87" y="797"/>
                  </a:cubicBezTo>
                  <a:cubicBezTo>
                    <a:pt x="88" y="799"/>
                    <a:pt x="88" y="800"/>
                    <a:pt x="88" y="802"/>
                  </a:cubicBezTo>
                  <a:cubicBezTo>
                    <a:pt x="98" y="845"/>
                    <a:pt x="100" y="865"/>
                    <a:pt x="112" y="878"/>
                  </a:cubicBezTo>
                  <a:cubicBezTo>
                    <a:pt x="124" y="891"/>
                    <a:pt x="128" y="909"/>
                    <a:pt x="131" y="937"/>
                  </a:cubicBezTo>
                  <a:cubicBezTo>
                    <a:pt x="134" y="965"/>
                    <a:pt x="126" y="1007"/>
                    <a:pt x="130" y="1019"/>
                  </a:cubicBezTo>
                  <a:cubicBezTo>
                    <a:pt x="130" y="1021"/>
                    <a:pt x="131" y="1023"/>
                    <a:pt x="131" y="1025"/>
                  </a:cubicBezTo>
                  <a:cubicBezTo>
                    <a:pt x="131" y="1025"/>
                    <a:pt x="131" y="1025"/>
                    <a:pt x="131" y="1025"/>
                  </a:cubicBezTo>
                  <a:cubicBezTo>
                    <a:pt x="131" y="1025"/>
                    <a:pt x="131" y="1025"/>
                    <a:pt x="131" y="1025"/>
                  </a:cubicBezTo>
                  <a:cubicBezTo>
                    <a:pt x="133" y="1029"/>
                    <a:pt x="134" y="1033"/>
                    <a:pt x="135" y="1037"/>
                  </a:cubicBezTo>
                  <a:cubicBezTo>
                    <a:pt x="135" y="1038"/>
                    <a:pt x="135" y="1038"/>
                    <a:pt x="135" y="1038"/>
                  </a:cubicBezTo>
                  <a:cubicBezTo>
                    <a:pt x="135" y="1040"/>
                    <a:pt x="136" y="1042"/>
                    <a:pt x="136" y="1044"/>
                  </a:cubicBezTo>
                  <a:cubicBezTo>
                    <a:pt x="136" y="1044"/>
                    <a:pt x="136" y="1044"/>
                    <a:pt x="136" y="1045"/>
                  </a:cubicBezTo>
                  <a:cubicBezTo>
                    <a:pt x="136" y="1046"/>
                    <a:pt x="136" y="1048"/>
                    <a:pt x="136" y="1050"/>
                  </a:cubicBezTo>
                  <a:cubicBezTo>
                    <a:pt x="136" y="1051"/>
                    <a:pt x="136" y="1051"/>
                    <a:pt x="136" y="1052"/>
                  </a:cubicBezTo>
                  <a:cubicBezTo>
                    <a:pt x="136" y="1053"/>
                    <a:pt x="136" y="1053"/>
                    <a:pt x="136" y="1053"/>
                  </a:cubicBezTo>
                  <a:cubicBezTo>
                    <a:pt x="136" y="1054"/>
                    <a:pt x="137" y="1054"/>
                    <a:pt x="137" y="1055"/>
                  </a:cubicBezTo>
                  <a:cubicBezTo>
                    <a:pt x="137" y="1056"/>
                    <a:pt x="137" y="1056"/>
                    <a:pt x="137" y="1056"/>
                  </a:cubicBezTo>
                  <a:cubicBezTo>
                    <a:pt x="137" y="1057"/>
                    <a:pt x="137" y="1057"/>
                    <a:pt x="137" y="1058"/>
                  </a:cubicBezTo>
                  <a:cubicBezTo>
                    <a:pt x="137" y="1059"/>
                    <a:pt x="137" y="1059"/>
                    <a:pt x="137" y="1059"/>
                  </a:cubicBezTo>
                  <a:cubicBezTo>
                    <a:pt x="138" y="1065"/>
                    <a:pt x="139" y="1072"/>
                    <a:pt x="141" y="1078"/>
                  </a:cubicBezTo>
                  <a:cubicBezTo>
                    <a:pt x="141" y="1078"/>
                    <a:pt x="141" y="1078"/>
                    <a:pt x="141" y="1078"/>
                  </a:cubicBezTo>
                  <a:cubicBezTo>
                    <a:pt x="141" y="1078"/>
                    <a:pt x="141" y="1079"/>
                    <a:pt x="142" y="1080"/>
                  </a:cubicBezTo>
                  <a:cubicBezTo>
                    <a:pt x="142" y="1080"/>
                    <a:pt x="142" y="1080"/>
                    <a:pt x="142" y="1080"/>
                  </a:cubicBezTo>
                  <a:cubicBezTo>
                    <a:pt x="143" y="1082"/>
                    <a:pt x="143" y="1084"/>
                    <a:pt x="144" y="1085"/>
                  </a:cubicBezTo>
                  <a:cubicBezTo>
                    <a:pt x="144" y="1085"/>
                    <a:pt x="145" y="1085"/>
                    <a:pt x="145" y="1086"/>
                  </a:cubicBezTo>
                  <a:cubicBezTo>
                    <a:pt x="145" y="1086"/>
                    <a:pt x="145" y="1086"/>
                    <a:pt x="145" y="1086"/>
                  </a:cubicBezTo>
                  <a:cubicBezTo>
                    <a:pt x="146" y="1087"/>
                    <a:pt x="146" y="1087"/>
                    <a:pt x="146" y="1087"/>
                  </a:cubicBezTo>
                  <a:cubicBezTo>
                    <a:pt x="146" y="1087"/>
                    <a:pt x="147" y="1087"/>
                    <a:pt x="147" y="1088"/>
                  </a:cubicBezTo>
                  <a:cubicBezTo>
                    <a:pt x="147" y="1088"/>
                    <a:pt x="147" y="1088"/>
                    <a:pt x="148" y="1088"/>
                  </a:cubicBezTo>
                  <a:cubicBezTo>
                    <a:pt x="148" y="1088"/>
                    <a:pt x="148" y="1088"/>
                    <a:pt x="148" y="1088"/>
                  </a:cubicBezTo>
                  <a:cubicBezTo>
                    <a:pt x="149" y="1089"/>
                    <a:pt x="149" y="1089"/>
                    <a:pt x="150" y="1089"/>
                  </a:cubicBezTo>
                  <a:cubicBezTo>
                    <a:pt x="158" y="1089"/>
                    <a:pt x="169" y="1080"/>
                    <a:pt x="191" y="1079"/>
                  </a:cubicBezTo>
                  <a:cubicBezTo>
                    <a:pt x="193" y="1071"/>
                    <a:pt x="194" y="1062"/>
                    <a:pt x="190" y="1049"/>
                  </a:cubicBezTo>
                  <a:cubicBezTo>
                    <a:pt x="182" y="1026"/>
                    <a:pt x="163" y="1027"/>
                    <a:pt x="188" y="1002"/>
                  </a:cubicBezTo>
                  <a:cubicBezTo>
                    <a:pt x="213" y="977"/>
                    <a:pt x="218" y="965"/>
                    <a:pt x="259" y="956"/>
                  </a:cubicBezTo>
                  <a:cubicBezTo>
                    <a:pt x="300" y="946"/>
                    <a:pt x="349" y="926"/>
                    <a:pt x="349" y="900"/>
                  </a:cubicBezTo>
                  <a:cubicBezTo>
                    <a:pt x="349" y="874"/>
                    <a:pt x="344" y="872"/>
                    <a:pt x="350" y="853"/>
                  </a:cubicBezTo>
                  <a:cubicBezTo>
                    <a:pt x="357" y="833"/>
                    <a:pt x="367" y="829"/>
                    <a:pt x="357" y="804"/>
                  </a:cubicBezTo>
                  <a:cubicBezTo>
                    <a:pt x="346" y="779"/>
                    <a:pt x="352" y="762"/>
                    <a:pt x="345" y="742"/>
                  </a:cubicBezTo>
                  <a:cubicBezTo>
                    <a:pt x="337" y="721"/>
                    <a:pt x="342" y="724"/>
                    <a:pt x="337" y="701"/>
                  </a:cubicBezTo>
                  <a:cubicBezTo>
                    <a:pt x="333" y="678"/>
                    <a:pt x="336" y="678"/>
                    <a:pt x="322" y="667"/>
                  </a:cubicBezTo>
                  <a:cubicBezTo>
                    <a:pt x="308" y="655"/>
                    <a:pt x="300" y="650"/>
                    <a:pt x="303" y="635"/>
                  </a:cubicBezTo>
                  <a:cubicBezTo>
                    <a:pt x="306" y="620"/>
                    <a:pt x="304" y="614"/>
                    <a:pt x="324" y="602"/>
                  </a:cubicBezTo>
                  <a:cubicBezTo>
                    <a:pt x="345" y="590"/>
                    <a:pt x="338" y="585"/>
                    <a:pt x="360" y="564"/>
                  </a:cubicBezTo>
                  <a:cubicBezTo>
                    <a:pt x="381" y="544"/>
                    <a:pt x="435" y="522"/>
                    <a:pt x="447" y="501"/>
                  </a:cubicBezTo>
                  <a:cubicBezTo>
                    <a:pt x="459" y="479"/>
                    <a:pt x="473" y="470"/>
                    <a:pt x="492" y="456"/>
                  </a:cubicBezTo>
                  <a:cubicBezTo>
                    <a:pt x="511" y="442"/>
                    <a:pt x="518" y="441"/>
                    <a:pt x="545" y="431"/>
                  </a:cubicBezTo>
                  <a:cubicBezTo>
                    <a:pt x="572" y="421"/>
                    <a:pt x="598" y="420"/>
                    <a:pt x="619" y="395"/>
                  </a:cubicBezTo>
                  <a:cubicBezTo>
                    <a:pt x="639" y="369"/>
                    <a:pt x="664" y="335"/>
                    <a:pt x="677" y="323"/>
                  </a:cubicBezTo>
                  <a:cubicBezTo>
                    <a:pt x="690" y="310"/>
                    <a:pt x="687" y="298"/>
                    <a:pt x="692" y="284"/>
                  </a:cubicBezTo>
                  <a:cubicBezTo>
                    <a:pt x="697" y="270"/>
                    <a:pt x="703" y="267"/>
                    <a:pt x="693" y="256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26" name="Freeform 125"/>
            <p:cNvSpPr>
              <a:spLocks/>
            </p:cNvSpPr>
            <p:nvPr/>
          </p:nvSpPr>
          <p:spPr bwMode="auto">
            <a:xfrm>
              <a:off x="5965825" y="1960563"/>
              <a:ext cx="609600" cy="815975"/>
            </a:xfrm>
            <a:custGeom>
              <a:avLst/>
              <a:gdLst>
                <a:gd name="T0" fmla="*/ 615 w 671"/>
                <a:gd name="T1" fmla="*/ 14 h 896"/>
                <a:gd name="T2" fmla="*/ 540 w 671"/>
                <a:gd name="T3" fmla="*/ 46 h 896"/>
                <a:gd name="T4" fmla="*/ 466 w 671"/>
                <a:gd name="T5" fmla="*/ 56 h 896"/>
                <a:gd name="T6" fmla="*/ 393 w 671"/>
                <a:gd name="T7" fmla="*/ 72 h 896"/>
                <a:gd name="T8" fmla="*/ 298 w 671"/>
                <a:gd name="T9" fmla="*/ 82 h 896"/>
                <a:gd name="T10" fmla="*/ 178 w 671"/>
                <a:gd name="T11" fmla="*/ 66 h 896"/>
                <a:gd name="T12" fmla="*/ 139 w 671"/>
                <a:gd name="T13" fmla="*/ 54 h 896"/>
                <a:gd name="T14" fmla="*/ 136 w 671"/>
                <a:gd name="T15" fmla="*/ 60 h 896"/>
                <a:gd name="T16" fmla="*/ 134 w 671"/>
                <a:gd name="T17" fmla="*/ 66 h 896"/>
                <a:gd name="T18" fmla="*/ 132 w 671"/>
                <a:gd name="T19" fmla="*/ 70 h 896"/>
                <a:gd name="T20" fmla="*/ 131 w 671"/>
                <a:gd name="T21" fmla="*/ 73 h 896"/>
                <a:gd name="T22" fmla="*/ 129 w 671"/>
                <a:gd name="T23" fmla="*/ 76 h 896"/>
                <a:gd name="T24" fmla="*/ 126 w 671"/>
                <a:gd name="T25" fmla="*/ 80 h 896"/>
                <a:gd name="T26" fmla="*/ 123 w 671"/>
                <a:gd name="T27" fmla="*/ 83 h 896"/>
                <a:gd name="T28" fmla="*/ 119 w 671"/>
                <a:gd name="T29" fmla="*/ 87 h 896"/>
                <a:gd name="T30" fmla="*/ 155 w 671"/>
                <a:gd name="T31" fmla="*/ 167 h 896"/>
                <a:gd name="T32" fmla="*/ 354 w 671"/>
                <a:gd name="T33" fmla="*/ 254 h 896"/>
                <a:gd name="T34" fmla="*/ 419 w 671"/>
                <a:gd name="T35" fmla="*/ 304 h 896"/>
                <a:gd name="T36" fmla="*/ 282 w 671"/>
                <a:gd name="T37" fmla="*/ 438 h 896"/>
                <a:gd name="T38" fmla="*/ 140 w 671"/>
                <a:gd name="T39" fmla="*/ 490 h 896"/>
                <a:gd name="T40" fmla="*/ 66 w 671"/>
                <a:gd name="T41" fmla="*/ 522 h 896"/>
                <a:gd name="T42" fmla="*/ 63 w 671"/>
                <a:gd name="T43" fmla="*/ 524 h 896"/>
                <a:gd name="T44" fmla="*/ 61 w 671"/>
                <a:gd name="T45" fmla="*/ 526 h 896"/>
                <a:gd name="T46" fmla="*/ 55 w 671"/>
                <a:gd name="T47" fmla="*/ 527 h 896"/>
                <a:gd name="T48" fmla="*/ 8 w 671"/>
                <a:gd name="T49" fmla="*/ 590 h 896"/>
                <a:gd name="T50" fmla="*/ 6 w 671"/>
                <a:gd name="T51" fmla="*/ 839 h 896"/>
                <a:gd name="T52" fmla="*/ 39 w 671"/>
                <a:gd name="T53" fmla="*/ 896 h 896"/>
                <a:gd name="T54" fmla="*/ 87 w 671"/>
                <a:gd name="T55" fmla="*/ 814 h 896"/>
                <a:gd name="T56" fmla="*/ 266 w 671"/>
                <a:gd name="T57" fmla="*/ 656 h 896"/>
                <a:gd name="T58" fmla="*/ 454 w 671"/>
                <a:gd name="T59" fmla="*/ 488 h 896"/>
                <a:gd name="T60" fmla="*/ 524 w 671"/>
                <a:gd name="T61" fmla="*/ 365 h 896"/>
                <a:gd name="T62" fmla="*/ 589 w 671"/>
                <a:gd name="T63" fmla="*/ 253 h 896"/>
                <a:gd name="T64" fmla="*/ 634 w 671"/>
                <a:gd name="T65" fmla="*/ 150 h 896"/>
                <a:gd name="T66" fmla="*/ 651 w 671"/>
                <a:gd name="T67" fmla="*/ 55 h 8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671" h="896">
                  <a:moveTo>
                    <a:pt x="656" y="13"/>
                  </a:moveTo>
                  <a:cubicBezTo>
                    <a:pt x="641" y="3"/>
                    <a:pt x="629" y="0"/>
                    <a:pt x="615" y="14"/>
                  </a:cubicBezTo>
                  <a:cubicBezTo>
                    <a:pt x="601" y="28"/>
                    <a:pt x="593" y="35"/>
                    <a:pt x="578" y="35"/>
                  </a:cubicBezTo>
                  <a:cubicBezTo>
                    <a:pt x="563" y="35"/>
                    <a:pt x="555" y="46"/>
                    <a:pt x="540" y="46"/>
                  </a:cubicBezTo>
                  <a:cubicBezTo>
                    <a:pt x="525" y="46"/>
                    <a:pt x="519" y="61"/>
                    <a:pt x="502" y="55"/>
                  </a:cubicBezTo>
                  <a:cubicBezTo>
                    <a:pt x="484" y="48"/>
                    <a:pt x="478" y="49"/>
                    <a:pt x="466" y="56"/>
                  </a:cubicBezTo>
                  <a:cubicBezTo>
                    <a:pt x="454" y="62"/>
                    <a:pt x="454" y="67"/>
                    <a:pt x="435" y="61"/>
                  </a:cubicBezTo>
                  <a:cubicBezTo>
                    <a:pt x="416" y="56"/>
                    <a:pt x="407" y="60"/>
                    <a:pt x="393" y="72"/>
                  </a:cubicBezTo>
                  <a:cubicBezTo>
                    <a:pt x="379" y="84"/>
                    <a:pt x="355" y="90"/>
                    <a:pt x="343" y="87"/>
                  </a:cubicBezTo>
                  <a:cubicBezTo>
                    <a:pt x="332" y="84"/>
                    <a:pt x="313" y="71"/>
                    <a:pt x="298" y="82"/>
                  </a:cubicBezTo>
                  <a:cubicBezTo>
                    <a:pt x="283" y="92"/>
                    <a:pt x="207" y="103"/>
                    <a:pt x="203" y="95"/>
                  </a:cubicBezTo>
                  <a:cubicBezTo>
                    <a:pt x="198" y="86"/>
                    <a:pt x="195" y="78"/>
                    <a:pt x="178" y="66"/>
                  </a:cubicBezTo>
                  <a:cubicBezTo>
                    <a:pt x="161" y="53"/>
                    <a:pt x="161" y="39"/>
                    <a:pt x="146" y="38"/>
                  </a:cubicBezTo>
                  <a:cubicBezTo>
                    <a:pt x="143" y="43"/>
                    <a:pt x="142" y="49"/>
                    <a:pt x="139" y="54"/>
                  </a:cubicBezTo>
                  <a:cubicBezTo>
                    <a:pt x="138" y="56"/>
                    <a:pt x="137" y="58"/>
                    <a:pt x="136" y="60"/>
                  </a:cubicBezTo>
                  <a:cubicBezTo>
                    <a:pt x="136" y="60"/>
                    <a:pt x="136" y="60"/>
                    <a:pt x="136" y="60"/>
                  </a:cubicBezTo>
                  <a:cubicBezTo>
                    <a:pt x="135" y="62"/>
                    <a:pt x="135" y="63"/>
                    <a:pt x="134" y="64"/>
                  </a:cubicBezTo>
                  <a:cubicBezTo>
                    <a:pt x="134" y="65"/>
                    <a:pt x="134" y="65"/>
                    <a:pt x="134" y="66"/>
                  </a:cubicBezTo>
                  <a:cubicBezTo>
                    <a:pt x="134" y="66"/>
                    <a:pt x="134" y="67"/>
                    <a:pt x="133" y="67"/>
                  </a:cubicBezTo>
                  <a:cubicBezTo>
                    <a:pt x="133" y="68"/>
                    <a:pt x="133" y="69"/>
                    <a:pt x="132" y="70"/>
                  </a:cubicBezTo>
                  <a:cubicBezTo>
                    <a:pt x="132" y="70"/>
                    <a:pt x="132" y="70"/>
                    <a:pt x="132" y="70"/>
                  </a:cubicBezTo>
                  <a:cubicBezTo>
                    <a:pt x="132" y="71"/>
                    <a:pt x="131" y="72"/>
                    <a:pt x="131" y="73"/>
                  </a:cubicBezTo>
                  <a:cubicBezTo>
                    <a:pt x="131" y="73"/>
                    <a:pt x="131" y="73"/>
                    <a:pt x="130" y="73"/>
                  </a:cubicBezTo>
                  <a:cubicBezTo>
                    <a:pt x="130" y="74"/>
                    <a:pt x="129" y="75"/>
                    <a:pt x="129" y="76"/>
                  </a:cubicBezTo>
                  <a:cubicBezTo>
                    <a:pt x="129" y="77"/>
                    <a:pt x="128" y="77"/>
                    <a:pt x="128" y="77"/>
                  </a:cubicBezTo>
                  <a:cubicBezTo>
                    <a:pt x="128" y="78"/>
                    <a:pt x="127" y="79"/>
                    <a:pt x="126" y="80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5" y="81"/>
                    <a:pt x="124" y="82"/>
                    <a:pt x="123" y="83"/>
                  </a:cubicBezTo>
                  <a:cubicBezTo>
                    <a:pt x="123" y="83"/>
                    <a:pt x="123" y="84"/>
                    <a:pt x="122" y="84"/>
                  </a:cubicBezTo>
                  <a:cubicBezTo>
                    <a:pt x="121" y="85"/>
                    <a:pt x="120" y="86"/>
                    <a:pt x="119" y="87"/>
                  </a:cubicBezTo>
                  <a:cubicBezTo>
                    <a:pt x="104" y="99"/>
                    <a:pt x="123" y="127"/>
                    <a:pt x="131" y="135"/>
                  </a:cubicBezTo>
                  <a:cubicBezTo>
                    <a:pt x="139" y="143"/>
                    <a:pt x="154" y="152"/>
                    <a:pt x="155" y="167"/>
                  </a:cubicBezTo>
                  <a:cubicBezTo>
                    <a:pt x="156" y="182"/>
                    <a:pt x="182" y="190"/>
                    <a:pt x="206" y="204"/>
                  </a:cubicBezTo>
                  <a:cubicBezTo>
                    <a:pt x="230" y="219"/>
                    <a:pt x="331" y="244"/>
                    <a:pt x="354" y="254"/>
                  </a:cubicBezTo>
                  <a:cubicBezTo>
                    <a:pt x="376" y="263"/>
                    <a:pt x="386" y="271"/>
                    <a:pt x="428" y="266"/>
                  </a:cubicBezTo>
                  <a:cubicBezTo>
                    <a:pt x="471" y="260"/>
                    <a:pt x="440" y="291"/>
                    <a:pt x="419" y="304"/>
                  </a:cubicBezTo>
                  <a:cubicBezTo>
                    <a:pt x="398" y="318"/>
                    <a:pt x="366" y="359"/>
                    <a:pt x="344" y="375"/>
                  </a:cubicBezTo>
                  <a:cubicBezTo>
                    <a:pt x="323" y="391"/>
                    <a:pt x="303" y="407"/>
                    <a:pt x="282" y="438"/>
                  </a:cubicBezTo>
                  <a:cubicBezTo>
                    <a:pt x="260" y="468"/>
                    <a:pt x="255" y="466"/>
                    <a:pt x="206" y="462"/>
                  </a:cubicBezTo>
                  <a:cubicBezTo>
                    <a:pt x="156" y="458"/>
                    <a:pt x="150" y="483"/>
                    <a:pt x="140" y="490"/>
                  </a:cubicBezTo>
                  <a:cubicBezTo>
                    <a:pt x="131" y="496"/>
                    <a:pt x="122" y="508"/>
                    <a:pt x="102" y="508"/>
                  </a:cubicBezTo>
                  <a:cubicBezTo>
                    <a:pt x="82" y="508"/>
                    <a:pt x="72" y="511"/>
                    <a:pt x="66" y="522"/>
                  </a:cubicBezTo>
                  <a:cubicBezTo>
                    <a:pt x="65" y="523"/>
                    <a:pt x="65" y="523"/>
                    <a:pt x="64" y="524"/>
                  </a:cubicBezTo>
                  <a:cubicBezTo>
                    <a:pt x="64" y="524"/>
                    <a:pt x="64" y="524"/>
                    <a:pt x="63" y="524"/>
                  </a:cubicBezTo>
                  <a:cubicBezTo>
                    <a:pt x="63" y="525"/>
                    <a:pt x="62" y="525"/>
                    <a:pt x="61" y="526"/>
                  </a:cubicBezTo>
                  <a:cubicBezTo>
                    <a:pt x="61" y="526"/>
                    <a:pt x="61" y="526"/>
                    <a:pt x="61" y="526"/>
                  </a:cubicBezTo>
                  <a:cubicBezTo>
                    <a:pt x="59" y="527"/>
                    <a:pt x="57" y="527"/>
                    <a:pt x="55" y="527"/>
                  </a:cubicBezTo>
                  <a:cubicBezTo>
                    <a:pt x="55" y="527"/>
                    <a:pt x="55" y="527"/>
                    <a:pt x="55" y="527"/>
                  </a:cubicBezTo>
                  <a:cubicBezTo>
                    <a:pt x="54" y="533"/>
                    <a:pt x="52" y="540"/>
                    <a:pt x="48" y="546"/>
                  </a:cubicBezTo>
                  <a:cubicBezTo>
                    <a:pt x="38" y="563"/>
                    <a:pt x="12" y="586"/>
                    <a:pt x="8" y="590"/>
                  </a:cubicBezTo>
                  <a:cubicBezTo>
                    <a:pt x="4" y="594"/>
                    <a:pt x="4" y="616"/>
                    <a:pt x="4" y="639"/>
                  </a:cubicBezTo>
                  <a:cubicBezTo>
                    <a:pt x="4" y="662"/>
                    <a:pt x="0" y="832"/>
                    <a:pt x="6" y="839"/>
                  </a:cubicBezTo>
                  <a:cubicBezTo>
                    <a:pt x="11" y="846"/>
                    <a:pt x="22" y="860"/>
                    <a:pt x="27" y="866"/>
                  </a:cubicBezTo>
                  <a:cubicBezTo>
                    <a:pt x="32" y="871"/>
                    <a:pt x="40" y="867"/>
                    <a:pt x="39" y="896"/>
                  </a:cubicBezTo>
                  <a:cubicBezTo>
                    <a:pt x="44" y="894"/>
                    <a:pt x="49" y="889"/>
                    <a:pt x="52" y="879"/>
                  </a:cubicBezTo>
                  <a:cubicBezTo>
                    <a:pt x="60" y="858"/>
                    <a:pt x="68" y="828"/>
                    <a:pt x="87" y="814"/>
                  </a:cubicBezTo>
                  <a:cubicBezTo>
                    <a:pt x="105" y="800"/>
                    <a:pt x="142" y="754"/>
                    <a:pt x="164" y="734"/>
                  </a:cubicBezTo>
                  <a:cubicBezTo>
                    <a:pt x="185" y="715"/>
                    <a:pt x="240" y="658"/>
                    <a:pt x="266" y="656"/>
                  </a:cubicBezTo>
                  <a:cubicBezTo>
                    <a:pt x="292" y="654"/>
                    <a:pt x="328" y="621"/>
                    <a:pt x="355" y="594"/>
                  </a:cubicBezTo>
                  <a:cubicBezTo>
                    <a:pt x="382" y="568"/>
                    <a:pt x="442" y="516"/>
                    <a:pt x="454" y="488"/>
                  </a:cubicBezTo>
                  <a:cubicBezTo>
                    <a:pt x="466" y="460"/>
                    <a:pt x="486" y="450"/>
                    <a:pt x="494" y="431"/>
                  </a:cubicBezTo>
                  <a:cubicBezTo>
                    <a:pt x="502" y="412"/>
                    <a:pt x="524" y="383"/>
                    <a:pt x="524" y="365"/>
                  </a:cubicBezTo>
                  <a:cubicBezTo>
                    <a:pt x="524" y="348"/>
                    <a:pt x="533" y="331"/>
                    <a:pt x="551" y="317"/>
                  </a:cubicBezTo>
                  <a:cubicBezTo>
                    <a:pt x="569" y="303"/>
                    <a:pt x="568" y="273"/>
                    <a:pt x="589" y="253"/>
                  </a:cubicBezTo>
                  <a:cubicBezTo>
                    <a:pt x="609" y="232"/>
                    <a:pt x="611" y="214"/>
                    <a:pt x="621" y="195"/>
                  </a:cubicBezTo>
                  <a:cubicBezTo>
                    <a:pt x="631" y="175"/>
                    <a:pt x="632" y="171"/>
                    <a:pt x="634" y="150"/>
                  </a:cubicBezTo>
                  <a:cubicBezTo>
                    <a:pt x="636" y="130"/>
                    <a:pt x="656" y="119"/>
                    <a:pt x="656" y="103"/>
                  </a:cubicBezTo>
                  <a:cubicBezTo>
                    <a:pt x="656" y="87"/>
                    <a:pt x="652" y="76"/>
                    <a:pt x="651" y="55"/>
                  </a:cubicBezTo>
                  <a:cubicBezTo>
                    <a:pt x="650" y="33"/>
                    <a:pt x="671" y="23"/>
                    <a:pt x="656" y="13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27" name="Freeform 126"/>
            <p:cNvSpPr>
              <a:spLocks/>
            </p:cNvSpPr>
            <p:nvPr/>
          </p:nvSpPr>
          <p:spPr bwMode="auto">
            <a:xfrm>
              <a:off x="4102100" y="2522538"/>
              <a:ext cx="339725" cy="360363"/>
            </a:xfrm>
            <a:custGeom>
              <a:avLst/>
              <a:gdLst>
                <a:gd name="T0" fmla="*/ 204 w 374"/>
                <a:gd name="T1" fmla="*/ 376 h 396"/>
                <a:gd name="T2" fmla="*/ 179 w 374"/>
                <a:gd name="T3" fmla="*/ 320 h 396"/>
                <a:gd name="T4" fmla="*/ 236 w 374"/>
                <a:gd name="T5" fmla="*/ 292 h 396"/>
                <a:gd name="T6" fmla="*/ 270 w 374"/>
                <a:gd name="T7" fmla="*/ 290 h 396"/>
                <a:gd name="T8" fmla="*/ 308 w 374"/>
                <a:gd name="T9" fmla="*/ 298 h 396"/>
                <a:gd name="T10" fmla="*/ 351 w 374"/>
                <a:gd name="T11" fmla="*/ 302 h 396"/>
                <a:gd name="T12" fmla="*/ 364 w 374"/>
                <a:gd name="T13" fmla="*/ 245 h 396"/>
                <a:gd name="T14" fmla="*/ 343 w 374"/>
                <a:gd name="T15" fmla="*/ 180 h 396"/>
                <a:gd name="T16" fmla="*/ 344 w 374"/>
                <a:gd name="T17" fmla="*/ 122 h 396"/>
                <a:gd name="T18" fmla="*/ 350 w 374"/>
                <a:gd name="T19" fmla="*/ 74 h 396"/>
                <a:gd name="T20" fmla="*/ 299 w 374"/>
                <a:gd name="T21" fmla="*/ 81 h 396"/>
                <a:gd name="T22" fmla="*/ 288 w 374"/>
                <a:gd name="T23" fmla="*/ 33 h 396"/>
                <a:gd name="T24" fmla="*/ 285 w 374"/>
                <a:gd name="T25" fmla="*/ 12 h 396"/>
                <a:gd name="T26" fmla="*/ 278 w 374"/>
                <a:gd name="T27" fmla="*/ 11 h 396"/>
                <a:gd name="T28" fmla="*/ 271 w 374"/>
                <a:gd name="T29" fmla="*/ 10 h 396"/>
                <a:gd name="T30" fmla="*/ 265 w 374"/>
                <a:gd name="T31" fmla="*/ 9 h 396"/>
                <a:gd name="T32" fmla="*/ 257 w 374"/>
                <a:gd name="T33" fmla="*/ 9 h 396"/>
                <a:gd name="T34" fmla="*/ 251 w 374"/>
                <a:gd name="T35" fmla="*/ 8 h 396"/>
                <a:gd name="T36" fmla="*/ 245 w 374"/>
                <a:gd name="T37" fmla="*/ 7 h 396"/>
                <a:gd name="T38" fmla="*/ 240 w 374"/>
                <a:gd name="T39" fmla="*/ 7 h 396"/>
                <a:gd name="T40" fmla="*/ 234 w 374"/>
                <a:gd name="T41" fmla="*/ 7 h 396"/>
                <a:gd name="T42" fmla="*/ 230 w 374"/>
                <a:gd name="T43" fmla="*/ 6 h 396"/>
                <a:gd name="T44" fmla="*/ 226 w 374"/>
                <a:gd name="T45" fmla="*/ 6 h 396"/>
                <a:gd name="T46" fmla="*/ 175 w 374"/>
                <a:gd name="T47" fmla="*/ 7 h 396"/>
                <a:gd name="T48" fmla="*/ 174 w 374"/>
                <a:gd name="T49" fmla="*/ 9 h 396"/>
                <a:gd name="T50" fmla="*/ 172 w 374"/>
                <a:gd name="T51" fmla="*/ 10 h 396"/>
                <a:gd name="T52" fmla="*/ 170 w 374"/>
                <a:gd name="T53" fmla="*/ 12 h 396"/>
                <a:gd name="T54" fmla="*/ 167 w 374"/>
                <a:gd name="T55" fmla="*/ 76 h 396"/>
                <a:gd name="T56" fmla="*/ 55 w 374"/>
                <a:gd name="T57" fmla="*/ 89 h 396"/>
                <a:gd name="T58" fmla="*/ 50 w 374"/>
                <a:gd name="T59" fmla="*/ 130 h 396"/>
                <a:gd name="T60" fmla="*/ 32 w 374"/>
                <a:gd name="T61" fmla="*/ 184 h 396"/>
                <a:gd name="T62" fmla="*/ 50 w 374"/>
                <a:gd name="T63" fmla="*/ 280 h 396"/>
                <a:gd name="T64" fmla="*/ 126 w 374"/>
                <a:gd name="T65" fmla="*/ 368 h 396"/>
                <a:gd name="T66" fmla="*/ 155 w 374"/>
                <a:gd name="T67" fmla="*/ 393 h 3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74" h="396">
                  <a:moveTo>
                    <a:pt x="184" y="389"/>
                  </a:moveTo>
                  <a:cubicBezTo>
                    <a:pt x="199" y="396"/>
                    <a:pt x="203" y="390"/>
                    <a:pt x="204" y="376"/>
                  </a:cubicBezTo>
                  <a:cubicBezTo>
                    <a:pt x="206" y="361"/>
                    <a:pt x="198" y="354"/>
                    <a:pt x="190" y="349"/>
                  </a:cubicBezTo>
                  <a:cubicBezTo>
                    <a:pt x="182" y="344"/>
                    <a:pt x="179" y="332"/>
                    <a:pt x="179" y="320"/>
                  </a:cubicBezTo>
                  <a:cubicBezTo>
                    <a:pt x="179" y="308"/>
                    <a:pt x="194" y="308"/>
                    <a:pt x="212" y="308"/>
                  </a:cubicBezTo>
                  <a:cubicBezTo>
                    <a:pt x="231" y="308"/>
                    <a:pt x="236" y="300"/>
                    <a:pt x="236" y="292"/>
                  </a:cubicBezTo>
                  <a:cubicBezTo>
                    <a:pt x="236" y="284"/>
                    <a:pt x="232" y="270"/>
                    <a:pt x="248" y="273"/>
                  </a:cubicBezTo>
                  <a:cubicBezTo>
                    <a:pt x="264" y="276"/>
                    <a:pt x="267" y="281"/>
                    <a:pt x="270" y="290"/>
                  </a:cubicBezTo>
                  <a:cubicBezTo>
                    <a:pt x="272" y="300"/>
                    <a:pt x="274" y="302"/>
                    <a:pt x="287" y="309"/>
                  </a:cubicBezTo>
                  <a:cubicBezTo>
                    <a:pt x="300" y="316"/>
                    <a:pt x="302" y="309"/>
                    <a:pt x="308" y="298"/>
                  </a:cubicBezTo>
                  <a:cubicBezTo>
                    <a:pt x="315" y="288"/>
                    <a:pt x="327" y="301"/>
                    <a:pt x="331" y="314"/>
                  </a:cubicBezTo>
                  <a:cubicBezTo>
                    <a:pt x="335" y="328"/>
                    <a:pt x="351" y="314"/>
                    <a:pt x="351" y="302"/>
                  </a:cubicBezTo>
                  <a:cubicBezTo>
                    <a:pt x="351" y="290"/>
                    <a:pt x="352" y="289"/>
                    <a:pt x="363" y="281"/>
                  </a:cubicBezTo>
                  <a:cubicBezTo>
                    <a:pt x="374" y="273"/>
                    <a:pt x="366" y="256"/>
                    <a:pt x="364" y="245"/>
                  </a:cubicBezTo>
                  <a:cubicBezTo>
                    <a:pt x="363" y="234"/>
                    <a:pt x="364" y="232"/>
                    <a:pt x="367" y="206"/>
                  </a:cubicBezTo>
                  <a:cubicBezTo>
                    <a:pt x="370" y="181"/>
                    <a:pt x="358" y="188"/>
                    <a:pt x="343" y="180"/>
                  </a:cubicBezTo>
                  <a:cubicBezTo>
                    <a:pt x="328" y="172"/>
                    <a:pt x="331" y="161"/>
                    <a:pt x="330" y="152"/>
                  </a:cubicBezTo>
                  <a:cubicBezTo>
                    <a:pt x="328" y="142"/>
                    <a:pt x="336" y="126"/>
                    <a:pt x="344" y="122"/>
                  </a:cubicBezTo>
                  <a:cubicBezTo>
                    <a:pt x="352" y="118"/>
                    <a:pt x="364" y="110"/>
                    <a:pt x="366" y="97"/>
                  </a:cubicBezTo>
                  <a:cubicBezTo>
                    <a:pt x="367" y="84"/>
                    <a:pt x="350" y="81"/>
                    <a:pt x="350" y="74"/>
                  </a:cubicBezTo>
                  <a:cubicBezTo>
                    <a:pt x="350" y="68"/>
                    <a:pt x="344" y="61"/>
                    <a:pt x="332" y="61"/>
                  </a:cubicBezTo>
                  <a:cubicBezTo>
                    <a:pt x="320" y="61"/>
                    <a:pt x="316" y="73"/>
                    <a:pt x="299" y="81"/>
                  </a:cubicBezTo>
                  <a:cubicBezTo>
                    <a:pt x="282" y="89"/>
                    <a:pt x="283" y="65"/>
                    <a:pt x="283" y="57"/>
                  </a:cubicBezTo>
                  <a:cubicBezTo>
                    <a:pt x="283" y="49"/>
                    <a:pt x="279" y="38"/>
                    <a:pt x="288" y="33"/>
                  </a:cubicBezTo>
                  <a:cubicBezTo>
                    <a:pt x="293" y="31"/>
                    <a:pt x="292" y="22"/>
                    <a:pt x="291" y="13"/>
                  </a:cubicBezTo>
                  <a:cubicBezTo>
                    <a:pt x="289" y="12"/>
                    <a:pt x="287" y="12"/>
                    <a:pt x="285" y="12"/>
                  </a:cubicBezTo>
                  <a:cubicBezTo>
                    <a:pt x="284" y="12"/>
                    <a:pt x="284" y="12"/>
                    <a:pt x="284" y="12"/>
                  </a:cubicBezTo>
                  <a:cubicBezTo>
                    <a:pt x="282" y="12"/>
                    <a:pt x="280" y="11"/>
                    <a:pt x="278" y="11"/>
                  </a:cubicBezTo>
                  <a:cubicBezTo>
                    <a:pt x="278" y="11"/>
                    <a:pt x="278" y="11"/>
                    <a:pt x="277" y="11"/>
                  </a:cubicBezTo>
                  <a:cubicBezTo>
                    <a:pt x="275" y="11"/>
                    <a:pt x="273" y="10"/>
                    <a:pt x="271" y="10"/>
                  </a:cubicBezTo>
                  <a:cubicBezTo>
                    <a:pt x="270" y="10"/>
                    <a:pt x="270" y="10"/>
                    <a:pt x="270" y="10"/>
                  </a:cubicBezTo>
                  <a:cubicBezTo>
                    <a:pt x="268" y="10"/>
                    <a:pt x="266" y="10"/>
                    <a:pt x="265" y="9"/>
                  </a:cubicBezTo>
                  <a:cubicBezTo>
                    <a:pt x="264" y="9"/>
                    <a:pt x="264" y="9"/>
                    <a:pt x="263" y="9"/>
                  </a:cubicBezTo>
                  <a:cubicBezTo>
                    <a:pt x="261" y="9"/>
                    <a:pt x="259" y="9"/>
                    <a:pt x="257" y="9"/>
                  </a:cubicBezTo>
                  <a:cubicBezTo>
                    <a:pt x="256" y="9"/>
                    <a:pt x="256" y="9"/>
                    <a:pt x="256" y="9"/>
                  </a:cubicBezTo>
                  <a:cubicBezTo>
                    <a:pt x="254" y="8"/>
                    <a:pt x="253" y="8"/>
                    <a:pt x="251" y="8"/>
                  </a:cubicBezTo>
                  <a:cubicBezTo>
                    <a:pt x="250" y="8"/>
                    <a:pt x="250" y="8"/>
                    <a:pt x="250" y="8"/>
                  </a:cubicBezTo>
                  <a:cubicBezTo>
                    <a:pt x="248" y="8"/>
                    <a:pt x="246" y="8"/>
                    <a:pt x="245" y="7"/>
                  </a:cubicBezTo>
                  <a:cubicBezTo>
                    <a:pt x="244" y="7"/>
                    <a:pt x="244" y="7"/>
                    <a:pt x="244" y="7"/>
                  </a:cubicBezTo>
                  <a:cubicBezTo>
                    <a:pt x="242" y="7"/>
                    <a:pt x="241" y="7"/>
                    <a:pt x="240" y="7"/>
                  </a:cubicBezTo>
                  <a:cubicBezTo>
                    <a:pt x="239" y="7"/>
                    <a:pt x="239" y="7"/>
                    <a:pt x="238" y="7"/>
                  </a:cubicBezTo>
                  <a:cubicBezTo>
                    <a:pt x="237" y="7"/>
                    <a:pt x="235" y="7"/>
                    <a:pt x="234" y="7"/>
                  </a:cubicBezTo>
                  <a:cubicBezTo>
                    <a:pt x="234" y="7"/>
                    <a:pt x="234" y="7"/>
                    <a:pt x="233" y="7"/>
                  </a:cubicBezTo>
                  <a:cubicBezTo>
                    <a:pt x="232" y="7"/>
                    <a:pt x="231" y="6"/>
                    <a:pt x="230" y="6"/>
                  </a:cubicBezTo>
                  <a:cubicBezTo>
                    <a:pt x="229" y="6"/>
                    <a:pt x="229" y="6"/>
                    <a:pt x="229" y="6"/>
                  </a:cubicBezTo>
                  <a:cubicBezTo>
                    <a:pt x="228" y="6"/>
                    <a:pt x="227" y="6"/>
                    <a:pt x="226" y="6"/>
                  </a:cubicBezTo>
                  <a:cubicBezTo>
                    <a:pt x="208" y="6"/>
                    <a:pt x="175" y="0"/>
                    <a:pt x="175" y="5"/>
                  </a:cubicBezTo>
                  <a:cubicBezTo>
                    <a:pt x="175" y="6"/>
                    <a:pt x="175" y="6"/>
                    <a:pt x="175" y="7"/>
                  </a:cubicBezTo>
                  <a:cubicBezTo>
                    <a:pt x="175" y="7"/>
                    <a:pt x="175" y="7"/>
                    <a:pt x="174" y="7"/>
                  </a:cubicBezTo>
                  <a:cubicBezTo>
                    <a:pt x="174" y="8"/>
                    <a:pt x="174" y="8"/>
                    <a:pt x="174" y="9"/>
                  </a:cubicBezTo>
                  <a:cubicBezTo>
                    <a:pt x="173" y="9"/>
                    <a:pt x="173" y="9"/>
                    <a:pt x="173" y="10"/>
                  </a:cubicBezTo>
                  <a:cubicBezTo>
                    <a:pt x="172" y="10"/>
                    <a:pt x="172" y="10"/>
                    <a:pt x="172" y="10"/>
                  </a:cubicBezTo>
                  <a:cubicBezTo>
                    <a:pt x="172" y="11"/>
                    <a:pt x="171" y="11"/>
                    <a:pt x="170" y="12"/>
                  </a:cubicBezTo>
                  <a:cubicBezTo>
                    <a:pt x="170" y="12"/>
                    <a:pt x="170" y="12"/>
                    <a:pt x="170" y="12"/>
                  </a:cubicBezTo>
                  <a:cubicBezTo>
                    <a:pt x="169" y="13"/>
                    <a:pt x="167" y="13"/>
                    <a:pt x="166" y="14"/>
                  </a:cubicBezTo>
                  <a:cubicBezTo>
                    <a:pt x="168" y="33"/>
                    <a:pt x="168" y="58"/>
                    <a:pt x="167" y="76"/>
                  </a:cubicBezTo>
                  <a:cubicBezTo>
                    <a:pt x="166" y="102"/>
                    <a:pt x="122" y="93"/>
                    <a:pt x="104" y="93"/>
                  </a:cubicBezTo>
                  <a:cubicBezTo>
                    <a:pt x="93" y="93"/>
                    <a:pt x="71" y="91"/>
                    <a:pt x="55" y="89"/>
                  </a:cubicBezTo>
                  <a:cubicBezTo>
                    <a:pt x="57" y="94"/>
                    <a:pt x="57" y="99"/>
                    <a:pt x="54" y="102"/>
                  </a:cubicBezTo>
                  <a:cubicBezTo>
                    <a:pt x="48" y="111"/>
                    <a:pt x="46" y="119"/>
                    <a:pt x="50" y="130"/>
                  </a:cubicBezTo>
                  <a:cubicBezTo>
                    <a:pt x="54" y="141"/>
                    <a:pt x="41" y="141"/>
                    <a:pt x="40" y="155"/>
                  </a:cubicBezTo>
                  <a:cubicBezTo>
                    <a:pt x="39" y="169"/>
                    <a:pt x="44" y="176"/>
                    <a:pt x="32" y="184"/>
                  </a:cubicBezTo>
                  <a:cubicBezTo>
                    <a:pt x="19" y="191"/>
                    <a:pt x="0" y="191"/>
                    <a:pt x="10" y="215"/>
                  </a:cubicBezTo>
                  <a:cubicBezTo>
                    <a:pt x="20" y="239"/>
                    <a:pt x="39" y="261"/>
                    <a:pt x="50" y="280"/>
                  </a:cubicBezTo>
                  <a:cubicBezTo>
                    <a:pt x="61" y="298"/>
                    <a:pt x="76" y="326"/>
                    <a:pt x="94" y="338"/>
                  </a:cubicBezTo>
                  <a:cubicBezTo>
                    <a:pt x="112" y="349"/>
                    <a:pt x="113" y="349"/>
                    <a:pt x="126" y="368"/>
                  </a:cubicBezTo>
                  <a:cubicBezTo>
                    <a:pt x="131" y="375"/>
                    <a:pt x="142" y="385"/>
                    <a:pt x="153" y="396"/>
                  </a:cubicBezTo>
                  <a:cubicBezTo>
                    <a:pt x="153" y="395"/>
                    <a:pt x="154" y="394"/>
                    <a:pt x="155" y="393"/>
                  </a:cubicBezTo>
                  <a:cubicBezTo>
                    <a:pt x="163" y="381"/>
                    <a:pt x="170" y="382"/>
                    <a:pt x="184" y="389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28" name="Freeform 127"/>
            <p:cNvSpPr>
              <a:spLocks/>
            </p:cNvSpPr>
            <p:nvPr/>
          </p:nvSpPr>
          <p:spPr bwMode="auto">
            <a:xfrm>
              <a:off x="4241800" y="2446338"/>
              <a:ext cx="434975" cy="514350"/>
            </a:xfrm>
            <a:custGeom>
              <a:avLst/>
              <a:gdLst>
                <a:gd name="T0" fmla="*/ 117 w 479"/>
                <a:gd name="T1" fmla="*/ 529 h 565"/>
                <a:gd name="T2" fmla="*/ 118 w 479"/>
                <a:gd name="T3" fmla="*/ 531 h 565"/>
                <a:gd name="T4" fmla="*/ 119 w 479"/>
                <a:gd name="T5" fmla="*/ 533 h 565"/>
                <a:gd name="T6" fmla="*/ 121 w 479"/>
                <a:gd name="T7" fmla="*/ 540 h 565"/>
                <a:gd name="T8" fmla="*/ 123 w 479"/>
                <a:gd name="T9" fmla="*/ 542 h 565"/>
                <a:gd name="T10" fmla="*/ 124 w 479"/>
                <a:gd name="T11" fmla="*/ 542 h 565"/>
                <a:gd name="T12" fmla="*/ 126 w 479"/>
                <a:gd name="T13" fmla="*/ 543 h 565"/>
                <a:gd name="T14" fmla="*/ 128 w 479"/>
                <a:gd name="T15" fmla="*/ 544 h 565"/>
                <a:gd name="T16" fmla="*/ 131 w 479"/>
                <a:gd name="T17" fmla="*/ 545 h 565"/>
                <a:gd name="T18" fmla="*/ 193 w 479"/>
                <a:gd name="T19" fmla="*/ 520 h 565"/>
                <a:gd name="T20" fmla="*/ 231 w 479"/>
                <a:gd name="T21" fmla="*/ 552 h 565"/>
                <a:gd name="T22" fmla="*/ 287 w 479"/>
                <a:gd name="T23" fmla="*/ 537 h 565"/>
                <a:gd name="T24" fmla="*/ 281 w 479"/>
                <a:gd name="T25" fmla="*/ 492 h 565"/>
                <a:gd name="T26" fmla="*/ 326 w 479"/>
                <a:gd name="T27" fmla="*/ 425 h 565"/>
                <a:gd name="T28" fmla="*/ 382 w 479"/>
                <a:gd name="T29" fmla="*/ 284 h 565"/>
                <a:gd name="T30" fmla="*/ 439 w 479"/>
                <a:gd name="T31" fmla="*/ 142 h 565"/>
                <a:gd name="T32" fmla="*/ 479 w 479"/>
                <a:gd name="T33" fmla="*/ 38 h 565"/>
                <a:gd name="T34" fmla="*/ 473 w 479"/>
                <a:gd name="T35" fmla="*/ 18 h 565"/>
                <a:gd name="T36" fmla="*/ 418 w 479"/>
                <a:gd name="T37" fmla="*/ 6 h 565"/>
                <a:gd name="T38" fmla="*/ 347 w 479"/>
                <a:gd name="T39" fmla="*/ 52 h 565"/>
                <a:gd name="T40" fmla="*/ 334 w 479"/>
                <a:gd name="T41" fmla="*/ 80 h 565"/>
                <a:gd name="T42" fmla="*/ 332 w 479"/>
                <a:gd name="T43" fmla="*/ 81 h 565"/>
                <a:gd name="T44" fmla="*/ 330 w 479"/>
                <a:gd name="T45" fmla="*/ 83 h 565"/>
                <a:gd name="T46" fmla="*/ 328 w 479"/>
                <a:gd name="T47" fmla="*/ 85 h 565"/>
                <a:gd name="T48" fmla="*/ 326 w 479"/>
                <a:gd name="T49" fmla="*/ 88 h 565"/>
                <a:gd name="T50" fmla="*/ 323 w 479"/>
                <a:gd name="T51" fmla="*/ 97 h 565"/>
                <a:gd name="T52" fmla="*/ 320 w 479"/>
                <a:gd name="T53" fmla="*/ 113 h 565"/>
                <a:gd name="T54" fmla="*/ 290 w 479"/>
                <a:gd name="T55" fmla="*/ 120 h 565"/>
                <a:gd name="T56" fmla="*/ 167 w 479"/>
                <a:gd name="T57" fmla="*/ 101 h 565"/>
                <a:gd name="T58" fmla="*/ 162 w 479"/>
                <a:gd name="T59" fmla="*/ 100 h 565"/>
                <a:gd name="T60" fmla="*/ 156 w 479"/>
                <a:gd name="T61" fmla="*/ 99 h 565"/>
                <a:gd name="T62" fmla="*/ 151 w 479"/>
                <a:gd name="T63" fmla="*/ 98 h 565"/>
                <a:gd name="T64" fmla="*/ 144 w 479"/>
                <a:gd name="T65" fmla="*/ 98 h 565"/>
                <a:gd name="T66" fmla="*/ 135 w 479"/>
                <a:gd name="T67" fmla="*/ 117 h 565"/>
                <a:gd name="T68" fmla="*/ 146 w 479"/>
                <a:gd name="T69" fmla="*/ 165 h 565"/>
                <a:gd name="T70" fmla="*/ 197 w 479"/>
                <a:gd name="T71" fmla="*/ 158 h 565"/>
                <a:gd name="T72" fmla="*/ 191 w 479"/>
                <a:gd name="T73" fmla="*/ 206 h 565"/>
                <a:gd name="T74" fmla="*/ 190 w 479"/>
                <a:gd name="T75" fmla="*/ 264 h 565"/>
                <a:gd name="T76" fmla="*/ 211 w 479"/>
                <a:gd name="T77" fmla="*/ 329 h 565"/>
                <a:gd name="T78" fmla="*/ 198 w 479"/>
                <a:gd name="T79" fmla="*/ 386 h 565"/>
                <a:gd name="T80" fmla="*/ 155 w 479"/>
                <a:gd name="T81" fmla="*/ 382 h 565"/>
                <a:gd name="T82" fmla="*/ 117 w 479"/>
                <a:gd name="T83" fmla="*/ 374 h 565"/>
                <a:gd name="T84" fmla="*/ 83 w 479"/>
                <a:gd name="T85" fmla="*/ 376 h 565"/>
                <a:gd name="T86" fmla="*/ 26 w 479"/>
                <a:gd name="T87" fmla="*/ 404 h 565"/>
                <a:gd name="T88" fmla="*/ 51 w 479"/>
                <a:gd name="T89" fmla="*/ 460 h 565"/>
                <a:gd name="T90" fmla="*/ 2 w 479"/>
                <a:gd name="T91" fmla="*/ 477 h 565"/>
                <a:gd name="T92" fmla="*/ 39 w 479"/>
                <a:gd name="T93" fmla="*/ 523 h 565"/>
                <a:gd name="T94" fmla="*/ 81 w 479"/>
                <a:gd name="T95" fmla="*/ 542 h 5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479" h="565">
                  <a:moveTo>
                    <a:pt x="115" y="528"/>
                  </a:moveTo>
                  <a:cubicBezTo>
                    <a:pt x="116" y="528"/>
                    <a:pt x="116" y="529"/>
                    <a:pt x="117" y="529"/>
                  </a:cubicBezTo>
                  <a:cubicBezTo>
                    <a:pt x="117" y="530"/>
                    <a:pt x="117" y="530"/>
                    <a:pt x="117" y="530"/>
                  </a:cubicBezTo>
                  <a:cubicBezTo>
                    <a:pt x="118" y="530"/>
                    <a:pt x="118" y="531"/>
                    <a:pt x="118" y="531"/>
                  </a:cubicBezTo>
                  <a:cubicBezTo>
                    <a:pt x="118" y="532"/>
                    <a:pt x="119" y="532"/>
                    <a:pt x="119" y="533"/>
                  </a:cubicBezTo>
                  <a:cubicBezTo>
                    <a:pt x="119" y="533"/>
                    <a:pt x="119" y="533"/>
                    <a:pt x="119" y="533"/>
                  </a:cubicBezTo>
                  <a:cubicBezTo>
                    <a:pt x="119" y="533"/>
                    <a:pt x="119" y="533"/>
                    <a:pt x="119" y="533"/>
                  </a:cubicBezTo>
                  <a:cubicBezTo>
                    <a:pt x="121" y="537"/>
                    <a:pt x="120" y="539"/>
                    <a:pt x="121" y="540"/>
                  </a:cubicBezTo>
                  <a:cubicBezTo>
                    <a:pt x="121" y="540"/>
                    <a:pt x="121" y="540"/>
                    <a:pt x="121" y="540"/>
                  </a:cubicBezTo>
                  <a:cubicBezTo>
                    <a:pt x="122" y="541"/>
                    <a:pt x="122" y="541"/>
                    <a:pt x="123" y="542"/>
                  </a:cubicBezTo>
                  <a:cubicBezTo>
                    <a:pt x="123" y="542"/>
                    <a:pt x="123" y="542"/>
                    <a:pt x="123" y="542"/>
                  </a:cubicBezTo>
                  <a:cubicBezTo>
                    <a:pt x="124" y="542"/>
                    <a:pt x="124" y="542"/>
                    <a:pt x="124" y="542"/>
                  </a:cubicBezTo>
                  <a:cubicBezTo>
                    <a:pt x="124" y="542"/>
                    <a:pt x="124" y="543"/>
                    <a:pt x="125" y="543"/>
                  </a:cubicBezTo>
                  <a:cubicBezTo>
                    <a:pt x="125" y="543"/>
                    <a:pt x="125" y="543"/>
                    <a:pt x="126" y="543"/>
                  </a:cubicBezTo>
                  <a:cubicBezTo>
                    <a:pt x="126" y="543"/>
                    <a:pt x="126" y="543"/>
                    <a:pt x="126" y="543"/>
                  </a:cubicBezTo>
                  <a:cubicBezTo>
                    <a:pt x="127" y="544"/>
                    <a:pt x="127" y="544"/>
                    <a:pt x="128" y="544"/>
                  </a:cubicBezTo>
                  <a:cubicBezTo>
                    <a:pt x="128" y="544"/>
                    <a:pt x="128" y="544"/>
                    <a:pt x="129" y="544"/>
                  </a:cubicBezTo>
                  <a:cubicBezTo>
                    <a:pt x="129" y="544"/>
                    <a:pt x="130" y="545"/>
                    <a:pt x="131" y="545"/>
                  </a:cubicBezTo>
                  <a:cubicBezTo>
                    <a:pt x="149" y="550"/>
                    <a:pt x="139" y="558"/>
                    <a:pt x="159" y="541"/>
                  </a:cubicBezTo>
                  <a:cubicBezTo>
                    <a:pt x="179" y="524"/>
                    <a:pt x="171" y="516"/>
                    <a:pt x="193" y="520"/>
                  </a:cubicBezTo>
                  <a:cubicBezTo>
                    <a:pt x="214" y="524"/>
                    <a:pt x="214" y="528"/>
                    <a:pt x="214" y="540"/>
                  </a:cubicBezTo>
                  <a:cubicBezTo>
                    <a:pt x="214" y="552"/>
                    <a:pt x="219" y="565"/>
                    <a:pt x="231" y="552"/>
                  </a:cubicBezTo>
                  <a:cubicBezTo>
                    <a:pt x="243" y="538"/>
                    <a:pt x="231" y="528"/>
                    <a:pt x="251" y="532"/>
                  </a:cubicBezTo>
                  <a:cubicBezTo>
                    <a:pt x="271" y="536"/>
                    <a:pt x="286" y="546"/>
                    <a:pt x="287" y="537"/>
                  </a:cubicBezTo>
                  <a:cubicBezTo>
                    <a:pt x="289" y="528"/>
                    <a:pt x="289" y="522"/>
                    <a:pt x="282" y="516"/>
                  </a:cubicBezTo>
                  <a:cubicBezTo>
                    <a:pt x="275" y="509"/>
                    <a:pt x="262" y="494"/>
                    <a:pt x="281" y="492"/>
                  </a:cubicBezTo>
                  <a:cubicBezTo>
                    <a:pt x="299" y="489"/>
                    <a:pt x="306" y="493"/>
                    <a:pt x="317" y="476"/>
                  </a:cubicBezTo>
                  <a:cubicBezTo>
                    <a:pt x="327" y="458"/>
                    <a:pt x="326" y="445"/>
                    <a:pt x="326" y="425"/>
                  </a:cubicBezTo>
                  <a:cubicBezTo>
                    <a:pt x="326" y="405"/>
                    <a:pt x="317" y="366"/>
                    <a:pt x="337" y="349"/>
                  </a:cubicBezTo>
                  <a:cubicBezTo>
                    <a:pt x="357" y="332"/>
                    <a:pt x="377" y="308"/>
                    <a:pt x="382" y="284"/>
                  </a:cubicBezTo>
                  <a:cubicBezTo>
                    <a:pt x="387" y="260"/>
                    <a:pt x="395" y="248"/>
                    <a:pt x="409" y="224"/>
                  </a:cubicBezTo>
                  <a:cubicBezTo>
                    <a:pt x="422" y="200"/>
                    <a:pt x="438" y="172"/>
                    <a:pt x="439" y="142"/>
                  </a:cubicBezTo>
                  <a:cubicBezTo>
                    <a:pt x="441" y="113"/>
                    <a:pt x="434" y="98"/>
                    <a:pt x="455" y="80"/>
                  </a:cubicBezTo>
                  <a:cubicBezTo>
                    <a:pt x="477" y="61"/>
                    <a:pt x="479" y="50"/>
                    <a:pt x="479" y="38"/>
                  </a:cubicBezTo>
                  <a:cubicBezTo>
                    <a:pt x="479" y="32"/>
                    <a:pt x="479" y="24"/>
                    <a:pt x="477" y="16"/>
                  </a:cubicBezTo>
                  <a:cubicBezTo>
                    <a:pt x="476" y="17"/>
                    <a:pt x="475" y="18"/>
                    <a:pt x="473" y="18"/>
                  </a:cubicBezTo>
                  <a:cubicBezTo>
                    <a:pt x="472" y="18"/>
                    <a:pt x="472" y="18"/>
                    <a:pt x="471" y="18"/>
                  </a:cubicBezTo>
                  <a:cubicBezTo>
                    <a:pt x="462" y="18"/>
                    <a:pt x="434" y="13"/>
                    <a:pt x="418" y="6"/>
                  </a:cubicBezTo>
                  <a:cubicBezTo>
                    <a:pt x="402" y="0"/>
                    <a:pt x="402" y="12"/>
                    <a:pt x="371" y="10"/>
                  </a:cubicBezTo>
                  <a:cubicBezTo>
                    <a:pt x="341" y="9"/>
                    <a:pt x="351" y="37"/>
                    <a:pt x="347" y="52"/>
                  </a:cubicBezTo>
                  <a:cubicBezTo>
                    <a:pt x="343" y="66"/>
                    <a:pt x="350" y="73"/>
                    <a:pt x="337" y="78"/>
                  </a:cubicBezTo>
                  <a:cubicBezTo>
                    <a:pt x="336" y="79"/>
                    <a:pt x="335" y="79"/>
                    <a:pt x="334" y="80"/>
                  </a:cubicBezTo>
                  <a:cubicBezTo>
                    <a:pt x="334" y="80"/>
                    <a:pt x="334" y="80"/>
                    <a:pt x="333" y="80"/>
                  </a:cubicBezTo>
                  <a:cubicBezTo>
                    <a:pt x="332" y="81"/>
                    <a:pt x="332" y="81"/>
                    <a:pt x="332" y="81"/>
                  </a:cubicBezTo>
                  <a:cubicBezTo>
                    <a:pt x="331" y="82"/>
                    <a:pt x="331" y="82"/>
                    <a:pt x="331" y="82"/>
                  </a:cubicBezTo>
                  <a:cubicBezTo>
                    <a:pt x="330" y="83"/>
                    <a:pt x="330" y="83"/>
                    <a:pt x="330" y="83"/>
                  </a:cubicBezTo>
                  <a:cubicBezTo>
                    <a:pt x="330" y="83"/>
                    <a:pt x="329" y="83"/>
                    <a:pt x="329" y="84"/>
                  </a:cubicBezTo>
                  <a:cubicBezTo>
                    <a:pt x="328" y="85"/>
                    <a:pt x="328" y="85"/>
                    <a:pt x="328" y="85"/>
                  </a:cubicBezTo>
                  <a:cubicBezTo>
                    <a:pt x="328" y="86"/>
                    <a:pt x="328" y="86"/>
                    <a:pt x="328" y="86"/>
                  </a:cubicBezTo>
                  <a:cubicBezTo>
                    <a:pt x="327" y="86"/>
                    <a:pt x="327" y="87"/>
                    <a:pt x="326" y="88"/>
                  </a:cubicBezTo>
                  <a:cubicBezTo>
                    <a:pt x="326" y="88"/>
                    <a:pt x="326" y="88"/>
                    <a:pt x="326" y="88"/>
                  </a:cubicBezTo>
                  <a:cubicBezTo>
                    <a:pt x="325" y="91"/>
                    <a:pt x="324" y="94"/>
                    <a:pt x="323" y="97"/>
                  </a:cubicBezTo>
                  <a:cubicBezTo>
                    <a:pt x="323" y="97"/>
                    <a:pt x="323" y="97"/>
                    <a:pt x="323" y="97"/>
                  </a:cubicBezTo>
                  <a:cubicBezTo>
                    <a:pt x="322" y="102"/>
                    <a:pt x="321" y="107"/>
                    <a:pt x="320" y="113"/>
                  </a:cubicBezTo>
                  <a:cubicBezTo>
                    <a:pt x="320" y="114"/>
                    <a:pt x="320" y="116"/>
                    <a:pt x="319" y="117"/>
                  </a:cubicBezTo>
                  <a:cubicBezTo>
                    <a:pt x="317" y="134"/>
                    <a:pt x="299" y="132"/>
                    <a:pt x="290" y="120"/>
                  </a:cubicBezTo>
                  <a:cubicBezTo>
                    <a:pt x="281" y="108"/>
                    <a:pt x="258" y="118"/>
                    <a:pt x="239" y="105"/>
                  </a:cubicBezTo>
                  <a:cubicBezTo>
                    <a:pt x="221" y="92"/>
                    <a:pt x="191" y="105"/>
                    <a:pt x="167" y="101"/>
                  </a:cubicBezTo>
                  <a:cubicBezTo>
                    <a:pt x="166" y="101"/>
                    <a:pt x="165" y="101"/>
                    <a:pt x="163" y="100"/>
                  </a:cubicBezTo>
                  <a:cubicBezTo>
                    <a:pt x="162" y="100"/>
                    <a:pt x="162" y="100"/>
                    <a:pt x="162" y="100"/>
                  </a:cubicBezTo>
                  <a:cubicBezTo>
                    <a:pt x="160" y="100"/>
                    <a:pt x="159" y="100"/>
                    <a:pt x="157" y="99"/>
                  </a:cubicBezTo>
                  <a:cubicBezTo>
                    <a:pt x="157" y="99"/>
                    <a:pt x="157" y="99"/>
                    <a:pt x="156" y="99"/>
                  </a:cubicBezTo>
                  <a:cubicBezTo>
                    <a:pt x="155" y="99"/>
                    <a:pt x="153" y="99"/>
                    <a:pt x="152" y="99"/>
                  </a:cubicBezTo>
                  <a:cubicBezTo>
                    <a:pt x="151" y="99"/>
                    <a:pt x="151" y="99"/>
                    <a:pt x="151" y="98"/>
                  </a:cubicBezTo>
                  <a:cubicBezTo>
                    <a:pt x="149" y="98"/>
                    <a:pt x="147" y="98"/>
                    <a:pt x="145" y="98"/>
                  </a:cubicBezTo>
                  <a:cubicBezTo>
                    <a:pt x="145" y="98"/>
                    <a:pt x="145" y="98"/>
                    <a:pt x="144" y="98"/>
                  </a:cubicBezTo>
                  <a:cubicBezTo>
                    <a:pt x="142" y="97"/>
                    <a:pt x="140" y="97"/>
                    <a:pt x="138" y="97"/>
                  </a:cubicBezTo>
                  <a:cubicBezTo>
                    <a:pt x="139" y="106"/>
                    <a:pt x="140" y="115"/>
                    <a:pt x="135" y="117"/>
                  </a:cubicBezTo>
                  <a:cubicBezTo>
                    <a:pt x="126" y="122"/>
                    <a:pt x="130" y="133"/>
                    <a:pt x="130" y="141"/>
                  </a:cubicBezTo>
                  <a:cubicBezTo>
                    <a:pt x="130" y="149"/>
                    <a:pt x="129" y="173"/>
                    <a:pt x="146" y="165"/>
                  </a:cubicBezTo>
                  <a:cubicBezTo>
                    <a:pt x="163" y="157"/>
                    <a:pt x="167" y="145"/>
                    <a:pt x="179" y="145"/>
                  </a:cubicBezTo>
                  <a:cubicBezTo>
                    <a:pt x="191" y="145"/>
                    <a:pt x="197" y="152"/>
                    <a:pt x="197" y="158"/>
                  </a:cubicBezTo>
                  <a:cubicBezTo>
                    <a:pt x="197" y="165"/>
                    <a:pt x="214" y="168"/>
                    <a:pt x="213" y="181"/>
                  </a:cubicBezTo>
                  <a:cubicBezTo>
                    <a:pt x="211" y="194"/>
                    <a:pt x="199" y="202"/>
                    <a:pt x="191" y="206"/>
                  </a:cubicBezTo>
                  <a:cubicBezTo>
                    <a:pt x="183" y="210"/>
                    <a:pt x="175" y="226"/>
                    <a:pt x="177" y="236"/>
                  </a:cubicBezTo>
                  <a:cubicBezTo>
                    <a:pt x="178" y="245"/>
                    <a:pt x="175" y="256"/>
                    <a:pt x="190" y="264"/>
                  </a:cubicBezTo>
                  <a:cubicBezTo>
                    <a:pt x="205" y="272"/>
                    <a:pt x="217" y="265"/>
                    <a:pt x="214" y="290"/>
                  </a:cubicBezTo>
                  <a:cubicBezTo>
                    <a:pt x="211" y="316"/>
                    <a:pt x="210" y="318"/>
                    <a:pt x="211" y="329"/>
                  </a:cubicBezTo>
                  <a:cubicBezTo>
                    <a:pt x="213" y="340"/>
                    <a:pt x="221" y="357"/>
                    <a:pt x="210" y="365"/>
                  </a:cubicBezTo>
                  <a:cubicBezTo>
                    <a:pt x="199" y="373"/>
                    <a:pt x="198" y="374"/>
                    <a:pt x="198" y="386"/>
                  </a:cubicBezTo>
                  <a:cubicBezTo>
                    <a:pt x="198" y="398"/>
                    <a:pt x="182" y="412"/>
                    <a:pt x="178" y="398"/>
                  </a:cubicBezTo>
                  <a:cubicBezTo>
                    <a:pt x="174" y="385"/>
                    <a:pt x="162" y="372"/>
                    <a:pt x="155" y="382"/>
                  </a:cubicBezTo>
                  <a:cubicBezTo>
                    <a:pt x="149" y="393"/>
                    <a:pt x="147" y="400"/>
                    <a:pt x="134" y="393"/>
                  </a:cubicBezTo>
                  <a:cubicBezTo>
                    <a:pt x="121" y="386"/>
                    <a:pt x="119" y="384"/>
                    <a:pt x="117" y="374"/>
                  </a:cubicBezTo>
                  <a:cubicBezTo>
                    <a:pt x="114" y="365"/>
                    <a:pt x="111" y="360"/>
                    <a:pt x="95" y="357"/>
                  </a:cubicBezTo>
                  <a:cubicBezTo>
                    <a:pt x="79" y="354"/>
                    <a:pt x="83" y="368"/>
                    <a:pt x="83" y="376"/>
                  </a:cubicBezTo>
                  <a:cubicBezTo>
                    <a:pt x="83" y="384"/>
                    <a:pt x="78" y="392"/>
                    <a:pt x="59" y="392"/>
                  </a:cubicBezTo>
                  <a:cubicBezTo>
                    <a:pt x="41" y="392"/>
                    <a:pt x="26" y="392"/>
                    <a:pt x="26" y="404"/>
                  </a:cubicBezTo>
                  <a:cubicBezTo>
                    <a:pt x="26" y="416"/>
                    <a:pt x="29" y="428"/>
                    <a:pt x="37" y="433"/>
                  </a:cubicBezTo>
                  <a:cubicBezTo>
                    <a:pt x="45" y="438"/>
                    <a:pt x="53" y="445"/>
                    <a:pt x="51" y="460"/>
                  </a:cubicBezTo>
                  <a:cubicBezTo>
                    <a:pt x="50" y="474"/>
                    <a:pt x="46" y="480"/>
                    <a:pt x="31" y="473"/>
                  </a:cubicBezTo>
                  <a:cubicBezTo>
                    <a:pt x="17" y="466"/>
                    <a:pt x="10" y="465"/>
                    <a:pt x="2" y="477"/>
                  </a:cubicBezTo>
                  <a:cubicBezTo>
                    <a:pt x="1" y="478"/>
                    <a:pt x="0" y="479"/>
                    <a:pt x="0" y="480"/>
                  </a:cubicBezTo>
                  <a:cubicBezTo>
                    <a:pt x="15" y="496"/>
                    <a:pt x="32" y="512"/>
                    <a:pt x="39" y="523"/>
                  </a:cubicBezTo>
                  <a:cubicBezTo>
                    <a:pt x="49" y="539"/>
                    <a:pt x="49" y="548"/>
                    <a:pt x="56" y="559"/>
                  </a:cubicBezTo>
                  <a:cubicBezTo>
                    <a:pt x="64" y="554"/>
                    <a:pt x="74" y="547"/>
                    <a:pt x="81" y="542"/>
                  </a:cubicBezTo>
                  <a:cubicBezTo>
                    <a:pt x="95" y="532"/>
                    <a:pt x="105" y="516"/>
                    <a:pt x="115" y="528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29" name="Freeform 128"/>
            <p:cNvSpPr>
              <a:spLocks/>
            </p:cNvSpPr>
            <p:nvPr/>
          </p:nvSpPr>
          <p:spPr bwMode="auto">
            <a:xfrm>
              <a:off x="5268913" y="2797176"/>
              <a:ext cx="117475" cy="127000"/>
            </a:xfrm>
            <a:custGeom>
              <a:avLst/>
              <a:gdLst>
                <a:gd name="T0" fmla="*/ 98 w 128"/>
                <a:gd name="T1" fmla="*/ 6 h 140"/>
                <a:gd name="T2" fmla="*/ 79 w 128"/>
                <a:gd name="T3" fmla="*/ 11 h 140"/>
                <a:gd name="T4" fmla="*/ 62 w 128"/>
                <a:gd name="T5" fmla="*/ 26 h 140"/>
                <a:gd name="T6" fmla="*/ 47 w 128"/>
                <a:gd name="T7" fmla="*/ 37 h 140"/>
                <a:gd name="T8" fmla="*/ 29 w 128"/>
                <a:gd name="T9" fmla="*/ 31 h 140"/>
                <a:gd name="T10" fmla="*/ 11 w 128"/>
                <a:gd name="T11" fmla="*/ 27 h 140"/>
                <a:gd name="T12" fmla="*/ 0 w 128"/>
                <a:gd name="T13" fmla="*/ 32 h 140"/>
                <a:gd name="T14" fmla="*/ 2 w 128"/>
                <a:gd name="T15" fmla="*/ 33 h 140"/>
                <a:gd name="T16" fmla="*/ 17 w 128"/>
                <a:gd name="T17" fmla="*/ 56 h 140"/>
                <a:gd name="T18" fmla="*/ 23 w 128"/>
                <a:gd name="T19" fmla="*/ 115 h 140"/>
                <a:gd name="T20" fmla="*/ 27 w 128"/>
                <a:gd name="T21" fmla="*/ 119 h 140"/>
                <a:gd name="T22" fmla="*/ 26 w 128"/>
                <a:gd name="T23" fmla="*/ 113 h 140"/>
                <a:gd name="T24" fmla="*/ 39 w 128"/>
                <a:gd name="T25" fmla="*/ 112 h 140"/>
                <a:gd name="T26" fmla="*/ 51 w 128"/>
                <a:gd name="T27" fmla="*/ 129 h 140"/>
                <a:gd name="T28" fmla="*/ 54 w 128"/>
                <a:gd name="T29" fmla="*/ 140 h 140"/>
                <a:gd name="T30" fmla="*/ 58 w 128"/>
                <a:gd name="T31" fmla="*/ 138 h 140"/>
                <a:gd name="T32" fmla="*/ 82 w 128"/>
                <a:gd name="T33" fmla="*/ 118 h 140"/>
                <a:gd name="T34" fmla="*/ 103 w 128"/>
                <a:gd name="T35" fmla="*/ 81 h 140"/>
                <a:gd name="T36" fmla="*/ 120 w 128"/>
                <a:gd name="T37" fmla="*/ 65 h 140"/>
                <a:gd name="T38" fmla="*/ 128 w 128"/>
                <a:gd name="T39" fmla="*/ 48 h 140"/>
                <a:gd name="T40" fmla="*/ 108 w 128"/>
                <a:gd name="T41" fmla="*/ 43 h 140"/>
                <a:gd name="T42" fmla="*/ 98 w 128"/>
                <a:gd name="T43" fmla="*/ 28 h 140"/>
                <a:gd name="T44" fmla="*/ 98 w 128"/>
                <a:gd name="T45" fmla="*/ 26 h 140"/>
                <a:gd name="T46" fmla="*/ 99 w 128"/>
                <a:gd name="T47" fmla="*/ 25 h 140"/>
                <a:gd name="T48" fmla="*/ 99 w 128"/>
                <a:gd name="T49" fmla="*/ 24 h 140"/>
                <a:gd name="T50" fmla="*/ 100 w 128"/>
                <a:gd name="T51" fmla="*/ 23 h 140"/>
                <a:gd name="T52" fmla="*/ 100 w 128"/>
                <a:gd name="T53" fmla="*/ 22 h 140"/>
                <a:gd name="T54" fmla="*/ 101 w 128"/>
                <a:gd name="T55" fmla="*/ 21 h 140"/>
                <a:gd name="T56" fmla="*/ 102 w 128"/>
                <a:gd name="T57" fmla="*/ 20 h 140"/>
                <a:gd name="T58" fmla="*/ 103 w 128"/>
                <a:gd name="T59" fmla="*/ 20 h 140"/>
                <a:gd name="T60" fmla="*/ 104 w 128"/>
                <a:gd name="T61" fmla="*/ 19 h 140"/>
                <a:gd name="T62" fmla="*/ 105 w 128"/>
                <a:gd name="T63" fmla="*/ 18 h 140"/>
                <a:gd name="T64" fmla="*/ 106 w 128"/>
                <a:gd name="T65" fmla="*/ 18 h 140"/>
                <a:gd name="T66" fmla="*/ 110 w 128"/>
                <a:gd name="T67" fmla="*/ 17 h 140"/>
                <a:gd name="T68" fmla="*/ 110 w 128"/>
                <a:gd name="T69" fmla="*/ 17 h 140"/>
                <a:gd name="T70" fmla="*/ 98 w 128"/>
                <a:gd name="T71" fmla="*/ 6 h 1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28" h="140">
                  <a:moveTo>
                    <a:pt x="98" y="6"/>
                  </a:moveTo>
                  <a:cubicBezTo>
                    <a:pt x="91" y="0"/>
                    <a:pt x="87" y="11"/>
                    <a:pt x="79" y="11"/>
                  </a:cubicBezTo>
                  <a:cubicBezTo>
                    <a:pt x="71" y="11"/>
                    <a:pt x="64" y="16"/>
                    <a:pt x="62" y="26"/>
                  </a:cubicBezTo>
                  <a:cubicBezTo>
                    <a:pt x="60" y="36"/>
                    <a:pt x="57" y="37"/>
                    <a:pt x="47" y="37"/>
                  </a:cubicBezTo>
                  <a:cubicBezTo>
                    <a:pt x="37" y="37"/>
                    <a:pt x="31" y="37"/>
                    <a:pt x="29" y="31"/>
                  </a:cubicBezTo>
                  <a:cubicBezTo>
                    <a:pt x="28" y="26"/>
                    <a:pt x="23" y="27"/>
                    <a:pt x="11" y="27"/>
                  </a:cubicBezTo>
                  <a:cubicBezTo>
                    <a:pt x="5" y="27"/>
                    <a:pt x="2" y="30"/>
                    <a:pt x="0" y="32"/>
                  </a:cubicBezTo>
                  <a:cubicBezTo>
                    <a:pt x="1" y="33"/>
                    <a:pt x="1" y="33"/>
                    <a:pt x="2" y="33"/>
                  </a:cubicBezTo>
                  <a:cubicBezTo>
                    <a:pt x="10" y="36"/>
                    <a:pt x="17" y="43"/>
                    <a:pt x="17" y="56"/>
                  </a:cubicBezTo>
                  <a:cubicBezTo>
                    <a:pt x="17" y="69"/>
                    <a:pt x="15" y="103"/>
                    <a:pt x="23" y="115"/>
                  </a:cubicBezTo>
                  <a:cubicBezTo>
                    <a:pt x="24" y="116"/>
                    <a:pt x="26" y="118"/>
                    <a:pt x="27" y="119"/>
                  </a:cubicBezTo>
                  <a:cubicBezTo>
                    <a:pt x="26" y="117"/>
                    <a:pt x="26" y="115"/>
                    <a:pt x="26" y="113"/>
                  </a:cubicBezTo>
                  <a:cubicBezTo>
                    <a:pt x="26" y="103"/>
                    <a:pt x="31" y="103"/>
                    <a:pt x="39" y="112"/>
                  </a:cubicBezTo>
                  <a:cubicBezTo>
                    <a:pt x="47" y="122"/>
                    <a:pt x="49" y="120"/>
                    <a:pt x="51" y="129"/>
                  </a:cubicBezTo>
                  <a:cubicBezTo>
                    <a:pt x="51" y="134"/>
                    <a:pt x="52" y="137"/>
                    <a:pt x="54" y="140"/>
                  </a:cubicBezTo>
                  <a:cubicBezTo>
                    <a:pt x="56" y="139"/>
                    <a:pt x="57" y="139"/>
                    <a:pt x="58" y="138"/>
                  </a:cubicBezTo>
                  <a:cubicBezTo>
                    <a:pt x="64" y="135"/>
                    <a:pt x="73" y="125"/>
                    <a:pt x="82" y="118"/>
                  </a:cubicBezTo>
                  <a:cubicBezTo>
                    <a:pt x="91" y="111"/>
                    <a:pt x="99" y="93"/>
                    <a:pt x="103" y="81"/>
                  </a:cubicBezTo>
                  <a:cubicBezTo>
                    <a:pt x="108" y="69"/>
                    <a:pt x="112" y="68"/>
                    <a:pt x="120" y="65"/>
                  </a:cubicBezTo>
                  <a:cubicBezTo>
                    <a:pt x="128" y="63"/>
                    <a:pt x="128" y="55"/>
                    <a:pt x="128" y="48"/>
                  </a:cubicBezTo>
                  <a:cubicBezTo>
                    <a:pt x="128" y="41"/>
                    <a:pt x="117" y="43"/>
                    <a:pt x="108" y="43"/>
                  </a:cubicBezTo>
                  <a:cubicBezTo>
                    <a:pt x="99" y="43"/>
                    <a:pt x="98" y="34"/>
                    <a:pt x="98" y="28"/>
                  </a:cubicBezTo>
                  <a:cubicBezTo>
                    <a:pt x="98" y="27"/>
                    <a:pt x="98" y="27"/>
                    <a:pt x="98" y="26"/>
                  </a:cubicBezTo>
                  <a:cubicBezTo>
                    <a:pt x="98" y="26"/>
                    <a:pt x="98" y="25"/>
                    <a:pt x="99" y="25"/>
                  </a:cubicBezTo>
                  <a:cubicBezTo>
                    <a:pt x="99" y="24"/>
                    <a:pt x="99" y="24"/>
                    <a:pt x="99" y="24"/>
                  </a:cubicBezTo>
                  <a:cubicBezTo>
                    <a:pt x="99" y="24"/>
                    <a:pt x="99" y="23"/>
                    <a:pt x="100" y="23"/>
                  </a:cubicBezTo>
                  <a:cubicBezTo>
                    <a:pt x="100" y="22"/>
                    <a:pt x="100" y="22"/>
                    <a:pt x="100" y="22"/>
                  </a:cubicBezTo>
                  <a:cubicBezTo>
                    <a:pt x="101" y="22"/>
                    <a:pt x="101" y="22"/>
                    <a:pt x="101" y="21"/>
                  </a:cubicBezTo>
                  <a:cubicBezTo>
                    <a:pt x="101" y="21"/>
                    <a:pt x="102" y="21"/>
                    <a:pt x="102" y="20"/>
                  </a:cubicBezTo>
                  <a:cubicBezTo>
                    <a:pt x="103" y="20"/>
                    <a:pt x="103" y="20"/>
                    <a:pt x="103" y="20"/>
                  </a:cubicBezTo>
                  <a:cubicBezTo>
                    <a:pt x="103" y="19"/>
                    <a:pt x="104" y="19"/>
                    <a:pt x="104" y="19"/>
                  </a:cubicBezTo>
                  <a:cubicBezTo>
                    <a:pt x="104" y="19"/>
                    <a:pt x="105" y="19"/>
                    <a:pt x="105" y="18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7" y="18"/>
                    <a:pt x="109" y="17"/>
                    <a:pt x="110" y="17"/>
                  </a:cubicBezTo>
                  <a:cubicBezTo>
                    <a:pt x="110" y="17"/>
                    <a:pt x="110" y="17"/>
                    <a:pt x="110" y="17"/>
                  </a:cubicBezTo>
                  <a:cubicBezTo>
                    <a:pt x="106" y="14"/>
                    <a:pt x="102" y="9"/>
                    <a:pt x="98" y="6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30" name="Freeform 129"/>
            <p:cNvSpPr>
              <a:spLocks/>
            </p:cNvSpPr>
            <p:nvPr/>
          </p:nvSpPr>
          <p:spPr bwMode="auto">
            <a:xfrm>
              <a:off x="5267325" y="2727326"/>
              <a:ext cx="122238" cy="103188"/>
            </a:xfrm>
            <a:custGeom>
              <a:avLst/>
              <a:gdLst>
                <a:gd name="T0" fmla="*/ 105 w 135"/>
                <a:gd name="T1" fmla="*/ 2 h 113"/>
                <a:gd name="T2" fmla="*/ 103 w 135"/>
                <a:gd name="T3" fmla="*/ 2 h 113"/>
                <a:gd name="T4" fmla="*/ 100 w 135"/>
                <a:gd name="T5" fmla="*/ 3 h 113"/>
                <a:gd name="T6" fmla="*/ 80 w 135"/>
                <a:gd name="T7" fmla="*/ 24 h 113"/>
                <a:gd name="T8" fmla="*/ 57 w 135"/>
                <a:gd name="T9" fmla="*/ 20 h 113"/>
                <a:gd name="T10" fmla="*/ 45 w 135"/>
                <a:gd name="T11" fmla="*/ 14 h 113"/>
                <a:gd name="T12" fmla="*/ 44 w 135"/>
                <a:gd name="T13" fmla="*/ 17 h 113"/>
                <a:gd name="T14" fmla="*/ 42 w 135"/>
                <a:gd name="T15" fmla="*/ 24 h 113"/>
                <a:gd name="T16" fmla="*/ 41 w 135"/>
                <a:gd name="T17" fmla="*/ 26 h 113"/>
                <a:gd name="T18" fmla="*/ 38 w 135"/>
                <a:gd name="T19" fmla="*/ 31 h 113"/>
                <a:gd name="T20" fmla="*/ 35 w 135"/>
                <a:gd name="T21" fmla="*/ 32 h 113"/>
                <a:gd name="T22" fmla="*/ 21 w 135"/>
                <a:gd name="T23" fmla="*/ 59 h 113"/>
                <a:gd name="T24" fmla="*/ 9 w 135"/>
                <a:gd name="T25" fmla="*/ 80 h 113"/>
                <a:gd name="T26" fmla="*/ 7 w 135"/>
                <a:gd name="T27" fmla="*/ 81 h 113"/>
                <a:gd name="T28" fmla="*/ 6 w 135"/>
                <a:gd name="T29" fmla="*/ 83 h 113"/>
                <a:gd name="T30" fmla="*/ 4 w 135"/>
                <a:gd name="T31" fmla="*/ 85 h 113"/>
                <a:gd name="T32" fmla="*/ 3 w 135"/>
                <a:gd name="T33" fmla="*/ 87 h 113"/>
                <a:gd name="T34" fmla="*/ 2 w 135"/>
                <a:gd name="T35" fmla="*/ 90 h 113"/>
                <a:gd name="T36" fmla="*/ 1 w 135"/>
                <a:gd name="T37" fmla="*/ 92 h 113"/>
                <a:gd name="T38" fmla="*/ 0 w 135"/>
                <a:gd name="T39" fmla="*/ 94 h 113"/>
                <a:gd name="T40" fmla="*/ 0 w 135"/>
                <a:gd name="T41" fmla="*/ 97 h 113"/>
                <a:gd name="T42" fmla="*/ 0 w 135"/>
                <a:gd name="T43" fmla="*/ 99 h 113"/>
                <a:gd name="T44" fmla="*/ 0 w 135"/>
                <a:gd name="T45" fmla="*/ 101 h 113"/>
                <a:gd name="T46" fmla="*/ 0 w 135"/>
                <a:gd name="T47" fmla="*/ 102 h 113"/>
                <a:gd name="T48" fmla="*/ 14 w 135"/>
                <a:gd name="T49" fmla="*/ 103 h 113"/>
                <a:gd name="T50" fmla="*/ 50 w 135"/>
                <a:gd name="T51" fmla="*/ 113 h 113"/>
                <a:gd name="T52" fmla="*/ 82 w 135"/>
                <a:gd name="T53" fmla="*/ 87 h 113"/>
                <a:gd name="T54" fmla="*/ 113 w 135"/>
                <a:gd name="T55" fmla="*/ 93 h 113"/>
                <a:gd name="T56" fmla="*/ 114 w 135"/>
                <a:gd name="T57" fmla="*/ 93 h 113"/>
                <a:gd name="T58" fmla="*/ 126 w 135"/>
                <a:gd name="T59" fmla="*/ 86 h 113"/>
                <a:gd name="T60" fmla="*/ 126 w 135"/>
                <a:gd name="T61" fmla="*/ 61 h 113"/>
                <a:gd name="T62" fmla="*/ 116 w 135"/>
                <a:gd name="T63" fmla="*/ 27 h 113"/>
                <a:gd name="T64" fmla="*/ 109 w 135"/>
                <a:gd name="T65" fmla="*/ 0 h 113"/>
                <a:gd name="T66" fmla="*/ 107 w 135"/>
                <a:gd name="T67" fmla="*/ 1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35" h="113">
                  <a:moveTo>
                    <a:pt x="107" y="1"/>
                  </a:moveTo>
                  <a:cubicBezTo>
                    <a:pt x="107" y="1"/>
                    <a:pt x="106" y="2"/>
                    <a:pt x="105" y="2"/>
                  </a:cubicBezTo>
                  <a:cubicBezTo>
                    <a:pt x="105" y="2"/>
                    <a:pt x="105" y="2"/>
                    <a:pt x="105" y="2"/>
                  </a:cubicBezTo>
                  <a:cubicBezTo>
                    <a:pt x="104" y="2"/>
                    <a:pt x="104" y="2"/>
                    <a:pt x="103" y="2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2" y="3"/>
                    <a:pt x="101" y="3"/>
                    <a:pt x="100" y="3"/>
                  </a:cubicBezTo>
                  <a:cubicBezTo>
                    <a:pt x="90" y="3"/>
                    <a:pt x="94" y="6"/>
                    <a:pt x="86" y="10"/>
                  </a:cubicBezTo>
                  <a:cubicBezTo>
                    <a:pt x="79" y="14"/>
                    <a:pt x="80" y="18"/>
                    <a:pt x="80" y="24"/>
                  </a:cubicBezTo>
                  <a:cubicBezTo>
                    <a:pt x="79" y="30"/>
                    <a:pt x="75" y="33"/>
                    <a:pt x="68" y="29"/>
                  </a:cubicBezTo>
                  <a:cubicBezTo>
                    <a:pt x="62" y="24"/>
                    <a:pt x="65" y="21"/>
                    <a:pt x="57" y="20"/>
                  </a:cubicBezTo>
                  <a:cubicBezTo>
                    <a:pt x="52" y="20"/>
                    <a:pt x="48" y="17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4" y="15"/>
                    <a:pt x="44" y="16"/>
                    <a:pt x="44" y="17"/>
                  </a:cubicBezTo>
                  <a:cubicBezTo>
                    <a:pt x="44" y="17"/>
                    <a:pt x="44" y="17"/>
                    <a:pt x="44" y="17"/>
                  </a:cubicBezTo>
                  <a:cubicBezTo>
                    <a:pt x="44" y="19"/>
                    <a:pt x="43" y="21"/>
                    <a:pt x="43" y="23"/>
                  </a:cubicBezTo>
                  <a:cubicBezTo>
                    <a:pt x="43" y="23"/>
                    <a:pt x="43" y="23"/>
                    <a:pt x="42" y="24"/>
                  </a:cubicBezTo>
                  <a:cubicBezTo>
                    <a:pt x="42" y="24"/>
                    <a:pt x="42" y="25"/>
                    <a:pt x="42" y="26"/>
                  </a:cubicBezTo>
                  <a:cubicBezTo>
                    <a:pt x="41" y="26"/>
                    <a:pt x="41" y="26"/>
                    <a:pt x="41" y="26"/>
                  </a:cubicBezTo>
                  <a:cubicBezTo>
                    <a:pt x="40" y="28"/>
                    <a:pt x="39" y="29"/>
                    <a:pt x="38" y="30"/>
                  </a:cubicBezTo>
                  <a:cubicBezTo>
                    <a:pt x="38" y="31"/>
                    <a:pt x="38" y="31"/>
                    <a:pt x="38" y="31"/>
                  </a:cubicBezTo>
                  <a:cubicBezTo>
                    <a:pt x="37" y="31"/>
                    <a:pt x="37" y="31"/>
                    <a:pt x="36" y="32"/>
                  </a:cubicBezTo>
                  <a:cubicBezTo>
                    <a:pt x="36" y="32"/>
                    <a:pt x="36" y="32"/>
                    <a:pt x="35" y="32"/>
                  </a:cubicBezTo>
                  <a:cubicBezTo>
                    <a:pt x="35" y="33"/>
                    <a:pt x="34" y="33"/>
                    <a:pt x="33" y="33"/>
                  </a:cubicBezTo>
                  <a:cubicBezTo>
                    <a:pt x="21" y="37"/>
                    <a:pt x="17" y="52"/>
                    <a:pt x="21" y="59"/>
                  </a:cubicBezTo>
                  <a:cubicBezTo>
                    <a:pt x="25" y="65"/>
                    <a:pt x="25" y="73"/>
                    <a:pt x="12" y="79"/>
                  </a:cubicBezTo>
                  <a:cubicBezTo>
                    <a:pt x="11" y="79"/>
                    <a:pt x="10" y="79"/>
                    <a:pt x="9" y="80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8" y="81"/>
                    <a:pt x="8" y="81"/>
                    <a:pt x="7" y="81"/>
                  </a:cubicBezTo>
                  <a:cubicBezTo>
                    <a:pt x="7" y="82"/>
                    <a:pt x="7" y="82"/>
                    <a:pt x="7" y="82"/>
                  </a:cubicBezTo>
                  <a:cubicBezTo>
                    <a:pt x="6" y="82"/>
                    <a:pt x="6" y="83"/>
                    <a:pt x="6" y="83"/>
                  </a:cubicBezTo>
                  <a:cubicBezTo>
                    <a:pt x="5" y="83"/>
                    <a:pt x="5" y="84"/>
                    <a:pt x="5" y="84"/>
                  </a:cubicBezTo>
                  <a:cubicBezTo>
                    <a:pt x="4" y="85"/>
                    <a:pt x="4" y="85"/>
                    <a:pt x="4" y="85"/>
                  </a:cubicBezTo>
                  <a:cubicBezTo>
                    <a:pt x="4" y="86"/>
                    <a:pt x="4" y="86"/>
                    <a:pt x="4" y="86"/>
                  </a:cubicBezTo>
                  <a:cubicBezTo>
                    <a:pt x="3" y="86"/>
                    <a:pt x="3" y="87"/>
                    <a:pt x="3" y="87"/>
                  </a:cubicBezTo>
                  <a:cubicBezTo>
                    <a:pt x="3" y="88"/>
                    <a:pt x="2" y="88"/>
                    <a:pt x="2" y="88"/>
                  </a:cubicBezTo>
                  <a:cubicBezTo>
                    <a:pt x="2" y="89"/>
                    <a:pt x="2" y="89"/>
                    <a:pt x="2" y="90"/>
                  </a:cubicBezTo>
                  <a:cubicBezTo>
                    <a:pt x="2" y="90"/>
                    <a:pt x="2" y="90"/>
                    <a:pt x="1" y="91"/>
                  </a:cubicBezTo>
                  <a:cubicBezTo>
                    <a:pt x="1" y="91"/>
                    <a:pt x="1" y="91"/>
                    <a:pt x="1" y="92"/>
                  </a:cubicBezTo>
                  <a:cubicBezTo>
                    <a:pt x="1" y="93"/>
                    <a:pt x="1" y="93"/>
                    <a:pt x="1" y="93"/>
                  </a:cubicBezTo>
                  <a:cubicBezTo>
                    <a:pt x="1" y="93"/>
                    <a:pt x="1" y="94"/>
                    <a:pt x="0" y="94"/>
                  </a:cubicBezTo>
                  <a:cubicBezTo>
                    <a:pt x="0" y="95"/>
                    <a:pt x="0" y="95"/>
                    <a:pt x="0" y="96"/>
                  </a:cubicBezTo>
                  <a:cubicBezTo>
                    <a:pt x="0" y="96"/>
                    <a:pt x="0" y="96"/>
                    <a:pt x="0" y="97"/>
                  </a:cubicBezTo>
                  <a:cubicBezTo>
                    <a:pt x="0" y="97"/>
                    <a:pt x="0" y="97"/>
                    <a:pt x="0" y="98"/>
                  </a:cubicBezTo>
                  <a:cubicBezTo>
                    <a:pt x="0" y="98"/>
                    <a:pt x="0" y="98"/>
                    <a:pt x="0" y="99"/>
                  </a:cubicBezTo>
                  <a:cubicBezTo>
                    <a:pt x="0" y="100"/>
                    <a:pt x="0" y="100"/>
                    <a:pt x="0" y="100"/>
                  </a:cubicBezTo>
                  <a:cubicBezTo>
                    <a:pt x="0" y="101"/>
                    <a:pt x="0" y="101"/>
                    <a:pt x="0" y="101"/>
                  </a:cubicBezTo>
                  <a:cubicBezTo>
                    <a:pt x="0" y="102"/>
                    <a:pt x="0" y="102"/>
                    <a:pt x="0" y="102"/>
                  </a:cubicBezTo>
                  <a:cubicBezTo>
                    <a:pt x="0" y="102"/>
                    <a:pt x="0" y="102"/>
                    <a:pt x="0" y="102"/>
                  </a:cubicBezTo>
                  <a:cubicBezTo>
                    <a:pt x="1" y="105"/>
                    <a:pt x="2" y="107"/>
                    <a:pt x="3" y="108"/>
                  </a:cubicBezTo>
                  <a:cubicBezTo>
                    <a:pt x="5" y="106"/>
                    <a:pt x="8" y="103"/>
                    <a:pt x="14" y="103"/>
                  </a:cubicBezTo>
                  <a:cubicBezTo>
                    <a:pt x="26" y="103"/>
                    <a:pt x="31" y="102"/>
                    <a:pt x="32" y="107"/>
                  </a:cubicBezTo>
                  <a:cubicBezTo>
                    <a:pt x="34" y="113"/>
                    <a:pt x="40" y="113"/>
                    <a:pt x="50" y="113"/>
                  </a:cubicBezTo>
                  <a:cubicBezTo>
                    <a:pt x="60" y="113"/>
                    <a:pt x="63" y="112"/>
                    <a:pt x="65" y="102"/>
                  </a:cubicBezTo>
                  <a:cubicBezTo>
                    <a:pt x="67" y="92"/>
                    <a:pt x="74" y="87"/>
                    <a:pt x="82" y="87"/>
                  </a:cubicBezTo>
                  <a:cubicBezTo>
                    <a:pt x="90" y="87"/>
                    <a:pt x="94" y="76"/>
                    <a:pt x="101" y="82"/>
                  </a:cubicBezTo>
                  <a:cubicBezTo>
                    <a:pt x="105" y="85"/>
                    <a:pt x="109" y="90"/>
                    <a:pt x="113" y="93"/>
                  </a:cubicBezTo>
                  <a:cubicBezTo>
                    <a:pt x="113" y="93"/>
                    <a:pt x="113" y="93"/>
                    <a:pt x="113" y="93"/>
                  </a:cubicBezTo>
                  <a:cubicBezTo>
                    <a:pt x="114" y="93"/>
                    <a:pt x="114" y="93"/>
                    <a:pt x="114" y="93"/>
                  </a:cubicBezTo>
                  <a:cubicBezTo>
                    <a:pt x="115" y="93"/>
                    <a:pt x="115" y="93"/>
                    <a:pt x="116" y="93"/>
                  </a:cubicBezTo>
                  <a:cubicBezTo>
                    <a:pt x="124" y="95"/>
                    <a:pt x="126" y="89"/>
                    <a:pt x="126" y="86"/>
                  </a:cubicBezTo>
                  <a:cubicBezTo>
                    <a:pt x="126" y="83"/>
                    <a:pt x="126" y="77"/>
                    <a:pt x="130" y="74"/>
                  </a:cubicBezTo>
                  <a:cubicBezTo>
                    <a:pt x="135" y="71"/>
                    <a:pt x="130" y="65"/>
                    <a:pt x="126" y="61"/>
                  </a:cubicBezTo>
                  <a:cubicBezTo>
                    <a:pt x="121" y="58"/>
                    <a:pt x="124" y="49"/>
                    <a:pt x="125" y="43"/>
                  </a:cubicBezTo>
                  <a:cubicBezTo>
                    <a:pt x="126" y="37"/>
                    <a:pt x="123" y="29"/>
                    <a:pt x="116" y="27"/>
                  </a:cubicBezTo>
                  <a:cubicBezTo>
                    <a:pt x="108" y="25"/>
                    <a:pt x="114" y="14"/>
                    <a:pt x="115" y="9"/>
                  </a:cubicBezTo>
                  <a:cubicBezTo>
                    <a:pt x="115" y="6"/>
                    <a:pt x="112" y="2"/>
                    <a:pt x="109" y="0"/>
                  </a:cubicBezTo>
                  <a:cubicBezTo>
                    <a:pt x="109" y="1"/>
                    <a:pt x="108" y="1"/>
                    <a:pt x="107" y="1"/>
                  </a:cubicBezTo>
                  <a:cubicBezTo>
                    <a:pt x="107" y="1"/>
                    <a:pt x="107" y="1"/>
                    <a:pt x="107" y="1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31" name="Freeform 130"/>
            <p:cNvSpPr>
              <a:spLocks/>
            </p:cNvSpPr>
            <p:nvPr/>
          </p:nvSpPr>
          <p:spPr bwMode="auto">
            <a:xfrm>
              <a:off x="4305300" y="2352676"/>
              <a:ext cx="1108075" cy="1096963"/>
            </a:xfrm>
            <a:custGeom>
              <a:avLst/>
              <a:gdLst>
                <a:gd name="T0" fmla="*/ 322 w 1219"/>
                <a:gd name="T1" fmla="*/ 838 h 1206"/>
                <a:gd name="T2" fmla="*/ 453 w 1219"/>
                <a:gd name="T3" fmla="*/ 847 h 1206"/>
                <a:gd name="T4" fmla="*/ 542 w 1219"/>
                <a:gd name="T5" fmla="*/ 812 h 1206"/>
                <a:gd name="T6" fmla="*/ 614 w 1219"/>
                <a:gd name="T7" fmla="*/ 884 h 1206"/>
                <a:gd name="T8" fmla="*/ 638 w 1219"/>
                <a:gd name="T9" fmla="*/ 1006 h 1206"/>
                <a:gd name="T10" fmla="*/ 692 w 1219"/>
                <a:gd name="T11" fmla="*/ 1055 h 1206"/>
                <a:gd name="T12" fmla="*/ 737 w 1219"/>
                <a:gd name="T13" fmla="*/ 1045 h 1206"/>
                <a:gd name="T14" fmla="*/ 750 w 1219"/>
                <a:gd name="T15" fmla="*/ 1046 h 1206"/>
                <a:gd name="T16" fmla="*/ 757 w 1219"/>
                <a:gd name="T17" fmla="*/ 1047 h 1206"/>
                <a:gd name="T18" fmla="*/ 762 w 1219"/>
                <a:gd name="T19" fmla="*/ 1050 h 1206"/>
                <a:gd name="T20" fmla="*/ 766 w 1219"/>
                <a:gd name="T21" fmla="*/ 1053 h 1206"/>
                <a:gd name="T22" fmla="*/ 833 w 1219"/>
                <a:gd name="T23" fmla="*/ 1076 h 1206"/>
                <a:gd name="T24" fmla="*/ 920 w 1219"/>
                <a:gd name="T25" fmla="*/ 1123 h 1206"/>
                <a:gd name="T26" fmla="*/ 982 w 1219"/>
                <a:gd name="T27" fmla="*/ 1130 h 1206"/>
                <a:gd name="T28" fmla="*/ 1104 w 1219"/>
                <a:gd name="T29" fmla="*/ 1197 h 1206"/>
                <a:gd name="T30" fmla="*/ 1102 w 1219"/>
                <a:gd name="T31" fmla="*/ 1130 h 1206"/>
                <a:gd name="T32" fmla="*/ 1038 w 1219"/>
                <a:gd name="T33" fmla="*/ 1048 h 1206"/>
                <a:gd name="T34" fmla="*/ 1062 w 1219"/>
                <a:gd name="T35" fmla="*/ 903 h 1206"/>
                <a:gd name="T36" fmla="*/ 1159 w 1219"/>
                <a:gd name="T37" fmla="*/ 875 h 1206"/>
                <a:gd name="T38" fmla="*/ 1183 w 1219"/>
                <a:gd name="T39" fmla="*/ 868 h 1206"/>
                <a:gd name="T40" fmla="*/ 1112 w 1219"/>
                <a:gd name="T41" fmla="*/ 778 h 1206"/>
                <a:gd name="T42" fmla="*/ 1087 w 1219"/>
                <a:gd name="T43" fmla="*/ 646 h 1206"/>
                <a:gd name="T44" fmla="*/ 1063 w 1219"/>
                <a:gd name="T45" fmla="*/ 522 h 1206"/>
                <a:gd name="T46" fmla="*/ 1058 w 1219"/>
                <a:gd name="T47" fmla="*/ 513 h 1206"/>
                <a:gd name="T48" fmla="*/ 1058 w 1219"/>
                <a:gd name="T49" fmla="*/ 509 h 1206"/>
                <a:gd name="T50" fmla="*/ 1059 w 1219"/>
                <a:gd name="T51" fmla="*/ 504 h 1206"/>
                <a:gd name="T52" fmla="*/ 1062 w 1219"/>
                <a:gd name="T53" fmla="*/ 499 h 1206"/>
                <a:gd name="T54" fmla="*/ 1065 w 1219"/>
                <a:gd name="T55" fmla="*/ 495 h 1206"/>
                <a:gd name="T56" fmla="*/ 1070 w 1219"/>
                <a:gd name="T57" fmla="*/ 492 h 1206"/>
                <a:gd name="T58" fmla="*/ 1094 w 1219"/>
                <a:gd name="T59" fmla="*/ 445 h 1206"/>
                <a:gd name="T60" fmla="*/ 1100 w 1219"/>
                <a:gd name="T61" fmla="*/ 439 h 1206"/>
                <a:gd name="T62" fmla="*/ 1102 w 1219"/>
                <a:gd name="T63" fmla="*/ 430 h 1206"/>
                <a:gd name="T64" fmla="*/ 1107 w 1219"/>
                <a:gd name="T65" fmla="*/ 369 h 1206"/>
                <a:gd name="T66" fmla="*/ 1214 w 1219"/>
                <a:gd name="T67" fmla="*/ 208 h 1206"/>
                <a:gd name="T68" fmla="*/ 1191 w 1219"/>
                <a:gd name="T69" fmla="*/ 140 h 1206"/>
                <a:gd name="T70" fmla="*/ 1184 w 1219"/>
                <a:gd name="T71" fmla="*/ 117 h 1206"/>
                <a:gd name="T72" fmla="*/ 1181 w 1219"/>
                <a:gd name="T73" fmla="*/ 118 h 1206"/>
                <a:gd name="T74" fmla="*/ 1091 w 1219"/>
                <a:gd name="T75" fmla="*/ 58 h 1206"/>
                <a:gd name="T76" fmla="*/ 1000 w 1219"/>
                <a:gd name="T77" fmla="*/ 58 h 1206"/>
                <a:gd name="T78" fmla="*/ 965 w 1219"/>
                <a:gd name="T79" fmla="*/ 15 h 1206"/>
                <a:gd name="T80" fmla="*/ 960 w 1219"/>
                <a:gd name="T81" fmla="*/ 10 h 1206"/>
                <a:gd name="T82" fmla="*/ 954 w 1219"/>
                <a:gd name="T83" fmla="*/ 8 h 1206"/>
                <a:gd name="T84" fmla="*/ 950 w 1219"/>
                <a:gd name="T85" fmla="*/ 9 h 1206"/>
                <a:gd name="T86" fmla="*/ 946 w 1219"/>
                <a:gd name="T87" fmla="*/ 11 h 1206"/>
                <a:gd name="T88" fmla="*/ 942 w 1219"/>
                <a:gd name="T89" fmla="*/ 16 h 1206"/>
                <a:gd name="T90" fmla="*/ 838 w 1219"/>
                <a:gd name="T91" fmla="*/ 12 h 1206"/>
                <a:gd name="T92" fmla="*/ 754 w 1219"/>
                <a:gd name="T93" fmla="*/ 29 h 1206"/>
                <a:gd name="T94" fmla="*/ 623 w 1219"/>
                <a:gd name="T95" fmla="*/ 78 h 1206"/>
                <a:gd name="T96" fmla="*/ 495 w 1219"/>
                <a:gd name="T97" fmla="*/ 21 h 1206"/>
                <a:gd name="T98" fmla="*/ 410 w 1219"/>
                <a:gd name="T99" fmla="*/ 97 h 1206"/>
                <a:gd name="T100" fmla="*/ 410 w 1219"/>
                <a:gd name="T101" fmla="*/ 112 h 1206"/>
                <a:gd name="T102" fmla="*/ 406 w 1219"/>
                <a:gd name="T103" fmla="*/ 120 h 1206"/>
                <a:gd name="T104" fmla="*/ 338 w 1219"/>
                <a:gd name="T105" fmla="*/ 328 h 1206"/>
                <a:gd name="T106" fmla="*/ 246 w 1219"/>
                <a:gd name="T107" fmla="*/ 580 h 1206"/>
                <a:gd name="T108" fmla="*/ 180 w 1219"/>
                <a:gd name="T109" fmla="*/ 636 h 1206"/>
                <a:gd name="T110" fmla="*/ 88 w 1219"/>
                <a:gd name="T111" fmla="*/ 645 h 1206"/>
                <a:gd name="T112" fmla="*/ 55 w 1219"/>
                <a:gd name="T113" fmla="*/ 647 h 1206"/>
                <a:gd name="T114" fmla="*/ 52 w 1219"/>
                <a:gd name="T115" fmla="*/ 646 h 1206"/>
                <a:gd name="T116" fmla="*/ 48 w 1219"/>
                <a:gd name="T117" fmla="*/ 637 h 1206"/>
                <a:gd name="T118" fmla="*/ 18 w 1219"/>
                <a:gd name="T119" fmla="*/ 708 h 1206"/>
                <a:gd name="T120" fmla="*/ 156 w 1219"/>
                <a:gd name="T121" fmla="*/ 720 h 1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219" h="1206">
                  <a:moveTo>
                    <a:pt x="156" y="720"/>
                  </a:moveTo>
                  <a:cubicBezTo>
                    <a:pt x="182" y="722"/>
                    <a:pt x="269" y="708"/>
                    <a:pt x="277" y="730"/>
                  </a:cubicBezTo>
                  <a:cubicBezTo>
                    <a:pt x="285" y="752"/>
                    <a:pt x="284" y="770"/>
                    <a:pt x="294" y="781"/>
                  </a:cubicBezTo>
                  <a:cubicBezTo>
                    <a:pt x="303" y="792"/>
                    <a:pt x="311" y="827"/>
                    <a:pt x="322" y="838"/>
                  </a:cubicBezTo>
                  <a:cubicBezTo>
                    <a:pt x="332" y="850"/>
                    <a:pt x="344" y="861"/>
                    <a:pt x="360" y="861"/>
                  </a:cubicBezTo>
                  <a:cubicBezTo>
                    <a:pt x="375" y="861"/>
                    <a:pt x="381" y="864"/>
                    <a:pt x="389" y="858"/>
                  </a:cubicBezTo>
                  <a:cubicBezTo>
                    <a:pt x="397" y="852"/>
                    <a:pt x="406" y="851"/>
                    <a:pt x="418" y="856"/>
                  </a:cubicBezTo>
                  <a:cubicBezTo>
                    <a:pt x="430" y="862"/>
                    <a:pt x="452" y="862"/>
                    <a:pt x="453" y="847"/>
                  </a:cubicBezTo>
                  <a:cubicBezTo>
                    <a:pt x="454" y="832"/>
                    <a:pt x="453" y="829"/>
                    <a:pt x="460" y="823"/>
                  </a:cubicBezTo>
                  <a:cubicBezTo>
                    <a:pt x="466" y="817"/>
                    <a:pt x="457" y="792"/>
                    <a:pt x="471" y="790"/>
                  </a:cubicBezTo>
                  <a:cubicBezTo>
                    <a:pt x="485" y="788"/>
                    <a:pt x="510" y="789"/>
                    <a:pt x="521" y="788"/>
                  </a:cubicBezTo>
                  <a:cubicBezTo>
                    <a:pt x="532" y="788"/>
                    <a:pt x="524" y="811"/>
                    <a:pt x="542" y="812"/>
                  </a:cubicBezTo>
                  <a:cubicBezTo>
                    <a:pt x="560" y="812"/>
                    <a:pt x="610" y="807"/>
                    <a:pt x="611" y="817"/>
                  </a:cubicBezTo>
                  <a:cubicBezTo>
                    <a:pt x="612" y="827"/>
                    <a:pt x="618" y="834"/>
                    <a:pt x="610" y="838"/>
                  </a:cubicBezTo>
                  <a:cubicBezTo>
                    <a:pt x="601" y="841"/>
                    <a:pt x="602" y="852"/>
                    <a:pt x="606" y="856"/>
                  </a:cubicBezTo>
                  <a:cubicBezTo>
                    <a:pt x="611" y="861"/>
                    <a:pt x="614" y="873"/>
                    <a:pt x="614" y="884"/>
                  </a:cubicBezTo>
                  <a:cubicBezTo>
                    <a:pt x="614" y="896"/>
                    <a:pt x="616" y="908"/>
                    <a:pt x="614" y="916"/>
                  </a:cubicBezTo>
                  <a:cubicBezTo>
                    <a:pt x="612" y="924"/>
                    <a:pt x="608" y="933"/>
                    <a:pt x="610" y="944"/>
                  </a:cubicBezTo>
                  <a:cubicBezTo>
                    <a:pt x="612" y="954"/>
                    <a:pt x="613" y="968"/>
                    <a:pt x="624" y="976"/>
                  </a:cubicBezTo>
                  <a:cubicBezTo>
                    <a:pt x="634" y="983"/>
                    <a:pt x="636" y="996"/>
                    <a:pt x="638" y="1006"/>
                  </a:cubicBezTo>
                  <a:cubicBezTo>
                    <a:pt x="639" y="1016"/>
                    <a:pt x="644" y="1030"/>
                    <a:pt x="635" y="1036"/>
                  </a:cubicBezTo>
                  <a:cubicBezTo>
                    <a:pt x="626" y="1041"/>
                    <a:pt x="625" y="1046"/>
                    <a:pt x="630" y="1054"/>
                  </a:cubicBezTo>
                  <a:cubicBezTo>
                    <a:pt x="634" y="1061"/>
                    <a:pt x="647" y="1065"/>
                    <a:pt x="651" y="1057"/>
                  </a:cubicBezTo>
                  <a:cubicBezTo>
                    <a:pt x="655" y="1049"/>
                    <a:pt x="680" y="1055"/>
                    <a:pt x="692" y="1055"/>
                  </a:cubicBezTo>
                  <a:cubicBezTo>
                    <a:pt x="704" y="1055"/>
                    <a:pt x="712" y="1045"/>
                    <a:pt x="726" y="1045"/>
                  </a:cubicBezTo>
                  <a:cubicBezTo>
                    <a:pt x="728" y="1045"/>
                    <a:pt x="729" y="1045"/>
                    <a:pt x="731" y="1045"/>
                  </a:cubicBezTo>
                  <a:cubicBezTo>
                    <a:pt x="733" y="1045"/>
                    <a:pt x="734" y="1045"/>
                    <a:pt x="736" y="1045"/>
                  </a:cubicBezTo>
                  <a:cubicBezTo>
                    <a:pt x="736" y="1045"/>
                    <a:pt x="736" y="1045"/>
                    <a:pt x="737" y="1045"/>
                  </a:cubicBezTo>
                  <a:cubicBezTo>
                    <a:pt x="738" y="1045"/>
                    <a:pt x="740" y="1045"/>
                    <a:pt x="741" y="1045"/>
                  </a:cubicBezTo>
                  <a:cubicBezTo>
                    <a:pt x="742" y="1045"/>
                    <a:pt x="742" y="1045"/>
                    <a:pt x="742" y="1045"/>
                  </a:cubicBezTo>
                  <a:cubicBezTo>
                    <a:pt x="745" y="1045"/>
                    <a:pt x="747" y="1045"/>
                    <a:pt x="750" y="1046"/>
                  </a:cubicBezTo>
                  <a:cubicBezTo>
                    <a:pt x="750" y="1046"/>
                    <a:pt x="750" y="1046"/>
                    <a:pt x="750" y="1046"/>
                  </a:cubicBezTo>
                  <a:cubicBezTo>
                    <a:pt x="751" y="1046"/>
                    <a:pt x="752" y="1046"/>
                    <a:pt x="753" y="1046"/>
                  </a:cubicBezTo>
                  <a:cubicBezTo>
                    <a:pt x="753" y="1046"/>
                    <a:pt x="754" y="1046"/>
                    <a:pt x="754" y="1047"/>
                  </a:cubicBezTo>
                  <a:cubicBezTo>
                    <a:pt x="755" y="1047"/>
                    <a:pt x="755" y="1047"/>
                    <a:pt x="756" y="1047"/>
                  </a:cubicBezTo>
                  <a:cubicBezTo>
                    <a:pt x="757" y="1047"/>
                    <a:pt x="757" y="1047"/>
                    <a:pt x="757" y="1047"/>
                  </a:cubicBezTo>
                  <a:cubicBezTo>
                    <a:pt x="758" y="1048"/>
                    <a:pt x="758" y="1048"/>
                    <a:pt x="759" y="1048"/>
                  </a:cubicBezTo>
                  <a:cubicBezTo>
                    <a:pt x="759" y="1048"/>
                    <a:pt x="759" y="1048"/>
                    <a:pt x="760" y="1048"/>
                  </a:cubicBezTo>
                  <a:cubicBezTo>
                    <a:pt x="760" y="1049"/>
                    <a:pt x="761" y="1049"/>
                    <a:pt x="761" y="1049"/>
                  </a:cubicBezTo>
                  <a:cubicBezTo>
                    <a:pt x="761" y="1049"/>
                    <a:pt x="762" y="1049"/>
                    <a:pt x="762" y="1050"/>
                  </a:cubicBezTo>
                  <a:cubicBezTo>
                    <a:pt x="762" y="1050"/>
                    <a:pt x="763" y="1050"/>
                    <a:pt x="763" y="1051"/>
                  </a:cubicBezTo>
                  <a:cubicBezTo>
                    <a:pt x="764" y="1051"/>
                    <a:pt x="764" y="1051"/>
                    <a:pt x="764" y="1051"/>
                  </a:cubicBezTo>
                  <a:cubicBezTo>
                    <a:pt x="765" y="1052"/>
                    <a:pt x="765" y="1052"/>
                    <a:pt x="765" y="1052"/>
                  </a:cubicBezTo>
                  <a:cubicBezTo>
                    <a:pt x="765" y="1053"/>
                    <a:pt x="766" y="1053"/>
                    <a:pt x="766" y="1053"/>
                  </a:cubicBezTo>
                  <a:cubicBezTo>
                    <a:pt x="766" y="1054"/>
                    <a:pt x="767" y="1054"/>
                    <a:pt x="767" y="1055"/>
                  </a:cubicBezTo>
                  <a:cubicBezTo>
                    <a:pt x="772" y="1066"/>
                    <a:pt x="778" y="1081"/>
                    <a:pt x="790" y="1078"/>
                  </a:cubicBezTo>
                  <a:cubicBezTo>
                    <a:pt x="801" y="1076"/>
                    <a:pt x="791" y="1067"/>
                    <a:pt x="806" y="1067"/>
                  </a:cubicBezTo>
                  <a:cubicBezTo>
                    <a:pt x="820" y="1067"/>
                    <a:pt x="831" y="1067"/>
                    <a:pt x="833" y="1076"/>
                  </a:cubicBezTo>
                  <a:cubicBezTo>
                    <a:pt x="835" y="1086"/>
                    <a:pt x="835" y="1092"/>
                    <a:pt x="844" y="1095"/>
                  </a:cubicBezTo>
                  <a:cubicBezTo>
                    <a:pt x="854" y="1098"/>
                    <a:pt x="873" y="1097"/>
                    <a:pt x="875" y="1105"/>
                  </a:cubicBezTo>
                  <a:cubicBezTo>
                    <a:pt x="877" y="1113"/>
                    <a:pt x="886" y="1114"/>
                    <a:pt x="896" y="1114"/>
                  </a:cubicBezTo>
                  <a:cubicBezTo>
                    <a:pt x="905" y="1114"/>
                    <a:pt x="912" y="1123"/>
                    <a:pt x="920" y="1123"/>
                  </a:cubicBezTo>
                  <a:cubicBezTo>
                    <a:pt x="927" y="1123"/>
                    <a:pt x="930" y="1118"/>
                    <a:pt x="932" y="1107"/>
                  </a:cubicBezTo>
                  <a:cubicBezTo>
                    <a:pt x="933" y="1096"/>
                    <a:pt x="934" y="1092"/>
                    <a:pt x="944" y="1091"/>
                  </a:cubicBezTo>
                  <a:cubicBezTo>
                    <a:pt x="954" y="1090"/>
                    <a:pt x="960" y="1088"/>
                    <a:pt x="962" y="1100"/>
                  </a:cubicBezTo>
                  <a:cubicBezTo>
                    <a:pt x="964" y="1112"/>
                    <a:pt x="969" y="1126"/>
                    <a:pt x="982" y="1130"/>
                  </a:cubicBezTo>
                  <a:cubicBezTo>
                    <a:pt x="996" y="1135"/>
                    <a:pt x="1010" y="1140"/>
                    <a:pt x="1020" y="1145"/>
                  </a:cubicBezTo>
                  <a:cubicBezTo>
                    <a:pt x="1030" y="1150"/>
                    <a:pt x="1044" y="1162"/>
                    <a:pt x="1050" y="1178"/>
                  </a:cubicBezTo>
                  <a:cubicBezTo>
                    <a:pt x="1057" y="1194"/>
                    <a:pt x="1068" y="1206"/>
                    <a:pt x="1079" y="1206"/>
                  </a:cubicBezTo>
                  <a:cubicBezTo>
                    <a:pt x="1090" y="1205"/>
                    <a:pt x="1092" y="1196"/>
                    <a:pt x="1104" y="1197"/>
                  </a:cubicBezTo>
                  <a:cubicBezTo>
                    <a:pt x="1116" y="1198"/>
                    <a:pt x="1118" y="1194"/>
                    <a:pt x="1117" y="1182"/>
                  </a:cubicBezTo>
                  <a:cubicBezTo>
                    <a:pt x="1116" y="1169"/>
                    <a:pt x="1115" y="1166"/>
                    <a:pt x="1120" y="1156"/>
                  </a:cubicBezTo>
                  <a:cubicBezTo>
                    <a:pt x="1124" y="1145"/>
                    <a:pt x="1128" y="1136"/>
                    <a:pt x="1124" y="1129"/>
                  </a:cubicBezTo>
                  <a:cubicBezTo>
                    <a:pt x="1119" y="1122"/>
                    <a:pt x="1102" y="1121"/>
                    <a:pt x="1102" y="1130"/>
                  </a:cubicBezTo>
                  <a:cubicBezTo>
                    <a:pt x="1102" y="1138"/>
                    <a:pt x="1095" y="1147"/>
                    <a:pt x="1082" y="1144"/>
                  </a:cubicBezTo>
                  <a:cubicBezTo>
                    <a:pt x="1070" y="1140"/>
                    <a:pt x="1062" y="1128"/>
                    <a:pt x="1052" y="1118"/>
                  </a:cubicBezTo>
                  <a:cubicBezTo>
                    <a:pt x="1042" y="1108"/>
                    <a:pt x="1025" y="1096"/>
                    <a:pt x="1026" y="1084"/>
                  </a:cubicBezTo>
                  <a:cubicBezTo>
                    <a:pt x="1026" y="1072"/>
                    <a:pt x="1028" y="1058"/>
                    <a:pt x="1038" y="1048"/>
                  </a:cubicBezTo>
                  <a:cubicBezTo>
                    <a:pt x="1048" y="1039"/>
                    <a:pt x="1042" y="1020"/>
                    <a:pt x="1042" y="1010"/>
                  </a:cubicBezTo>
                  <a:cubicBezTo>
                    <a:pt x="1042" y="1000"/>
                    <a:pt x="1048" y="974"/>
                    <a:pt x="1042" y="960"/>
                  </a:cubicBezTo>
                  <a:cubicBezTo>
                    <a:pt x="1037" y="947"/>
                    <a:pt x="1030" y="940"/>
                    <a:pt x="1038" y="932"/>
                  </a:cubicBezTo>
                  <a:cubicBezTo>
                    <a:pt x="1047" y="924"/>
                    <a:pt x="1057" y="920"/>
                    <a:pt x="1062" y="903"/>
                  </a:cubicBezTo>
                  <a:cubicBezTo>
                    <a:pt x="1066" y="886"/>
                    <a:pt x="1068" y="880"/>
                    <a:pt x="1086" y="880"/>
                  </a:cubicBezTo>
                  <a:cubicBezTo>
                    <a:pt x="1104" y="879"/>
                    <a:pt x="1143" y="883"/>
                    <a:pt x="1155" y="877"/>
                  </a:cubicBezTo>
                  <a:cubicBezTo>
                    <a:pt x="1156" y="877"/>
                    <a:pt x="1157" y="876"/>
                    <a:pt x="1158" y="876"/>
                  </a:cubicBezTo>
                  <a:cubicBezTo>
                    <a:pt x="1158" y="875"/>
                    <a:pt x="1158" y="875"/>
                    <a:pt x="1159" y="875"/>
                  </a:cubicBezTo>
                  <a:cubicBezTo>
                    <a:pt x="1161" y="874"/>
                    <a:pt x="1163" y="873"/>
                    <a:pt x="1166" y="872"/>
                  </a:cubicBezTo>
                  <a:cubicBezTo>
                    <a:pt x="1166" y="872"/>
                    <a:pt x="1166" y="872"/>
                    <a:pt x="1166" y="872"/>
                  </a:cubicBezTo>
                  <a:cubicBezTo>
                    <a:pt x="1172" y="869"/>
                    <a:pt x="1179" y="867"/>
                    <a:pt x="1184" y="868"/>
                  </a:cubicBezTo>
                  <a:cubicBezTo>
                    <a:pt x="1183" y="868"/>
                    <a:pt x="1183" y="868"/>
                    <a:pt x="1183" y="868"/>
                  </a:cubicBezTo>
                  <a:cubicBezTo>
                    <a:pt x="1177" y="865"/>
                    <a:pt x="1168" y="865"/>
                    <a:pt x="1161" y="862"/>
                  </a:cubicBezTo>
                  <a:cubicBezTo>
                    <a:pt x="1152" y="857"/>
                    <a:pt x="1149" y="835"/>
                    <a:pt x="1146" y="823"/>
                  </a:cubicBezTo>
                  <a:cubicBezTo>
                    <a:pt x="1143" y="812"/>
                    <a:pt x="1132" y="800"/>
                    <a:pt x="1127" y="797"/>
                  </a:cubicBezTo>
                  <a:cubicBezTo>
                    <a:pt x="1122" y="795"/>
                    <a:pt x="1113" y="787"/>
                    <a:pt x="1112" y="778"/>
                  </a:cubicBezTo>
                  <a:cubicBezTo>
                    <a:pt x="1110" y="768"/>
                    <a:pt x="1093" y="753"/>
                    <a:pt x="1085" y="739"/>
                  </a:cubicBezTo>
                  <a:cubicBezTo>
                    <a:pt x="1078" y="725"/>
                    <a:pt x="1087" y="714"/>
                    <a:pt x="1094" y="708"/>
                  </a:cubicBezTo>
                  <a:cubicBezTo>
                    <a:pt x="1101" y="702"/>
                    <a:pt x="1094" y="691"/>
                    <a:pt x="1087" y="683"/>
                  </a:cubicBezTo>
                  <a:cubicBezTo>
                    <a:pt x="1080" y="674"/>
                    <a:pt x="1087" y="653"/>
                    <a:pt x="1087" y="646"/>
                  </a:cubicBezTo>
                  <a:cubicBezTo>
                    <a:pt x="1087" y="641"/>
                    <a:pt x="1088" y="621"/>
                    <a:pt x="1088" y="608"/>
                  </a:cubicBezTo>
                  <a:cubicBezTo>
                    <a:pt x="1087" y="607"/>
                    <a:pt x="1085" y="605"/>
                    <a:pt x="1084" y="604"/>
                  </a:cubicBezTo>
                  <a:cubicBezTo>
                    <a:pt x="1076" y="592"/>
                    <a:pt x="1078" y="558"/>
                    <a:pt x="1078" y="545"/>
                  </a:cubicBezTo>
                  <a:cubicBezTo>
                    <a:pt x="1078" y="532"/>
                    <a:pt x="1071" y="525"/>
                    <a:pt x="1063" y="522"/>
                  </a:cubicBezTo>
                  <a:cubicBezTo>
                    <a:pt x="1061" y="522"/>
                    <a:pt x="1059" y="519"/>
                    <a:pt x="1058" y="515"/>
                  </a:cubicBezTo>
                  <a:cubicBezTo>
                    <a:pt x="1058" y="515"/>
                    <a:pt x="1058" y="515"/>
                    <a:pt x="1058" y="515"/>
                  </a:cubicBezTo>
                  <a:cubicBezTo>
                    <a:pt x="1058" y="514"/>
                    <a:pt x="1058" y="514"/>
                    <a:pt x="1058" y="514"/>
                  </a:cubicBezTo>
                  <a:cubicBezTo>
                    <a:pt x="1058" y="513"/>
                    <a:pt x="1058" y="513"/>
                    <a:pt x="1058" y="513"/>
                  </a:cubicBezTo>
                  <a:cubicBezTo>
                    <a:pt x="1058" y="512"/>
                    <a:pt x="1058" y="512"/>
                    <a:pt x="1058" y="512"/>
                  </a:cubicBezTo>
                  <a:cubicBezTo>
                    <a:pt x="1058" y="511"/>
                    <a:pt x="1058" y="511"/>
                    <a:pt x="1058" y="511"/>
                  </a:cubicBezTo>
                  <a:cubicBezTo>
                    <a:pt x="1058" y="510"/>
                    <a:pt x="1058" y="510"/>
                    <a:pt x="1058" y="510"/>
                  </a:cubicBezTo>
                  <a:cubicBezTo>
                    <a:pt x="1058" y="509"/>
                    <a:pt x="1058" y="509"/>
                    <a:pt x="1058" y="509"/>
                  </a:cubicBezTo>
                  <a:cubicBezTo>
                    <a:pt x="1058" y="508"/>
                    <a:pt x="1058" y="508"/>
                    <a:pt x="1058" y="507"/>
                  </a:cubicBezTo>
                  <a:cubicBezTo>
                    <a:pt x="1059" y="507"/>
                    <a:pt x="1059" y="506"/>
                    <a:pt x="1059" y="506"/>
                  </a:cubicBezTo>
                  <a:cubicBezTo>
                    <a:pt x="1059" y="505"/>
                    <a:pt x="1059" y="505"/>
                    <a:pt x="1059" y="505"/>
                  </a:cubicBezTo>
                  <a:cubicBezTo>
                    <a:pt x="1059" y="504"/>
                    <a:pt x="1059" y="504"/>
                    <a:pt x="1059" y="504"/>
                  </a:cubicBezTo>
                  <a:cubicBezTo>
                    <a:pt x="1060" y="503"/>
                    <a:pt x="1060" y="503"/>
                    <a:pt x="1060" y="503"/>
                  </a:cubicBezTo>
                  <a:cubicBezTo>
                    <a:pt x="1060" y="502"/>
                    <a:pt x="1060" y="502"/>
                    <a:pt x="1060" y="501"/>
                  </a:cubicBezTo>
                  <a:cubicBezTo>
                    <a:pt x="1060" y="501"/>
                    <a:pt x="1061" y="501"/>
                    <a:pt x="1061" y="500"/>
                  </a:cubicBezTo>
                  <a:cubicBezTo>
                    <a:pt x="1061" y="500"/>
                    <a:pt x="1061" y="499"/>
                    <a:pt x="1062" y="499"/>
                  </a:cubicBezTo>
                  <a:cubicBezTo>
                    <a:pt x="1062" y="498"/>
                    <a:pt x="1062" y="498"/>
                    <a:pt x="1062" y="498"/>
                  </a:cubicBezTo>
                  <a:cubicBezTo>
                    <a:pt x="1063" y="497"/>
                    <a:pt x="1063" y="497"/>
                    <a:pt x="1063" y="497"/>
                  </a:cubicBezTo>
                  <a:cubicBezTo>
                    <a:pt x="1063" y="497"/>
                    <a:pt x="1063" y="496"/>
                    <a:pt x="1064" y="496"/>
                  </a:cubicBezTo>
                  <a:cubicBezTo>
                    <a:pt x="1064" y="496"/>
                    <a:pt x="1064" y="495"/>
                    <a:pt x="1065" y="495"/>
                  </a:cubicBezTo>
                  <a:cubicBezTo>
                    <a:pt x="1065" y="495"/>
                    <a:pt x="1065" y="495"/>
                    <a:pt x="1065" y="494"/>
                  </a:cubicBezTo>
                  <a:cubicBezTo>
                    <a:pt x="1066" y="494"/>
                    <a:pt x="1066" y="494"/>
                    <a:pt x="1067" y="493"/>
                  </a:cubicBezTo>
                  <a:cubicBezTo>
                    <a:pt x="1067" y="493"/>
                    <a:pt x="1067" y="493"/>
                    <a:pt x="1067" y="493"/>
                  </a:cubicBezTo>
                  <a:cubicBezTo>
                    <a:pt x="1068" y="492"/>
                    <a:pt x="1069" y="492"/>
                    <a:pt x="1070" y="492"/>
                  </a:cubicBezTo>
                  <a:cubicBezTo>
                    <a:pt x="1083" y="486"/>
                    <a:pt x="1083" y="478"/>
                    <a:pt x="1079" y="472"/>
                  </a:cubicBezTo>
                  <a:cubicBezTo>
                    <a:pt x="1075" y="465"/>
                    <a:pt x="1079" y="450"/>
                    <a:pt x="1091" y="446"/>
                  </a:cubicBezTo>
                  <a:cubicBezTo>
                    <a:pt x="1092" y="446"/>
                    <a:pt x="1093" y="446"/>
                    <a:pt x="1093" y="445"/>
                  </a:cubicBezTo>
                  <a:cubicBezTo>
                    <a:pt x="1094" y="445"/>
                    <a:pt x="1094" y="445"/>
                    <a:pt x="1094" y="445"/>
                  </a:cubicBezTo>
                  <a:cubicBezTo>
                    <a:pt x="1095" y="444"/>
                    <a:pt x="1095" y="444"/>
                    <a:pt x="1096" y="444"/>
                  </a:cubicBezTo>
                  <a:cubicBezTo>
                    <a:pt x="1096" y="443"/>
                    <a:pt x="1096" y="443"/>
                    <a:pt x="1096" y="443"/>
                  </a:cubicBezTo>
                  <a:cubicBezTo>
                    <a:pt x="1097" y="442"/>
                    <a:pt x="1098" y="441"/>
                    <a:pt x="1099" y="439"/>
                  </a:cubicBezTo>
                  <a:cubicBezTo>
                    <a:pt x="1099" y="439"/>
                    <a:pt x="1099" y="439"/>
                    <a:pt x="1100" y="439"/>
                  </a:cubicBezTo>
                  <a:cubicBezTo>
                    <a:pt x="1100" y="438"/>
                    <a:pt x="1100" y="437"/>
                    <a:pt x="1100" y="437"/>
                  </a:cubicBezTo>
                  <a:cubicBezTo>
                    <a:pt x="1101" y="436"/>
                    <a:pt x="1101" y="436"/>
                    <a:pt x="1101" y="436"/>
                  </a:cubicBezTo>
                  <a:cubicBezTo>
                    <a:pt x="1101" y="434"/>
                    <a:pt x="1102" y="432"/>
                    <a:pt x="1102" y="430"/>
                  </a:cubicBezTo>
                  <a:cubicBezTo>
                    <a:pt x="1102" y="430"/>
                    <a:pt x="1102" y="430"/>
                    <a:pt x="1102" y="430"/>
                  </a:cubicBezTo>
                  <a:cubicBezTo>
                    <a:pt x="1102" y="429"/>
                    <a:pt x="1102" y="428"/>
                    <a:pt x="1103" y="427"/>
                  </a:cubicBezTo>
                  <a:cubicBezTo>
                    <a:pt x="1103" y="427"/>
                    <a:pt x="1103" y="427"/>
                    <a:pt x="1103" y="427"/>
                  </a:cubicBezTo>
                  <a:cubicBezTo>
                    <a:pt x="1103" y="423"/>
                    <a:pt x="1103" y="418"/>
                    <a:pt x="1103" y="414"/>
                  </a:cubicBezTo>
                  <a:cubicBezTo>
                    <a:pt x="1103" y="402"/>
                    <a:pt x="1107" y="389"/>
                    <a:pt x="1107" y="369"/>
                  </a:cubicBezTo>
                  <a:cubicBezTo>
                    <a:pt x="1107" y="349"/>
                    <a:pt x="1120" y="320"/>
                    <a:pt x="1131" y="297"/>
                  </a:cubicBezTo>
                  <a:cubicBezTo>
                    <a:pt x="1142" y="274"/>
                    <a:pt x="1159" y="270"/>
                    <a:pt x="1166" y="260"/>
                  </a:cubicBezTo>
                  <a:cubicBezTo>
                    <a:pt x="1172" y="249"/>
                    <a:pt x="1187" y="246"/>
                    <a:pt x="1203" y="248"/>
                  </a:cubicBezTo>
                  <a:cubicBezTo>
                    <a:pt x="1219" y="249"/>
                    <a:pt x="1215" y="221"/>
                    <a:pt x="1214" y="208"/>
                  </a:cubicBezTo>
                  <a:cubicBezTo>
                    <a:pt x="1212" y="194"/>
                    <a:pt x="1203" y="204"/>
                    <a:pt x="1191" y="201"/>
                  </a:cubicBezTo>
                  <a:cubicBezTo>
                    <a:pt x="1179" y="198"/>
                    <a:pt x="1175" y="186"/>
                    <a:pt x="1182" y="180"/>
                  </a:cubicBezTo>
                  <a:cubicBezTo>
                    <a:pt x="1188" y="173"/>
                    <a:pt x="1183" y="169"/>
                    <a:pt x="1183" y="162"/>
                  </a:cubicBezTo>
                  <a:cubicBezTo>
                    <a:pt x="1183" y="156"/>
                    <a:pt x="1186" y="144"/>
                    <a:pt x="1191" y="140"/>
                  </a:cubicBezTo>
                  <a:cubicBezTo>
                    <a:pt x="1196" y="136"/>
                    <a:pt x="1196" y="132"/>
                    <a:pt x="1188" y="122"/>
                  </a:cubicBezTo>
                  <a:cubicBezTo>
                    <a:pt x="1187" y="121"/>
                    <a:pt x="1186" y="119"/>
                    <a:pt x="1186" y="117"/>
                  </a:cubicBezTo>
                  <a:cubicBezTo>
                    <a:pt x="1186" y="117"/>
                    <a:pt x="1186" y="117"/>
                    <a:pt x="1186" y="117"/>
                  </a:cubicBezTo>
                  <a:cubicBezTo>
                    <a:pt x="1185" y="117"/>
                    <a:pt x="1185" y="117"/>
                    <a:pt x="1184" y="117"/>
                  </a:cubicBezTo>
                  <a:cubicBezTo>
                    <a:pt x="1184" y="117"/>
                    <a:pt x="1184" y="117"/>
                    <a:pt x="1184" y="117"/>
                  </a:cubicBezTo>
                  <a:cubicBezTo>
                    <a:pt x="1184" y="118"/>
                    <a:pt x="1183" y="118"/>
                    <a:pt x="1183" y="118"/>
                  </a:cubicBezTo>
                  <a:cubicBezTo>
                    <a:pt x="1182" y="118"/>
                    <a:pt x="1182" y="118"/>
                    <a:pt x="1182" y="118"/>
                  </a:cubicBezTo>
                  <a:cubicBezTo>
                    <a:pt x="1181" y="118"/>
                    <a:pt x="1181" y="118"/>
                    <a:pt x="1181" y="118"/>
                  </a:cubicBezTo>
                  <a:cubicBezTo>
                    <a:pt x="1180" y="118"/>
                    <a:pt x="1180" y="118"/>
                    <a:pt x="1179" y="118"/>
                  </a:cubicBezTo>
                  <a:cubicBezTo>
                    <a:pt x="1166" y="118"/>
                    <a:pt x="1179" y="98"/>
                    <a:pt x="1156" y="96"/>
                  </a:cubicBezTo>
                  <a:cubicBezTo>
                    <a:pt x="1134" y="93"/>
                    <a:pt x="1132" y="80"/>
                    <a:pt x="1120" y="58"/>
                  </a:cubicBezTo>
                  <a:cubicBezTo>
                    <a:pt x="1108" y="37"/>
                    <a:pt x="1100" y="46"/>
                    <a:pt x="1091" y="58"/>
                  </a:cubicBezTo>
                  <a:cubicBezTo>
                    <a:pt x="1082" y="70"/>
                    <a:pt x="1075" y="65"/>
                    <a:pt x="1063" y="56"/>
                  </a:cubicBezTo>
                  <a:cubicBezTo>
                    <a:pt x="1051" y="46"/>
                    <a:pt x="1046" y="58"/>
                    <a:pt x="1043" y="68"/>
                  </a:cubicBezTo>
                  <a:cubicBezTo>
                    <a:pt x="1040" y="77"/>
                    <a:pt x="1028" y="72"/>
                    <a:pt x="1016" y="72"/>
                  </a:cubicBezTo>
                  <a:cubicBezTo>
                    <a:pt x="1004" y="72"/>
                    <a:pt x="1007" y="60"/>
                    <a:pt x="1000" y="58"/>
                  </a:cubicBezTo>
                  <a:cubicBezTo>
                    <a:pt x="994" y="57"/>
                    <a:pt x="986" y="49"/>
                    <a:pt x="986" y="37"/>
                  </a:cubicBezTo>
                  <a:cubicBezTo>
                    <a:pt x="986" y="25"/>
                    <a:pt x="971" y="30"/>
                    <a:pt x="967" y="18"/>
                  </a:cubicBezTo>
                  <a:cubicBezTo>
                    <a:pt x="967" y="17"/>
                    <a:pt x="966" y="16"/>
                    <a:pt x="965" y="15"/>
                  </a:cubicBezTo>
                  <a:cubicBezTo>
                    <a:pt x="965" y="15"/>
                    <a:pt x="965" y="15"/>
                    <a:pt x="965" y="15"/>
                  </a:cubicBezTo>
                  <a:cubicBezTo>
                    <a:pt x="965" y="14"/>
                    <a:pt x="964" y="13"/>
                    <a:pt x="963" y="12"/>
                  </a:cubicBezTo>
                  <a:cubicBezTo>
                    <a:pt x="963" y="12"/>
                    <a:pt x="963" y="12"/>
                    <a:pt x="963" y="12"/>
                  </a:cubicBezTo>
                  <a:cubicBezTo>
                    <a:pt x="962" y="11"/>
                    <a:pt x="961" y="10"/>
                    <a:pt x="961" y="10"/>
                  </a:cubicBezTo>
                  <a:cubicBezTo>
                    <a:pt x="960" y="10"/>
                    <a:pt x="960" y="10"/>
                    <a:pt x="960" y="10"/>
                  </a:cubicBezTo>
                  <a:cubicBezTo>
                    <a:pt x="959" y="9"/>
                    <a:pt x="958" y="9"/>
                    <a:pt x="957" y="8"/>
                  </a:cubicBezTo>
                  <a:cubicBezTo>
                    <a:pt x="956" y="8"/>
                    <a:pt x="956" y="8"/>
                    <a:pt x="956" y="8"/>
                  </a:cubicBezTo>
                  <a:cubicBezTo>
                    <a:pt x="955" y="8"/>
                    <a:pt x="955" y="8"/>
                    <a:pt x="955" y="8"/>
                  </a:cubicBezTo>
                  <a:cubicBezTo>
                    <a:pt x="954" y="8"/>
                    <a:pt x="954" y="8"/>
                    <a:pt x="954" y="8"/>
                  </a:cubicBezTo>
                  <a:cubicBezTo>
                    <a:pt x="953" y="8"/>
                    <a:pt x="953" y="8"/>
                    <a:pt x="953" y="8"/>
                  </a:cubicBezTo>
                  <a:cubicBezTo>
                    <a:pt x="952" y="8"/>
                    <a:pt x="952" y="8"/>
                    <a:pt x="952" y="8"/>
                  </a:cubicBezTo>
                  <a:cubicBezTo>
                    <a:pt x="951" y="8"/>
                    <a:pt x="951" y="8"/>
                    <a:pt x="951" y="8"/>
                  </a:cubicBezTo>
                  <a:cubicBezTo>
                    <a:pt x="950" y="9"/>
                    <a:pt x="950" y="9"/>
                    <a:pt x="950" y="9"/>
                  </a:cubicBezTo>
                  <a:cubicBezTo>
                    <a:pt x="949" y="9"/>
                    <a:pt x="949" y="9"/>
                    <a:pt x="949" y="9"/>
                  </a:cubicBezTo>
                  <a:cubicBezTo>
                    <a:pt x="948" y="10"/>
                    <a:pt x="948" y="10"/>
                    <a:pt x="948" y="10"/>
                  </a:cubicBezTo>
                  <a:cubicBezTo>
                    <a:pt x="947" y="10"/>
                    <a:pt x="947" y="10"/>
                    <a:pt x="947" y="10"/>
                  </a:cubicBezTo>
                  <a:cubicBezTo>
                    <a:pt x="946" y="11"/>
                    <a:pt x="946" y="11"/>
                    <a:pt x="946" y="11"/>
                  </a:cubicBezTo>
                  <a:cubicBezTo>
                    <a:pt x="946" y="11"/>
                    <a:pt x="945" y="11"/>
                    <a:pt x="945" y="12"/>
                  </a:cubicBezTo>
                  <a:cubicBezTo>
                    <a:pt x="945" y="12"/>
                    <a:pt x="944" y="12"/>
                    <a:pt x="944" y="13"/>
                  </a:cubicBezTo>
                  <a:cubicBezTo>
                    <a:pt x="944" y="13"/>
                    <a:pt x="944" y="13"/>
                    <a:pt x="943" y="13"/>
                  </a:cubicBezTo>
                  <a:cubicBezTo>
                    <a:pt x="943" y="14"/>
                    <a:pt x="942" y="15"/>
                    <a:pt x="942" y="16"/>
                  </a:cubicBezTo>
                  <a:cubicBezTo>
                    <a:pt x="934" y="28"/>
                    <a:pt x="923" y="22"/>
                    <a:pt x="907" y="24"/>
                  </a:cubicBezTo>
                  <a:cubicBezTo>
                    <a:pt x="891" y="25"/>
                    <a:pt x="895" y="16"/>
                    <a:pt x="876" y="12"/>
                  </a:cubicBezTo>
                  <a:cubicBezTo>
                    <a:pt x="858" y="8"/>
                    <a:pt x="863" y="8"/>
                    <a:pt x="859" y="4"/>
                  </a:cubicBezTo>
                  <a:cubicBezTo>
                    <a:pt x="855" y="0"/>
                    <a:pt x="838" y="1"/>
                    <a:pt x="838" y="12"/>
                  </a:cubicBezTo>
                  <a:cubicBezTo>
                    <a:pt x="838" y="22"/>
                    <a:pt x="828" y="18"/>
                    <a:pt x="822" y="26"/>
                  </a:cubicBezTo>
                  <a:cubicBezTo>
                    <a:pt x="815" y="34"/>
                    <a:pt x="802" y="37"/>
                    <a:pt x="798" y="32"/>
                  </a:cubicBezTo>
                  <a:cubicBezTo>
                    <a:pt x="794" y="26"/>
                    <a:pt x="788" y="18"/>
                    <a:pt x="776" y="17"/>
                  </a:cubicBezTo>
                  <a:cubicBezTo>
                    <a:pt x="764" y="16"/>
                    <a:pt x="770" y="28"/>
                    <a:pt x="754" y="29"/>
                  </a:cubicBezTo>
                  <a:cubicBezTo>
                    <a:pt x="738" y="30"/>
                    <a:pt x="743" y="34"/>
                    <a:pt x="727" y="45"/>
                  </a:cubicBezTo>
                  <a:cubicBezTo>
                    <a:pt x="711" y="56"/>
                    <a:pt x="708" y="48"/>
                    <a:pt x="694" y="40"/>
                  </a:cubicBezTo>
                  <a:cubicBezTo>
                    <a:pt x="679" y="32"/>
                    <a:pt x="663" y="50"/>
                    <a:pt x="662" y="68"/>
                  </a:cubicBezTo>
                  <a:cubicBezTo>
                    <a:pt x="660" y="85"/>
                    <a:pt x="643" y="88"/>
                    <a:pt x="623" y="78"/>
                  </a:cubicBezTo>
                  <a:cubicBezTo>
                    <a:pt x="603" y="69"/>
                    <a:pt x="604" y="77"/>
                    <a:pt x="583" y="74"/>
                  </a:cubicBezTo>
                  <a:cubicBezTo>
                    <a:pt x="562" y="72"/>
                    <a:pt x="562" y="66"/>
                    <a:pt x="547" y="66"/>
                  </a:cubicBezTo>
                  <a:cubicBezTo>
                    <a:pt x="532" y="66"/>
                    <a:pt x="526" y="64"/>
                    <a:pt x="522" y="52"/>
                  </a:cubicBezTo>
                  <a:cubicBezTo>
                    <a:pt x="518" y="40"/>
                    <a:pt x="510" y="34"/>
                    <a:pt x="495" y="21"/>
                  </a:cubicBezTo>
                  <a:cubicBezTo>
                    <a:pt x="480" y="8"/>
                    <a:pt x="452" y="14"/>
                    <a:pt x="443" y="29"/>
                  </a:cubicBezTo>
                  <a:cubicBezTo>
                    <a:pt x="434" y="44"/>
                    <a:pt x="443" y="42"/>
                    <a:pt x="416" y="56"/>
                  </a:cubicBezTo>
                  <a:cubicBezTo>
                    <a:pt x="390" y="69"/>
                    <a:pt x="407" y="77"/>
                    <a:pt x="410" y="93"/>
                  </a:cubicBezTo>
                  <a:cubicBezTo>
                    <a:pt x="410" y="94"/>
                    <a:pt x="410" y="96"/>
                    <a:pt x="410" y="97"/>
                  </a:cubicBezTo>
                  <a:cubicBezTo>
                    <a:pt x="410" y="98"/>
                    <a:pt x="410" y="98"/>
                    <a:pt x="410" y="98"/>
                  </a:cubicBezTo>
                  <a:cubicBezTo>
                    <a:pt x="411" y="100"/>
                    <a:pt x="411" y="103"/>
                    <a:pt x="411" y="105"/>
                  </a:cubicBezTo>
                  <a:cubicBezTo>
                    <a:pt x="411" y="106"/>
                    <a:pt x="411" y="106"/>
                    <a:pt x="411" y="106"/>
                  </a:cubicBezTo>
                  <a:cubicBezTo>
                    <a:pt x="411" y="108"/>
                    <a:pt x="410" y="110"/>
                    <a:pt x="410" y="112"/>
                  </a:cubicBezTo>
                  <a:cubicBezTo>
                    <a:pt x="410" y="113"/>
                    <a:pt x="410" y="113"/>
                    <a:pt x="410" y="113"/>
                  </a:cubicBezTo>
                  <a:cubicBezTo>
                    <a:pt x="409" y="115"/>
                    <a:pt x="409" y="116"/>
                    <a:pt x="408" y="118"/>
                  </a:cubicBezTo>
                  <a:cubicBezTo>
                    <a:pt x="408" y="118"/>
                    <a:pt x="408" y="118"/>
                    <a:pt x="407" y="118"/>
                  </a:cubicBezTo>
                  <a:cubicBezTo>
                    <a:pt x="407" y="119"/>
                    <a:pt x="407" y="120"/>
                    <a:pt x="406" y="120"/>
                  </a:cubicBezTo>
                  <a:cubicBezTo>
                    <a:pt x="408" y="128"/>
                    <a:pt x="408" y="136"/>
                    <a:pt x="408" y="142"/>
                  </a:cubicBezTo>
                  <a:cubicBezTo>
                    <a:pt x="408" y="154"/>
                    <a:pt x="406" y="165"/>
                    <a:pt x="384" y="184"/>
                  </a:cubicBezTo>
                  <a:cubicBezTo>
                    <a:pt x="363" y="202"/>
                    <a:pt x="370" y="217"/>
                    <a:pt x="368" y="246"/>
                  </a:cubicBezTo>
                  <a:cubicBezTo>
                    <a:pt x="367" y="276"/>
                    <a:pt x="351" y="304"/>
                    <a:pt x="338" y="328"/>
                  </a:cubicBezTo>
                  <a:cubicBezTo>
                    <a:pt x="324" y="352"/>
                    <a:pt x="316" y="364"/>
                    <a:pt x="311" y="388"/>
                  </a:cubicBezTo>
                  <a:cubicBezTo>
                    <a:pt x="306" y="412"/>
                    <a:pt x="286" y="436"/>
                    <a:pt x="266" y="453"/>
                  </a:cubicBezTo>
                  <a:cubicBezTo>
                    <a:pt x="246" y="470"/>
                    <a:pt x="255" y="509"/>
                    <a:pt x="255" y="529"/>
                  </a:cubicBezTo>
                  <a:cubicBezTo>
                    <a:pt x="255" y="549"/>
                    <a:pt x="256" y="562"/>
                    <a:pt x="246" y="580"/>
                  </a:cubicBezTo>
                  <a:cubicBezTo>
                    <a:pt x="235" y="597"/>
                    <a:pt x="228" y="593"/>
                    <a:pt x="210" y="596"/>
                  </a:cubicBezTo>
                  <a:cubicBezTo>
                    <a:pt x="191" y="598"/>
                    <a:pt x="204" y="613"/>
                    <a:pt x="211" y="620"/>
                  </a:cubicBezTo>
                  <a:cubicBezTo>
                    <a:pt x="218" y="626"/>
                    <a:pt x="218" y="632"/>
                    <a:pt x="216" y="641"/>
                  </a:cubicBezTo>
                  <a:cubicBezTo>
                    <a:pt x="215" y="650"/>
                    <a:pt x="200" y="640"/>
                    <a:pt x="180" y="636"/>
                  </a:cubicBezTo>
                  <a:cubicBezTo>
                    <a:pt x="160" y="632"/>
                    <a:pt x="172" y="642"/>
                    <a:pt x="160" y="656"/>
                  </a:cubicBezTo>
                  <a:cubicBezTo>
                    <a:pt x="148" y="669"/>
                    <a:pt x="143" y="656"/>
                    <a:pt x="143" y="644"/>
                  </a:cubicBezTo>
                  <a:cubicBezTo>
                    <a:pt x="143" y="632"/>
                    <a:pt x="143" y="628"/>
                    <a:pt x="122" y="624"/>
                  </a:cubicBezTo>
                  <a:cubicBezTo>
                    <a:pt x="100" y="620"/>
                    <a:pt x="108" y="628"/>
                    <a:pt x="88" y="645"/>
                  </a:cubicBezTo>
                  <a:cubicBezTo>
                    <a:pt x="68" y="662"/>
                    <a:pt x="78" y="654"/>
                    <a:pt x="60" y="649"/>
                  </a:cubicBezTo>
                  <a:cubicBezTo>
                    <a:pt x="59" y="649"/>
                    <a:pt x="58" y="648"/>
                    <a:pt x="58" y="648"/>
                  </a:cubicBezTo>
                  <a:cubicBezTo>
                    <a:pt x="57" y="648"/>
                    <a:pt x="57" y="648"/>
                    <a:pt x="57" y="648"/>
                  </a:cubicBezTo>
                  <a:cubicBezTo>
                    <a:pt x="56" y="648"/>
                    <a:pt x="56" y="648"/>
                    <a:pt x="55" y="647"/>
                  </a:cubicBezTo>
                  <a:cubicBezTo>
                    <a:pt x="55" y="647"/>
                    <a:pt x="55" y="647"/>
                    <a:pt x="55" y="647"/>
                  </a:cubicBezTo>
                  <a:cubicBezTo>
                    <a:pt x="54" y="647"/>
                    <a:pt x="54" y="647"/>
                    <a:pt x="54" y="647"/>
                  </a:cubicBezTo>
                  <a:cubicBezTo>
                    <a:pt x="53" y="647"/>
                    <a:pt x="53" y="646"/>
                    <a:pt x="53" y="646"/>
                  </a:cubicBezTo>
                  <a:cubicBezTo>
                    <a:pt x="53" y="646"/>
                    <a:pt x="53" y="646"/>
                    <a:pt x="52" y="646"/>
                  </a:cubicBezTo>
                  <a:cubicBezTo>
                    <a:pt x="52" y="646"/>
                    <a:pt x="52" y="646"/>
                    <a:pt x="52" y="646"/>
                  </a:cubicBezTo>
                  <a:cubicBezTo>
                    <a:pt x="51" y="645"/>
                    <a:pt x="51" y="645"/>
                    <a:pt x="50" y="644"/>
                  </a:cubicBezTo>
                  <a:cubicBezTo>
                    <a:pt x="50" y="644"/>
                    <a:pt x="50" y="644"/>
                    <a:pt x="50" y="644"/>
                  </a:cubicBezTo>
                  <a:cubicBezTo>
                    <a:pt x="49" y="643"/>
                    <a:pt x="50" y="641"/>
                    <a:pt x="48" y="637"/>
                  </a:cubicBezTo>
                  <a:cubicBezTo>
                    <a:pt x="48" y="637"/>
                    <a:pt x="48" y="637"/>
                    <a:pt x="48" y="637"/>
                  </a:cubicBezTo>
                  <a:cubicBezTo>
                    <a:pt x="44" y="643"/>
                    <a:pt x="42" y="651"/>
                    <a:pt x="39" y="656"/>
                  </a:cubicBezTo>
                  <a:cubicBezTo>
                    <a:pt x="35" y="662"/>
                    <a:pt x="26" y="665"/>
                    <a:pt x="22" y="670"/>
                  </a:cubicBezTo>
                  <a:cubicBezTo>
                    <a:pt x="18" y="674"/>
                    <a:pt x="19" y="693"/>
                    <a:pt x="18" y="708"/>
                  </a:cubicBezTo>
                  <a:cubicBezTo>
                    <a:pt x="17" y="717"/>
                    <a:pt x="8" y="719"/>
                    <a:pt x="0" y="719"/>
                  </a:cubicBezTo>
                  <a:cubicBezTo>
                    <a:pt x="0" y="723"/>
                    <a:pt x="0" y="726"/>
                    <a:pt x="0" y="729"/>
                  </a:cubicBezTo>
                  <a:cubicBezTo>
                    <a:pt x="13" y="726"/>
                    <a:pt x="44" y="720"/>
                    <a:pt x="62" y="720"/>
                  </a:cubicBezTo>
                  <a:cubicBezTo>
                    <a:pt x="84" y="720"/>
                    <a:pt x="131" y="718"/>
                    <a:pt x="156" y="720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32" name="Freeform 131"/>
            <p:cNvSpPr>
              <a:spLocks/>
            </p:cNvSpPr>
            <p:nvPr/>
          </p:nvSpPr>
          <p:spPr bwMode="auto">
            <a:xfrm>
              <a:off x="4292600" y="2916238"/>
              <a:ext cx="57150" cy="90488"/>
            </a:xfrm>
            <a:custGeom>
              <a:avLst/>
              <a:gdLst>
                <a:gd name="T0" fmla="*/ 33 w 63"/>
                <a:gd name="T1" fmla="*/ 88 h 99"/>
                <a:gd name="T2" fmla="*/ 37 w 63"/>
                <a:gd name="T3" fmla="*/ 50 h 99"/>
                <a:gd name="T4" fmla="*/ 54 w 63"/>
                <a:gd name="T5" fmla="*/ 36 h 99"/>
                <a:gd name="T6" fmla="*/ 63 w 63"/>
                <a:gd name="T7" fmla="*/ 17 h 99"/>
                <a:gd name="T8" fmla="*/ 63 w 63"/>
                <a:gd name="T9" fmla="*/ 17 h 99"/>
                <a:gd name="T10" fmla="*/ 62 w 63"/>
                <a:gd name="T11" fmla="*/ 15 h 99"/>
                <a:gd name="T12" fmla="*/ 61 w 63"/>
                <a:gd name="T13" fmla="*/ 14 h 99"/>
                <a:gd name="T14" fmla="*/ 61 w 63"/>
                <a:gd name="T15" fmla="*/ 13 h 99"/>
                <a:gd name="T16" fmla="*/ 59 w 63"/>
                <a:gd name="T17" fmla="*/ 12 h 99"/>
                <a:gd name="T18" fmla="*/ 25 w 63"/>
                <a:gd name="T19" fmla="*/ 26 h 99"/>
                <a:gd name="T20" fmla="*/ 0 w 63"/>
                <a:gd name="T21" fmla="*/ 43 h 99"/>
                <a:gd name="T22" fmla="*/ 2 w 63"/>
                <a:gd name="T23" fmla="*/ 46 h 99"/>
                <a:gd name="T24" fmla="*/ 15 w 63"/>
                <a:gd name="T25" fmla="*/ 87 h 99"/>
                <a:gd name="T26" fmla="*/ 15 w 63"/>
                <a:gd name="T27" fmla="*/ 99 h 99"/>
                <a:gd name="T28" fmla="*/ 33 w 63"/>
                <a:gd name="T29" fmla="*/ 88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3" h="99">
                  <a:moveTo>
                    <a:pt x="33" y="88"/>
                  </a:moveTo>
                  <a:cubicBezTo>
                    <a:pt x="34" y="73"/>
                    <a:pt x="33" y="54"/>
                    <a:pt x="37" y="50"/>
                  </a:cubicBezTo>
                  <a:cubicBezTo>
                    <a:pt x="41" y="45"/>
                    <a:pt x="50" y="42"/>
                    <a:pt x="54" y="36"/>
                  </a:cubicBezTo>
                  <a:cubicBezTo>
                    <a:pt x="57" y="31"/>
                    <a:pt x="59" y="23"/>
                    <a:pt x="63" y="17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3" y="16"/>
                    <a:pt x="62" y="16"/>
                    <a:pt x="62" y="15"/>
                  </a:cubicBezTo>
                  <a:cubicBezTo>
                    <a:pt x="62" y="15"/>
                    <a:pt x="62" y="14"/>
                    <a:pt x="61" y="14"/>
                  </a:cubicBezTo>
                  <a:cubicBezTo>
                    <a:pt x="61" y="14"/>
                    <a:pt x="61" y="14"/>
                    <a:pt x="61" y="13"/>
                  </a:cubicBezTo>
                  <a:cubicBezTo>
                    <a:pt x="60" y="13"/>
                    <a:pt x="60" y="12"/>
                    <a:pt x="59" y="12"/>
                  </a:cubicBezTo>
                  <a:cubicBezTo>
                    <a:pt x="49" y="0"/>
                    <a:pt x="39" y="16"/>
                    <a:pt x="25" y="26"/>
                  </a:cubicBezTo>
                  <a:cubicBezTo>
                    <a:pt x="18" y="31"/>
                    <a:pt x="8" y="38"/>
                    <a:pt x="0" y="43"/>
                  </a:cubicBezTo>
                  <a:cubicBezTo>
                    <a:pt x="1" y="44"/>
                    <a:pt x="1" y="45"/>
                    <a:pt x="2" y="46"/>
                  </a:cubicBezTo>
                  <a:cubicBezTo>
                    <a:pt x="11" y="59"/>
                    <a:pt x="15" y="67"/>
                    <a:pt x="15" y="87"/>
                  </a:cubicBezTo>
                  <a:cubicBezTo>
                    <a:pt x="15" y="92"/>
                    <a:pt x="15" y="95"/>
                    <a:pt x="15" y="99"/>
                  </a:cubicBezTo>
                  <a:cubicBezTo>
                    <a:pt x="23" y="99"/>
                    <a:pt x="32" y="97"/>
                    <a:pt x="33" y="88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33" name="Freeform 132"/>
            <p:cNvSpPr>
              <a:spLocks/>
            </p:cNvSpPr>
            <p:nvPr/>
          </p:nvSpPr>
          <p:spPr bwMode="auto">
            <a:xfrm>
              <a:off x="5502275" y="1792288"/>
              <a:ext cx="890588" cy="685800"/>
            </a:xfrm>
            <a:custGeom>
              <a:avLst/>
              <a:gdLst>
                <a:gd name="T0" fmla="*/ 226 w 981"/>
                <a:gd name="T1" fmla="*/ 62 h 754"/>
                <a:gd name="T2" fmla="*/ 226 w 981"/>
                <a:gd name="T3" fmla="*/ 68 h 754"/>
                <a:gd name="T4" fmla="*/ 225 w 981"/>
                <a:gd name="T5" fmla="*/ 77 h 754"/>
                <a:gd name="T6" fmla="*/ 224 w 981"/>
                <a:gd name="T7" fmla="*/ 82 h 754"/>
                <a:gd name="T8" fmla="*/ 220 w 981"/>
                <a:gd name="T9" fmla="*/ 89 h 754"/>
                <a:gd name="T10" fmla="*/ 165 w 981"/>
                <a:gd name="T11" fmla="*/ 168 h 754"/>
                <a:gd name="T12" fmla="*/ 129 w 981"/>
                <a:gd name="T13" fmla="*/ 248 h 754"/>
                <a:gd name="T14" fmla="*/ 93 w 981"/>
                <a:gd name="T15" fmla="*/ 273 h 754"/>
                <a:gd name="T16" fmla="*/ 77 w 981"/>
                <a:gd name="T17" fmla="*/ 345 h 754"/>
                <a:gd name="T18" fmla="*/ 16 w 981"/>
                <a:gd name="T19" fmla="*/ 425 h 754"/>
                <a:gd name="T20" fmla="*/ 38 w 981"/>
                <a:gd name="T21" fmla="*/ 468 h 754"/>
                <a:gd name="T22" fmla="*/ 93 w 981"/>
                <a:gd name="T23" fmla="*/ 519 h 754"/>
                <a:gd name="T24" fmla="*/ 158 w 981"/>
                <a:gd name="T25" fmla="*/ 616 h 754"/>
                <a:gd name="T26" fmla="*/ 183 w 981"/>
                <a:gd name="T27" fmla="*/ 669 h 754"/>
                <a:gd name="T28" fmla="*/ 185 w 981"/>
                <a:gd name="T29" fmla="*/ 670 h 754"/>
                <a:gd name="T30" fmla="*/ 186 w 981"/>
                <a:gd name="T31" fmla="*/ 671 h 754"/>
                <a:gd name="T32" fmla="*/ 187 w 981"/>
                <a:gd name="T33" fmla="*/ 672 h 754"/>
                <a:gd name="T34" fmla="*/ 189 w 981"/>
                <a:gd name="T35" fmla="*/ 674 h 754"/>
                <a:gd name="T36" fmla="*/ 190 w 981"/>
                <a:gd name="T37" fmla="*/ 676 h 754"/>
                <a:gd name="T38" fmla="*/ 193 w 981"/>
                <a:gd name="T39" fmla="*/ 678 h 754"/>
                <a:gd name="T40" fmla="*/ 195 w 981"/>
                <a:gd name="T41" fmla="*/ 679 h 754"/>
                <a:gd name="T42" fmla="*/ 199 w 981"/>
                <a:gd name="T43" fmla="*/ 680 h 754"/>
                <a:gd name="T44" fmla="*/ 203 w 981"/>
                <a:gd name="T45" fmla="*/ 681 h 754"/>
                <a:gd name="T46" fmla="*/ 330 w 981"/>
                <a:gd name="T47" fmla="*/ 729 h 754"/>
                <a:gd name="T48" fmla="*/ 470 w 981"/>
                <a:gd name="T49" fmla="*/ 704 h 754"/>
                <a:gd name="T50" fmla="*/ 537 w 981"/>
                <a:gd name="T51" fmla="*/ 710 h 754"/>
                <a:gd name="T52" fmla="*/ 565 w 981"/>
                <a:gd name="T53" fmla="*/ 713 h 754"/>
                <a:gd name="T54" fmla="*/ 571 w 981"/>
                <a:gd name="T55" fmla="*/ 712 h 754"/>
                <a:gd name="T56" fmla="*/ 576 w 981"/>
                <a:gd name="T57" fmla="*/ 708 h 754"/>
                <a:gd name="T58" fmla="*/ 716 w 981"/>
                <a:gd name="T59" fmla="*/ 648 h 754"/>
                <a:gd name="T60" fmla="*/ 929 w 981"/>
                <a:gd name="T61" fmla="*/ 490 h 754"/>
                <a:gd name="T62" fmla="*/ 716 w 981"/>
                <a:gd name="T63" fmla="*/ 390 h 754"/>
                <a:gd name="T64" fmla="*/ 629 w 981"/>
                <a:gd name="T65" fmla="*/ 273 h 754"/>
                <a:gd name="T66" fmla="*/ 636 w 981"/>
                <a:gd name="T67" fmla="*/ 266 h 754"/>
                <a:gd name="T68" fmla="*/ 639 w 981"/>
                <a:gd name="T69" fmla="*/ 262 h 754"/>
                <a:gd name="T70" fmla="*/ 642 w 981"/>
                <a:gd name="T71" fmla="*/ 256 h 754"/>
                <a:gd name="T72" fmla="*/ 644 w 981"/>
                <a:gd name="T73" fmla="*/ 252 h 754"/>
                <a:gd name="T74" fmla="*/ 623 w 981"/>
                <a:gd name="T75" fmla="*/ 249 h 754"/>
                <a:gd name="T76" fmla="*/ 573 w 981"/>
                <a:gd name="T77" fmla="*/ 258 h 754"/>
                <a:gd name="T78" fmla="*/ 600 w 981"/>
                <a:gd name="T79" fmla="*/ 176 h 754"/>
                <a:gd name="T80" fmla="*/ 563 w 981"/>
                <a:gd name="T81" fmla="*/ 114 h 754"/>
                <a:gd name="T82" fmla="*/ 494 w 981"/>
                <a:gd name="T83" fmla="*/ 51 h 754"/>
                <a:gd name="T84" fmla="*/ 401 w 981"/>
                <a:gd name="T85" fmla="*/ 30 h 754"/>
                <a:gd name="T86" fmla="*/ 330 w 981"/>
                <a:gd name="T87" fmla="*/ 13 h 754"/>
                <a:gd name="T88" fmla="*/ 299 w 981"/>
                <a:gd name="T89" fmla="*/ 60 h 754"/>
                <a:gd name="T90" fmla="*/ 261 w 981"/>
                <a:gd name="T91" fmla="*/ 43 h 754"/>
                <a:gd name="T92" fmla="*/ 226 w 981"/>
                <a:gd name="T93" fmla="*/ 57 h 7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981" h="754">
                  <a:moveTo>
                    <a:pt x="226" y="57"/>
                  </a:moveTo>
                  <a:cubicBezTo>
                    <a:pt x="226" y="57"/>
                    <a:pt x="226" y="57"/>
                    <a:pt x="226" y="57"/>
                  </a:cubicBezTo>
                  <a:cubicBezTo>
                    <a:pt x="226" y="59"/>
                    <a:pt x="226" y="60"/>
                    <a:pt x="226" y="62"/>
                  </a:cubicBezTo>
                  <a:cubicBezTo>
                    <a:pt x="226" y="62"/>
                    <a:pt x="226" y="62"/>
                    <a:pt x="226" y="62"/>
                  </a:cubicBezTo>
                  <a:cubicBezTo>
                    <a:pt x="226" y="64"/>
                    <a:pt x="226" y="65"/>
                    <a:pt x="226" y="67"/>
                  </a:cubicBezTo>
                  <a:cubicBezTo>
                    <a:pt x="226" y="67"/>
                    <a:pt x="226" y="67"/>
                    <a:pt x="226" y="68"/>
                  </a:cubicBezTo>
                  <a:cubicBezTo>
                    <a:pt x="226" y="69"/>
                    <a:pt x="226" y="70"/>
                    <a:pt x="226" y="72"/>
                  </a:cubicBezTo>
                  <a:cubicBezTo>
                    <a:pt x="225" y="72"/>
                    <a:pt x="225" y="72"/>
                    <a:pt x="225" y="72"/>
                  </a:cubicBezTo>
                  <a:cubicBezTo>
                    <a:pt x="225" y="74"/>
                    <a:pt x="225" y="75"/>
                    <a:pt x="225" y="77"/>
                  </a:cubicBezTo>
                  <a:cubicBezTo>
                    <a:pt x="225" y="77"/>
                    <a:pt x="225" y="77"/>
                    <a:pt x="225" y="78"/>
                  </a:cubicBezTo>
                  <a:cubicBezTo>
                    <a:pt x="224" y="79"/>
                    <a:pt x="224" y="80"/>
                    <a:pt x="224" y="81"/>
                  </a:cubicBezTo>
                  <a:cubicBezTo>
                    <a:pt x="224" y="81"/>
                    <a:pt x="224" y="81"/>
                    <a:pt x="224" y="82"/>
                  </a:cubicBezTo>
                  <a:cubicBezTo>
                    <a:pt x="223" y="83"/>
                    <a:pt x="223" y="84"/>
                    <a:pt x="222" y="85"/>
                  </a:cubicBezTo>
                  <a:cubicBezTo>
                    <a:pt x="222" y="86"/>
                    <a:pt x="222" y="86"/>
                    <a:pt x="222" y="86"/>
                  </a:cubicBezTo>
                  <a:cubicBezTo>
                    <a:pt x="221" y="87"/>
                    <a:pt x="221" y="88"/>
                    <a:pt x="220" y="89"/>
                  </a:cubicBezTo>
                  <a:cubicBezTo>
                    <a:pt x="212" y="100"/>
                    <a:pt x="213" y="106"/>
                    <a:pt x="211" y="117"/>
                  </a:cubicBezTo>
                  <a:cubicBezTo>
                    <a:pt x="209" y="128"/>
                    <a:pt x="215" y="148"/>
                    <a:pt x="199" y="148"/>
                  </a:cubicBezTo>
                  <a:cubicBezTo>
                    <a:pt x="183" y="148"/>
                    <a:pt x="173" y="150"/>
                    <a:pt x="165" y="168"/>
                  </a:cubicBezTo>
                  <a:cubicBezTo>
                    <a:pt x="157" y="186"/>
                    <a:pt x="153" y="201"/>
                    <a:pt x="145" y="206"/>
                  </a:cubicBezTo>
                  <a:cubicBezTo>
                    <a:pt x="137" y="211"/>
                    <a:pt x="134" y="219"/>
                    <a:pt x="135" y="227"/>
                  </a:cubicBezTo>
                  <a:cubicBezTo>
                    <a:pt x="136" y="235"/>
                    <a:pt x="125" y="239"/>
                    <a:pt x="129" y="248"/>
                  </a:cubicBezTo>
                  <a:cubicBezTo>
                    <a:pt x="133" y="257"/>
                    <a:pt x="139" y="270"/>
                    <a:pt x="126" y="276"/>
                  </a:cubicBezTo>
                  <a:cubicBezTo>
                    <a:pt x="113" y="282"/>
                    <a:pt x="122" y="265"/>
                    <a:pt x="111" y="264"/>
                  </a:cubicBezTo>
                  <a:cubicBezTo>
                    <a:pt x="100" y="263"/>
                    <a:pt x="95" y="269"/>
                    <a:pt x="93" y="273"/>
                  </a:cubicBezTo>
                  <a:cubicBezTo>
                    <a:pt x="91" y="277"/>
                    <a:pt x="84" y="287"/>
                    <a:pt x="88" y="294"/>
                  </a:cubicBezTo>
                  <a:cubicBezTo>
                    <a:pt x="92" y="301"/>
                    <a:pt x="97" y="307"/>
                    <a:pt x="89" y="315"/>
                  </a:cubicBezTo>
                  <a:cubicBezTo>
                    <a:pt x="81" y="323"/>
                    <a:pt x="76" y="329"/>
                    <a:pt x="77" y="345"/>
                  </a:cubicBezTo>
                  <a:cubicBezTo>
                    <a:pt x="78" y="361"/>
                    <a:pt x="83" y="408"/>
                    <a:pt x="75" y="416"/>
                  </a:cubicBezTo>
                  <a:cubicBezTo>
                    <a:pt x="67" y="424"/>
                    <a:pt x="54" y="429"/>
                    <a:pt x="42" y="423"/>
                  </a:cubicBezTo>
                  <a:cubicBezTo>
                    <a:pt x="30" y="417"/>
                    <a:pt x="19" y="416"/>
                    <a:pt x="16" y="425"/>
                  </a:cubicBezTo>
                  <a:cubicBezTo>
                    <a:pt x="13" y="434"/>
                    <a:pt x="18" y="443"/>
                    <a:pt x="9" y="448"/>
                  </a:cubicBezTo>
                  <a:cubicBezTo>
                    <a:pt x="0" y="453"/>
                    <a:pt x="6" y="466"/>
                    <a:pt x="16" y="466"/>
                  </a:cubicBezTo>
                  <a:cubicBezTo>
                    <a:pt x="26" y="466"/>
                    <a:pt x="34" y="465"/>
                    <a:pt x="38" y="468"/>
                  </a:cubicBezTo>
                  <a:cubicBezTo>
                    <a:pt x="42" y="471"/>
                    <a:pt x="41" y="481"/>
                    <a:pt x="53" y="481"/>
                  </a:cubicBezTo>
                  <a:cubicBezTo>
                    <a:pt x="65" y="481"/>
                    <a:pt x="66" y="486"/>
                    <a:pt x="68" y="495"/>
                  </a:cubicBezTo>
                  <a:cubicBezTo>
                    <a:pt x="70" y="504"/>
                    <a:pt x="79" y="515"/>
                    <a:pt x="93" y="519"/>
                  </a:cubicBezTo>
                  <a:cubicBezTo>
                    <a:pt x="107" y="523"/>
                    <a:pt x="121" y="541"/>
                    <a:pt x="126" y="557"/>
                  </a:cubicBezTo>
                  <a:cubicBezTo>
                    <a:pt x="131" y="573"/>
                    <a:pt x="133" y="594"/>
                    <a:pt x="138" y="601"/>
                  </a:cubicBezTo>
                  <a:cubicBezTo>
                    <a:pt x="143" y="608"/>
                    <a:pt x="139" y="613"/>
                    <a:pt x="158" y="616"/>
                  </a:cubicBezTo>
                  <a:cubicBezTo>
                    <a:pt x="177" y="619"/>
                    <a:pt x="184" y="619"/>
                    <a:pt x="184" y="630"/>
                  </a:cubicBezTo>
                  <a:cubicBezTo>
                    <a:pt x="184" y="637"/>
                    <a:pt x="184" y="657"/>
                    <a:pt x="183" y="669"/>
                  </a:cubicBezTo>
                  <a:cubicBezTo>
                    <a:pt x="183" y="669"/>
                    <a:pt x="183" y="669"/>
                    <a:pt x="183" y="669"/>
                  </a:cubicBezTo>
                  <a:cubicBezTo>
                    <a:pt x="184" y="669"/>
                    <a:pt x="184" y="669"/>
                    <a:pt x="184" y="669"/>
                  </a:cubicBezTo>
                  <a:cubicBezTo>
                    <a:pt x="184" y="669"/>
                    <a:pt x="184" y="669"/>
                    <a:pt x="184" y="669"/>
                  </a:cubicBezTo>
                  <a:cubicBezTo>
                    <a:pt x="184" y="669"/>
                    <a:pt x="185" y="669"/>
                    <a:pt x="185" y="670"/>
                  </a:cubicBezTo>
                  <a:cubicBezTo>
                    <a:pt x="185" y="670"/>
                    <a:pt x="185" y="670"/>
                    <a:pt x="185" y="670"/>
                  </a:cubicBezTo>
                  <a:cubicBezTo>
                    <a:pt x="185" y="670"/>
                    <a:pt x="185" y="670"/>
                    <a:pt x="185" y="670"/>
                  </a:cubicBezTo>
                  <a:cubicBezTo>
                    <a:pt x="186" y="670"/>
                    <a:pt x="186" y="671"/>
                    <a:pt x="186" y="671"/>
                  </a:cubicBezTo>
                  <a:cubicBezTo>
                    <a:pt x="186" y="671"/>
                    <a:pt x="186" y="671"/>
                    <a:pt x="186" y="671"/>
                  </a:cubicBezTo>
                  <a:cubicBezTo>
                    <a:pt x="187" y="672"/>
                    <a:pt x="187" y="672"/>
                    <a:pt x="187" y="672"/>
                  </a:cubicBezTo>
                  <a:cubicBezTo>
                    <a:pt x="187" y="672"/>
                    <a:pt x="187" y="672"/>
                    <a:pt x="187" y="672"/>
                  </a:cubicBezTo>
                  <a:cubicBezTo>
                    <a:pt x="187" y="673"/>
                    <a:pt x="187" y="673"/>
                    <a:pt x="188" y="673"/>
                  </a:cubicBezTo>
                  <a:cubicBezTo>
                    <a:pt x="188" y="673"/>
                    <a:pt x="188" y="673"/>
                    <a:pt x="188" y="674"/>
                  </a:cubicBezTo>
                  <a:cubicBezTo>
                    <a:pt x="188" y="674"/>
                    <a:pt x="188" y="674"/>
                    <a:pt x="189" y="674"/>
                  </a:cubicBezTo>
                  <a:cubicBezTo>
                    <a:pt x="189" y="675"/>
                    <a:pt x="189" y="675"/>
                    <a:pt x="189" y="675"/>
                  </a:cubicBezTo>
                  <a:cubicBezTo>
                    <a:pt x="189" y="675"/>
                    <a:pt x="189" y="675"/>
                    <a:pt x="190" y="675"/>
                  </a:cubicBezTo>
                  <a:cubicBezTo>
                    <a:pt x="190" y="676"/>
                    <a:pt x="190" y="676"/>
                    <a:pt x="190" y="676"/>
                  </a:cubicBezTo>
                  <a:cubicBezTo>
                    <a:pt x="190" y="676"/>
                    <a:pt x="191" y="676"/>
                    <a:pt x="191" y="677"/>
                  </a:cubicBezTo>
                  <a:cubicBezTo>
                    <a:pt x="191" y="677"/>
                    <a:pt x="191" y="677"/>
                    <a:pt x="192" y="677"/>
                  </a:cubicBezTo>
                  <a:cubicBezTo>
                    <a:pt x="192" y="677"/>
                    <a:pt x="192" y="677"/>
                    <a:pt x="193" y="678"/>
                  </a:cubicBezTo>
                  <a:cubicBezTo>
                    <a:pt x="193" y="678"/>
                    <a:pt x="193" y="678"/>
                    <a:pt x="193" y="678"/>
                  </a:cubicBezTo>
                  <a:cubicBezTo>
                    <a:pt x="194" y="678"/>
                    <a:pt x="194" y="678"/>
                    <a:pt x="194" y="679"/>
                  </a:cubicBezTo>
                  <a:cubicBezTo>
                    <a:pt x="195" y="679"/>
                    <a:pt x="195" y="679"/>
                    <a:pt x="195" y="679"/>
                  </a:cubicBezTo>
                  <a:cubicBezTo>
                    <a:pt x="196" y="679"/>
                    <a:pt x="196" y="679"/>
                    <a:pt x="196" y="680"/>
                  </a:cubicBezTo>
                  <a:cubicBezTo>
                    <a:pt x="197" y="680"/>
                    <a:pt x="197" y="680"/>
                    <a:pt x="197" y="680"/>
                  </a:cubicBezTo>
                  <a:cubicBezTo>
                    <a:pt x="198" y="680"/>
                    <a:pt x="198" y="680"/>
                    <a:pt x="199" y="680"/>
                  </a:cubicBezTo>
                  <a:cubicBezTo>
                    <a:pt x="200" y="680"/>
                    <a:pt x="200" y="680"/>
                    <a:pt x="200" y="680"/>
                  </a:cubicBezTo>
                  <a:cubicBezTo>
                    <a:pt x="201" y="681"/>
                    <a:pt x="201" y="681"/>
                    <a:pt x="202" y="681"/>
                  </a:cubicBezTo>
                  <a:cubicBezTo>
                    <a:pt x="203" y="681"/>
                    <a:pt x="203" y="681"/>
                    <a:pt x="203" y="681"/>
                  </a:cubicBezTo>
                  <a:cubicBezTo>
                    <a:pt x="204" y="681"/>
                    <a:pt x="205" y="681"/>
                    <a:pt x="206" y="681"/>
                  </a:cubicBezTo>
                  <a:cubicBezTo>
                    <a:pt x="226" y="681"/>
                    <a:pt x="253" y="668"/>
                    <a:pt x="277" y="692"/>
                  </a:cubicBezTo>
                  <a:cubicBezTo>
                    <a:pt x="301" y="716"/>
                    <a:pt x="308" y="722"/>
                    <a:pt x="330" y="729"/>
                  </a:cubicBezTo>
                  <a:cubicBezTo>
                    <a:pt x="353" y="736"/>
                    <a:pt x="361" y="733"/>
                    <a:pt x="378" y="736"/>
                  </a:cubicBezTo>
                  <a:cubicBezTo>
                    <a:pt x="396" y="738"/>
                    <a:pt x="425" y="754"/>
                    <a:pt x="441" y="730"/>
                  </a:cubicBezTo>
                  <a:cubicBezTo>
                    <a:pt x="457" y="706"/>
                    <a:pt x="450" y="705"/>
                    <a:pt x="470" y="704"/>
                  </a:cubicBezTo>
                  <a:cubicBezTo>
                    <a:pt x="490" y="702"/>
                    <a:pt x="485" y="686"/>
                    <a:pt x="504" y="689"/>
                  </a:cubicBezTo>
                  <a:cubicBezTo>
                    <a:pt x="522" y="692"/>
                    <a:pt x="516" y="706"/>
                    <a:pt x="533" y="709"/>
                  </a:cubicBezTo>
                  <a:cubicBezTo>
                    <a:pt x="534" y="709"/>
                    <a:pt x="536" y="709"/>
                    <a:pt x="537" y="710"/>
                  </a:cubicBezTo>
                  <a:cubicBezTo>
                    <a:pt x="537" y="710"/>
                    <a:pt x="538" y="710"/>
                    <a:pt x="539" y="710"/>
                  </a:cubicBezTo>
                  <a:cubicBezTo>
                    <a:pt x="540" y="710"/>
                    <a:pt x="540" y="710"/>
                    <a:pt x="540" y="710"/>
                  </a:cubicBezTo>
                  <a:cubicBezTo>
                    <a:pt x="549" y="712"/>
                    <a:pt x="558" y="714"/>
                    <a:pt x="565" y="713"/>
                  </a:cubicBezTo>
                  <a:cubicBezTo>
                    <a:pt x="565" y="713"/>
                    <a:pt x="565" y="713"/>
                    <a:pt x="565" y="713"/>
                  </a:cubicBezTo>
                  <a:cubicBezTo>
                    <a:pt x="567" y="713"/>
                    <a:pt x="569" y="713"/>
                    <a:pt x="571" y="712"/>
                  </a:cubicBezTo>
                  <a:cubicBezTo>
                    <a:pt x="571" y="712"/>
                    <a:pt x="571" y="712"/>
                    <a:pt x="571" y="712"/>
                  </a:cubicBezTo>
                  <a:cubicBezTo>
                    <a:pt x="572" y="711"/>
                    <a:pt x="573" y="711"/>
                    <a:pt x="573" y="710"/>
                  </a:cubicBezTo>
                  <a:cubicBezTo>
                    <a:pt x="574" y="710"/>
                    <a:pt x="574" y="710"/>
                    <a:pt x="574" y="710"/>
                  </a:cubicBezTo>
                  <a:cubicBezTo>
                    <a:pt x="575" y="709"/>
                    <a:pt x="575" y="709"/>
                    <a:pt x="576" y="708"/>
                  </a:cubicBezTo>
                  <a:cubicBezTo>
                    <a:pt x="582" y="697"/>
                    <a:pt x="592" y="694"/>
                    <a:pt x="612" y="694"/>
                  </a:cubicBezTo>
                  <a:cubicBezTo>
                    <a:pt x="632" y="694"/>
                    <a:pt x="641" y="682"/>
                    <a:pt x="650" y="676"/>
                  </a:cubicBezTo>
                  <a:cubicBezTo>
                    <a:pt x="660" y="669"/>
                    <a:pt x="666" y="644"/>
                    <a:pt x="716" y="648"/>
                  </a:cubicBezTo>
                  <a:cubicBezTo>
                    <a:pt x="765" y="652"/>
                    <a:pt x="770" y="654"/>
                    <a:pt x="792" y="624"/>
                  </a:cubicBezTo>
                  <a:cubicBezTo>
                    <a:pt x="813" y="593"/>
                    <a:pt x="833" y="577"/>
                    <a:pt x="854" y="561"/>
                  </a:cubicBezTo>
                  <a:cubicBezTo>
                    <a:pt x="876" y="545"/>
                    <a:pt x="908" y="504"/>
                    <a:pt x="929" y="490"/>
                  </a:cubicBezTo>
                  <a:cubicBezTo>
                    <a:pt x="950" y="477"/>
                    <a:pt x="981" y="446"/>
                    <a:pt x="938" y="452"/>
                  </a:cubicBezTo>
                  <a:cubicBezTo>
                    <a:pt x="896" y="457"/>
                    <a:pt x="886" y="449"/>
                    <a:pt x="864" y="440"/>
                  </a:cubicBezTo>
                  <a:cubicBezTo>
                    <a:pt x="841" y="430"/>
                    <a:pt x="740" y="405"/>
                    <a:pt x="716" y="390"/>
                  </a:cubicBezTo>
                  <a:cubicBezTo>
                    <a:pt x="692" y="376"/>
                    <a:pt x="666" y="368"/>
                    <a:pt x="665" y="353"/>
                  </a:cubicBezTo>
                  <a:cubicBezTo>
                    <a:pt x="664" y="338"/>
                    <a:pt x="649" y="329"/>
                    <a:pt x="641" y="321"/>
                  </a:cubicBezTo>
                  <a:cubicBezTo>
                    <a:pt x="633" y="313"/>
                    <a:pt x="614" y="285"/>
                    <a:pt x="629" y="273"/>
                  </a:cubicBezTo>
                  <a:cubicBezTo>
                    <a:pt x="630" y="272"/>
                    <a:pt x="631" y="271"/>
                    <a:pt x="632" y="270"/>
                  </a:cubicBezTo>
                  <a:cubicBezTo>
                    <a:pt x="633" y="270"/>
                    <a:pt x="633" y="269"/>
                    <a:pt x="633" y="269"/>
                  </a:cubicBezTo>
                  <a:cubicBezTo>
                    <a:pt x="634" y="268"/>
                    <a:pt x="635" y="267"/>
                    <a:pt x="636" y="266"/>
                  </a:cubicBezTo>
                  <a:cubicBezTo>
                    <a:pt x="636" y="266"/>
                    <a:pt x="636" y="266"/>
                    <a:pt x="636" y="266"/>
                  </a:cubicBezTo>
                  <a:cubicBezTo>
                    <a:pt x="637" y="265"/>
                    <a:pt x="638" y="264"/>
                    <a:pt x="638" y="263"/>
                  </a:cubicBezTo>
                  <a:cubicBezTo>
                    <a:pt x="638" y="263"/>
                    <a:pt x="639" y="263"/>
                    <a:pt x="639" y="262"/>
                  </a:cubicBezTo>
                  <a:cubicBezTo>
                    <a:pt x="639" y="261"/>
                    <a:pt x="640" y="260"/>
                    <a:pt x="640" y="259"/>
                  </a:cubicBezTo>
                  <a:cubicBezTo>
                    <a:pt x="641" y="259"/>
                    <a:pt x="641" y="259"/>
                    <a:pt x="641" y="259"/>
                  </a:cubicBezTo>
                  <a:cubicBezTo>
                    <a:pt x="641" y="258"/>
                    <a:pt x="642" y="257"/>
                    <a:pt x="642" y="256"/>
                  </a:cubicBezTo>
                  <a:cubicBezTo>
                    <a:pt x="642" y="256"/>
                    <a:pt x="642" y="256"/>
                    <a:pt x="642" y="256"/>
                  </a:cubicBezTo>
                  <a:cubicBezTo>
                    <a:pt x="643" y="255"/>
                    <a:pt x="643" y="254"/>
                    <a:pt x="643" y="253"/>
                  </a:cubicBezTo>
                  <a:cubicBezTo>
                    <a:pt x="644" y="253"/>
                    <a:pt x="644" y="252"/>
                    <a:pt x="644" y="252"/>
                  </a:cubicBezTo>
                  <a:cubicBezTo>
                    <a:pt x="644" y="251"/>
                    <a:pt x="644" y="251"/>
                    <a:pt x="644" y="250"/>
                  </a:cubicBezTo>
                  <a:cubicBezTo>
                    <a:pt x="645" y="249"/>
                    <a:pt x="645" y="248"/>
                    <a:pt x="646" y="246"/>
                  </a:cubicBezTo>
                  <a:cubicBezTo>
                    <a:pt x="638" y="247"/>
                    <a:pt x="630" y="249"/>
                    <a:pt x="623" y="249"/>
                  </a:cubicBezTo>
                  <a:cubicBezTo>
                    <a:pt x="613" y="249"/>
                    <a:pt x="616" y="257"/>
                    <a:pt x="608" y="257"/>
                  </a:cubicBezTo>
                  <a:cubicBezTo>
                    <a:pt x="600" y="256"/>
                    <a:pt x="592" y="252"/>
                    <a:pt x="589" y="263"/>
                  </a:cubicBezTo>
                  <a:cubicBezTo>
                    <a:pt x="586" y="274"/>
                    <a:pt x="581" y="265"/>
                    <a:pt x="573" y="258"/>
                  </a:cubicBezTo>
                  <a:cubicBezTo>
                    <a:pt x="565" y="251"/>
                    <a:pt x="566" y="231"/>
                    <a:pt x="566" y="220"/>
                  </a:cubicBezTo>
                  <a:cubicBezTo>
                    <a:pt x="566" y="209"/>
                    <a:pt x="579" y="198"/>
                    <a:pt x="587" y="193"/>
                  </a:cubicBezTo>
                  <a:cubicBezTo>
                    <a:pt x="595" y="188"/>
                    <a:pt x="597" y="184"/>
                    <a:pt x="600" y="176"/>
                  </a:cubicBezTo>
                  <a:cubicBezTo>
                    <a:pt x="601" y="173"/>
                    <a:pt x="602" y="167"/>
                    <a:pt x="603" y="163"/>
                  </a:cubicBezTo>
                  <a:cubicBezTo>
                    <a:pt x="595" y="156"/>
                    <a:pt x="589" y="146"/>
                    <a:pt x="585" y="141"/>
                  </a:cubicBezTo>
                  <a:cubicBezTo>
                    <a:pt x="580" y="134"/>
                    <a:pt x="569" y="122"/>
                    <a:pt x="563" y="114"/>
                  </a:cubicBezTo>
                  <a:cubicBezTo>
                    <a:pt x="557" y="107"/>
                    <a:pt x="540" y="97"/>
                    <a:pt x="534" y="93"/>
                  </a:cubicBezTo>
                  <a:cubicBezTo>
                    <a:pt x="529" y="88"/>
                    <a:pt x="517" y="71"/>
                    <a:pt x="514" y="63"/>
                  </a:cubicBezTo>
                  <a:cubicBezTo>
                    <a:pt x="510" y="56"/>
                    <a:pt x="498" y="51"/>
                    <a:pt x="494" y="51"/>
                  </a:cubicBezTo>
                  <a:cubicBezTo>
                    <a:pt x="490" y="51"/>
                    <a:pt x="483" y="54"/>
                    <a:pt x="477" y="41"/>
                  </a:cubicBezTo>
                  <a:cubicBezTo>
                    <a:pt x="471" y="28"/>
                    <a:pt x="437" y="33"/>
                    <a:pt x="424" y="33"/>
                  </a:cubicBezTo>
                  <a:cubicBezTo>
                    <a:pt x="411" y="33"/>
                    <a:pt x="405" y="37"/>
                    <a:pt x="401" y="30"/>
                  </a:cubicBezTo>
                  <a:cubicBezTo>
                    <a:pt x="397" y="23"/>
                    <a:pt x="385" y="19"/>
                    <a:pt x="380" y="27"/>
                  </a:cubicBezTo>
                  <a:cubicBezTo>
                    <a:pt x="375" y="35"/>
                    <a:pt x="370" y="35"/>
                    <a:pt x="356" y="33"/>
                  </a:cubicBezTo>
                  <a:cubicBezTo>
                    <a:pt x="342" y="31"/>
                    <a:pt x="339" y="26"/>
                    <a:pt x="330" y="13"/>
                  </a:cubicBezTo>
                  <a:cubicBezTo>
                    <a:pt x="321" y="0"/>
                    <a:pt x="310" y="9"/>
                    <a:pt x="312" y="23"/>
                  </a:cubicBezTo>
                  <a:cubicBezTo>
                    <a:pt x="314" y="37"/>
                    <a:pt x="307" y="33"/>
                    <a:pt x="304" y="44"/>
                  </a:cubicBezTo>
                  <a:cubicBezTo>
                    <a:pt x="301" y="55"/>
                    <a:pt x="309" y="59"/>
                    <a:pt x="299" y="60"/>
                  </a:cubicBezTo>
                  <a:cubicBezTo>
                    <a:pt x="289" y="61"/>
                    <a:pt x="296" y="50"/>
                    <a:pt x="289" y="45"/>
                  </a:cubicBezTo>
                  <a:cubicBezTo>
                    <a:pt x="282" y="40"/>
                    <a:pt x="297" y="38"/>
                    <a:pt x="281" y="32"/>
                  </a:cubicBezTo>
                  <a:cubicBezTo>
                    <a:pt x="265" y="26"/>
                    <a:pt x="272" y="47"/>
                    <a:pt x="261" y="43"/>
                  </a:cubicBezTo>
                  <a:cubicBezTo>
                    <a:pt x="250" y="39"/>
                    <a:pt x="239" y="36"/>
                    <a:pt x="234" y="44"/>
                  </a:cubicBezTo>
                  <a:cubicBezTo>
                    <a:pt x="232" y="48"/>
                    <a:pt x="229" y="50"/>
                    <a:pt x="226" y="52"/>
                  </a:cubicBezTo>
                  <a:cubicBezTo>
                    <a:pt x="226" y="54"/>
                    <a:pt x="226" y="55"/>
                    <a:pt x="226" y="57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34" name="Freeform 133"/>
            <p:cNvSpPr>
              <a:spLocks/>
            </p:cNvSpPr>
            <p:nvPr/>
          </p:nvSpPr>
          <p:spPr bwMode="auto">
            <a:xfrm>
              <a:off x="4030663" y="382588"/>
              <a:ext cx="236538" cy="466725"/>
            </a:xfrm>
            <a:custGeom>
              <a:avLst/>
              <a:gdLst>
                <a:gd name="T0" fmla="*/ 73 w 262"/>
                <a:gd name="T1" fmla="*/ 44 h 513"/>
                <a:gd name="T2" fmla="*/ 56 w 262"/>
                <a:gd name="T3" fmla="*/ 56 h 513"/>
                <a:gd name="T4" fmla="*/ 47 w 262"/>
                <a:gd name="T5" fmla="*/ 69 h 513"/>
                <a:gd name="T6" fmla="*/ 57 w 262"/>
                <a:gd name="T7" fmla="*/ 93 h 513"/>
                <a:gd name="T8" fmla="*/ 53 w 262"/>
                <a:gd name="T9" fmla="*/ 121 h 513"/>
                <a:gd name="T10" fmla="*/ 59 w 262"/>
                <a:gd name="T11" fmla="*/ 145 h 513"/>
                <a:gd name="T12" fmla="*/ 59 w 262"/>
                <a:gd name="T13" fmla="*/ 179 h 513"/>
                <a:gd name="T14" fmla="*/ 43 w 262"/>
                <a:gd name="T15" fmla="*/ 214 h 513"/>
                <a:gd name="T16" fmla="*/ 22 w 262"/>
                <a:gd name="T17" fmla="*/ 226 h 513"/>
                <a:gd name="T18" fmla="*/ 0 w 262"/>
                <a:gd name="T19" fmla="*/ 245 h 513"/>
                <a:gd name="T20" fmla="*/ 10 w 262"/>
                <a:gd name="T21" fmla="*/ 277 h 513"/>
                <a:gd name="T22" fmla="*/ 30 w 262"/>
                <a:gd name="T23" fmla="*/ 314 h 513"/>
                <a:gd name="T24" fmla="*/ 54 w 262"/>
                <a:gd name="T25" fmla="*/ 330 h 513"/>
                <a:gd name="T26" fmla="*/ 75 w 262"/>
                <a:gd name="T27" fmla="*/ 368 h 513"/>
                <a:gd name="T28" fmla="*/ 106 w 262"/>
                <a:gd name="T29" fmla="*/ 395 h 513"/>
                <a:gd name="T30" fmla="*/ 111 w 262"/>
                <a:gd name="T31" fmla="*/ 431 h 513"/>
                <a:gd name="T32" fmla="*/ 121 w 262"/>
                <a:gd name="T33" fmla="*/ 463 h 513"/>
                <a:gd name="T34" fmla="*/ 131 w 262"/>
                <a:gd name="T35" fmla="*/ 495 h 513"/>
                <a:gd name="T36" fmla="*/ 132 w 262"/>
                <a:gd name="T37" fmla="*/ 496 h 513"/>
                <a:gd name="T38" fmla="*/ 132 w 262"/>
                <a:gd name="T39" fmla="*/ 497 h 513"/>
                <a:gd name="T40" fmla="*/ 132 w 262"/>
                <a:gd name="T41" fmla="*/ 498 h 513"/>
                <a:gd name="T42" fmla="*/ 132 w 262"/>
                <a:gd name="T43" fmla="*/ 498 h 513"/>
                <a:gd name="T44" fmla="*/ 136 w 262"/>
                <a:gd name="T45" fmla="*/ 512 h 513"/>
                <a:gd name="T46" fmla="*/ 136 w 262"/>
                <a:gd name="T47" fmla="*/ 512 h 513"/>
                <a:gd name="T48" fmla="*/ 157 w 262"/>
                <a:gd name="T49" fmla="*/ 508 h 513"/>
                <a:gd name="T50" fmla="*/ 171 w 262"/>
                <a:gd name="T51" fmla="*/ 493 h 513"/>
                <a:gd name="T52" fmla="*/ 183 w 262"/>
                <a:gd name="T53" fmla="*/ 472 h 513"/>
                <a:gd name="T54" fmla="*/ 178 w 262"/>
                <a:gd name="T55" fmla="*/ 452 h 513"/>
                <a:gd name="T56" fmla="*/ 172 w 262"/>
                <a:gd name="T57" fmla="*/ 431 h 513"/>
                <a:gd name="T58" fmla="*/ 181 w 262"/>
                <a:gd name="T59" fmla="*/ 417 h 513"/>
                <a:gd name="T60" fmla="*/ 200 w 262"/>
                <a:gd name="T61" fmla="*/ 405 h 513"/>
                <a:gd name="T62" fmla="*/ 226 w 262"/>
                <a:gd name="T63" fmla="*/ 383 h 513"/>
                <a:gd name="T64" fmla="*/ 258 w 262"/>
                <a:gd name="T65" fmla="*/ 363 h 513"/>
                <a:gd name="T66" fmla="*/ 262 w 262"/>
                <a:gd name="T67" fmla="*/ 304 h 513"/>
                <a:gd name="T68" fmla="*/ 258 w 262"/>
                <a:gd name="T69" fmla="*/ 303 h 513"/>
                <a:gd name="T70" fmla="*/ 236 w 262"/>
                <a:gd name="T71" fmla="*/ 285 h 513"/>
                <a:gd name="T72" fmla="*/ 199 w 262"/>
                <a:gd name="T73" fmla="*/ 273 h 513"/>
                <a:gd name="T74" fmla="*/ 183 w 262"/>
                <a:gd name="T75" fmla="*/ 233 h 513"/>
                <a:gd name="T76" fmla="*/ 216 w 262"/>
                <a:gd name="T77" fmla="*/ 191 h 513"/>
                <a:gd name="T78" fmla="*/ 236 w 262"/>
                <a:gd name="T79" fmla="*/ 159 h 513"/>
                <a:gd name="T80" fmla="*/ 219 w 262"/>
                <a:gd name="T81" fmla="*/ 120 h 513"/>
                <a:gd name="T82" fmla="*/ 199 w 262"/>
                <a:gd name="T83" fmla="*/ 82 h 513"/>
                <a:gd name="T84" fmla="*/ 233 w 262"/>
                <a:gd name="T85" fmla="*/ 45 h 513"/>
                <a:gd name="T86" fmla="*/ 222 w 262"/>
                <a:gd name="T87" fmla="*/ 26 h 513"/>
                <a:gd name="T88" fmla="*/ 191 w 262"/>
                <a:gd name="T89" fmla="*/ 44 h 513"/>
                <a:gd name="T90" fmla="*/ 164 w 262"/>
                <a:gd name="T91" fmla="*/ 8 h 513"/>
                <a:gd name="T92" fmla="*/ 123 w 262"/>
                <a:gd name="T93" fmla="*/ 8 h 513"/>
                <a:gd name="T94" fmla="*/ 77 w 262"/>
                <a:gd name="T95" fmla="*/ 29 h 513"/>
                <a:gd name="T96" fmla="*/ 73 w 262"/>
                <a:gd name="T97" fmla="*/ 44 h 5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62" h="513">
                  <a:moveTo>
                    <a:pt x="73" y="44"/>
                  </a:moveTo>
                  <a:cubicBezTo>
                    <a:pt x="61" y="45"/>
                    <a:pt x="55" y="50"/>
                    <a:pt x="56" y="56"/>
                  </a:cubicBezTo>
                  <a:cubicBezTo>
                    <a:pt x="57" y="62"/>
                    <a:pt x="41" y="62"/>
                    <a:pt x="47" y="69"/>
                  </a:cubicBezTo>
                  <a:cubicBezTo>
                    <a:pt x="53" y="76"/>
                    <a:pt x="57" y="81"/>
                    <a:pt x="57" y="93"/>
                  </a:cubicBezTo>
                  <a:cubicBezTo>
                    <a:pt x="57" y="105"/>
                    <a:pt x="50" y="115"/>
                    <a:pt x="53" y="121"/>
                  </a:cubicBezTo>
                  <a:cubicBezTo>
                    <a:pt x="56" y="127"/>
                    <a:pt x="57" y="129"/>
                    <a:pt x="59" y="145"/>
                  </a:cubicBezTo>
                  <a:cubicBezTo>
                    <a:pt x="61" y="161"/>
                    <a:pt x="65" y="171"/>
                    <a:pt x="59" y="179"/>
                  </a:cubicBezTo>
                  <a:cubicBezTo>
                    <a:pt x="53" y="187"/>
                    <a:pt x="56" y="214"/>
                    <a:pt x="43" y="214"/>
                  </a:cubicBezTo>
                  <a:cubicBezTo>
                    <a:pt x="30" y="214"/>
                    <a:pt x="24" y="220"/>
                    <a:pt x="22" y="226"/>
                  </a:cubicBezTo>
                  <a:cubicBezTo>
                    <a:pt x="20" y="232"/>
                    <a:pt x="0" y="232"/>
                    <a:pt x="0" y="245"/>
                  </a:cubicBezTo>
                  <a:cubicBezTo>
                    <a:pt x="0" y="258"/>
                    <a:pt x="3" y="272"/>
                    <a:pt x="10" y="277"/>
                  </a:cubicBezTo>
                  <a:cubicBezTo>
                    <a:pt x="17" y="282"/>
                    <a:pt x="15" y="313"/>
                    <a:pt x="30" y="314"/>
                  </a:cubicBezTo>
                  <a:cubicBezTo>
                    <a:pt x="45" y="315"/>
                    <a:pt x="54" y="315"/>
                    <a:pt x="54" y="330"/>
                  </a:cubicBezTo>
                  <a:cubicBezTo>
                    <a:pt x="54" y="345"/>
                    <a:pt x="56" y="362"/>
                    <a:pt x="75" y="368"/>
                  </a:cubicBezTo>
                  <a:cubicBezTo>
                    <a:pt x="94" y="374"/>
                    <a:pt x="102" y="383"/>
                    <a:pt x="106" y="395"/>
                  </a:cubicBezTo>
                  <a:cubicBezTo>
                    <a:pt x="110" y="407"/>
                    <a:pt x="106" y="417"/>
                    <a:pt x="111" y="431"/>
                  </a:cubicBezTo>
                  <a:cubicBezTo>
                    <a:pt x="116" y="445"/>
                    <a:pt x="118" y="449"/>
                    <a:pt x="121" y="463"/>
                  </a:cubicBezTo>
                  <a:cubicBezTo>
                    <a:pt x="124" y="477"/>
                    <a:pt x="128" y="488"/>
                    <a:pt x="131" y="495"/>
                  </a:cubicBezTo>
                  <a:cubicBezTo>
                    <a:pt x="131" y="495"/>
                    <a:pt x="131" y="496"/>
                    <a:pt x="132" y="496"/>
                  </a:cubicBezTo>
                  <a:cubicBezTo>
                    <a:pt x="132" y="496"/>
                    <a:pt x="132" y="496"/>
                    <a:pt x="132" y="497"/>
                  </a:cubicBezTo>
                  <a:cubicBezTo>
                    <a:pt x="132" y="497"/>
                    <a:pt x="132" y="497"/>
                    <a:pt x="132" y="498"/>
                  </a:cubicBezTo>
                  <a:cubicBezTo>
                    <a:pt x="132" y="498"/>
                    <a:pt x="132" y="498"/>
                    <a:pt x="132" y="498"/>
                  </a:cubicBezTo>
                  <a:cubicBezTo>
                    <a:pt x="135" y="502"/>
                    <a:pt x="139" y="507"/>
                    <a:pt x="136" y="512"/>
                  </a:cubicBezTo>
                  <a:cubicBezTo>
                    <a:pt x="136" y="512"/>
                    <a:pt x="136" y="512"/>
                    <a:pt x="136" y="512"/>
                  </a:cubicBezTo>
                  <a:cubicBezTo>
                    <a:pt x="143" y="513"/>
                    <a:pt x="155" y="513"/>
                    <a:pt x="157" y="508"/>
                  </a:cubicBezTo>
                  <a:cubicBezTo>
                    <a:pt x="159" y="500"/>
                    <a:pt x="162" y="498"/>
                    <a:pt x="171" y="493"/>
                  </a:cubicBezTo>
                  <a:cubicBezTo>
                    <a:pt x="180" y="487"/>
                    <a:pt x="183" y="484"/>
                    <a:pt x="183" y="472"/>
                  </a:cubicBezTo>
                  <a:cubicBezTo>
                    <a:pt x="182" y="461"/>
                    <a:pt x="185" y="457"/>
                    <a:pt x="178" y="452"/>
                  </a:cubicBezTo>
                  <a:cubicBezTo>
                    <a:pt x="171" y="446"/>
                    <a:pt x="170" y="438"/>
                    <a:pt x="172" y="431"/>
                  </a:cubicBezTo>
                  <a:cubicBezTo>
                    <a:pt x="174" y="425"/>
                    <a:pt x="172" y="419"/>
                    <a:pt x="181" y="417"/>
                  </a:cubicBezTo>
                  <a:cubicBezTo>
                    <a:pt x="190" y="415"/>
                    <a:pt x="195" y="412"/>
                    <a:pt x="200" y="405"/>
                  </a:cubicBezTo>
                  <a:cubicBezTo>
                    <a:pt x="205" y="397"/>
                    <a:pt x="211" y="388"/>
                    <a:pt x="226" y="383"/>
                  </a:cubicBezTo>
                  <a:cubicBezTo>
                    <a:pt x="241" y="378"/>
                    <a:pt x="255" y="372"/>
                    <a:pt x="258" y="363"/>
                  </a:cubicBezTo>
                  <a:cubicBezTo>
                    <a:pt x="259" y="356"/>
                    <a:pt x="261" y="320"/>
                    <a:pt x="262" y="304"/>
                  </a:cubicBezTo>
                  <a:cubicBezTo>
                    <a:pt x="260" y="303"/>
                    <a:pt x="259" y="303"/>
                    <a:pt x="258" y="303"/>
                  </a:cubicBezTo>
                  <a:cubicBezTo>
                    <a:pt x="241" y="301"/>
                    <a:pt x="245" y="292"/>
                    <a:pt x="236" y="285"/>
                  </a:cubicBezTo>
                  <a:cubicBezTo>
                    <a:pt x="228" y="277"/>
                    <a:pt x="209" y="277"/>
                    <a:pt x="199" y="273"/>
                  </a:cubicBezTo>
                  <a:cubicBezTo>
                    <a:pt x="188" y="269"/>
                    <a:pt x="170" y="251"/>
                    <a:pt x="183" y="233"/>
                  </a:cubicBezTo>
                  <a:cubicBezTo>
                    <a:pt x="195" y="215"/>
                    <a:pt x="212" y="205"/>
                    <a:pt x="216" y="191"/>
                  </a:cubicBezTo>
                  <a:cubicBezTo>
                    <a:pt x="220" y="177"/>
                    <a:pt x="242" y="178"/>
                    <a:pt x="236" y="159"/>
                  </a:cubicBezTo>
                  <a:cubicBezTo>
                    <a:pt x="231" y="140"/>
                    <a:pt x="239" y="127"/>
                    <a:pt x="219" y="120"/>
                  </a:cubicBezTo>
                  <a:cubicBezTo>
                    <a:pt x="199" y="114"/>
                    <a:pt x="187" y="101"/>
                    <a:pt x="199" y="82"/>
                  </a:cubicBezTo>
                  <a:cubicBezTo>
                    <a:pt x="210" y="62"/>
                    <a:pt x="231" y="54"/>
                    <a:pt x="233" y="45"/>
                  </a:cubicBezTo>
                  <a:cubicBezTo>
                    <a:pt x="235" y="36"/>
                    <a:pt x="233" y="14"/>
                    <a:pt x="222" y="26"/>
                  </a:cubicBezTo>
                  <a:cubicBezTo>
                    <a:pt x="212" y="37"/>
                    <a:pt x="199" y="64"/>
                    <a:pt x="191" y="44"/>
                  </a:cubicBezTo>
                  <a:cubicBezTo>
                    <a:pt x="184" y="23"/>
                    <a:pt x="175" y="13"/>
                    <a:pt x="164" y="8"/>
                  </a:cubicBezTo>
                  <a:cubicBezTo>
                    <a:pt x="153" y="4"/>
                    <a:pt x="135" y="0"/>
                    <a:pt x="123" y="8"/>
                  </a:cubicBezTo>
                  <a:cubicBezTo>
                    <a:pt x="114" y="15"/>
                    <a:pt x="97" y="25"/>
                    <a:pt x="77" y="29"/>
                  </a:cubicBezTo>
                  <a:cubicBezTo>
                    <a:pt x="79" y="36"/>
                    <a:pt x="79" y="43"/>
                    <a:pt x="73" y="44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35" name="Freeform 134"/>
            <p:cNvSpPr>
              <a:spLocks/>
            </p:cNvSpPr>
            <p:nvPr/>
          </p:nvSpPr>
          <p:spPr bwMode="auto">
            <a:xfrm>
              <a:off x="4138613" y="658813"/>
              <a:ext cx="915988" cy="854075"/>
            </a:xfrm>
            <a:custGeom>
              <a:avLst/>
              <a:gdLst>
                <a:gd name="T0" fmla="*/ 61 w 1009"/>
                <a:gd name="T1" fmla="*/ 113 h 939"/>
                <a:gd name="T2" fmla="*/ 63 w 1009"/>
                <a:gd name="T3" fmla="*/ 168 h 939"/>
                <a:gd name="T4" fmla="*/ 16 w 1009"/>
                <a:gd name="T5" fmla="*/ 208 h 939"/>
                <a:gd name="T6" fmla="*/ 14 w 1009"/>
                <a:gd name="T7" fmla="*/ 210 h 939"/>
                <a:gd name="T8" fmla="*/ 27 w 1009"/>
                <a:gd name="T9" fmla="*/ 263 h 939"/>
                <a:gd name="T10" fmla="*/ 35 w 1009"/>
                <a:gd name="T11" fmla="*/ 359 h 939"/>
                <a:gd name="T12" fmla="*/ 26 w 1009"/>
                <a:gd name="T13" fmla="*/ 426 h 939"/>
                <a:gd name="T14" fmla="*/ 13 w 1009"/>
                <a:gd name="T15" fmla="*/ 483 h 939"/>
                <a:gd name="T16" fmla="*/ 49 w 1009"/>
                <a:gd name="T17" fmla="*/ 570 h 939"/>
                <a:gd name="T18" fmla="*/ 172 w 1009"/>
                <a:gd name="T19" fmla="*/ 678 h 939"/>
                <a:gd name="T20" fmla="*/ 226 w 1009"/>
                <a:gd name="T21" fmla="*/ 691 h 939"/>
                <a:gd name="T22" fmla="*/ 343 w 1009"/>
                <a:gd name="T23" fmla="*/ 719 h 939"/>
                <a:gd name="T24" fmla="*/ 351 w 1009"/>
                <a:gd name="T25" fmla="*/ 716 h 939"/>
                <a:gd name="T26" fmla="*/ 355 w 1009"/>
                <a:gd name="T27" fmla="*/ 714 h 939"/>
                <a:gd name="T28" fmla="*/ 359 w 1009"/>
                <a:gd name="T29" fmla="*/ 712 h 939"/>
                <a:gd name="T30" fmla="*/ 362 w 1009"/>
                <a:gd name="T31" fmla="*/ 710 h 939"/>
                <a:gd name="T32" fmla="*/ 364 w 1009"/>
                <a:gd name="T33" fmla="*/ 707 h 939"/>
                <a:gd name="T34" fmla="*/ 367 w 1009"/>
                <a:gd name="T35" fmla="*/ 705 h 939"/>
                <a:gd name="T36" fmla="*/ 369 w 1009"/>
                <a:gd name="T37" fmla="*/ 703 h 939"/>
                <a:gd name="T38" fmla="*/ 373 w 1009"/>
                <a:gd name="T39" fmla="*/ 700 h 939"/>
                <a:gd name="T40" fmla="*/ 376 w 1009"/>
                <a:gd name="T41" fmla="*/ 698 h 939"/>
                <a:gd name="T42" fmla="*/ 383 w 1009"/>
                <a:gd name="T43" fmla="*/ 695 h 939"/>
                <a:gd name="T44" fmla="*/ 932 w 1009"/>
                <a:gd name="T45" fmla="*/ 912 h 939"/>
                <a:gd name="T46" fmla="*/ 998 w 1009"/>
                <a:gd name="T47" fmla="*/ 907 h 939"/>
                <a:gd name="T48" fmla="*/ 999 w 1009"/>
                <a:gd name="T49" fmla="*/ 531 h 939"/>
                <a:gd name="T50" fmla="*/ 999 w 1009"/>
                <a:gd name="T51" fmla="*/ 517 h 939"/>
                <a:gd name="T52" fmla="*/ 999 w 1009"/>
                <a:gd name="T53" fmla="*/ 481 h 939"/>
                <a:gd name="T54" fmla="*/ 999 w 1009"/>
                <a:gd name="T55" fmla="*/ 455 h 939"/>
                <a:gd name="T56" fmla="*/ 999 w 1009"/>
                <a:gd name="T57" fmla="*/ 444 h 939"/>
                <a:gd name="T58" fmla="*/ 999 w 1009"/>
                <a:gd name="T59" fmla="*/ 429 h 939"/>
                <a:gd name="T60" fmla="*/ 999 w 1009"/>
                <a:gd name="T61" fmla="*/ 418 h 939"/>
                <a:gd name="T62" fmla="*/ 999 w 1009"/>
                <a:gd name="T63" fmla="*/ 403 h 939"/>
                <a:gd name="T64" fmla="*/ 999 w 1009"/>
                <a:gd name="T65" fmla="*/ 385 h 939"/>
                <a:gd name="T66" fmla="*/ 999 w 1009"/>
                <a:gd name="T67" fmla="*/ 371 h 939"/>
                <a:gd name="T68" fmla="*/ 999 w 1009"/>
                <a:gd name="T69" fmla="*/ 362 h 939"/>
                <a:gd name="T70" fmla="*/ 999 w 1009"/>
                <a:gd name="T71" fmla="*/ 343 h 939"/>
                <a:gd name="T72" fmla="*/ 999 w 1009"/>
                <a:gd name="T73" fmla="*/ 328 h 939"/>
                <a:gd name="T74" fmla="*/ 999 w 1009"/>
                <a:gd name="T75" fmla="*/ 318 h 939"/>
                <a:gd name="T76" fmla="*/ 999 w 1009"/>
                <a:gd name="T77" fmla="*/ 309 h 939"/>
                <a:gd name="T78" fmla="*/ 999 w 1009"/>
                <a:gd name="T79" fmla="*/ 303 h 939"/>
                <a:gd name="T80" fmla="*/ 999 w 1009"/>
                <a:gd name="T81" fmla="*/ 296 h 939"/>
                <a:gd name="T82" fmla="*/ 999 w 1009"/>
                <a:gd name="T83" fmla="*/ 291 h 939"/>
                <a:gd name="T84" fmla="*/ 999 w 1009"/>
                <a:gd name="T85" fmla="*/ 286 h 939"/>
                <a:gd name="T86" fmla="*/ 998 w 1009"/>
                <a:gd name="T87" fmla="*/ 283 h 939"/>
                <a:gd name="T88" fmla="*/ 998 w 1009"/>
                <a:gd name="T89" fmla="*/ 279 h 939"/>
                <a:gd name="T90" fmla="*/ 998 w 1009"/>
                <a:gd name="T91" fmla="*/ 277 h 939"/>
                <a:gd name="T92" fmla="*/ 998 w 1009"/>
                <a:gd name="T93" fmla="*/ 276 h 939"/>
                <a:gd name="T94" fmla="*/ 994 w 1009"/>
                <a:gd name="T95" fmla="*/ 204 h 939"/>
                <a:gd name="T96" fmla="*/ 989 w 1009"/>
                <a:gd name="T97" fmla="*/ 149 h 939"/>
                <a:gd name="T98" fmla="*/ 1007 w 1009"/>
                <a:gd name="T99" fmla="*/ 112 h 939"/>
                <a:gd name="T100" fmla="*/ 893 w 1009"/>
                <a:gd name="T101" fmla="*/ 73 h 939"/>
                <a:gd name="T102" fmla="*/ 708 w 1009"/>
                <a:gd name="T103" fmla="*/ 57 h 939"/>
                <a:gd name="T104" fmla="*/ 686 w 1009"/>
                <a:gd name="T105" fmla="*/ 170 h 939"/>
                <a:gd name="T106" fmla="*/ 456 w 1009"/>
                <a:gd name="T107" fmla="*/ 141 h 939"/>
                <a:gd name="T108" fmla="*/ 321 w 1009"/>
                <a:gd name="T109" fmla="*/ 41 h 939"/>
                <a:gd name="T110" fmla="*/ 142 w 1009"/>
                <a:gd name="T111" fmla="*/ 0 h 9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009" h="939">
                  <a:moveTo>
                    <a:pt x="106" y="79"/>
                  </a:moveTo>
                  <a:cubicBezTo>
                    <a:pt x="91" y="84"/>
                    <a:pt x="85" y="93"/>
                    <a:pt x="80" y="101"/>
                  </a:cubicBezTo>
                  <a:cubicBezTo>
                    <a:pt x="75" y="108"/>
                    <a:pt x="70" y="111"/>
                    <a:pt x="61" y="113"/>
                  </a:cubicBezTo>
                  <a:cubicBezTo>
                    <a:pt x="52" y="115"/>
                    <a:pt x="54" y="121"/>
                    <a:pt x="52" y="127"/>
                  </a:cubicBezTo>
                  <a:cubicBezTo>
                    <a:pt x="50" y="134"/>
                    <a:pt x="51" y="142"/>
                    <a:pt x="58" y="148"/>
                  </a:cubicBezTo>
                  <a:cubicBezTo>
                    <a:pt x="65" y="153"/>
                    <a:pt x="62" y="157"/>
                    <a:pt x="63" y="168"/>
                  </a:cubicBezTo>
                  <a:cubicBezTo>
                    <a:pt x="63" y="180"/>
                    <a:pt x="60" y="183"/>
                    <a:pt x="51" y="189"/>
                  </a:cubicBezTo>
                  <a:cubicBezTo>
                    <a:pt x="42" y="194"/>
                    <a:pt x="39" y="196"/>
                    <a:pt x="37" y="204"/>
                  </a:cubicBezTo>
                  <a:cubicBezTo>
                    <a:pt x="35" y="209"/>
                    <a:pt x="23" y="209"/>
                    <a:pt x="16" y="208"/>
                  </a:cubicBezTo>
                  <a:cubicBezTo>
                    <a:pt x="16" y="208"/>
                    <a:pt x="16" y="208"/>
                    <a:pt x="16" y="208"/>
                  </a:cubicBezTo>
                  <a:cubicBezTo>
                    <a:pt x="15" y="209"/>
                    <a:pt x="15" y="209"/>
                    <a:pt x="14" y="210"/>
                  </a:cubicBezTo>
                  <a:cubicBezTo>
                    <a:pt x="14" y="210"/>
                    <a:pt x="14" y="210"/>
                    <a:pt x="14" y="210"/>
                  </a:cubicBezTo>
                  <a:cubicBezTo>
                    <a:pt x="13" y="211"/>
                    <a:pt x="13" y="211"/>
                    <a:pt x="12" y="212"/>
                  </a:cubicBezTo>
                  <a:cubicBezTo>
                    <a:pt x="2" y="220"/>
                    <a:pt x="2" y="233"/>
                    <a:pt x="13" y="240"/>
                  </a:cubicBezTo>
                  <a:cubicBezTo>
                    <a:pt x="24" y="247"/>
                    <a:pt x="25" y="256"/>
                    <a:pt x="27" y="263"/>
                  </a:cubicBezTo>
                  <a:cubicBezTo>
                    <a:pt x="29" y="270"/>
                    <a:pt x="39" y="280"/>
                    <a:pt x="37" y="295"/>
                  </a:cubicBezTo>
                  <a:cubicBezTo>
                    <a:pt x="35" y="310"/>
                    <a:pt x="42" y="322"/>
                    <a:pt x="35" y="333"/>
                  </a:cubicBezTo>
                  <a:cubicBezTo>
                    <a:pt x="28" y="344"/>
                    <a:pt x="29" y="354"/>
                    <a:pt x="35" y="359"/>
                  </a:cubicBezTo>
                  <a:cubicBezTo>
                    <a:pt x="41" y="364"/>
                    <a:pt x="47" y="375"/>
                    <a:pt x="42" y="385"/>
                  </a:cubicBezTo>
                  <a:cubicBezTo>
                    <a:pt x="37" y="395"/>
                    <a:pt x="35" y="402"/>
                    <a:pt x="30" y="404"/>
                  </a:cubicBezTo>
                  <a:cubicBezTo>
                    <a:pt x="25" y="406"/>
                    <a:pt x="19" y="419"/>
                    <a:pt x="26" y="426"/>
                  </a:cubicBezTo>
                  <a:cubicBezTo>
                    <a:pt x="33" y="433"/>
                    <a:pt x="35" y="436"/>
                    <a:pt x="36" y="445"/>
                  </a:cubicBezTo>
                  <a:cubicBezTo>
                    <a:pt x="37" y="454"/>
                    <a:pt x="43" y="467"/>
                    <a:pt x="31" y="469"/>
                  </a:cubicBezTo>
                  <a:cubicBezTo>
                    <a:pt x="19" y="471"/>
                    <a:pt x="20" y="481"/>
                    <a:pt x="13" y="483"/>
                  </a:cubicBezTo>
                  <a:cubicBezTo>
                    <a:pt x="6" y="485"/>
                    <a:pt x="0" y="496"/>
                    <a:pt x="11" y="507"/>
                  </a:cubicBezTo>
                  <a:cubicBezTo>
                    <a:pt x="22" y="518"/>
                    <a:pt x="29" y="536"/>
                    <a:pt x="36" y="540"/>
                  </a:cubicBezTo>
                  <a:cubicBezTo>
                    <a:pt x="43" y="544"/>
                    <a:pt x="49" y="553"/>
                    <a:pt x="49" y="570"/>
                  </a:cubicBezTo>
                  <a:cubicBezTo>
                    <a:pt x="49" y="587"/>
                    <a:pt x="57" y="612"/>
                    <a:pt x="84" y="613"/>
                  </a:cubicBezTo>
                  <a:cubicBezTo>
                    <a:pt x="111" y="614"/>
                    <a:pt x="136" y="616"/>
                    <a:pt x="143" y="626"/>
                  </a:cubicBezTo>
                  <a:cubicBezTo>
                    <a:pt x="148" y="633"/>
                    <a:pt x="164" y="662"/>
                    <a:pt x="172" y="678"/>
                  </a:cubicBezTo>
                  <a:cubicBezTo>
                    <a:pt x="173" y="678"/>
                    <a:pt x="173" y="678"/>
                    <a:pt x="174" y="678"/>
                  </a:cubicBezTo>
                  <a:cubicBezTo>
                    <a:pt x="175" y="678"/>
                    <a:pt x="176" y="678"/>
                    <a:pt x="176" y="678"/>
                  </a:cubicBezTo>
                  <a:cubicBezTo>
                    <a:pt x="207" y="678"/>
                    <a:pt x="214" y="686"/>
                    <a:pt x="226" y="691"/>
                  </a:cubicBezTo>
                  <a:cubicBezTo>
                    <a:pt x="238" y="696"/>
                    <a:pt x="267" y="690"/>
                    <a:pt x="279" y="704"/>
                  </a:cubicBezTo>
                  <a:cubicBezTo>
                    <a:pt x="291" y="719"/>
                    <a:pt x="300" y="734"/>
                    <a:pt x="312" y="735"/>
                  </a:cubicBezTo>
                  <a:cubicBezTo>
                    <a:pt x="324" y="736"/>
                    <a:pt x="319" y="726"/>
                    <a:pt x="343" y="719"/>
                  </a:cubicBezTo>
                  <a:cubicBezTo>
                    <a:pt x="345" y="719"/>
                    <a:pt x="346" y="718"/>
                    <a:pt x="347" y="718"/>
                  </a:cubicBezTo>
                  <a:cubicBezTo>
                    <a:pt x="348" y="718"/>
                    <a:pt x="348" y="717"/>
                    <a:pt x="349" y="717"/>
                  </a:cubicBezTo>
                  <a:cubicBezTo>
                    <a:pt x="349" y="717"/>
                    <a:pt x="350" y="717"/>
                    <a:pt x="351" y="716"/>
                  </a:cubicBezTo>
                  <a:cubicBezTo>
                    <a:pt x="352" y="716"/>
                    <a:pt x="352" y="716"/>
                    <a:pt x="352" y="716"/>
                  </a:cubicBezTo>
                  <a:cubicBezTo>
                    <a:pt x="353" y="715"/>
                    <a:pt x="353" y="715"/>
                    <a:pt x="354" y="715"/>
                  </a:cubicBezTo>
                  <a:cubicBezTo>
                    <a:pt x="354" y="715"/>
                    <a:pt x="355" y="715"/>
                    <a:pt x="355" y="714"/>
                  </a:cubicBezTo>
                  <a:cubicBezTo>
                    <a:pt x="356" y="714"/>
                    <a:pt x="356" y="714"/>
                    <a:pt x="356" y="714"/>
                  </a:cubicBezTo>
                  <a:cubicBezTo>
                    <a:pt x="357" y="713"/>
                    <a:pt x="357" y="713"/>
                    <a:pt x="358" y="713"/>
                  </a:cubicBezTo>
                  <a:cubicBezTo>
                    <a:pt x="358" y="713"/>
                    <a:pt x="358" y="712"/>
                    <a:pt x="359" y="712"/>
                  </a:cubicBezTo>
                  <a:cubicBezTo>
                    <a:pt x="359" y="712"/>
                    <a:pt x="359" y="712"/>
                    <a:pt x="360" y="711"/>
                  </a:cubicBezTo>
                  <a:cubicBezTo>
                    <a:pt x="360" y="711"/>
                    <a:pt x="360" y="711"/>
                    <a:pt x="361" y="710"/>
                  </a:cubicBezTo>
                  <a:cubicBezTo>
                    <a:pt x="361" y="710"/>
                    <a:pt x="361" y="710"/>
                    <a:pt x="362" y="710"/>
                  </a:cubicBezTo>
                  <a:cubicBezTo>
                    <a:pt x="362" y="709"/>
                    <a:pt x="362" y="709"/>
                    <a:pt x="362" y="709"/>
                  </a:cubicBezTo>
                  <a:cubicBezTo>
                    <a:pt x="363" y="709"/>
                    <a:pt x="363" y="708"/>
                    <a:pt x="363" y="708"/>
                  </a:cubicBezTo>
                  <a:cubicBezTo>
                    <a:pt x="364" y="708"/>
                    <a:pt x="364" y="708"/>
                    <a:pt x="364" y="707"/>
                  </a:cubicBezTo>
                  <a:cubicBezTo>
                    <a:pt x="365" y="707"/>
                    <a:pt x="365" y="707"/>
                    <a:pt x="365" y="707"/>
                  </a:cubicBezTo>
                  <a:cubicBezTo>
                    <a:pt x="365" y="707"/>
                    <a:pt x="365" y="706"/>
                    <a:pt x="366" y="706"/>
                  </a:cubicBezTo>
                  <a:cubicBezTo>
                    <a:pt x="366" y="706"/>
                    <a:pt x="366" y="705"/>
                    <a:pt x="367" y="705"/>
                  </a:cubicBezTo>
                  <a:cubicBezTo>
                    <a:pt x="367" y="705"/>
                    <a:pt x="367" y="705"/>
                    <a:pt x="367" y="704"/>
                  </a:cubicBezTo>
                  <a:cubicBezTo>
                    <a:pt x="368" y="704"/>
                    <a:pt x="368" y="704"/>
                    <a:pt x="368" y="703"/>
                  </a:cubicBezTo>
                  <a:cubicBezTo>
                    <a:pt x="369" y="703"/>
                    <a:pt x="369" y="703"/>
                    <a:pt x="369" y="703"/>
                  </a:cubicBezTo>
                  <a:cubicBezTo>
                    <a:pt x="370" y="702"/>
                    <a:pt x="370" y="702"/>
                    <a:pt x="370" y="702"/>
                  </a:cubicBezTo>
                  <a:cubicBezTo>
                    <a:pt x="371" y="702"/>
                    <a:pt x="371" y="701"/>
                    <a:pt x="371" y="701"/>
                  </a:cubicBezTo>
                  <a:cubicBezTo>
                    <a:pt x="372" y="701"/>
                    <a:pt x="372" y="700"/>
                    <a:pt x="373" y="700"/>
                  </a:cubicBezTo>
                  <a:cubicBezTo>
                    <a:pt x="373" y="700"/>
                    <a:pt x="373" y="700"/>
                    <a:pt x="374" y="700"/>
                  </a:cubicBezTo>
                  <a:cubicBezTo>
                    <a:pt x="374" y="699"/>
                    <a:pt x="375" y="699"/>
                    <a:pt x="375" y="699"/>
                  </a:cubicBezTo>
                  <a:cubicBezTo>
                    <a:pt x="376" y="698"/>
                    <a:pt x="376" y="698"/>
                    <a:pt x="376" y="698"/>
                  </a:cubicBezTo>
                  <a:cubicBezTo>
                    <a:pt x="377" y="698"/>
                    <a:pt x="378" y="697"/>
                    <a:pt x="379" y="697"/>
                  </a:cubicBezTo>
                  <a:cubicBezTo>
                    <a:pt x="379" y="697"/>
                    <a:pt x="379" y="697"/>
                    <a:pt x="379" y="697"/>
                  </a:cubicBezTo>
                  <a:cubicBezTo>
                    <a:pt x="380" y="696"/>
                    <a:pt x="382" y="695"/>
                    <a:pt x="383" y="695"/>
                  </a:cubicBezTo>
                  <a:cubicBezTo>
                    <a:pt x="404" y="687"/>
                    <a:pt x="415" y="670"/>
                    <a:pt x="443" y="686"/>
                  </a:cubicBezTo>
                  <a:cubicBezTo>
                    <a:pt x="468" y="700"/>
                    <a:pt x="861" y="902"/>
                    <a:pt x="932" y="939"/>
                  </a:cubicBezTo>
                  <a:cubicBezTo>
                    <a:pt x="932" y="912"/>
                    <a:pt x="932" y="912"/>
                    <a:pt x="932" y="912"/>
                  </a:cubicBezTo>
                  <a:cubicBezTo>
                    <a:pt x="998" y="910"/>
                    <a:pt x="998" y="910"/>
                    <a:pt x="998" y="910"/>
                  </a:cubicBezTo>
                  <a:cubicBezTo>
                    <a:pt x="998" y="910"/>
                    <a:pt x="998" y="910"/>
                    <a:pt x="998" y="910"/>
                  </a:cubicBezTo>
                  <a:cubicBezTo>
                    <a:pt x="998" y="909"/>
                    <a:pt x="998" y="909"/>
                    <a:pt x="998" y="907"/>
                  </a:cubicBezTo>
                  <a:cubicBezTo>
                    <a:pt x="998" y="896"/>
                    <a:pt x="998" y="852"/>
                    <a:pt x="999" y="791"/>
                  </a:cubicBezTo>
                  <a:cubicBezTo>
                    <a:pt x="999" y="787"/>
                    <a:pt x="999" y="783"/>
                    <a:pt x="999" y="779"/>
                  </a:cubicBezTo>
                  <a:cubicBezTo>
                    <a:pt x="999" y="707"/>
                    <a:pt x="999" y="616"/>
                    <a:pt x="999" y="531"/>
                  </a:cubicBezTo>
                  <a:cubicBezTo>
                    <a:pt x="999" y="531"/>
                    <a:pt x="999" y="531"/>
                    <a:pt x="999" y="530"/>
                  </a:cubicBezTo>
                  <a:cubicBezTo>
                    <a:pt x="999" y="528"/>
                    <a:pt x="999" y="525"/>
                    <a:pt x="999" y="522"/>
                  </a:cubicBezTo>
                  <a:cubicBezTo>
                    <a:pt x="999" y="520"/>
                    <a:pt x="999" y="519"/>
                    <a:pt x="999" y="517"/>
                  </a:cubicBezTo>
                  <a:cubicBezTo>
                    <a:pt x="999" y="512"/>
                    <a:pt x="999" y="506"/>
                    <a:pt x="999" y="501"/>
                  </a:cubicBezTo>
                  <a:cubicBezTo>
                    <a:pt x="999" y="500"/>
                    <a:pt x="999" y="500"/>
                    <a:pt x="999" y="499"/>
                  </a:cubicBezTo>
                  <a:cubicBezTo>
                    <a:pt x="999" y="493"/>
                    <a:pt x="999" y="487"/>
                    <a:pt x="999" y="481"/>
                  </a:cubicBezTo>
                  <a:cubicBezTo>
                    <a:pt x="999" y="481"/>
                    <a:pt x="999" y="480"/>
                    <a:pt x="999" y="479"/>
                  </a:cubicBezTo>
                  <a:cubicBezTo>
                    <a:pt x="999" y="474"/>
                    <a:pt x="999" y="469"/>
                    <a:pt x="999" y="463"/>
                  </a:cubicBezTo>
                  <a:cubicBezTo>
                    <a:pt x="999" y="461"/>
                    <a:pt x="999" y="458"/>
                    <a:pt x="999" y="455"/>
                  </a:cubicBezTo>
                  <a:cubicBezTo>
                    <a:pt x="999" y="454"/>
                    <a:pt x="999" y="454"/>
                    <a:pt x="999" y="453"/>
                  </a:cubicBezTo>
                  <a:cubicBezTo>
                    <a:pt x="999" y="452"/>
                    <a:pt x="999" y="450"/>
                    <a:pt x="999" y="449"/>
                  </a:cubicBezTo>
                  <a:cubicBezTo>
                    <a:pt x="999" y="447"/>
                    <a:pt x="999" y="446"/>
                    <a:pt x="999" y="444"/>
                  </a:cubicBezTo>
                  <a:cubicBezTo>
                    <a:pt x="999" y="443"/>
                    <a:pt x="999" y="442"/>
                    <a:pt x="999" y="441"/>
                  </a:cubicBezTo>
                  <a:cubicBezTo>
                    <a:pt x="999" y="439"/>
                    <a:pt x="999" y="438"/>
                    <a:pt x="999" y="437"/>
                  </a:cubicBezTo>
                  <a:cubicBezTo>
                    <a:pt x="999" y="434"/>
                    <a:pt x="999" y="431"/>
                    <a:pt x="999" y="429"/>
                  </a:cubicBezTo>
                  <a:cubicBezTo>
                    <a:pt x="999" y="428"/>
                    <a:pt x="999" y="427"/>
                    <a:pt x="999" y="426"/>
                  </a:cubicBezTo>
                  <a:cubicBezTo>
                    <a:pt x="999" y="425"/>
                    <a:pt x="999" y="423"/>
                    <a:pt x="999" y="421"/>
                  </a:cubicBezTo>
                  <a:cubicBezTo>
                    <a:pt x="999" y="420"/>
                    <a:pt x="999" y="419"/>
                    <a:pt x="999" y="418"/>
                  </a:cubicBezTo>
                  <a:cubicBezTo>
                    <a:pt x="999" y="417"/>
                    <a:pt x="999" y="416"/>
                    <a:pt x="999" y="415"/>
                  </a:cubicBezTo>
                  <a:cubicBezTo>
                    <a:pt x="999" y="412"/>
                    <a:pt x="999" y="410"/>
                    <a:pt x="999" y="408"/>
                  </a:cubicBezTo>
                  <a:cubicBezTo>
                    <a:pt x="999" y="406"/>
                    <a:pt x="999" y="405"/>
                    <a:pt x="999" y="403"/>
                  </a:cubicBezTo>
                  <a:cubicBezTo>
                    <a:pt x="999" y="402"/>
                    <a:pt x="999" y="402"/>
                    <a:pt x="999" y="401"/>
                  </a:cubicBezTo>
                  <a:cubicBezTo>
                    <a:pt x="999" y="396"/>
                    <a:pt x="999" y="390"/>
                    <a:pt x="999" y="385"/>
                  </a:cubicBezTo>
                  <a:cubicBezTo>
                    <a:pt x="999" y="385"/>
                    <a:pt x="999" y="385"/>
                    <a:pt x="999" y="385"/>
                  </a:cubicBezTo>
                  <a:cubicBezTo>
                    <a:pt x="999" y="383"/>
                    <a:pt x="999" y="381"/>
                    <a:pt x="999" y="379"/>
                  </a:cubicBezTo>
                  <a:cubicBezTo>
                    <a:pt x="999" y="379"/>
                    <a:pt x="999" y="378"/>
                    <a:pt x="999" y="377"/>
                  </a:cubicBezTo>
                  <a:cubicBezTo>
                    <a:pt x="999" y="375"/>
                    <a:pt x="999" y="373"/>
                    <a:pt x="999" y="371"/>
                  </a:cubicBezTo>
                  <a:cubicBezTo>
                    <a:pt x="999" y="370"/>
                    <a:pt x="999" y="368"/>
                    <a:pt x="999" y="367"/>
                  </a:cubicBezTo>
                  <a:cubicBezTo>
                    <a:pt x="999" y="366"/>
                    <a:pt x="999" y="364"/>
                    <a:pt x="999" y="363"/>
                  </a:cubicBezTo>
                  <a:cubicBezTo>
                    <a:pt x="999" y="362"/>
                    <a:pt x="999" y="362"/>
                    <a:pt x="999" y="362"/>
                  </a:cubicBezTo>
                  <a:cubicBezTo>
                    <a:pt x="999" y="357"/>
                    <a:pt x="999" y="353"/>
                    <a:pt x="999" y="349"/>
                  </a:cubicBezTo>
                  <a:cubicBezTo>
                    <a:pt x="999" y="348"/>
                    <a:pt x="999" y="347"/>
                    <a:pt x="999" y="347"/>
                  </a:cubicBezTo>
                  <a:cubicBezTo>
                    <a:pt x="999" y="345"/>
                    <a:pt x="999" y="344"/>
                    <a:pt x="999" y="343"/>
                  </a:cubicBezTo>
                  <a:cubicBezTo>
                    <a:pt x="999" y="342"/>
                    <a:pt x="999" y="342"/>
                    <a:pt x="999" y="342"/>
                  </a:cubicBezTo>
                  <a:cubicBezTo>
                    <a:pt x="999" y="338"/>
                    <a:pt x="999" y="334"/>
                    <a:pt x="999" y="329"/>
                  </a:cubicBezTo>
                  <a:cubicBezTo>
                    <a:pt x="999" y="328"/>
                    <a:pt x="999" y="328"/>
                    <a:pt x="999" y="328"/>
                  </a:cubicBezTo>
                  <a:cubicBezTo>
                    <a:pt x="999" y="326"/>
                    <a:pt x="999" y="325"/>
                    <a:pt x="999" y="323"/>
                  </a:cubicBezTo>
                  <a:cubicBezTo>
                    <a:pt x="999" y="322"/>
                    <a:pt x="999" y="321"/>
                    <a:pt x="999" y="320"/>
                  </a:cubicBezTo>
                  <a:cubicBezTo>
                    <a:pt x="999" y="320"/>
                    <a:pt x="999" y="319"/>
                    <a:pt x="999" y="318"/>
                  </a:cubicBezTo>
                  <a:cubicBezTo>
                    <a:pt x="999" y="317"/>
                    <a:pt x="999" y="316"/>
                    <a:pt x="999" y="316"/>
                  </a:cubicBezTo>
                  <a:cubicBezTo>
                    <a:pt x="999" y="315"/>
                    <a:pt x="999" y="314"/>
                    <a:pt x="999" y="313"/>
                  </a:cubicBezTo>
                  <a:cubicBezTo>
                    <a:pt x="999" y="312"/>
                    <a:pt x="999" y="311"/>
                    <a:pt x="999" y="309"/>
                  </a:cubicBezTo>
                  <a:cubicBezTo>
                    <a:pt x="999" y="308"/>
                    <a:pt x="999" y="308"/>
                    <a:pt x="999" y="308"/>
                  </a:cubicBezTo>
                  <a:cubicBezTo>
                    <a:pt x="999" y="307"/>
                    <a:pt x="999" y="306"/>
                    <a:pt x="999" y="305"/>
                  </a:cubicBezTo>
                  <a:cubicBezTo>
                    <a:pt x="999" y="305"/>
                    <a:pt x="999" y="304"/>
                    <a:pt x="999" y="303"/>
                  </a:cubicBezTo>
                  <a:cubicBezTo>
                    <a:pt x="999" y="303"/>
                    <a:pt x="999" y="302"/>
                    <a:pt x="999" y="301"/>
                  </a:cubicBezTo>
                  <a:cubicBezTo>
                    <a:pt x="999" y="300"/>
                    <a:pt x="999" y="300"/>
                    <a:pt x="999" y="299"/>
                  </a:cubicBezTo>
                  <a:cubicBezTo>
                    <a:pt x="999" y="298"/>
                    <a:pt x="999" y="297"/>
                    <a:pt x="999" y="296"/>
                  </a:cubicBezTo>
                  <a:cubicBezTo>
                    <a:pt x="999" y="295"/>
                    <a:pt x="999" y="295"/>
                    <a:pt x="999" y="295"/>
                  </a:cubicBezTo>
                  <a:cubicBezTo>
                    <a:pt x="999" y="294"/>
                    <a:pt x="999" y="293"/>
                    <a:pt x="999" y="293"/>
                  </a:cubicBezTo>
                  <a:cubicBezTo>
                    <a:pt x="999" y="292"/>
                    <a:pt x="999" y="292"/>
                    <a:pt x="999" y="291"/>
                  </a:cubicBezTo>
                  <a:cubicBezTo>
                    <a:pt x="999" y="291"/>
                    <a:pt x="999" y="290"/>
                    <a:pt x="999" y="289"/>
                  </a:cubicBezTo>
                  <a:cubicBezTo>
                    <a:pt x="999" y="288"/>
                    <a:pt x="999" y="288"/>
                    <a:pt x="999" y="288"/>
                  </a:cubicBezTo>
                  <a:cubicBezTo>
                    <a:pt x="999" y="287"/>
                    <a:pt x="999" y="287"/>
                    <a:pt x="999" y="286"/>
                  </a:cubicBezTo>
                  <a:cubicBezTo>
                    <a:pt x="999" y="285"/>
                    <a:pt x="999" y="285"/>
                    <a:pt x="999" y="285"/>
                  </a:cubicBezTo>
                  <a:cubicBezTo>
                    <a:pt x="998" y="284"/>
                    <a:pt x="998" y="284"/>
                    <a:pt x="998" y="283"/>
                  </a:cubicBezTo>
                  <a:cubicBezTo>
                    <a:pt x="998" y="283"/>
                    <a:pt x="998" y="283"/>
                    <a:pt x="998" y="283"/>
                  </a:cubicBezTo>
                  <a:cubicBezTo>
                    <a:pt x="998" y="282"/>
                    <a:pt x="998" y="282"/>
                    <a:pt x="998" y="281"/>
                  </a:cubicBezTo>
                  <a:cubicBezTo>
                    <a:pt x="998" y="281"/>
                    <a:pt x="998" y="281"/>
                    <a:pt x="998" y="280"/>
                  </a:cubicBezTo>
                  <a:cubicBezTo>
                    <a:pt x="998" y="280"/>
                    <a:pt x="998" y="280"/>
                    <a:pt x="998" y="279"/>
                  </a:cubicBezTo>
                  <a:cubicBezTo>
                    <a:pt x="998" y="279"/>
                    <a:pt x="998" y="279"/>
                    <a:pt x="998" y="279"/>
                  </a:cubicBezTo>
                  <a:cubicBezTo>
                    <a:pt x="998" y="278"/>
                    <a:pt x="998" y="278"/>
                    <a:pt x="998" y="278"/>
                  </a:cubicBezTo>
                  <a:cubicBezTo>
                    <a:pt x="998" y="277"/>
                    <a:pt x="998" y="277"/>
                    <a:pt x="998" y="277"/>
                  </a:cubicBezTo>
                  <a:cubicBezTo>
                    <a:pt x="998" y="277"/>
                    <a:pt x="998" y="277"/>
                    <a:pt x="998" y="277"/>
                  </a:cubicBezTo>
                  <a:cubicBezTo>
                    <a:pt x="998" y="277"/>
                    <a:pt x="998" y="277"/>
                    <a:pt x="998" y="276"/>
                  </a:cubicBezTo>
                  <a:cubicBezTo>
                    <a:pt x="998" y="276"/>
                    <a:pt x="998" y="276"/>
                    <a:pt x="998" y="276"/>
                  </a:cubicBezTo>
                  <a:cubicBezTo>
                    <a:pt x="995" y="267"/>
                    <a:pt x="998" y="251"/>
                    <a:pt x="991" y="248"/>
                  </a:cubicBezTo>
                  <a:cubicBezTo>
                    <a:pt x="984" y="245"/>
                    <a:pt x="988" y="234"/>
                    <a:pt x="983" y="224"/>
                  </a:cubicBezTo>
                  <a:cubicBezTo>
                    <a:pt x="978" y="214"/>
                    <a:pt x="994" y="208"/>
                    <a:pt x="994" y="204"/>
                  </a:cubicBezTo>
                  <a:cubicBezTo>
                    <a:pt x="994" y="200"/>
                    <a:pt x="995" y="188"/>
                    <a:pt x="1002" y="185"/>
                  </a:cubicBezTo>
                  <a:cubicBezTo>
                    <a:pt x="1009" y="182"/>
                    <a:pt x="1004" y="173"/>
                    <a:pt x="998" y="169"/>
                  </a:cubicBezTo>
                  <a:cubicBezTo>
                    <a:pt x="992" y="165"/>
                    <a:pt x="998" y="156"/>
                    <a:pt x="989" y="149"/>
                  </a:cubicBezTo>
                  <a:cubicBezTo>
                    <a:pt x="980" y="142"/>
                    <a:pt x="987" y="133"/>
                    <a:pt x="994" y="131"/>
                  </a:cubicBezTo>
                  <a:cubicBezTo>
                    <a:pt x="1001" y="129"/>
                    <a:pt x="999" y="121"/>
                    <a:pt x="1003" y="119"/>
                  </a:cubicBezTo>
                  <a:cubicBezTo>
                    <a:pt x="1004" y="118"/>
                    <a:pt x="1006" y="115"/>
                    <a:pt x="1007" y="112"/>
                  </a:cubicBezTo>
                  <a:cubicBezTo>
                    <a:pt x="997" y="101"/>
                    <a:pt x="991" y="87"/>
                    <a:pt x="976" y="87"/>
                  </a:cubicBezTo>
                  <a:cubicBezTo>
                    <a:pt x="957" y="87"/>
                    <a:pt x="949" y="95"/>
                    <a:pt x="936" y="86"/>
                  </a:cubicBezTo>
                  <a:cubicBezTo>
                    <a:pt x="924" y="77"/>
                    <a:pt x="905" y="73"/>
                    <a:pt x="893" y="73"/>
                  </a:cubicBezTo>
                  <a:cubicBezTo>
                    <a:pt x="882" y="73"/>
                    <a:pt x="896" y="47"/>
                    <a:pt x="863" y="40"/>
                  </a:cubicBezTo>
                  <a:cubicBezTo>
                    <a:pt x="831" y="32"/>
                    <a:pt x="816" y="18"/>
                    <a:pt x="788" y="26"/>
                  </a:cubicBezTo>
                  <a:cubicBezTo>
                    <a:pt x="760" y="33"/>
                    <a:pt x="718" y="42"/>
                    <a:pt x="708" y="57"/>
                  </a:cubicBezTo>
                  <a:cubicBezTo>
                    <a:pt x="697" y="72"/>
                    <a:pt x="676" y="77"/>
                    <a:pt x="676" y="92"/>
                  </a:cubicBezTo>
                  <a:cubicBezTo>
                    <a:pt x="676" y="108"/>
                    <a:pt x="675" y="118"/>
                    <a:pt x="683" y="131"/>
                  </a:cubicBezTo>
                  <a:cubicBezTo>
                    <a:pt x="690" y="144"/>
                    <a:pt x="702" y="153"/>
                    <a:pt x="686" y="170"/>
                  </a:cubicBezTo>
                  <a:cubicBezTo>
                    <a:pt x="670" y="187"/>
                    <a:pt x="649" y="220"/>
                    <a:pt x="626" y="209"/>
                  </a:cubicBezTo>
                  <a:cubicBezTo>
                    <a:pt x="602" y="197"/>
                    <a:pt x="563" y="160"/>
                    <a:pt x="526" y="153"/>
                  </a:cubicBezTo>
                  <a:cubicBezTo>
                    <a:pt x="488" y="145"/>
                    <a:pt x="477" y="141"/>
                    <a:pt x="456" y="141"/>
                  </a:cubicBezTo>
                  <a:cubicBezTo>
                    <a:pt x="434" y="141"/>
                    <a:pt x="415" y="151"/>
                    <a:pt x="404" y="125"/>
                  </a:cubicBezTo>
                  <a:cubicBezTo>
                    <a:pt x="394" y="99"/>
                    <a:pt x="396" y="66"/>
                    <a:pt x="369" y="59"/>
                  </a:cubicBezTo>
                  <a:cubicBezTo>
                    <a:pt x="342" y="53"/>
                    <a:pt x="337" y="52"/>
                    <a:pt x="321" y="41"/>
                  </a:cubicBezTo>
                  <a:cubicBezTo>
                    <a:pt x="304" y="30"/>
                    <a:pt x="280" y="20"/>
                    <a:pt x="258" y="25"/>
                  </a:cubicBezTo>
                  <a:cubicBezTo>
                    <a:pt x="237" y="29"/>
                    <a:pt x="211" y="34"/>
                    <a:pt x="192" y="24"/>
                  </a:cubicBezTo>
                  <a:cubicBezTo>
                    <a:pt x="174" y="14"/>
                    <a:pt x="158" y="3"/>
                    <a:pt x="142" y="0"/>
                  </a:cubicBezTo>
                  <a:cubicBezTo>
                    <a:pt x="141" y="16"/>
                    <a:pt x="139" y="52"/>
                    <a:pt x="138" y="59"/>
                  </a:cubicBezTo>
                  <a:cubicBezTo>
                    <a:pt x="135" y="68"/>
                    <a:pt x="121" y="74"/>
                    <a:pt x="106" y="79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36" name="Freeform 135"/>
            <p:cNvSpPr>
              <a:spLocks/>
            </p:cNvSpPr>
            <p:nvPr/>
          </p:nvSpPr>
          <p:spPr bwMode="auto">
            <a:xfrm>
              <a:off x="2830513" y="2073276"/>
              <a:ext cx="171450" cy="180975"/>
            </a:xfrm>
            <a:custGeom>
              <a:avLst/>
              <a:gdLst>
                <a:gd name="T0" fmla="*/ 133 w 188"/>
                <a:gd name="T1" fmla="*/ 180 h 198"/>
                <a:gd name="T2" fmla="*/ 149 w 188"/>
                <a:gd name="T3" fmla="*/ 161 h 198"/>
                <a:gd name="T4" fmla="*/ 166 w 188"/>
                <a:gd name="T5" fmla="*/ 145 h 198"/>
                <a:gd name="T6" fmla="*/ 186 w 188"/>
                <a:gd name="T7" fmla="*/ 121 h 198"/>
                <a:gd name="T8" fmla="*/ 187 w 188"/>
                <a:gd name="T9" fmla="*/ 119 h 198"/>
                <a:gd name="T10" fmla="*/ 187 w 188"/>
                <a:gd name="T11" fmla="*/ 119 h 198"/>
                <a:gd name="T12" fmla="*/ 187 w 188"/>
                <a:gd name="T13" fmla="*/ 117 h 198"/>
                <a:gd name="T14" fmla="*/ 187 w 188"/>
                <a:gd name="T15" fmla="*/ 117 h 198"/>
                <a:gd name="T16" fmla="*/ 188 w 188"/>
                <a:gd name="T17" fmla="*/ 115 h 198"/>
                <a:gd name="T18" fmla="*/ 188 w 188"/>
                <a:gd name="T19" fmla="*/ 115 h 198"/>
                <a:gd name="T20" fmla="*/ 187 w 188"/>
                <a:gd name="T21" fmla="*/ 113 h 198"/>
                <a:gd name="T22" fmla="*/ 187 w 188"/>
                <a:gd name="T23" fmla="*/ 113 h 198"/>
                <a:gd name="T24" fmla="*/ 187 w 188"/>
                <a:gd name="T25" fmla="*/ 112 h 198"/>
                <a:gd name="T26" fmla="*/ 187 w 188"/>
                <a:gd name="T27" fmla="*/ 111 h 198"/>
                <a:gd name="T28" fmla="*/ 186 w 188"/>
                <a:gd name="T29" fmla="*/ 110 h 198"/>
                <a:gd name="T30" fmla="*/ 186 w 188"/>
                <a:gd name="T31" fmla="*/ 109 h 198"/>
                <a:gd name="T32" fmla="*/ 186 w 188"/>
                <a:gd name="T33" fmla="*/ 108 h 198"/>
                <a:gd name="T34" fmla="*/ 185 w 188"/>
                <a:gd name="T35" fmla="*/ 108 h 198"/>
                <a:gd name="T36" fmla="*/ 185 w 188"/>
                <a:gd name="T37" fmla="*/ 107 h 198"/>
                <a:gd name="T38" fmla="*/ 184 w 188"/>
                <a:gd name="T39" fmla="*/ 106 h 198"/>
                <a:gd name="T40" fmla="*/ 184 w 188"/>
                <a:gd name="T41" fmla="*/ 105 h 198"/>
                <a:gd name="T42" fmla="*/ 183 w 188"/>
                <a:gd name="T43" fmla="*/ 105 h 198"/>
                <a:gd name="T44" fmla="*/ 182 w 188"/>
                <a:gd name="T45" fmla="*/ 104 h 198"/>
                <a:gd name="T46" fmla="*/ 182 w 188"/>
                <a:gd name="T47" fmla="*/ 103 h 198"/>
                <a:gd name="T48" fmla="*/ 181 w 188"/>
                <a:gd name="T49" fmla="*/ 102 h 198"/>
                <a:gd name="T50" fmla="*/ 181 w 188"/>
                <a:gd name="T51" fmla="*/ 102 h 198"/>
                <a:gd name="T52" fmla="*/ 180 w 188"/>
                <a:gd name="T53" fmla="*/ 101 h 198"/>
                <a:gd name="T54" fmla="*/ 180 w 188"/>
                <a:gd name="T55" fmla="*/ 101 h 198"/>
                <a:gd name="T56" fmla="*/ 178 w 188"/>
                <a:gd name="T57" fmla="*/ 99 h 198"/>
                <a:gd name="T58" fmla="*/ 177 w 188"/>
                <a:gd name="T59" fmla="*/ 98 h 198"/>
                <a:gd name="T60" fmla="*/ 173 w 188"/>
                <a:gd name="T61" fmla="*/ 66 h 198"/>
                <a:gd name="T62" fmla="*/ 162 w 188"/>
                <a:gd name="T63" fmla="*/ 49 h 198"/>
                <a:gd name="T64" fmla="*/ 151 w 188"/>
                <a:gd name="T65" fmla="*/ 24 h 198"/>
                <a:gd name="T66" fmla="*/ 131 w 188"/>
                <a:gd name="T67" fmla="*/ 6 h 198"/>
                <a:gd name="T68" fmla="*/ 105 w 188"/>
                <a:gd name="T69" fmla="*/ 2 h 198"/>
                <a:gd name="T70" fmla="*/ 84 w 188"/>
                <a:gd name="T71" fmla="*/ 9 h 198"/>
                <a:gd name="T72" fmla="*/ 61 w 188"/>
                <a:gd name="T73" fmla="*/ 10 h 198"/>
                <a:gd name="T74" fmla="*/ 45 w 188"/>
                <a:gd name="T75" fmla="*/ 21 h 198"/>
                <a:gd name="T76" fmla="*/ 29 w 188"/>
                <a:gd name="T77" fmla="*/ 44 h 198"/>
                <a:gd name="T78" fmla="*/ 15 w 188"/>
                <a:gd name="T79" fmla="*/ 59 h 198"/>
                <a:gd name="T80" fmla="*/ 0 w 188"/>
                <a:gd name="T81" fmla="*/ 64 h 198"/>
                <a:gd name="T82" fmla="*/ 4 w 188"/>
                <a:gd name="T83" fmla="*/ 84 h 198"/>
                <a:gd name="T84" fmla="*/ 44 w 188"/>
                <a:gd name="T85" fmla="*/ 155 h 198"/>
                <a:gd name="T86" fmla="*/ 97 w 188"/>
                <a:gd name="T87" fmla="*/ 188 h 198"/>
                <a:gd name="T88" fmla="*/ 116 w 188"/>
                <a:gd name="T89" fmla="*/ 198 h 198"/>
                <a:gd name="T90" fmla="*/ 133 w 188"/>
                <a:gd name="T91" fmla="*/ 180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8" h="198">
                  <a:moveTo>
                    <a:pt x="133" y="180"/>
                  </a:moveTo>
                  <a:cubicBezTo>
                    <a:pt x="136" y="175"/>
                    <a:pt x="143" y="164"/>
                    <a:pt x="149" y="161"/>
                  </a:cubicBezTo>
                  <a:cubicBezTo>
                    <a:pt x="155" y="158"/>
                    <a:pt x="165" y="152"/>
                    <a:pt x="166" y="145"/>
                  </a:cubicBezTo>
                  <a:cubicBezTo>
                    <a:pt x="167" y="138"/>
                    <a:pt x="180" y="132"/>
                    <a:pt x="186" y="121"/>
                  </a:cubicBezTo>
                  <a:cubicBezTo>
                    <a:pt x="186" y="120"/>
                    <a:pt x="187" y="120"/>
                    <a:pt x="187" y="119"/>
                  </a:cubicBezTo>
                  <a:cubicBezTo>
                    <a:pt x="187" y="119"/>
                    <a:pt x="187" y="119"/>
                    <a:pt x="187" y="119"/>
                  </a:cubicBezTo>
                  <a:cubicBezTo>
                    <a:pt x="187" y="118"/>
                    <a:pt x="187" y="118"/>
                    <a:pt x="187" y="117"/>
                  </a:cubicBezTo>
                  <a:cubicBezTo>
                    <a:pt x="187" y="117"/>
                    <a:pt x="187" y="117"/>
                    <a:pt x="187" y="117"/>
                  </a:cubicBezTo>
                  <a:cubicBezTo>
                    <a:pt x="188" y="116"/>
                    <a:pt x="188" y="116"/>
                    <a:pt x="188" y="115"/>
                  </a:cubicBezTo>
                  <a:cubicBezTo>
                    <a:pt x="188" y="115"/>
                    <a:pt x="188" y="115"/>
                    <a:pt x="188" y="115"/>
                  </a:cubicBezTo>
                  <a:cubicBezTo>
                    <a:pt x="188" y="114"/>
                    <a:pt x="188" y="114"/>
                    <a:pt x="187" y="113"/>
                  </a:cubicBezTo>
                  <a:cubicBezTo>
                    <a:pt x="187" y="113"/>
                    <a:pt x="187" y="113"/>
                    <a:pt x="187" y="113"/>
                  </a:cubicBezTo>
                  <a:cubicBezTo>
                    <a:pt x="187" y="112"/>
                    <a:pt x="187" y="112"/>
                    <a:pt x="187" y="112"/>
                  </a:cubicBezTo>
                  <a:cubicBezTo>
                    <a:pt x="187" y="111"/>
                    <a:pt x="187" y="111"/>
                    <a:pt x="187" y="111"/>
                  </a:cubicBezTo>
                  <a:cubicBezTo>
                    <a:pt x="187" y="111"/>
                    <a:pt x="187" y="110"/>
                    <a:pt x="186" y="110"/>
                  </a:cubicBezTo>
                  <a:cubicBezTo>
                    <a:pt x="186" y="110"/>
                    <a:pt x="186" y="110"/>
                    <a:pt x="186" y="109"/>
                  </a:cubicBezTo>
                  <a:cubicBezTo>
                    <a:pt x="186" y="108"/>
                    <a:pt x="186" y="108"/>
                    <a:pt x="186" y="108"/>
                  </a:cubicBezTo>
                  <a:cubicBezTo>
                    <a:pt x="185" y="108"/>
                    <a:pt x="185" y="108"/>
                    <a:pt x="185" y="108"/>
                  </a:cubicBezTo>
                  <a:cubicBezTo>
                    <a:pt x="185" y="107"/>
                    <a:pt x="185" y="107"/>
                    <a:pt x="185" y="107"/>
                  </a:cubicBezTo>
                  <a:cubicBezTo>
                    <a:pt x="185" y="106"/>
                    <a:pt x="185" y="106"/>
                    <a:pt x="184" y="106"/>
                  </a:cubicBezTo>
                  <a:cubicBezTo>
                    <a:pt x="184" y="105"/>
                    <a:pt x="184" y="105"/>
                    <a:pt x="184" y="105"/>
                  </a:cubicBezTo>
                  <a:cubicBezTo>
                    <a:pt x="184" y="105"/>
                    <a:pt x="184" y="105"/>
                    <a:pt x="183" y="105"/>
                  </a:cubicBezTo>
                  <a:cubicBezTo>
                    <a:pt x="183" y="104"/>
                    <a:pt x="183" y="104"/>
                    <a:pt x="182" y="104"/>
                  </a:cubicBezTo>
                  <a:cubicBezTo>
                    <a:pt x="182" y="103"/>
                    <a:pt x="182" y="103"/>
                    <a:pt x="182" y="103"/>
                  </a:cubicBezTo>
                  <a:cubicBezTo>
                    <a:pt x="182" y="103"/>
                    <a:pt x="182" y="103"/>
                    <a:pt x="181" y="102"/>
                  </a:cubicBezTo>
                  <a:cubicBezTo>
                    <a:pt x="181" y="102"/>
                    <a:pt x="181" y="102"/>
                    <a:pt x="181" y="102"/>
                  </a:cubicBezTo>
                  <a:cubicBezTo>
                    <a:pt x="181" y="102"/>
                    <a:pt x="181" y="102"/>
                    <a:pt x="180" y="101"/>
                  </a:cubicBezTo>
                  <a:cubicBezTo>
                    <a:pt x="180" y="101"/>
                    <a:pt x="180" y="101"/>
                    <a:pt x="180" y="101"/>
                  </a:cubicBezTo>
                  <a:cubicBezTo>
                    <a:pt x="179" y="100"/>
                    <a:pt x="179" y="100"/>
                    <a:pt x="178" y="99"/>
                  </a:cubicBezTo>
                  <a:cubicBezTo>
                    <a:pt x="177" y="99"/>
                    <a:pt x="177" y="98"/>
                    <a:pt x="177" y="98"/>
                  </a:cubicBezTo>
                  <a:cubicBezTo>
                    <a:pt x="174" y="94"/>
                    <a:pt x="175" y="70"/>
                    <a:pt x="173" y="66"/>
                  </a:cubicBezTo>
                  <a:cubicBezTo>
                    <a:pt x="172" y="61"/>
                    <a:pt x="169" y="54"/>
                    <a:pt x="162" y="49"/>
                  </a:cubicBezTo>
                  <a:cubicBezTo>
                    <a:pt x="155" y="44"/>
                    <a:pt x="152" y="32"/>
                    <a:pt x="151" y="24"/>
                  </a:cubicBezTo>
                  <a:cubicBezTo>
                    <a:pt x="149" y="17"/>
                    <a:pt x="135" y="13"/>
                    <a:pt x="131" y="6"/>
                  </a:cubicBezTo>
                  <a:cubicBezTo>
                    <a:pt x="128" y="0"/>
                    <a:pt x="112" y="2"/>
                    <a:pt x="105" y="2"/>
                  </a:cubicBezTo>
                  <a:cubicBezTo>
                    <a:pt x="99" y="2"/>
                    <a:pt x="90" y="4"/>
                    <a:pt x="84" y="9"/>
                  </a:cubicBezTo>
                  <a:cubicBezTo>
                    <a:pt x="78" y="14"/>
                    <a:pt x="72" y="14"/>
                    <a:pt x="61" y="10"/>
                  </a:cubicBezTo>
                  <a:cubicBezTo>
                    <a:pt x="51" y="7"/>
                    <a:pt x="47" y="10"/>
                    <a:pt x="45" y="21"/>
                  </a:cubicBezTo>
                  <a:cubicBezTo>
                    <a:pt x="43" y="32"/>
                    <a:pt x="38" y="40"/>
                    <a:pt x="29" y="44"/>
                  </a:cubicBezTo>
                  <a:cubicBezTo>
                    <a:pt x="19" y="48"/>
                    <a:pt x="20" y="51"/>
                    <a:pt x="15" y="59"/>
                  </a:cubicBezTo>
                  <a:cubicBezTo>
                    <a:pt x="12" y="63"/>
                    <a:pt x="5" y="64"/>
                    <a:pt x="0" y="64"/>
                  </a:cubicBezTo>
                  <a:cubicBezTo>
                    <a:pt x="1" y="70"/>
                    <a:pt x="2" y="77"/>
                    <a:pt x="4" y="84"/>
                  </a:cubicBezTo>
                  <a:cubicBezTo>
                    <a:pt x="10" y="116"/>
                    <a:pt x="20" y="148"/>
                    <a:pt x="44" y="155"/>
                  </a:cubicBezTo>
                  <a:cubicBezTo>
                    <a:pt x="67" y="163"/>
                    <a:pt x="75" y="178"/>
                    <a:pt x="97" y="188"/>
                  </a:cubicBezTo>
                  <a:cubicBezTo>
                    <a:pt x="104" y="191"/>
                    <a:pt x="110" y="194"/>
                    <a:pt x="116" y="198"/>
                  </a:cubicBezTo>
                  <a:cubicBezTo>
                    <a:pt x="122" y="188"/>
                    <a:pt x="130" y="185"/>
                    <a:pt x="133" y="180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37" name="Freeform 136"/>
            <p:cNvSpPr>
              <a:spLocks/>
            </p:cNvSpPr>
            <p:nvPr/>
          </p:nvSpPr>
          <p:spPr bwMode="auto">
            <a:xfrm>
              <a:off x="2733675" y="1917701"/>
              <a:ext cx="423863" cy="330200"/>
            </a:xfrm>
            <a:custGeom>
              <a:avLst/>
              <a:gdLst>
                <a:gd name="T0" fmla="*/ 135 w 466"/>
                <a:gd name="T1" fmla="*/ 215 h 363"/>
                <a:gd name="T2" fmla="*/ 167 w 466"/>
                <a:gd name="T3" fmla="*/ 181 h 363"/>
                <a:gd name="T4" fmla="*/ 211 w 466"/>
                <a:gd name="T5" fmla="*/ 173 h 363"/>
                <a:gd name="T6" fmla="*/ 257 w 466"/>
                <a:gd name="T7" fmla="*/ 195 h 363"/>
                <a:gd name="T8" fmla="*/ 279 w 466"/>
                <a:gd name="T9" fmla="*/ 237 h 363"/>
                <a:gd name="T10" fmla="*/ 284 w 466"/>
                <a:gd name="T11" fmla="*/ 270 h 363"/>
                <a:gd name="T12" fmla="*/ 296 w 466"/>
                <a:gd name="T13" fmla="*/ 269 h 363"/>
                <a:gd name="T14" fmla="*/ 336 w 466"/>
                <a:gd name="T15" fmla="*/ 270 h 363"/>
                <a:gd name="T16" fmla="*/ 349 w 466"/>
                <a:gd name="T17" fmla="*/ 308 h 363"/>
                <a:gd name="T18" fmla="*/ 351 w 466"/>
                <a:gd name="T19" fmla="*/ 345 h 363"/>
                <a:gd name="T20" fmla="*/ 393 w 466"/>
                <a:gd name="T21" fmla="*/ 341 h 363"/>
                <a:gd name="T22" fmla="*/ 406 w 466"/>
                <a:gd name="T23" fmla="*/ 327 h 363"/>
                <a:gd name="T24" fmla="*/ 408 w 466"/>
                <a:gd name="T25" fmla="*/ 328 h 363"/>
                <a:gd name="T26" fmla="*/ 409 w 466"/>
                <a:gd name="T27" fmla="*/ 330 h 363"/>
                <a:gd name="T28" fmla="*/ 416 w 466"/>
                <a:gd name="T29" fmla="*/ 339 h 363"/>
                <a:gd name="T30" fmla="*/ 432 w 466"/>
                <a:gd name="T31" fmla="*/ 325 h 363"/>
                <a:gd name="T32" fmla="*/ 447 w 466"/>
                <a:gd name="T33" fmla="*/ 303 h 363"/>
                <a:gd name="T34" fmla="*/ 432 w 466"/>
                <a:gd name="T35" fmla="*/ 274 h 363"/>
                <a:gd name="T36" fmla="*/ 464 w 466"/>
                <a:gd name="T37" fmla="*/ 277 h 363"/>
                <a:gd name="T38" fmla="*/ 447 w 466"/>
                <a:gd name="T39" fmla="*/ 252 h 363"/>
                <a:gd name="T40" fmla="*/ 453 w 466"/>
                <a:gd name="T41" fmla="*/ 227 h 363"/>
                <a:gd name="T42" fmla="*/ 429 w 466"/>
                <a:gd name="T43" fmla="*/ 199 h 363"/>
                <a:gd name="T44" fmla="*/ 436 w 466"/>
                <a:gd name="T45" fmla="*/ 156 h 363"/>
                <a:gd name="T46" fmla="*/ 426 w 466"/>
                <a:gd name="T47" fmla="*/ 139 h 363"/>
                <a:gd name="T48" fmla="*/ 405 w 466"/>
                <a:gd name="T49" fmla="*/ 110 h 363"/>
                <a:gd name="T50" fmla="*/ 407 w 466"/>
                <a:gd name="T51" fmla="*/ 80 h 363"/>
                <a:gd name="T52" fmla="*/ 388 w 466"/>
                <a:gd name="T53" fmla="*/ 44 h 363"/>
                <a:gd name="T54" fmla="*/ 358 w 466"/>
                <a:gd name="T55" fmla="*/ 22 h 363"/>
                <a:gd name="T56" fmla="*/ 332 w 466"/>
                <a:gd name="T57" fmla="*/ 46 h 363"/>
                <a:gd name="T58" fmla="*/ 296 w 466"/>
                <a:gd name="T59" fmla="*/ 33 h 363"/>
                <a:gd name="T60" fmla="*/ 268 w 466"/>
                <a:gd name="T61" fmla="*/ 52 h 363"/>
                <a:gd name="T62" fmla="*/ 247 w 466"/>
                <a:gd name="T63" fmla="*/ 40 h 363"/>
                <a:gd name="T64" fmla="*/ 221 w 466"/>
                <a:gd name="T65" fmla="*/ 24 h 363"/>
                <a:gd name="T66" fmla="*/ 220 w 466"/>
                <a:gd name="T67" fmla="*/ 21 h 363"/>
                <a:gd name="T68" fmla="*/ 218 w 466"/>
                <a:gd name="T69" fmla="*/ 20 h 363"/>
                <a:gd name="T70" fmla="*/ 217 w 466"/>
                <a:gd name="T71" fmla="*/ 19 h 363"/>
                <a:gd name="T72" fmla="*/ 215 w 466"/>
                <a:gd name="T73" fmla="*/ 19 h 363"/>
                <a:gd name="T74" fmla="*/ 212 w 466"/>
                <a:gd name="T75" fmla="*/ 18 h 363"/>
                <a:gd name="T76" fmla="*/ 210 w 466"/>
                <a:gd name="T77" fmla="*/ 18 h 363"/>
                <a:gd name="T78" fmla="*/ 207 w 466"/>
                <a:gd name="T79" fmla="*/ 18 h 363"/>
                <a:gd name="T80" fmla="*/ 205 w 466"/>
                <a:gd name="T81" fmla="*/ 18 h 363"/>
                <a:gd name="T82" fmla="*/ 201 w 466"/>
                <a:gd name="T83" fmla="*/ 18 h 363"/>
                <a:gd name="T84" fmla="*/ 198 w 466"/>
                <a:gd name="T85" fmla="*/ 18 h 363"/>
                <a:gd name="T86" fmla="*/ 195 w 466"/>
                <a:gd name="T87" fmla="*/ 18 h 363"/>
                <a:gd name="T88" fmla="*/ 191 w 466"/>
                <a:gd name="T89" fmla="*/ 19 h 363"/>
                <a:gd name="T90" fmla="*/ 188 w 466"/>
                <a:gd name="T91" fmla="*/ 19 h 363"/>
                <a:gd name="T92" fmla="*/ 186 w 466"/>
                <a:gd name="T93" fmla="*/ 19 h 363"/>
                <a:gd name="T94" fmla="*/ 163 w 466"/>
                <a:gd name="T95" fmla="*/ 29 h 363"/>
                <a:gd name="T96" fmla="*/ 126 w 466"/>
                <a:gd name="T97" fmla="*/ 13 h 363"/>
                <a:gd name="T98" fmla="*/ 93 w 466"/>
                <a:gd name="T99" fmla="*/ 1 h 363"/>
                <a:gd name="T100" fmla="*/ 91 w 466"/>
                <a:gd name="T101" fmla="*/ 0 h 363"/>
                <a:gd name="T102" fmla="*/ 84 w 466"/>
                <a:gd name="T103" fmla="*/ 2 h 363"/>
                <a:gd name="T104" fmla="*/ 68 w 466"/>
                <a:gd name="T105" fmla="*/ 34 h 363"/>
                <a:gd name="T106" fmla="*/ 65 w 466"/>
                <a:gd name="T107" fmla="*/ 66 h 363"/>
                <a:gd name="T108" fmla="*/ 14 w 466"/>
                <a:gd name="T109" fmla="*/ 88 h 363"/>
                <a:gd name="T110" fmla="*/ 16 w 466"/>
                <a:gd name="T111" fmla="*/ 120 h 363"/>
                <a:gd name="T112" fmla="*/ 88 w 466"/>
                <a:gd name="T113" fmla="*/ 188 h 363"/>
                <a:gd name="T114" fmla="*/ 121 w 466"/>
                <a:gd name="T115" fmla="*/ 230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466" h="363">
                  <a:moveTo>
                    <a:pt x="121" y="230"/>
                  </a:moveTo>
                  <a:cubicBezTo>
                    <a:pt x="126" y="222"/>
                    <a:pt x="125" y="219"/>
                    <a:pt x="135" y="215"/>
                  </a:cubicBezTo>
                  <a:cubicBezTo>
                    <a:pt x="144" y="211"/>
                    <a:pt x="149" y="203"/>
                    <a:pt x="151" y="192"/>
                  </a:cubicBezTo>
                  <a:cubicBezTo>
                    <a:pt x="153" y="181"/>
                    <a:pt x="157" y="178"/>
                    <a:pt x="167" y="181"/>
                  </a:cubicBezTo>
                  <a:cubicBezTo>
                    <a:pt x="178" y="185"/>
                    <a:pt x="184" y="185"/>
                    <a:pt x="190" y="180"/>
                  </a:cubicBezTo>
                  <a:cubicBezTo>
                    <a:pt x="196" y="175"/>
                    <a:pt x="205" y="173"/>
                    <a:pt x="211" y="173"/>
                  </a:cubicBezTo>
                  <a:cubicBezTo>
                    <a:pt x="218" y="173"/>
                    <a:pt x="234" y="171"/>
                    <a:pt x="237" y="177"/>
                  </a:cubicBezTo>
                  <a:cubicBezTo>
                    <a:pt x="241" y="184"/>
                    <a:pt x="255" y="188"/>
                    <a:pt x="257" y="195"/>
                  </a:cubicBezTo>
                  <a:cubicBezTo>
                    <a:pt x="258" y="203"/>
                    <a:pt x="261" y="215"/>
                    <a:pt x="268" y="220"/>
                  </a:cubicBezTo>
                  <a:cubicBezTo>
                    <a:pt x="275" y="225"/>
                    <a:pt x="278" y="232"/>
                    <a:pt x="279" y="237"/>
                  </a:cubicBezTo>
                  <a:cubicBezTo>
                    <a:pt x="281" y="241"/>
                    <a:pt x="280" y="265"/>
                    <a:pt x="283" y="269"/>
                  </a:cubicBezTo>
                  <a:cubicBezTo>
                    <a:pt x="283" y="269"/>
                    <a:pt x="283" y="270"/>
                    <a:pt x="284" y="270"/>
                  </a:cubicBezTo>
                  <a:cubicBezTo>
                    <a:pt x="285" y="271"/>
                    <a:pt x="285" y="271"/>
                    <a:pt x="286" y="272"/>
                  </a:cubicBezTo>
                  <a:cubicBezTo>
                    <a:pt x="289" y="270"/>
                    <a:pt x="292" y="268"/>
                    <a:pt x="296" y="269"/>
                  </a:cubicBezTo>
                  <a:cubicBezTo>
                    <a:pt x="304" y="273"/>
                    <a:pt x="307" y="278"/>
                    <a:pt x="314" y="274"/>
                  </a:cubicBezTo>
                  <a:cubicBezTo>
                    <a:pt x="321" y="270"/>
                    <a:pt x="329" y="265"/>
                    <a:pt x="336" y="270"/>
                  </a:cubicBezTo>
                  <a:cubicBezTo>
                    <a:pt x="343" y="275"/>
                    <a:pt x="349" y="280"/>
                    <a:pt x="348" y="289"/>
                  </a:cubicBezTo>
                  <a:cubicBezTo>
                    <a:pt x="347" y="297"/>
                    <a:pt x="343" y="304"/>
                    <a:pt x="349" y="308"/>
                  </a:cubicBezTo>
                  <a:cubicBezTo>
                    <a:pt x="355" y="312"/>
                    <a:pt x="355" y="316"/>
                    <a:pt x="355" y="322"/>
                  </a:cubicBezTo>
                  <a:cubicBezTo>
                    <a:pt x="354" y="328"/>
                    <a:pt x="340" y="347"/>
                    <a:pt x="351" y="345"/>
                  </a:cubicBezTo>
                  <a:cubicBezTo>
                    <a:pt x="363" y="343"/>
                    <a:pt x="367" y="363"/>
                    <a:pt x="371" y="356"/>
                  </a:cubicBezTo>
                  <a:cubicBezTo>
                    <a:pt x="375" y="349"/>
                    <a:pt x="392" y="352"/>
                    <a:pt x="393" y="341"/>
                  </a:cubicBezTo>
                  <a:cubicBezTo>
                    <a:pt x="395" y="329"/>
                    <a:pt x="395" y="317"/>
                    <a:pt x="405" y="325"/>
                  </a:cubicBezTo>
                  <a:cubicBezTo>
                    <a:pt x="405" y="326"/>
                    <a:pt x="406" y="326"/>
                    <a:pt x="406" y="327"/>
                  </a:cubicBezTo>
                  <a:cubicBezTo>
                    <a:pt x="406" y="327"/>
                    <a:pt x="406" y="327"/>
                    <a:pt x="407" y="327"/>
                  </a:cubicBezTo>
                  <a:cubicBezTo>
                    <a:pt x="407" y="328"/>
                    <a:pt x="407" y="328"/>
                    <a:pt x="408" y="328"/>
                  </a:cubicBezTo>
                  <a:cubicBezTo>
                    <a:pt x="408" y="328"/>
                    <a:pt x="408" y="328"/>
                    <a:pt x="408" y="329"/>
                  </a:cubicBezTo>
                  <a:cubicBezTo>
                    <a:pt x="408" y="329"/>
                    <a:pt x="408" y="329"/>
                    <a:pt x="409" y="330"/>
                  </a:cubicBezTo>
                  <a:cubicBezTo>
                    <a:pt x="409" y="330"/>
                    <a:pt x="409" y="330"/>
                    <a:pt x="409" y="330"/>
                  </a:cubicBezTo>
                  <a:cubicBezTo>
                    <a:pt x="412" y="336"/>
                    <a:pt x="411" y="340"/>
                    <a:pt x="416" y="339"/>
                  </a:cubicBezTo>
                  <a:cubicBezTo>
                    <a:pt x="417" y="339"/>
                    <a:pt x="417" y="339"/>
                    <a:pt x="417" y="339"/>
                  </a:cubicBezTo>
                  <a:cubicBezTo>
                    <a:pt x="426" y="337"/>
                    <a:pt x="424" y="325"/>
                    <a:pt x="432" y="325"/>
                  </a:cubicBezTo>
                  <a:cubicBezTo>
                    <a:pt x="440" y="325"/>
                    <a:pt x="433" y="315"/>
                    <a:pt x="437" y="313"/>
                  </a:cubicBezTo>
                  <a:cubicBezTo>
                    <a:pt x="441" y="311"/>
                    <a:pt x="448" y="312"/>
                    <a:pt x="447" y="303"/>
                  </a:cubicBezTo>
                  <a:cubicBezTo>
                    <a:pt x="447" y="295"/>
                    <a:pt x="437" y="301"/>
                    <a:pt x="431" y="291"/>
                  </a:cubicBezTo>
                  <a:cubicBezTo>
                    <a:pt x="426" y="281"/>
                    <a:pt x="417" y="271"/>
                    <a:pt x="432" y="274"/>
                  </a:cubicBezTo>
                  <a:cubicBezTo>
                    <a:pt x="447" y="277"/>
                    <a:pt x="445" y="269"/>
                    <a:pt x="453" y="278"/>
                  </a:cubicBezTo>
                  <a:cubicBezTo>
                    <a:pt x="460" y="287"/>
                    <a:pt x="464" y="283"/>
                    <a:pt x="464" y="277"/>
                  </a:cubicBezTo>
                  <a:cubicBezTo>
                    <a:pt x="464" y="271"/>
                    <a:pt x="466" y="265"/>
                    <a:pt x="459" y="262"/>
                  </a:cubicBezTo>
                  <a:cubicBezTo>
                    <a:pt x="451" y="259"/>
                    <a:pt x="455" y="253"/>
                    <a:pt x="447" y="252"/>
                  </a:cubicBezTo>
                  <a:cubicBezTo>
                    <a:pt x="440" y="251"/>
                    <a:pt x="439" y="242"/>
                    <a:pt x="446" y="240"/>
                  </a:cubicBezTo>
                  <a:cubicBezTo>
                    <a:pt x="453" y="238"/>
                    <a:pt x="453" y="233"/>
                    <a:pt x="453" y="227"/>
                  </a:cubicBezTo>
                  <a:cubicBezTo>
                    <a:pt x="453" y="221"/>
                    <a:pt x="455" y="211"/>
                    <a:pt x="446" y="211"/>
                  </a:cubicBezTo>
                  <a:cubicBezTo>
                    <a:pt x="437" y="211"/>
                    <a:pt x="427" y="205"/>
                    <a:pt x="429" y="199"/>
                  </a:cubicBezTo>
                  <a:cubicBezTo>
                    <a:pt x="431" y="193"/>
                    <a:pt x="432" y="191"/>
                    <a:pt x="432" y="181"/>
                  </a:cubicBezTo>
                  <a:cubicBezTo>
                    <a:pt x="432" y="173"/>
                    <a:pt x="432" y="164"/>
                    <a:pt x="436" y="156"/>
                  </a:cubicBezTo>
                  <a:cubicBezTo>
                    <a:pt x="436" y="156"/>
                    <a:pt x="436" y="156"/>
                    <a:pt x="436" y="156"/>
                  </a:cubicBezTo>
                  <a:cubicBezTo>
                    <a:pt x="429" y="146"/>
                    <a:pt x="438" y="144"/>
                    <a:pt x="426" y="139"/>
                  </a:cubicBezTo>
                  <a:cubicBezTo>
                    <a:pt x="414" y="135"/>
                    <a:pt x="424" y="124"/>
                    <a:pt x="423" y="116"/>
                  </a:cubicBezTo>
                  <a:cubicBezTo>
                    <a:pt x="421" y="107"/>
                    <a:pt x="414" y="112"/>
                    <a:pt x="405" y="110"/>
                  </a:cubicBezTo>
                  <a:cubicBezTo>
                    <a:pt x="396" y="109"/>
                    <a:pt x="411" y="96"/>
                    <a:pt x="415" y="91"/>
                  </a:cubicBezTo>
                  <a:cubicBezTo>
                    <a:pt x="419" y="86"/>
                    <a:pt x="420" y="81"/>
                    <a:pt x="407" y="80"/>
                  </a:cubicBezTo>
                  <a:cubicBezTo>
                    <a:pt x="394" y="79"/>
                    <a:pt x="396" y="70"/>
                    <a:pt x="396" y="65"/>
                  </a:cubicBezTo>
                  <a:cubicBezTo>
                    <a:pt x="396" y="60"/>
                    <a:pt x="396" y="47"/>
                    <a:pt x="388" y="44"/>
                  </a:cubicBezTo>
                  <a:cubicBezTo>
                    <a:pt x="381" y="41"/>
                    <a:pt x="384" y="33"/>
                    <a:pt x="379" y="21"/>
                  </a:cubicBezTo>
                  <a:cubicBezTo>
                    <a:pt x="374" y="9"/>
                    <a:pt x="358" y="16"/>
                    <a:pt x="358" y="22"/>
                  </a:cubicBezTo>
                  <a:cubicBezTo>
                    <a:pt x="358" y="28"/>
                    <a:pt x="354" y="28"/>
                    <a:pt x="348" y="28"/>
                  </a:cubicBezTo>
                  <a:cubicBezTo>
                    <a:pt x="342" y="28"/>
                    <a:pt x="340" y="45"/>
                    <a:pt x="332" y="46"/>
                  </a:cubicBezTo>
                  <a:cubicBezTo>
                    <a:pt x="324" y="47"/>
                    <a:pt x="321" y="46"/>
                    <a:pt x="316" y="40"/>
                  </a:cubicBezTo>
                  <a:cubicBezTo>
                    <a:pt x="311" y="34"/>
                    <a:pt x="309" y="34"/>
                    <a:pt x="296" y="33"/>
                  </a:cubicBezTo>
                  <a:cubicBezTo>
                    <a:pt x="283" y="32"/>
                    <a:pt x="286" y="36"/>
                    <a:pt x="284" y="44"/>
                  </a:cubicBezTo>
                  <a:cubicBezTo>
                    <a:pt x="282" y="52"/>
                    <a:pt x="277" y="54"/>
                    <a:pt x="268" y="52"/>
                  </a:cubicBezTo>
                  <a:cubicBezTo>
                    <a:pt x="259" y="50"/>
                    <a:pt x="263" y="45"/>
                    <a:pt x="262" y="37"/>
                  </a:cubicBezTo>
                  <a:cubicBezTo>
                    <a:pt x="261" y="29"/>
                    <a:pt x="249" y="31"/>
                    <a:pt x="247" y="40"/>
                  </a:cubicBezTo>
                  <a:cubicBezTo>
                    <a:pt x="245" y="49"/>
                    <a:pt x="234" y="46"/>
                    <a:pt x="227" y="45"/>
                  </a:cubicBezTo>
                  <a:cubicBezTo>
                    <a:pt x="220" y="44"/>
                    <a:pt x="222" y="34"/>
                    <a:pt x="221" y="24"/>
                  </a:cubicBezTo>
                  <a:cubicBezTo>
                    <a:pt x="221" y="23"/>
                    <a:pt x="221" y="23"/>
                    <a:pt x="221" y="22"/>
                  </a:cubicBezTo>
                  <a:cubicBezTo>
                    <a:pt x="220" y="22"/>
                    <a:pt x="220" y="21"/>
                    <a:pt x="220" y="21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9" y="20"/>
                    <a:pt x="219" y="20"/>
                    <a:pt x="218" y="20"/>
                  </a:cubicBezTo>
                  <a:cubicBezTo>
                    <a:pt x="218" y="20"/>
                    <a:pt x="218" y="20"/>
                    <a:pt x="218" y="20"/>
                  </a:cubicBezTo>
                  <a:cubicBezTo>
                    <a:pt x="217" y="19"/>
                    <a:pt x="217" y="19"/>
                    <a:pt x="217" y="19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5" y="19"/>
                    <a:pt x="215" y="19"/>
                    <a:pt x="215" y="19"/>
                  </a:cubicBezTo>
                  <a:cubicBezTo>
                    <a:pt x="214" y="18"/>
                    <a:pt x="214" y="18"/>
                    <a:pt x="214" y="18"/>
                  </a:cubicBezTo>
                  <a:cubicBezTo>
                    <a:pt x="213" y="18"/>
                    <a:pt x="213" y="18"/>
                    <a:pt x="212" y="18"/>
                  </a:cubicBezTo>
                  <a:cubicBezTo>
                    <a:pt x="212" y="18"/>
                    <a:pt x="212" y="18"/>
                    <a:pt x="211" y="18"/>
                  </a:cubicBezTo>
                  <a:cubicBezTo>
                    <a:pt x="210" y="18"/>
                    <a:pt x="210" y="18"/>
                    <a:pt x="210" y="18"/>
                  </a:cubicBezTo>
                  <a:cubicBezTo>
                    <a:pt x="209" y="18"/>
                    <a:pt x="209" y="18"/>
                    <a:pt x="209" y="18"/>
                  </a:cubicBezTo>
                  <a:cubicBezTo>
                    <a:pt x="208" y="18"/>
                    <a:pt x="208" y="18"/>
                    <a:pt x="207" y="18"/>
                  </a:cubicBezTo>
                  <a:cubicBezTo>
                    <a:pt x="206" y="18"/>
                    <a:pt x="206" y="18"/>
                    <a:pt x="206" y="18"/>
                  </a:cubicBezTo>
                  <a:cubicBezTo>
                    <a:pt x="205" y="18"/>
                    <a:pt x="205" y="18"/>
                    <a:pt x="205" y="18"/>
                  </a:cubicBezTo>
                  <a:cubicBezTo>
                    <a:pt x="204" y="18"/>
                    <a:pt x="203" y="18"/>
                    <a:pt x="202" y="18"/>
                  </a:cubicBezTo>
                  <a:cubicBezTo>
                    <a:pt x="201" y="18"/>
                    <a:pt x="201" y="18"/>
                    <a:pt x="201" y="18"/>
                  </a:cubicBezTo>
                  <a:cubicBezTo>
                    <a:pt x="200" y="18"/>
                    <a:pt x="199" y="18"/>
                    <a:pt x="199" y="18"/>
                  </a:cubicBezTo>
                  <a:cubicBezTo>
                    <a:pt x="198" y="18"/>
                    <a:pt x="198" y="18"/>
                    <a:pt x="198" y="18"/>
                  </a:cubicBezTo>
                  <a:cubicBezTo>
                    <a:pt x="197" y="18"/>
                    <a:pt x="196" y="18"/>
                    <a:pt x="196" y="18"/>
                  </a:cubicBezTo>
                  <a:cubicBezTo>
                    <a:pt x="195" y="18"/>
                    <a:pt x="195" y="18"/>
                    <a:pt x="195" y="18"/>
                  </a:cubicBezTo>
                  <a:cubicBezTo>
                    <a:pt x="194" y="18"/>
                    <a:pt x="193" y="18"/>
                    <a:pt x="192" y="19"/>
                  </a:cubicBezTo>
                  <a:cubicBezTo>
                    <a:pt x="191" y="19"/>
                    <a:pt x="191" y="19"/>
                    <a:pt x="191" y="19"/>
                  </a:cubicBezTo>
                  <a:cubicBezTo>
                    <a:pt x="191" y="19"/>
                    <a:pt x="190" y="19"/>
                    <a:pt x="189" y="19"/>
                  </a:cubicBezTo>
                  <a:cubicBezTo>
                    <a:pt x="189" y="19"/>
                    <a:pt x="189" y="19"/>
                    <a:pt x="188" y="19"/>
                  </a:cubicBezTo>
                  <a:cubicBezTo>
                    <a:pt x="187" y="19"/>
                    <a:pt x="187" y="19"/>
                    <a:pt x="187" y="19"/>
                  </a:cubicBezTo>
                  <a:cubicBezTo>
                    <a:pt x="186" y="19"/>
                    <a:pt x="186" y="19"/>
                    <a:pt x="186" y="19"/>
                  </a:cubicBezTo>
                  <a:cubicBezTo>
                    <a:pt x="185" y="19"/>
                    <a:pt x="185" y="19"/>
                    <a:pt x="184" y="19"/>
                  </a:cubicBezTo>
                  <a:cubicBezTo>
                    <a:pt x="173" y="19"/>
                    <a:pt x="169" y="30"/>
                    <a:pt x="163" y="29"/>
                  </a:cubicBezTo>
                  <a:cubicBezTo>
                    <a:pt x="157" y="28"/>
                    <a:pt x="157" y="21"/>
                    <a:pt x="147" y="21"/>
                  </a:cubicBezTo>
                  <a:cubicBezTo>
                    <a:pt x="137" y="21"/>
                    <a:pt x="133" y="21"/>
                    <a:pt x="126" y="13"/>
                  </a:cubicBezTo>
                  <a:cubicBezTo>
                    <a:pt x="119" y="5"/>
                    <a:pt x="107" y="3"/>
                    <a:pt x="95" y="1"/>
                  </a:cubicBezTo>
                  <a:cubicBezTo>
                    <a:pt x="94" y="1"/>
                    <a:pt x="94" y="1"/>
                    <a:pt x="93" y="1"/>
                  </a:cubicBezTo>
                  <a:cubicBezTo>
                    <a:pt x="92" y="1"/>
                    <a:pt x="92" y="1"/>
                    <a:pt x="92" y="1"/>
                  </a:cubicBezTo>
                  <a:cubicBezTo>
                    <a:pt x="91" y="0"/>
                    <a:pt x="91" y="0"/>
                    <a:pt x="91" y="0"/>
                  </a:cubicBezTo>
                  <a:cubicBezTo>
                    <a:pt x="88" y="0"/>
                    <a:pt x="86" y="0"/>
                    <a:pt x="84" y="2"/>
                  </a:cubicBezTo>
                  <a:cubicBezTo>
                    <a:pt x="84" y="2"/>
                    <a:pt x="84" y="2"/>
                    <a:pt x="84" y="2"/>
                  </a:cubicBezTo>
                  <a:cubicBezTo>
                    <a:pt x="82" y="4"/>
                    <a:pt x="82" y="7"/>
                    <a:pt x="82" y="14"/>
                  </a:cubicBezTo>
                  <a:cubicBezTo>
                    <a:pt x="82" y="27"/>
                    <a:pt x="77" y="28"/>
                    <a:pt x="68" y="34"/>
                  </a:cubicBezTo>
                  <a:cubicBezTo>
                    <a:pt x="59" y="40"/>
                    <a:pt x="73" y="43"/>
                    <a:pt x="78" y="51"/>
                  </a:cubicBezTo>
                  <a:cubicBezTo>
                    <a:pt x="83" y="59"/>
                    <a:pt x="74" y="66"/>
                    <a:pt x="65" y="66"/>
                  </a:cubicBezTo>
                  <a:cubicBezTo>
                    <a:pt x="56" y="66"/>
                    <a:pt x="50" y="70"/>
                    <a:pt x="35" y="72"/>
                  </a:cubicBezTo>
                  <a:cubicBezTo>
                    <a:pt x="20" y="74"/>
                    <a:pt x="31" y="82"/>
                    <a:pt x="14" y="88"/>
                  </a:cubicBezTo>
                  <a:cubicBezTo>
                    <a:pt x="7" y="91"/>
                    <a:pt x="2" y="97"/>
                    <a:pt x="0" y="103"/>
                  </a:cubicBezTo>
                  <a:cubicBezTo>
                    <a:pt x="8" y="107"/>
                    <a:pt x="15" y="111"/>
                    <a:pt x="16" y="120"/>
                  </a:cubicBezTo>
                  <a:cubicBezTo>
                    <a:pt x="19" y="135"/>
                    <a:pt x="26" y="149"/>
                    <a:pt x="41" y="157"/>
                  </a:cubicBezTo>
                  <a:cubicBezTo>
                    <a:pt x="56" y="164"/>
                    <a:pt x="78" y="172"/>
                    <a:pt x="88" y="188"/>
                  </a:cubicBezTo>
                  <a:cubicBezTo>
                    <a:pt x="97" y="200"/>
                    <a:pt x="101" y="215"/>
                    <a:pt x="106" y="235"/>
                  </a:cubicBezTo>
                  <a:cubicBezTo>
                    <a:pt x="111" y="235"/>
                    <a:pt x="118" y="234"/>
                    <a:pt x="121" y="230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38" name="Freeform 137"/>
            <p:cNvSpPr>
              <a:spLocks/>
            </p:cNvSpPr>
            <p:nvPr/>
          </p:nvSpPr>
          <p:spPr bwMode="auto">
            <a:xfrm>
              <a:off x="2935288" y="2159001"/>
              <a:ext cx="239713" cy="244475"/>
            </a:xfrm>
            <a:custGeom>
              <a:avLst/>
              <a:gdLst>
                <a:gd name="T0" fmla="*/ 255 w 264"/>
                <a:gd name="T1" fmla="*/ 218 h 268"/>
                <a:gd name="T2" fmla="*/ 259 w 264"/>
                <a:gd name="T3" fmla="*/ 187 h 268"/>
                <a:gd name="T4" fmla="*/ 245 w 264"/>
                <a:gd name="T5" fmla="*/ 174 h 268"/>
                <a:gd name="T6" fmla="*/ 230 w 264"/>
                <a:gd name="T7" fmla="*/ 159 h 268"/>
                <a:gd name="T8" fmla="*/ 208 w 264"/>
                <a:gd name="T9" fmla="*/ 152 h 268"/>
                <a:gd name="T10" fmla="*/ 189 w 264"/>
                <a:gd name="T11" fmla="*/ 140 h 268"/>
                <a:gd name="T12" fmla="*/ 189 w 264"/>
                <a:gd name="T13" fmla="*/ 127 h 268"/>
                <a:gd name="T14" fmla="*/ 200 w 264"/>
                <a:gd name="T15" fmla="*/ 109 h 268"/>
                <a:gd name="T16" fmla="*/ 198 w 264"/>
                <a:gd name="T17" fmla="*/ 90 h 268"/>
                <a:gd name="T18" fmla="*/ 194 w 264"/>
                <a:gd name="T19" fmla="*/ 74 h 268"/>
                <a:gd name="T20" fmla="*/ 187 w 264"/>
                <a:gd name="T21" fmla="*/ 65 h 268"/>
                <a:gd name="T22" fmla="*/ 187 w 264"/>
                <a:gd name="T23" fmla="*/ 65 h 268"/>
                <a:gd name="T24" fmla="*/ 186 w 264"/>
                <a:gd name="T25" fmla="*/ 64 h 268"/>
                <a:gd name="T26" fmla="*/ 186 w 264"/>
                <a:gd name="T27" fmla="*/ 63 h 268"/>
                <a:gd name="T28" fmla="*/ 185 w 264"/>
                <a:gd name="T29" fmla="*/ 62 h 268"/>
                <a:gd name="T30" fmla="*/ 184 w 264"/>
                <a:gd name="T31" fmla="*/ 62 h 268"/>
                <a:gd name="T32" fmla="*/ 183 w 264"/>
                <a:gd name="T33" fmla="*/ 60 h 268"/>
                <a:gd name="T34" fmla="*/ 171 w 264"/>
                <a:gd name="T35" fmla="*/ 76 h 268"/>
                <a:gd name="T36" fmla="*/ 149 w 264"/>
                <a:gd name="T37" fmla="*/ 91 h 268"/>
                <a:gd name="T38" fmla="*/ 129 w 264"/>
                <a:gd name="T39" fmla="*/ 80 h 268"/>
                <a:gd name="T40" fmla="*/ 133 w 264"/>
                <a:gd name="T41" fmla="*/ 57 h 268"/>
                <a:gd name="T42" fmla="*/ 127 w 264"/>
                <a:gd name="T43" fmla="*/ 43 h 268"/>
                <a:gd name="T44" fmla="*/ 126 w 264"/>
                <a:gd name="T45" fmla="*/ 24 h 268"/>
                <a:gd name="T46" fmla="*/ 114 w 264"/>
                <a:gd name="T47" fmla="*/ 5 h 268"/>
                <a:gd name="T48" fmla="*/ 92 w 264"/>
                <a:gd name="T49" fmla="*/ 9 h 268"/>
                <a:gd name="T50" fmla="*/ 74 w 264"/>
                <a:gd name="T51" fmla="*/ 4 h 268"/>
                <a:gd name="T52" fmla="*/ 64 w 264"/>
                <a:gd name="T53" fmla="*/ 7 h 268"/>
                <a:gd name="T54" fmla="*/ 64 w 264"/>
                <a:gd name="T55" fmla="*/ 7 h 268"/>
                <a:gd name="T56" fmla="*/ 65 w 264"/>
                <a:gd name="T57" fmla="*/ 8 h 268"/>
                <a:gd name="T58" fmla="*/ 65 w 264"/>
                <a:gd name="T59" fmla="*/ 8 h 268"/>
                <a:gd name="T60" fmla="*/ 66 w 264"/>
                <a:gd name="T61" fmla="*/ 9 h 268"/>
                <a:gd name="T62" fmla="*/ 66 w 264"/>
                <a:gd name="T63" fmla="*/ 10 h 268"/>
                <a:gd name="T64" fmla="*/ 67 w 264"/>
                <a:gd name="T65" fmla="*/ 11 h 268"/>
                <a:gd name="T66" fmla="*/ 68 w 264"/>
                <a:gd name="T67" fmla="*/ 11 h 268"/>
                <a:gd name="T68" fmla="*/ 68 w 264"/>
                <a:gd name="T69" fmla="*/ 12 h 268"/>
                <a:gd name="T70" fmla="*/ 69 w 264"/>
                <a:gd name="T71" fmla="*/ 13 h 268"/>
                <a:gd name="T72" fmla="*/ 69 w 264"/>
                <a:gd name="T73" fmla="*/ 14 h 268"/>
                <a:gd name="T74" fmla="*/ 70 w 264"/>
                <a:gd name="T75" fmla="*/ 14 h 268"/>
                <a:gd name="T76" fmla="*/ 70 w 264"/>
                <a:gd name="T77" fmla="*/ 15 h 268"/>
                <a:gd name="T78" fmla="*/ 70 w 264"/>
                <a:gd name="T79" fmla="*/ 16 h 268"/>
                <a:gd name="T80" fmla="*/ 71 w 264"/>
                <a:gd name="T81" fmla="*/ 17 h 268"/>
                <a:gd name="T82" fmla="*/ 71 w 264"/>
                <a:gd name="T83" fmla="*/ 18 h 268"/>
                <a:gd name="T84" fmla="*/ 71 w 264"/>
                <a:gd name="T85" fmla="*/ 19 h 268"/>
                <a:gd name="T86" fmla="*/ 71 w 264"/>
                <a:gd name="T87" fmla="*/ 19 h 268"/>
                <a:gd name="T88" fmla="*/ 72 w 264"/>
                <a:gd name="T89" fmla="*/ 21 h 268"/>
                <a:gd name="T90" fmla="*/ 72 w 264"/>
                <a:gd name="T91" fmla="*/ 21 h 268"/>
                <a:gd name="T92" fmla="*/ 71 w 264"/>
                <a:gd name="T93" fmla="*/ 23 h 268"/>
                <a:gd name="T94" fmla="*/ 71 w 264"/>
                <a:gd name="T95" fmla="*/ 23 h 268"/>
                <a:gd name="T96" fmla="*/ 71 w 264"/>
                <a:gd name="T97" fmla="*/ 25 h 268"/>
                <a:gd name="T98" fmla="*/ 71 w 264"/>
                <a:gd name="T99" fmla="*/ 25 h 268"/>
                <a:gd name="T100" fmla="*/ 70 w 264"/>
                <a:gd name="T101" fmla="*/ 27 h 268"/>
                <a:gd name="T102" fmla="*/ 50 w 264"/>
                <a:gd name="T103" fmla="*/ 51 h 268"/>
                <a:gd name="T104" fmla="*/ 33 w 264"/>
                <a:gd name="T105" fmla="*/ 67 h 268"/>
                <a:gd name="T106" fmla="*/ 17 w 264"/>
                <a:gd name="T107" fmla="*/ 86 h 268"/>
                <a:gd name="T108" fmla="*/ 0 w 264"/>
                <a:gd name="T109" fmla="*/ 104 h 268"/>
                <a:gd name="T110" fmla="*/ 49 w 264"/>
                <a:gd name="T111" fmla="*/ 145 h 268"/>
                <a:gd name="T112" fmla="*/ 133 w 264"/>
                <a:gd name="T113" fmla="*/ 213 h 268"/>
                <a:gd name="T114" fmla="*/ 210 w 264"/>
                <a:gd name="T115" fmla="*/ 257 h 268"/>
                <a:gd name="T116" fmla="*/ 248 w 264"/>
                <a:gd name="T117" fmla="*/ 268 h 268"/>
                <a:gd name="T118" fmla="*/ 245 w 264"/>
                <a:gd name="T119" fmla="*/ 236 h 268"/>
                <a:gd name="T120" fmla="*/ 255 w 264"/>
                <a:gd name="T121" fmla="*/ 218 h 2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64" h="268">
                  <a:moveTo>
                    <a:pt x="255" y="218"/>
                  </a:moveTo>
                  <a:cubicBezTo>
                    <a:pt x="264" y="215"/>
                    <a:pt x="259" y="192"/>
                    <a:pt x="259" y="187"/>
                  </a:cubicBezTo>
                  <a:cubicBezTo>
                    <a:pt x="259" y="182"/>
                    <a:pt x="254" y="176"/>
                    <a:pt x="245" y="174"/>
                  </a:cubicBezTo>
                  <a:cubicBezTo>
                    <a:pt x="235" y="172"/>
                    <a:pt x="231" y="166"/>
                    <a:pt x="230" y="159"/>
                  </a:cubicBezTo>
                  <a:cubicBezTo>
                    <a:pt x="229" y="152"/>
                    <a:pt x="219" y="153"/>
                    <a:pt x="208" y="152"/>
                  </a:cubicBezTo>
                  <a:cubicBezTo>
                    <a:pt x="197" y="150"/>
                    <a:pt x="203" y="142"/>
                    <a:pt x="189" y="140"/>
                  </a:cubicBezTo>
                  <a:cubicBezTo>
                    <a:pt x="175" y="139"/>
                    <a:pt x="180" y="130"/>
                    <a:pt x="189" y="127"/>
                  </a:cubicBezTo>
                  <a:cubicBezTo>
                    <a:pt x="197" y="124"/>
                    <a:pt x="197" y="115"/>
                    <a:pt x="200" y="109"/>
                  </a:cubicBezTo>
                  <a:cubicBezTo>
                    <a:pt x="203" y="103"/>
                    <a:pt x="205" y="96"/>
                    <a:pt x="198" y="90"/>
                  </a:cubicBezTo>
                  <a:cubicBezTo>
                    <a:pt x="195" y="88"/>
                    <a:pt x="194" y="81"/>
                    <a:pt x="194" y="74"/>
                  </a:cubicBezTo>
                  <a:cubicBezTo>
                    <a:pt x="189" y="75"/>
                    <a:pt x="190" y="71"/>
                    <a:pt x="187" y="65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6" y="64"/>
                    <a:pt x="186" y="64"/>
                    <a:pt x="186" y="64"/>
                  </a:cubicBezTo>
                  <a:cubicBezTo>
                    <a:pt x="186" y="63"/>
                    <a:pt x="186" y="63"/>
                    <a:pt x="186" y="63"/>
                  </a:cubicBezTo>
                  <a:cubicBezTo>
                    <a:pt x="185" y="63"/>
                    <a:pt x="185" y="63"/>
                    <a:pt x="185" y="62"/>
                  </a:cubicBezTo>
                  <a:cubicBezTo>
                    <a:pt x="184" y="62"/>
                    <a:pt x="184" y="62"/>
                    <a:pt x="184" y="62"/>
                  </a:cubicBezTo>
                  <a:cubicBezTo>
                    <a:pt x="184" y="61"/>
                    <a:pt x="183" y="61"/>
                    <a:pt x="183" y="60"/>
                  </a:cubicBezTo>
                  <a:cubicBezTo>
                    <a:pt x="173" y="52"/>
                    <a:pt x="173" y="64"/>
                    <a:pt x="171" y="76"/>
                  </a:cubicBezTo>
                  <a:cubicBezTo>
                    <a:pt x="170" y="87"/>
                    <a:pt x="153" y="84"/>
                    <a:pt x="149" y="91"/>
                  </a:cubicBezTo>
                  <a:cubicBezTo>
                    <a:pt x="145" y="98"/>
                    <a:pt x="141" y="78"/>
                    <a:pt x="129" y="80"/>
                  </a:cubicBezTo>
                  <a:cubicBezTo>
                    <a:pt x="118" y="82"/>
                    <a:pt x="132" y="63"/>
                    <a:pt x="133" y="57"/>
                  </a:cubicBezTo>
                  <a:cubicBezTo>
                    <a:pt x="133" y="51"/>
                    <a:pt x="133" y="47"/>
                    <a:pt x="127" y="43"/>
                  </a:cubicBezTo>
                  <a:cubicBezTo>
                    <a:pt x="121" y="39"/>
                    <a:pt x="125" y="32"/>
                    <a:pt x="126" y="24"/>
                  </a:cubicBezTo>
                  <a:cubicBezTo>
                    <a:pt x="127" y="15"/>
                    <a:pt x="121" y="10"/>
                    <a:pt x="114" y="5"/>
                  </a:cubicBezTo>
                  <a:cubicBezTo>
                    <a:pt x="107" y="0"/>
                    <a:pt x="99" y="5"/>
                    <a:pt x="92" y="9"/>
                  </a:cubicBezTo>
                  <a:cubicBezTo>
                    <a:pt x="85" y="13"/>
                    <a:pt x="82" y="8"/>
                    <a:pt x="74" y="4"/>
                  </a:cubicBezTo>
                  <a:cubicBezTo>
                    <a:pt x="70" y="3"/>
                    <a:pt x="67" y="5"/>
                    <a:pt x="64" y="7"/>
                  </a:cubicBezTo>
                  <a:cubicBezTo>
                    <a:pt x="64" y="7"/>
                    <a:pt x="64" y="7"/>
                    <a:pt x="64" y="7"/>
                  </a:cubicBezTo>
                  <a:cubicBezTo>
                    <a:pt x="65" y="8"/>
                    <a:pt x="65" y="8"/>
                    <a:pt x="65" y="8"/>
                  </a:cubicBezTo>
                  <a:cubicBezTo>
                    <a:pt x="65" y="8"/>
                    <a:pt x="65" y="8"/>
                    <a:pt x="65" y="8"/>
                  </a:cubicBezTo>
                  <a:cubicBezTo>
                    <a:pt x="66" y="9"/>
                    <a:pt x="66" y="9"/>
                    <a:pt x="66" y="9"/>
                  </a:cubicBezTo>
                  <a:cubicBezTo>
                    <a:pt x="66" y="9"/>
                    <a:pt x="66" y="9"/>
                    <a:pt x="66" y="10"/>
                  </a:cubicBezTo>
                  <a:cubicBezTo>
                    <a:pt x="67" y="10"/>
                    <a:pt x="67" y="10"/>
                    <a:pt x="67" y="11"/>
                  </a:cubicBezTo>
                  <a:cubicBezTo>
                    <a:pt x="68" y="11"/>
                    <a:pt x="68" y="11"/>
                    <a:pt x="68" y="11"/>
                  </a:cubicBezTo>
                  <a:cubicBezTo>
                    <a:pt x="68" y="12"/>
                    <a:pt x="68" y="12"/>
                    <a:pt x="68" y="12"/>
                  </a:cubicBezTo>
                  <a:cubicBezTo>
                    <a:pt x="69" y="12"/>
                    <a:pt x="69" y="12"/>
                    <a:pt x="69" y="13"/>
                  </a:cubicBezTo>
                  <a:cubicBezTo>
                    <a:pt x="69" y="13"/>
                    <a:pt x="69" y="13"/>
                    <a:pt x="69" y="14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5"/>
                    <a:pt x="70" y="15"/>
                    <a:pt x="70" y="15"/>
                  </a:cubicBezTo>
                  <a:cubicBezTo>
                    <a:pt x="70" y="16"/>
                    <a:pt x="70" y="16"/>
                    <a:pt x="70" y="16"/>
                  </a:cubicBezTo>
                  <a:cubicBezTo>
                    <a:pt x="71" y="16"/>
                    <a:pt x="71" y="17"/>
                    <a:pt x="71" y="17"/>
                  </a:cubicBezTo>
                  <a:cubicBezTo>
                    <a:pt x="71" y="17"/>
                    <a:pt x="71" y="17"/>
                    <a:pt x="71" y="18"/>
                  </a:cubicBezTo>
                  <a:cubicBezTo>
                    <a:pt x="71" y="18"/>
                    <a:pt x="71" y="18"/>
                    <a:pt x="71" y="19"/>
                  </a:cubicBezTo>
                  <a:cubicBezTo>
                    <a:pt x="71" y="19"/>
                    <a:pt x="71" y="19"/>
                    <a:pt x="71" y="19"/>
                  </a:cubicBezTo>
                  <a:cubicBezTo>
                    <a:pt x="72" y="20"/>
                    <a:pt x="72" y="20"/>
                    <a:pt x="72" y="21"/>
                  </a:cubicBezTo>
                  <a:cubicBezTo>
                    <a:pt x="72" y="21"/>
                    <a:pt x="72" y="21"/>
                    <a:pt x="72" y="21"/>
                  </a:cubicBezTo>
                  <a:cubicBezTo>
                    <a:pt x="72" y="22"/>
                    <a:pt x="72" y="22"/>
                    <a:pt x="71" y="23"/>
                  </a:cubicBezTo>
                  <a:cubicBezTo>
                    <a:pt x="71" y="23"/>
                    <a:pt x="71" y="23"/>
                    <a:pt x="71" y="23"/>
                  </a:cubicBezTo>
                  <a:cubicBezTo>
                    <a:pt x="71" y="24"/>
                    <a:pt x="71" y="24"/>
                    <a:pt x="71" y="25"/>
                  </a:cubicBezTo>
                  <a:cubicBezTo>
                    <a:pt x="71" y="25"/>
                    <a:pt x="71" y="25"/>
                    <a:pt x="71" y="25"/>
                  </a:cubicBezTo>
                  <a:cubicBezTo>
                    <a:pt x="71" y="26"/>
                    <a:pt x="70" y="26"/>
                    <a:pt x="70" y="27"/>
                  </a:cubicBezTo>
                  <a:cubicBezTo>
                    <a:pt x="64" y="38"/>
                    <a:pt x="51" y="44"/>
                    <a:pt x="50" y="51"/>
                  </a:cubicBezTo>
                  <a:cubicBezTo>
                    <a:pt x="49" y="58"/>
                    <a:pt x="39" y="64"/>
                    <a:pt x="33" y="67"/>
                  </a:cubicBezTo>
                  <a:cubicBezTo>
                    <a:pt x="27" y="70"/>
                    <a:pt x="20" y="81"/>
                    <a:pt x="17" y="86"/>
                  </a:cubicBezTo>
                  <a:cubicBezTo>
                    <a:pt x="14" y="91"/>
                    <a:pt x="6" y="94"/>
                    <a:pt x="0" y="104"/>
                  </a:cubicBezTo>
                  <a:cubicBezTo>
                    <a:pt x="14" y="114"/>
                    <a:pt x="28" y="127"/>
                    <a:pt x="49" y="145"/>
                  </a:cubicBezTo>
                  <a:cubicBezTo>
                    <a:pt x="79" y="171"/>
                    <a:pt x="113" y="196"/>
                    <a:pt x="133" y="213"/>
                  </a:cubicBezTo>
                  <a:cubicBezTo>
                    <a:pt x="153" y="230"/>
                    <a:pt x="189" y="244"/>
                    <a:pt x="210" y="257"/>
                  </a:cubicBezTo>
                  <a:cubicBezTo>
                    <a:pt x="222" y="264"/>
                    <a:pt x="235" y="268"/>
                    <a:pt x="248" y="268"/>
                  </a:cubicBezTo>
                  <a:cubicBezTo>
                    <a:pt x="247" y="257"/>
                    <a:pt x="246" y="240"/>
                    <a:pt x="245" y="236"/>
                  </a:cubicBezTo>
                  <a:cubicBezTo>
                    <a:pt x="244" y="230"/>
                    <a:pt x="247" y="222"/>
                    <a:pt x="255" y="218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39" name="Freeform 138"/>
            <p:cNvSpPr>
              <a:spLocks/>
            </p:cNvSpPr>
            <p:nvPr/>
          </p:nvSpPr>
          <p:spPr bwMode="auto">
            <a:xfrm>
              <a:off x="3094038" y="2041526"/>
              <a:ext cx="361950" cy="361950"/>
            </a:xfrm>
            <a:custGeom>
              <a:avLst/>
              <a:gdLst>
                <a:gd name="T0" fmla="*/ 382 w 398"/>
                <a:gd name="T1" fmla="*/ 330 h 398"/>
                <a:gd name="T2" fmla="*/ 362 w 398"/>
                <a:gd name="T3" fmla="*/ 307 h 398"/>
                <a:gd name="T4" fmla="*/ 349 w 398"/>
                <a:gd name="T5" fmla="*/ 271 h 398"/>
                <a:gd name="T6" fmla="*/ 360 w 398"/>
                <a:gd name="T7" fmla="*/ 229 h 398"/>
                <a:gd name="T8" fmla="*/ 371 w 398"/>
                <a:gd name="T9" fmla="*/ 188 h 398"/>
                <a:gd name="T10" fmla="*/ 397 w 398"/>
                <a:gd name="T11" fmla="*/ 135 h 398"/>
                <a:gd name="T12" fmla="*/ 384 w 398"/>
                <a:gd name="T13" fmla="*/ 104 h 398"/>
                <a:gd name="T14" fmla="*/ 374 w 398"/>
                <a:gd name="T15" fmla="*/ 73 h 398"/>
                <a:gd name="T16" fmla="*/ 361 w 398"/>
                <a:gd name="T17" fmla="*/ 57 h 398"/>
                <a:gd name="T18" fmla="*/ 334 w 398"/>
                <a:gd name="T19" fmla="*/ 43 h 398"/>
                <a:gd name="T20" fmla="*/ 300 w 398"/>
                <a:gd name="T21" fmla="*/ 48 h 398"/>
                <a:gd name="T22" fmla="*/ 270 w 398"/>
                <a:gd name="T23" fmla="*/ 65 h 398"/>
                <a:gd name="T24" fmla="*/ 245 w 398"/>
                <a:gd name="T25" fmla="*/ 50 h 398"/>
                <a:gd name="T26" fmla="*/ 226 w 398"/>
                <a:gd name="T27" fmla="*/ 26 h 398"/>
                <a:gd name="T28" fmla="*/ 215 w 398"/>
                <a:gd name="T29" fmla="*/ 16 h 398"/>
                <a:gd name="T30" fmla="*/ 213 w 398"/>
                <a:gd name="T31" fmla="*/ 15 h 398"/>
                <a:gd name="T32" fmla="*/ 211 w 398"/>
                <a:gd name="T33" fmla="*/ 14 h 398"/>
                <a:gd name="T34" fmla="*/ 209 w 398"/>
                <a:gd name="T35" fmla="*/ 13 h 398"/>
                <a:gd name="T36" fmla="*/ 199 w 398"/>
                <a:gd name="T37" fmla="*/ 11 h 398"/>
                <a:gd name="T38" fmla="*/ 195 w 398"/>
                <a:gd name="T39" fmla="*/ 11 h 398"/>
                <a:gd name="T40" fmla="*/ 160 w 398"/>
                <a:gd name="T41" fmla="*/ 25 h 398"/>
                <a:gd name="T42" fmla="*/ 139 w 398"/>
                <a:gd name="T43" fmla="*/ 0 h 398"/>
                <a:gd name="T44" fmla="*/ 114 w 398"/>
                <a:gd name="T45" fmla="*/ 19 h 398"/>
                <a:gd name="T46" fmla="*/ 82 w 398"/>
                <a:gd name="T47" fmla="*/ 18 h 398"/>
                <a:gd name="T48" fmla="*/ 56 w 398"/>
                <a:gd name="T49" fmla="*/ 23 h 398"/>
                <a:gd name="T50" fmla="*/ 55 w 398"/>
                <a:gd name="T51" fmla="*/ 25 h 398"/>
                <a:gd name="T52" fmla="*/ 54 w 398"/>
                <a:gd name="T53" fmla="*/ 26 h 398"/>
                <a:gd name="T54" fmla="*/ 52 w 398"/>
                <a:gd name="T55" fmla="*/ 27 h 398"/>
                <a:gd name="T56" fmla="*/ 51 w 398"/>
                <a:gd name="T57" fmla="*/ 28 h 398"/>
                <a:gd name="T58" fmla="*/ 50 w 398"/>
                <a:gd name="T59" fmla="*/ 28 h 398"/>
                <a:gd name="T60" fmla="*/ 49 w 398"/>
                <a:gd name="T61" fmla="*/ 29 h 398"/>
                <a:gd name="T62" fmla="*/ 48 w 398"/>
                <a:gd name="T63" fmla="*/ 28 h 398"/>
                <a:gd name="T64" fmla="*/ 47 w 398"/>
                <a:gd name="T65" fmla="*/ 28 h 398"/>
                <a:gd name="T66" fmla="*/ 46 w 398"/>
                <a:gd name="T67" fmla="*/ 27 h 398"/>
                <a:gd name="T68" fmla="*/ 45 w 398"/>
                <a:gd name="T69" fmla="*/ 27 h 398"/>
                <a:gd name="T70" fmla="*/ 39 w 398"/>
                <a:gd name="T71" fmla="*/ 20 h 398"/>
                <a:gd name="T72" fmla="*/ 32 w 398"/>
                <a:gd name="T73" fmla="*/ 63 h 398"/>
                <a:gd name="T74" fmla="*/ 56 w 398"/>
                <a:gd name="T75" fmla="*/ 91 h 398"/>
                <a:gd name="T76" fmla="*/ 50 w 398"/>
                <a:gd name="T77" fmla="*/ 116 h 398"/>
                <a:gd name="T78" fmla="*/ 67 w 398"/>
                <a:gd name="T79" fmla="*/ 141 h 398"/>
                <a:gd name="T80" fmla="*/ 35 w 398"/>
                <a:gd name="T81" fmla="*/ 138 h 398"/>
                <a:gd name="T82" fmla="*/ 50 w 398"/>
                <a:gd name="T83" fmla="*/ 167 h 398"/>
                <a:gd name="T84" fmla="*/ 35 w 398"/>
                <a:gd name="T85" fmla="*/ 189 h 398"/>
                <a:gd name="T86" fmla="*/ 19 w 398"/>
                <a:gd name="T87" fmla="*/ 203 h 398"/>
                <a:gd name="T88" fmla="*/ 25 w 398"/>
                <a:gd name="T89" fmla="*/ 238 h 398"/>
                <a:gd name="T90" fmla="*/ 14 w 398"/>
                <a:gd name="T91" fmla="*/ 269 h 398"/>
                <a:gd name="T92" fmla="*/ 55 w 398"/>
                <a:gd name="T93" fmla="*/ 288 h 398"/>
                <a:gd name="T94" fmla="*/ 84 w 398"/>
                <a:gd name="T95" fmla="*/ 316 h 398"/>
                <a:gd name="T96" fmla="*/ 70 w 398"/>
                <a:gd name="T97" fmla="*/ 365 h 398"/>
                <a:gd name="T98" fmla="*/ 106 w 398"/>
                <a:gd name="T99" fmla="*/ 390 h 398"/>
                <a:gd name="T100" fmla="*/ 232 w 398"/>
                <a:gd name="T101" fmla="*/ 345 h 398"/>
                <a:gd name="T102" fmla="*/ 365 w 398"/>
                <a:gd name="T103" fmla="*/ 353 h 3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398" h="398">
                  <a:moveTo>
                    <a:pt x="375" y="345"/>
                  </a:moveTo>
                  <a:cubicBezTo>
                    <a:pt x="383" y="343"/>
                    <a:pt x="382" y="336"/>
                    <a:pt x="382" y="330"/>
                  </a:cubicBezTo>
                  <a:cubicBezTo>
                    <a:pt x="382" y="324"/>
                    <a:pt x="372" y="322"/>
                    <a:pt x="366" y="322"/>
                  </a:cubicBezTo>
                  <a:cubicBezTo>
                    <a:pt x="359" y="322"/>
                    <a:pt x="362" y="311"/>
                    <a:pt x="362" y="307"/>
                  </a:cubicBezTo>
                  <a:cubicBezTo>
                    <a:pt x="362" y="302"/>
                    <a:pt x="361" y="296"/>
                    <a:pt x="355" y="291"/>
                  </a:cubicBezTo>
                  <a:cubicBezTo>
                    <a:pt x="348" y="286"/>
                    <a:pt x="353" y="276"/>
                    <a:pt x="349" y="271"/>
                  </a:cubicBezTo>
                  <a:cubicBezTo>
                    <a:pt x="345" y="267"/>
                    <a:pt x="348" y="255"/>
                    <a:pt x="348" y="250"/>
                  </a:cubicBezTo>
                  <a:cubicBezTo>
                    <a:pt x="348" y="244"/>
                    <a:pt x="360" y="233"/>
                    <a:pt x="360" y="229"/>
                  </a:cubicBezTo>
                  <a:cubicBezTo>
                    <a:pt x="360" y="225"/>
                    <a:pt x="361" y="217"/>
                    <a:pt x="365" y="213"/>
                  </a:cubicBezTo>
                  <a:cubicBezTo>
                    <a:pt x="370" y="208"/>
                    <a:pt x="371" y="198"/>
                    <a:pt x="371" y="188"/>
                  </a:cubicBezTo>
                  <a:cubicBezTo>
                    <a:pt x="372" y="178"/>
                    <a:pt x="384" y="164"/>
                    <a:pt x="391" y="159"/>
                  </a:cubicBezTo>
                  <a:cubicBezTo>
                    <a:pt x="398" y="154"/>
                    <a:pt x="397" y="142"/>
                    <a:pt x="397" y="135"/>
                  </a:cubicBezTo>
                  <a:cubicBezTo>
                    <a:pt x="397" y="127"/>
                    <a:pt x="392" y="125"/>
                    <a:pt x="387" y="122"/>
                  </a:cubicBezTo>
                  <a:cubicBezTo>
                    <a:pt x="382" y="119"/>
                    <a:pt x="388" y="107"/>
                    <a:pt x="384" y="104"/>
                  </a:cubicBezTo>
                  <a:cubicBezTo>
                    <a:pt x="380" y="101"/>
                    <a:pt x="380" y="94"/>
                    <a:pt x="380" y="87"/>
                  </a:cubicBezTo>
                  <a:cubicBezTo>
                    <a:pt x="379" y="80"/>
                    <a:pt x="379" y="74"/>
                    <a:pt x="374" y="73"/>
                  </a:cubicBezTo>
                  <a:cubicBezTo>
                    <a:pt x="370" y="72"/>
                    <a:pt x="364" y="63"/>
                    <a:pt x="361" y="58"/>
                  </a:cubicBezTo>
                  <a:cubicBezTo>
                    <a:pt x="361" y="57"/>
                    <a:pt x="361" y="57"/>
                    <a:pt x="361" y="57"/>
                  </a:cubicBezTo>
                  <a:cubicBezTo>
                    <a:pt x="359" y="52"/>
                    <a:pt x="355" y="52"/>
                    <a:pt x="347" y="51"/>
                  </a:cubicBezTo>
                  <a:cubicBezTo>
                    <a:pt x="340" y="51"/>
                    <a:pt x="337" y="50"/>
                    <a:pt x="334" y="43"/>
                  </a:cubicBezTo>
                  <a:cubicBezTo>
                    <a:pt x="330" y="35"/>
                    <a:pt x="322" y="35"/>
                    <a:pt x="317" y="40"/>
                  </a:cubicBezTo>
                  <a:cubicBezTo>
                    <a:pt x="312" y="44"/>
                    <a:pt x="306" y="47"/>
                    <a:pt x="300" y="48"/>
                  </a:cubicBezTo>
                  <a:cubicBezTo>
                    <a:pt x="294" y="49"/>
                    <a:pt x="288" y="52"/>
                    <a:pt x="286" y="62"/>
                  </a:cubicBezTo>
                  <a:cubicBezTo>
                    <a:pt x="284" y="72"/>
                    <a:pt x="276" y="71"/>
                    <a:pt x="270" y="65"/>
                  </a:cubicBezTo>
                  <a:cubicBezTo>
                    <a:pt x="265" y="60"/>
                    <a:pt x="263" y="57"/>
                    <a:pt x="259" y="57"/>
                  </a:cubicBezTo>
                  <a:cubicBezTo>
                    <a:pt x="254" y="57"/>
                    <a:pt x="248" y="50"/>
                    <a:pt x="245" y="50"/>
                  </a:cubicBezTo>
                  <a:cubicBezTo>
                    <a:pt x="242" y="50"/>
                    <a:pt x="237" y="41"/>
                    <a:pt x="235" y="37"/>
                  </a:cubicBezTo>
                  <a:cubicBezTo>
                    <a:pt x="233" y="34"/>
                    <a:pt x="228" y="26"/>
                    <a:pt x="226" y="26"/>
                  </a:cubicBezTo>
                  <a:cubicBezTo>
                    <a:pt x="223" y="26"/>
                    <a:pt x="218" y="23"/>
                    <a:pt x="216" y="18"/>
                  </a:cubicBezTo>
                  <a:cubicBezTo>
                    <a:pt x="215" y="17"/>
                    <a:pt x="215" y="17"/>
                    <a:pt x="215" y="16"/>
                  </a:cubicBezTo>
                  <a:cubicBezTo>
                    <a:pt x="214" y="16"/>
                    <a:pt x="214" y="16"/>
                    <a:pt x="214" y="16"/>
                  </a:cubicBezTo>
                  <a:cubicBezTo>
                    <a:pt x="214" y="16"/>
                    <a:pt x="214" y="15"/>
                    <a:pt x="213" y="15"/>
                  </a:cubicBezTo>
                  <a:cubicBezTo>
                    <a:pt x="213" y="15"/>
                    <a:pt x="213" y="15"/>
                    <a:pt x="213" y="15"/>
                  </a:cubicBezTo>
                  <a:cubicBezTo>
                    <a:pt x="212" y="14"/>
                    <a:pt x="212" y="14"/>
                    <a:pt x="211" y="14"/>
                  </a:cubicBezTo>
                  <a:cubicBezTo>
                    <a:pt x="210" y="13"/>
                    <a:pt x="210" y="13"/>
                    <a:pt x="210" y="13"/>
                  </a:cubicBezTo>
                  <a:cubicBezTo>
                    <a:pt x="209" y="13"/>
                    <a:pt x="209" y="13"/>
                    <a:pt x="209" y="13"/>
                  </a:cubicBezTo>
                  <a:cubicBezTo>
                    <a:pt x="207" y="12"/>
                    <a:pt x="206" y="12"/>
                    <a:pt x="203" y="11"/>
                  </a:cubicBezTo>
                  <a:cubicBezTo>
                    <a:pt x="202" y="11"/>
                    <a:pt x="201" y="11"/>
                    <a:pt x="199" y="11"/>
                  </a:cubicBezTo>
                  <a:cubicBezTo>
                    <a:pt x="199" y="11"/>
                    <a:pt x="199" y="11"/>
                    <a:pt x="199" y="11"/>
                  </a:cubicBezTo>
                  <a:cubicBezTo>
                    <a:pt x="198" y="11"/>
                    <a:pt x="196" y="11"/>
                    <a:pt x="195" y="11"/>
                  </a:cubicBezTo>
                  <a:cubicBezTo>
                    <a:pt x="184" y="10"/>
                    <a:pt x="179" y="11"/>
                    <a:pt x="177" y="19"/>
                  </a:cubicBezTo>
                  <a:cubicBezTo>
                    <a:pt x="175" y="26"/>
                    <a:pt x="169" y="25"/>
                    <a:pt x="160" y="25"/>
                  </a:cubicBezTo>
                  <a:cubicBezTo>
                    <a:pt x="152" y="25"/>
                    <a:pt x="154" y="21"/>
                    <a:pt x="155" y="10"/>
                  </a:cubicBezTo>
                  <a:cubicBezTo>
                    <a:pt x="155" y="0"/>
                    <a:pt x="149" y="0"/>
                    <a:pt x="139" y="0"/>
                  </a:cubicBezTo>
                  <a:cubicBezTo>
                    <a:pt x="129" y="0"/>
                    <a:pt x="129" y="1"/>
                    <a:pt x="129" y="11"/>
                  </a:cubicBezTo>
                  <a:cubicBezTo>
                    <a:pt x="129" y="20"/>
                    <a:pt x="114" y="11"/>
                    <a:pt x="114" y="19"/>
                  </a:cubicBezTo>
                  <a:cubicBezTo>
                    <a:pt x="113" y="27"/>
                    <a:pt x="101" y="25"/>
                    <a:pt x="92" y="25"/>
                  </a:cubicBezTo>
                  <a:cubicBezTo>
                    <a:pt x="83" y="25"/>
                    <a:pt x="82" y="22"/>
                    <a:pt x="82" y="18"/>
                  </a:cubicBezTo>
                  <a:cubicBezTo>
                    <a:pt x="82" y="14"/>
                    <a:pt x="79" y="10"/>
                    <a:pt x="73" y="10"/>
                  </a:cubicBezTo>
                  <a:cubicBezTo>
                    <a:pt x="67" y="10"/>
                    <a:pt x="61" y="14"/>
                    <a:pt x="56" y="23"/>
                  </a:cubicBezTo>
                  <a:cubicBezTo>
                    <a:pt x="56" y="24"/>
                    <a:pt x="55" y="24"/>
                    <a:pt x="55" y="25"/>
                  </a:cubicBezTo>
                  <a:cubicBezTo>
                    <a:pt x="55" y="25"/>
                    <a:pt x="55" y="25"/>
                    <a:pt x="55" y="25"/>
                  </a:cubicBezTo>
                  <a:cubicBezTo>
                    <a:pt x="54" y="25"/>
                    <a:pt x="54" y="26"/>
                    <a:pt x="54" y="26"/>
                  </a:cubicBezTo>
                  <a:cubicBezTo>
                    <a:pt x="54" y="26"/>
                    <a:pt x="54" y="26"/>
                    <a:pt x="54" y="26"/>
                  </a:cubicBezTo>
                  <a:cubicBezTo>
                    <a:pt x="53" y="27"/>
                    <a:pt x="53" y="27"/>
                    <a:pt x="53" y="27"/>
                  </a:cubicBezTo>
                  <a:cubicBezTo>
                    <a:pt x="53" y="27"/>
                    <a:pt x="53" y="27"/>
                    <a:pt x="52" y="27"/>
                  </a:cubicBezTo>
                  <a:cubicBezTo>
                    <a:pt x="52" y="28"/>
                    <a:pt x="52" y="28"/>
                    <a:pt x="52" y="28"/>
                  </a:cubicBezTo>
                  <a:cubicBezTo>
                    <a:pt x="52" y="28"/>
                    <a:pt x="52" y="28"/>
                    <a:pt x="51" y="28"/>
                  </a:cubicBezTo>
                  <a:cubicBezTo>
                    <a:pt x="51" y="28"/>
                    <a:pt x="51" y="28"/>
                    <a:pt x="51" y="28"/>
                  </a:cubicBezTo>
                  <a:cubicBezTo>
                    <a:pt x="51" y="28"/>
                    <a:pt x="51" y="28"/>
                    <a:pt x="50" y="28"/>
                  </a:cubicBezTo>
                  <a:cubicBezTo>
                    <a:pt x="50" y="28"/>
                    <a:pt x="50" y="28"/>
                    <a:pt x="50" y="28"/>
                  </a:cubicBezTo>
                  <a:cubicBezTo>
                    <a:pt x="50" y="29"/>
                    <a:pt x="50" y="29"/>
                    <a:pt x="49" y="29"/>
                  </a:cubicBezTo>
                  <a:cubicBezTo>
                    <a:pt x="49" y="29"/>
                    <a:pt x="49" y="29"/>
                    <a:pt x="49" y="29"/>
                  </a:cubicBezTo>
                  <a:cubicBezTo>
                    <a:pt x="49" y="29"/>
                    <a:pt x="49" y="28"/>
                    <a:pt x="48" y="28"/>
                  </a:cubicBezTo>
                  <a:cubicBezTo>
                    <a:pt x="48" y="28"/>
                    <a:pt x="48" y="28"/>
                    <a:pt x="48" y="28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7" y="28"/>
                    <a:pt x="46" y="28"/>
                    <a:pt x="46" y="27"/>
                  </a:cubicBezTo>
                  <a:cubicBezTo>
                    <a:pt x="46" y="27"/>
                    <a:pt x="46" y="27"/>
                    <a:pt x="46" y="27"/>
                  </a:cubicBezTo>
                  <a:cubicBezTo>
                    <a:pt x="45" y="27"/>
                    <a:pt x="45" y="27"/>
                    <a:pt x="45" y="27"/>
                  </a:cubicBezTo>
                  <a:cubicBezTo>
                    <a:pt x="45" y="27"/>
                    <a:pt x="45" y="27"/>
                    <a:pt x="45" y="27"/>
                  </a:cubicBezTo>
                  <a:cubicBezTo>
                    <a:pt x="43" y="25"/>
                    <a:pt x="41" y="23"/>
                    <a:pt x="39" y="20"/>
                  </a:cubicBezTo>
                  <a:cubicBezTo>
                    <a:pt x="35" y="28"/>
                    <a:pt x="35" y="37"/>
                    <a:pt x="35" y="45"/>
                  </a:cubicBezTo>
                  <a:cubicBezTo>
                    <a:pt x="35" y="55"/>
                    <a:pt x="34" y="57"/>
                    <a:pt x="32" y="63"/>
                  </a:cubicBezTo>
                  <a:cubicBezTo>
                    <a:pt x="30" y="69"/>
                    <a:pt x="40" y="75"/>
                    <a:pt x="49" y="75"/>
                  </a:cubicBezTo>
                  <a:cubicBezTo>
                    <a:pt x="58" y="75"/>
                    <a:pt x="56" y="85"/>
                    <a:pt x="56" y="91"/>
                  </a:cubicBezTo>
                  <a:cubicBezTo>
                    <a:pt x="56" y="97"/>
                    <a:pt x="56" y="102"/>
                    <a:pt x="49" y="104"/>
                  </a:cubicBezTo>
                  <a:cubicBezTo>
                    <a:pt x="42" y="106"/>
                    <a:pt x="43" y="115"/>
                    <a:pt x="50" y="116"/>
                  </a:cubicBezTo>
                  <a:cubicBezTo>
                    <a:pt x="58" y="117"/>
                    <a:pt x="54" y="123"/>
                    <a:pt x="62" y="126"/>
                  </a:cubicBezTo>
                  <a:cubicBezTo>
                    <a:pt x="69" y="129"/>
                    <a:pt x="67" y="135"/>
                    <a:pt x="67" y="141"/>
                  </a:cubicBezTo>
                  <a:cubicBezTo>
                    <a:pt x="67" y="147"/>
                    <a:pt x="63" y="151"/>
                    <a:pt x="56" y="142"/>
                  </a:cubicBezTo>
                  <a:cubicBezTo>
                    <a:pt x="48" y="133"/>
                    <a:pt x="50" y="141"/>
                    <a:pt x="35" y="138"/>
                  </a:cubicBezTo>
                  <a:cubicBezTo>
                    <a:pt x="20" y="135"/>
                    <a:pt x="29" y="145"/>
                    <a:pt x="34" y="155"/>
                  </a:cubicBezTo>
                  <a:cubicBezTo>
                    <a:pt x="40" y="165"/>
                    <a:pt x="50" y="159"/>
                    <a:pt x="50" y="167"/>
                  </a:cubicBezTo>
                  <a:cubicBezTo>
                    <a:pt x="51" y="176"/>
                    <a:pt x="44" y="175"/>
                    <a:pt x="40" y="177"/>
                  </a:cubicBezTo>
                  <a:cubicBezTo>
                    <a:pt x="36" y="179"/>
                    <a:pt x="43" y="189"/>
                    <a:pt x="35" y="189"/>
                  </a:cubicBezTo>
                  <a:cubicBezTo>
                    <a:pt x="27" y="189"/>
                    <a:pt x="29" y="201"/>
                    <a:pt x="20" y="203"/>
                  </a:cubicBezTo>
                  <a:cubicBezTo>
                    <a:pt x="20" y="203"/>
                    <a:pt x="20" y="203"/>
                    <a:pt x="19" y="203"/>
                  </a:cubicBezTo>
                  <a:cubicBezTo>
                    <a:pt x="19" y="210"/>
                    <a:pt x="20" y="217"/>
                    <a:pt x="23" y="219"/>
                  </a:cubicBezTo>
                  <a:cubicBezTo>
                    <a:pt x="30" y="225"/>
                    <a:pt x="28" y="232"/>
                    <a:pt x="25" y="238"/>
                  </a:cubicBezTo>
                  <a:cubicBezTo>
                    <a:pt x="22" y="244"/>
                    <a:pt x="22" y="253"/>
                    <a:pt x="14" y="256"/>
                  </a:cubicBezTo>
                  <a:cubicBezTo>
                    <a:pt x="5" y="259"/>
                    <a:pt x="0" y="268"/>
                    <a:pt x="14" y="269"/>
                  </a:cubicBezTo>
                  <a:cubicBezTo>
                    <a:pt x="28" y="271"/>
                    <a:pt x="22" y="279"/>
                    <a:pt x="33" y="281"/>
                  </a:cubicBezTo>
                  <a:cubicBezTo>
                    <a:pt x="44" y="282"/>
                    <a:pt x="54" y="281"/>
                    <a:pt x="55" y="288"/>
                  </a:cubicBezTo>
                  <a:cubicBezTo>
                    <a:pt x="56" y="295"/>
                    <a:pt x="60" y="301"/>
                    <a:pt x="70" y="303"/>
                  </a:cubicBezTo>
                  <a:cubicBezTo>
                    <a:pt x="79" y="305"/>
                    <a:pt x="84" y="311"/>
                    <a:pt x="84" y="316"/>
                  </a:cubicBezTo>
                  <a:cubicBezTo>
                    <a:pt x="84" y="321"/>
                    <a:pt x="89" y="344"/>
                    <a:pt x="80" y="347"/>
                  </a:cubicBezTo>
                  <a:cubicBezTo>
                    <a:pt x="72" y="351"/>
                    <a:pt x="69" y="359"/>
                    <a:pt x="70" y="365"/>
                  </a:cubicBezTo>
                  <a:cubicBezTo>
                    <a:pt x="71" y="369"/>
                    <a:pt x="72" y="386"/>
                    <a:pt x="73" y="397"/>
                  </a:cubicBezTo>
                  <a:cubicBezTo>
                    <a:pt x="85" y="398"/>
                    <a:pt x="96" y="396"/>
                    <a:pt x="106" y="390"/>
                  </a:cubicBezTo>
                  <a:cubicBezTo>
                    <a:pt x="127" y="380"/>
                    <a:pt x="139" y="374"/>
                    <a:pt x="160" y="367"/>
                  </a:cubicBezTo>
                  <a:cubicBezTo>
                    <a:pt x="182" y="359"/>
                    <a:pt x="194" y="347"/>
                    <a:pt x="232" y="345"/>
                  </a:cubicBezTo>
                  <a:cubicBezTo>
                    <a:pt x="270" y="343"/>
                    <a:pt x="292" y="334"/>
                    <a:pt x="314" y="344"/>
                  </a:cubicBezTo>
                  <a:cubicBezTo>
                    <a:pt x="332" y="352"/>
                    <a:pt x="348" y="348"/>
                    <a:pt x="365" y="353"/>
                  </a:cubicBezTo>
                  <a:cubicBezTo>
                    <a:pt x="366" y="347"/>
                    <a:pt x="368" y="346"/>
                    <a:pt x="375" y="345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40" name="Freeform 139"/>
            <p:cNvSpPr>
              <a:spLocks/>
            </p:cNvSpPr>
            <p:nvPr/>
          </p:nvSpPr>
          <p:spPr bwMode="auto">
            <a:xfrm>
              <a:off x="3279775" y="1773238"/>
              <a:ext cx="455613" cy="334963"/>
            </a:xfrm>
            <a:custGeom>
              <a:avLst/>
              <a:gdLst>
                <a:gd name="T0" fmla="*/ 492 w 503"/>
                <a:gd name="T1" fmla="*/ 182 h 367"/>
                <a:gd name="T2" fmla="*/ 471 w 503"/>
                <a:gd name="T3" fmla="*/ 165 h 367"/>
                <a:gd name="T4" fmla="*/ 435 w 503"/>
                <a:gd name="T5" fmla="*/ 152 h 367"/>
                <a:gd name="T6" fmla="*/ 427 w 503"/>
                <a:gd name="T7" fmla="*/ 121 h 367"/>
                <a:gd name="T8" fmla="*/ 393 w 503"/>
                <a:gd name="T9" fmla="*/ 93 h 367"/>
                <a:gd name="T10" fmla="*/ 365 w 503"/>
                <a:gd name="T11" fmla="*/ 50 h 367"/>
                <a:gd name="T12" fmla="*/ 368 w 503"/>
                <a:gd name="T13" fmla="*/ 14 h 367"/>
                <a:gd name="T14" fmla="*/ 347 w 503"/>
                <a:gd name="T15" fmla="*/ 14 h 367"/>
                <a:gd name="T16" fmla="*/ 331 w 503"/>
                <a:gd name="T17" fmla="*/ 6 h 367"/>
                <a:gd name="T18" fmla="*/ 287 w 503"/>
                <a:gd name="T19" fmla="*/ 20 h 367"/>
                <a:gd name="T20" fmla="*/ 251 w 503"/>
                <a:gd name="T21" fmla="*/ 41 h 367"/>
                <a:gd name="T22" fmla="*/ 225 w 503"/>
                <a:gd name="T23" fmla="*/ 56 h 367"/>
                <a:gd name="T24" fmla="*/ 195 w 503"/>
                <a:gd name="T25" fmla="*/ 58 h 367"/>
                <a:gd name="T26" fmla="*/ 169 w 503"/>
                <a:gd name="T27" fmla="*/ 88 h 367"/>
                <a:gd name="T28" fmla="*/ 144 w 503"/>
                <a:gd name="T29" fmla="*/ 117 h 367"/>
                <a:gd name="T30" fmla="*/ 115 w 503"/>
                <a:gd name="T31" fmla="*/ 120 h 367"/>
                <a:gd name="T32" fmla="*/ 88 w 503"/>
                <a:gd name="T33" fmla="*/ 120 h 367"/>
                <a:gd name="T34" fmla="*/ 73 w 503"/>
                <a:gd name="T35" fmla="*/ 160 h 367"/>
                <a:gd name="T36" fmla="*/ 38 w 503"/>
                <a:gd name="T37" fmla="*/ 207 h 367"/>
                <a:gd name="T38" fmla="*/ 9 w 503"/>
                <a:gd name="T39" fmla="*/ 220 h 367"/>
                <a:gd name="T40" fmla="*/ 1 w 503"/>
                <a:gd name="T41" fmla="*/ 283 h 367"/>
                <a:gd name="T42" fmla="*/ 6 w 503"/>
                <a:gd name="T43" fmla="*/ 308 h 367"/>
                <a:gd name="T44" fmla="*/ 8 w 503"/>
                <a:gd name="T45" fmla="*/ 309 h 367"/>
                <a:gd name="T46" fmla="*/ 10 w 503"/>
                <a:gd name="T47" fmla="*/ 310 h 367"/>
                <a:gd name="T48" fmla="*/ 12 w 503"/>
                <a:gd name="T49" fmla="*/ 311 h 367"/>
                <a:gd name="T50" fmla="*/ 23 w 503"/>
                <a:gd name="T51" fmla="*/ 321 h 367"/>
                <a:gd name="T52" fmla="*/ 42 w 503"/>
                <a:gd name="T53" fmla="*/ 345 h 367"/>
                <a:gd name="T54" fmla="*/ 67 w 503"/>
                <a:gd name="T55" fmla="*/ 360 h 367"/>
                <a:gd name="T56" fmla="*/ 97 w 503"/>
                <a:gd name="T57" fmla="*/ 343 h 367"/>
                <a:gd name="T58" fmla="*/ 131 w 503"/>
                <a:gd name="T59" fmla="*/ 338 h 367"/>
                <a:gd name="T60" fmla="*/ 158 w 503"/>
                <a:gd name="T61" fmla="*/ 352 h 367"/>
                <a:gd name="T62" fmla="*/ 171 w 503"/>
                <a:gd name="T63" fmla="*/ 367 h 367"/>
                <a:gd name="T64" fmla="*/ 172 w 503"/>
                <a:gd name="T65" fmla="*/ 314 h 367"/>
                <a:gd name="T66" fmla="*/ 174 w 503"/>
                <a:gd name="T67" fmla="*/ 269 h 367"/>
                <a:gd name="T68" fmla="*/ 308 w 503"/>
                <a:gd name="T69" fmla="*/ 275 h 367"/>
                <a:gd name="T70" fmla="*/ 343 w 503"/>
                <a:gd name="T71" fmla="*/ 260 h 367"/>
                <a:gd name="T72" fmla="*/ 345 w 503"/>
                <a:gd name="T73" fmla="*/ 260 h 367"/>
                <a:gd name="T74" fmla="*/ 346 w 503"/>
                <a:gd name="T75" fmla="*/ 261 h 367"/>
                <a:gd name="T76" fmla="*/ 347 w 503"/>
                <a:gd name="T77" fmla="*/ 262 h 367"/>
                <a:gd name="T78" fmla="*/ 352 w 503"/>
                <a:gd name="T79" fmla="*/ 267 h 367"/>
                <a:gd name="T80" fmla="*/ 354 w 503"/>
                <a:gd name="T81" fmla="*/ 268 h 367"/>
                <a:gd name="T82" fmla="*/ 355 w 503"/>
                <a:gd name="T83" fmla="*/ 269 h 367"/>
                <a:gd name="T84" fmla="*/ 356 w 503"/>
                <a:gd name="T85" fmla="*/ 269 h 367"/>
                <a:gd name="T86" fmla="*/ 358 w 503"/>
                <a:gd name="T87" fmla="*/ 270 h 367"/>
                <a:gd name="T88" fmla="*/ 360 w 503"/>
                <a:gd name="T89" fmla="*/ 270 h 367"/>
                <a:gd name="T90" fmla="*/ 395 w 503"/>
                <a:gd name="T91" fmla="*/ 271 h 367"/>
                <a:gd name="T92" fmla="*/ 400 w 503"/>
                <a:gd name="T93" fmla="*/ 271 h 367"/>
                <a:gd name="T94" fmla="*/ 405 w 503"/>
                <a:gd name="T95" fmla="*/ 272 h 367"/>
                <a:gd name="T96" fmla="*/ 412 w 503"/>
                <a:gd name="T97" fmla="*/ 271 h 367"/>
                <a:gd name="T98" fmla="*/ 415 w 503"/>
                <a:gd name="T99" fmla="*/ 271 h 367"/>
                <a:gd name="T100" fmla="*/ 418 w 503"/>
                <a:gd name="T101" fmla="*/ 269 h 367"/>
                <a:gd name="T102" fmla="*/ 422 w 503"/>
                <a:gd name="T103" fmla="*/ 267 h 367"/>
                <a:gd name="T104" fmla="*/ 485 w 503"/>
                <a:gd name="T105" fmla="*/ 241 h 367"/>
                <a:gd name="T106" fmla="*/ 503 w 503"/>
                <a:gd name="T107" fmla="*/ 220 h 367"/>
                <a:gd name="T108" fmla="*/ 502 w 503"/>
                <a:gd name="T109" fmla="*/ 218 h 367"/>
                <a:gd name="T110" fmla="*/ 502 w 503"/>
                <a:gd name="T111" fmla="*/ 216 h 367"/>
                <a:gd name="T112" fmla="*/ 502 w 503"/>
                <a:gd name="T113" fmla="*/ 208 h 367"/>
                <a:gd name="T114" fmla="*/ 502 w 503"/>
                <a:gd name="T115" fmla="*/ 206 h 367"/>
                <a:gd name="T116" fmla="*/ 502 w 503"/>
                <a:gd name="T117" fmla="*/ 204 h 3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503" h="367">
                  <a:moveTo>
                    <a:pt x="495" y="200"/>
                  </a:moveTo>
                  <a:cubicBezTo>
                    <a:pt x="491" y="198"/>
                    <a:pt x="491" y="188"/>
                    <a:pt x="492" y="182"/>
                  </a:cubicBezTo>
                  <a:cubicBezTo>
                    <a:pt x="493" y="176"/>
                    <a:pt x="491" y="170"/>
                    <a:pt x="487" y="166"/>
                  </a:cubicBezTo>
                  <a:cubicBezTo>
                    <a:pt x="483" y="163"/>
                    <a:pt x="474" y="156"/>
                    <a:pt x="471" y="165"/>
                  </a:cubicBezTo>
                  <a:cubicBezTo>
                    <a:pt x="467" y="174"/>
                    <a:pt x="464" y="171"/>
                    <a:pt x="455" y="168"/>
                  </a:cubicBezTo>
                  <a:cubicBezTo>
                    <a:pt x="447" y="166"/>
                    <a:pt x="442" y="162"/>
                    <a:pt x="435" y="152"/>
                  </a:cubicBezTo>
                  <a:cubicBezTo>
                    <a:pt x="429" y="142"/>
                    <a:pt x="422" y="145"/>
                    <a:pt x="417" y="138"/>
                  </a:cubicBezTo>
                  <a:cubicBezTo>
                    <a:pt x="413" y="130"/>
                    <a:pt x="423" y="124"/>
                    <a:pt x="427" y="121"/>
                  </a:cubicBezTo>
                  <a:cubicBezTo>
                    <a:pt x="431" y="118"/>
                    <a:pt x="427" y="112"/>
                    <a:pt x="415" y="108"/>
                  </a:cubicBezTo>
                  <a:cubicBezTo>
                    <a:pt x="403" y="104"/>
                    <a:pt x="405" y="97"/>
                    <a:pt x="393" y="93"/>
                  </a:cubicBezTo>
                  <a:cubicBezTo>
                    <a:pt x="382" y="89"/>
                    <a:pt x="377" y="82"/>
                    <a:pt x="377" y="74"/>
                  </a:cubicBezTo>
                  <a:cubicBezTo>
                    <a:pt x="376" y="67"/>
                    <a:pt x="377" y="55"/>
                    <a:pt x="365" y="50"/>
                  </a:cubicBezTo>
                  <a:cubicBezTo>
                    <a:pt x="354" y="46"/>
                    <a:pt x="364" y="36"/>
                    <a:pt x="367" y="26"/>
                  </a:cubicBezTo>
                  <a:cubicBezTo>
                    <a:pt x="369" y="23"/>
                    <a:pt x="369" y="19"/>
                    <a:pt x="368" y="14"/>
                  </a:cubicBezTo>
                  <a:cubicBezTo>
                    <a:pt x="360" y="14"/>
                    <a:pt x="353" y="14"/>
                    <a:pt x="348" y="14"/>
                  </a:cubicBezTo>
                  <a:cubicBezTo>
                    <a:pt x="347" y="14"/>
                    <a:pt x="347" y="14"/>
                    <a:pt x="347" y="14"/>
                  </a:cubicBezTo>
                  <a:cubicBezTo>
                    <a:pt x="346" y="14"/>
                    <a:pt x="345" y="14"/>
                    <a:pt x="344" y="14"/>
                  </a:cubicBezTo>
                  <a:cubicBezTo>
                    <a:pt x="335" y="14"/>
                    <a:pt x="333" y="11"/>
                    <a:pt x="331" y="6"/>
                  </a:cubicBezTo>
                  <a:cubicBezTo>
                    <a:pt x="329" y="0"/>
                    <a:pt x="320" y="4"/>
                    <a:pt x="309" y="4"/>
                  </a:cubicBezTo>
                  <a:cubicBezTo>
                    <a:pt x="299" y="4"/>
                    <a:pt x="295" y="10"/>
                    <a:pt x="287" y="20"/>
                  </a:cubicBezTo>
                  <a:cubicBezTo>
                    <a:pt x="280" y="30"/>
                    <a:pt x="285" y="31"/>
                    <a:pt x="271" y="28"/>
                  </a:cubicBezTo>
                  <a:cubicBezTo>
                    <a:pt x="258" y="26"/>
                    <a:pt x="255" y="36"/>
                    <a:pt x="251" y="41"/>
                  </a:cubicBezTo>
                  <a:cubicBezTo>
                    <a:pt x="247" y="46"/>
                    <a:pt x="244" y="46"/>
                    <a:pt x="236" y="45"/>
                  </a:cubicBezTo>
                  <a:cubicBezTo>
                    <a:pt x="228" y="44"/>
                    <a:pt x="225" y="48"/>
                    <a:pt x="225" y="56"/>
                  </a:cubicBezTo>
                  <a:cubicBezTo>
                    <a:pt x="225" y="64"/>
                    <a:pt x="219" y="64"/>
                    <a:pt x="212" y="64"/>
                  </a:cubicBezTo>
                  <a:cubicBezTo>
                    <a:pt x="205" y="64"/>
                    <a:pt x="205" y="58"/>
                    <a:pt x="195" y="58"/>
                  </a:cubicBezTo>
                  <a:cubicBezTo>
                    <a:pt x="184" y="57"/>
                    <a:pt x="189" y="65"/>
                    <a:pt x="181" y="68"/>
                  </a:cubicBezTo>
                  <a:cubicBezTo>
                    <a:pt x="173" y="70"/>
                    <a:pt x="170" y="78"/>
                    <a:pt x="169" y="88"/>
                  </a:cubicBezTo>
                  <a:cubicBezTo>
                    <a:pt x="167" y="97"/>
                    <a:pt x="161" y="103"/>
                    <a:pt x="153" y="103"/>
                  </a:cubicBezTo>
                  <a:cubicBezTo>
                    <a:pt x="144" y="103"/>
                    <a:pt x="144" y="107"/>
                    <a:pt x="144" y="117"/>
                  </a:cubicBezTo>
                  <a:cubicBezTo>
                    <a:pt x="144" y="127"/>
                    <a:pt x="138" y="128"/>
                    <a:pt x="131" y="128"/>
                  </a:cubicBezTo>
                  <a:cubicBezTo>
                    <a:pt x="125" y="128"/>
                    <a:pt x="121" y="120"/>
                    <a:pt x="115" y="120"/>
                  </a:cubicBezTo>
                  <a:cubicBezTo>
                    <a:pt x="108" y="119"/>
                    <a:pt x="111" y="112"/>
                    <a:pt x="103" y="108"/>
                  </a:cubicBezTo>
                  <a:cubicBezTo>
                    <a:pt x="94" y="104"/>
                    <a:pt x="97" y="112"/>
                    <a:pt x="88" y="120"/>
                  </a:cubicBezTo>
                  <a:cubicBezTo>
                    <a:pt x="79" y="128"/>
                    <a:pt x="83" y="136"/>
                    <a:pt x="85" y="145"/>
                  </a:cubicBezTo>
                  <a:cubicBezTo>
                    <a:pt x="87" y="154"/>
                    <a:pt x="82" y="158"/>
                    <a:pt x="73" y="160"/>
                  </a:cubicBezTo>
                  <a:cubicBezTo>
                    <a:pt x="63" y="162"/>
                    <a:pt x="65" y="186"/>
                    <a:pt x="62" y="194"/>
                  </a:cubicBezTo>
                  <a:cubicBezTo>
                    <a:pt x="59" y="203"/>
                    <a:pt x="41" y="201"/>
                    <a:pt x="38" y="207"/>
                  </a:cubicBezTo>
                  <a:cubicBezTo>
                    <a:pt x="35" y="213"/>
                    <a:pt x="27" y="210"/>
                    <a:pt x="17" y="210"/>
                  </a:cubicBezTo>
                  <a:cubicBezTo>
                    <a:pt x="8" y="209"/>
                    <a:pt x="5" y="219"/>
                    <a:pt x="9" y="220"/>
                  </a:cubicBezTo>
                  <a:cubicBezTo>
                    <a:pt x="13" y="222"/>
                    <a:pt x="17" y="236"/>
                    <a:pt x="18" y="248"/>
                  </a:cubicBezTo>
                  <a:cubicBezTo>
                    <a:pt x="19" y="260"/>
                    <a:pt x="1" y="274"/>
                    <a:pt x="1" y="283"/>
                  </a:cubicBezTo>
                  <a:cubicBezTo>
                    <a:pt x="1" y="288"/>
                    <a:pt x="1" y="299"/>
                    <a:pt x="0" y="306"/>
                  </a:cubicBezTo>
                  <a:cubicBezTo>
                    <a:pt x="3" y="307"/>
                    <a:pt x="4" y="307"/>
                    <a:pt x="6" y="308"/>
                  </a:cubicBezTo>
                  <a:cubicBezTo>
                    <a:pt x="7" y="308"/>
                    <a:pt x="7" y="308"/>
                    <a:pt x="7" y="308"/>
                  </a:cubicBezTo>
                  <a:cubicBezTo>
                    <a:pt x="8" y="309"/>
                    <a:pt x="8" y="309"/>
                    <a:pt x="8" y="309"/>
                  </a:cubicBezTo>
                  <a:cubicBezTo>
                    <a:pt x="9" y="309"/>
                    <a:pt x="9" y="309"/>
                    <a:pt x="10" y="310"/>
                  </a:cubicBezTo>
                  <a:cubicBezTo>
                    <a:pt x="10" y="310"/>
                    <a:pt x="10" y="310"/>
                    <a:pt x="10" y="310"/>
                  </a:cubicBezTo>
                  <a:cubicBezTo>
                    <a:pt x="11" y="310"/>
                    <a:pt x="11" y="311"/>
                    <a:pt x="11" y="311"/>
                  </a:cubicBezTo>
                  <a:cubicBezTo>
                    <a:pt x="11" y="311"/>
                    <a:pt x="11" y="311"/>
                    <a:pt x="12" y="311"/>
                  </a:cubicBezTo>
                  <a:cubicBezTo>
                    <a:pt x="12" y="312"/>
                    <a:pt x="12" y="312"/>
                    <a:pt x="13" y="313"/>
                  </a:cubicBezTo>
                  <a:cubicBezTo>
                    <a:pt x="15" y="318"/>
                    <a:pt x="20" y="321"/>
                    <a:pt x="23" y="321"/>
                  </a:cubicBezTo>
                  <a:cubicBezTo>
                    <a:pt x="25" y="321"/>
                    <a:pt x="30" y="329"/>
                    <a:pt x="32" y="332"/>
                  </a:cubicBezTo>
                  <a:cubicBezTo>
                    <a:pt x="34" y="336"/>
                    <a:pt x="39" y="345"/>
                    <a:pt x="42" y="345"/>
                  </a:cubicBezTo>
                  <a:cubicBezTo>
                    <a:pt x="45" y="345"/>
                    <a:pt x="51" y="352"/>
                    <a:pt x="56" y="352"/>
                  </a:cubicBezTo>
                  <a:cubicBezTo>
                    <a:pt x="60" y="352"/>
                    <a:pt x="62" y="355"/>
                    <a:pt x="67" y="360"/>
                  </a:cubicBezTo>
                  <a:cubicBezTo>
                    <a:pt x="73" y="366"/>
                    <a:pt x="81" y="367"/>
                    <a:pt x="83" y="357"/>
                  </a:cubicBezTo>
                  <a:cubicBezTo>
                    <a:pt x="85" y="347"/>
                    <a:pt x="91" y="344"/>
                    <a:pt x="97" y="343"/>
                  </a:cubicBezTo>
                  <a:cubicBezTo>
                    <a:pt x="103" y="342"/>
                    <a:pt x="109" y="339"/>
                    <a:pt x="114" y="335"/>
                  </a:cubicBezTo>
                  <a:cubicBezTo>
                    <a:pt x="119" y="330"/>
                    <a:pt x="127" y="330"/>
                    <a:pt x="131" y="338"/>
                  </a:cubicBezTo>
                  <a:cubicBezTo>
                    <a:pt x="134" y="345"/>
                    <a:pt x="137" y="346"/>
                    <a:pt x="144" y="346"/>
                  </a:cubicBezTo>
                  <a:cubicBezTo>
                    <a:pt x="152" y="347"/>
                    <a:pt x="156" y="347"/>
                    <a:pt x="158" y="352"/>
                  </a:cubicBezTo>
                  <a:cubicBezTo>
                    <a:pt x="158" y="353"/>
                    <a:pt x="158" y="353"/>
                    <a:pt x="158" y="353"/>
                  </a:cubicBezTo>
                  <a:cubicBezTo>
                    <a:pt x="161" y="358"/>
                    <a:pt x="167" y="366"/>
                    <a:pt x="171" y="367"/>
                  </a:cubicBezTo>
                  <a:cubicBezTo>
                    <a:pt x="173" y="364"/>
                    <a:pt x="176" y="359"/>
                    <a:pt x="176" y="352"/>
                  </a:cubicBezTo>
                  <a:cubicBezTo>
                    <a:pt x="176" y="336"/>
                    <a:pt x="181" y="319"/>
                    <a:pt x="172" y="314"/>
                  </a:cubicBezTo>
                  <a:cubicBezTo>
                    <a:pt x="164" y="310"/>
                    <a:pt x="166" y="308"/>
                    <a:pt x="166" y="298"/>
                  </a:cubicBezTo>
                  <a:cubicBezTo>
                    <a:pt x="167" y="289"/>
                    <a:pt x="159" y="268"/>
                    <a:pt x="174" y="269"/>
                  </a:cubicBezTo>
                  <a:cubicBezTo>
                    <a:pt x="189" y="270"/>
                    <a:pt x="245" y="270"/>
                    <a:pt x="260" y="270"/>
                  </a:cubicBezTo>
                  <a:cubicBezTo>
                    <a:pt x="275" y="269"/>
                    <a:pt x="300" y="268"/>
                    <a:pt x="308" y="275"/>
                  </a:cubicBezTo>
                  <a:cubicBezTo>
                    <a:pt x="316" y="281"/>
                    <a:pt x="318" y="281"/>
                    <a:pt x="322" y="273"/>
                  </a:cubicBezTo>
                  <a:cubicBezTo>
                    <a:pt x="327" y="266"/>
                    <a:pt x="337" y="260"/>
                    <a:pt x="343" y="260"/>
                  </a:cubicBezTo>
                  <a:cubicBezTo>
                    <a:pt x="344" y="260"/>
                    <a:pt x="344" y="260"/>
                    <a:pt x="344" y="260"/>
                  </a:cubicBezTo>
                  <a:cubicBezTo>
                    <a:pt x="345" y="260"/>
                    <a:pt x="345" y="260"/>
                    <a:pt x="345" y="260"/>
                  </a:cubicBezTo>
                  <a:cubicBezTo>
                    <a:pt x="346" y="261"/>
                    <a:pt x="346" y="261"/>
                    <a:pt x="346" y="261"/>
                  </a:cubicBezTo>
                  <a:cubicBezTo>
                    <a:pt x="346" y="261"/>
                    <a:pt x="346" y="261"/>
                    <a:pt x="346" y="261"/>
                  </a:cubicBezTo>
                  <a:cubicBezTo>
                    <a:pt x="346" y="261"/>
                    <a:pt x="347" y="261"/>
                    <a:pt x="347" y="262"/>
                  </a:cubicBezTo>
                  <a:cubicBezTo>
                    <a:pt x="347" y="262"/>
                    <a:pt x="347" y="262"/>
                    <a:pt x="347" y="262"/>
                  </a:cubicBezTo>
                  <a:cubicBezTo>
                    <a:pt x="348" y="262"/>
                    <a:pt x="348" y="263"/>
                    <a:pt x="348" y="263"/>
                  </a:cubicBezTo>
                  <a:cubicBezTo>
                    <a:pt x="349" y="264"/>
                    <a:pt x="351" y="266"/>
                    <a:pt x="352" y="267"/>
                  </a:cubicBezTo>
                  <a:cubicBezTo>
                    <a:pt x="352" y="267"/>
                    <a:pt x="352" y="267"/>
                    <a:pt x="352" y="267"/>
                  </a:cubicBezTo>
                  <a:cubicBezTo>
                    <a:pt x="353" y="268"/>
                    <a:pt x="353" y="268"/>
                    <a:pt x="354" y="268"/>
                  </a:cubicBezTo>
                  <a:cubicBezTo>
                    <a:pt x="354" y="268"/>
                    <a:pt x="354" y="268"/>
                    <a:pt x="354" y="268"/>
                  </a:cubicBezTo>
                  <a:cubicBezTo>
                    <a:pt x="354" y="269"/>
                    <a:pt x="355" y="269"/>
                    <a:pt x="355" y="269"/>
                  </a:cubicBezTo>
                  <a:cubicBezTo>
                    <a:pt x="355" y="269"/>
                    <a:pt x="355" y="269"/>
                    <a:pt x="355" y="269"/>
                  </a:cubicBezTo>
                  <a:cubicBezTo>
                    <a:pt x="356" y="269"/>
                    <a:pt x="356" y="269"/>
                    <a:pt x="356" y="269"/>
                  </a:cubicBezTo>
                  <a:cubicBezTo>
                    <a:pt x="356" y="270"/>
                    <a:pt x="356" y="270"/>
                    <a:pt x="356" y="270"/>
                  </a:cubicBezTo>
                  <a:cubicBezTo>
                    <a:pt x="357" y="270"/>
                    <a:pt x="357" y="270"/>
                    <a:pt x="358" y="270"/>
                  </a:cubicBezTo>
                  <a:cubicBezTo>
                    <a:pt x="358" y="270"/>
                    <a:pt x="358" y="270"/>
                    <a:pt x="358" y="270"/>
                  </a:cubicBezTo>
                  <a:cubicBezTo>
                    <a:pt x="358" y="270"/>
                    <a:pt x="359" y="270"/>
                    <a:pt x="360" y="270"/>
                  </a:cubicBezTo>
                  <a:cubicBezTo>
                    <a:pt x="369" y="270"/>
                    <a:pt x="376" y="270"/>
                    <a:pt x="390" y="271"/>
                  </a:cubicBezTo>
                  <a:cubicBezTo>
                    <a:pt x="391" y="271"/>
                    <a:pt x="393" y="271"/>
                    <a:pt x="395" y="271"/>
                  </a:cubicBezTo>
                  <a:cubicBezTo>
                    <a:pt x="395" y="271"/>
                    <a:pt x="395" y="271"/>
                    <a:pt x="396" y="271"/>
                  </a:cubicBezTo>
                  <a:cubicBezTo>
                    <a:pt x="397" y="271"/>
                    <a:pt x="399" y="271"/>
                    <a:pt x="400" y="271"/>
                  </a:cubicBezTo>
                  <a:cubicBezTo>
                    <a:pt x="402" y="272"/>
                    <a:pt x="403" y="272"/>
                    <a:pt x="405" y="272"/>
                  </a:cubicBezTo>
                  <a:cubicBezTo>
                    <a:pt x="405" y="272"/>
                    <a:pt x="405" y="272"/>
                    <a:pt x="405" y="272"/>
                  </a:cubicBezTo>
                  <a:cubicBezTo>
                    <a:pt x="406" y="272"/>
                    <a:pt x="408" y="272"/>
                    <a:pt x="409" y="272"/>
                  </a:cubicBezTo>
                  <a:cubicBezTo>
                    <a:pt x="410" y="272"/>
                    <a:pt x="411" y="272"/>
                    <a:pt x="412" y="271"/>
                  </a:cubicBezTo>
                  <a:cubicBezTo>
                    <a:pt x="412" y="271"/>
                    <a:pt x="412" y="271"/>
                    <a:pt x="412" y="271"/>
                  </a:cubicBezTo>
                  <a:cubicBezTo>
                    <a:pt x="413" y="271"/>
                    <a:pt x="414" y="271"/>
                    <a:pt x="415" y="271"/>
                  </a:cubicBezTo>
                  <a:cubicBezTo>
                    <a:pt x="415" y="270"/>
                    <a:pt x="415" y="270"/>
                    <a:pt x="416" y="270"/>
                  </a:cubicBezTo>
                  <a:cubicBezTo>
                    <a:pt x="416" y="270"/>
                    <a:pt x="417" y="269"/>
                    <a:pt x="418" y="269"/>
                  </a:cubicBezTo>
                  <a:cubicBezTo>
                    <a:pt x="419" y="269"/>
                    <a:pt x="419" y="269"/>
                    <a:pt x="419" y="269"/>
                  </a:cubicBezTo>
                  <a:cubicBezTo>
                    <a:pt x="420" y="268"/>
                    <a:pt x="421" y="267"/>
                    <a:pt x="422" y="267"/>
                  </a:cubicBezTo>
                  <a:cubicBezTo>
                    <a:pt x="431" y="258"/>
                    <a:pt x="434" y="243"/>
                    <a:pt x="450" y="243"/>
                  </a:cubicBezTo>
                  <a:cubicBezTo>
                    <a:pt x="466" y="243"/>
                    <a:pt x="478" y="248"/>
                    <a:pt x="485" y="241"/>
                  </a:cubicBezTo>
                  <a:cubicBezTo>
                    <a:pt x="491" y="234"/>
                    <a:pt x="502" y="230"/>
                    <a:pt x="503" y="222"/>
                  </a:cubicBezTo>
                  <a:cubicBezTo>
                    <a:pt x="503" y="221"/>
                    <a:pt x="503" y="221"/>
                    <a:pt x="503" y="220"/>
                  </a:cubicBezTo>
                  <a:cubicBezTo>
                    <a:pt x="503" y="220"/>
                    <a:pt x="503" y="220"/>
                    <a:pt x="503" y="219"/>
                  </a:cubicBezTo>
                  <a:cubicBezTo>
                    <a:pt x="502" y="219"/>
                    <a:pt x="502" y="218"/>
                    <a:pt x="502" y="218"/>
                  </a:cubicBezTo>
                  <a:cubicBezTo>
                    <a:pt x="502" y="218"/>
                    <a:pt x="502" y="218"/>
                    <a:pt x="502" y="217"/>
                  </a:cubicBezTo>
                  <a:cubicBezTo>
                    <a:pt x="502" y="216"/>
                    <a:pt x="502" y="216"/>
                    <a:pt x="502" y="216"/>
                  </a:cubicBezTo>
                  <a:cubicBezTo>
                    <a:pt x="502" y="213"/>
                    <a:pt x="502" y="211"/>
                    <a:pt x="502" y="208"/>
                  </a:cubicBezTo>
                  <a:cubicBezTo>
                    <a:pt x="502" y="208"/>
                    <a:pt x="502" y="208"/>
                    <a:pt x="502" y="208"/>
                  </a:cubicBezTo>
                  <a:cubicBezTo>
                    <a:pt x="502" y="208"/>
                    <a:pt x="502" y="207"/>
                    <a:pt x="502" y="206"/>
                  </a:cubicBezTo>
                  <a:cubicBezTo>
                    <a:pt x="502" y="206"/>
                    <a:pt x="502" y="206"/>
                    <a:pt x="502" y="206"/>
                  </a:cubicBezTo>
                  <a:cubicBezTo>
                    <a:pt x="502" y="205"/>
                    <a:pt x="502" y="205"/>
                    <a:pt x="502" y="204"/>
                  </a:cubicBezTo>
                  <a:cubicBezTo>
                    <a:pt x="502" y="204"/>
                    <a:pt x="502" y="204"/>
                    <a:pt x="502" y="204"/>
                  </a:cubicBezTo>
                  <a:cubicBezTo>
                    <a:pt x="500" y="203"/>
                    <a:pt x="497" y="201"/>
                    <a:pt x="495" y="200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41" name="Freeform 140"/>
            <p:cNvSpPr>
              <a:spLocks/>
            </p:cNvSpPr>
            <p:nvPr/>
          </p:nvSpPr>
          <p:spPr bwMode="auto">
            <a:xfrm>
              <a:off x="3600450" y="1274763"/>
              <a:ext cx="923925" cy="698500"/>
            </a:xfrm>
            <a:custGeom>
              <a:avLst/>
              <a:gdLst>
                <a:gd name="T0" fmla="*/ 860 w 1017"/>
                <a:gd name="T1" fmla="*/ 638 h 767"/>
                <a:gd name="T2" fmla="*/ 862 w 1017"/>
                <a:gd name="T3" fmla="*/ 632 h 767"/>
                <a:gd name="T4" fmla="*/ 861 w 1017"/>
                <a:gd name="T5" fmla="*/ 606 h 767"/>
                <a:gd name="T6" fmla="*/ 969 w 1017"/>
                <a:gd name="T7" fmla="*/ 456 h 767"/>
                <a:gd name="T8" fmla="*/ 996 w 1017"/>
                <a:gd name="T9" fmla="*/ 268 h 767"/>
                <a:gd name="T10" fmla="*/ 1008 w 1017"/>
                <a:gd name="T11" fmla="*/ 194 h 767"/>
                <a:gd name="T12" fmla="*/ 966 w 1017"/>
                <a:gd name="T13" fmla="*/ 117 h 767"/>
                <a:gd name="T14" fmla="*/ 957 w 1017"/>
                <a:gd name="T15" fmla="*/ 29 h 767"/>
                <a:gd name="T16" fmla="*/ 955 w 1017"/>
                <a:gd name="T17" fmla="*/ 32 h 767"/>
                <a:gd name="T18" fmla="*/ 952 w 1017"/>
                <a:gd name="T19" fmla="*/ 34 h 767"/>
                <a:gd name="T20" fmla="*/ 948 w 1017"/>
                <a:gd name="T21" fmla="*/ 36 h 767"/>
                <a:gd name="T22" fmla="*/ 944 w 1017"/>
                <a:gd name="T23" fmla="*/ 38 h 767"/>
                <a:gd name="T24" fmla="*/ 936 w 1017"/>
                <a:gd name="T25" fmla="*/ 41 h 767"/>
                <a:gd name="T26" fmla="*/ 819 w 1017"/>
                <a:gd name="T27" fmla="*/ 13 h 767"/>
                <a:gd name="T28" fmla="*/ 765 w 1017"/>
                <a:gd name="T29" fmla="*/ 0 h 767"/>
                <a:gd name="T30" fmla="*/ 563 w 1017"/>
                <a:gd name="T31" fmla="*/ 118 h 767"/>
                <a:gd name="T32" fmla="*/ 554 w 1017"/>
                <a:gd name="T33" fmla="*/ 123 h 767"/>
                <a:gd name="T34" fmla="*/ 545 w 1017"/>
                <a:gd name="T35" fmla="*/ 129 h 767"/>
                <a:gd name="T36" fmla="*/ 537 w 1017"/>
                <a:gd name="T37" fmla="*/ 134 h 767"/>
                <a:gd name="T38" fmla="*/ 529 w 1017"/>
                <a:gd name="T39" fmla="*/ 138 h 767"/>
                <a:gd name="T40" fmla="*/ 304 w 1017"/>
                <a:gd name="T41" fmla="*/ 277 h 767"/>
                <a:gd name="T42" fmla="*/ 299 w 1017"/>
                <a:gd name="T43" fmla="*/ 278 h 767"/>
                <a:gd name="T44" fmla="*/ 294 w 1017"/>
                <a:gd name="T45" fmla="*/ 279 h 767"/>
                <a:gd name="T46" fmla="*/ 290 w 1017"/>
                <a:gd name="T47" fmla="*/ 280 h 767"/>
                <a:gd name="T48" fmla="*/ 286 w 1017"/>
                <a:gd name="T49" fmla="*/ 282 h 767"/>
                <a:gd name="T50" fmla="*/ 279 w 1017"/>
                <a:gd name="T51" fmla="*/ 285 h 767"/>
                <a:gd name="T52" fmla="*/ 275 w 1017"/>
                <a:gd name="T53" fmla="*/ 286 h 767"/>
                <a:gd name="T54" fmla="*/ 261 w 1017"/>
                <a:gd name="T55" fmla="*/ 470 h 767"/>
                <a:gd name="T56" fmla="*/ 147 w 1017"/>
                <a:gd name="T57" fmla="*/ 536 h 767"/>
                <a:gd name="T58" fmla="*/ 29 w 1017"/>
                <a:gd name="T59" fmla="*/ 562 h 767"/>
                <a:gd name="T60" fmla="*/ 14 w 1017"/>
                <a:gd name="T61" fmla="*/ 562 h 767"/>
                <a:gd name="T62" fmla="*/ 23 w 1017"/>
                <a:gd name="T63" fmla="*/ 622 h 767"/>
                <a:gd name="T64" fmla="*/ 73 w 1017"/>
                <a:gd name="T65" fmla="*/ 669 h 767"/>
                <a:gd name="T66" fmla="*/ 101 w 1017"/>
                <a:gd name="T67" fmla="*/ 716 h 767"/>
                <a:gd name="T68" fmla="*/ 138 w 1017"/>
                <a:gd name="T69" fmla="*/ 730 h 767"/>
                <a:gd name="T70" fmla="*/ 148 w 1017"/>
                <a:gd name="T71" fmla="*/ 752 h 767"/>
                <a:gd name="T72" fmla="*/ 150 w 1017"/>
                <a:gd name="T73" fmla="*/ 749 h 767"/>
                <a:gd name="T74" fmla="*/ 151 w 1017"/>
                <a:gd name="T75" fmla="*/ 747 h 767"/>
                <a:gd name="T76" fmla="*/ 186 w 1017"/>
                <a:gd name="T77" fmla="*/ 733 h 767"/>
                <a:gd name="T78" fmla="*/ 225 w 1017"/>
                <a:gd name="T79" fmla="*/ 766 h 767"/>
                <a:gd name="T80" fmla="*/ 229 w 1017"/>
                <a:gd name="T81" fmla="*/ 766 h 767"/>
                <a:gd name="T82" fmla="*/ 244 w 1017"/>
                <a:gd name="T83" fmla="*/ 714 h 767"/>
                <a:gd name="T84" fmla="*/ 299 w 1017"/>
                <a:gd name="T85" fmla="*/ 642 h 767"/>
                <a:gd name="T86" fmla="*/ 368 w 1017"/>
                <a:gd name="T87" fmla="*/ 640 h 767"/>
                <a:gd name="T88" fmla="*/ 419 w 1017"/>
                <a:gd name="T89" fmla="*/ 663 h 767"/>
                <a:gd name="T90" fmla="*/ 473 w 1017"/>
                <a:gd name="T91" fmla="*/ 684 h 767"/>
                <a:gd name="T92" fmla="*/ 545 w 1017"/>
                <a:gd name="T93" fmla="*/ 691 h 767"/>
                <a:gd name="T94" fmla="*/ 639 w 1017"/>
                <a:gd name="T95" fmla="*/ 682 h 767"/>
                <a:gd name="T96" fmla="*/ 767 w 1017"/>
                <a:gd name="T97" fmla="*/ 681 h 767"/>
                <a:gd name="T98" fmla="*/ 851 w 1017"/>
                <a:gd name="T99" fmla="*/ 649 h 7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017" h="767">
                  <a:moveTo>
                    <a:pt x="859" y="640"/>
                  </a:moveTo>
                  <a:cubicBezTo>
                    <a:pt x="859" y="639"/>
                    <a:pt x="860" y="639"/>
                    <a:pt x="860" y="638"/>
                  </a:cubicBezTo>
                  <a:cubicBezTo>
                    <a:pt x="860" y="638"/>
                    <a:pt x="860" y="638"/>
                    <a:pt x="860" y="638"/>
                  </a:cubicBezTo>
                  <a:cubicBezTo>
                    <a:pt x="861" y="637"/>
                    <a:pt x="861" y="636"/>
                    <a:pt x="861" y="635"/>
                  </a:cubicBezTo>
                  <a:cubicBezTo>
                    <a:pt x="861" y="635"/>
                    <a:pt x="862" y="635"/>
                    <a:pt x="862" y="634"/>
                  </a:cubicBezTo>
                  <a:cubicBezTo>
                    <a:pt x="862" y="634"/>
                    <a:pt x="862" y="633"/>
                    <a:pt x="862" y="632"/>
                  </a:cubicBezTo>
                  <a:cubicBezTo>
                    <a:pt x="862" y="631"/>
                    <a:pt x="862" y="631"/>
                    <a:pt x="862" y="631"/>
                  </a:cubicBezTo>
                  <a:cubicBezTo>
                    <a:pt x="862" y="630"/>
                    <a:pt x="863" y="628"/>
                    <a:pt x="863" y="627"/>
                  </a:cubicBezTo>
                  <a:cubicBezTo>
                    <a:pt x="863" y="616"/>
                    <a:pt x="865" y="611"/>
                    <a:pt x="861" y="606"/>
                  </a:cubicBezTo>
                  <a:cubicBezTo>
                    <a:pt x="857" y="600"/>
                    <a:pt x="849" y="596"/>
                    <a:pt x="859" y="591"/>
                  </a:cubicBezTo>
                  <a:cubicBezTo>
                    <a:pt x="868" y="587"/>
                    <a:pt x="879" y="562"/>
                    <a:pt x="887" y="551"/>
                  </a:cubicBezTo>
                  <a:cubicBezTo>
                    <a:pt x="895" y="541"/>
                    <a:pt x="952" y="469"/>
                    <a:pt x="969" y="456"/>
                  </a:cubicBezTo>
                  <a:cubicBezTo>
                    <a:pt x="986" y="443"/>
                    <a:pt x="986" y="429"/>
                    <a:pt x="986" y="410"/>
                  </a:cubicBezTo>
                  <a:cubicBezTo>
                    <a:pt x="986" y="390"/>
                    <a:pt x="993" y="372"/>
                    <a:pt x="993" y="354"/>
                  </a:cubicBezTo>
                  <a:cubicBezTo>
                    <a:pt x="993" y="337"/>
                    <a:pt x="994" y="279"/>
                    <a:pt x="996" y="268"/>
                  </a:cubicBezTo>
                  <a:cubicBezTo>
                    <a:pt x="998" y="256"/>
                    <a:pt x="998" y="243"/>
                    <a:pt x="1003" y="236"/>
                  </a:cubicBezTo>
                  <a:cubicBezTo>
                    <a:pt x="1008" y="229"/>
                    <a:pt x="1016" y="224"/>
                    <a:pt x="1015" y="214"/>
                  </a:cubicBezTo>
                  <a:cubicBezTo>
                    <a:pt x="1015" y="205"/>
                    <a:pt x="1017" y="199"/>
                    <a:pt x="1008" y="194"/>
                  </a:cubicBezTo>
                  <a:cubicBezTo>
                    <a:pt x="998" y="189"/>
                    <a:pt x="991" y="188"/>
                    <a:pt x="991" y="176"/>
                  </a:cubicBezTo>
                  <a:cubicBezTo>
                    <a:pt x="991" y="164"/>
                    <a:pt x="985" y="150"/>
                    <a:pt x="980" y="143"/>
                  </a:cubicBezTo>
                  <a:cubicBezTo>
                    <a:pt x="974" y="137"/>
                    <a:pt x="967" y="127"/>
                    <a:pt x="966" y="117"/>
                  </a:cubicBezTo>
                  <a:cubicBezTo>
                    <a:pt x="965" y="106"/>
                    <a:pt x="970" y="96"/>
                    <a:pt x="965" y="86"/>
                  </a:cubicBezTo>
                  <a:cubicBezTo>
                    <a:pt x="959" y="76"/>
                    <a:pt x="959" y="62"/>
                    <a:pt x="959" y="51"/>
                  </a:cubicBezTo>
                  <a:cubicBezTo>
                    <a:pt x="959" y="45"/>
                    <a:pt x="958" y="36"/>
                    <a:pt x="957" y="29"/>
                  </a:cubicBezTo>
                  <a:cubicBezTo>
                    <a:pt x="957" y="30"/>
                    <a:pt x="957" y="30"/>
                    <a:pt x="956" y="30"/>
                  </a:cubicBezTo>
                  <a:cubicBezTo>
                    <a:pt x="956" y="30"/>
                    <a:pt x="956" y="31"/>
                    <a:pt x="955" y="31"/>
                  </a:cubicBezTo>
                  <a:cubicBezTo>
                    <a:pt x="955" y="31"/>
                    <a:pt x="955" y="31"/>
                    <a:pt x="955" y="32"/>
                  </a:cubicBezTo>
                  <a:cubicBezTo>
                    <a:pt x="954" y="32"/>
                    <a:pt x="954" y="32"/>
                    <a:pt x="954" y="32"/>
                  </a:cubicBezTo>
                  <a:cubicBezTo>
                    <a:pt x="953" y="33"/>
                    <a:pt x="953" y="33"/>
                    <a:pt x="953" y="33"/>
                  </a:cubicBezTo>
                  <a:cubicBezTo>
                    <a:pt x="952" y="34"/>
                    <a:pt x="952" y="34"/>
                    <a:pt x="952" y="34"/>
                  </a:cubicBezTo>
                  <a:cubicBezTo>
                    <a:pt x="951" y="34"/>
                    <a:pt x="951" y="35"/>
                    <a:pt x="951" y="35"/>
                  </a:cubicBezTo>
                  <a:cubicBezTo>
                    <a:pt x="950" y="35"/>
                    <a:pt x="950" y="35"/>
                    <a:pt x="949" y="36"/>
                  </a:cubicBezTo>
                  <a:cubicBezTo>
                    <a:pt x="949" y="36"/>
                    <a:pt x="949" y="36"/>
                    <a:pt x="948" y="36"/>
                  </a:cubicBezTo>
                  <a:cubicBezTo>
                    <a:pt x="948" y="37"/>
                    <a:pt x="947" y="37"/>
                    <a:pt x="947" y="37"/>
                  </a:cubicBezTo>
                  <a:cubicBezTo>
                    <a:pt x="946" y="37"/>
                    <a:pt x="946" y="37"/>
                    <a:pt x="945" y="38"/>
                  </a:cubicBezTo>
                  <a:cubicBezTo>
                    <a:pt x="944" y="38"/>
                    <a:pt x="944" y="38"/>
                    <a:pt x="944" y="38"/>
                  </a:cubicBezTo>
                  <a:cubicBezTo>
                    <a:pt x="943" y="39"/>
                    <a:pt x="942" y="39"/>
                    <a:pt x="942" y="39"/>
                  </a:cubicBezTo>
                  <a:cubicBezTo>
                    <a:pt x="941" y="39"/>
                    <a:pt x="941" y="40"/>
                    <a:pt x="940" y="40"/>
                  </a:cubicBezTo>
                  <a:cubicBezTo>
                    <a:pt x="939" y="40"/>
                    <a:pt x="938" y="41"/>
                    <a:pt x="936" y="41"/>
                  </a:cubicBezTo>
                  <a:cubicBezTo>
                    <a:pt x="912" y="48"/>
                    <a:pt x="917" y="58"/>
                    <a:pt x="905" y="57"/>
                  </a:cubicBezTo>
                  <a:cubicBezTo>
                    <a:pt x="893" y="56"/>
                    <a:pt x="884" y="41"/>
                    <a:pt x="872" y="26"/>
                  </a:cubicBezTo>
                  <a:cubicBezTo>
                    <a:pt x="860" y="12"/>
                    <a:pt x="831" y="18"/>
                    <a:pt x="819" y="13"/>
                  </a:cubicBezTo>
                  <a:cubicBezTo>
                    <a:pt x="807" y="8"/>
                    <a:pt x="800" y="0"/>
                    <a:pt x="769" y="0"/>
                  </a:cubicBezTo>
                  <a:cubicBezTo>
                    <a:pt x="769" y="0"/>
                    <a:pt x="768" y="0"/>
                    <a:pt x="767" y="0"/>
                  </a:cubicBezTo>
                  <a:cubicBezTo>
                    <a:pt x="766" y="0"/>
                    <a:pt x="766" y="0"/>
                    <a:pt x="765" y="0"/>
                  </a:cubicBezTo>
                  <a:cubicBezTo>
                    <a:pt x="735" y="7"/>
                    <a:pt x="631" y="74"/>
                    <a:pt x="570" y="113"/>
                  </a:cubicBezTo>
                  <a:cubicBezTo>
                    <a:pt x="570" y="114"/>
                    <a:pt x="569" y="114"/>
                    <a:pt x="569" y="114"/>
                  </a:cubicBezTo>
                  <a:cubicBezTo>
                    <a:pt x="567" y="115"/>
                    <a:pt x="565" y="116"/>
                    <a:pt x="563" y="118"/>
                  </a:cubicBezTo>
                  <a:cubicBezTo>
                    <a:pt x="563" y="118"/>
                    <a:pt x="562" y="118"/>
                    <a:pt x="561" y="119"/>
                  </a:cubicBezTo>
                  <a:cubicBezTo>
                    <a:pt x="560" y="120"/>
                    <a:pt x="558" y="121"/>
                    <a:pt x="557" y="122"/>
                  </a:cubicBezTo>
                  <a:cubicBezTo>
                    <a:pt x="556" y="122"/>
                    <a:pt x="555" y="123"/>
                    <a:pt x="554" y="123"/>
                  </a:cubicBezTo>
                  <a:cubicBezTo>
                    <a:pt x="553" y="124"/>
                    <a:pt x="552" y="125"/>
                    <a:pt x="550" y="126"/>
                  </a:cubicBezTo>
                  <a:cubicBezTo>
                    <a:pt x="550" y="126"/>
                    <a:pt x="549" y="127"/>
                    <a:pt x="548" y="127"/>
                  </a:cubicBezTo>
                  <a:cubicBezTo>
                    <a:pt x="547" y="128"/>
                    <a:pt x="546" y="129"/>
                    <a:pt x="545" y="129"/>
                  </a:cubicBezTo>
                  <a:cubicBezTo>
                    <a:pt x="544" y="130"/>
                    <a:pt x="543" y="130"/>
                    <a:pt x="542" y="131"/>
                  </a:cubicBezTo>
                  <a:cubicBezTo>
                    <a:pt x="541" y="131"/>
                    <a:pt x="540" y="132"/>
                    <a:pt x="539" y="133"/>
                  </a:cubicBezTo>
                  <a:cubicBezTo>
                    <a:pt x="539" y="133"/>
                    <a:pt x="538" y="133"/>
                    <a:pt x="537" y="134"/>
                  </a:cubicBezTo>
                  <a:cubicBezTo>
                    <a:pt x="536" y="134"/>
                    <a:pt x="535" y="135"/>
                    <a:pt x="534" y="135"/>
                  </a:cubicBezTo>
                  <a:cubicBezTo>
                    <a:pt x="534" y="136"/>
                    <a:pt x="533" y="136"/>
                    <a:pt x="533" y="136"/>
                  </a:cubicBezTo>
                  <a:cubicBezTo>
                    <a:pt x="532" y="137"/>
                    <a:pt x="530" y="138"/>
                    <a:pt x="529" y="138"/>
                  </a:cubicBezTo>
                  <a:cubicBezTo>
                    <a:pt x="495" y="157"/>
                    <a:pt x="392" y="242"/>
                    <a:pt x="373" y="258"/>
                  </a:cubicBezTo>
                  <a:cubicBezTo>
                    <a:pt x="355" y="274"/>
                    <a:pt x="332" y="277"/>
                    <a:pt x="308" y="277"/>
                  </a:cubicBezTo>
                  <a:cubicBezTo>
                    <a:pt x="307" y="277"/>
                    <a:pt x="305" y="277"/>
                    <a:pt x="304" y="277"/>
                  </a:cubicBezTo>
                  <a:cubicBezTo>
                    <a:pt x="303" y="277"/>
                    <a:pt x="303" y="277"/>
                    <a:pt x="303" y="277"/>
                  </a:cubicBezTo>
                  <a:cubicBezTo>
                    <a:pt x="302" y="277"/>
                    <a:pt x="301" y="277"/>
                    <a:pt x="300" y="277"/>
                  </a:cubicBezTo>
                  <a:cubicBezTo>
                    <a:pt x="300" y="278"/>
                    <a:pt x="299" y="278"/>
                    <a:pt x="299" y="278"/>
                  </a:cubicBezTo>
                  <a:cubicBezTo>
                    <a:pt x="298" y="278"/>
                    <a:pt x="297" y="278"/>
                    <a:pt x="297" y="278"/>
                  </a:cubicBezTo>
                  <a:cubicBezTo>
                    <a:pt x="296" y="278"/>
                    <a:pt x="296" y="278"/>
                    <a:pt x="296" y="278"/>
                  </a:cubicBezTo>
                  <a:cubicBezTo>
                    <a:pt x="295" y="278"/>
                    <a:pt x="294" y="279"/>
                    <a:pt x="294" y="279"/>
                  </a:cubicBezTo>
                  <a:cubicBezTo>
                    <a:pt x="293" y="279"/>
                    <a:pt x="293" y="279"/>
                    <a:pt x="293" y="279"/>
                  </a:cubicBezTo>
                  <a:cubicBezTo>
                    <a:pt x="292" y="279"/>
                    <a:pt x="292" y="279"/>
                    <a:pt x="291" y="280"/>
                  </a:cubicBezTo>
                  <a:cubicBezTo>
                    <a:pt x="290" y="280"/>
                    <a:pt x="290" y="280"/>
                    <a:pt x="290" y="280"/>
                  </a:cubicBezTo>
                  <a:cubicBezTo>
                    <a:pt x="289" y="280"/>
                    <a:pt x="289" y="280"/>
                    <a:pt x="288" y="281"/>
                  </a:cubicBezTo>
                  <a:cubicBezTo>
                    <a:pt x="288" y="281"/>
                    <a:pt x="288" y="281"/>
                    <a:pt x="288" y="281"/>
                  </a:cubicBezTo>
                  <a:cubicBezTo>
                    <a:pt x="287" y="281"/>
                    <a:pt x="286" y="281"/>
                    <a:pt x="286" y="282"/>
                  </a:cubicBezTo>
                  <a:cubicBezTo>
                    <a:pt x="286" y="282"/>
                    <a:pt x="286" y="282"/>
                    <a:pt x="286" y="282"/>
                  </a:cubicBezTo>
                  <a:cubicBezTo>
                    <a:pt x="283" y="283"/>
                    <a:pt x="281" y="284"/>
                    <a:pt x="279" y="285"/>
                  </a:cubicBezTo>
                  <a:cubicBezTo>
                    <a:pt x="279" y="285"/>
                    <a:pt x="279" y="285"/>
                    <a:pt x="279" y="285"/>
                  </a:cubicBezTo>
                  <a:cubicBezTo>
                    <a:pt x="278" y="285"/>
                    <a:pt x="277" y="285"/>
                    <a:pt x="277" y="285"/>
                  </a:cubicBezTo>
                  <a:cubicBezTo>
                    <a:pt x="277" y="285"/>
                    <a:pt x="277" y="286"/>
                    <a:pt x="276" y="286"/>
                  </a:cubicBezTo>
                  <a:cubicBezTo>
                    <a:pt x="275" y="286"/>
                    <a:pt x="275" y="286"/>
                    <a:pt x="275" y="286"/>
                  </a:cubicBezTo>
                  <a:cubicBezTo>
                    <a:pt x="275" y="286"/>
                    <a:pt x="275" y="286"/>
                    <a:pt x="275" y="286"/>
                  </a:cubicBezTo>
                  <a:cubicBezTo>
                    <a:pt x="272" y="287"/>
                    <a:pt x="270" y="287"/>
                    <a:pt x="267" y="287"/>
                  </a:cubicBezTo>
                  <a:cubicBezTo>
                    <a:pt x="267" y="326"/>
                    <a:pt x="266" y="461"/>
                    <a:pt x="261" y="470"/>
                  </a:cubicBezTo>
                  <a:cubicBezTo>
                    <a:pt x="255" y="481"/>
                    <a:pt x="257" y="484"/>
                    <a:pt x="253" y="499"/>
                  </a:cubicBezTo>
                  <a:cubicBezTo>
                    <a:pt x="250" y="514"/>
                    <a:pt x="231" y="522"/>
                    <a:pt x="224" y="530"/>
                  </a:cubicBezTo>
                  <a:cubicBezTo>
                    <a:pt x="217" y="537"/>
                    <a:pt x="168" y="536"/>
                    <a:pt x="147" y="536"/>
                  </a:cubicBezTo>
                  <a:cubicBezTo>
                    <a:pt x="127" y="536"/>
                    <a:pt x="115" y="537"/>
                    <a:pt x="99" y="537"/>
                  </a:cubicBezTo>
                  <a:cubicBezTo>
                    <a:pt x="83" y="537"/>
                    <a:pt x="71" y="548"/>
                    <a:pt x="66" y="556"/>
                  </a:cubicBezTo>
                  <a:cubicBezTo>
                    <a:pt x="61" y="565"/>
                    <a:pt x="45" y="562"/>
                    <a:pt x="29" y="562"/>
                  </a:cubicBezTo>
                  <a:cubicBezTo>
                    <a:pt x="26" y="562"/>
                    <a:pt x="24" y="562"/>
                    <a:pt x="22" y="562"/>
                  </a:cubicBezTo>
                  <a:cubicBezTo>
                    <a:pt x="21" y="563"/>
                    <a:pt x="21" y="563"/>
                    <a:pt x="20" y="563"/>
                  </a:cubicBezTo>
                  <a:cubicBezTo>
                    <a:pt x="18" y="563"/>
                    <a:pt x="16" y="562"/>
                    <a:pt x="14" y="562"/>
                  </a:cubicBezTo>
                  <a:cubicBezTo>
                    <a:pt x="15" y="567"/>
                    <a:pt x="15" y="571"/>
                    <a:pt x="13" y="574"/>
                  </a:cubicBezTo>
                  <a:cubicBezTo>
                    <a:pt x="10" y="584"/>
                    <a:pt x="0" y="594"/>
                    <a:pt x="11" y="598"/>
                  </a:cubicBezTo>
                  <a:cubicBezTo>
                    <a:pt x="23" y="603"/>
                    <a:pt x="22" y="615"/>
                    <a:pt x="23" y="622"/>
                  </a:cubicBezTo>
                  <a:cubicBezTo>
                    <a:pt x="23" y="630"/>
                    <a:pt x="28" y="637"/>
                    <a:pt x="39" y="641"/>
                  </a:cubicBezTo>
                  <a:cubicBezTo>
                    <a:pt x="51" y="645"/>
                    <a:pt x="49" y="652"/>
                    <a:pt x="61" y="656"/>
                  </a:cubicBezTo>
                  <a:cubicBezTo>
                    <a:pt x="73" y="660"/>
                    <a:pt x="77" y="666"/>
                    <a:pt x="73" y="669"/>
                  </a:cubicBezTo>
                  <a:cubicBezTo>
                    <a:pt x="69" y="672"/>
                    <a:pt x="59" y="678"/>
                    <a:pt x="63" y="686"/>
                  </a:cubicBezTo>
                  <a:cubicBezTo>
                    <a:pt x="68" y="693"/>
                    <a:pt x="75" y="690"/>
                    <a:pt x="81" y="700"/>
                  </a:cubicBezTo>
                  <a:cubicBezTo>
                    <a:pt x="88" y="710"/>
                    <a:pt x="93" y="714"/>
                    <a:pt x="101" y="716"/>
                  </a:cubicBezTo>
                  <a:cubicBezTo>
                    <a:pt x="110" y="719"/>
                    <a:pt x="113" y="722"/>
                    <a:pt x="117" y="713"/>
                  </a:cubicBezTo>
                  <a:cubicBezTo>
                    <a:pt x="120" y="704"/>
                    <a:pt x="129" y="711"/>
                    <a:pt x="133" y="714"/>
                  </a:cubicBezTo>
                  <a:cubicBezTo>
                    <a:pt x="137" y="718"/>
                    <a:pt x="139" y="724"/>
                    <a:pt x="138" y="730"/>
                  </a:cubicBezTo>
                  <a:cubicBezTo>
                    <a:pt x="137" y="736"/>
                    <a:pt x="137" y="746"/>
                    <a:pt x="141" y="748"/>
                  </a:cubicBezTo>
                  <a:cubicBezTo>
                    <a:pt x="143" y="749"/>
                    <a:pt x="146" y="751"/>
                    <a:pt x="148" y="752"/>
                  </a:cubicBezTo>
                  <a:cubicBezTo>
                    <a:pt x="148" y="752"/>
                    <a:pt x="148" y="752"/>
                    <a:pt x="148" y="752"/>
                  </a:cubicBezTo>
                  <a:cubicBezTo>
                    <a:pt x="148" y="751"/>
                    <a:pt x="149" y="751"/>
                    <a:pt x="149" y="750"/>
                  </a:cubicBezTo>
                  <a:cubicBezTo>
                    <a:pt x="149" y="750"/>
                    <a:pt x="149" y="750"/>
                    <a:pt x="149" y="750"/>
                  </a:cubicBezTo>
                  <a:cubicBezTo>
                    <a:pt x="149" y="750"/>
                    <a:pt x="149" y="749"/>
                    <a:pt x="150" y="749"/>
                  </a:cubicBezTo>
                  <a:cubicBezTo>
                    <a:pt x="150" y="748"/>
                    <a:pt x="150" y="748"/>
                    <a:pt x="150" y="748"/>
                  </a:cubicBezTo>
                  <a:cubicBezTo>
                    <a:pt x="150" y="748"/>
                    <a:pt x="150" y="748"/>
                    <a:pt x="151" y="747"/>
                  </a:cubicBezTo>
                  <a:cubicBezTo>
                    <a:pt x="151" y="747"/>
                    <a:pt x="151" y="747"/>
                    <a:pt x="151" y="747"/>
                  </a:cubicBezTo>
                  <a:cubicBezTo>
                    <a:pt x="151" y="746"/>
                    <a:pt x="152" y="746"/>
                    <a:pt x="153" y="746"/>
                  </a:cubicBezTo>
                  <a:cubicBezTo>
                    <a:pt x="161" y="740"/>
                    <a:pt x="157" y="734"/>
                    <a:pt x="165" y="733"/>
                  </a:cubicBezTo>
                  <a:cubicBezTo>
                    <a:pt x="173" y="733"/>
                    <a:pt x="175" y="721"/>
                    <a:pt x="186" y="733"/>
                  </a:cubicBezTo>
                  <a:cubicBezTo>
                    <a:pt x="197" y="744"/>
                    <a:pt x="198" y="755"/>
                    <a:pt x="207" y="758"/>
                  </a:cubicBezTo>
                  <a:cubicBezTo>
                    <a:pt x="215" y="761"/>
                    <a:pt x="216" y="767"/>
                    <a:pt x="224" y="767"/>
                  </a:cubicBezTo>
                  <a:cubicBezTo>
                    <a:pt x="225" y="766"/>
                    <a:pt x="225" y="766"/>
                    <a:pt x="225" y="766"/>
                  </a:cubicBezTo>
                  <a:cubicBezTo>
                    <a:pt x="226" y="766"/>
                    <a:pt x="227" y="766"/>
                    <a:pt x="227" y="766"/>
                  </a:cubicBezTo>
                  <a:cubicBezTo>
                    <a:pt x="227" y="766"/>
                    <a:pt x="227" y="766"/>
                    <a:pt x="227" y="766"/>
                  </a:cubicBezTo>
                  <a:cubicBezTo>
                    <a:pt x="228" y="766"/>
                    <a:pt x="229" y="766"/>
                    <a:pt x="229" y="766"/>
                  </a:cubicBezTo>
                  <a:cubicBezTo>
                    <a:pt x="229" y="766"/>
                    <a:pt x="229" y="766"/>
                    <a:pt x="229" y="766"/>
                  </a:cubicBezTo>
                  <a:cubicBezTo>
                    <a:pt x="233" y="764"/>
                    <a:pt x="233" y="761"/>
                    <a:pt x="233" y="753"/>
                  </a:cubicBezTo>
                  <a:cubicBezTo>
                    <a:pt x="233" y="742"/>
                    <a:pt x="233" y="721"/>
                    <a:pt x="244" y="714"/>
                  </a:cubicBezTo>
                  <a:cubicBezTo>
                    <a:pt x="255" y="707"/>
                    <a:pt x="257" y="706"/>
                    <a:pt x="258" y="688"/>
                  </a:cubicBezTo>
                  <a:cubicBezTo>
                    <a:pt x="259" y="670"/>
                    <a:pt x="257" y="655"/>
                    <a:pt x="268" y="652"/>
                  </a:cubicBezTo>
                  <a:cubicBezTo>
                    <a:pt x="280" y="649"/>
                    <a:pt x="284" y="642"/>
                    <a:pt x="299" y="642"/>
                  </a:cubicBezTo>
                  <a:cubicBezTo>
                    <a:pt x="314" y="642"/>
                    <a:pt x="326" y="645"/>
                    <a:pt x="333" y="640"/>
                  </a:cubicBezTo>
                  <a:cubicBezTo>
                    <a:pt x="341" y="635"/>
                    <a:pt x="340" y="634"/>
                    <a:pt x="351" y="634"/>
                  </a:cubicBezTo>
                  <a:cubicBezTo>
                    <a:pt x="361" y="634"/>
                    <a:pt x="363" y="635"/>
                    <a:pt x="368" y="640"/>
                  </a:cubicBezTo>
                  <a:cubicBezTo>
                    <a:pt x="373" y="644"/>
                    <a:pt x="376" y="646"/>
                    <a:pt x="381" y="646"/>
                  </a:cubicBezTo>
                  <a:cubicBezTo>
                    <a:pt x="387" y="646"/>
                    <a:pt x="385" y="652"/>
                    <a:pt x="394" y="652"/>
                  </a:cubicBezTo>
                  <a:cubicBezTo>
                    <a:pt x="403" y="652"/>
                    <a:pt x="413" y="655"/>
                    <a:pt x="419" y="663"/>
                  </a:cubicBezTo>
                  <a:cubicBezTo>
                    <a:pt x="426" y="671"/>
                    <a:pt x="431" y="683"/>
                    <a:pt x="436" y="688"/>
                  </a:cubicBezTo>
                  <a:cubicBezTo>
                    <a:pt x="442" y="692"/>
                    <a:pt x="448" y="692"/>
                    <a:pt x="454" y="687"/>
                  </a:cubicBezTo>
                  <a:cubicBezTo>
                    <a:pt x="460" y="682"/>
                    <a:pt x="465" y="685"/>
                    <a:pt x="473" y="684"/>
                  </a:cubicBezTo>
                  <a:cubicBezTo>
                    <a:pt x="481" y="684"/>
                    <a:pt x="482" y="677"/>
                    <a:pt x="490" y="673"/>
                  </a:cubicBezTo>
                  <a:cubicBezTo>
                    <a:pt x="498" y="669"/>
                    <a:pt x="503" y="663"/>
                    <a:pt x="514" y="670"/>
                  </a:cubicBezTo>
                  <a:cubicBezTo>
                    <a:pt x="524" y="677"/>
                    <a:pt x="538" y="686"/>
                    <a:pt x="545" y="691"/>
                  </a:cubicBezTo>
                  <a:cubicBezTo>
                    <a:pt x="552" y="696"/>
                    <a:pt x="556" y="705"/>
                    <a:pt x="573" y="704"/>
                  </a:cubicBezTo>
                  <a:cubicBezTo>
                    <a:pt x="589" y="704"/>
                    <a:pt x="609" y="705"/>
                    <a:pt x="615" y="699"/>
                  </a:cubicBezTo>
                  <a:cubicBezTo>
                    <a:pt x="621" y="692"/>
                    <a:pt x="632" y="688"/>
                    <a:pt x="639" y="682"/>
                  </a:cubicBezTo>
                  <a:cubicBezTo>
                    <a:pt x="646" y="676"/>
                    <a:pt x="650" y="668"/>
                    <a:pt x="666" y="668"/>
                  </a:cubicBezTo>
                  <a:cubicBezTo>
                    <a:pt x="681" y="667"/>
                    <a:pt x="740" y="662"/>
                    <a:pt x="745" y="669"/>
                  </a:cubicBezTo>
                  <a:cubicBezTo>
                    <a:pt x="751" y="677"/>
                    <a:pt x="757" y="679"/>
                    <a:pt x="767" y="681"/>
                  </a:cubicBezTo>
                  <a:cubicBezTo>
                    <a:pt x="777" y="683"/>
                    <a:pt x="788" y="691"/>
                    <a:pt x="795" y="681"/>
                  </a:cubicBezTo>
                  <a:cubicBezTo>
                    <a:pt x="801" y="670"/>
                    <a:pt x="803" y="663"/>
                    <a:pt x="821" y="660"/>
                  </a:cubicBezTo>
                  <a:cubicBezTo>
                    <a:pt x="839" y="656"/>
                    <a:pt x="843" y="655"/>
                    <a:pt x="851" y="649"/>
                  </a:cubicBezTo>
                  <a:cubicBezTo>
                    <a:pt x="854" y="646"/>
                    <a:pt x="857" y="643"/>
                    <a:pt x="859" y="640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42" name="Freeform 141"/>
            <p:cNvSpPr>
              <a:spLocks/>
            </p:cNvSpPr>
            <p:nvPr/>
          </p:nvSpPr>
          <p:spPr bwMode="auto">
            <a:xfrm>
              <a:off x="3408363" y="2009776"/>
              <a:ext cx="255588" cy="377825"/>
            </a:xfrm>
            <a:custGeom>
              <a:avLst/>
              <a:gdLst>
                <a:gd name="T0" fmla="*/ 251 w 282"/>
                <a:gd name="T1" fmla="*/ 297 h 415"/>
                <a:gd name="T2" fmla="*/ 243 w 282"/>
                <a:gd name="T3" fmla="*/ 260 h 415"/>
                <a:gd name="T4" fmla="*/ 245 w 282"/>
                <a:gd name="T5" fmla="*/ 236 h 415"/>
                <a:gd name="T6" fmla="*/ 247 w 282"/>
                <a:gd name="T7" fmla="*/ 201 h 415"/>
                <a:gd name="T8" fmla="*/ 236 w 282"/>
                <a:gd name="T9" fmla="*/ 168 h 415"/>
                <a:gd name="T10" fmla="*/ 211 w 282"/>
                <a:gd name="T11" fmla="*/ 137 h 415"/>
                <a:gd name="T12" fmla="*/ 225 w 282"/>
                <a:gd name="T13" fmla="*/ 115 h 415"/>
                <a:gd name="T14" fmla="*/ 231 w 282"/>
                <a:gd name="T15" fmla="*/ 86 h 415"/>
                <a:gd name="T16" fmla="*/ 240 w 282"/>
                <a:gd name="T17" fmla="*/ 74 h 415"/>
                <a:gd name="T18" fmla="*/ 230 w 282"/>
                <a:gd name="T19" fmla="*/ 54 h 415"/>
                <a:gd name="T20" fmla="*/ 208 w 282"/>
                <a:gd name="T21" fmla="*/ 40 h 415"/>
                <a:gd name="T22" fmla="*/ 207 w 282"/>
                <a:gd name="T23" fmla="*/ 16 h 415"/>
                <a:gd name="T24" fmla="*/ 212 w 282"/>
                <a:gd name="T25" fmla="*/ 8 h 415"/>
                <a:gd name="T26" fmla="*/ 212 w 282"/>
                <a:gd name="T27" fmla="*/ 8 h 415"/>
                <a:gd name="T28" fmla="*/ 210 w 282"/>
                <a:gd name="T29" fmla="*/ 7 h 415"/>
                <a:gd name="T30" fmla="*/ 210 w 282"/>
                <a:gd name="T31" fmla="*/ 7 h 415"/>
                <a:gd name="T32" fmla="*/ 206 w 282"/>
                <a:gd name="T33" fmla="*/ 3 h 415"/>
                <a:gd name="T34" fmla="*/ 205 w 282"/>
                <a:gd name="T35" fmla="*/ 2 h 415"/>
                <a:gd name="T36" fmla="*/ 205 w 282"/>
                <a:gd name="T37" fmla="*/ 2 h 415"/>
                <a:gd name="T38" fmla="*/ 204 w 282"/>
                <a:gd name="T39" fmla="*/ 1 h 415"/>
                <a:gd name="T40" fmla="*/ 204 w 282"/>
                <a:gd name="T41" fmla="*/ 1 h 415"/>
                <a:gd name="T42" fmla="*/ 203 w 282"/>
                <a:gd name="T43" fmla="*/ 0 h 415"/>
                <a:gd name="T44" fmla="*/ 202 w 282"/>
                <a:gd name="T45" fmla="*/ 0 h 415"/>
                <a:gd name="T46" fmla="*/ 201 w 282"/>
                <a:gd name="T47" fmla="*/ 0 h 415"/>
                <a:gd name="T48" fmla="*/ 180 w 282"/>
                <a:gd name="T49" fmla="*/ 13 h 415"/>
                <a:gd name="T50" fmla="*/ 166 w 282"/>
                <a:gd name="T51" fmla="*/ 15 h 415"/>
                <a:gd name="T52" fmla="*/ 118 w 282"/>
                <a:gd name="T53" fmla="*/ 10 h 415"/>
                <a:gd name="T54" fmla="*/ 32 w 282"/>
                <a:gd name="T55" fmla="*/ 9 h 415"/>
                <a:gd name="T56" fmla="*/ 24 w 282"/>
                <a:gd name="T57" fmla="*/ 38 h 415"/>
                <a:gd name="T58" fmla="*/ 30 w 282"/>
                <a:gd name="T59" fmla="*/ 54 h 415"/>
                <a:gd name="T60" fmla="*/ 34 w 282"/>
                <a:gd name="T61" fmla="*/ 92 h 415"/>
                <a:gd name="T62" fmla="*/ 29 w 282"/>
                <a:gd name="T63" fmla="*/ 107 h 415"/>
                <a:gd name="T64" fmla="*/ 29 w 282"/>
                <a:gd name="T65" fmla="*/ 108 h 415"/>
                <a:gd name="T66" fmla="*/ 35 w 282"/>
                <a:gd name="T67" fmla="*/ 122 h 415"/>
                <a:gd name="T68" fmla="*/ 39 w 282"/>
                <a:gd name="T69" fmla="*/ 139 h 415"/>
                <a:gd name="T70" fmla="*/ 42 w 282"/>
                <a:gd name="T71" fmla="*/ 157 h 415"/>
                <a:gd name="T72" fmla="*/ 52 w 282"/>
                <a:gd name="T73" fmla="*/ 170 h 415"/>
                <a:gd name="T74" fmla="*/ 46 w 282"/>
                <a:gd name="T75" fmla="*/ 194 h 415"/>
                <a:gd name="T76" fmla="*/ 26 w 282"/>
                <a:gd name="T77" fmla="*/ 223 h 415"/>
                <a:gd name="T78" fmla="*/ 20 w 282"/>
                <a:gd name="T79" fmla="*/ 248 h 415"/>
                <a:gd name="T80" fmla="*/ 15 w 282"/>
                <a:gd name="T81" fmla="*/ 264 h 415"/>
                <a:gd name="T82" fmla="*/ 3 w 282"/>
                <a:gd name="T83" fmla="*/ 285 h 415"/>
                <a:gd name="T84" fmla="*/ 4 w 282"/>
                <a:gd name="T85" fmla="*/ 306 h 415"/>
                <a:gd name="T86" fmla="*/ 10 w 282"/>
                <a:gd name="T87" fmla="*/ 326 h 415"/>
                <a:gd name="T88" fmla="*/ 17 w 282"/>
                <a:gd name="T89" fmla="*/ 342 h 415"/>
                <a:gd name="T90" fmla="*/ 21 w 282"/>
                <a:gd name="T91" fmla="*/ 357 h 415"/>
                <a:gd name="T92" fmla="*/ 37 w 282"/>
                <a:gd name="T93" fmla="*/ 365 h 415"/>
                <a:gd name="T94" fmla="*/ 30 w 282"/>
                <a:gd name="T95" fmla="*/ 380 h 415"/>
                <a:gd name="T96" fmla="*/ 20 w 282"/>
                <a:gd name="T97" fmla="*/ 388 h 415"/>
                <a:gd name="T98" fmla="*/ 31 w 282"/>
                <a:gd name="T99" fmla="*/ 392 h 415"/>
                <a:gd name="T100" fmla="*/ 95 w 282"/>
                <a:gd name="T101" fmla="*/ 401 h 415"/>
                <a:gd name="T102" fmla="*/ 139 w 282"/>
                <a:gd name="T103" fmla="*/ 386 h 415"/>
                <a:gd name="T104" fmla="*/ 191 w 282"/>
                <a:gd name="T105" fmla="*/ 368 h 415"/>
                <a:gd name="T106" fmla="*/ 241 w 282"/>
                <a:gd name="T107" fmla="*/ 349 h 415"/>
                <a:gd name="T108" fmla="*/ 271 w 282"/>
                <a:gd name="T109" fmla="*/ 337 h 415"/>
                <a:gd name="T110" fmla="*/ 282 w 282"/>
                <a:gd name="T111" fmla="*/ 328 h 415"/>
                <a:gd name="T112" fmla="*/ 251 w 282"/>
                <a:gd name="T113" fmla="*/ 297 h 4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82" h="415">
                  <a:moveTo>
                    <a:pt x="251" y="297"/>
                  </a:moveTo>
                  <a:cubicBezTo>
                    <a:pt x="244" y="288"/>
                    <a:pt x="234" y="272"/>
                    <a:pt x="243" y="260"/>
                  </a:cubicBezTo>
                  <a:cubicBezTo>
                    <a:pt x="253" y="249"/>
                    <a:pt x="240" y="246"/>
                    <a:pt x="245" y="236"/>
                  </a:cubicBezTo>
                  <a:cubicBezTo>
                    <a:pt x="251" y="226"/>
                    <a:pt x="247" y="208"/>
                    <a:pt x="247" y="201"/>
                  </a:cubicBezTo>
                  <a:cubicBezTo>
                    <a:pt x="247" y="194"/>
                    <a:pt x="241" y="175"/>
                    <a:pt x="236" y="168"/>
                  </a:cubicBezTo>
                  <a:cubicBezTo>
                    <a:pt x="231" y="160"/>
                    <a:pt x="211" y="142"/>
                    <a:pt x="211" y="137"/>
                  </a:cubicBezTo>
                  <a:cubicBezTo>
                    <a:pt x="211" y="132"/>
                    <a:pt x="217" y="120"/>
                    <a:pt x="225" y="115"/>
                  </a:cubicBezTo>
                  <a:cubicBezTo>
                    <a:pt x="234" y="110"/>
                    <a:pt x="231" y="93"/>
                    <a:pt x="231" y="86"/>
                  </a:cubicBezTo>
                  <a:cubicBezTo>
                    <a:pt x="231" y="80"/>
                    <a:pt x="236" y="80"/>
                    <a:pt x="240" y="74"/>
                  </a:cubicBezTo>
                  <a:cubicBezTo>
                    <a:pt x="244" y="69"/>
                    <a:pt x="234" y="60"/>
                    <a:pt x="230" y="54"/>
                  </a:cubicBezTo>
                  <a:cubicBezTo>
                    <a:pt x="226" y="48"/>
                    <a:pt x="218" y="45"/>
                    <a:pt x="208" y="40"/>
                  </a:cubicBezTo>
                  <a:cubicBezTo>
                    <a:pt x="198" y="34"/>
                    <a:pt x="201" y="22"/>
                    <a:pt x="207" y="16"/>
                  </a:cubicBezTo>
                  <a:cubicBezTo>
                    <a:pt x="209" y="14"/>
                    <a:pt x="211" y="11"/>
                    <a:pt x="212" y="8"/>
                  </a:cubicBezTo>
                  <a:cubicBezTo>
                    <a:pt x="212" y="8"/>
                    <a:pt x="212" y="8"/>
                    <a:pt x="212" y="8"/>
                  </a:cubicBezTo>
                  <a:cubicBezTo>
                    <a:pt x="211" y="8"/>
                    <a:pt x="211" y="8"/>
                    <a:pt x="210" y="7"/>
                  </a:cubicBezTo>
                  <a:cubicBezTo>
                    <a:pt x="210" y="7"/>
                    <a:pt x="210" y="7"/>
                    <a:pt x="210" y="7"/>
                  </a:cubicBezTo>
                  <a:cubicBezTo>
                    <a:pt x="209" y="6"/>
                    <a:pt x="207" y="4"/>
                    <a:pt x="206" y="3"/>
                  </a:cubicBezTo>
                  <a:cubicBezTo>
                    <a:pt x="206" y="3"/>
                    <a:pt x="206" y="2"/>
                    <a:pt x="205" y="2"/>
                  </a:cubicBezTo>
                  <a:cubicBezTo>
                    <a:pt x="205" y="2"/>
                    <a:pt x="205" y="2"/>
                    <a:pt x="205" y="2"/>
                  </a:cubicBezTo>
                  <a:cubicBezTo>
                    <a:pt x="205" y="1"/>
                    <a:pt x="204" y="1"/>
                    <a:pt x="204" y="1"/>
                  </a:cubicBezTo>
                  <a:cubicBezTo>
                    <a:pt x="204" y="1"/>
                    <a:pt x="204" y="1"/>
                    <a:pt x="204" y="1"/>
                  </a:cubicBezTo>
                  <a:cubicBezTo>
                    <a:pt x="203" y="0"/>
                    <a:pt x="203" y="0"/>
                    <a:pt x="203" y="0"/>
                  </a:cubicBezTo>
                  <a:cubicBezTo>
                    <a:pt x="203" y="0"/>
                    <a:pt x="203" y="0"/>
                    <a:pt x="202" y="0"/>
                  </a:cubicBezTo>
                  <a:cubicBezTo>
                    <a:pt x="201" y="0"/>
                    <a:pt x="201" y="0"/>
                    <a:pt x="201" y="0"/>
                  </a:cubicBezTo>
                  <a:cubicBezTo>
                    <a:pt x="195" y="0"/>
                    <a:pt x="185" y="6"/>
                    <a:pt x="180" y="13"/>
                  </a:cubicBezTo>
                  <a:cubicBezTo>
                    <a:pt x="176" y="21"/>
                    <a:pt x="174" y="21"/>
                    <a:pt x="166" y="15"/>
                  </a:cubicBezTo>
                  <a:cubicBezTo>
                    <a:pt x="158" y="8"/>
                    <a:pt x="133" y="9"/>
                    <a:pt x="118" y="10"/>
                  </a:cubicBezTo>
                  <a:cubicBezTo>
                    <a:pt x="103" y="10"/>
                    <a:pt x="47" y="10"/>
                    <a:pt x="32" y="9"/>
                  </a:cubicBezTo>
                  <a:cubicBezTo>
                    <a:pt x="17" y="8"/>
                    <a:pt x="25" y="29"/>
                    <a:pt x="24" y="38"/>
                  </a:cubicBezTo>
                  <a:cubicBezTo>
                    <a:pt x="24" y="48"/>
                    <a:pt x="22" y="50"/>
                    <a:pt x="30" y="54"/>
                  </a:cubicBezTo>
                  <a:cubicBezTo>
                    <a:pt x="39" y="59"/>
                    <a:pt x="34" y="76"/>
                    <a:pt x="34" y="92"/>
                  </a:cubicBezTo>
                  <a:cubicBezTo>
                    <a:pt x="34" y="99"/>
                    <a:pt x="31" y="104"/>
                    <a:pt x="29" y="107"/>
                  </a:cubicBezTo>
                  <a:cubicBezTo>
                    <a:pt x="29" y="107"/>
                    <a:pt x="29" y="107"/>
                    <a:pt x="29" y="108"/>
                  </a:cubicBezTo>
                  <a:cubicBezTo>
                    <a:pt x="34" y="109"/>
                    <a:pt x="34" y="115"/>
                    <a:pt x="35" y="122"/>
                  </a:cubicBezTo>
                  <a:cubicBezTo>
                    <a:pt x="35" y="129"/>
                    <a:pt x="35" y="136"/>
                    <a:pt x="39" y="139"/>
                  </a:cubicBezTo>
                  <a:cubicBezTo>
                    <a:pt x="43" y="142"/>
                    <a:pt x="37" y="154"/>
                    <a:pt x="42" y="157"/>
                  </a:cubicBezTo>
                  <a:cubicBezTo>
                    <a:pt x="47" y="160"/>
                    <a:pt x="52" y="162"/>
                    <a:pt x="52" y="170"/>
                  </a:cubicBezTo>
                  <a:cubicBezTo>
                    <a:pt x="52" y="177"/>
                    <a:pt x="53" y="189"/>
                    <a:pt x="46" y="194"/>
                  </a:cubicBezTo>
                  <a:cubicBezTo>
                    <a:pt x="39" y="199"/>
                    <a:pt x="27" y="213"/>
                    <a:pt x="26" y="223"/>
                  </a:cubicBezTo>
                  <a:cubicBezTo>
                    <a:pt x="26" y="233"/>
                    <a:pt x="25" y="243"/>
                    <a:pt x="20" y="248"/>
                  </a:cubicBezTo>
                  <a:cubicBezTo>
                    <a:pt x="16" y="252"/>
                    <a:pt x="15" y="260"/>
                    <a:pt x="15" y="264"/>
                  </a:cubicBezTo>
                  <a:cubicBezTo>
                    <a:pt x="15" y="268"/>
                    <a:pt x="3" y="279"/>
                    <a:pt x="3" y="285"/>
                  </a:cubicBezTo>
                  <a:cubicBezTo>
                    <a:pt x="3" y="290"/>
                    <a:pt x="0" y="302"/>
                    <a:pt x="4" y="306"/>
                  </a:cubicBezTo>
                  <a:cubicBezTo>
                    <a:pt x="8" y="311"/>
                    <a:pt x="3" y="321"/>
                    <a:pt x="10" y="326"/>
                  </a:cubicBezTo>
                  <a:cubicBezTo>
                    <a:pt x="16" y="331"/>
                    <a:pt x="17" y="337"/>
                    <a:pt x="17" y="342"/>
                  </a:cubicBezTo>
                  <a:cubicBezTo>
                    <a:pt x="17" y="346"/>
                    <a:pt x="14" y="357"/>
                    <a:pt x="21" y="357"/>
                  </a:cubicBezTo>
                  <a:cubicBezTo>
                    <a:pt x="27" y="357"/>
                    <a:pt x="37" y="359"/>
                    <a:pt x="37" y="365"/>
                  </a:cubicBezTo>
                  <a:cubicBezTo>
                    <a:pt x="37" y="371"/>
                    <a:pt x="38" y="378"/>
                    <a:pt x="30" y="380"/>
                  </a:cubicBezTo>
                  <a:cubicBezTo>
                    <a:pt x="23" y="381"/>
                    <a:pt x="21" y="382"/>
                    <a:pt x="20" y="388"/>
                  </a:cubicBezTo>
                  <a:cubicBezTo>
                    <a:pt x="24" y="389"/>
                    <a:pt x="27" y="390"/>
                    <a:pt x="31" y="392"/>
                  </a:cubicBezTo>
                  <a:cubicBezTo>
                    <a:pt x="53" y="403"/>
                    <a:pt x="86" y="415"/>
                    <a:pt x="95" y="401"/>
                  </a:cubicBezTo>
                  <a:cubicBezTo>
                    <a:pt x="103" y="387"/>
                    <a:pt x="119" y="395"/>
                    <a:pt x="139" y="386"/>
                  </a:cubicBezTo>
                  <a:cubicBezTo>
                    <a:pt x="158" y="376"/>
                    <a:pt x="184" y="378"/>
                    <a:pt x="191" y="368"/>
                  </a:cubicBezTo>
                  <a:cubicBezTo>
                    <a:pt x="199" y="359"/>
                    <a:pt x="225" y="351"/>
                    <a:pt x="241" y="349"/>
                  </a:cubicBezTo>
                  <a:cubicBezTo>
                    <a:pt x="257" y="347"/>
                    <a:pt x="266" y="348"/>
                    <a:pt x="271" y="337"/>
                  </a:cubicBezTo>
                  <a:cubicBezTo>
                    <a:pt x="273" y="334"/>
                    <a:pt x="277" y="330"/>
                    <a:pt x="282" y="328"/>
                  </a:cubicBezTo>
                  <a:cubicBezTo>
                    <a:pt x="272" y="310"/>
                    <a:pt x="257" y="305"/>
                    <a:pt x="251" y="297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43" name="Freeform 142"/>
            <p:cNvSpPr>
              <a:spLocks/>
            </p:cNvSpPr>
            <p:nvPr/>
          </p:nvSpPr>
          <p:spPr bwMode="auto">
            <a:xfrm>
              <a:off x="3587750" y="2017713"/>
              <a:ext cx="114300" cy="290513"/>
            </a:xfrm>
            <a:custGeom>
              <a:avLst/>
              <a:gdLst>
                <a:gd name="T0" fmla="*/ 111 w 126"/>
                <a:gd name="T1" fmla="*/ 276 h 320"/>
                <a:gd name="T2" fmla="*/ 117 w 126"/>
                <a:gd name="T3" fmla="*/ 251 h 320"/>
                <a:gd name="T4" fmla="*/ 115 w 126"/>
                <a:gd name="T5" fmla="*/ 214 h 320"/>
                <a:gd name="T6" fmla="*/ 115 w 126"/>
                <a:gd name="T7" fmla="*/ 182 h 320"/>
                <a:gd name="T8" fmla="*/ 122 w 126"/>
                <a:gd name="T9" fmla="*/ 130 h 320"/>
                <a:gd name="T10" fmla="*/ 106 w 126"/>
                <a:gd name="T11" fmla="*/ 108 h 320"/>
                <a:gd name="T12" fmla="*/ 100 w 126"/>
                <a:gd name="T13" fmla="*/ 78 h 320"/>
                <a:gd name="T14" fmla="*/ 87 w 126"/>
                <a:gd name="T15" fmla="*/ 63 h 320"/>
                <a:gd name="T16" fmla="*/ 67 w 126"/>
                <a:gd name="T17" fmla="*/ 46 h 320"/>
                <a:gd name="T18" fmla="*/ 68 w 126"/>
                <a:gd name="T19" fmla="*/ 22 h 320"/>
                <a:gd name="T20" fmla="*/ 69 w 126"/>
                <a:gd name="T21" fmla="*/ 4 h 320"/>
                <a:gd name="T22" fmla="*/ 65 w 126"/>
                <a:gd name="T23" fmla="*/ 4 h 320"/>
                <a:gd name="T24" fmla="*/ 65 w 126"/>
                <a:gd name="T25" fmla="*/ 4 h 320"/>
                <a:gd name="T26" fmla="*/ 60 w 126"/>
                <a:gd name="T27" fmla="*/ 3 h 320"/>
                <a:gd name="T28" fmla="*/ 56 w 126"/>
                <a:gd name="T29" fmla="*/ 3 h 320"/>
                <a:gd name="T30" fmla="*/ 55 w 126"/>
                <a:gd name="T31" fmla="*/ 3 h 320"/>
                <a:gd name="T32" fmla="*/ 50 w 126"/>
                <a:gd name="T33" fmla="*/ 3 h 320"/>
                <a:gd name="T34" fmla="*/ 20 w 126"/>
                <a:gd name="T35" fmla="*/ 2 h 320"/>
                <a:gd name="T36" fmla="*/ 18 w 126"/>
                <a:gd name="T37" fmla="*/ 2 h 320"/>
                <a:gd name="T38" fmla="*/ 18 w 126"/>
                <a:gd name="T39" fmla="*/ 2 h 320"/>
                <a:gd name="T40" fmla="*/ 16 w 126"/>
                <a:gd name="T41" fmla="*/ 2 h 320"/>
                <a:gd name="T42" fmla="*/ 16 w 126"/>
                <a:gd name="T43" fmla="*/ 1 h 320"/>
                <a:gd name="T44" fmla="*/ 15 w 126"/>
                <a:gd name="T45" fmla="*/ 1 h 320"/>
                <a:gd name="T46" fmla="*/ 15 w 126"/>
                <a:gd name="T47" fmla="*/ 1 h 320"/>
                <a:gd name="T48" fmla="*/ 14 w 126"/>
                <a:gd name="T49" fmla="*/ 0 h 320"/>
                <a:gd name="T50" fmla="*/ 14 w 126"/>
                <a:gd name="T51" fmla="*/ 0 h 320"/>
                <a:gd name="T52" fmla="*/ 9 w 126"/>
                <a:gd name="T53" fmla="*/ 8 h 320"/>
                <a:gd name="T54" fmla="*/ 10 w 126"/>
                <a:gd name="T55" fmla="*/ 32 h 320"/>
                <a:gd name="T56" fmla="*/ 32 w 126"/>
                <a:gd name="T57" fmla="*/ 46 h 320"/>
                <a:gd name="T58" fmla="*/ 42 w 126"/>
                <a:gd name="T59" fmla="*/ 66 h 320"/>
                <a:gd name="T60" fmla="*/ 33 w 126"/>
                <a:gd name="T61" fmla="*/ 78 h 320"/>
                <a:gd name="T62" fmla="*/ 27 w 126"/>
                <a:gd name="T63" fmla="*/ 107 h 320"/>
                <a:gd name="T64" fmla="*/ 13 w 126"/>
                <a:gd name="T65" fmla="*/ 129 h 320"/>
                <a:gd name="T66" fmla="*/ 38 w 126"/>
                <a:gd name="T67" fmla="*/ 160 h 320"/>
                <a:gd name="T68" fmla="*/ 49 w 126"/>
                <a:gd name="T69" fmla="*/ 193 h 320"/>
                <a:gd name="T70" fmla="*/ 47 w 126"/>
                <a:gd name="T71" fmla="*/ 228 h 320"/>
                <a:gd name="T72" fmla="*/ 45 w 126"/>
                <a:gd name="T73" fmla="*/ 252 h 320"/>
                <a:gd name="T74" fmla="*/ 53 w 126"/>
                <a:gd name="T75" fmla="*/ 289 h 320"/>
                <a:gd name="T76" fmla="*/ 84 w 126"/>
                <a:gd name="T77" fmla="*/ 320 h 320"/>
                <a:gd name="T78" fmla="*/ 124 w 126"/>
                <a:gd name="T79" fmla="*/ 310 h 320"/>
                <a:gd name="T80" fmla="*/ 126 w 126"/>
                <a:gd name="T81" fmla="*/ 310 h 320"/>
                <a:gd name="T82" fmla="*/ 123 w 126"/>
                <a:gd name="T83" fmla="*/ 300 h 320"/>
                <a:gd name="T84" fmla="*/ 111 w 126"/>
                <a:gd name="T85" fmla="*/ 276 h 3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26" h="320">
                  <a:moveTo>
                    <a:pt x="111" y="276"/>
                  </a:moveTo>
                  <a:cubicBezTo>
                    <a:pt x="106" y="268"/>
                    <a:pt x="111" y="259"/>
                    <a:pt x="117" y="251"/>
                  </a:cubicBezTo>
                  <a:cubicBezTo>
                    <a:pt x="123" y="243"/>
                    <a:pt x="117" y="220"/>
                    <a:pt x="115" y="214"/>
                  </a:cubicBezTo>
                  <a:cubicBezTo>
                    <a:pt x="114" y="208"/>
                    <a:pt x="113" y="191"/>
                    <a:pt x="115" y="182"/>
                  </a:cubicBezTo>
                  <a:cubicBezTo>
                    <a:pt x="118" y="174"/>
                    <a:pt x="123" y="148"/>
                    <a:pt x="122" y="130"/>
                  </a:cubicBezTo>
                  <a:cubicBezTo>
                    <a:pt x="121" y="112"/>
                    <a:pt x="125" y="116"/>
                    <a:pt x="106" y="108"/>
                  </a:cubicBezTo>
                  <a:cubicBezTo>
                    <a:pt x="87" y="100"/>
                    <a:pt x="102" y="86"/>
                    <a:pt x="100" y="78"/>
                  </a:cubicBezTo>
                  <a:cubicBezTo>
                    <a:pt x="98" y="69"/>
                    <a:pt x="93" y="64"/>
                    <a:pt x="87" y="63"/>
                  </a:cubicBezTo>
                  <a:cubicBezTo>
                    <a:pt x="80" y="62"/>
                    <a:pt x="83" y="55"/>
                    <a:pt x="67" y="46"/>
                  </a:cubicBezTo>
                  <a:cubicBezTo>
                    <a:pt x="52" y="38"/>
                    <a:pt x="64" y="27"/>
                    <a:pt x="68" y="22"/>
                  </a:cubicBezTo>
                  <a:cubicBezTo>
                    <a:pt x="70" y="19"/>
                    <a:pt x="70" y="11"/>
                    <a:pt x="69" y="4"/>
                  </a:cubicBezTo>
                  <a:cubicBezTo>
                    <a:pt x="68" y="4"/>
                    <a:pt x="66" y="4"/>
                    <a:pt x="65" y="4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63" y="4"/>
                    <a:pt x="62" y="4"/>
                    <a:pt x="60" y="3"/>
                  </a:cubicBezTo>
                  <a:cubicBezTo>
                    <a:pt x="59" y="3"/>
                    <a:pt x="57" y="3"/>
                    <a:pt x="56" y="3"/>
                  </a:cubicBezTo>
                  <a:cubicBezTo>
                    <a:pt x="55" y="3"/>
                    <a:pt x="55" y="3"/>
                    <a:pt x="55" y="3"/>
                  </a:cubicBezTo>
                  <a:cubicBezTo>
                    <a:pt x="53" y="3"/>
                    <a:pt x="51" y="3"/>
                    <a:pt x="50" y="3"/>
                  </a:cubicBezTo>
                  <a:cubicBezTo>
                    <a:pt x="36" y="2"/>
                    <a:pt x="29" y="2"/>
                    <a:pt x="20" y="2"/>
                  </a:cubicBezTo>
                  <a:cubicBezTo>
                    <a:pt x="19" y="2"/>
                    <a:pt x="18" y="2"/>
                    <a:pt x="18" y="2"/>
                  </a:cubicBezTo>
                  <a:cubicBezTo>
                    <a:pt x="18" y="2"/>
                    <a:pt x="18" y="2"/>
                    <a:pt x="18" y="2"/>
                  </a:cubicBezTo>
                  <a:cubicBezTo>
                    <a:pt x="17" y="2"/>
                    <a:pt x="17" y="2"/>
                    <a:pt x="16" y="2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15" y="1"/>
                    <a:pt x="15" y="1"/>
                    <a:pt x="15" y="1"/>
                  </a:cubicBezTo>
                  <a:cubicBezTo>
                    <a:pt x="15" y="1"/>
                    <a:pt x="15" y="1"/>
                    <a:pt x="15" y="1"/>
                  </a:cubicBezTo>
                  <a:cubicBezTo>
                    <a:pt x="15" y="1"/>
                    <a:pt x="14" y="1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3" y="3"/>
                    <a:pt x="11" y="6"/>
                    <a:pt x="9" y="8"/>
                  </a:cubicBezTo>
                  <a:cubicBezTo>
                    <a:pt x="3" y="14"/>
                    <a:pt x="0" y="26"/>
                    <a:pt x="10" y="32"/>
                  </a:cubicBezTo>
                  <a:cubicBezTo>
                    <a:pt x="20" y="37"/>
                    <a:pt x="28" y="40"/>
                    <a:pt x="32" y="46"/>
                  </a:cubicBezTo>
                  <a:cubicBezTo>
                    <a:pt x="36" y="52"/>
                    <a:pt x="46" y="61"/>
                    <a:pt x="42" y="66"/>
                  </a:cubicBezTo>
                  <a:cubicBezTo>
                    <a:pt x="38" y="72"/>
                    <a:pt x="33" y="72"/>
                    <a:pt x="33" y="78"/>
                  </a:cubicBezTo>
                  <a:cubicBezTo>
                    <a:pt x="33" y="85"/>
                    <a:pt x="36" y="102"/>
                    <a:pt x="27" y="107"/>
                  </a:cubicBezTo>
                  <a:cubicBezTo>
                    <a:pt x="19" y="112"/>
                    <a:pt x="13" y="124"/>
                    <a:pt x="13" y="129"/>
                  </a:cubicBezTo>
                  <a:cubicBezTo>
                    <a:pt x="13" y="134"/>
                    <a:pt x="33" y="152"/>
                    <a:pt x="38" y="160"/>
                  </a:cubicBezTo>
                  <a:cubicBezTo>
                    <a:pt x="43" y="167"/>
                    <a:pt x="49" y="186"/>
                    <a:pt x="49" y="193"/>
                  </a:cubicBezTo>
                  <a:cubicBezTo>
                    <a:pt x="49" y="200"/>
                    <a:pt x="53" y="218"/>
                    <a:pt x="47" y="228"/>
                  </a:cubicBezTo>
                  <a:cubicBezTo>
                    <a:pt x="42" y="238"/>
                    <a:pt x="55" y="241"/>
                    <a:pt x="45" y="252"/>
                  </a:cubicBezTo>
                  <a:cubicBezTo>
                    <a:pt x="36" y="264"/>
                    <a:pt x="46" y="280"/>
                    <a:pt x="53" y="289"/>
                  </a:cubicBezTo>
                  <a:cubicBezTo>
                    <a:pt x="59" y="297"/>
                    <a:pt x="74" y="302"/>
                    <a:pt x="84" y="320"/>
                  </a:cubicBezTo>
                  <a:cubicBezTo>
                    <a:pt x="95" y="314"/>
                    <a:pt x="112" y="311"/>
                    <a:pt x="124" y="310"/>
                  </a:cubicBezTo>
                  <a:cubicBezTo>
                    <a:pt x="125" y="310"/>
                    <a:pt x="126" y="310"/>
                    <a:pt x="126" y="310"/>
                  </a:cubicBezTo>
                  <a:cubicBezTo>
                    <a:pt x="124" y="307"/>
                    <a:pt x="123" y="303"/>
                    <a:pt x="123" y="300"/>
                  </a:cubicBezTo>
                  <a:cubicBezTo>
                    <a:pt x="123" y="294"/>
                    <a:pt x="115" y="284"/>
                    <a:pt x="111" y="276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44" name="Freeform 143"/>
            <p:cNvSpPr>
              <a:spLocks/>
            </p:cNvSpPr>
            <p:nvPr/>
          </p:nvSpPr>
          <p:spPr bwMode="auto">
            <a:xfrm>
              <a:off x="3635375" y="1930401"/>
              <a:ext cx="182563" cy="368300"/>
            </a:xfrm>
            <a:custGeom>
              <a:avLst/>
              <a:gdLst>
                <a:gd name="T0" fmla="*/ 135 w 202"/>
                <a:gd name="T1" fmla="*/ 378 h 405"/>
                <a:gd name="T2" fmla="*/ 138 w 202"/>
                <a:gd name="T3" fmla="*/ 344 h 405"/>
                <a:gd name="T4" fmla="*/ 133 w 202"/>
                <a:gd name="T5" fmla="*/ 318 h 405"/>
                <a:gd name="T6" fmla="*/ 131 w 202"/>
                <a:gd name="T7" fmla="*/ 272 h 405"/>
                <a:gd name="T8" fmla="*/ 134 w 202"/>
                <a:gd name="T9" fmla="*/ 239 h 405"/>
                <a:gd name="T10" fmla="*/ 152 w 202"/>
                <a:gd name="T11" fmla="*/ 216 h 405"/>
                <a:gd name="T12" fmla="*/ 170 w 202"/>
                <a:gd name="T13" fmla="*/ 189 h 405"/>
                <a:gd name="T14" fmla="*/ 190 w 202"/>
                <a:gd name="T15" fmla="*/ 158 h 405"/>
                <a:gd name="T16" fmla="*/ 202 w 202"/>
                <a:gd name="T17" fmla="*/ 113 h 405"/>
                <a:gd name="T18" fmla="*/ 191 w 202"/>
                <a:gd name="T19" fmla="*/ 88 h 405"/>
                <a:gd name="T20" fmla="*/ 185 w 202"/>
                <a:gd name="T21" fmla="*/ 59 h 405"/>
                <a:gd name="T22" fmla="*/ 187 w 202"/>
                <a:gd name="T23" fmla="*/ 45 h 405"/>
                <a:gd name="T24" fmla="*/ 186 w 202"/>
                <a:gd name="T25" fmla="*/ 46 h 405"/>
                <a:gd name="T26" fmla="*/ 169 w 202"/>
                <a:gd name="T27" fmla="*/ 37 h 405"/>
                <a:gd name="T28" fmla="*/ 148 w 202"/>
                <a:gd name="T29" fmla="*/ 12 h 405"/>
                <a:gd name="T30" fmla="*/ 127 w 202"/>
                <a:gd name="T31" fmla="*/ 12 h 405"/>
                <a:gd name="T32" fmla="*/ 115 w 202"/>
                <a:gd name="T33" fmla="*/ 25 h 405"/>
                <a:gd name="T34" fmla="*/ 113 w 202"/>
                <a:gd name="T35" fmla="*/ 26 h 405"/>
                <a:gd name="T36" fmla="*/ 113 w 202"/>
                <a:gd name="T37" fmla="*/ 26 h 405"/>
                <a:gd name="T38" fmla="*/ 112 w 202"/>
                <a:gd name="T39" fmla="*/ 27 h 405"/>
                <a:gd name="T40" fmla="*/ 112 w 202"/>
                <a:gd name="T41" fmla="*/ 28 h 405"/>
                <a:gd name="T42" fmla="*/ 111 w 202"/>
                <a:gd name="T43" fmla="*/ 29 h 405"/>
                <a:gd name="T44" fmla="*/ 111 w 202"/>
                <a:gd name="T45" fmla="*/ 29 h 405"/>
                <a:gd name="T46" fmla="*/ 110 w 202"/>
                <a:gd name="T47" fmla="*/ 31 h 405"/>
                <a:gd name="T48" fmla="*/ 110 w 202"/>
                <a:gd name="T49" fmla="*/ 31 h 405"/>
                <a:gd name="T50" fmla="*/ 110 w 202"/>
                <a:gd name="T51" fmla="*/ 33 h 405"/>
                <a:gd name="T52" fmla="*/ 110 w 202"/>
                <a:gd name="T53" fmla="*/ 33 h 405"/>
                <a:gd name="T54" fmla="*/ 110 w 202"/>
                <a:gd name="T55" fmla="*/ 35 h 405"/>
                <a:gd name="T56" fmla="*/ 110 w 202"/>
                <a:gd name="T57" fmla="*/ 35 h 405"/>
                <a:gd name="T58" fmla="*/ 110 w 202"/>
                <a:gd name="T59" fmla="*/ 43 h 405"/>
                <a:gd name="T60" fmla="*/ 110 w 202"/>
                <a:gd name="T61" fmla="*/ 44 h 405"/>
                <a:gd name="T62" fmla="*/ 110 w 202"/>
                <a:gd name="T63" fmla="*/ 45 h 405"/>
                <a:gd name="T64" fmla="*/ 111 w 202"/>
                <a:gd name="T65" fmla="*/ 46 h 405"/>
                <a:gd name="T66" fmla="*/ 111 w 202"/>
                <a:gd name="T67" fmla="*/ 47 h 405"/>
                <a:gd name="T68" fmla="*/ 111 w 202"/>
                <a:gd name="T69" fmla="*/ 49 h 405"/>
                <a:gd name="T70" fmla="*/ 93 w 202"/>
                <a:gd name="T71" fmla="*/ 68 h 405"/>
                <a:gd name="T72" fmla="*/ 58 w 202"/>
                <a:gd name="T73" fmla="*/ 70 h 405"/>
                <a:gd name="T74" fmla="*/ 30 w 202"/>
                <a:gd name="T75" fmla="*/ 94 h 405"/>
                <a:gd name="T76" fmla="*/ 27 w 202"/>
                <a:gd name="T77" fmla="*/ 96 h 405"/>
                <a:gd name="T78" fmla="*/ 26 w 202"/>
                <a:gd name="T79" fmla="*/ 96 h 405"/>
                <a:gd name="T80" fmla="*/ 24 w 202"/>
                <a:gd name="T81" fmla="*/ 97 h 405"/>
                <a:gd name="T82" fmla="*/ 23 w 202"/>
                <a:gd name="T83" fmla="*/ 98 h 405"/>
                <a:gd name="T84" fmla="*/ 20 w 202"/>
                <a:gd name="T85" fmla="*/ 98 h 405"/>
                <a:gd name="T86" fmla="*/ 20 w 202"/>
                <a:gd name="T87" fmla="*/ 98 h 405"/>
                <a:gd name="T88" fmla="*/ 17 w 202"/>
                <a:gd name="T89" fmla="*/ 99 h 405"/>
                <a:gd name="T90" fmla="*/ 16 w 202"/>
                <a:gd name="T91" fmla="*/ 117 h 405"/>
                <a:gd name="T92" fmla="*/ 15 w 202"/>
                <a:gd name="T93" fmla="*/ 141 h 405"/>
                <a:gd name="T94" fmla="*/ 35 w 202"/>
                <a:gd name="T95" fmla="*/ 158 h 405"/>
                <a:gd name="T96" fmla="*/ 48 w 202"/>
                <a:gd name="T97" fmla="*/ 173 h 405"/>
                <a:gd name="T98" fmla="*/ 54 w 202"/>
                <a:gd name="T99" fmla="*/ 203 h 405"/>
                <a:gd name="T100" fmla="*/ 70 w 202"/>
                <a:gd name="T101" fmla="*/ 225 h 405"/>
                <a:gd name="T102" fmla="*/ 63 w 202"/>
                <a:gd name="T103" fmla="*/ 277 h 405"/>
                <a:gd name="T104" fmla="*/ 63 w 202"/>
                <a:gd name="T105" fmla="*/ 309 h 405"/>
                <a:gd name="T106" fmla="*/ 65 w 202"/>
                <a:gd name="T107" fmla="*/ 346 h 405"/>
                <a:gd name="T108" fmla="*/ 59 w 202"/>
                <a:gd name="T109" fmla="*/ 371 h 405"/>
                <a:gd name="T110" fmla="*/ 71 w 202"/>
                <a:gd name="T111" fmla="*/ 395 h 405"/>
                <a:gd name="T112" fmla="*/ 74 w 202"/>
                <a:gd name="T113" fmla="*/ 405 h 405"/>
                <a:gd name="T114" fmla="*/ 136 w 202"/>
                <a:gd name="T115" fmla="*/ 395 h 405"/>
                <a:gd name="T116" fmla="*/ 135 w 202"/>
                <a:gd name="T117" fmla="*/ 378 h 4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02" h="405">
                  <a:moveTo>
                    <a:pt x="135" y="378"/>
                  </a:moveTo>
                  <a:cubicBezTo>
                    <a:pt x="137" y="370"/>
                    <a:pt x="139" y="351"/>
                    <a:pt x="138" y="344"/>
                  </a:cubicBezTo>
                  <a:cubicBezTo>
                    <a:pt x="137" y="337"/>
                    <a:pt x="137" y="326"/>
                    <a:pt x="133" y="318"/>
                  </a:cubicBezTo>
                  <a:cubicBezTo>
                    <a:pt x="130" y="310"/>
                    <a:pt x="132" y="284"/>
                    <a:pt x="131" y="272"/>
                  </a:cubicBezTo>
                  <a:cubicBezTo>
                    <a:pt x="129" y="260"/>
                    <a:pt x="134" y="249"/>
                    <a:pt x="134" y="239"/>
                  </a:cubicBezTo>
                  <a:cubicBezTo>
                    <a:pt x="134" y="229"/>
                    <a:pt x="139" y="221"/>
                    <a:pt x="152" y="216"/>
                  </a:cubicBezTo>
                  <a:cubicBezTo>
                    <a:pt x="165" y="211"/>
                    <a:pt x="164" y="198"/>
                    <a:pt x="170" y="189"/>
                  </a:cubicBezTo>
                  <a:cubicBezTo>
                    <a:pt x="176" y="179"/>
                    <a:pt x="178" y="169"/>
                    <a:pt x="190" y="158"/>
                  </a:cubicBezTo>
                  <a:cubicBezTo>
                    <a:pt x="202" y="147"/>
                    <a:pt x="202" y="118"/>
                    <a:pt x="202" y="113"/>
                  </a:cubicBezTo>
                  <a:cubicBezTo>
                    <a:pt x="202" y="107"/>
                    <a:pt x="198" y="92"/>
                    <a:pt x="191" y="88"/>
                  </a:cubicBezTo>
                  <a:cubicBezTo>
                    <a:pt x="185" y="84"/>
                    <a:pt x="180" y="67"/>
                    <a:pt x="185" y="59"/>
                  </a:cubicBezTo>
                  <a:cubicBezTo>
                    <a:pt x="187" y="56"/>
                    <a:pt x="187" y="50"/>
                    <a:pt x="187" y="45"/>
                  </a:cubicBezTo>
                  <a:cubicBezTo>
                    <a:pt x="186" y="46"/>
                    <a:pt x="186" y="46"/>
                    <a:pt x="186" y="46"/>
                  </a:cubicBezTo>
                  <a:cubicBezTo>
                    <a:pt x="178" y="46"/>
                    <a:pt x="177" y="40"/>
                    <a:pt x="169" y="37"/>
                  </a:cubicBezTo>
                  <a:cubicBezTo>
                    <a:pt x="160" y="34"/>
                    <a:pt x="159" y="23"/>
                    <a:pt x="148" y="12"/>
                  </a:cubicBezTo>
                  <a:cubicBezTo>
                    <a:pt x="137" y="0"/>
                    <a:pt x="135" y="12"/>
                    <a:pt x="127" y="12"/>
                  </a:cubicBezTo>
                  <a:cubicBezTo>
                    <a:pt x="119" y="13"/>
                    <a:pt x="123" y="19"/>
                    <a:pt x="115" y="25"/>
                  </a:cubicBezTo>
                  <a:cubicBezTo>
                    <a:pt x="114" y="25"/>
                    <a:pt x="113" y="25"/>
                    <a:pt x="113" y="26"/>
                  </a:cubicBezTo>
                  <a:cubicBezTo>
                    <a:pt x="113" y="26"/>
                    <a:pt x="113" y="26"/>
                    <a:pt x="113" y="26"/>
                  </a:cubicBezTo>
                  <a:cubicBezTo>
                    <a:pt x="112" y="27"/>
                    <a:pt x="112" y="27"/>
                    <a:pt x="112" y="27"/>
                  </a:cubicBezTo>
                  <a:cubicBezTo>
                    <a:pt x="112" y="28"/>
                    <a:pt x="112" y="28"/>
                    <a:pt x="112" y="28"/>
                  </a:cubicBezTo>
                  <a:cubicBezTo>
                    <a:pt x="111" y="28"/>
                    <a:pt x="111" y="29"/>
                    <a:pt x="111" y="29"/>
                  </a:cubicBezTo>
                  <a:cubicBezTo>
                    <a:pt x="111" y="29"/>
                    <a:pt x="111" y="29"/>
                    <a:pt x="111" y="29"/>
                  </a:cubicBezTo>
                  <a:cubicBezTo>
                    <a:pt x="111" y="30"/>
                    <a:pt x="110" y="30"/>
                    <a:pt x="110" y="31"/>
                  </a:cubicBezTo>
                  <a:cubicBezTo>
                    <a:pt x="110" y="31"/>
                    <a:pt x="110" y="31"/>
                    <a:pt x="110" y="31"/>
                  </a:cubicBezTo>
                  <a:cubicBezTo>
                    <a:pt x="110" y="32"/>
                    <a:pt x="110" y="32"/>
                    <a:pt x="110" y="33"/>
                  </a:cubicBezTo>
                  <a:cubicBezTo>
                    <a:pt x="110" y="33"/>
                    <a:pt x="110" y="33"/>
                    <a:pt x="110" y="33"/>
                  </a:cubicBezTo>
                  <a:cubicBezTo>
                    <a:pt x="110" y="34"/>
                    <a:pt x="110" y="35"/>
                    <a:pt x="110" y="35"/>
                  </a:cubicBezTo>
                  <a:cubicBezTo>
                    <a:pt x="110" y="35"/>
                    <a:pt x="110" y="35"/>
                    <a:pt x="110" y="35"/>
                  </a:cubicBezTo>
                  <a:cubicBezTo>
                    <a:pt x="110" y="38"/>
                    <a:pt x="110" y="40"/>
                    <a:pt x="110" y="43"/>
                  </a:cubicBezTo>
                  <a:cubicBezTo>
                    <a:pt x="110" y="44"/>
                    <a:pt x="110" y="44"/>
                    <a:pt x="110" y="44"/>
                  </a:cubicBezTo>
                  <a:cubicBezTo>
                    <a:pt x="110" y="45"/>
                    <a:pt x="110" y="45"/>
                    <a:pt x="110" y="45"/>
                  </a:cubicBezTo>
                  <a:cubicBezTo>
                    <a:pt x="110" y="45"/>
                    <a:pt x="110" y="46"/>
                    <a:pt x="111" y="46"/>
                  </a:cubicBezTo>
                  <a:cubicBezTo>
                    <a:pt x="111" y="47"/>
                    <a:pt x="111" y="47"/>
                    <a:pt x="111" y="47"/>
                  </a:cubicBezTo>
                  <a:cubicBezTo>
                    <a:pt x="111" y="48"/>
                    <a:pt x="111" y="48"/>
                    <a:pt x="111" y="49"/>
                  </a:cubicBezTo>
                  <a:cubicBezTo>
                    <a:pt x="110" y="57"/>
                    <a:pt x="99" y="61"/>
                    <a:pt x="93" y="68"/>
                  </a:cubicBezTo>
                  <a:cubicBezTo>
                    <a:pt x="86" y="75"/>
                    <a:pt x="74" y="70"/>
                    <a:pt x="58" y="70"/>
                  </a:cubicBezTo>
                  <a:cubicBezTo>
                    <a:pt x="42" y="70"/>
                    <a:pt x="39" y="85"/>
                    <a:pt x="30" y="94"/>
                  </a:cubicBezTo>
                  <a:cubicBezTo>
                    <a:pt x="29" y="94"/>
                    <a:pt x="28" y="95"/>
                    <a:pt x="27" y="96"/>
                  </a:cubicBezTo>
                  <a:cubicBezTo>
                    <a:pt x="26" y="96"/>
                    <a:pt x="26" y="96"/>
                    <a:pt x="26" y="96"/>
                  </a:cubicBezTo>
                  <a:cubicBezTo>
                    <a:pt x="25" y="96"/>
                    <a:pt x="24" y="97"/>
                    <a:pt x="24" y="97"/>
                  </a:cubicBezTo>
                  <a:cubicBezTo>
                    <a:pt x="23" y="97"/>
                    <a:pt x="23" y="97"/>
                    <a:pt x="23" y="98"/>
                  </a:cubicBezTo>
                  <a:cubicBezTo>
                    <a:pt x="22" y="98"/>
                    <a:pt x="21" y="98"/>
                    <a:pt x="20" y="98"/>
                  </a:cubicBezTo>
                  <a:cubicBezTo>
                    <a:pt x="20" y="98"/>
                    <a:pt x="20" y="98"/>
                    <a:pt x="20" y="98"/>
                  </a:cubicBezTo>
                  <a:cubicBezTo>
                    <a:pt x="19" y="99"/>
                    <a:pt x="18" y="99"/>
                    <a:pt x="17" y="99"/>
                  </a:cubicBezTo>
                  <a:cubicBezTo>
                    <a:pt x="18" y="106"/>
                    <a:pt x="18" y="114"/>
                    <a:pt x="16" y="117"/>
                  </a:cubicBezTo>
                  <a:cubicBezTo>
                    <a:pt x="12" y="122"/>
                    <a:pt x="0" y="133"/>
                    <a:pt x="15" y="141"/>
                  </a:cubicBezTo>
                  <a:cubicBezTo>
                    <a:pt x="31" y="150"/>
                    <a:pt x="28" y="157"/>
                    <a:pt x="35" y="158"/>
                  </a:cubicBezTo>
                  <a:cubicBezTo>
                    <a:pt x="41" y="159"/>
                    <a:pt x="46" y="164"/>
                    <a:pt x="48" y="173"/>
                  </a:cubicBezTo>
                  <a:cubicBezTo>
                    <a:pt x="50" y="181"/>
                    <a:pt x="35" y="195"/>
                    <a:pt x="54" y="203"/>
                  </a:cubicBezTo>
                  <a:cubicBezTo>
                    <a:pt x="73" y="211"/>
                    <a:pt x="69" y="207"/>
                    <a:pt x="70" y="225"/>
                  </a:cubicBezTo>
                  <a:cubicBezTo>
                    <a:pt x="71" y="243"/>
                    <a:pt x="66" y="269"/>
                    <a:pt x="63" y="277"/>
                  </a:cubicBezTo>
                  <a:cubicBezTo>
                    <a:pt x="61" y="286"/>
                    <a:pt x="62" y="303"/>
                    <a:pt x="63" y="309"/>
                  </a:cubicBezTo>
                  <a:cubicBezTo>
                    <a:pt x="65" y="315"/>
                    <a:pt x="71" y="338"/>
                    <a:pt x="65" y="346"/>
                  </a:cubicBezTo>
                  <a:cubicBezTo>
                    <a:pt x="59" y="354"/>
                    <a:pt x="54" y="363"/>
                    <a:pt x="59" y="371"/>
                  </a:cubicBezTo>
                  <a:cubicBezTo>
                    <a:pt x="63" y="379"/>
                    <a:pt x="71" y="389"/>
                    <a:pt x="71" y="395"/>
                  </a:cubicBezTo>
                  <a:cubicBezTo>
                    <a:pt x="71" y="398"/>
                    <a:pt x="72" y="402"/>
                    <a:pt x="74" y="405"/>
                  </a:cubicBezTo>
                  <a:cubicBezTo>
                    <a:pt x="91" y="403"/>
                    <a:pt x="108" y="397"/>
                    <a:pt x="136" y="395"/>
                  </a:cubicBezTo>
                  <a:cubicBezTo>
                    <a:pt x="135" y="389"/>
                    <a:pt x="134" y="382"/>
                    <a:pt x="135" y="378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45" name="Freeform 144"/>
            <p:cNvSpPr>
              <a:spLocks/>
            </p:cNvSpPr>
            <p:nvPr/>
          </p:nvSpPr>
          <p:spPr bwMode="auto">
            <a:xfrm>
              <a:off x="3752850" y="1852613"/>
              <a:ext cx="695325" cy="561975"/>
            </a:xfrm>
            <a:custGeom>
              <a:avLst/>
              <a:gdLst>
                <a:gd name="T0" fmla="*/ 396 w 766"/>
                <a:gd name="T1" fmla="*/ 548 h 619"/>
                <a:gd name="T2" fmla="*/ 428 w 766"/>
                <a:gd name="T3" fmla="*/ 487 h 619"/>
                <a:gd name="T4" fmla="*/ 475 w 766"/>
                <a:gd name="T5" fmla="*/ 448 h 619"/>
                <a:gd name="T6" fmla="*/ 510 w 766"/>
                <a:gd name="T7" fmla="*/ 438 h 619"/>
                <a:gd name="T8" fmla="*/ 536 w 766"/>
                <a:gd name="T9" fmla="*/ 463 h 619"/>
                <a:gd name="T10" fmla="*/ 564 w 766"/>
                <a:gd name="T11" fmla="*/ 470 h 619"/>
                <a:gd name="T12" fmla="*/ 597 w 766"/>
                <a:gd name="T13" fmla="*/ 407 h 619"/>
                <a:gd name="T14" fmla="*/ 624 w 766"/>
                <a:gd name="T15" fmla="*/ 344 h 619"/>
                <a:gd name="T16" fmla="*/ 662 w 766"/>
                <a:gd name="T17" fmla="*/ 281 h 619"/>
                <a:gd name="T18" fmla="*/ 690 w 766"/>
                <a:gd name="T19" fmla="*/ 235 h 619"/>
                <a:gd name="T20" fmla="*/ 729 w 766"/>
                <a:gd name="T21" fmla="*/ 169 h 619"/>
                <a:gd name="T22" fmla="*/ 755 w 766"/>
                <a:gd name="T23" fmla="*/ 104 h 619"/>
                <a:gd name="T24" fmla="*/ 729 w 766"/>
                <a:gd name="T25" fmla="*/ 68 h 619"/>
                <a:gd name="T26" fmla="*/ 729 w 766"/>
                <a:gd name="T27" fmla="*/ 63 h 619"/>
                <a:gd name="T28" fmla="*/ 729 w 766"/>
                <a:gd name="T29" fmla="*/ 59 h 619"/>
                <a:gd name="T30" fmla="*/ 728 w 766"/>
                <a:gd name="T31" fmla="*/ 54 h 619"/>
                <a:gd name="T32" fmla="*/ 727 w 766"/>
                <a:gd name="T33" fmla="*/ 50 h 619"/>
                <a:gd name="T34" fmla="*/ 726 w 766"/>
                <a:gd name="T35" fmla="*/ 46 h 619"/>
                <a:gd name="T36" fmla="*/ 725 w 766"/>
                <a:gd name="T37" fmla="*/ 43 h 619"/>
                <a:gd name="T38" fmla="*/ 722 w 766"/>
                <a:gd name="T39" fmla="*/ 39 h 619"/>
                <a:gd name="T40" fmla="*/ 684 w 766"/>
                <a:gd name="T41" fmla="*/ 15 h 619"/>
                <a:gd name="T42" fmla="*/ 628 w 766"/>
                <a:gd name="T43" fmla="*/ 47 h 619"/>
                <a:gd name="T44" fmla="*/ 578 w 766"/>
                <a:gd name="T45" fmla="*/ 35 h 619"/>
                <a:gd name="T46" fmla="*/ 472 w 766"/>
                <a:gd name="T47" fmla="*/ 48 h 619"/>
                <a:gd name="T48" fmla="*/ 406 w 766"/>
                <a:gd name="T49" fmla="*/ 70 h 619"/>
                <a:gd name="T50" fmla="*/ 347 w 766"/>
                <a:gd name="T51" fmla="*/ 36 h 619"/>
                <a:gd name="T52" fmla="*/ 306 w 766"/>
                <a:gd name="T53" fmla="*/ 50 h 619"/>
                <a:gd name="T54" fmla="*/ 269 w 766"/>
                <a:gd name="T55" fmla="*/ 54 h 619"/>
                <a:gd name="T56" fmla="*/ 227 w 766"/>
                <a:gd name="T57" fmla="*/ 18 h 619"/>
                <a:gd name="T58" fmla="*/ 201 w 766"/>
                <a:gd name="T59" fmla="*/ 6 h 619"/>
                <a:gd name="T60" fmla="*/ 166 w 766"/>
                <a:gd name="T61" fmla="*/ 6 h 619"/>
                <a:gd name="T62" fmla="*/ 101 w 766"/>
                <a:gd name="T63" fmla="*/ 18 h 619"/>
                <a:gd name="T64" fmla="*/ 77 w 766"/>
                <a:gd name="T65" fmla="*/ 80 h 619"/>
                <a:gd name="T66" fmla="*/ 62 w 766"/>
                <a:gd name="T67" fmla="*/ 132 h 619"/>
                <a:gd name="T68" fmla="*/ 60 w 766"/>
                <a:gd name="T69" fmla="*/ 132 h 619"/>
                <a:gd name="T70" fmla="*/ 58 w 766"/>
                <a:gd name="T71" fmla="*/ 132 h 619"/>
                <a:gd name="T72" fmla="*/ 56 w 766"/>
                <a:gd name="T73" fmla="*/ 146 h 619"/>
                <a:gd name="T74" fmla="*/ 73 w 766"/>
                <a:gd name="T75" fmla="*/ 200 h 619"/>
                <a:gd name="T76" fmla="*/ 41 w 766"/>
                <a:gd name="T77" fmla="*/ 276 h 619"/>
                <a:gd name="T78" fmla="*/ 5 w 766"/>
                <a:gd name="T79" fmla="*/ 326 h 619"/>
                <a:gd name="T80" fmla="*/ 4 w 766"/>
                <a:gd name="T81" fmla="*/ 405 h 619"/>
                <a:gd name="T82" fmla="*/ 6 w 766"/>
                <a:gd name="T83" fmla="*/ 465 h 619"/>
                <a:gd name="T84" fmla="*/ 14 w 766"/>
                <a:gd name="T85" fmla="*/ 482 h 619"/>
                <a:gd name="T86" fmla="*/ 178 w 766"/>
                <a:gd name="T87" fmla="*/ 546 h 619"/>
                <a:gd name="T88" fmla="*/ 240 w 766"/>
                <a:gd name="T89" fmla="*/ 610 h 619"/>
                <a:gd name="T90" fmla="*/ 329 w 766"/>
                <a:gd name="T91" fmla="*/ 599 h 619"/>
                <a:gd name="T92" fmla="*/ 379 w 766"/>
                <a:gd name="T93" fmla="*/ 577 h 6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66" h="619">
                  <a:moveTo>
                    <a:pt x="379" y="577"/>
                  </a:moveTo>
                  <a:cubicBezTo>
                    <a:pt x="389" y="571"/>
                    <a:pt x="396" y="560"/>
                    <a:pt x="396" y="548"/>
                  </a:cubicBezTo>
                  <a:cubicBezTo>
                    <a:pt x="396" y="536"/>
                    <a:pt x="393" y="516"/>
                    <a:pt x="401" y="511"/>
                  </a:cubicBezTo>
                  <a:cubicBezTo>
                    <a:pt x="409" y="506"/>
                    <a:pt x="419" y="490"/>
                    <a:pt x="428" y="487"/>
                  </a:cubicBezTo>
                  <a:cubicBezTo>
                    <a:pt x="438" y="484"/>
                    <a:pt x="443" y="479"/>
                    <a:pt x="450" y="470"/>
                  </a:cubicBezTo>
                  <a:cubicBezTo>
                    <a:pt x="456" y="460"/>
                    <a:pt x="463" y="445"/>
                    <a:pt x="475" y="448"/>
                  </a:cubicBezTo>
                  <a:cubicBezTo>
                    <a:pt x="487" y="451"/>
                    <a:pt x="492" y="455"/>
                    <a:pt x="496" y="451"/>
                  </a:cubicBezTo>
                  <a:cubicBezTo>
                    <a:pt x="501" y="447"/>
                    <a:pt x="502" y="434"/>
                    <a:pt x="510" y="438"/>
                  </a:cubicBezTo>
                  <a:cubicBezTo>
                    <a:pt x="518" y="443"/>
                    <a:pt x="524" y="447"/>
                    <a:pt x="530" y="450"/>
                  </a:cubicBezTo>
                  <a:cubicBezTo>
                    <a:pt x="536" y="454"/>
                    <a:pt x="537" y="459"/>
                    <a:pt x="536" y="463"/>
                  </a:cubicBezTo>
                  <a:cubicBezTo>
                    <a:pt x="536" y="468"/>
                    <a:pt x="532" y="479"/>
                    <a:pt x="541" y="480"/>
                  </a:cubicBezTo>
                  <a:cubicBezTo>
                    <a:pt x="550" y="482"/>
                    <a:pt x="560" y="482"/>
                    <a:pt x="564" y="470"/>
                  </a:cubicBezTo>
                  <a:cubicBezTo>
                    <a:pt x="568" y="458"/>
                    <a:pt x="571" y="447"/>
                    <a:pt x="582" y="440"/>
                  </a:cubicBezTo>
                  <a:cubicBezTo>
                    <a:pt x="594" y="434"/>
                    <a:pt x="585" y="423"/>
                    <a:pt x="597" y="407"/>
                  </a:cubicBezTo>
                  <a:cubicBezTo>
                    <a:pt x="608" y="391"/>
                    <a:pt x="612" y="378"/>
                    <a:pt x="613" y="368"/>
                  </a:cubicBezTo>
                  <a:cubicBezTo>
                    <a:pt x="614" y="357"/>
                    <a:pt x="616" y="352"/>
                    <a:pt x="624" y="344"/>
                  </a:cubicBezTo>
                  <a:cubicBezTo>
                    <a:pt x="633" y="337"/>
                    <a:pt x="647" y="322"/>
                    <a:pt x="647" y="312"/>
                  </a:cubicBezTo>
                  <a:cubicBezTo>
                    <a:pt x="647" y="301"/>
                    <a:pt x="649" y="284"/>
                    <a:pt x="662" y="281"/>
                  </a:cubicBezTo>
                  <a:cubicBezTo>
                    <a:pt x="675" y="279"/>
                    <a:pt x="675" y="277"/>
                    <a:pt x="679" y="263"/>
                  </a:cubicBezTo>
                  <a:cubicBezTo>
                    <a:pt x="682" y="250"/>
                    <a:pt x="688" y="248"/>
                    <a:pt x="690" y="235"/>
                  </a:cubicBezTo>
                  <a:cubicBezTo>
                    <a:pt x="692" y="221"/>
                    <a:pt x="696" y="205"/>
                    <a:pt x="701" y="196"/>
                  </a:cubicBezTo>
                  <a:cubicBezTo>
                    <a:pt x="707" y="187"/>
                    <a:pt x="714" y="171"/>
                    <a:pt x="729" y="169"/>
                  </a:cubicBezTo>
                  <a:cubicBezTo>
                    <a:pt x="745" y="166"/>
                    <a:pt x="761" y="157"/>
                    <a:pt x="761" y="149"/>
                  </a:cubicBezTo>
                  <a:cubicBezTo>
                    <a:pt x="761" y="141"/>
                    <a:pt x="766" y="109"/>
                    <a:pt x="755" y="104"/>
                  </a:cubicBezTo>
                  <a:cubicBezTo>
                    <a:pt x="744" y="100"/>
                    <a:pt x="737" y="105"/>
                    <a:pt x="735" y="93"/>
                  </a:cubicBezTo>
                  <a:cubicBezTo>
                    <a:pt x="733" y="82"/>
                    <a:pt x="728" y="76"/>
                    <a:pt x="729" y="68"/>
                  </a:cubicBezTo>
                  <a:cubicBezTo>
                    <a:pt x="729" y="66"/>
                    <a:pt x="729" y="65"/>
                    <a:pt x="729" y="64"/>
                  </a:cubicBezTo>
                  <a:cubicBezTo>
                    <a:pt x="729" y="63"/>
                    <a:pt x="729" y="63"/>
                    <a:pt x="729" y="63"/>
                  </a:cubicBezTo>
                  <a:cubicBezTo>
                    <a:pt x="729" y="62"/>
                    <a:pt x="729" y="61"/>
                    <a:pt x="729" y="59"/>
                  </a:cubicBezTo>
                  <a:cubicBezTo>
                    <a:pt x="729" y="59"/>
                    <a:pt x="729" y="59"/>
                    <a:pt x="729" y="59"/>
                  </a:cubicBezTo>
                  <a:cubicBezTo>
                    <a:pt x="729" y="57"/>
                    <a:pt x="729" y="56"/>
                    <a:pt x="728" y="55"/>
                  </a:cubicBezTo>
                  <a:cubicBezTo>
                    <a:pt x="728" y="55"/>
                    <a:pt x="728" y="55"/>
                    <a:pt x="728" y="54"/>
                  </a:cubicBezTo>
                  <a:cubicBezTo>
                    <a:pt x="728" y="53"/>
                    <a:pt x="728" y="51"/>
                    <a:pt x="727" y="50"/>
                  </a:cubicBezTo>
                  <a:cubicBezTo>
                    <a:pt x="727" y="50"/>
                    <a:pt x="727" y="50"/>
                    <a:pt x="727" y="50"/>
                  </a:cubicBezTo>
                  <a:cubicBezTo>
                    <a:pt x="727" y="49"/>
                    <a:pt x="727" y="48"/>
                    <a:pt x="727" y="48"/>
                  </a:cubicBezTo>
                  <a:cubicBezTo>
                    <a:pt x="727" y="47"/>
                    <a:pt x="726" y="47"/>
                    <a:pt x="726" y="46"/>
                  </a:cubicBezTo>
                  <a:cubicBezTo>
                    <a:pt x="726" y="46"/>
                    <a:pt x="726" y="45"/>
                    <a:pt x="725" y="45"/>
                  </a:cubicBezTo>
                  <a:cubicBezTo>
                    <a:pt x="725" y="44"/>
                    <a:pt x="725" y="43"/>
                    <a:pt x="725" y="43"/>
                  </a:cubicBezTo>
                  <a:cubicBezTo>
                    <a:pt x="724" y="42"/>
                    <a:pt x="724" y="42"/>
                    <a:pt x="724" y="42"/>
                  </a:cubicBezTo>
                  <a:cubicBezTo>
                    <a:pt x="723" y="40"/>
                    <a:pt x="722" y="39"/>
                    <a:pt x="722" y="39"/>
                  </a:cubicBezTo>
                  <a:cubicBezTo>
                    <a:pt x="716" y="32"/>
                    <a:pt x="700" y="15"/>
                    <a:pt x="692" y="6"/>
                  </a:cubicBezTo>
                  <a:cubicBezTo>
                    <a:pt x="690" y="9"/>
                    <a:pt x="687" y="12"/>
                    <a:pt x="684" y="15"/>
                  </a:cubicBezTo>
                  <a:cubicBezTo>
                    <a:pt x="676" y="21"/>
                    <a:pt x="672" y="22"/>
                    <a:pt x="654" y="26"/>
                  </a:cubicBezTo>
                  <a:cubicBezTo>
                    <a:pt x="636" y="29"/>
                    <a:pt x="634" y="36"/>
                    <a:pt x="628" y="47"/>
                  </a:cubicBezTo>
                  <a:cubicBezTo>
                    <a:pt x="621" y="57"/>
                    <a:pt x="610" y="49"/>
                    <a:pt x="600" y="47"/>
                  </a:cubicBezTo>
                  <a:cubicBezTo>
                    <a:pt x="590" y="45"/>
                    <a:pt x="584" y="43"/>
                    <a:pt x="578" y="35"/>
                  </a:cubicBezTo>
                  <a:cubicBezTo>
                    <a:pt x="573" y="28"/>
                    <a:pt x="514" y="33"/>
                    <a:pt x="499" y="34"/>
                  </a:cubicBezTo>
                  <a:cubicBezTo>
                    <a:pt x="483" y="34"/>
                    <a:pt x="479" y="42"/>
                    <a:pt x="472" y="48"/>
                  </a:cubicBezTo>
                  <a:cubicBezTo>
                    <a:pt x="465" y="54"/>
                    <a:pt x="454" y="58"/>
                    <a:pt x="448" y="65"/>
                  </a:cubicBezTo>
                  <a:cubicBezTo>
                    <a:pt x="442" y="71"/>
                    <a:pt x="422" y="70"/>
                    <a:pt x="406" y="70"/>
                  </a:cubicBezTo>
                  <a:cubicBezTo>
                    <a:pt x="389" y="71"/>
                    <a:pt x="385" y="62"/>
                    <a:pt x="378" y="57"/>
                  </a:cubicBezTo>
                  <a:cubicBezTo>
                    <a:pt x="371" y="52"/>
                    <a:pt x="357" y="43"/>
                    <a:pt x="347" y="36"/>
                  </a:cubicBezTo>
                  <a:cubicBezTo>
                    <a:pt x="336" y="29"/>
                    <a:pt x="331" y="35"/>
                    <a:pt x="323" y="39"/>
                  </a:cubicBezTo>
                  <a:cubicBezTo>
                    <a:pt x="315" y="43"/>
                    <a:pt x="314" y="50"/>
                    <a:pt x="306" y="50"/>
                  </a:cubicBezTo>
                  <a:cubicBezTo>
                    <a:pt x="298" y="51"/>
                    <a:pt x="293" y="48"/>
                    <a:pt x="287" y="53"/>
                  </a:cubicBezTo>
                  <a:cubicBezTo>
                    <a:pt x="281" y="58"/>
                    <a:pt x="275" y="58"/>
                    <a:pt x="269" y="54"/>
                  </a:cubicBezTo>
                  <a:cubicBezTo>
                    <a:pt x="264" y="49"/>
                    <a:pt x="259" y="37"/>
                    <a:pt x="252" y="29"/>
                  </a:cubicBezTo>
                  <a:cubicBezTo>
                    <a:pt x="246" y="21"/>
                    <a:pt x="236" y="18"/>
                    <a:pt x="227" y="18"/>
                  </a:cubicBezTo>
                  <a:cubicBezTo>
                    <a:pt x="218" y="18"/>
                    <a:pt x="220" y="12"/>
                    <a:pt x="214" y="12"/>
                  </a:cubicBezTo>
                  <a:cubicBezTo>
                    <a:pt x="209" y="12"/>
                    <a:pt x="206" y="10"/>
                    <a:pt x="201" y="6"/>
                  </a:cubicBezTo>
                  <a:cubicBezTo>
                    <a:pt x="196" y="1"/>
                    <a:pt x="194" y="0"/>
                    <a:pt x="184" y="0"/>
                  </a:cubicBezTo>
                  <a:cubicBezTo>
                    <a:pt x="173" y="0"/>
                    <a:pt x="174" y="1"/>
                    <a:pt x="166" y="6"/>
                  </a:cubicBezTo>
                  <a:cubicBezTo>
                    <a:pt x="159" y="11"/>
                    <a:pt x="147" y="8"/>
                    <a:pt x="132" y="8"/>
                  </a:cubicBezTo>
                  <a:cubicBezTo>
                    <a:pt x="117" y="8"/>
                    <a:pt x="113" y="15"/>
                    <a:pt x="101" y="18"/>
                  </a:cubicBezTo>
                  <a:cubicBezTo>
                    <a:pt x="90" y="21"/>
                    <a:pt x="92" y="36"/>
                    <a:pt x="91" y="54"/>
                  </a:cubicBezTo>
                  <a:cubicBezTo>
                    <a:pt x="90" y="72"/>
                    <a:pt x="88" y="73"/>
                    <a:pt x="77" y="80"/>
                  </a:cubicBezTo>
                  <a:cubicBezTo>
                    <a:pt x="66" y="87"/>
                    <a:pt x="66" y="108"/>
                    <a:pt x="66" y="119"/>
                  </a:cubicBezTo>
                  <a:cubicBezTo>
                    <a:pt x="66" y="127"/>
                    <a:pt x="66" y="130"/>
                    <a:pt x="62" y="132"/>
                  </a:cubicBezTo>
                  <a:cubicBezTo>
                    <a:pt x="62" y="132"/>
                    <a:pt x="62" y="132"/>
                    <a:pt x="62" y="132"/>
                  </a:cubicBezTo>
                  <a:cubicBezTo>
                    <a:pt x="62" y="132"/>
                    <a:pt x="61" y="132"/>
                    <a:pt x="60" y="132"/>
                  </a:cubicBezTo>
                  <a:cubicBezTo>
                    <a:pt x="60" y="132"/>
                    <a:pt x="60" y="132"/>
                    <a:pt x="60" y="132"/>
                  </a:cubicBezTo>
                  <a:cubicBezTo>
                    <a:pt x="60" y="132"/>
                    <a:pt x="59" y="132"/>
                    <a:pt x="58" y="132"/>
                  </a:cubicBezTo>
                  <a:cubicBezTo>
                    <a:pt x="58" y="132"/>
                    <a:pt x="58" y="132"/>
                    <a:pt x="58" y="132"/>
                  </a:cubicBezTo>
                  <a:cubicBezTo>
                    <a:pt x="58" y="137"/>
                    <a:pt x="58" y="143"/>
                    <a:pt x="56" y="146"/>
                  </a:cubicBezTo>
                  <a:cubicBezTo>
                    <a:pt x="51" y="154"/>
                    <a:pt x="56" y="171"/>
                    <a:pt x="62" y="175"/>
                  </a:cubicBezTo>
                  <a:cubicBezTo>
                    <a:pt x="69" y="179"/>
                    <a:pt x="73" y="194"/>
                    <a:pt x="73" y="200"/>
                  </a:cubicBezTo>
                  <a:cubicBezTo>
                    <a:pt x="73" y="205"/>
                    <a:pt x="73" y="234"/>
                    <a:pt x="61" y="245"/>
                  </a:cubicBezTo>
                  <a:cubicBezTo>
                    <a:pt x="49" y="256"/>
                    <a:pt x="47" y="266"/>
                    <a:pt x="41" y="276"/>
                  </a:cubicBezTo>
                  <a:cubicBezTo>
                    <a:pt x="35" y="285"/>
                    <a:pt x="36" y="298"/>
                    <a:pt x="23" y="303"/>
                  </a:cubicBezTo>
                  <a:cubicBezTo>
                    <a:pt x="10" y="308"/>
                    <a:pt x="5" y="316"/>
                    <a:pt x="5" y="326"/>
                  </a:cubicBezTo>
                  <a:cubicBezTo>
                    <a:pt x="5" y="336"/>
                    <a:pt x="0" y="347"/>
                    <a:pt x="2" y="359"/>
                  </a:cubicBezTo>
                  <a:cubicBezTo>
                    <a:pt x="3" y="371"/>
                    <a:pt x="1" y="397"/>
                    <a:pt x="4" y="405"/>
                  </a:cubicBezTo>
                  <a:cubicBezTo>
                    <a:pt x="8" y="413"/>
                    <a:pt x="8" y="424"/>
                    <a:pt x="9" y="431"/>
                  </a:cubicBezTo>
                  <a:cubicBezTo>
                    <a:pt x="10" y="438"/>
                    <a:pt x="8" y="457"/>
                    <a:pt x="6" y="465"/>
                  </a:cubicBezTo>
                  <a:cubicBezTo>
                    <a:pt x="5" y="469"/>
                    <a:pt x="6" y="476"/>
                    <a:pt x="7" y="482"/>
                  </a:cubicBezTo>
                  <a:cubicBezTo>
                    <a:pt x="9" y="482"/>
                    <a:pt x="12" y="482"/>
                    <a:pt x="14" y="482"/>
                  </a:cubicBezTo>
                  <a:cubicBezTo>
                    <a:pt x="48" y="482"/>
                    <a:pt x="105" y="470"/>
                    <a:pt x="135" y="496"/>
                  </a:cubicBezTo>
                  <a:cubicBezTo>
                    <a:pt x="165" y="522"/>
                    <a:pt x="178" y="523"/>
                    <a:pt x="178" y="546"/>
                  </a:cubicBezTo>
                  <a:cubicBezTo>
                    <a:pt x="178" y="568"/>
                    <a:pt x="175" y="580"/>
                    <a:pt x="196" y="599"/>
                  </a:cubicBezTo>
                  <a:cubicBezTo>
                    <a:pt x="218" y="619"/>
                    <a:pt x="232" y="616"/>
                    <a:pt x="240" y="610"/>
                  </a:cubicBezTo>
                  <a:cubicBezTo>
                    <a:pt x="249" y="605"/>
                    <a:pt x="274" y="595"/>
                    <a:pt x="286" y="597"/>
                  </a:cubicBezTo>
                  <a:cubicBezTo>
                    <a:pt x="299" y="599"/>
                    <a:pt x="312" y="599"/>
                    <a:pt x="329" y="599"/>
                  </a:cubicBezTo>
                  <a:cubicBezTo>
                    <a:pt x="339" y="599"/>
                    <a:pt x="355" y="595"/>
                    <a:pt x="369" y="596"/>
                  </a:cubicBezTo>
                  <a:cubicBezTo>
                    <a:pt x="370" y="590"/>
                    <a:pt x="372" y="580"/>
                    <a:pt x="379" y="577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46" name="Freeform 145"/>
            <p:cNvSpPr>
              <a:spLocks/>
            </p:cNvSpPr>
            <p:nvPr/>
          </p:nvSpPr>
          <p:spPr bwMode="auto">
            <a:xfrm>
              <a:off x="4087813" y="1897063"/>
              <a:ext cx="447675" cy="671513"/>
            </a:xfrm>
            <a:custGeom>
              <a:avLst/>
              <a:gdLst>
                <a:gd name="T0" fmla="*/ 173 w 493"/>
                <a:gd name="T1" fmla="*/ 704 h 738"/>
                <a:gd name="T2" fmla="*/ 179 w 493"/>
                <a:gd name="T3" fmla="*/ 703 h 738"/>
                <a:gd name="T4" fmla="*/ 187 w 493"/>
                <a:gd name="T5" fmla="*/ 700 h 738"/>
                <a:gd name="T6" fmla="*/ 191 w 493"/>
                <a:gd name="T7" fmla="*/ 697 h 738"/>
                <a:gd name="T8" fmla="*/ 192 w 493"/>
                <a:gd name="T9" fmla="*/ 693 h 738"/>
                <a:gd name="T10" fmla="*/ 247 w 493"/>
                <a:gd name="T11" fmla="*/ 694 h 738"/>
                <a:gd name="T12" fmla="*/ 255 w 493"/>
                <a:gd name="T13" fmla="*/ 695 h 738"/>
                <a:gd name="T14" fmla="*/ 262 w 493"/>
                <a:gd name="T15" fmla="*/ 695 h 738"/>
                <a:gd name="T16" fmla="*/ 273 w 493"/>
                <a:gd name="T17" fmla="*/ 697 h 738"/>
                <a:gd name="T18" fmla="*/ 282 w 493"/>
                <a:gd name="T19" fmla="*/ 697 h 738"/>
                <a:gd name="T20" fmla="*/ 294 w 493"/>
                <a:gd name="T21" fmla="*/ 699 h 738"/>
                <a:gd name="T22" fmla="*/ 302 w 493"/>
                <a:gd name="T23" fmla="*/ 700 h 738"/>
                <a:gd name="T24" fmla="*/ 315 w 493"/>
                <a:gd name="T25" fmla="*/ 702 h 738"/>
                <a:gd name="T26" fmla="*/ 326 w 493"/>
                <a:gd name="T27" fmla="*/ 703 h 738"/>
                <a:gd name="T28" fmla="*/ 333 w 493"/>
                <a:gd name="T29" fmla="*/ 704 h 738"/>
                <a:gd name="T30" fmla="*/ 460 w 493"/>
                <a:gd name="T31" fmla="*/ 724 h 738"/>
                <a:gd name="T32" fmla="*/ 493 w 493"/>
                <a:gd name="T33" fmla="*/ 701 h 738"/>
                <a:gd name="T34" fmla="*/ 487 w 493"/>
                <a:gd name="T35" fmla="*/ 661 h 738"/>
                <a:gd name="T36" fmla="*/ 423 w 493"/>
                <a:gd name="T37" fmla="*/ 586 h 738"/>
                <a:gd name="T38" fmla="*/ 393 w 493"/>
                <a:gd name="T39" fmla="*/ 483 h 738"/>
                <a:gd name="T40" fmla="*/ 405 w 493"/>
                <a:gd name="T41" fmla="*/ 434 h 738"/>
                <a:gd name="T42" fmla="*/ 453 w 493"/>
                <a:gd name="T43" fmla="*/ 363 h 738"/>
                <a:gd name="T44" fmla="*/ 454 w 493"/>
                <a:gd name="T45" fmla="*/ 361 h 738"/>
                <a:gd name="T46" fmla="*/ 454 w 493"/>
                <a:gd name="T47" fmla="*/ 358 h 738"/>
                <a:gd name="T48" fmla="*/ 454 w 493"/>
                <a:gd name="T49" fmla="*/ 356 h 738"/>
                <a:gd name="T50" fmla="*/ 454 w 493"/>
                <a:gd name="T51" fmla="*/ 352 h 738"/>
                <a:gd name="T52" fmla="*/ 454 w 493"/>
                <a:gd name="T53" fmla="*/ 350 h 738"/>
                <a:gd name="T54" fmla="*/ 453 w 493"/>
                <a:gd name="T55" fmla="*/ 346 h 738"/>
                <a:gd name="T56" fmla="*/ 452 w 493"/>
                <a:gd name="T57" fmla="*/ 344 h 738"/>
                <a:gd name="T58" fmla="*/ 451 w 493"/>
                <a:gd name="T59" fmla="*/ 341 h 738"/>
                <a:gd name="T60" fmla="*/ 450 w 493"/>
                <a:gd name="T61" fmla="*/ 339 h 738"/>
                <a:gd name="T62" fmla="*/ 449 w 493"/>
                <a:gd name="T63" fmla="*/ 337 h 738"/>
                <a:gd name="T64" fmla="*/ 420 w 493"/>
                <a:gd name="T65" fmla="*/ 290 h 738"/>
                <a:gd name="T66" fmla="*/ 361 w 493"/>
                <a:gd name="T67" fmla="*/ 205 h 738"/>
                <a:gd name="T68" fmla="*/ 461 w 493"/>
                <a:gd name="T69" fmla="*/ 197 h 738"/>
                <a:gd name="T70" fmla="*/ 420 w 493"/>
                <a:gd name="T71" fmla="*/ 150 h 738"/>
                <a:gd name="T72" fmla="*/ 419 w 493"/>
                <a:gd name="T73" fmla="*/ 67 h 738"/>
                <a:gd name="T74" fmla="*/ 395 w 493"/>
                <a:gd name="T75" fmla="*/ 20 h 738"/>
                <a:gd name="T76" fmla="*/ 358 w 493"/>
                <a:gd name="T77" fmla="*/ 0 h 738"/>
                <a:gd name="T78" fmla="*/ 360 w 493"/>
                <a:gd name="T79" fmla="*/ 9 h 738"/>
                <a:gd name="T80" fmla="*/ 360 w 493"/>
                <a:gd name="T81" fmla="*/ 14 h 738"/>
                <a:gd name="T82" fmla="*/ 386 w 493"/>
                <a:gd name="T83" fmla="*/ 54 h 738"/>
                <a:gd name="T84" fmla="*/ 332 w 493"/>
                <a:gd name="T85" fmla="*/ 146 h 738"/>
                <a:gd name="T86" fmla="*/ 293 w 493"/>
                <a:gd name="T87" fmla="*/ 231 h 738"/>
                <a:gd name="T88" fmla="*/ 244 w 493"/>
                <a:gd name="T89" fmla="*/ 318 h 738"/>
                <a:gd name="T90" fmla="*/ 195 w 493"/>
                <a:gd name="T91" fmla="*/ 420 h 738"/>
                <a:gd name="T92" fmla="*/ 161 w 493"/>
                <a:gd name="T93" fmla="*/ 400 h 738"/>
                <a:gd name="T94" fmla="*/ 106 w 493"/>
                <a:gd name="T95" fmla="*/ 398 h 738"/>
                <a:gd name="T96" fmla="*/ 32 w 493"/>
                <a:gd name="T97" fmla="*/ 461 h 738"/>
                <a:gd name="T98" fmla="*/ 0 w 493"/>
                <a:gd name="T99" fmla="*/ 546 h 738"/>
                <a:gd name="T100" fmla="*/ 85 w 493"/>
                <a:gd name="T101" fmla="*/ 603 h 738"/>
                <a:gd name="T102" fmla="*/ 87 w 493"/>
                <a:gd name="T103" fmla="*/ 686 h 738"/>
                <a:gd name="T104" fmla="*/ 164 w 493"/>
                <a:gd name="T105" fmla="*/ 705 h 7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493" h="738">
                  <a:moveTo>
                    <a:pt x="164" y="705"/>
                  </a:moveTo>
                  <a:cubicBezTo>
                    <a:pt x="166" y="705"/>
                    <a:pt x="168" y="705"/>
                    <a:pt x="170" y="705"/>
                  </a:cubicBezTo>
                  <a:cubicBezTo>
                    <a:pt x="171" y="705"/>
                    <a:pt x="172" y="704"/>
                    <a:pt x="173" y="704"/>
                  </a:cubicBezTo>
                  <a:cubicBezTo>
                    <a:pt x="174" y="704"/>
                    <a:pt x="174" y="704"/>
                    <a:pt x="175" y="704"/>
                  </a:cubicBezTo>
                  <a:cubicBezTo>
                    <a:pt x="176" y="704"/>
                    <a:pt x="178" y="704"/>
                    <a:pt x="179" y="703"/>
                  </a:cubicBezTo>
                  <a:cubicBezTo>
                    <a:pt x="179" y="703"/>
                    <a:pt x="179" y="703"/>
                    <a:pt x="179" y="703"/>
                  </a:cubicBezTo>
                  <a:cubicBezTo>
                    <a:pt x="181" y="703"/>
                    <a:pt x="182" y="702"/>
                    <a:pt x="183" y="702"/>
                  </a:cubicBezTo>
                  <a:cubicBezTo>
                    <a:pt x="184" y="701"/>
                    <a:pt x="186" y="701"/>
                    <a:pt x="187" y="700"/>
                  </a:cubicBezTo>
                  <a:cubicBezTo>
                    <a:pt x="187" y="700"/>
                    <a:pt x="187" y="700"/>
                    <a:pt x="187" y="700"/>
                  </a:cubicBezTo>
                  <a:cubicBezTo>
                    <a:pt x="188" y="699"/>
                    <a:pt x="188" y="699"/>
                    <a:pt x="189" y="698"/>
                  </a:cubicBezTo>
                  <a:cubicBezTo>
                    <a:pt x="190" y="698"/>
                    <a:pt x="190" y="698"/>
                    <a:pt x="190" y="698"/>
                  </a:cubicBezTo>
                  <a:cubicBezTo>
                    <a:pt x="190" y="697"/>
                    <a:pt x="190" y="697"/>
                    <a:pt x="191" y="697"/>
                  </a:cubicBezTo>
                  <a:cubicBezTo>
                    <a:pt x="191" y="696"/>
                    <a:pt x="191" y="696"/>
                    <a:pt x="191" y="695"/>
                  </a:cubicBezTo>
                  <a:cubicBezTo>
                    <a:pt x="192" y="695"/>
                    <a:pt x="192" y="695"/>
                    <a:pt x="192" y="695"/>
                  </a:cubicBezTo>
                  <a:cubicBezTo>
                    <a:pt x="192" y="694"/>
                    <a:pt x="192" y="694"/>
                    <a:pt x="192" y="693"/>
                  </a:cubicBezTo>
                  <a:cubicBezTo>
                    <a:pt x="192" y="688"/>
                    <a:pt x="225" y="694"/>
                    <a:pt x="243" y="694"/>
                  </a:cubicBezTo>
                  <a:cubicBezTo>
                    <a:pt x="244" y="694"/>
                    <a:pt x="245" y="694"/>
                    <a:pt x="246" y="694"/>
                  </a:cubicBezTo>
                  <a:cubicBezTo>
                    <a:pt x="247" y="694"/>
                    <a:pt x="247" y="694"/>
                    <a:pt x="247" y="694"/>
                  </a:cubicBezTo>
                  <a:cubicBezTo>
                    <a:pt x="248" y="694"/>
                    <a:pt x="249" y="695"/>
                    <a:pt x="250" y="695"/>
                  </a:cubicBezTo>
                  <a:cubicBezTo>
                    <a:pt x="251" y="695"/>
                    <a:pt x="251" y="695"/>
                    <a:pt x="251" y="695"/>
                  </a:cubicBezTo>
                  <a:cubicBezTo>
                    <a:pt x="252" y="695"/>
                    <a:pt x="254" y="695"/>
                    <a:pt x="255" y="695"/>
                  </a:cubicBezTo>
                  <a:cubicBezTo>
                    <a:pt x="256" y="695"/>
                    <a:pt x="256" y="695"/>
                    <a:pt x="257" y="695"/>
                  </a:cubicBezTo>
                  <a:cubicBezTo>
                    <a:pt x="258" y="695"/>
                    <a:pt x="259" y="695"/>
                    <a:pt x="261" y="695"/>
                  </a:cubicBezTo>
                  <a:cubicBezTo>
                    <a:pt x="261" y="695"/>
                    <a:pt x="261" y="695"/>
                    <a:pt x="262" y="695"/>
                  </a:cubicBezTo>
                  <a:cubicBezTo>
                    <a:pt x="263" y="696"/>
                    <a:pt x="265" y="696"/>
                    <a:pt x="267" y="696"/>
                  </a:cubicBezTo>
                  <a:cubicBezTo>
                    <a:pt x="268" y="696"/>
                    <a:pt x="268" y="696"/>
                    <a:pt x="268" y="696"/>
                  </a:cubicBezTo>
                  <a:cubicBezTo>
                    <a:pt x="270" y="696"/>
                    <a:pt x="271" y="696"/>
                    <a:pt x="273" y="697"/>
                  </a:cubicBezTo>
                  <a:cubicBezTo>
                    <a:pt x="274" y="697"/>
                    <a:pt x="274" y="697"/>
                    <a:pt x="274" y="697"/>
                  </a:cubicBezTo>
                  <a:cubicBezTo>
                    <a:pt x="276" y="697"/>
                    <a:pt x="278" y="697"/>
                    <a:pt x="280" y="697"/>
                  </a:cubicBezTo>
                  <a:cubicBezTo>
                    <a:pt x="281" y="697"/>
                    <a:pt x="281" y="697"/>
                    <a:pt x="282" y="697"/>
                  </a:cubicBezTo>
                  <a:cubicBezTo>
                    <a:pt x="283" y="698"/>
                    <a:pt x="285" y="698"/>
                    <a:pt x="287" y="698"/>
                  </a:cubicBezTo>
                  <a:cubicBezTo>
                    <a:pt x="288" y="698"/>
                    <a:pt x="288" y="698"/>
                    <a:pt x="288" y="698"/>
                  </a:cubicBezTo>
                  <a:cubicBezTo>
                    <a:pt x="290" y="698"/>
                    <a:pt x="292" y="699"/>
                    <a:pt x="294" y="699"/>
                  </a:cubicBezTo>
                  <a:cubicBezTo>
                    <a:pt x="295" y="699"/>
                    <a:pt x="295" y="699"/>
                    <a:pt x="295" y="699"/>
                  </a:cubicBezTo>
                  <a:cubicBezTo>
                    <a:pt x="297" y="699"/>
                    <a:pt x="299" y="700"/>
                    <a:pt x="301" y="700"/>
                  </a:cubicBezTo>
                  <a:cubicBezTo>
                    <a:pt x="302" y="700"/>
                    <a:pt x="302" y="700"/>
                    <a:pt x="302" y="700"/>
                  </a:cubicBezTo>
                  <a:cubicBezTo>
                    <a:pt x="304" y="700"/>
                    <a:pt x="306" y="700"/>
                    <a:pt x="308" y="701"/>
                  </a:cubicBezTo>
                  <a:cubicBezTo>
                    <a:pt x="310" y="701"/>
                    <a:pt x="312" y="701"/>
                    <a:pt x="314" y="702"/>
                  </a:cubicBezTo>
                  <a:cubicBezTo>
                    <a:pt x="315" y="702"/>
                    <a:pt x="315" y="702"/>
                    <a:pt x="315" y="702"/>
                  </a:cubicBezTo>
                  <a:cubicBezTo>
                    <a:pt x="317" y="702"/>
                    <a:pt x="319" y="702"/>
                    <a:pt x="321" y="702"/>
                  </a:cubicBezTo>
                  <a:cubicBezTo>
                    <a:pt x="321" y="703"/>
                    <a:pt x="321" y="703"/>
                    <a:pt x="322" y="703"/>
                  </a:cubicBezTo>
                  <a:cubicBezTo>
                    <a:pt x="323" y="703"/>
                    <a:pt x="325" y="703"/>
                    <a:pt x="326" y="703"/>
                  </a:cubicBezTo>
                  <a:cubicBezTo>
                    <a:pt x="327" y="703"/>
                    <a:pt x="327" y="703"/>
                    <a:pt x="327" y="703"/>
                  </a:cubicBezTo>
                  <a:cubicBezTo>
                    <a:pt x="329" y="704"/>
                    <a:pt x="330" y="704"/>
                    <a:pt x="332" y="704"/>
                  </a:cubicBezTo>
                  <a:cubicBezTo>
                    <a:pt x="333" y="704"/>
                    <a:pt x="333" y="704"/>
                    <a:pt x="333" y="704"/>
                  </a:cubicBezTo>
                  <a:cubicBezTo>
                    <a:pt x="335" y="705"/>
                    <a:pt x="336" y="705"/>
                    <a:pt x="337" y="705"/>
                  </a:cubicBezTo>
                  <a:cubicBezTo>
                    <a:pt x="361" y="709"/>
                    <a:pt x="391" y="696"/>
                    <a:pt x="409" y="709"/>
                  </a:cubicBezTo>
                  <a:cubicBezTo>
                    <a:pt x="428" y="722"/>
                    <a:pt x="451" y="712"/>
                    <a:pt x="460" y="724"/>
                  </a:cubicBezTo>
                  <a:cubicBezTo>
                    <a:pt x="469" y="736"/>
                    <a:pt x="487" y="738"/>
                    <a:pt x="489" y="721"/>
                  </a:cubicBezTo>
                  <a:cubicBezTo>
                    <a:pt x="490" y="720"/>
                    <a:pt x="490" y="718"/>
                    <a:pt x="490" y="717"/>
                  </a:cubicBezTo>
                  <a:cubicBezTo>
                    <a:pt x="491" y="711"/>
                    <a:pt x="492" y="706"/>
                    <a:pt x="493" y="701"/>
                  </a:cubicBezTo>
                  <a:cubicBezTo>
                    <a:pt x="493" y="701"/>
                    <a:pt x="493" y="701"/>
                    <a:pt x="493" y="701"/>
                  </a:cubicBezTo>
                  <a:cubicBezTo>
                    <a:pt x="488" y="693"/>
                    <a:pt x="490" y="685"/>
                    <a:pt x="488" y="683"/>
                  </a:cubicBezTo>
                  <a:cubicBezTo>
                    <a:pt x="485" y="680"/>
                    <a:pt x="487" y="666"/>
                    <a:pt x="487" y="661"/>
                  </a:cubicBezTo>
                  <a:cubicBezTo>
                    <a:pt x="487" y="656"/>
                    <a:pt x="475" y="647"/>
                    <a:pt x="466" y="644"/>
                  </a:cubicBezTo>
                  <a:cubicBezTo>
                    <a:pt x="457" y="642"/>
                    <a:pt x="443" y="620"/>
                    <a:pt x="438" y="616"/>
                  </a:cubicBezTo>
                  <a:cubicBezTo>
                    <a:pt x="433" y="612"/>
                    <a:pt x="423" y="598"/>
                    <a:pt x="423" y="586"/>
                  </a:cubicBezTo>
                  <a:cubicBezTo>
                    <a:pt x="424" y="574"/>
                    <a:pt x="409" y="550"/>
                    <a:pt x="399" y="544"/>
                  </a:cubicBezTo>
                  <a:cubicBezTo>
                    <a:pt x="389" y="538"/>
                    <a:pt x="395" y="526"/>
                    <a:pt x="393" y="517"/>
                  </a:cubicBezTo>
                  <a:cubicBezTo>
                    <a:pt x="391" y="508"/>
                    <a:pt x="393" y="492"/>
                    <a:pt x="393" y="483"/>
                  </a:cubicBezTo>
                  <a:cubicBezTo>
                    <a:pt x="393" y="474"/>
                    <a:pt x="395" y="466"/>
                    <a:pt x="385" y="461"/>
                  </a:cubicBezTo>
                  <a:cubicBezTo>
                    <a:pt x="376" y="456"/>
                    <a:pt x="382" y="447"/>
                    <a:pt x="390" y="444"/>
                  </a:cubicBezTo>
                  <a:cubicBezTo>
                    <a:pt x="398" y="442"/>
                    <a:pt x="403" y="440"/>
                    <a:pt x="405" y="434"/>
                  </a:cubicBezTo>
                  <a:cubicBezTo>
                    <a:pt x="407" y="427"/>
                    <a:pt x="415" y="422"/>
                    <a:pt x="420" y="412"/>
                  </a:cubicBezTo>
                  <a:cubicBezTo>
                    <a:pt x="425" y="402"/>
                    <a:pt x="431" y="394"/>
                    <a:pt x="433" y="381"/>
                  </a:cubicBezTo>
                  <a:cubicBezTo>
                    <a:pt x="435" y="368"/>
                    <a:pt x="448" y="368"/>
                    <a:pt x="453" y="363"/>
                  </a:cubicBezTo>
                  <a:cubicBezTo>
                    <a:pt x="453" y="362"/>
                    <a:pt x="453" y="362"/>
                    <a:pt x="453" y="362"/>
                  </a:cubicBezTo>
                  <a:cubicBezTo>
                    <a:pt x="454" y="362"/>
                    <a:pt x="454" y="361"/>
                    <a:pt x="454" y="361"/>
                  </a:cubicBezTo>
                  <a:cubicBezTo>
                    <a:pt x="454" y="361"/>
                    <a:pt x="454" y="361"/>
                    <a:pt x="454" y="361"/>
                  </a:cubicBezTo>
                  <a:cubicBezTo>
                    <a:pt x="454" y="360"/>
                    <a:pt x="454" y="360"/>
                    <a:pt x="454" y="359"/>
                  </a:cubicBezTo>
                  <a:cubicBezTo>
                    <a:pt x="454" y="359"/>
                    <a:pt x="454" y="359"/>
                    <a:pt x="454" y="359"/>
                  </a:cubicBezTo>
                  <a:cubicBezTo>
                    <a:pt x="454" y="358"/>
                    <a:pt x="454" y="358"/>
                    <a:pt x="454" y="358"/>
                  </a:cubicBezTo>
                  <a:cubicBezTo>
                    <a:pt x="454" y="358"/>
                    <a:pt x="454" y="358"/>
                    <a:pt x="454" y="358"/>
                  </a:cubicBezTo>
                  <a:cubicBezTo>
                    <a:pt x="454" y="357"/>
                    <a:pt x="454" y="357"/>
                    <a:pt x="454" y="356"/>
                  </a:cubicBezTo>
                  <a:cubicBezTo>
                    <a:pt x="454" y="356"/>
                    <a:pt x="454" y="356"/>
                    <a:pt x="454" y="356"/>
                  </a:cubicBezTo>
                  <a:cubicBezTo>
                    <a:pt x="454" y="355"/>
                    <a:pt x="454" y="355"/>
                    <a:pt x="454" y="354"/>
                  </a:cubicBezTo>
                  <a:cubicBezTo>
                    <a:pt x="454" y="354"/>
                    <a:pt x="454" y="354"/>
                    <a:pt x="454" y="354"/>
                  </a:cubicBezTo>
                  <a:cubicBezTo>
                    <a:pt x="454" y="353"/>
                    <a:pt x="454" y="353"/>
                    <a:pt x="454" y="352"/>
                  </a:cubicBezTo>
                  <a:cubicBezTo>
                    <a:pt x="454" y="352"/>
                    <a:pt x="454" y="352"/>
                    <a:pt x="454" y="352"/>
                  </a:cubicBezTo>
                  <a:cubicBezTo>
                    <a:pt x="454" y="351"/>
                    <a:pt x="454" y="351"/>
                    <a:pt x="454" y="350"/>
                  </a:cubicBezTo>
                  <a:cubicBezTo>
                    <a:pt x="454" y="350"/>
                    <a:pt x="454" y="350"/>
                    <a:pt x="454" y="350"/>
                  </a:cubicBezTo>
                  <a:cubicBezTo>
                    <a:pt x="453" y="349"/>
                    <a:pt x="453" y="349"/>
                    <a:pt x="453" y="348"/>
                  </a:cubicBezTo>
                  <a:cubicBezTo>
                    <a:pt x="453" y="348"/>
                    <a:pt x="453" y="348"/>
                    <a:pt x="453" y="348"/>
                  </a:cubicBezTo>
                  <a:cubicBezTo>
                    <a:pt x="453" y="347"/>
                    <a:pt x="453" y="347"/>
                    <a:pt x="453" y="346"/>
                  </a:cubicBezTo>
                  <a:cubicBezTo>
                    <a:pt x="452" y="346"/>
                    <a:pt x="452" y="346"/>
                    <a:pt x="452" y="346"/>
                  </a:cubicBezTo>
                  <a:cubicBezTo>
                    <a:pt x="452" y="345"/>
                    <a:pt x="452" y="345"/>
                    <a:pt x="452" y="344"/>
                  </a:cubicBezTo>
                  <a:cubicBezTo>
                    <a:pt x="452" y="344"/>
                    <a:pt x="452" y="344"/>
                    <a:pt x="452" y="344"/>
                  </a:cubicBezTo>
                  <a:cubicBezTo>
                    <a:pt x="452" y="343"/>
                    <a:pt x="452" y="343"/>
                    <a:pt x="451" y="343"/>
                  </a:cubicBezTo>
                  <a:cubicBezTo>
                    <a:pt x="451" y="342"/>
                    <a:pt x="451" y="342"/>
                    <a:pt x="451" y="342"/>
                  </a:cubicBezTo>
                  <a:cubicBezTo>
                    <a:pt x="451" y="341"/>
                    <a:pt x="451" y="341"/>
                    <a:pt x="451" y="341"/>
                  </a:cubicBezTo>
                  <a:cubicBezTo>
                    <a:pt x="450" y="340"/>
                    <a:pt x="450" y="340"/>
                    <a:pt x="450" y="340"/>
                  </a:cubicBezTo>
                  <a:cubicBezTo>
                    <a:pt x="450" y="340"/>
                    <a:pt x="450" y="340"/>
                    <a:pt x="450" y="339"/>
                  </a:cubicBezTo>
                  <a:cubicBezTo>
                    <a:pt x="450" y="339"/>
                    <a:pt x="450" y="339"/>
                    <a:pt x="450" y="339"/>
                  </a:cubicBezTo>
                  <a:cubicBezTo>
                    <a:pt x="449" y="338"/>
                    <a:pt x="449" y="338"/>
                    <a:pt x="449" y="338"/>
                  </a:cubicBezTo>
                  <a:cubicBezTo>
                    <a:pt x="449" y="338"/>
                    <a:pt x="449" y="338"/>
                    <a:pt x="449" y="337"/>
                  </a:cubicBezTo>
                  <a:cubicBezTo>
                    <a:pt x="449" y="337"/>
                    <a:pt x="449" y="337"/>
                    <a:pt x="449" y="337"/>
                  </a:cubicBezTo>
                  <a:cubicBezTo>
                    <a:pt x="448" y="337"/>
                    <a:pt x="448" y="337"/>
                    <a:pt x="448" y="336"/>
                  </a:cubicBezTo>
                  <a:cubicBezTo>
                    <a:pt x="445" y="333"/>
                    <a:pt x="439" y="322"/>
                    <a:pt x="439" y="314"/>
                  </a:cubicBezTo>
                  <a:cubicBezTo>
                    <a:pt x="439" y="306"/>
                    <a:pt x="425" y="298"/>
                    <a:pt x="420" y="290"/>
                  </a:cubicBezTo>
                  <a:cubicBezTo>
                    <a:pt x="415" y="283"/>
                    <a:pt x="404" y="278"/>
                    <a:pt x="396" y="272"/>
                  </a:cubicBezTo>
                  <a:cubicBezTo>
                    <a:pt x="388" y="265"/>
                    <a:pt x="370" y="242"/>
                    <a:pt x="359" y="234"/>
                  </a:cubicBezTo>
                  <a:cubicBezTo>
                    <a:pt x="349" y="226"/>
                    <a:pt x="353" y="212"/>
                    <a:pt x="361" y="205"/>
                  </a:cubicBezTo>
                  <a:cubicBezTo>
                    <a:pt x="369" y="198"/>
                    <a:pt x="382" y="204"/>
                    <a:pt x="399" y="202"/>
                  </a:cubicBezTo>
                  <a:cubicBezTo>
                    <a:pt x="415" y="201"/>
                    <a:pt x="441" y="206"/>
                    <a:pt x="456" y="208"/>
                  </a:cubicBezTo>
                  <a:cubicBezTo>
                    <a:pt x="471" y="209"/>
                    <a:pt x="467" y="201"/>
                    <a:pt x="461" y="197"/>
                  </a:cubicBezTo>
                  <a:cubicBezTo>
                    <a:pt x="454" y="193"/>
                    <a:pt x="445" y="191"/>
                    <a:pt x="442" y="186"/>
                  </a:cubicBezTo>
                  <a:cubicBezTo>
                    <a:pt x="439" y="182"/>
                    <a:pt x="439" y="178"/>
                    <a:pt x="431" y="173"/>
                  </a:cubicBezTo>
                  <a:cubicBezTo>
                    <a:pt x="423" y="168"/>
                    <a:pt x="425" y="158"/>
                    <a:pt x="420" y="150"/>
                  </a:cubicBezTo>
                  <a:cubicBezTo>
                    <a:pt x="415" y="142"/>
                    <a:pt x="417" y="131"/>
                    <a:pt x="422" y="125"/>
                  </a:cubicBezTo>
                  <a:cubicBezTo>
                    <a:pt x="427" y="119"/>
                    <a:pt x="425" y="103"/>
                    <a:pt x="425" y="93"/>
                  </a:cubicBezTo>
                  <a:cubicBezTo>
                    <a:pt x="425" y="83"/>
                    <a:pt x="424" y="71"/>
                    <a:pt x="419" y="67"/>
                  </a:cubicBezTo>
                  <a:cubicBezTo>
                    <a:pt x="415" y="63"/>
                    <a:pt x="413" y="58"/>
                    <a:pt x="413" y="52"/>
                  </a:cubicBezTo>
                  <a:cubicBezTo>
                    <a:pt x="413" y="45"/>
                    <a:pt x="411" y="38"/>
                    <a:pt x="405" y="34"/>
                  </a:cubicBezTo>
                  <a:cubicBezTo>
                    <a:pt x="399" y="29"/>
                    <a:pt x="404" y="24"/>
                    <a:pt x="395" y="20"/>
                  </a:cubicBezTo>
                  <a:cubicBezTo>
                    <a:pt x="387" y="16"/>
                    <a:pt x="383" y="14"/>
                    <a:pt x="381" y="6"/>
                  </a:cubicBezTo>
                  <a:cubicBezTo>
                    <a:pt x="380" y="0"/>
                    <a:pt x="367" y="0"/>
                    <a:pt x="358" y="0"/>
                  </a:cubicBezTo>
                  <a:cubicBezTo>
                    <a:pt x="358" y="0"/>
                    <a:pt x="358" y="0"/>
                    <a:pt x="358" y="0"/>
                  </a:cubicBezTo>
                  <a:cubicBezTo>
                    <a:pt x="359" y="1"/>
                    <a:pt x="359" y="3"/>
                    <a:pt x="359" y="4"/>
                  </a:cubicBezTo>
                  <a:cubicBezTo>
                    <a:pt x="359" y="5"/>
                    <a:pt x="359" y="5"/>
                    <a:pt x="359" y="5"/>
                  </a:cubicBezTo>
                  <a:cubicBezTo>
                    <a:pt x="360" y="6"/>
                    <a:pt x="360" y="7"/>
                    <a:pt x="360" y="9"/>
                  </a:cubicBezTo>
                  <a:cubicBezTo>
                    <a:pt x="360" y="9"/>
                    <a:pt x="360" y="9"/>
                    <a:pt x="360" y="9"/>
                  </a:cubicBezTo>
                  <a:cubicBezTo>
                    <a:pt x="360" y="11"/>
                    <a:pt x="360" y="12"/>
                    <a:pt x="360" y="13"/>
                  </a:cubicBezTo>
                  <a:cubicBezTo>
                    <a:pt x="360" y="13"/>
                    <a:pt x="360" y="13"/>
                    <a:pt x="360" y="14"/>
                  </a:cubicBezTo>
                  <a:cubicBezTo>
                    <a:pt x="360" y="15"/>
                    <a:pt x="360" y="16"/>
                    <a:pt x="360" y="18"/>
                  </a:cubicBezTo>
                  <a:cubicBezTo>
                    <a:pt x="359" y="26"/>
                    <a:pt x="364" y="32"/>
                    <a:pt x="366" y="43"/>
                  </a:cubicBezTo>
                  <a:cubicBezTo>
                    <a:pt x="368" y="55"/>
                    <a:pt x="375" y="50"/>
                    <a:pt x="386" y="54"/>
                  </a:cubicBezTo>
                  <a:cubicBezTo>
                    <a:pt x="397" y="59"/>
                    <a:pt x="392" y="91"/>
                    <a:pt x="392" y="99"/>
                  </a:cubicBezTo>
                  <a:cubicBezTo>
                    <a:pt x="392" y="107"/>
                    <a:pt x="376" y="116"/>
                    <a:pt x="360" y="119"/>
                  </a:cubicBezTo>
                  <a:cubicBezTo>
                    <a:pt x="345" y="121"/>
                    <a:pt x="338" y="137"/>
                    <a:pt x="332" y="146"/>
                  </a:cubicBezTo>
                  <a:cubicBezTo>
                    <a:pt x="327" y="155"/>
                    <a:pt x="323" y="171"/>
                    <a:pt x="321" y="185"/>
                  </a:cubicBezTo>
                  <a:cubicBezTo>
                    <a:pt x="319" y="198"/>
                    <a:pt x="313" y="200"/>
                    <a:pt x="310" y="213"/>
                  </a:cubicBezTo>
                  <a:cubicBezTo>
                    <a:pt x="306" y="227"/>
                    <a:pt x="306" y="229"/>
                    <a:pt x="293" y="231"/>
                  </a:cubicBezTo>
                  <a:cubicBezTo>
                    <a:pt x="280" y="234"/>
                    <a:pt x="278" y="251"/>
                    <a:pt x="278" y="262"/>
                  </a:cubicBezTo>
                  <a:cubicBezTo>
                    <a:pt x="278" y="272"/>
                    <a:pt x="264" y="287"/>
                    <a:pt x="255" y="294"/>
                  </a:cubicBezTo>
                  <a:cubicBezTo>
                    <a:pt x="247" y="302"/>
                    <a:pt x="245" y="307"/>
                    <a:pt x="244" y="318"/>
                  </a:cubicBezTo>
                  <a:cubicBezTo>
                    <a:pt x="243" y="328"/>
                    <a:pt x="239" y="341"/>
                    <a:pt x="228" y="357"/>
                  </a:cubicBezTo>
                  <a:cubicBezTo>
                    <a:pt x="216" y="373"/>
                    <a:pt x="225" y="384"/>
                    <a:pt x="213" y="390"/>
                  </a:cubicBezTo>
                  <a:cubicBezTo>
                    <a:pt x="202" y="397"/>
                    <a:pt x="199" y="408"/>
                    <a:pt x="195" y="420"/>
                  </a:cubicBezTo>
                  <a:cubicBezTo>
                    <a:pt x="191" y="432"/>
                    <a:pt x="181" y="432"/>
                    <a:pt x="172" y="430"/>
                  </a:cubicBezTo>
                  <a:cubicBezTo>
                    <a:pt x="163" y="429"/>
                    <a:pt x="167" y="418"/>
                    <a:pt x="167" y="413"/>
                  </a:cubicBezTo>
                  <a:cubicBezTo>
                    <a:pt x="168" y="409"/>
                    <a:pt x="167" y="404"/>
                    <a:pt x="161" y="400"/>
                  </a:cubicBezTo>
                  <a:cubicBezTo>
                    <a:pt x="155" y="397"/>
                    <a:pt x="149" y="393"/>
                    <a:pt x="141" y="388"/>
                  </a:cubicBezTo>
                  <a:cubicBezTo>
                    <a:pt x="133" y="384"/>
                    <a:pt x="132" y="397"/>
                    <a:pt x="127" y="401"/>
                  </a:cubicBezTo>
                  <a:cubicBezTo>
                    <a:pt x="123" y="405"/>
                    <a:pt x="118" y="401"/>
                    <a:pt x="106" y="398"/>
                  </a:cubicBezTo>
                  <a:cubicBezTo>
                    <a:pt x="94" y="395"/>
                    <a:pt x="87" y="410"/>
                    <a:pt x="81" y="420"/>
                  </a:cubicBezTo>
                  <a:cubicBezTo>
                    <a:pt x="74" y="429"/>
                    <a:pt x="69" y="434"/>
                    <a:pt x="59" y="437"/>
                  </a:cubicBezTo>
                  <a:cubicBezTo>
                    <a:pt x="50" y="440"/>
                    <a:pt x="40" y="456"/>
                    <a:pt x="32" y="461"/>
                  </a:cubicBezTo>
                  <a:cubicBezTo>
                    <a:pt x="24" y="466"/>
                    <a:pt x="27" y="486"/>
                    <a:pt x="27" y="498"/>
                  </a:cubicBezTo>
                  <a:cubicBezTo>
                    <a:pt x="27" y="510"/>
                    <a:pt x="20" y="521"/>
                    <a:pt x="10" y="527"/>
                  </a:cubicBezTo>
                  <a:cubicBezTo>
                    <a:pt x="3" y="530"/>
                    <a:pt x="1" y="540"/>
                    <a:pt x="0" y="546"/>
                  </a:cubicBezTo>
                  <a:cubicBezTo>
                    <a:pt x="9" y="547"/>
                    <a:pt x="18" y="549"/>
                    <a:pt x="23" y="558"/>
                  </a:cubicBezTo>
                  <a:cubicBezTo>
                    <a:pt x="34" y="578"/>
                    <a:pt x="32" y="585"/>
                    <a:pt x="54" y="585"/>
                  </a:cubicBezTo>
                  <a:cubicBezTo>
                    <a:pt x="75" y="585"/>
                    <a:pt x="84" y="588"/>
                    <a:pt x="85" y="603"/>
                  </a:cubicBezTo>
                  <a:cubicBezTo>
                    <a:pt x="86" y="618"/>
                    <a:pt x="88" y="622"/>
                    <a:pt x="94" y="630"/>
                  </a:cubicBezTo>
                  <a:cubicBezTo>
                    <a:pt x="99" y="638"/>
                    <a:pt x="103" y="643"/>
                    <a:pt x="98" y="652"/>
                  </a:cubicBezTo>
                  <a:cubicBezTo>
                    <a:pt x="93" y="660"/>
                    <a:pt x="81" y="672"/>
                    <a:pt x="87" y="686"/>
                  </a:cubicBezTo>
                  <a:cubicBezTo>
                    <a:pt x="89" y="690"/>
                    <a:pt x="90" y="694"/>
                    <a:pt x="91" y="698"/>
                  </a:cubicBezTo>
                  <a:cubicBezTo>
                    <a:pt x="97" y="701"/>
                    <a:pt x="103" y="703"/>
                    <a:pt x="107" y="704"/>
                  </a:cubicBezTo>
                  <a:cubicBezTo>
                    <a:pt x="116" y="706"/>
                    <a:pt x="145" y="705"/>
                    <a:pt x="164" y="705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47" name="Freeform 146"/>
            <p:cNvSpPr>
              <a:spLocks/>
            </p:cNvSpPr>
            <p:nvPr/>
          </p:nvSpPr>
          <p:spPr bwMode="auto">
            <a:xfrm>
              <a:off x="4429125" y="2024063"/>
              <a:ext cx="749300" cy="511175"/>
            </a:xfrm>
            <a:custGeom>
              <a:avLst/>
              <a:gdLst>
                <a:gd name="T0" fmla="*/ 765 w 825"/>
                <a:gd name="T1" fmla="*/ 282 h 562"/>
                <a:gd name="T2" fmla="*/ 697 w 825"/>
                <a:gd name="T3" fmla="*/ 222 h 562"/>
                <a:gd name="T4" fmla="*/ 641 w 825"/>
                <a:gd name="T5" fmla="*/ 179 h 562"/>
                <a:gd name="T6" fmla="*/ 576 w 825"/>
                <a:gd name="T7" fmla="*/ 130 h 562"/>
                <a:gd name="T8" fmla="*/ 592 w 825"/>
                <a:gd name="T9" fmla="*/ 69 h 562"/>
                <a:gd name="T10" fmla="*/ 549 w 825"/>
                <a:gd name="T11" fmla="*/ 21 h 562"/>
                <a:gd name="T12" fmla="*/ 547 w 825"/>
                <a:gd name="T13" fmla="*/ 17 h 562"/>
                <a:gd name="T14" fmla="*/ 545 w 825"/>
                <a:gd name="T15" fmla="*/ 13 h 562"/>
                <a:gd name="T16" fmla="*/ 544 w 825"/>
                <a:gd name="T17" fmla="*/ 9 h 562"/>
                <a:gd name="T18" fmla="*/ 545 w 825"/>
                <a:gd name="T19" fmla="*/ 0 h 562"/>
                <a:gd name="T20" fmla="*/ 460 w 825"/>
                <a:gd name="T21" fmla="*/ 53 h 562"/>
                <a:gd name="T22" fmla="*/ 360 w 825"/>
                <a:gd name="T23" fmla="*/ 123 h 562"/>
                <a:gd name="T24" fmla="*/ 291 w 825"/>
                <a:gd name="T25" fmla="*/ 140 h 562"/>
                <a:gd name="T26" fmla="*/ 268 w 825"/>
                <a:gd name="T27" fmla="*/ 186 h 562"/>
                <a:gd name="T28" fmla="*/ 171 w 825"/>
                <a:gd name="T29" fmla="*/ 220 h 562"/>
                <a:gd name="T30" fmla="*/ 134 w 825"/>
                <a:gd name="T31" fmla="*/ 207 h 562"/>
                <a:gd name="T32" fmla="*/ 92 w 825"/>
                <a:gd name="T33" fmla="*/ 226 h 562"/>
                <a:gd name="T34" fmla="*/ 57 w 825"/>
                <a:gd name="T35" fmla="*/ 242 h 562"/>
                <a:gd name="T36" fmla="*/ 14 w 825"/>
                <a:gd name="T37" fmla="*/ 305 h 562"/>
                <a:gd name="T38" fmla="*/ 17 w 825"/>
                <a:gd name="T39" fmla="*/ 378 h 562"/>
                <a:gd name="T40" fmla="*/ 62 w 825"/>
                <a:gd name="T41" fmla="*/ 477 h 562"/>
                <a:gd name="T42" fmla="*/ 112 w 825"/>
                <a:gd name="T43" fmla="*/ 544 h 562"/>
                <a:gd name="T44" fmla="*/ 120 w 825"/>
                <a:gd name="T45" fmla="*/ 553 h 562"/>
                <a:gd name="T46" fmla="*/ 122 w 825"/>
                <a:gd name="T47" fmla="*/ 550 h 562"/>
                <a:gd name="T48" fmla="*/ 125 w 825"/>
                <a:gd name="T49" fmla="*/ 547 h 562"/>
                <a:gd name="T50" fmla="*/ 128 w 825"/>
                <a:gd name="T51" fmla="*/ 545 h 562"/>
                <a:gd name="T52" fmla="*/ 165 w 825"/>
                <a:gd name="T53" fmla="*/ 475 h 562"/>
                <a:gd name="T54" fmla="*/ 267 w 825"/>
                <a:gd name="T55" fmla="*/ 483 h 562"/>
                <a:gd name="T56" fmla="*/ 273 w 825"/>
                <a:gd name="T57" fmla="*/ 479 h 562"/>
                <a:gd name="T58" fmla="*/ 276 w 825"/>
                <a:gd name="T59" fmla="*/ 467 h 562"/>
                <a:gd name="T60" fmla="*/ 275 w 825"/>
                <a:gd name="T61" fmla="*/ 458 h 562"/>
                <a:gd name="T62" fmla="*/ 308 w 825"/>
                <a:gd name="T63" fmla="*/ 390 h 562"/>
                <a:gd name="T64" fmla="*/ 412 w 825"/>
                <a:gd name="T65" fmla="*/ 427 h 562"/>
                <a:gd name="T66" fmla="*/ 527 w 825"/>
                <a:gd name="T67" fmla="*/ 429 h 562"/>
                <a:gd name="T68" fmla="*/ 619 w 825"/>
                <a:gd name="T69" fmla="*/ 390 h 562"/>
                <a:gd name="T70" fmla="*/ 687 w 825"/>
                <a:gd name="T71" fmla="*/ 387 h 562"/>
                <a:gd name="T72" fmla="*/ 741 w 825"/>
                <a:gd name="T73" fmla="*/ 373 h 562"/>
                <a:gd name="T74" fmla="*/ 808 w 825"/>
                <a:gd name="T75" fmla="*/ 374 h 562"/>
                <a:gd name="T76" fmla="*/ 811 w 825"/>
                <a:gd name="T77" fmla="*/ 372 h 562"/>
                <a:gd name="T78" fmla="*/ 814 w 825"/>
                <a:gd name="T79" fmla="*/ 370 h 562"/>
                <a:gd name="T80" fmla="*/ 817 w 825"/>
                <a:gd name="T81" fmla="*/ 369 h 562"/>
                <a:gd name="T82" fmla="*/ 820 w 825"/>
                <a:gd name="T83" fmla="*/ 369 h 562"/>
                <a:gd name="T84" fmla="*/ 810 w 825"/>
                <a:gd name="T85" fmla="*/ 337 h 5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825" h="562">
                  <a:moveTo>
                    <a:pt x="810" y="337"/>
                  </a:moveTo>
                  <a:cubicBezTo>
                    <a:pt x="807" y="330"/>
                    <a:pt x="783" y="321"/>
                    <a:pt x="771" y="313"/>
                  </a:cubicBezTo>
                  <a:cubicBezTo>
                    <a:pt x="759" y="305"/>
                    <a:pt x="765" y="294"/>
                    <a:pt x="765" y="282"/>
                  </a:cubicBezTo>
                  <a:cubicBezTo>
                    <a:pt x="765" y="270"/>
                    <a:pt x="751" y="261"/>
                    <a:pt x="740" y="259"/>
                  </a:cubicBezTo>
                  <a:cubicBezTo>
                    <a:pt x="729" y="257"/>
                    <a:pt x="723" y="251"/>
                    <a:pt x="713" y="245"/>
                  </a:cubicBezTo>
                  <a:cubicBezTo>
                    <a:pt x="703" y="239"/>
                    <a:pt x="697" y="231"/>
                    <a:pt x="697" y="222"/>
                  </a:cubicBezTo>
                  <a:cubicBezTo>
                    <a:pt x="697" y="213"/>
                    <a:pt x="698" y="201"/>
                    <a:pt x="687" y="200"/>
                  </a:cubicBezTo>
                  <a:cubicBezTo>
                    <a:pt x="676" y="199"/>
                    <a:pt x="671" y="194"/>
                    <a:pt x="668" y="183"/>
                  </a:cubicBezTo>
                  <a:cubicBezTo>
                    <a:pt x="665" y="172"/>
                    <a:pt x="660" y="179"/>
                    <a:pt x="641" y="179"/>
                  </a:cubicBezTo>
                  <a:cubicBezTo>
                    <a:pt x="622" y="179"/>
                    <a:pt x="625" y="165"/>
                    <a:pt x="625" y="154"/>
                  </a:cubicBezTo>
                  <a:cubicBezTo>
                    <a:pt x="625" y="143"/>
                    <a:pt x="611" y="148"/>
                    <a:pt x="591" y="148"/>
                  </a:cubicBezTo>
                  <a:cubicBezTo>
                    <a:pt x="571" y="148"/>
                    <a:pt x="577" y="138"/>
                    <a:pt x="576" y="130"/>
                  </a:cubicBezTo>
                  <a:cubicBezTo>
                    <a:pt x="575" y="122"/>
                    <a:pt x="579" y="116"/>
                    <a:pt x="589" y="111"/>
                  </a:cubicBezTo>
                  <a:cubicBezTo>
                    <a:pt x="599" y="106"/>
                    <a:pt x="596" y="98"/>
                    <a:pt x="596" y="90"/>
                  </a:cubicBezTo>
                  <a:cubicBezTo>
                    <a:pt x="596" y="82"/>
                    <a:pt x="598" y="70"/>
                    <a:pt x="592" y="69"/>
                  </a:cubicBezTo>
                  <a:cubicBezTo>
                    <a:pt x="586" y="68"/>
                    <a:pt x="579" y="62"/>
                    <a:pt x="579" y="53"/>
                  </a:cubicBezTo>
                  <a:cubicBezTo>
                    <a:pt x="579" y="44"/>
                    <a:pt x="566" y="34"/>
                    <a:pt x="552" y="23"/>
                  </a:cubicBezTo>
                  <a:cubicBezTo>
                    <a:pt x="551" y="22"/>
                    <a:pt x="550" y="21"/>
                    <a:pt x="549" y="21"/>
                  </a:cubicBezTo>
                  <a:cubicBezTo>
                    <a:pt x="549" y="20"/>
                    <a:pt x="549" y="20"/>
                    <a:pt x="549" y="20"/>
                  </a:cubicBezTo>
                  <a:cubicBezTo>
                    <a:pt x="548" y="19"/>
                    <a:pt x="548" y="19"/>
                    <a:pt x="547" y="18"/>
                  </a:cubicBezTo>
                  <a:cubicBezTo>
                    <a:pt x="547" y="17"/>
                    <a:pt x="547" y="17"/>
                    <a:pt x="547" y="17"/>
                  </a:cubicBezTo>
                  <a:cubicBezTo>
                    <a:pt x="547" y="17"/>
                    <a:pt x="546" y="16"/>
                    <a:pt x="546" y="15"/>
                  </a:cubicBezTo>
                  <a:cubicBezTo>
                    <a:pt x="546" y="15"/>
                    <a:pt x="546" y="15"/>
                    <a:pt x="546" y="14"/>
                  </a:cubicBezTo>
                  <a:cubicBezTo>
                    <a:pt x="545" y="14"/>
                    <a:pt x="545" y="13"/>
                    <a:pt x="545" y="13"/>
                  </a:cubicBezTo>
                  <a:cubicBezTo>
                    <a:pt x="545" y="12"/>
                    <a:pt x="545" y="12"/>
                    <a:pt x="545" y="12"/>
                  </a:cubicBezTo>
                  <a:cubicBezTo>
                    <a:pt x="545" y="11"/>
                    <a:pt x="544" y="10"/>
                    <a:pt x="544" y="10"/>
                  </a:cubicBezTo>
                  <a:cubicBezTo>
                    <a:pt x="544" y="9"/>
                    <a:pt x="544" y="9"/>
                    <a:pt x="544" y="9"/>
                  </a:cubicBezTo>
                  <a:cubicBezTo>
                    <a:pt x="544" y="8"/>
                    <a:pt x="544" y="7"/>
                    <a:pt x="544" y="6"/>
                  </a:cubicBezTo>
                  <a:cubicBezTo>
                    <a:pt x="544" y="6"/>
                    <a:pt x="544" y="6"/>
                    <a:pt x="544" y="6"/>
                  </a:cubicBezTo>
                  <a:cubicBezTo>
                    <a:pt x="544" y="4"/>
                    <a:pt x="544" y="2"/>
                    <a:pt x="545" y="0"/>
                  </a:cubicBezTo>
                  <a:cubicBezTo>
                    <a:pt x="535" y="0"/>
                    <a:pt x="521" y="1"/>
                    <a:pt x="514" y="1"/>
                  </a:cubicBezTo>
                  <a:cubicBezTo>
                    <a:pt x="503" y="1"/>
                    <a:pt x="500" y="9"/>
                    <a:pt x="486" y="15"/>
                  </a:cubicBezTo>
                  <a:cubicBezTo>
                    <a:pt x="472" y="21"/>
                    <a:pt x="472" y="46"/>
                    <a:pt x="460" y="53"/>
                  </a:cubicBezTo>
                  <a:cubicBezTo>
                    <a:pt x="449" y="60"/>
                    <a:pt x="439" y="68"/>
                    <a:pt x="428" y="81"/>
                  </a:cubicBezTo>
                  <a:cubicBezTo>
                    <a:pt x="416" y="94"/>
                    <a:pt x="408" y="102"/>
                    <a:pt x="393" y="112"/>
                  </a:cubicBezTo>
                  <a:cubicBezTo>
                    <a:pt x="379" y="123"/>
                    <a:pt x="367" y="119"/>
                    <a:pt x="360" y="123"/>
                  </a:cubicBezTo>
                  <a:cubicBezTo>
                    <a:pt x="353" y="128"/>
                    <a:pt x="329" y="125"/>
                    <a:pt x="315" y="124"/>
                  </a:cubicBezTo>
                  <a:cubicBezTo>
                    <a:pt x="301" y="123"/>
                    <a:pt x="305" y="128"/>
                    <a:pt x="296" y="130"/>
                  </a:cubicBezTo>
                  <a:cubicBezTo>
                    <a:pt x="288" y="132"/>
                    <a:pt x="283" y="136"/>
                    <a:pt x="291" y="140"/>
                  </a:cubicBezTo>
                  <a:cubicBezTo>
                    <a:pt x="300" y="143"/>
                    <a:pt x="302" y="145"/>
                    <a:pt x="303" y="150"/>
                  </a:cubicBezTo>
                  <a:cubicBezTo>
                    <a:pt x="305" y="155"/>
                    <a:pt x="302" y="155"/>
                    <a:pt x="294" y="161"/>
                  </a:cubicBezTo>
                  <a:cubicBezTo>
                    <a:pt x="286" y="167"/>
                    <a:pt x="278" y="176"/>
                    <a:pt x="268" y="186"/>
                  </a:cubicBezTo>
                  <a:cubicBezTo>
                    <a:pt x="259" y="196"/>
                    <a:pt x="232" y="192"/>
                    <a:pt x="216" y="192"/>
                  </a:cubicBezTo>
                  <a:cubicBezTo>
                    <a:pt x="201" y="192"/>
                    <a:pt x="202" y="199"/>
                    <a:pt x="191" y="199"/>
                  </a:cubicBezTo>
                  <a:cubicBezTo>
                    <a:pt x="180" y="200"/>
                    <a:pt x="178" y="206"/>
                    <a:pt x="171" y="220"/>
                  </a:cubicBezTo>
                  <a:cubicBezTo>
                    <a:pt x="164" y="234"/>
                    <a:pt x="160" y="220"/>
                    <a:pt x="153" y="219"/>
                  </a:cubicBezTo>
                  <a:cubicBezTo>
                    <a:pt x="147" y="218"/>
                    <a:pt x="150" y="212"/>
                    <a:pt x="150" y="204"/>
                  </a:cubicBezTo>
                  <a:cubicBezTo>
                    <a:pt x="150" y="195"/>
                    <a:pt x="139" y="201"/>
                    <a:pt x="134" y="207"/>
                  </a:cubicBezTo>
                  <a:cubicBezTo>
                    <a:pt x="130" y="213"/>
                    <a:pt x="127" y="215"/>
                    <a:pt x="120" y="216"/>
                  </a:cubicBezTo>
                  <a:cubicBezTo>
                    <a:pt x="113" y="217"/>
                    <a:pt x="108" y="217"/>
                    <a:pt x="107" y="221"/>
                  </a:cubicBezTo>
                  <a:cubicBezTo>
                    <a:pt x="105" y="226"/>
                    <a:pt x="102" y="226"/>
                    <a:pt x="92" y="226"/>
                  </a:cubicBezTo>
                  <a:cubicBezTo>
                    <a:pt x="87" y="226"/>
                    <a:pt x="81" y="225"/>
                    <a:pt x="77" y="223"/>
                  </a:cubicBezTo>
                  <a:cubicBezTo>
                    <a:pt x="77" y="224"/>
                    <a:pt x="77" y="224"/>
                    <a:pt x="77" y="224"/>
                  </a:cubicBezTo>
                  <a:cubicBezTo>
                    <a:pt x="72" y="229"/>
                    <a:pt x="59" y="229"/>
                    <a:pt x="57" y="242"/>
                  </a:cubicBezTo>
                  <a:cubicBezTo>
                    <a:pt x="55" y="255"/>
                    <a:pt x="49" y="263"/>
                    <a:pt x="44" y="273"/>
                  </a:cubicBezTo>
                  <a:cubicBezTo>
                    <a:pt x="39" y="283"/>
                    <a:pt x="31" y="288"/>
                    <a:pt x="29" y="295"/>
                  </a:cubicBezTo>
                  <a:cubicBezTo>
                    <a:pt x="27" y="301"/>
                    <a:pt x="22" y="303"/>
                    <a:pt x="14" y="305"/>
                  </a:cubicBezTo>
                  <a:cubicBezTo>
                    <a:pt x="6" y="308"/>
                    <a:pt x="0" y="317"/>
                    <a:pt x="9" y="322"/>
                  </a:cubicBezTo>
                  <a:cubicBezTo>
                    <a:pt x="19" y="327"/>
                    <a:pt x="17" y="335"/>
                    <a:pt x="17" y="344"/>
                  </a:cubicBezTo>
                  <a:cubicBezTo>
                    <a:pt x="17" y="353"/>
                    <a:pt x="15" y="369"/>
                    <a:pt x="17" y="378"/>
                  </a:cubicBezTo>
                  <a:cubicBezTo>
                    <a:pt x="19" y="387"/>
                    <a:pt x="13" y="399"/>
                    <a:pt x="23" y="405"/>
                  </a:cubicBezTo>
                  <a:cubicBezTo>
                    <a:pt x="33" y="411"/>
                    <a:pt x="48" y="435"/>
                    <a:pt x="47" y="447"/>
                  </a:cubicBezTo>
                  <a:cubicBezTo>
                    <a:pt x="47" y="459"/>
                    <a:pt x="57" y="473"/>
                    <a:pt x="62" y="477"/>
                  </a:cubicBezTo>
                  <a:cubicBezTo>
                    <a:pt x="67" y="481"/>
                    <a:pt x="81" y="503"/>
                    <a:pt x="90" y="505"/>
                  </a:cubicBezTo>
                  <a:cubicBezTo>
                    <a:pt x="99" y="508"/>
                    <a:pt x="111" y="517"/>
                    <a:pt x="111" y="522"/>
                  </a:cubicBezTo>
                  <a:cubicBezTo>
                    <a:pt x="111" y="527"/>
                    <a:pt x="109" y="541"/>
                    <a:pt x="112" y="544"/>
                  </a:cubicBezTo>
                  <a:cubicBezTo>
                    <a:pt x="114" y="546"/>
                    <a:pt x="112" y="554"/>
                    <a:pt x="117" y="562"/>
                  </a:cubicBezTo>
                  <a:cubicBezTo>
                    <a:pt x="117" y="562"/>
                    <a:pt x="117" y="562"/>
                    <a:pt x="117" y="562"/>
                  </a:cubicBezTo>
                  <a:cubicBezTo>
                    <a:pt x="118" y="559"/>
                    <a:pt x="119" y="556"/>
                    <a:pt x="120" y="553"/>
                  </a:cubicBezTo>
                  <a:cubicBezTo>
                    <a:pt x="120" y="553"/>
                    <a:pt x="120" y="553"/>
                    <a:pt x="120" y="553"/>
                  </a:cubicBezTo>
                  <a:cubicBezTo>
                    <a:pt x="121" y="552"/>
                    <a:pt x="121" y="551"/>
                    <a:pt x="122" y="551"/>
                  </a:cubicBezTo>
                  <a:cubicBezTo>
                    <a:pt x="122" y="550"/>
                    <a:pt x="122" y="550"/>
                    <a:pt x="122" y="550"/>
                  </a:cubicBezTo>
                  <a:cubicBezTo>
                    <a:pt x="123" y="549"/>
                    <a:pt x="123" y="549"/>
                    <a:pt x="123" y="549"/>
                  </a:cubicBezTo>
                  <a:cubicBezTo>
                    <a:pt x="123" y="548"/>
                    <a:pt x="124" y="548"/>
                    <a:pt x="124" y="548"/>
                  </a:cubicBezTo>
                  <a:cubicBezTo>
                    <a:pt x="125" y="547"/>
                    <a:pt x="125" y="547"/>
                    <a:pt x="125" y="547"/>
                  </a:cubicBezTo>
                  <a:cubicBezTo>
                    <a:pt x="126" y="546"/>
                    <a:pt x="126" y="546"/>
                    <a:pt x="126" y="546"/>
                  </a:cubicBezTo>
                  <a:cubicBezTo>
                    <a:pt x="127" y="545"/>
                    <a:pt x="127" y="545"/>
                    <a:pt x="127" y="545"/>
                  </a:cubicBezTo>
                  <a:cubicBezTo>
                    <a:pt x="128" y="545"/>
                    <a:pt x="128" y="545"/>
                    <a:pt x="128" y="545"/>
                  </a:cubicBezTo>
                  <a:cubicBezTo>
                    <a:pt x="129" y="544"/>
                    <a:pt x="130" y="544"/>
                    <a:pt x="131" y="543"/>
                  </a:cubicBezTo>
                  <a:cubicBezTo>
                    <a:pt x="144" y="538"/>
                    <a:pt x="137" y="531"/>
                    <a:pt x="141" y="517"/>
                  </a:cubicBezTo>
                  <a:cubicBezTo>
                    <a:pt x="145" y="502"/>
                    <a:pt x="135" y="474"/>
                    <a:pt x="165" y="475"/>
                  </a:cubicBezTo>
                  <a:cubicBezTo>
                    <a:pt x="196" y="477"/>
                    <a:pt x="196" y="465"/>
                    <a:pt x="212" y="471"/>
                  </a:cubicBezTo>
                  <a:cubicBezTo>
                    <a:pt x="228" y="478"/>
                    <a:pt x="256" y="483"/>
                    <a:pt x="265" y="483"/>
                  </a:cubicBezTo>
                  <a:cubicBezTo>
                    <a:pt x="266" y="483"/>
                    <a:pt x="266" y="483"/>
                    <a:pt x="267" y="483"/>
                  </a:cubicBezTo>
                  <a:cubicBezTo>
                    <a:pt x="269" y="483"/>
                    <a:pt x="270" y="482"/>
                    <a:pt x="271" y="481"/>
                  </a:cubicBezTo>
                  <a:cubicBezTo>
                    <a:pt x="272" y="481"/>
                    <a:pt x="272" y="480"/>
                    <a:pt x="272" y="479"/>
                  </a:cubicBezTo>
                  <a:cubicBezTo>
                    <a:pt x="273" y="479"/>
                    <a:pt x="273" y="479"/>
                    <a:pt x="273" y="479"/>
                  </a:cubicBezTo>
                  <a:cubicBezTo>
                    <a:pt x="274" y="477"/>
                    <a:pt x="274" y="476"/>
                    <a:pt x="275" y="474"/>
                  </a:cubicBezTo>
                  <a:cubicBezTo>
                    <a:pt x="275" y="474"/>
                    <a:pt x="275" y="474"/>
                    <a:pt x="275" y="473"/>
                  </a:cubicBezTo>
                  <a:cubicBezTo>
                    <a:pt x="275" y="471"/>
                    <a:pt x="276" y="469"/>
                    <a:pt x="276" y="467"/>
                  </a:cubicBezTo>
                  <a:cubicBezTo>
                    <a:pt x="276" y="467"/>
                    <a:pt x="276" y="467"/>
                    <a:pt x="276" y="466"/>
                  </a:cubicBezTo>
                  <a:cubicBezTo>
                    <a:pt x="276" y="464"/>
                    <a:pt x="276" y="461"/>
                    <a:pt x="275" y="459"/>
                  </a:cubicBezTo>
                  <a:cubicBezTo>
                    <a:pt x="275" y="458"/>
                    <a:pt x="275" y="458"/>
                    <a:pt x="275" y="458"/>
                  </a:cubicBezTo>
                  <a:cubicBezTo>
                    <a:pt x="275" y="457"/>
                    <a:pt x="275" y="455"/>
                    <a:pt x="275" y="454"/>
                  </a:cubicBezTo>
                  <a:cubicBezTo>
                    <a:pt x="272" y="438"/>
                    <a:pt x="255" y="430"/>
                    <a:pt x="281" y="417"/>
                  </a:cubicBezTo>
                  <a:cubicBezTo>
                    <a:pt x="308" y="403"/>
                    <a:pt x="299" y="405"/>
                    <a:pt x="308" y="390"/>
                  </a:cubicBezTo>
                  <a:cubicBezTo>
                    <a:pt x="317" y="375"/>
                    <a:pt x="345" y="369"/>
                    <a:pt x="360" y="382"/>
                  </a:cubicBezTo>
                  <a:cubicBezTo>
                    <a:pt x="375" y="395"/>
                    <a:pt x="383" y="401"/>
                    <a:pt x="387" y="413"/>
                  </a:cubicBezTo>
                  <a:cubicBezTo>
                    <a:pt x="391" y="425"/>
                    <a:pt x="397" y="427"/>
                    <a:pt x="412" y="427"/>
                  </a:cubicBezTo>
                  <a:cubicBezTo>
                    <a:pt x="427" y="427"/>
                    <a:pt x="427" y="433"/>
                    <a:pt x="448" y="435"/>
                  </a:cubicBezTo>
                  <a:cubicBezTo>
                    <a:pt x="469" y="438"/>
                    <a:pt x="468" y="430"/>
                    <a:pt x="488" y="439"/>
                  </a:cubicBezTo>
                  <a:cubicBezTo>
                    <a:pt x="508" y="449"/>
                    <a:pt x="525" y="446"/>
                    <a:pt x="527" y="429"/>
                  </a:cubicBezTo>
                  <a:cubicBezTo>
                    <a:pt x="528" y="411"/>
                    <a:pt x="544" y="393"/>
                    <a:pt x="559" y="401"/>
                  </a:cubicBezTo>
                  <a:cubicBezTo>
                    <a:pt x="573" y="409"/>
                    <a:pt x="576" y="417"/>
                    <a:pt x="592" y="406"/>
                  </a:cubicBezTo>
                  <a:cubicBezTo>
                    <a:pt x="608" y="395"/>
                    <a:pt x="603" y="391"/>
                    <a:pt x="619" y="390"/>
                  </a:cubicBezTo>
                  <a:cubicBezTo>
                    <a:pt x="635" y="389"/>
                    <a:pt x="629" y="377"/>
                    <a:pt x="641" y="378"/>
                  </a:cubicBezTo>
                  <a:cubicBezTo>
                    <a:pt x="653" y="379"/>
                    <a:pt x="659" y="387"/>
                    <a:pt x="663" y="393"/>
                  </a:cubicBezTo>
                  <a:cubicBezTo>
                    <a:pt x="667" y="398"/>
                    <a:pt x="680" y="395"/>
                    <a:pt x="687" y="387"/>
                  </a:cubicBezTo>
                  <a:cubicBezTo>
                    <a:pt x="693" y="379"/>
                    <a:pt x="703" y="383"/>
                    <a:pt x="703" y="373"/>
                  </a:cubicBezTo>
                  <a:cubicBezTo>
                    <a:pt x="703" y="362"/>
                    <a:pt x="720" y="361"/>
                    <a:pt x="724" y="365"/>
                  </a:cubicBezTo>
                  <a:cubicBezTo>
                    <a:pt x="728" y="369"/>
                    <a:pt x="723" y="369"/>
                    <a:pt x="741" y="373"/>
                  </a:cubicBezTo>
                  <a:cubicBezTo>
                    <a:pt x="760" y="377"/>
                    <a:pt x="756" y="386"/>
                    <a:pt x="772" y="385"/>
                  </a:cubicBezTo>
                  <a:cubicBezTo>
                    <a:pt x="788" y="383"/>
                    <a:pt x="799" y="389"/>
                    <a:pt x="807" y="377"/>
                  </a:cubicBezTo>
                  <a:cubicBezTo>
                    <a:pt x="807" y="376"/>
                    <a:pt x="808" y="375"/>
                    <a:pt x="808" y="374"/>
                  </a:cubicBezTo>
                  <a:cubicBezTo>
                    <a:pt x="809" y="374"/>
                    <a:pt x="809" y="374"/>
                    <a:pt x="809" y="374"/>
                  </a:cubicBezTo>
                  <a:cubicBezTo>
                    <a:pt x="809" y="373"/>
                    <a:pt x="810" y="373"/>
                    <a:pt x="810" y="373"/>
                  </a:cubicBezTo>
                  <a:cubicBezTo>
                    <a:pt x="810" y="372"/>
                    <a:pt x="811" y="372"/>
                    <a:pt x="811" y="372"/>
                  </a:cubicBezTo>
                  <a:cubicBezTo>
                    <a:pt x="812" y="371"/>
                    <a:pt x="812" y="371"/>
                    <a:pt x="812" y="371"/>
                  </a:cubicBezTo>
                  <a:cubicBezTo>
                    <a:pt x="812" y="371"/>
                    <a:pt x="812" y="371"/>
                    <a:pt x="813" y="371"/>
                  </a:cubicBezTo>
                  <a:cubicBezTo>
                    <a:pt x="814" y="370"/>
                    <a:pt x="814" y="370"/>
                    <a:pt x="814" y="370"/>
                  </a:cubicBezTo>
                  <a:cubicBezTo>
                    <a:pt x="814" y="370"/>
                    <a:pt x="814" y="370"/>
                    <a:pt x="815" y="370"/>
                  </a:cubicBezTo>
                  <a:cubicBezTo>
                    <a:pt x="816" y="369"/>
                    <a:pt x="816" y="369"/>
                    <a:pt x="816" y="369"/>
                  </a:cubicBezTo>
                  <a:cubicBezTo>
                    <a:pt x="816" y="369"/>
                    <a:pt x="816" y="369"/>
                    <a:pt x="817" y="369"/>
                  </a:cubicBezTo>
                  <a:cubicBezTo>
                    <a:pt x="818" y="369"/>
                    <a:pt x="818" y="369"/>
                    <a:pt x="818" y="369"/>
                  </a:cubicBezTo>
                  <a:cubicBezTo>
                    <a:pt x="818" y="369"/>
                    <a:pt x="818" y="369"/>
                    <a:pt x="819" y="369"/>
                  </a:cubicBezTo>
                  <a:cubicBezTo>
                    <a:pt x="820" y="369"/>
                    <a:pt x="820" y="369"/>
                    <a:pt x="820" y="369"/>
                  </a:cubicBezTo>
                  <a:cubicBezTo>
                    <a:pt x="820" y="369"/>
                    <a:pt x="820" y="369"/>
                    <a:pt x="821" y="369"/>
                  </a:cubicBezTo>
                  <a:cubicBezTo>
                    <a:pt x="822" y="369"/>
                    <a:pt x="822" y="369"/>
                    <a:pt x="822" y="369"/>
                  </a:cubicBezTo>
                  <a:cubicBezTo>
                    <a:pt x="825" y="347"/>
                    <a:pt x="813" y="343"/>
                    <a:pt x="810" y="337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48" name="Freeform 147"/>
            <p:cNvSpPr>
              <a:spLocks/>
            </p:cNvSpPr>
            <p:nvPr/>
          </p:nvSpPr>
          <p:spPr bwMode="auto">
            <a:xfrm>
              <a:off x="4371975" y="1268413"/>
              <a:ext cx="612775" cy="968375"/>
            </a:xfrm>
            <a:custGeom>
              <a:avLst/>
              <a:gdLst>
                <a:gd name="T0" fmla="*/ 183 w 676"/>
                <a:gd name="T1" fmla="*/ 1047 h 1065"/>
                <a:gd name="T2" fmla="*/ 216 w 676"/>
                <a:gd name="T3" fmla="*/ 1050 h 1065"/>
                <a:gd name="T4" fmla="*/ 279 w 676"/>
                <a:gd name="T5" fmla="*/ 1023 h 1065"/>
                <a:gd name="T6" fmla="*/ 366 w 676"/>
                <a:gd name="T7" fmla="*/ 981 h 1065"/>
                <a:gd name="T8" fmla="*/ 378 w 676"/>
                <a:gd name="T9" fmla="*/ 955 h 1065"/>
                <a:gd name="T10" fmla="*/ 491 w 676"/>
                <a:gd name="T11" fmla="*/ 912 h 1065"/>
                <a:gd name="T12" fmla="*/ 577 w 676"/>
                <a:gd name="T13" fmla="*/ 832 h 1065"/>
                <a:gd name="T14" fmla="*/ 610 w 676"/>
                <a:gd name="T15" fmla="*/ 823 h 1065"/>
                <a:gd name="T16" fmla="*/ 612 w 676"/>
                <a:gd name="T17" fmla="*/ 817 h 1065"/>
                <a:gd name="T18" fmla="*/ 577 w 676"/>
                <a:gd name="T19" fmla="*/ 732 h 1065"/>
                <a:gd name="T20" fmla="*/ 556 w 676"/>
                <a:gd name="T21" fmla="*/ 688 h 1065"/>
                <a:gd name="T22" fmla="*/ 579 w 676"/>
                <a:gd name="T23" fmla="*/ 632 h 1065"/>
                <a:gd name="T24" fmla="*/ 594 w 676"/>
                <a:gd name="T25" fmla="*/ 581 h 1065"/>
                <a:gd name="T26" fmla="*/ 622 w 676"/>
                <a:gd name="T27" fmla="*/ 530 h 1065"/>
                <a:gd name="T28" fmla="*/ 676 w 676"/>
                <a:gd name="T29" fmla="*/ 269 h 1065"/>
                <a:gd name="T30" fmla="*/ 123 w 676"/>
                <a:gd name="T31" fmla="*/ 27 h 1065"/>
                <a:gd name="T32" fmla="*/ 119 w 676"/>
                <a:gd name="T33" fmla="*/ 29 h 1065"/>
                <a:gd name="T34" fmla="*/ 115 w 676"/>
                <a:gd name="T35" fmla="*/ 31 h 1065"/>
                <a:gd name="T36" fmla="*/ 112 w 676"/>
                <a:gd name="T37" fmla="*/ 33 h 1065"/>
                <a:gd name="T38" fmla="*/ 110 w 676"/>
                <a:gd name="T39" fmla="*/ 36 h 1065"/>
                <a:gd name="T40" fmla="*/ 110 w 676"/>
                <a:gd name="T41" fmla="*/ 59 h 1065"/>
                <a:gd name="T42" fmla="*/ 131 w 676"/>
                <a:gd name="T43" fmla="*/ 151 h 1065"/>
                <a:gd name="T44" fmla="*/ 166 w 676"/>
                <a:gd name="T45" fmla="*/ 222 h 1065"/>
                <a:gd name="T46" fmla="*/ 144 w 676"/>
                <a:gd name="T47" fmla="*/ 362 h 1065"/>
                <a:gd name="T48" fmla="*/ 38 w 676"/>
                <a:gd name="T49" fmla="*/ 559 h 1065"/>
                <a:gd name="T50" fmla="*/ 14 w 676"/>
                <a:gd name="T51" fmla="*/ 635 h 1065"/>
                <a:gd name="T52" fmla="*/ 13 w 676"/>
                <a:gd name="T53" fmla="*/ 642 h 1065"/>
                <a:gd name="T54" fmla="*/ 11 w 676"/>
                <a:gd name="T55" fmla="*/ 646 h 1065"/>
                <a:gd name="T56" fmla="*/ 42 w 676"/>
                <a:gd name="T57" fmla="*/ 684 h 1065"/>
                <a:gd name="T58" fmla="*/ 44 w 676"/>
                <a:gd name="T59" fmla="*/ 688 h 1065"/>
                <a:gd name="T60" fmla="*/ 45 w 676"/>
                <a:gd name="T61" fmla="*/ 692 h 1065"/>
                <a:gd name="T62" fmla="*/ 92 w 676"/>
                <a:gd name="T63" fmla="*/ 726 h 1065"/>
                <a:gd name="T64" fmla="*/ 112 w 676"/>
                <a:gd name="T65" fmla="*/ 785 h 1065"/>
                <a:gd name="T66" fmla="*/ 118 w 676"/>
                <a:gd name="T67" fmla="*/ 865 h 1065"/>
                <a:gd name="T68" fmla="*/ 143 w 676"/>
                <a:gd name="T69" fmla="*/ 900 h 1065"/>
                <a:gd name="T70" fmla="*/ 46 w 676"/>
                <a:gd name="T71" fmla="*/ 926 h 1065"/>
                <a:gd name="T72" fmla="*/ 126 w 676"/>
                <a:gd name="T73" fmla="*/ 1006 h 1065"/>
                <a:gd name="T74" fmla="*/ 136 w 676"/>
                <a:gd name="T75" fmla="*/ 1029 h 1065"/>
                <a:gd name="T76" fmla="*/ 137 w 676"/>
                <a:gd name="T77" fmla="*/ 1031 h 1065"/>
                <a:gd name="T78" fmla="*/ 138 w 676"/>
                <a:gd name="T79" fmla="*/ 1034 h 1065"/>
                <a:gd name="T80" fmla="*/ 139 w 676"/>
                <a:gd name="T81" fmla="*/ 1036 h 1065"/>
                <a:gd name="T82" fmla="*/ 140 w 676"/>
                <a:gd name="T83" fmla="*/ 1040 h 1065"/>
                <a:gd name="T84" fmla="*/ 141 w 676"/>
                <a:gd name="T85" fmla="*/ 1042 h 1065"/>
                <a:gd name="T86" fmla="*/ 141 w 676"/>
                <a:gd name="T87" fmla="*/ 1046 h 1065"/>
                <a:gd name="T88" fmla="*/ 141 w 676"/>
                <a:gd name="T89" fmla="*/ 1048 h 1065"/>
                <a:gd name="T90" fmla="*/ 141 w 676"/>
                <a:gd name="T91" fmla="*/ 1051 h 1065"/>
                <a:gd name="T92" fmla="*/ 141 w 676"/>
                <a:gd name="T93" fmla="*/ 1053 h 1065"/>
                <a:gd name="T94" fmla="*/ 155 w 676"/>
                <a:gd name="T95" fmla="*/ 1057 h 10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676" h="1065">
                  <a:moveTo>
                    <a:pt x="155" y="1057"/>
                  </a:moveTo>
                  <a:cubicBezTo>
                    <a:pt x="165" y="1057"/>
                    <a:pt x="168" y="1057"/>
                    <a:pt x="170" y="1052"/>
                  </a:cubicBezTo>
                  <a:cubicBezTo>
                    <a:pt x="171" y="1048"/>
                    <a:pt x="176" y="1048"/>
                    <a:pt x="183" y="1047"/>
                  </a:cubicBezTo>
                  <a:cubicBezTo>
                    <a:pt x="190" y="1046"/>
                    <a:pt x="193" y="1044"/>
                    <a:pt x="197" y="1038"/>
                  </a:cubicBezTo>
                  <a:cubicBezTo>
                    <a:pt x="202" y="1032"/>
                    <a:pt x="213" y="1026"/>
                    <a:pt x="213" y="1035"/>
                  </a:cubicBezTo>
                  <a:cubicBezTo>
                    <a:pt x="213" y="1043"/>
                    <a:pt x="210" y="1049"/>
                    <a:pt x="216" y="1050"/>
                  </a:cubicBezTo>
                  <a:cubicBezTo>
                    <a:pt x="223" y="1051"/>
                    <a:pt x="227" y="1065"/>
                    <a:pt x="234" y="1051"/>
                  </a:cubicBezTo>
                  <a:cubicBezTo>
                    <a:pt x="241" y="1037"/>
                    <a:pt x="243" y="1031"/>
                    <a:pt x="254" y="1030"/>
                  </a:cubicBezTo>
                  <a:cubicBezTo>
                    <a:pt x="265" y="1030"/>
                    <a:pt x="264" y="1023"/>
                    <a:pt x="279" y="1023"/>
                  </a:cubicBezTo>
                  <a:cubicBezTo>
                    <a:pt x="295" y="1023"/>
                    <a:pt x="322" y="1027"/>
                    <a:pt x="331" y="1017"/>
                  </a:cubicBezTo>
                  <a:cubicBezTo>
                    <a:pt x="341" y="1007"/>
                    <a:pt x="349" y="998"/>
                    <a:pt x="357" y="992"/>
                  </a:cubicBezTo>
                  <a:cubicBezTo>
                    <a:pt x="365" y="986"/>
                    <a:pt x="368" y="986"/>
                    <a:pt x="366" y="981"/>
                  </a:cubicBezTo>
                  <a:cubicBezTo>
                    <a:pt x="365" y="976"/>
                    <a:pt x="363" y="974"/>
                    <a:pt x="354" y="971"/>
                  </a:cubicBezTo>
                  <a:cubicBezTo>
                    <a:pt x="346" y="967"/>
                    <a:pt x="351" y="963"/>
                    <a:pt x="359" y="961"/>
                  </a:cubicBezTo>
                  <a:cubicBezTo>
                    <a:pt x="368" y="959"/>
                    <a:pt x="364" y="954"/>
                    <a:pt x="378" y="955"/>
                  </a:cubicBezTo>
                  <a:cubicBezTo>
                    <a:pt x="392" y="956"/>
                    <a:pt x="416" y="959"/>
                    <a:pt x="423" y="954"/>
                  </a:cubicBezTo>
                  <a:cubicBezTo>
                    <a:pt x="430" y="950"/>
                    <a:pt x="442" y="954"/>
                    <a:pt x="456" y="943"/>
                  </a:cubicBezTo>
                  <a:cubicBezTo>
                    <a:pt x="471" y="933"/>
                    <a:pt x="479" y="925"/>
                    <a:pt x="491" y="912"/>
                  </a:cubicBezTo>
                  <a:cubicBezTo>
                    <a:pt x="502" y="899"/>
                    <a:pt x="512" y="891"/>
                    <a:pt x="523" y="884"/>
                  </a:cubicBezTo>
                  <a:cubicBezTo>
                    <a:pt x="535" y="877"/>
                    <a:pt x="535" y="852"/>
                    <a:pt x="549" y="846"/>
                  </a:cubicBezTo>
                  <a:cubicBezTo>
                    <a:pt x="563" y="840"/>
                    <a:pt x="566" y="832"/>
                    <a:pt x="577" y="832"/>
                  </a:cubicBezTo>
                  <a:cubicBezTo>
                    <a:pt x="584" y="832"/>
                    <a:pt x="598" y="831"/>
                    <a:pt x="608" y="831"/>
                  </a:cubicBezTo>
                  <a:cubicBezTo>
                    <a:pt x="608" y="828"/>
                    <a:pt x="609" y="825"/>
                    <a:pt x="610" y="823"/>
                  </a:cubicBezTo>
                  <a:cubicBezTo>
                    <a:pt x="610" y="823"/>
                    <a:pt x="610" y="823"/>
                    <a:pt x="610" y="823"/>
                  </a:cubicBezTo>
                  <a:cubicBezTo>
                    <a:pt x="610" y="822"/>
                    <a:pt x="610" y="821"/>
                    <a:pt x="611" y="820"/>
                  </a:cubicBezTo>
                  <a:cubicBezTo>
                    <a:pt x="611" y="820"/>
                    <a:pt x="611" y="820"/>
                    <a:pt x="611" y="819"/>
                  </a:cubicBezTo>
                  <a:cubicBezTo>
                    <a:pt x="611" y="819"/>
                    <a:pt x="612" y="818"/>
                    <a:pt x="612" y="817"/>
                  </a:cubicBezTo>
                  <a:cubicBezTo>
                    <a:pt x="615" y="810"/>
                    <a:pt x="604" y="802"/>
                    <a:pt x="592" y="797"/>
                  </a:cubicBezTo>
                  <a:cubicBezTo>
                    <a:pt x="580" y="792"/>
                    <a:pt x="583" y="768"/>
                    <a:pt x="581" y="756"/>
                  </a:cubicBezTo>
                  <a:cubicBezTo>
                    <a:pt x="579" y="744"/>
                    <a:pt x="575" y="740"/>
                    <a:pt x="577" y="732"/>
                  </a:cubicBezTo>
                  <a:cubicBezTo>
                    <a:pt x="579" y="724"/>
                    <a:pt x="563" y="722"/>
                    <a:pt x="552" y="722"/>
                  </a:cubicBezTo>
                  <a:cubicBezTo>
                    <a:pt x="541" y="722"/>
                    <a:pt x="543" y="713"/>
                    <a:pt x="543" y="706"/>
                  </a:cubicBezTo>
                  <a:cubicBezTo>
                    <a:pt x="543" y="699"/>
                    <a:pt x="545" y="693"/>
                    <a:pt x="556" y="688"/>
                  </a:cubicBezTo>
                  <a:cubicBezTo>
                    <a:pt x="567" y="683"/>
                    <a:pt x="566" y="669"/>
                    <a:pt x="560" y="666"/>
                  </a:cubicBezTo>
                  <a:cubicBezTo>
                    <a:pt x="554" y="663"/>
                    <a:pt x="559" y="661"/>
                    <a:pt x="559" y="648"/>
                  </a:cubicBezTo>
                  <a:cubicBezTo>
                    <a:pt x="559" y="635"/>
                    <a:pt x="566" y="636"/>
                    <a:pt x="579" y="632"/>
                  </a:cubicBezTo>
                  <a:cubicBezTo>
                    <a:pt x="592" y="628"/>
                    <a:pt x="577" y="613"/>
                    <a:pt x="577" y="606"/>
                  </a:cubicBezTo>
                  <a:cubicBezTo>
                    <a:pt x="577" y="599"/>
                    <a:pt x="579" y="594"/>
                    <a:pt x="588" y="594"/>
                  </a:cubicBezTo>
                  <a:cubicBezTo>
                    <a:pt x="597" y="594"/>
                    <a:pt x="594" y="588"/>
                    <a:pt x="594" y="581"/>
                  </a:cubicBezTo>
                  <a:cubicBezTo>
                    <a:pt x="594" y="574"/>
                    <a:pt x="597" y="569"/>
                    <a:pt x="607" y="566"/>
                  </a:cubicBezTo>
                  <a:cubicBezTo>
                    <a:pt x="617" y="563"/>
                    <a:pt x="615" y="554"/>
                    <a:pt x="609" y="545"/>
                  </a:cubicBezTo>
                  <a:cubicBezTo>
                    <a:pt x="603" y="536"/>
                    <a:pt x="610" y="530"/>
                    <a:pt x="622" y="530"/>
                  </a:cubicBezTo>
                  <a:cubicBezTo>
                    <a:pt x="634" y="530"/>
                    <a:pt x="639" y="530"/>
                    <a:pt x="646" y="522"/>
                  </a:cubicBezTo>
                  <a:cubicBezTo>
                    <a:pt x="653" y="514"/>
                    <a:pt x="676" y="522"/>
                    <a:pt x="676" y="522"/>
                  </a:cubicBezTo>
                  <a:cubicBezTo>
                    <a:pt x="676" y="269"/>
                    <a:pt x="676" y="269"/>
                    <a:pt x="676" y="269"/>
                  </a:cubicBezTo>
                  <a:cubicBezTo>
                    <a:pt x="605" y="232"/>
                    <a:pt x="212" y="30"/>
                    <a:pt x="187" y="16"/>
                  </a:cubicBezTo>
                  <a:cubicBezTo>
                    <a:pt x="159" y="0"/>
                    <a:pt x="148" y="17"/>
                    <a:pt x="127" y="25"/>
                  </a:cubicBezTo>
                  <a:cubicBezTo>
                    <a:pt x="126" y="25"/>
                    <a:pt x="124" y="26"/>
                    <a:pt x="123" y="27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2" y="27"/>
                    <a:pt x="121" y="28"/>
                    <a:pt x="120" y="28"/>
                  </a:cubicBezTo>
                  <a:cubicBezTo>
                    <a:pt x="120" y="28"/>
                    <a:pt x="120" y="28"/>
                    <a:pt x="119" y="29"/>
                  </a:cubicBezTo>
                  <a:cubicBezTo>
                    <a:pt x="119" y="29"/>
                    <a:pt x="118" y="29"/>
                    <a:pt x="118" y="30"/>
                  </a:cubicBezTo>
                  <a:cubicBezTo>
                    <a:pt x="117" y="30"/>
                    <a:pt x="117" y="30"/>
                    <a:pt x="117" y="30"/>
                  </a:cubicBezTo>
                  <a:cubicBezTo>
                    <a:pt x="116" y="30"/>
                    <a:pt x="116" y="31"/>
                    <a:pt x="115" y="31"/>
                  </a:cubicBezTo>
                  <a:cubicBezTo>
                    <a:pt x="115" y="31"/>
                    <a:pt x="115" y="32"/>
                    <a:pt x="114" y="32"/>
                  </a:cubicBezTo>
                  <a:cubicBezTo>
                    <a:pt x="114" y="32"/>
                    <a:pt x="114" y="32"/>
                    <a:pt x="113" y="33"/>
                  </a:cubicBezTo>
                  <a:cubicBezTo>
                    <a:pt x="113" y="33"/>
                    <a:pt x="113" y="33"/>
                    <a:pt x="112" y="33"/>
                  </a:cubicBezTo>
                  <a:cubicBezTo>
                    <a:pt x="112" y="34"/>
                    <a:pt x="112" y="34"/>
                    <a:pt x="111" y="34"/>
                  </a:cubicBezTo>
                  <a:cubicBezTo>
                    <a:pt x="111" y="35"/>
                    <a:pt x="111" y="35"/>
                    <a:pt x="111" y="35"/>
                  </a:cubicBezTo>
                  <a:cubicBezTo>
                    <a:pt x="110" y="35"/>
                    <a:pt x="110" y="36"/>
                    <a:pt x="110" y="36"/>
                  </a:cubicBezTo>
                  <a:cubicBezTo>
                    <a:pt x="109" y="36"/>
                    <a:pt x="109" y="37"/>
                    <a:pt x="109" y="37"/>
                  </a:cubicBezTo>
                  <a:cubicBezTo>
                    <a:pt x="108" y="37"/>
                    <a:pt x="108" y="37"/>
                    <a:pt x="108" y="37"/>
                  </a:cubicBezTo>
                  <a:cubicBezTo>
                    <a:pt x="109" y="44"/>
                    <a:pt x="110" y="53"/>
                    <a:pt x="110" y="59"/>
                  </a:cubicBezTo>
                  <a:cubicBezTo>
                    <a:pt x="110" y="70"/>
                    <a:pt x="110" y="84"/>
                    <a:pt x="116" y="94"/>
                  </a:cubicBezTo>
                  <a:cubicBezTo>
                    <a:pt x="121" y="104"/>
                    <a:pt x="116" y="114"/>
                    <a:pt x="117" y="125"/>
                  </a:cubicBezTo>
                  <a:cubicBezTo>
                    <a:pt x="118" y="135"/>
                    <a:pt x="125" y="145"/>
                    <a:pt x="131" y="151"/>
                  </a:cubicBezTo>
                  <a:cubicBezTo>
                    <a:pt x="136" y="158"/>
                    <a:pt x="142" y="172"/>
                    <a:pt x="142" y="184"/>
                  </a:cubicBezTo>
                  <a:cubicBezTo>
                    <a:pt x="142" y="196"/>
                    <a:pt x="149" y="197"/>
                    <a:pt x="159" y="202"/>
                  </a:cubicBezTo>
                  <a:cubicBezTo>
                    <a:pt x="168" y="207"/>
                    <a:pt x="166" y="213"/>
                    <a:pt x="166" y="222"/>
                  </a:cubicBezTo>
                  <a:cubicBezTo>
                    <a:pt x="167" y="232"/>
                    <a:pt x="159" y="237"/>
                    <a:pt x="154" y="244"/>
                  </a:cubicBezTo>
                  <a:cubicBezTo>
                    <a:pt x="149" y="251"/>
                    <a:pt x="149" y="264"/>
                    <a:pt x="147" y="276"/>
                  </a:cubicBezTo>
                  <a:cubicBezTo>
                    <a:pt x="145" y="287"/>
                    <a:pt x="144" y="345"/>
                    <a:pt x="144" y="362"/>
                  </a:cubicBezTo>
                  <a:cubicBezTo>
                    <a:pt x="144" y="380"/>
                    <a:pt x="137" y="398"/>
                    <a:pt x="137" y="418"/>
                  </a:cubicBezTo>
                  <a:cubicBezTo>
                    <a:pt x="137" y="437"/>
                    <a:pt x="137" y="451"/>
                    <a:pt x="120" y="464"/>
                  </a:cubicBezTo>
                  <a:cubicBezTo>
                    <a:pt x="103" y="477"/>
                    <a:pt x="46" y="549"/>
                    <a:pt x="38" y="559"/>
                  </a:cubicBezTo>
                  <a:cubicBezTo>
                    <a:pt x="30" y="570"/>
                    <a:pt x="19" y="595"/>
                    <a:pt x="10" y="599"/>
                  </a:cubicBezTo>
                  <a:cubicBezTo>
                    <a:pt x="0" y="604"/>
                    <a:pt x="8" y="608"/>
                    <a:pt x="12" y="614"/>
                  </a:cubicBezTo>
                  <a:cubicBezTo>
                    <a:pt x="16" y="619"/>
                    <a:pt x="14" y="624"/>
                    <a:pt x="14" y="635"/>
                  </a:cubicBezTo>
                  <a:cubicBezTo>
                    <a:pt x="14" y="636"/>
                    <a:pt x="13" y="638"/>
                    <a:pt x="13" y="639"/>
                  </a:cubicBezTo>
                  <a:cubicBezTo>
                    <a:pt x="13" y="639"/>
                    <a:pt x="13" y="639"/>
                    <a:pt x="13" y="640"/>
                  </a:cubicBezTo>
                  <a:cubicBezTo>
                    <a:pt x="13" y="641"/>
                    <a:pt x="13" y="642"/>
                    <a:pt x="13" y="642"/>
                  </a:cubicBezTo>
                  <a:cubicBezTo>
                    <a:pt x="13" y="643"/>
                    <a:pt x="12" y="643"/>
                    <a:pt x="12" y="643"/>
                  </a:cubicBezTo>
                  <a:cubicBezTo>
                    <a:pt x="12" y="644"/>
                    <a:pt x="12" y="645"/>
                    <a:pt x="11" y="646"/>
                  </a:cubicBezTo>
                  <a:cubicBezTo>
                    <a:pt x="11" y="646"/>
                    <a:pt x="11" y="646"/>
                    <a:pt x="11" y="646"/>
                  </a:cubicBezTo>
                  <a:cubicBezTo>
                    <a:pt x="11" y="647"/>
                    <a:pt x="10" y="647"/>
                    <a:pt x="10" y="648"/>
                  </a:cubicBezTo>
                  <a:cubicBezTo>
                    <a:pt x="18" y="657"/>
                    <a:pt x="34" y="674"/>
                    <a:pt x="40" y="681"/>
                  </a:cubicBezTo>
                  <a:cubicBezTo>
                    <a:pt x="40" y="681"/>
                    <a:pt x="41" y="682"/>
                    <a:pt x="42" y="684"/>
                  </a:cubicBezTo>
                  <a:cubicBezTo>
                    <a:pt x="42" y="684"/>
                    <a:pt x="42" y="684"/>
                    <a:pt x="43" y="685"/>
                  </a:cubicBezTo>
                  <a:cubicBezTo>
                    <a:pt x="43" y="685"/>
                    <a:pt x="43" y="686"/>
                    <a:pt x="43" y="687"/>
                  </a:cubicBezTo>
                  <a:cubicBezTo>
                    <a:pt x="44" y="687"/>
                    <a:pt x="44" y="688"/>
                    <a:pt x="44" y="688"/>
                  </a:cubicBezTo>
                  <a:cubicBezTo>
                    <a:pt x="44" y="689"/>
                    <a:pt x="45" y="689"/>
                    <a:pt x="45" y="690"/>
                  </a:cubicBezTo>
                  <a:cubicBezTo>
                    <a:pt x="45" y="690"/>
                    <a:pt x="45" y="691"/>
                    <a:pt x="45" y="692"/>
                  </a:cubicBezTo>
                  <a:cubicBezTo>
                    <a:pt x="45" y="692"/>
                    <a:pt x="45" y="692"/>
                    <a:pt x="45" y="692"/>
                  </a:cubicBezTo>
                  <a:cubicBezTo>
                    <a:pt x="54" y="692"/>
                    <a:pt x="67" y="692"/>
                    <a:pt x="68" y="698"/>
                  </a:cubicBezTo>
                  <a:cubicBezTo>
                    <a:pt x="70" y="706"/>
                    <a:pt x="74" y="708"/>
                    <a:pt x="82" y="712"/>
                  </a:cubicBezTo>
                  <a:cubicBezTo>
                    <a:pt x="91" y="716"/>
                    <a:pt x="86" y="721"/>
                    <a:pt x="92" y="726"/>
                  </a:cubicBezTo>
                  <a:cubicBezTo>
                    <a:pt x="98" y="730"/>
                    <a:pt x="100" y="737"/>
                    <a:pt x="100" y="744"/>
                  </a:cubicBezTo>
                  <a:cubicBezTo>
                    <a:pt x="100" y="750"/>
                    <a:pt x="102" y="755"/>
                    <a:pt x="106" y="759"/>
                  </a:cubicBezTo>
                  <a:cubicBezTo>
                    <a:pt x="111" y="763"/>
                    <a:pt x="112" y="775"/>
                    <a:pt x="112" y="785"/>
                  </a:cubicBezTo>
                  <a:cubicBezTo>
                    <a:pt x="112" y="795"/>
                    <a:pt x="114" y="811"/>
                    <a:pt x="109" y="817"/>
                  </a:cubicBezTo>
                  <a:cubicBezTo>
                    <a:pt x="104" y="823"/>
                    <a:pt x="102" y="834"/>
                    <a:pt x="107" y="842"/>
                  </a:cubicBezTo>
                  <a:cubicBezTo>
                    <a:pt x="112" y="850"/>
                    <a:pt x="110" y="860"/>
                    <a:pt x="118" y="865"/>
                  </a:cubicBezTo>
                  <a:cubicBezTo>
                    <a:pt x="126" y="870"/>
                    <a:pt x="126" y="874"/>
                    <a:pt x="129" y="878"/>
                  </a:cubicBezTo>
                  <a:cubicBezTo>
                    <a:pt x="132" y="883"/>
                    <a:pt x="141" y="885"/>
                    <a:pt x="148" y="889"/>
                  </a:cubicBezTo>
                  <a:cubicBezTo>
                    <a:pt x="154" y="893"/>
                    <a:pt x="158" y="901"/>
                    <a:pt x="143" y="900"/>
                  </a:cubicBezTo>
                  <a:cubicBezTo>
                    <a:pt x="128" y="898"/>
                    <a:pt x="102" y="893"/>
                    <a:pt x="86" y="894"/>
                  </a:cubicBezTo>
                  <a:cubicBezTo>
                    <a:pt x="69" y="896"/>
                    <a:pt x="56" y="890"/>
                    <a:pt x="48" y="897"/>
                  </a:cubicBezTo>
                  <a:cubicBezTo>
                    <a:pt x="40" y="904"/>
                    <a:pt x="36" y="918"/>
                    <a:pt x="46" y="926"/>
                  </a:cubicBezTo>
                  <a:cubicBezTo>
                    <a:pt x="57" y="934"/>
                    <a:pt x="75" y="957"/>
                    <a:pt x="83" y="964"/>
                  </a:cubicBezTo>
                  <a:cubicBezTo>
                    <a:pt x="91" y="970"/>
                    <a:pt x="102" y="975"/>
                    <a:pt x="107" y="982"/>
                  </a:cubicBezTo>
                  <a:cubicBezTo>
                    <a:pt x="112" y="990"/>
                    <a:pt x="126" y="998"/>
                    <a:pt x="126" y="1006"/>
                  </a:cubicBezTo>
                  <a:cubicBezTo>
                    <a:pt x="126" y="1014"/>
                    <a:pt x="132" y="1025"/>
                    <a:pt x="135" y="1028"/>
                  </a:cubicBezTo>
                  <a:cubicBezTo>
                    <a:pt x="135" y="1029"/>
                    <a:pt x="135" y="1029"/>
                    <a:pt x="136" y="1029"/>
                  </a:cubicBezTo>
                  <a:cubicBezTo>
                    <a:pt x="136" y="1029"/>
                    <a:pt x="136" y="1029"/>
                    <a:pt x="136" y="1029"/>
                  </a:cubicBezTo>
                  <a:cubicBezTo>
                    <a:pt x="136" y="1030"/>
                    <a:pt x="136" y="1030"/>
                    <a:pt x="136" y="1030"/>
                  </a:cubicBezTo>
                  <a:cubicBezTo>
                    <a:pt x="137" y="1031"/>
                    <a:pt x="137" y="1031"/>
                    <a:pt x="137" y="1031"/>
                  </a:cubicBezTo>
                  <a:cubicBezTo>
                    <a:pt x="137" y="1031"/>
                    <a:pt x="137" y="1031"/>
                    <a:pt x="137" y="1031"/>
                  </a:cubicBezTo>
                  <a:cubicBezTo>
                    <a:pt x="137" y="1032"/>
                    <a:pt x="137" y="1032"/>
                    <a:pt x="137" y="1032"/>
                  </a:cubicBezTo>
                  <a:cubicBezTo>
                    <a:pt x="138" y="1033"/>
                    <a:pt x="138" y="1033"/>
                    <a:pt x="138" y="1033"/>
                  </a:cubicBezTo>
                  <a:cubicBezTo>
                    <a:pt x="138" y="1034"/>
                    <a:pt x="138" y="1034"/>
                    <a:pt x="138" y="1034"/>
                  </a:cubicBezTo>
                  <a:cubicBezTo>
                    <a:pt x="138" y="1034"/>
                    <a:pt x="138" y="1034"/>
                    <a:pt x="138" y="1035"/>
                  </a:cubicBezTo>
                  <a:cubicBezTo>
                    <a:pt x="139" y="1035"/>
                    <a:pt x="139" y="1035"/>
                    <a:pt x="139" y="1036"/>
                  </a:cubicBezTo>
                  <a:cubicBezTo>
                    <a:pt x="139" y="1036"/>
                    <a:pt x="139" y="1036"/>
                    <a:pt x="139" y="1036"/>
                  </a:cubicBezTo>
                  <a:cubicBezTo>
                    <a:pt x="139" y="1037"/>
                    <a:pt x="139" y="1037"/>
                    <a:pt x="139" y="1038"/>
                  </a:cubicBezTo>
                  <a:cubicBezTo>
                    <a:pt x="140" y="1038"/>
                    <a:pt x="140" y="1038"/>
                    <a:pt x="140" y="1038"/>
                  </a:cubicBezTo>
                  <a:cubicBezTo>
                    <a:pt x="140" y="1039"/>
                    <a:pt x="140" y="1039"/>
                    <a:pt x="140" y="1040"/>
                  </a:cubicBezTo>
                  <a:cubicBezTo>
                    <a:pt x="140" y="1040"/>
                    <a:pt x="140" y="1040"/>
                    <a:pt x="140" y="1040"/>
                  </a:cubicBezTo>
                  <a:cubicBezTo>
                    <a:pt x="140" y="1041"/>
                    <a:pt x="140" y="1041"/>
                    <a:pt x="141" y="1042"/>
                  </a:cubicBezTo>
                  <a:cubicBezTo>
                    <a:pt x="141" y="1042"/>
                    <a:pt x="141" y="1042"/>
                    <a:pt x="141" y="1042"/>
                  </a:cubicBezTo>
                  <a:cubicBezTo>
                    <a:pt x="141" y="1043"/>
                    <a:pt x="141" y="1043"/>
                    <a:pt x="141" y="1044"/>
                  </a:cubicBezTo>
                  <a:cubicBezTo>
                    <a:pt x="141" y="1044"/>
                    <a:pt x="141" y="1044"/>
                    <a:pt x="141" y="1044"/>
                  </a:cubicBezTo>
                  <a:cubicBezTo>
                    <a:pt x="141" y="1045"/>
                    <a:pt x="141" y="1045"/>
                    <a:pt x="141" y="1046"/>
                  </a:cubicBezTo>
                  <a:cubicBezTo>
                    <a:pt x="141" y="1046"/>
                    <a:pt x="141" y="1046"/>
                    <a:pt x="141" y="1046"/>
                  </a:cubicBezTo>
                  <a:cubicBezTo>
                    <a:pt x="141" y="1047"/>
                    <a:pt x="141" y="1047"/>
                    <a:pt x="141" y="1048"/>
                  </a:cubicBezTo>
                  <a:cubicBezTo>
                    <a:pt x="141" y="1048"/>
                    <a:pt x="141" y="1048"/>
                    <a:pt x="141" y="1048"/>
                  </a:cubicBezTo>
                  <a:cubicBezTo>
                    <a:pt x="141" y="1049"/>
                    <a:pt x="141" y="1049"/>
                    <a:pt x="141" y="1050"/>
                  </a:cubicBezTo>
                  <a:cubicBezTo>
                    <a:pt x="141" y="1050"/>
                    <a:pt x="141" y="1050"/>
                    <a:pt x="141" y="1050"/>
                  </a:cubicBezTo>
                  <a:cubicBezTo>
                    <a:pt x="141" y="1051"/>
                    <a:pt x="141" y="1051"/>
                    <a:pt x="141" y="1051"/>
                  </a:cubicBezTo>
                  <a:cubicBezTo>
                    <a:pt x="141" y="1051"/>
                    <a:pt x="141" y="1051"/>
                    <a:pt x="141" y="1051"/>
                  </a:cubicBezTo>
                  <a:cubicBezTo>
                    <a:pt x="141" y="1052"/>
                    <a:pt x="141" y="1052"/>
                    <a:pt x="141" y="1053"/>
                  </a:cubicBezTo>
                  <a:cubicBezTo>
                    <a:pt x="141" y="1053"/>
                    <a:pt x="141" y="1053"/>
                    <a:pt x="141" y="1053"/>
                  </a:cubicBezTo>
                  <a:cubicBezTo>
                    <a:pt x="141" y="1053"/>
                    <a:pt x="141" y="1054"/>
                    <a:pt x="140" y="1054"/>
                  </a:cubicBezTo>
                  <a:cubicBezTo>
                    <a:pt x="140" y="1054"/>
                    <a:pt x="140" y="1054"/>
                    <a:pt x="140" y="1054"/>
                  </a:cubicBezTo>
                  <a:cubicBezTo>
                    <a:pt x="144" y="1056"/>
                    <a:pt x="150" y="1057"/>
                    <a:pt x="155" y="1057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49" name="Freeform 148"/>
            <p:cNvSpPr>
              <a:spLocks noEditPoints="1"/>
            </p:cNvSpPr>
            <p:nvPr/>
          </p:nvSpPr>
          <p:spPr bwMode="auto">
            <a:xfrm>
              <a:off x="2133600" y="1643063"/>
              <a:ext cx="163513" cy="153988"/>
            </a:xfrm>
            <a:custGeom>
              <a:avLst/>
              <a:gdLst>
                <a:gd name="T0" fmla="*/ 28 w 181"/>
                <a:gd name="T1" fmla="*/ 10 h 169"/>
                <a:gd name="T2" fmla="*/ 23 w 181"/>
                <a:gd name="T3" fmla="*/ 17 h 169"/>
                <a:gd name="T4" fmla="*/ 16 w 181"/>
                <a:gd name="T5" fmla="*/ 26 h 169"/>
                <a:gd name="T6" fmla="*/ 4 w 181"/>
                <a:gd name="T7" fmla="*/ 22 h 169"/>
                <a:gd name="T8" fmla="*/ 5 w 181"/>
                <a:gd name="T9" fmla="*/ 7 h 169"/>
                <a:gd name="T10" fmla="*/ 18 w 181"/>
                <a:gd name="T11" fmla="*/ 3 h 169"/>
                <a:gd name="T12" fmla="*/ 28 w 181"/>
                <a:gd name="T13" fmla="*/ 10 h 169"/>
                <a:gd name="T14" fmla="*/ 73 w 181"/>
                <a:gd name="T15" fmla="*/ 27 h 169"/>
                <a:gd name="T16" fmla="*/ 67 w 181"/>
                <a:gd name="T17" fmla="*/ 42 h 169"/>
                <a:gd name="T18" fmla="*/ 82 w 181"/>
                <a:gd name="T19" fmla="*/ 55 h 169"/>
                <a:gd name="T20" fmla="*/ 92 w 181"/>
                <a:gd name="T21" fmla="*/ 46 h 169"/>
                <a:gd name="T22" fmla="*/ 85 w 181"/>
                <a:gd name="T23" fmla="*/ 35 h 169"/>
                <a:gd name="T24" fmla="*/ 73 w 181"/>
                <a:gd name="T25" fmla="*/ 27 h 169"/>
                <a:gd name="T26" fmla="*/ 160 w 181"/>
                <a:gd name="T27" fmla="*/ 28 h 169"/>
                <a:gd name="T28" fmla="*/ 160 w 181"/>
                <a:gd name="T29" fmla="*/ 44 h 169"/>
                <a:gd name="T30" fmla="*/ 167 w 181"/>
                <a:gd name="T31" fmla="*/ 38 h 169"/>
                <a:gd name="T32" fmla="*/ 160 w 181"/>
                <a:gd name="T33" fmla="*/ 28 h 169"/>
                <a:gd name="T34" fmla="*/ 167 w 181"/>
                <a:gd name="T35" fmla="*/ 61 h 169"/>
                <a:gd name="T36" fmla="*/ 159 w 181"/>
                <a:gd name="T37" fmla="*/ 67 h 169"/>
                <a:gd name="T38" fmla="*/ 162 w 181"/>
                <a:gd name="T39" fmla="*/ 86 h 169"/>
                <a:gd name="T40" fmla="*/ 174 w 181"/>
                <a:gd name="T41" fmla="*/ 78 h 169"/>
                <a:gd name="T42" fmla="*/ 176 w 181"/>
                <a:gd name="T43" fmla="*/ 70 h 169"/>
                <a:gd name="T44" fmla="*/ 167 w 181"/>
                <a:gd name="T45" fmla="*/ 61 h 169"/>
                <a:gd name="T46" fmla="*/ 64 w 181"/>
                <a:gd name="T47" fmla="*/ 140 h 169"/>
                <a:gd name="T48" fmla="*/ 58 w 181"/>
                <a:gd name="T49" fmla="*/ 147 h 169"/>
                <a:gd name="T50" fmla="*/ 63 w 181"/>
                <a:gd name="T51" fmla="*/ 160 h 169"/>
                <a:gd name="T52" fmla="*/ 74 w 181"/>
                <a:gd name="T53" fmla="*/ 167 h 169"/>
                <a:gd name="T54" fmla="*/ 78 w 181"/>
                <a:gd name="T55" fmla="*/ 156 h 169"/>
                <a:gd name="T56" fmla="*/ 64 w 181"/>
                <a:gd name="T57" fmla="*/ 140 h 169"/>
                <a:gd name="T58" fmla="*/ 114 w 181"/>
                <a:gd name="T59" fmla="*/ 123 h 169"/>
                <a:gd name="T60" fmla="*/ 101 w 181"/>
                <a:gd name="T61" fmla="*/ 137 h 169"/>
                <a:gd name="T62" fmla="*/ 115 w 181"/>
                <a:gd name="T63" fmla="*/ 150 h 169"/>
                <a:gd name="T64" fmla="*/ 123 w 181"/>
                <a:gd name="T65" fmla="*/ 160 h 169"/>
                <a:gd name="T66" fmla="*/ 132 w 181"/>
                <a:gd name="T67" fmla="*/ 149 h 169"/>
                <a:gd name="T68" fmla="*/ 125 w 181"/>
                <a:gd name="T69" fmla="*/ 133 h 169"/>
                <a:gd name="T70" fmla="*/ 114 w 181"/>
                <a:gd name="T71" fmla="*/ 123 h 169"/>
                <a:gd name="T72" fmla="*/ 146 w 181"/>
                <a:gd name="T73" fmla="*/ 120 h 169"/>
                <a:gd name="T74" fmla="*/ 142 w 181"/>
                <a:gd name="T75" fmla="*/ 133 h 169"/>
                <a:gd name="T76" fmla="*/ 146 w 181"/>
                <a:gd name="T77" fmla="*/ 152 h 169"/>
                <a:gd name="T78" fmla="*/ 154 w 181"/>
                <a:gd name="T79" fmla="*/ 144 h 169"/>
                <a:gd name="T80" fmla="*/ 146 w 181"/>
                <a:gd name="T81" fmla="*/ 120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81" h="169">
                  <a:moveTo>
                    <a:pt x="28" y="10"/>
                  </a:moveTo>
                  <a:cubicBezTo>
                    <a:pt x="30" y="13"/>
                    <a:pt x="26" y="17"/>
                    <a:pt x="23" y="17"/>
                  </a:cubicBezTo>
                  <a:cubicBezTo>
                    <a:pt x="20" y="17"/>
                    <a:pt x="19" y="23"/>
                    <a:pt x="16" y="26"/>
                  </a:cubicBezTo>
                  <a:cubicBezTo>
                    <a:pt x="13" y="29"/>
                    <a:pt x="8" y="24"/>
                    <a:pt x="4" y="22"/>
                  </a:cubicBezTo>
                  <a:cubicBezTo>
                    <a:pt x="0" y="20"/>
                    <a:pt x="4" y="14"/>
                    <a:pt x="5" y="7"/>
                  </a:cubicBezTo>
                  <a:cubicBezTo>
                    <a:pt x="6" y="0"/>
                    <a:pt x="18" y="3"/>
                    <a:pt x="18" y="3"/>
                  </a:cubicBezTo>
                  <a:cubicBezTo>
                    <a:pt x="26" y="4"/>
                    <a:pt x="26" y="7"/>
                    <a:pt x="28" y="10"/>
                  </a:cubicBezTo>
                  <a:close/>
                  <a:moveTo>
                    <a:pt x="73" y="27"/>
                  </a:moveTo>
                  <a:cubicBezTo>
                    <a:pt x="71" y="28"/>
                    <a:pt x="64" y="34"/>
                    <a:pt x="67" y="42"/>
                  </a:cubicBezTo>
                  <a:cubicBezTo>
                    <a:pt x="71" y="49"/>
                    <a:pt x="77" y="56"/>
                    <a:pt x="82" y="55"/>
                  </a:cubicBezTo>
                  <a:cubicBezTo>
                    <a:pt x="87" y="54"/>
                    <a:pt x="92" y="56"/>
                    <a:pt x="92" y="46"/>
                  </a:cubicBezTo>
                  <a:cubicBezTo>
                    <a:pt x="93" y="37"/>
                    <a:pt x="87" y="40"/>
                    <a:pt x="85" y="35"/>
                  </a:cubicBezTo>
                  <a:cubicBezTo>
                    <a:pt x="83" y="29"/>
                    <a:pt x="77" y="25"/>
                    <a:pt x="73" y="27"/>
                  </a:cubicBezTo>
                  <a:close/>
                  <a:moveTo>
                    <a:pt x="160" y="28"/>
                  </a:moveTo>
                  <a:cubicBezTo>
                    <a:pt x="160" y="28"/>
                    <a:pt x="155" y="42"/>
                    <a:pt x="160" y="44"/>
                  </a:cubicBezTo>
                  <a:cubicBezTo>
                    <a:pt x="164" y="46"/>
                    <a:pt x="167" y="42"/>
                    <a:pt x="167" y="38"/>
                  </a:cubicBezTo>
                  <a:cubicBezTo>
                    <a:pt x="167" y="33"/>
                    <a:pt x="166" y="20"/>
                    <a:pt x="160" y="28"/>
                  </a:cubicBezTo>
                  <a:close/>
                  <a:moveTo>
                    <a:pt x="167" y="61"/>
                  </a:moveTo>
                  <a:cubicBezTo>
                    <a:pt x="167" y="61"/>
                    <a:pt x="159" y="61"/>
                    <a:pt x="159" y="67"/>
                  </a:cubicBezTo>
                  <a:cubicBezTo>
                    <a:pt x="159" y="73"/>
                    <a:pt x="156" y="84"/>
                    <a:pt x="162" y="86"/>
                  </a:cubicBezTo>
                  <a:cubicBezTo>
                    <a:pt x="169" y="87"/>
                    <a:pt x="168" y="78"/>
                    <a:pt x="174" y="78"/>
                  </a:cubicBezTo>
                  <a:cubicBezTo>
                    <a:pt x="181" y="78"/>
                    <a:pt x="180" y="72"/>
                    <a:pt x="176" y="70"/>
                  </a:cubicBezTo>
                  <a:cubicBezTo>
                    <a:pt x="172" y="68"/>
                    <a:pt x="170" y="67"/>
                    <a:pt x="167" y="61"/>
                  </a:cubicBezTo>
                  <a:close/>
                  <a:moveTo>
                    <a:pt x="64" y="140"/>
                  </a:moveTo>
                  <a:cubicBezTo>
                    <a:pt x="64" y="140"/>
                    <a:pt x="58" y="141"/>
                    <a:pt x="58" y="147"/>
                  </a:cubicBezTo>
                  <a:cubicBezTo>
                    <a:pt x="58" y="152"/>
                    <a:pt x="62" y="152"/>
                    <a:pt x="63" y="160"/>
                  </a:cubicBezTo>
                  <a:cubicBezTo>
                    <a:pt x="64" y="167"/>
                    <a:pt x="68" y="169"/>
                    <a:pt x="74" y="167"/>
                  </a:cubicBezTo>
                  <a:cubicBezTo>
                    <a:pt x="80" y="165"/>
                    <a:pt x="78" y="162"/>
                    <a:pt x="78" y="156"/>
                  </a:cubicBezTo>
                  <a:cubicBezTo>
                    <a:pt x="78" y="151"/>
                    <a:pt x="80" y="137"/>
                    <a:pt x="64" y="140"/>
                  </a:cubicBezTo>
                  <a:close/>
                  <a:moveTo>
                    <a:pt x="114" y="123"/>
                  </a:moveTo>
                  <a:cubicBezTo>
                    <a:pt x="114" y="123"/>
                    <a:pt x="101" y="132"/>
                    <a:pt x="101" y="137"/>
                  </a:cubicBezTo>
                  <a:cubicBezTo>
                    <a:pt x="102" y="141"/>
                    <a:pt x="112" y="144"/>
                    <a:pt x="115" y="150"/>
                  </a:cubicBezTo>
                  <a:cubicBezTo>
                    <a:pt x="117" y="155"/>
                    <a:pt x="119" y="160"/>
                    <a:pt x="123" y="160"/>
                  </a:cubicBezTo>
                  <a:cubicBezTo>
                    <a:pt x="127" y="160"/>
                    <a:pt x="134" y="157"/>
                    <a:pt x="132" y="149"/>
                  </a:cubicBezTo>
                  <a:cubicBezTo>
                    <a:pt x="131" y="140"/>
                    <a:pt x="126" y="139"/>
                    <a:pt x="125" y="133"/>
                  </a:cubicBezTo>
                  <a:cubicBezTo>
                    <a:pt x="123" y="126"/>
                    <a:pt x="118" y="120"/>
                    <a:pt x="114" y="123"/>
                  </a:cubicBezTo>
                  <a:close/>
                  <a:moveTo>
                    <a:pt x="146" y="120"/>
                  </a:moveTo>
                  <a:cubicBezTo>
                    <a:pt x="146" y="120"/>
                    <a:pt x="142" y="126"/>
                    <a:pt x="142" y="133"/>
                  </a:cubicBezTo>
                  <a:cubicBezTo>
                    <a:pt x="142" y="140"/>
                    <a:pt x="140" y="149"/>
                    <a:pt x="146" y="152"/>
                  </a:cubicBezTo>
                  <a:cubicBezTo>
                    <a:pt x="151" y="155"/>
                    <a:pt x="154" y="152"/>
                    <a:pt x="154" y="144"/>
                  </a:cubicBezTo>
                  <a:cubicBezTo>
                    <a:pt x="154" y="136"/>
                    <a:pt x="153" y="110"/>
                    <a:pt x="146" y="120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50" name="Freeform 149"/>
            <p:cNvSpPr>
              <a:spLocks/>
            </p:cNvSpPr>
            <p:nvPr/>
          </p:nvSpPr>
          <p:spPr bwMode="auto">
            <a:xfrm>
              <a:off x="5700713" y="1603376"/>
              <a:ext cx="392113" cy="342900"/>
            </a:xfrm>
            <a:custGeom>
              <a:avLst/>
              <a:gdLst>
                <a:gd name="T0" fmla="*/ 16 w 431"/>
                <a:gd name="T1" fmla="*/ 251 h 377"/>
                <a:gd name="T2" fmla="*/ 43 w 431"/>
                <a:gd name="T3" fmla="*/ 250 h 377"/>
                <a:gd name="T4" fmla="*/ 63 w 431"/>
                <a:gd name="T5" fmla="*/ 239 h 377"/>
                <a:gd name="T6" fmla="*/ 71 w 431"/>
                <a:gd name="T7" fmla="*/ 252 h 377"/>
                <a:gd name="T8" fmla="*/ 81 w 431"/>
                <a:gd name="T9" fmla="*/ 267 h 377"/>
                <a:gd name="T10" fmla="*/ 86 w 431"/>
                <a:gd name="T11" fmla="*/ 251 h 377"/>
                <a:gd name="T12" fmla="*/ 94 w 431"/>
                <a:gd name="T13" fmla="*/ 230 h 377"/>
                <a:gd name="T14" fmla="*/ 112 w 431"/>
                <a:gd name="T15" fmla="*/ 220 h 377"/>
                <a:gd name="T16" fmla="*/ 138 w 431"/>
                <a:gd name="T17" fmla="*/ 240 h 377"/>
                <a:gd name="T18" fmla="*/ 162 w 431"/>
                <a:gd name="T19" fmla="*/ 234 h 377"/>
                <a:gd name="T20" fmla="*/ 183 w 431"/>
                <a:gd name="T21" fmla="*/ 237 h 377"/>
                <a:gd name="T22" fmla="*/ 206 w 431"/>
                <a:gd name="T23" fmla="*/ 240 h 377"/>
                <a:gd name="T24" fmla="*/ 259 w 431"/>
                <a:gd name="T25" fmla="*/ 248 h 377"/>
                <a:gd name="T26" fmla="*/ 276 w 431"/>
                <a:gd name="T27" fmla="*/ 258 h 377"/>
                <a:gd name="T28" fmla="*/ 296 w 431"/>
                <a:gd name="T29" fmla="*/ 270 h 377"/>
                <a:gd name="T30" fmla="*/ 316 w 431"/>
                <a:gd name="T31" fmla="*/ 300 h 377"/>
                <a:gd name="T32" fmla="*/ 345 w 431"/>
                <a:gd name="T33" fmla="*/ 321 h 377"/>
                <a:gd name="T34" fmla="*/ 367 w 431"/>
                <a:gd name="T35" fmla="*/ 348 h 377"/>
                <a:gd name="T36" fmla="*/ 396 w 431"/>
                <a:gd name="T37" fmla="*/ 375 h 377"/>
                <a:gd name="T38" fmla="*/ 414 w 431"/>
                <a:gd name="T39" fmla="*/ 368 h 377"/>
                <a:gd name="T40" fmla="*/ 425 w 431"/>
                <a:gd name="T41" fmla="*/ 359 h 377"/>
                <a:gd name="T42" fmla="*/ 431 w 431"/>
                <a:gd name="T43" fmla="*/ 352 h 377"/>
                <a:gd name="T44" fmla="*/ 420 w 431"/>
                <a:gd name="T45" fmla="*/ 343 h 377"/>
                <a:gd name="T46" fmla="*/ 356 w 431"/>
                <a:gd name="T47" fmla="*/ 273 h 377"/>
                <a:gd name="T48" fmla="*/ 291 w 431"/>
                <a:gd name="T49" fmla="*/ 218 h 377"/>
                <a:gd name="T50" fmla="*/ 225 w 431"/>
                <a:gd name="T51" fmla="*/ 182 h 377"/>
                <a:gd name="T52" fmla="*/ 187 w 431"/>
                <a:gd name="T53" fmla="*/ 124 h 377"/>
                <a:gd name="T54" fmla="*/ 170 w 431"/>
                <a:gd name="T55" fmla="*/ 39 h 377"/>
                <a:gd name="T56" fmla="*/ 145 w 431"/>
                <a:gd name="T57" fmla="*/ 0 h 377"/>
                <a:gd name="T58" fmla="*/ 138 w 431"/>
                <a:gd name="T59" fmla="*/ 10 h 377"/>
                <a:gd name="T60" fmla="*/ 121 w 431"/>
                <a:gd name="T61" fmla="*/ 32 h 377"/>
                <a:gd name="T62" fmla="*/ 89 w 431"/>
                <a:gd name="T63" fmla="*/ 45 h 377"/>
                <a:gd name="T64" fmla="*/ 75 w 431"/>
                <a:gd name="T65" fmla="*/ 57 h 377"/>
                <a:gd name="T66" fmla="*/ 60 w 431"/>
                <a:gd name="T67" fmla="*/ 69 h 377"/>
                <a:gd name="T68" fmla="*/ 42 w 431"/>
                <a:gd name="T69" fmla="*/ 82 h 377"/>
                <a:gd name="T70" fmla="*/ 42 w 431"/>
                <a:gd name="T71" fmla="*/ 113 h 377"/>
                <a:gd name="T72" fmla="*/ 32 w 431"/>
                <a:gd name="T73" fmla="*/ 139 h 377"/>
                <a:gd name="T74" fmla="*/ 22 w 431"/>
                <a:gd name="T75" fmla="*/ 162 h 377"/>
                <a:gd name="T76" fmla="*/ 12 w 431"/>
                <a:gd name="T77" fmla="*/ 184 h 377"/>
                <a:gd name="T78" fmla="*/ 6 w 431"/>
                <a:gd name="T79" fmla="*/ 204 h 377"/>
                <a:gd name="T80" fmla="*/ 8 w 431"/>
                <a:gd name="T81" fmla="*/ 248 h 377"/>
                <a:gd name="T82" fmla="*/ 8 w 431"/>
                <a:gd name="T83" fmla="*/ 259 h 377"/>
                <a:gd name="T84" fmla="*/ 16 w 431"/>
                <a:gd name="T85" fmla="*/ 251 h 3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431" h="377">
                  <a:moveTo>
                    <a:pt x="16" y="251"/>
                  </a:moveTo>
                  <a:cubicBezTo>
                    <a:pt x="21" y="243"/>
                    <a:pt x="32" y="246"/>
                    <a:pt x="43" y="250"/>
                  </a:cubicBezTo>
                  <a:cubicBezTo>
                    <a:pt x="54" y="254"/>
                    <a:pt x="47" y="233"/>
                    <a:pt x="63" y="239"/>
                  </a:cubicBezTo>
                  <a:cubicBezTo>
                    <a:pt x="79" y="245"/>
                    <a:pt x="64" y="247"/>
                    <a:pt x="71" y="252"/>
                  </a:cubicBezTo>
                  <a:cubicBezTo>
                    <a:pt x="78" y="257"/>
                    <a:pt x="71" y="268"/>
                    <a:pt x="81" y="267"/>
                  </a:cubicBezTo>
                  <a:cubicBezTo>
                    <a:pt x="91" y="266"/>
                    <a:pt x="83" y="262"/>
                    <a:pt x="86" y="251"/>
                  </a:cubicBezTo>
                  <a:cubicBezTo>
                    <a:pt x="89" y="240"/>
                    <a:pt x="96" y="244"/>
                    <a:pt x="94" y="230"/>
                  </a:cubicBezTo>
                  <a:cubicBezTo>
                    <a:pt x="92" y="216"/>
                    <a:pt x="103" y="207"/>
                    <a:pt x="112" y="220"/>
                  </a:cubicBezTo>
                  <a:cubicBezTo>
                    <a:pt x="121" y="233"/>
                    <a:pt x="124" y="238"/>
                    <a:pt x="138" y="240"/>
                  </a:cubicBezTo>
                  <a:cubicBezTo>
                    <a:pt x="152" y="242"/>
                    <a:pt x="157" y="242"/>
                    <a:pt x="162" y="234"/>
                  </a:cubicBezTo>
                  <a:cubicBezTo>
                    <a:pt x="167" y="226"/>
                    <a:pt x="179" y="230"/>
                    <a:pt x="183" y="237"/>
                  </a:cubicBezTo>
                  <a:cubicBezTo>
                    <a:pt x="187" y="244"/>
                    <a:pt x="193" y="240"/>
                    <a:pt x="206" y="240"/>
                  </a:cubicBezTo>
                  <a:cubicBezTo>
                    <a:pt x="219" y="240"/>
                    <a:pt x="253" y="235"/>
                    <a:pt x="259" y="248"/>
                  </a:cubicBezTo>
                  <a:cubicBezTo>
                    <a:pt x="265" y="261"/>
                    <a:pt x="272" y="258"/>
                    <a:pt x="276" y="258"/>
                  </a:cubicBezTo>
                  <a:cubicBezTo>
                    <a:pt x="280" y="258"/>
                    <a:pt x="292" y="263"/>
                    <a:pt x="296" y="270"/>
                  </a:cubicBezTo>
                  <a:cubicBezTo>
                    <a:pt x="299" y="278"/>
                    <a:pt x="311" y="295"/>
                    <a:pt x="316" y="300"/>
                  </a:cubicBezTo>
                  <a:cubicBezTo>
                    <a:pt x="322" y="304"/>
                    <a:pt x="339" y="314"/>
                    <a:pt x="345" y="321"/>
                  </a:cubicBezTo>
                  <a:cubicBezTo>
                    <a:pt x="351" y="329"/>
                    <a:pt x="362" y="341"/>
                    <a:pt x="367" y="348"/>
                  </a:cubicBezTo>
                  <a:cubicBezTo>
                    <a:pt x="373" y="355"/>
                    <a:pt x="384" y="373"/>
                    <a:pt x="396" y="375"/>
                  </a:cubicBezTo>
                  <a:cubicBezTo>
                    <a:pt x="409" y="377"/>
                    <a:pt x="414" y="376"/>
                    <a:pt x="414" y="368"/>
                  </a:cubicBezTo>
                  <a:cubicBezTo>
                    <a:pt x="414" y="360"/>
                    <a:pt x="423" y="364"/>
                    <a:pt x="425" y="359"/>
                  </a:cubicBezTo>
                  <a:cubicBezTo>
                    <a:pt x="426" y="357"/>
                    <a:pt x="428" y="354"/>
                    <a:pt x="431" y="352"/>
                  </a:cubicBezTo>
                  <a:cubicBezTo>
                    <a:pt x="428" y="349"/>
                    <a:pt x="424" y="346"/>
                    <a:pt x="420" y="343"/>
                  </a:cubicBezTo>
                  <a:cubicBezTo>
                    <a:pt x="407" y="333"/>
                    <a:pt x="377" y="290"/>
                    <a:pt x="356" y="273"/>
                  </a:cubicBezTo>
                  <a:cubicBezTo>
                    <a:pt x="334" y="255"/>
                    <a:pt x="310" y="230"/>
                    <a:pt x="291" y="218"/>
                  </a:cubicBezTo>
                  <a:cubicBezTo>
                    <a:pt x="273" y="206"/>
                    <a:pt x="235" y="201"/>
                    <a:pt x="225" y="182"/>
                  </a:cubicBezTo>
                  <a:cubicBezTo>
                    <a:pt x="215" y="164"/>
                    <a:pt x="192" y="154"/>
                    <a:pt x="187" y="124"/>
                  </a:cubicBezTo>
                  <a:cubicBezTo>
                    <a:pt x="183" y="94"/>
                    <a:pt x="179" y="59"/>
                    <a:pt x="170" y="39"/>
                  </a:cubicBezTo>
                  <a:cubicBezTo>
                    <a:pt x="164" y="25"/>
                    <a:pt x="154" y="11"/>
                    <a:pt x="145" y="0"/>
                  </a:cubicBezTo>
                  <a:cubicBezTo>
                    <a:pt x="141" y="4"/>
                    <a:pt x="138" y="7"/>
                    <a:pt x="138" y="10"/>
                  </a:cubicBezTo>
                  <a:cubicBezTo>
                    <a:pt x="138" y="16"/>
                    <a:pt x="134" y="28"/>
                    <a:pt x="121" y="32"/>
                  </a:cubicBezTo>
                  <a:cubicBezTo>
                    <a:pt x="108" y="36"/>
                    <a:pt x="98" y="45"/>
                    <a:pt x="89" y="45"/>
                  </a:cubicBezTo>
                  <a:cubicBezTo>
                    <a:pt x="80" y="45"/>
                    <a:pt x="75" y="48"/>
                    <a:pt x="75" y="57"/>
                  </a:cubicBezTo>
                  <a:cubicBezTo>
                    <a:pt x="75" y="66"/>
                    <a:pt x="71" y="67"/>
                    <a:pt x="60" y="69"/>
                  </a:cubicBezTo>
                  <a:cubicBezTo>
                    <a:pt x="49" y="71"/>
                    <a:pt x="43" y="71"/>
                    <a:pt x="42" y="82"/>
                  </a:cubicBezTo>
                  <a:cubicBezTo>
                    <a:pt x="41" y="93"/>
                    <a:pt x="39" y="105"/>
                    <a:pt x="42" y="113"/>
                  </a:cubicBezTo>
                  <a:cubicBezTo>
                    <a:pt x="45" y="121"/>
                    <a:pt x="37" y="131"/>
                    <a:pt x="32" y="139"/>
                  </a:cubicBezTo>
                  <a:cubicBezTo>
                    <a:pt x="27" y="147"/>
                    <a:pt x="22" y="154"/>
                    <a:pt x="22" y="162"/>
                  </a:cubicBezTo>
                  <a:cubicBezTo>
                    <a:pt x="22" y="170"/>
                    <a:pt x="18" y="179"/>
                    <a:pt x="12" y="184"/>
                  </a:cubicBezTo>
                  <a:cubicBezTo>
                    <a:pt x="6" y="189"/>
                    <a:pt x="0" y="193"/>
                    <a:pt x="6" y="204"/>
                  </a:cubicBezTo>
                  <a:cubicBezTo>
                    <a:pt x="12" y="215"/>
                    <a:pt x="8" y="234"/>
                    <a:pt x="8" y="248"/>
                  </a:cubicBezTo>
                  <a:cubicBezTo>
                    <a:pt x="8" y="251"/>
                    <a:pt x="8" y="255"/>
                    <a:pt x="8" y="259"/>
                  </a:cubicBezTo>
                  <a:cubicBezTo>
                    <a:pt x="11" y="257"/>
                    <a:pt x="14" y="255"/>
                    <a:pt x="16" y="251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51" name="Freeform 150"/>
            <p:cNvSpPr>
              <a:spLocks/>
            </p:cNvSpPr>
            <p:nvPr/>
          </p:nvSpPr>
          <p:spPr bwMode="auto">
            <a:xfrm>
              <a:off x="2635250" y="1917701"/>
              <a:ext cx="174625" cy="93663"/>
            </a:xfrm>
            <a:custGeom>
              <a:avLst/>
              <a:gdLst>
                <a:gd name="T0" fmla="*/ 183 w 193"/>
                <a:gd name="T1" fmla="*/ 1 h 103"/>
                <a:gd name="T2" fmla="*/ 141 w 193"/>
                <a:gd name="T3" fmla="*/ 3 h 103"/>
                <a:gd name="T4" fmla="*/ 102 w 193"/>
                <a:gd name="T5" fmla="*/ 1 h 103"/>
                <a:gd name="T6" fmla="*/ 76 w 193"/>
                <a:gd name="T7" fmla="*/ 11 h 103"/>
                <a:gd name="T8" fmla="*/ 49 w 193"/>
                <a:gd name="T9" fmla="*/ 17 h 103"/>
                <a:gd name="T10" fmla="*/ 25 w 193"/>
                <a:gd name="T11" fmla="*/ 17 h 103"/>
                <a:gd name="T12" fmla="*/ 0 w 193"/>
                <a:gd name="T13" fmla="*/ 17 h 103"/>
                <a:gd name="T14" fmla="*/ 7 w 193"/>
                <a:gd name="T15" fmla="*/ 22 h 103"/>
                <a:gd name="T16" fmla="*/ 26 w 193"/>
                <a:gd name="T17" fmla="*/ 45 h 103"/>
                <a:gd name="T18" fmla="*/ 79 w 193"/>
                <a:gd name="T19" fmla="*/ 61 h 103"/>
                <a:gd name="T20" fmla="*/ 93 w 193"/>
                <a:gd name="T21" fmla="*/ 96 h 103"/>
                <a:gd name="T22" fmla="*/ 109 w 193"/>
                <a:gd name="T23" fmla="*/ 103 h 103"/>
                <a:gd name="T24" fmla="*/ 123 w 193"/>
                <a:gd name="T25" fmla="*/ 88 h 103"/>
                <a:gd name="T26" fmla="*/ 144 w 193"/>
                <a:gd name="T27" fmla="*/ 72 h 103"/>
                <a:gd name="T28" fmla="*/ 174 w 193"/>
                <a:gd name="T29" fmla="*/ 66 h 103"/>
                <a:gd name="T30" fmla="*/ 187 w 193"/>
                <a:gd name="T31" fmla="*/ 51 h 103"/>
                <a:gd name="T32" fmla="*/ 177 w 193"/>
                <a:gd name="T33" fmla="*/ 34 h 103"/>
                <a:gd name="T34" fmla="*/ 191 w 193"/>
                <a:gd name="T35" fmla="*/ 14 h 103"/>
                <a:gd name="T36" fmla="*/ 193 w 193"/>
                <a:gd name="T37" fmla="*/ 2 h 103"/>
                <a:gd name="T38" fmla="*/ 183 w 193"/>
                <a:gd name="T39" fmla="*/ 1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93" h="103">
                  <a:moveTo>
                    <a:pt x="183" y="1"/>
                  </a:moveTo>
                  <a:cubicBezTo>
                    <a:pt x="175" y="1"/>
                    <a:pt x="157" y="3"/>
                    <a:pt x="141" y="3"/>
                  </a:cubicBezTo>
                  <a:cubicBezTo>
                    <a:pt x="125" y="3"/>
                    <a:pt x="110" y="1"/>
                    <a:pt x="102" y="1"/>
                  </a:cubicBezTo>
                  <a:cubicBezTo>
                    <a:pt x="94" y="1"/>
                    <a:pt x="81" y="5"/>
                    <a:pt x="76" y="11"/>
                  </a:cubicBezTo>
                  <a:cubicBezTo>
                    <a:pt x="72" y="18"/>
                    <a:pt x="59" y="19"/>
                    <a:pt x="49" y="17"/>
                  </a:cubicBezTo>
                  <a:cubicBezTo>
                    <a:pt x="38" y="16"/>
                    <a:pt x="31" y="18"/>
                    <a:pt x="25" y="17"/>
                  </a:cubicBezTo>
                  <a:cubicBezTo>
                    <a:pt x="20" y="16"/>
                    <a:pt x="7" y="17"/>
                    <a:pt x="0" y="17"/>
                  </a:cubicBezTo>
                  <a:cubicBezTo>
                    <a:pt x="2" y="20"/>
                    <a:pt x="4" y="22"/>
                    <a:pt x="7" y="22"/>
                  </a:cubicBezTo>
                  <a:cubicBezTo>
                    <a:pt x="21" y="25"/>
                    <a:pt x="9" y="45"/>
                    <a:pt x="26" y="45"/>
                  </a:cubicBezTo>
                  <a:cubicBezTo>
                    <a:pt x="44" y="45"/>
                    <a:pt x="76" y="42"/>
                    <a:pt x="79" y="61"/>
                  </a:cubicBezTo>
                  <a:cubicBezTo>
                    <a:pt x="82" y="80"/>
                    <a:pt x="81" y="90"/>
                    <a:pt x="93" y="96"/>
                  </a:cubicBezTo>
                  <a:cubicBezTo>
                    <a:pt x="98" y="99"/>
                    <a:pt x="104" y="101"/>
                    <a:pt x="109" y="103"/>
                  </a:cubicBezTo>
                  <a:cubicBezTo>
                    <a:pt x="111" y="97"/>
                    <a:pt x="116" y="91"/>
                    <a:pt x="123" y="88"/>
                  </a:cubicBezTo>
                  <a:cubicBezTo>
                    <a:pt x="140" y="82"/>
                    <a:pt x="129" y="74"/>
                    <a:pt x="144" y="72"/>
                  </a:cubicBezTo>
                  <a:cubicBezTo>
                    <a:pt x="159" y="70"/>
                    <a:pt x="165" y="66"/>
                    <a:pt x="174" y="66"/>
                  </a:cubicBezTo>
                  <a:cubicBezTo>
                    <a:pt x="183" y="66"/>
                    <a:pt x="192" y="59"/>
                    <a:pt x="187" y="51"/>
                  </a:cubicBezTo>
                  <a:cubicBezTo>
                    <a:pt x="182" y="43"/>
                    <a:pt x="168" y="40"/>
                    <a:pt x="177" y="34"/>
                  </a:cubicBezTo>
                  <a:cubicBezTo>
                    <a:pt x="186" y="28"/>
                    <a:pt x="191" y="27"/>
                    <a:pt x="191" y="14"/>
                  </a:cubicBezTo>
                  <a:cubicBezTo>
                    <a:pt x="191" y="7"/>
                    <a:pt x="191" y="4"/>
                    <a:pt x="193" y="2"/>
                  </a:cubicBezTo>
                  <a:cubicBezTo>
                    <a:pt x="190" y="0"/>
                    <a:pt x="188" y="1"/>
                    <a:pt x="183" y="1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52" name="Freeform 151"/>
            <p:cNvSpPr>
              <a:spLocks/>
            </p:cNvSpPr>
            <p:nvPr/>
          </p:nvSpPr>
          <p:spPr bwMode="auto">
            <a:xfrm>
              <a:off x="4138613" y="2532063"/>
              <a:ext cx="115888" cy="84138"/>
            </a:xfrm>
            <a:custGeom>
              <a:avLst/>
              <a:gdLst>
                <a:gd name="T0" fmla="*/ 127 w 128"/>
                <a:gd name="T1" fmla="*/ 66 h 92"/>
                <a:gd name="T2" fmla="*/ 126 w 128"/>
                <a:gd name="T3" fmla="*/ 4 h 92"/>
                <a:gd name="T4" fmla="*/ 122 w 128"/>
                <a:gd name="T5" fmla="*/ 5 h 92"/>
                <a:gd name="T6" fmla="*/ 122 w 128"/>
                <a:gd name="T7" fmla="*/ 5 h 92"/>
                <a:gd name="T8" fmla="*/ 118 w 128"/>
                <a:gd name="T9" fmla="*/ 6 h 92"/>
                <a:gd name="T10" fmla="*/ 116 w 128"/>
                <a:gd name="T11" fmla="*/ 6 h 92"/>
                <a:gd name="T12" fmla="*/ 113 w 128"/>
                <a:gd name="T13" fmla="*/ 7 h 92"/>
                <a:gd name="T14" fmla="*/ 107 w 128"/>
                <a:gd name="T15" fmla="*/ 7 h 92"/>
                <a:gd name="T16" fmla="*/ 50 w 128"/>
                <a:gd name="T17" fmla="*/ 6 h 92"/>
                <a:gd name="T18" fmla="*/ 34 w 128"/>
                <a:gd name="T19" fmla="*/ 0 h 92"/>
                <a:gd name="T20" fmla="*/ 28 w 128"/>
                <a:gd name="T21" fmla="*/ 28 h 92"/>
                <a:gd name="T22" fmla="*/ 6 w 128"/>
                <a:gd name="T23" fmla="*/ 59 h 92"/>
                <a:gd name="T24" fmla="*/ 15 w 128"/>
                <a:gd name="T25" fmla="*/ 79 h 92"/>
                <a:gd name="T26" fmla="*/ 64 w 128"/>
                <a:gd name="T27" fmla="*/ 83 h 92"/>
                <a:gd name="T28" fmla="*/ 127 w 128"/>
                <a:gd name="T29" fmla="*/ 66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8" h="92">
                  <a:moveTo>
                    <a:pt x="127" y="66"/>
                  </a:moveTo>
                  <a:cubicBezTo>
                    <a:pt x="128" y="48"/>
                    <a:pt x="128" y="23"/>
                    <a:pt x="126" y="4"/>
                  </a:cubicBezTo>
                  <a:cubicBezTo>
                    <a:pt x="125" y="4"/>
                    <a:pt x="124" y="5"/>
                    <a:pt x="122" y="5"/>
                  </a:cubicBezTo>
                  <a:cubicBezTo>
                    <a:pt x="122" y="5"/>
                    <a:pt x="122" y="5"/>
                    <a:pt x="122" y="5"/>
                  </a:cubicBezTo>
                  <a:cubicBezTo>
                    <a:pt x="121" y="6"/>
                    <a:pt x="119" y="6"/>
                    <a:pt x="118" y="6"/>
                  </a:cubicBezTo>
                  <a:cubicBezTo>
                    <a:pt x="117" y="6"/>
                    <a:pt x="117" y="6"/>
                    <a:pt x="116" y="6"/>
                  </a:cubicBezTo>
                  <a:cubicBezTo>
                    <a:pt x="115" y="6"/>
                    <a:pt x="114" y="7"/>
                    <a:pt x="113" y="7"/>
                  </a:cubicBezTo>
                  <a:cubicBezTo>
                    <a:pt x="111" y="7"/>
                    <a:pt x="109" y="7"/>
                    <a:pt x="107" y="7"/>
                  </a:cubicBezTo>
                  <a:cubicBezTo>
                    <a:pt x="88" y="7"/>
                    <a:pt x="59" y="8"/>
                    <a:pt x="50" y="6"/>
                  </a:cubicBezTo>
                  <a:cubicBezTo>
                    <a:pt x="46" y="5"/>
                    <a:pt x="40" y="3"/>
                    <a:pt x="34" y="0"/>
                  </a:cubicBezTo>
                  <a:cubicBezTo>
                    <a:pt x="36" y="11"/>
                    <a:pt x="34" y="22"/>
                    <a:pt x="28" y="28"/>
                  </a:cubicBezTo>
                  <a:cubicBezTo>
                    <a:pt x="20" y="35"/>
                    <a:pt x="0" y="48"/>
                    <a:pt x="6" y="59"/>
                  </a:cubicBezTo>
                  <a:cubicBezTo>
                    <a:pt x="9" y="65"/>
                    <a:pt x="13" y="72"/>
                    <a:pt x="15" y="79"/>
                  </a:cubicBezTo>
                  <a:cubicBezTo>
                    <a:pt x="31" y="81"/>
                    <a:pt x="53" y="83"/>
                    <a:pt x="64" y="83"/>
                  </a:cubicBezTo>
                  <a:cubicBezTo>
                    <a:pt x="82" y="83"/>
                    <a:pt x="126" y="92"/>
                    <a:pt x="127" y="66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53" name="Freeform 152"/>
            <p:cNvSpPr>
              <a:spLocks/>
            </p:cNvSpPr>
            <p:nvPr/>
          </p:nvSpPr>
          <p:spPr bwMode="auto">
            <a:xfrm>
              <a:off x="4084638" y="2428876"/>
              <a:ext cx="38100" cy="52388"/>
            </a:xfrm>
            <a:custGeom>
              <a:avLst/>
              <a:gdLst>
                <a:gd name="T0" fmla="*/ 27 w 41"/>
                <a:gd name="T1" fmla="*/ 10 h 57"/>
                <a:gd name="T2" fmla="*/ 13 w 41"/>
                <a:gd name="T3" fmla="*/ 17 h 57"/>
                <a:gd name="T4" fmla="*/ 4 w 41"/>
                <a:gd name="T5" fmla="*/ 30 h 57"/>
                <a:gd name="T6" fmla="*/ 1 w 41"/>
                <a:gd name="T7" fmla="*/ 46 h 57"/>
                <a:gd name="T8" fmla="*/ 21 w 41"/>
                <a:gd name="T9" fmla="*/ 53 h 57"/>
                <a:gd name="T10" fmla="*/ 34 w 41"/>
                <a:gd name="T11" fmla="*/ 40 h 57"/>
                <a:gd name="T12" fmla="*/ 40 w 41"/>
                <a:gd name="T13" fmla="*/ 23 h 57"/>
                <a:gd name="T14" fmla="*/ 27 w 41"/>
                <a:gd name="T15" fmla="*/ 1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1" h="57">
                  <a:moveTo>
                    <a:pt x="27" y="10"/>
                  </a:moveTo>
                  <a:cubicBezTo>
                    <a:pt x="27" y="10"/>
                    <a:pt x="15" y="13"/>
                    <a:pt x="13" y="17"/>
                  </a:cubicBezTo>
                  <a:cubicBezTo>
                    <a:pt x="11" y="21"/>
                    <a:pt x="8" y="28"/>
                    <a:pt x="4" y="30"/>
                  </a:cubicBezTo>
                  <a:cubicBezTo>
                    <a:pt x="0" y="32"/>
                    <a:pt x="0" y="42"/>
                    <a:pt x="1" y="46"/>
                  </a:cubicBezTo>
                  <a:cubicBezTo>
                    <a:pt x="3" y="49"/>
                    <a:pt x="18" y="57"/>
                    <a:pt x="21" y="53"/>
                  </a:cubicBezTo>
                  <a:cubicBezTo>
                    <a:pt x="24" y="49"/>
                    <a:pt x="32" y="48"/>
                    <a:pt x="34" y="40"/>
                  </a:cubicBezTo>
                  <a:cubicBezTo>
                    <a:pt x="35" y="31"/>
                    <a:pt x="41" y="27"/>
                    <a:pt x="40" y="23"/>
                  </a:cubicBezTo>
                  <a:cubicBezTo>
                    <a:pt x="39" y="19"/>
                    <a:pt x="38" y="0"/>
                    <a:pt x="27" y="10"/>
                  </a:cubicBezTo>
                  <a:close/>
                </a:path>
              </a:pathLst>
            </a:custGeom>
            <a:solidFill>
              <a:srgbClr val="FFFFFF"/>
            </a:solidFill>
            <a:ln w="6350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54" name="Freeform 153"/>
            <p:cNvSpPr>
              <a:spLocks/>
            </p:cNvSpPr>
            <p:nvPr/>
          </p:nvSpPr>
          <p:spPr bwMode="auto">
            <a:xfrm>
              <a:off x="3908425" y="2732088"/>
              <a:ext cx="26988" cy="20638"/>
            </a:xfrm>
            <a:custGeom>
              <a:avLst/>
              <a:gdLst>
                <a:gd name="T0" fmla="*/ 18 w 30"/>
                <a:gd name="T1" fmla="*/ 0 h 22"/>
                <a:gd name="T2" fmla="*/ 0 w 30"/>
                <a:gd name="T3" fmla="*/ 10 h 22"/>
                <a:gd name="T4" fmla="*/ 15 w 30"/>
                <a:gd name="T5" fmla="*/ 18 h 22"/>
                <a:gd name="T6" fmla="*/ 18 w 30"/>
                <a:gd name="T7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0" h="22">
                  <a:moveTo>
                    <a:pt x="18" y="0"/>
                  </a:moveTo>
                  <a:cubicBezTo>
                    <a:pt x="18" y="0"/>
                    <a:pt x="0" y="2"/>
                    <a:pt x="0" y="10"/>
                  </a:cubicBezTo>
                  <a:cubicBezTo>
                    <a:pt x="1" y="18"/>
                    <a:pt x="11" y="22"/>
                    <a:pt x="15" y="18"/>
                  </a:cubicBezTo>
                  <a:cubicBezTo>
                    <a:pt x="19" y="14"/>
                    <a:pt x="30" y="0"/>
                    <a:pt x="18" y="0"/>
                  </a:cubicBezTo>
                  <a:close/>
                </a:path>
              </a:pathLst>
            </a:custGeom>
            <a:solidFill>
              <a:srgbClr val="FFFFFF"/>
            </a:solidFill>
            <a:ln w="6350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55" name="Freeform 154"/>
            <p:cNvSpPr>
              <a:spLocks/>
            </p:cNvSpPr>
            <p:nvPr/>
          </p:nvSpPr>
          <p:spPr bwMode="auto">
            <a:xfrm>
              <a:off x="3965575" y="2630488"/>
              <a:ext cx="26988" cy="33338"/>
            </a:xfrm>
            <a:custGeom>
              <a:avLst/>
              <a:gdLst>
                <a:gd name="T0" fmla="*/ 18 w 30"/>
                <a:gd name="T1" fmla="*/ 7 h 37"/>
                <a:gd name="T2" fmla="*/ 11 w 30"/>
                <a:gd name="T3" fmla="*/ 14 h 37"/>
                <a:gd name="T4" fmla="*/ 5 w 30"/>
                <a:gd name="T5" fmla="*/ 31 h 37"/>
                <a:gd name="T6" fmla="*/ 19 w 30"/>
                <a:gd name="T7" fmla="*/ 30 h 37"/>
                <a:gd name="T8" fmla="*/ 30 w 30"/>
                <a:gd name="T9" fmla="*/ 18 h 37"/>
                <a:gd name="T10" fmla="*/ 18 w 30"/>
                <a:gd name="T11" fmla="*/ 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0" h="37">
                  <a:moveTo>
                    <a:pt x="18" y="7"/>
                  </a:moveTo>
                  <a:cubicBezTo>
                    <a:pt x="18" y="7"/>
                    <a:pt x="11" y="7"/>
                    <a:pt x="11" y="14"/>
                  </a:cubicBezTo>
                  <a:cubicBezTo>
                    <a:pt x="11" y="20"/>
                    <a:pt x="0" y="25"/>
                    <a:pt x="5" y="31"/>
                  </a:cubicBezTo>
                  <a:cubicBezTo>
                    <a:pt x="9" y="37"/>
                    <a:pt x="19" y="34"/>
                    <a:pt x="19" y="30"/>
                  </a:cubicBezTo>
                  <a:cubicBezTo>
                    <a:pt x="19" y="25"/>
                    <a:pt x="30" y="24"/>
                    <a:pt x="30" y="18"/>
                  </a:cubicBezTo>
                  <a:cubicBezTo>
                    <a:pt x="30" y="11"/>
                    <a:pt x="25" y="0"/>
                    <a:pt x="18" y="7"/>
                  </a:cubicBezTo>
                  <a:close/>
                </a:path>
              </a:pathLst>
            </a:custGeom>
            <a:solidFill>
              <a:srgbClr val="FFFFFF"/>
            </a:solidFill>
            <a:ln w="6350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56" name="Freeform 155"/>
            <p:cNvSpPr>
              <a:spLocks/>
            </p:cNvSpPr>
            <p:nvPr/>
          </p:nvSpPr>
          <p:spPr bwMode="auto">
            <a:xfrm>
              <a:off x="6015038" y="1924051"/>
              <a:ext cx="104775" cy="117475"/>
            </a:xfrm>
            <a:custGeom>
              <a:avLst/>
              <a:gdLst>
                <a:gd name="T0" fmla="*/ 22 w 115"/>
                <a:gd name="T1" fmla="*/ 48 h 129"/>
                <a:gd name="T2" fmla="*/ 1 w 115"/>
                <a:gd name="T3" fmla="*/ 75 h 129"/>
                <a:gd name="T4" fmla="*/ 8 w 115"/>
                <a:gd name="T5" fmla="*/ 113 h 129"/>
                <a:gd name="T6" fmla="*/ 24 w 115"/>
                <a:gd name="T7" fmla="*/ 118 h 129"/>
                <a:gd name="T8" fmla="*/ 43 w 115"/>
                <a:gd name="T9" fmla="*/ 112 h 129"/>
                <a:gd name="T10" fmla="*/ 58 w 115"/>
                <a:gd name="T11" fmla="*/ 104 h 129"/>
                <a:gd name="T12" fmla="*/ 81 w 115"/>
                <a:gd name="T13" fmla="*/ 101 h 129"/>
                <a:gd name="T14" fmla="*/ 84 w 115"/>
                <a:gd name="T15" fmla="*/ 95 h 129"/>
                <a:gd name="T16" fmla="*/ 91 w 115"/>
                <a:gd name="T17" fmla="*/ 79 h 129"/>
                <a:gd name="T18" fmla="*/ 91 w 115"/>
                <a:gd name="T19" fmla="*/ 79 h 129"/>
                <a:gd name="T20" fmla="*/ 85 w 115"/>
                <a:gd name="T21" fmla="*/ 57 h 129"/>
                <a:gd name="T22" fmla="*/ 106 w 115"/>
                <a:gd name="T23" fmla="*/ 26 h 129"/>
                <a:gd name="T24" fmla="*/ 84 w 115"/>
                <a:gd name="T25" fmla="*/ 0 h 129"/>
                <a:gd name="T26" fmla="*/ 78 w 115"/>
                <a:gd name="T27" fmla="*/ 7 h 129"/>
                <a:gd name="T28" fmla="*/ 67 w 115"/>
                <a:gd name="T29" fmla="*/ 16 h 129"/>
                <a:gd name="T30" fmla="*/ 49 w 115"/>
                <a:gd name="T31" fmla="*/ 23 h 129"/>
                <a:gd name="T32" fmla="*/ 38 w 115"/>
                <a:gd name="T33" fmla="*/ 18 h 129"/>
                <a:gd name="T34" fmla="*/ 35 w 115"/>
                <a:gd name="T35" fmla="*/ 31 h 129"/>
                <a:gd name="T36" fmla="*/ 22 w 115"/>
                <a:gd name="T37" fmla="*/ 48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5" h="129">
                  <a:moveTo>
                    <a:pt x="22" y="48"/>
                  </a:moveTo>
                  <a:cubicBezTo>
                    <a:pt x="14" y="53"/>
                    <a:pt x="1" y="64"/>
                    <a:pt x="1" y="75"/>
                  </a:cubicBezTo>
                  <a:cubicBezTo>
                    <a:pt x="1" y="86"/>
                    <a:pt x="0" y="106"/>
                    <a:pt x="8" y="113"/>
                  </a:cubicBezTo>
                  <a:cubicBezTo>
                    <a:pt x="16" y="120"/>
                    <a:pt x="21" y="129"/>
                    <a:pt x="24" y="118"/>
                  </a:cubicBezTo>
                  <a:cubicBezTo>
                    <a:pt x="27" y="107"/>
                    <a:pt x="35" y="111"/>
                    <a:pt x="43" y="112"/>
                  </a:cubicBezTo>
                  <a:cubicBezTo>
                    <a:pt x="51" y="112"/>
                    <a:pt x="48" y="104"/>
                    <a:pt x="58" y="104"/>
                  </a:cubicBezTo>
                  <a:cubicBezTo>
                    <a:pt x="65" y="104"/>
                    <a:pt x="73" y="102"/>
                    <a:pt x="81" y="101"/>
                  </a:cubicBezTo>
                  <a:cubicBezTo>
                    <a:pt x="82" y="99"/>
                    <a:pt x="83" y="97"/>
                    <a:pt x="84" y="95"/>
                  </a:cubicBezTo>
                  <a:cubicBezTo>
                    <a:pt x="87" y="90"/>
                    <a:pt x="88" y="84"/>
                    <a:pt x="91" y="79"/>
                  </a:cubicBezTo>
                  <a:cubicBezTo>
                    <a:pt x="91" y="79"/>
                    <a:pt x="91" y="79"/>
                    <a:pt x="91" y="79"/>
                  </a:cubicBezTo>
                  <a:cubicBezTo>
                    <a:pt x="76" y="77"/>
                    <a:pt x="63" y="72"/>
                    <a:pt x="85" y="57"/>
                  </a:cubicBezTo>
                  <a:cubicBezTo>
                    <a:pt x="108" y="42"/>
                    <a:pt x="115" y="42"/>
                    <a:pt x="106" y="26"/>
                  </a:cubicBezTo>
                  <a:cubicBezTo>
                    <a:pt x="99" y="14"/>
                    <a:pt x="92" y="7"/>
                    <a:pt x="84" y="0"/>
                  </a:cubicBezTo>
                  <a:cubicBezTo>
                    <a:pt x="81" y="2"/>
                    <a:pt x="79" y="5"/>
                    <a:pt x="78" y="7"/>
                  </a:cubicBezTo>
                  <a:cubicBezTo>
                    <a:pt x="76" y="12"/>
                    <a:pt x="67" y="8"/>
                    <a:pt x="67" y="16"/>
                  </a:cubicBezTo>
                  <a:cubicBezTo>
                    <a:pt x="67" y="24"/>
                    <a:pt x="62" y="25"/>
                    <a:pt x="49" y="23"/>
                  </a:cubicBezTo>
                  <a:cubicBezTo>
                    <a:pt x="45" y="22"/>
                    <a:pt x="42" y="20"/>
                    <a:pt x="38" y="18"/>
                  </a:cubicBezTo>
                  <a:cubicBezTo>
                    <a:pt x="37" y="22"/>
                    <a:pt x="36" y="28"/>
                    <a:pt x="35" y="31"/>
                  </a:cubicBezTo>
                  <a:cubicBezTo>
                    <a:pt x="32" y="39"/>
                    <a:pt x="30" y="43"/>
                    <a:pt x="22" y="48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57" name="Freeform 156"/>
            <p:cNvSpPr>
              <a:spLocks/>
            </p:cNvSpPr>
            <p:nvPr/>
          </p:nvSpPr>
          <p:spPr bwMode="auto">
            <a:xfrm>
              <a:off x="2630488" y="1849438"/>
              <a:ext cx="169863" cy="47625"/>
            </a:xfrm>
            <a:custGeom>
              <a:avLst/>
              <a:gdLst>
                <a:gd name="T0" fmla="*/ 39 w 188"/>
                <a:gd name="T1" fmla="*/ 44 h 52"/>
                <a:gd name="T2" fmla="*/ 63 w 188"/>
                <a:gd name="T3" fmla="*/ 39 h 52"/>
                <a:gd name="T4" fmla="*/ 78 w 188"/>
                <a:gd name="T5" fmla="*/ 35 h 52"/>
                <a:gd name="T6" fmla="*/ 103 w 188"/>
                <a:gd name="T7" fmla="*/ 25 h 52"/>
                <a:gd name="T8" fmla="*/ 114 w 188"/>
                <a:gd name="T9" fmla="*/ 24 h 52"/>
                <a:gd name="T10" fmla="*/ 127 w 188"/>
                <a:gd name="T11" fmla="*/ 28 h 52"/>
                <a:gd name="T12" fmla="*/ 141 w 188"/>
                <a:gd name="T13" fmla="*/ 35 h 52"/>
                <a:gd name="T14" fmla="*/ 156 w 188"/>
                <a:gd name="T15" fmla="*/ 42 h 52"/>
                <a:gd name="T16" fmla="*/ 168 w 188"/>
                <a:gd name="T17" fmla="*/ 37 h 52"/>
                <a:gd name="T18" fmla="*/ 185 w 188"/>
                <a:gd name="T19" fmla="*/ 33 h 52"/>
                <a:gd name="T20" fmla="*/ 184 w 188"/>
                <a:gd name="T21" fmla="*/ 23 h 52"/>
                <a:gd name="T22" fmla="*/ 173 w 188"/>
                <a:gd name="T23" fmla="*/ 24 h 52"/>
                <a:gd name="T24" fmla="*/ 152 w 188"/>
                <a:gd name="T25" fmla="*/ 26 h 52"/>
                <a:gd name="T26" fmla="*/ 137 w 188"/>
                <a:gd name="T27" fmla="*/ 17 h 52"/>
                <a:gd name="T28" fmla="*/ 115 w 188"/>
                <a:gd name="T29" fmla="*/ 2 h 52"/>
                <a:gd name="T30" fmla="*/ 96 w 188"/>
                <a:gd name="T31" fmla="*/ 5 h 52"/>
                <a:gd name="T32" fmla="*/ 81 w 188"/>
                <a:gd name="T33" fmla="*/ 12 h 52"/>
                <a:gd name="T34" fmla="*/ 65 w 188"/>
                <a:gd name="T35" fmla="*/ 14 h 52"/>
                <a:gd name="T36" fmla="*/ 42 w 188"/>
                <a:gd name="T37" fmla="*/ 20 h 52"/>
                <a:gd name="T38" fmla="*/ 23 w 188"/>
                <a:gd name="T39" fmla="*/ 15 h 52"/>
                <a:gd name="T40" fmla="*/ 3 w 188"/>
                <a:gd name="T41" fmla="*/ 18 h 52"/>
                <a:gd name="T42" fmla="*/ 1 w 188"/>
                <a:gd name="T43" fmla="*/ 52 h 52"/>
                <a:gd name="T44" fmla="*/ 12 w 188"/>
                <a:gd name="T45" fmla="*/ 47 h 52"/>
                <a:gd name="T46" fmla="*/ 39 w 188"/>
                <a:gd name="T47" fmla="*/ 44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88" h="52">
                  <a:moveTo>
                    <a:pt x="39" y="44"/>
                  </a:moveTo>
                  <a:cubicBezTo>
                    <a:pt x="50" y="44"/>
                    <a:pt x="59" y="43"/>
                    <a:pt x="63" y="39"/>
                  </a:cubicBezTo>
                  <a:cubicBezTo>
                    <a:pt x="68" y="36"/>
                    <a:pt x="70" y="35"/>
                    <a:pt x="78" y="35"/>
                  </a:cubicBezTo>
                  <a:cubicBezTo>
                    <a:pt x="87" y="34"/>
                    <a:pt x="100" y="31"/>
                    <a:pt x="103" y="25"/>
                  </a:cubicBezTo>
                  <a:cubicBezTo>
                    <a:pt x="105" y="20"/>
                    <a:pt x="111" y="21"/>
                    <a:pt x="114" y="24"/>
                  </a:cubicBezTo>
                  <a:cubicBezTo>
                    <a:pt x="118" y="27"/>
                    <a:pt x="121" y="28"/>
                    <a:pt x="127" y="28"/>
                  </a:cubicBezTo>
                  <a:cubicBezTo>
                    <a:pt x="133" y="29"/>
                    <a:pt x="137" y="31"/>
                    <a:pt x="141" y="35"/>
                  </a:cubicBezTo>
                  <a:cubicBezTo>
                    <a:pt x="144" y="39"/>
                    <a:pt x="151" y="42"/>
                    <a:pt x="156" y="42"/>
                  </a:cubicBezTo>
                  <a:cubicBezTo>
                    <a:pt x="162" y="43"/>
                    <a:pt x="160" y="37"/>
                    <a:pt x="168" y="37"/>
                  </a:cubicBezTo>
                  <a:cubicBezTo>
                    <a:pt x="177" y="37"/>
                    <a:pt x="183" y="35"/>
                    <a:pt x="185" y="33"/>
                  </a:cubicBezTo>
                  <a:cubicBezTo>
                    <a:pt x="188" y="31"/>
                    <a:pt x="188" y="26"/>
                    <a:pt x="184" y="23"/>
                  </a:cubicBezTo>
                  <a:cubicBezTo>
                    <a:pt x="180" y="20"/>
                    <a:pt x="177" y="22"/>
                    <a:pt x="173" y="24"/>
                  </a:cubicBezTo>
                  <a:cubicBezTo>
                    <a:pt x="168" y="26"/>
                    <a:pt x="160" y="28"/>
                    <a:pt x="152" y="26"/>
                  </a:cubicBezTo>
                  <a:cubicBezTo>
                    <a:pt x="144" y="23"/>
                    <a:pt x="143" y="23"/>
                    <a:pt x="137" y="17"/>
                  </a:cubicBezTo>
                  <a:cubicBezTo>
                    <a:pt x="132" y="10"/>
                    <a:pt x="124" y="1"/>
                    <a:pt x="115" y="2"/>
                  </a:cubicBezTo>
                  <a:cubicBezTo>
                    <a:pt x="107" y="3"/>
                    <a:pt x="97" y="0"/>
                    <a:pt x="96" y="5"/>
                  </a:cubicBezTo>
                  <a:cubicBezTo>
                    <a:pt x="94" y="10"/>
                    <a:pt x="88" y="12"/>
                    <a:pt x="81" y="12"/>
                  </a:cubicBezTo>
                  <a:cubicBezTo>
                    <a:pt x="73" y="12"/>
                    <a:pt x="68" y="10"/>
                    <a:pt x="65" y="14"/>
                  </a:cubicBezTo>
                  <a:cubicBezTo>
                    <a:pt x="62" y="19"/>
                    <a:pt x="51" y="21"/>
                    <a:pt x="42" y="20"/>
                  </a:cubicBezTo>
                  <a:cubicBezTo>
                    <a:pt x="34" y="20"/>
                    <a:pt x="28" y="15"/>
                    <a:pt x="23" y="15"/>
                  </a:cubicBezTo>
                  <a:cubicBezTo>
                    <a:pt x="18" y="15"/>
                    <a:pt x="10" y="17"/>
                    <a:pt x="3" y="18"/>
                  </a:cubicBezTo>
                  <a:cubicBezTo>
                    <a:pt x="4" y="33"/>
                    <a:pt x="0" y="40"/>
                    <a:pt x="1" y="52"/>
                  </a:cubicBezTo>
                  <a:cubicBezTo>
                    <a:pt x="4" y="49"/>
                    <a:pt x="8" y="47"/>
                    <a:pt x="12" y="47"/>
                  </a:cubicBezTo>
                  <a:cubicBezTo>
                    <a:pt x="22" y="46"/>
                    <a:pt x="28" y="44"/>
                    <a:pt x="39" y="44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77" name="Freeform 176"/>
            <p:cNvSpPr>
              <a:spLocks noEditPoints="1"/>
            </p:cNvSpPr>
            <p:nvPr/>
          </p:nvSpPr>
          <p:spPr bwMode="auto">
            <a:xfrm>
              <a:off x="6265863" y="2927351"/>
              <a:ext cx="681038" cy="1006475"/>
            </a:xfrm>
            <a:custGeom>
              <a:avLst/>
              <a:gdLst>
                <a:gd name="T0" fmla="*/ 24 w 749"/>
                <a:gd name="T1" fmla="*/ 323 h 1107"/>
                <a:gd name="T2" fmla="*/ 8 w 749"/>
                <a:gd name="T3" fmla="*/ 325 h 1107"/>
                <a:gd name="T4" fmla="*/ 1 w 749"/>
                <a:gd name="T5" fmla="*/ 313 h 1107"/>
                <a:gd name="T6" fmla="*/ 10 w 749"/>
                <a:gd name="T7" fmla="*/ 304 h 1107"/>
                <a:gd name="T8" fmla="*/ 17 w 749"/>
                <a:gd name="T9" fmla="*/ 301 h 1107"/>
                <a:gd name="T10" fmla="*/ 24 w 749"/>
                <a:gd name="T11" fmla="*/ 323 h 1107"/>
                <a:gd name="T12" fmla="*/ 615 w 749"/>
                <a:gd name="T13" fmla="*/ 1074 h 1107"/>
                <a:gd name="T14" fmla="*/ 598 w 749"/>
                <a:gd name="T15" fmla="*/ 1067 h 1107"/>
                <a:gd name="T16" fmla="*/ 585 w 749"/>
                <a:gd name="T17" fmla="*/ 1078 h 1107"/>
                <a:gd name="T18" fmla="*/ 589 w 749"/>
                <a:gd name="T19" fmla="*/ 1095 h 1107"/>
                <a:gd name="T20" fmla="*/ 615 w 749"/>
                <a:gd name="T21" fmla="*/ 1099 h 1107"/>
                <a:gd name="T22" fmla="*/ 615 w 749"/>
                <a:gd name="T23" fmla="*/ 1074 h 1107"/>
                <a:gd name="T24" fmla="*/ 736 w 749"/>
                <a:gd name="T25" fmla="*/ 1009 h 1107"/>
                <a:gd name="T26" fmla="*/ 724 w 749"/>
                <a:gd name="T27" fmla="*/ 1012 h 1107"/>
                <a:gd name="T28" fmla="*/ 713 w 749"/>
                <a:gd name="T29" fmla="*/ 1021 h 1107"/>
                <a:gd name="T30" fmla="*/ 714 w 749"/>
                <a:gd name="T31" fmla="*/ 1037 h 1107"/>
                <a:gd name="T32" fmla="*/ 739 w 749"/>
                <a:gd name="T33" fmla="*/ 1038 h 1107"/>
                <a:gd name="T34" fmla="*/ 736 w 749"/>
                <a:gd name="T35" fmla="*/ 1009 h 1107"/>
                <a:gd name="T36" fmla="*/ 606 w 749"/>
                <a:gd name="T37" fmla="*/ 11 h 1107"/>
                <a:gd name="T38" fmla="*/ 606 w 749"/>
                <a:gd name="T39" fmla="*/ 8 h 1107"/>
                <a:gd name="T40" fmla="*/ 604 w 749"/>
                <a:gd name="T41" fmla="*/ 2 h 1107"/>
                <a:gd name="T42" fmla="*/ 594 w 749"/>
                <a:gd name="T43" fmla="*/ 4 h 1107"/>
                <a:gd name="T44" fmla="*/ 587 w 749"/>
                <a:gd name="T45" fmla="*/ 12 h 1107"/>
                <a:gd name="T46" fmla="*/ 594 w 749"/>
                <a:gd name="T47" fmla="*/ 24 h 1107"/>
                <a:gd name="T48" fmla="*/ 606 w 749"/>
                <a:gd name="T49" fmla="*/ 28 h 1107"/>
                <a:gd name="T50" fmla="*/ 610 w 749"/>
                <a:gd name="T51" fmla="*/ 21 h 1107"/>
                <a:gd name="T52" fmla="*/ 609 w 749"/>
                <a:gd name="T53" fmla="*/ 15 h 1107"/>
                <a:gd name="T54" fmla="*/ 606 w 749"/>
                <a:gd name="T55" fmla="*/ 11 h 1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749" h="1107">
                  <a:moveTo>
                    <a:pt x="24" y="323"/>
                  </a:moveTo>
                  <a:cubicBezTo>
                    <a:pt x="22" y="327"/>
                    <a:pt x="15" y="327"/>
                    <a:pt x="8" y="325"/>
                  </a:cubicBezTo>
                  <a:cubicBezTo>
                    <a:pt x="2" y="324"/>
                    <a:pt x="0" y="319"/>
                    <a:pt x="1" y="313"/>
                  </a:cubicBezTo>
                  <a:cubicBezTo>
                    <a:pt x="3" y="307"/>
                    <a:pt x="9" y="309"/>
                    <a:pt x="10" y="304"/>
                  </a:cubicBezTo>
                  <a:cubicBezTo>
                    <a:pt x="10" y="299"/>
                    <a:pt x="17" y="301"/>
                    <a:pt x="17" y="301"/>
                  </a:cubicBezTo>
                  <a:cubicBezTo>
                    <a:pt x="29" y="302"/>
                    <a:pt x="25" y="318"/>
                    <a:pt x="24" y="323"/>
                  </a:cubicBezTo>
                  <a:close/>
                  <a:moveTo>
                    <a:pt x="615" y="1074"/>
                  </a:moveTo>
                  <a:cubicBezTo>
                    <a:pt x="615" y="1074"/>
                    <a:pt x="603" y="1065"/>
                    <a:pt x="598" y="1067"/>
                  </a:cubicBezTo>
                  <a:cubicBezTo>
                    <a:pt x="592" y="1069"/>
                    <a:pt x="590" y="1076"/>
                    <a:pt x="585" y="1078"/>
                  </a:cubicBezTo>
                  <a:cubicBezTo>
                    <a:pt x="580" y="1079"/>
                    <a:pt x="575" y="1087"/>
                    <a:pt x="589" y="1095"/>
                  </a:cubicBezTo>
                  <a:cubicBezTo>
                    <a:pt x="603" y="1104"/>
                    <a:pt x="613" y="1107"/>
                    <a:pt x="615" y="1099"/>
                  </a:cubicBezTo>
                  <a:cubicBezTo>
                    <a:pt x="617" y="1091"/>
                    <a:pt x="620" y="1080"/>
                    <a:pt x="615" y="1074"/>
                  </a:cubicBezTo>
                  <a:close/>
                  <a:moveTo>
                    <a:pt x="736" y="1009"/>
                  </a:moveTo>
                  <a:cubicBezTo>
                    <a:pt x="736" y="1009"/>
                    <a:pt x="727" y="1007"/>
                    <a:pt x="724" y="1012"/>
                  </a:cubicBezTo>
                  <a:cubicBezTo>
                    <a:pt x="722" y="1018"/>
                    <a:pt x="717" y="1021"/>
                    <a:pt x="713" y="1021"/>
                  </a:cubicBezTo>
                  <a:cubicBezTo>
                    <a:pt x="710" y="1021"/>
                    <a:pt x="708" y="1033"/>
                    <a:pt x="714" y="1037"/>
                  </a:cubicBezTo>
                  <a:cubicBezTo>
                    <a:pt x="721" y="1042"/>
                    <a:pt x="739" y="1049"/>
                    <a:pt x="739" y="1038"/>
                  </a:cubicBezTo>
                  <a:cubicBezTo>
                    <a:pt x="740" y="1027"/>
                    <a:pt x="749" y="1013"/>
                    <a:pt x="736" y="1009"/>
                  </a:cubicBezTo>
                  <a:close/>
                  <a:moveTo>
                    <a:pt x="606" y="11"/>
                  </a:moveTo>
                  <a:cubicBezTo>
                    <a:pt x="606" y="10"/>
                    <a:pt x="606" y="9"/>
                    <a:pt x="606" y="8"/>
                  </a:cubicBezTo>
                  <a:cubicBezTo>
                    <a:pt x="606" y="6"/>
                    <a:pt x="606" y="3"/>
                    <a:pt x="604" y="2"/>
                  </a:cubicBezTo>
                  <a:cubicBezTo>
                    <a:pt x="602" y="0"/>
                    <a:pt x="595" y="1"/>
                    <a:pt x="594" y="4"/>
                  </a:cubicBezTo>
                  <a:cubicBezTo>
                    <a:pt x="593" y="7"/>
                    <a:pt x="587" y="9"/>
                    <a:pt x="587" y="12"/>
                  </a:cubicBezTo>
                  <a:cubicBezTo>
                    <a:pt x="587" y="14"/>
                    <a:pt x="591" y="19"/>
                    <a:pt x="594" y="24"/>
                  </a:cubicBezTo>
                  <a:cubicBezTo>
                    <a:pt x="597" y="28"/>
                    <a:pt x="602" y="29"/>
                    <a:pt x="606" y="28"/>
                  </a:cubicBezTo>
                  <a:cubicBezTo>
                    <a:pt x="609" y="27"/>
                    <a:pt x="610" y="24"/>
                    <a:pt x="610" y="21"/>
                  </a:cubicBezTo>
                  <a:cubicBezTo>
                    <a:pt x="610" y="19"/>
                    <a:pt x="610" y="17"/>
                    <a:pt x="609" y="15"/>
                  </a:cubicBezTo>
                  <a:cubicBezTo>
                    <a:pt x="608" y="13"/>
                    <a:pt x="607" y="12"/>
                    <a:pt x="606" y="11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78" name="Freeform 177"/>
            <p:cNvSpPr>
              <a:spLocks/>
            </p:cNvSpPr>
            <p:nvPr/>
          </p:nvSpPr>
          <p:spPr bwMode="auto">
            <a:xfrm>
              <a:off x="5561013" y="2379663"/>
              <a:ext cx="454025" cy="565150"/>
            </a:xfrm>
            <a:custGeom>
              <a:avLst/>
              <a:gdLst>
                <a:gd name="T0" fmla="*/ 494 w 501"/>
                <a:gd name="T1" fmla="*/ 86 h 621"/>
                <a:gd name="T2" fmla="*/ 501 w 501"/>
                <a:gd name="T3" fmla="*/ 67 h 621"/>
                <a:gd name="T4" fmla="*/ 475 w 501"/>
                <a:gd name="T5" fmla="*/ 64 h 621"/>
                <a:gd name="T6" fmla="*/ 469 w 501"/>
                <a:gd name="T7" fmla="*/ 63 h 621"/>
                <a:gd name="T8" fmla="*/ 406 w 501"/>
                <a:gd name="T9" fmla="*/ 58 h 621"/>
                <a:gd name="T10" fmla="*/ 314 w 501"/>
                <a:gd name="T11" fmla="*/ 90 h 621"/>
                <a:gd name="T12" fmla="*/ 213 w 501"/>
                <a:gd name="T13" fmla="*/ 46 h 621"/>
                <a:gd name="T14" fmla="*/ 139 w 501"/>
                <a:gd name="T15" fmla="*/ 35 h 621"/>
                <a:gd name="T16" fmla="*/ 136 w 501"/>
                <a:gd name="T17" fmla="*/ 34 h 621"/>
                <a:gd name="T18" fmla="*/ 133 w 501"/>
                <a:gd name="T19" fmla="*/ 34 h 621"/>
                <a:gd name="T20" fmla="*/ 131 w 501"/>
                <a:gd name="T21" fmla="*/ 33 h 621"/>
                <a:gd name="T22" fmla="*/ 129 w 501"/>
                <a:gd name="T23" fmla="*/ 32 h 621"/>
                <a:gd name="T24" fmla="*/ 128 w 501"/>
                <a:gd name="T25" fmla="*/ 31 h 621"/>
                <a:gd name="T26" fmla="*/ 126 w 501"/>
                <a:gd name="T27" fmla="*/ 30 h 621"/>
                <a:gd name="T28" fmla="*/ 125 w 501"/>
                <a:gd name="T29" fmla="*/ 29 h 621"/>
                <a:gd name="T30" fmla="*/ 124 w 501"/>
                <a:gd name="T31" fmla="*/ 28 h 621"/>
                <a:gd name="T32" fmla="*/ 123 w 501"/>
                <a:gd name="T33" fmla="*/ 26 h 621"/>
                <a:gd name="T34" fmla="*/ 122 w 501"/>
                <a:gd name="T35" fmla="*/ 25 h 621"/>
                <a:gd name="T36" fmla="*/ 121 w 501"/>
                <a:gd name="T37" fmla="*/ 24 h 621"/>
                <a:gd name="T38" fmla="*/ 121 w 501"/>
                <a:gd name="T39" fmla="*/ 24 h 621"/>
                <a:gd name="T40" fmla="*/ 120 w 501"/>
                <a:gd name="T41" fmla="*/ 23 h 621"/>
                <a:gd name="T42" fmla="*/ 119 w 501"/>
                <a:gd name="T43" fmla="*/ 23 h 621"/>
                <a:gd name="T44" fmla="*/ 96 w 501"/>
                <a:gd name="T45" fmla="*/ 14 h 621"/>
                <a:gd name="T46" fmla="*/ 40 w 501"/>
                <a:gd name="T47" fmla="*/ 14 h 621"/>
                <a:gd name="T48" fmla="*/ 14 w 501"/>
                <a:gd name="T49" fmla="*/ 42 h 621"/>
                <a:gd name="T50" fmla="*/ 13 w 501"/>
                <a:gd name="T51" fmla="*/ 44 h 621"/>
                <a:gd name="T52" fmla="*/ 12 w 501"/>
                <a:gd name="T53" fmla="*/ 45 h 621"/>
                <a:gd name="T54" fmla="*/ 11 w 501"/>
                <a:gd name="T55" fmla="*/ 46 h 621"/>
                <a:gd name="T56" fmla="*/ 29 w 501"/>
                <a:gd name="T57" fmla="*/ 78 h 621"/>
                <a:gd name="T58" fmla="*/ 42 w 501"/>
                <a:gd name="T59" fmla="*/ 126 h 621"/>
                <a:gd name="T60" fmla="*/ 66 w 501"/>
                <a:gd name="T61" fmla="*/ 176 h 621"/>
                <a:gd name="T62" fmla="*/ 34 w 501"/>
                <a:gd name="T63" fmla="*/ 255 h 621"/>
                <a:gd name="T64" fmla="*/ 0 w 501"/>
                <a:gd name="T65" fmla="*/ 319 h 621"/>
                <a:gd name="T66" fmla="*/ 29 w 501"/>
                <a:gd name="T67" fmla="*/ 317 h 621"/>
                <a:gd name="T68" fmla="*/ 26 w 501"/>
                <a:gd name="T69" fmla="*/ 341 h 621"/>
                <a:gd name="T70" fmla="*/ 5 w 501"/>
                <a:gd name="T71" fmla="*/ 373 h 621"/>
                <a:gd name="T72" fmla="*/ 13 w 501"/>
                <a:gd name="T73" fmla="*/ 381 h 621"/>
                <a:gd name="T74" fmla="*/ 22 w 501"/>
                <a:gd name="T75" fmla="*/ 388 h 621"/>
                <a:gd name="T76" fmla="*/ 26 w 501"/>
                <a:gd name="T77" fmla="*/ 392 h 621"/>
                <a:gd name="T78" fmla="*/ 39 w 501"/>
                <a:gd name="T79" fmla="*/ 401 h 621"/>
                <a:gd name="T80" fmla="*/ 45 w 501"/>
                <a:gd name="T81" fmla="*/ 405 h 621"/>
                <a:gd name="T82" fmla="*/ 54 w 501"/>
                <a:gd name="T83" fmla="*/ 411 h 621"/>
                <a:gd name="T84" fmla="*/ 252 w 501"/>
                <a:gd name="T85" fmla="*/ 554 h 621"/>
                <a:gd name="T86" fmla="*/ 365 w 501"/>
                <a:gd name="T87" fmla="*/ 587 h 621"/>
                <a:gd name="T88" fmla="*/ 398 w 501"/>
                <a:gd name="T89" fmla="*/ 511 h 621"/>
                <a:gd name="T90" fmla="*/ 439 w 501"/>
                <a:gd name="T91" fmla="*/ 466 h 621"/>
                <a:gd name="T92" fmla="*/ 485 w 501"/>
                <a:gd name="T93" fmla="*/ 436 h 621"/>
                <a:gd name="T94" fmla="*/ 452 w 501"/>
                <a:gd name="T95" fmla="*/ 379 h 621"/>
                <a:gd name="T96" fmla="*/ 454 w 501"/>
                <a:gd name="T97" fmla="*/ 130 h 6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501" h="621">
                  <a:moveTo>
                    <a:pt x="454" y="130"/>
                  </a:moveTo>
                  <a:cubicBezTo>
                    <a:pt x="458" y="126"/>
                    <a:pt x="484" y="103"/>
                    <a:pt x="494" y="86"/>
                  </a:cubicBezTo>
                  <a:cubicBezTo>
                    <a:pt x="498" y="80"/>
                    <a:pt x="500" y="73"/>
                    <a:pt x="501" y="67"/>
                  </a:cubicBezTo>
                  <a:cubicBezTo>
                    <a:pt x="501" y="67"/>
                    <a:pt x="501" y="67"/>
                    <a:pt x="501" y="67"/>
                  </a:cubicBezTo>
                  <a:cubicBezTo>
                    <a:pt x="494" y="68"/>
                    <a:pt x="485" y="66"/>
                    <a:pt x="476" y="64"/>
                  </a:cubicBezTo>
                  <a:cubicBezTo>
                    <a:pt x="475" y="64"/>
                    <a:pt x="475" y="64"/>
                    <a:pt x="475" y="64"/>
                  </a:cubicBezTo>
                  <a:cubicBezTo>
                    <a:pt x="474" y="64"/>
                    <a:pt x="473" y="64"/>
                    <a:pt x="473" y="64"/>
                  </a:cubicBezTo>
                  <a:cubicBezTo>
                    <a:pt x="472" y="63"/>
                    <a:pt x="470" y="63"/>
                    <a:pt x="469" y="63"/>
                  </a:cubicBezTo>
                  <a:cubicBezTo>
                    <a:pt x="452" y="60"/>
                    <a:pt x="458" y="46"/>
                    <a:pt x="440" y="43"/>
                  </a:cubicBezTo>
                  <a:cubicBezTo>
                    <a:pt x="421" y="40"/>
                    <a:pt x="426" y="56"/>
                    <a:pt x="406" y="58"/>
                  </a:cubicBezTo>
                  <a:cubicBezTo>
                    <a:pt x="386" y="59"/>
                    <a:pt x="393" y="60"/>
                    <a:pt x="377" y="84"/>
                  </a:cubicBezTo>
                  <a:cubicBezTo>
                    <a:pt x="361" y="108"/>
                    <a:pt x="332" y="92"/>
                    <a:pt x="314" y="90"/>
                  </a:cubicBezTo>
                  <a:cubicBezTo>
                    <a:pt x="297" y="87"/>
                    <a:pt x="289" y="90"/>
                    <a:pt x="266" y="83"/>
                  </a:cubicBezTo>
                  <a:cubicBezTo>
                    <a:pt x="244" y="76"/>
                    <a:pt x="237" y="70"/>
                    <a:pt x="213" y="46"/>
                  </a:cubicBezTo>
                  <a:cubicBezTo>
                    <a:pt x="189" y="22"/>
                    <a:pt x="162" y="35"/>
                    <a:pt x="142" y="35"/>
                  </a:cubicBezTo>
                  <a:cubicBezTo>
                    <a:pt x="141" y="35"/>
                    <a:pt x="140" y="35"/>
                    <a:pt x="139" y="35"/>
                  </a:cubicBezTo>
                  <a:cubicBezTo>
                    <a:pt x="138" y="35"/>
                    <a:pt x="138" y="35"/>
                    <a:pt x="138" y="35"/>
                  </a:cubicBezTo>
                  <a:cubicBezTo>
                    <a:pt x="137" y="35"/>
                    <a:pt x="137" y="35"/>
                    <a:pt x="136" y="34"/>
                  </a:cubicBezTo>
                  <a:cubicBezTo>
                    <a:pt x="135" y="34"/>
                    <a:pt x="135" y="34"/>
                    <a:pt x="135" y="34"/>
                  </a:cubicBezTo>
                  <a:cubicBezTo>
                    <a:pt x="134" y="34"/>
                    <a:pt x="134" y="34"/>
                    <a:pt x="133" y="34"/>
                  </a:cubicBezTo>
                  <a:cubicBezTo>
                    <a:pt x="133" y="34"/>
                    <a:pt x="133" y="34"/>
                    <a:pt x="132" y="34"/>
                  </a:cubicBezTo>
                  <a:cubicBezTo>
                    <a:pt x="132" y="33"/>
                    <a:pt x="132" y="33"/>
                    <a:pt x="131" y="33"/>
                  </a:cubicBezTo>
                  <a:cubicBezTo>
                    <a:pt x="131" y="33"/>
                    <a:pt x="131" y="33"/>
                    <a:pt x="130" y="33"/>
                  </a:cubicBezTo>
                  <a:cubicBezTo>
                    <a:pt x="130" y="32"/>
                    <a:pt x="130" y="32"/>
                    <a:pt x="129" y="32"/>
                  </a:cubicBezTo>
                  <a:cubicBezTo>
                    <a:pt x="129" y="32"/>
                    <a:pt x="129" y="32"/>
                    <a:pt x="129" y="32"/>
                  </a:cubicBezTo>
                  <a:cubicBezTo>
                    <a:pt x="128" y="31"/>
                    <a:pt x="128" y="31"/>
                    <a:pt x="128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7" y="30"/>
                    <a:pt x="126" y="30"/>
                    <a:pt x="126" y="30"/>
                  </a:cubicBezTo>
                  <a:cubicBezTo>
                    <a:pt x="126" y="30"/>
                    <a:pt x="126" y="30"/>
                    <a:pt x="126" y="29"/>
                  </a:cubicBezTo>
                  <a:cubicBezTo>
                    <a:pt x="125" y="29"/>
                    <a:pt x="125" y="29"/>
                    <a:pt x="125" y="29"/>
                  </a:cubicBezTo>
                  <a:cubicBezTo>
                    <a:pt x="125" y="28"/>
                    <a:pt x="125" y="28"/>
                    <a:pt x="125" y="28"/>
                  </a:cubicBezTo>
                  <a:cubicBezTo>
                    <a:pt x="124" y="28"/>
                    <a:pt x="124" y="28"/>
                    <a:pt x="124" y="28"/>
                  </a:cubicBezTo>
                  <a:cubicBezTo>
                    <a:pt x="124" y="27"/>
                    <a:pt x="124" y="27"/>
                    <a:pt x="124" y="27"/>
                  </a:cubicBezTo>
                  <a:cubicBezTo>
                    <a:pt x="123" y="27"/>
                    <a:pt x="123" y="27"/>
                    <a:pt x="123" y="26"/>
                  </a:cubicBezTo>
                  <a:cubicBezTo>
                    <a:pt x="123" y="26"/>
                    <a:pt x="123" y="26"/>
                    <a:pt x="123" y="26"/>
                  </a:cubicBezTo>
                  <a:cubicBezTo>
                    <a:pt x="122" y="25"/>
                    <a:pt x="122" y="25"/>
                    <a:pt x="122" y="25"/>
                  </a:cubicBezTo>
                  <a:cubicBezTo>
                    <a:pt x="122" y="25"/>
                    <a:pt x="122" y="25"/>
                    <a:pt x="122" y="25"/>
                  </a:cubicBezTo>
                  <a:cubicBezTo>
                    <a:pt x="122" y="25"/>
                    <a:pt x="122" y="24"/>
                    <a:pt x="121" y="24"/>
                  </a:cubicBezTo>
                  <a:cubicBezTo>
                    <a:pt x="121" y="24"/>
                    <a:pt x="121" y="24"/>
                    <a:pt x="121" y="24"/>
                  </a:cubicBezTo>
                  <a:cubicBezTo>
                    <a:pt x="121" y="24"/>
                    <a:pt x="121" y="24"/>
                    <a:pt x="121" y="24"/>
                  </a:cubicBezTo>
                  <a:cubicBezTo>
                    <a:pt x="121" y="23"/>
                    <a:pt x="120" y="23"/>
                    <a:pt x="120" y="23"/>
                  </a:cubicBezTo>
                  <a:cubicBezTo>
                    <a:pt x="120" y="23"/>
                    <a:pt x="120" y="23"/>
                    <a:pt x="120" y="23"/>
                  </a:cubicBezTo>
                  <a:cubicBezTo>
                    <a:pt x="120" y="23"/>
                    <a:pt x="120" y="23"/>
                    <a:pt x="119" y="23"/>
                  </a:cubicBezTo>
                  <a:cubicBezTo>
                    <a:pt x="119" y="23"/>
                    <a:pt x="119" y="23"/>
                    <a:pt x="119" y="23"/>
                  </a:cubicBezTo>
                  <a:cubicBezTo>
                    <a:pt x="119" y="23"/>
                    <a:pt x="119" y="23"/>
                    <a:pt x="118" y="23"/>
                  </a:cubicBezTo>
                  <a:cubicBezTo>
                    <a:pt x="113" y="24"/>
                    <a:pt x="101" y="22"/>
                    <a:pt x="96" y="14"/>
                  </a:cubicBezTo>
                  <a:cubicBezTo>
                    <a:pt x="90" y="6"/>
                    <a:pt x="92" y="0"/>
                    <a:pt x="76" y="0"/>
                  </a:cubicBezTo>
                  <a:cubicBezTo>
                    <a:pt x="60" y="0"/>
                    <a:pt x="54" y="14"/>
                    <a:pt x="40" y="14"/>
                  </a:cubicBezTo>
                  <a:cubicBezTo>
                    <a:pt x="25" y="14"/>
                    <a:pt x="18" y="23"/>
                    <a:pt x="14" y="39"/>
                  </a:cubicBezTo>
                  <a:cubicBezTo>
                    <a:pt x="14" y="40"/>
                    <a:pt x="14" y="41"/>
                    <a:pt x="14" y="42"/>
                  </a:cubicBezTo>
                  <a:cubicBezTo>
                    <a:pt x="13" y="42"/>
                    <a:pt x="13" y="43"/>
                    <a:pt x="13" y="43"/>
                  </a:cubicBezTo>
                  <a:cubicBezTo>
                    <a:pt x="13" y="43"/>
                    <a:pt x="13" y="43"/>
                    <a:pt x="13" y="44"/>
                  </a:cubicBezTo>
                  <a:cubicBezTo>
                    <a:pt x="12" y="44"/>
                    <a:pt x="12" y="45"/>
                    <a:pt x="12" y="45"/>
                  </a:cubicBezTo>
                  <a:cubicBezTo>
                    <a:pt x="12" y="45"/>
                    <a:pt x="12" y="45"/>
                    <a:pt x="12" y="45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3" y="52"/>
                    <a:pt x="16" y="59"/>
                    <a:pt x="16" y="63"/>
                  </a:cubicBezTo>
                  <a:cubicBezTo>
                    <a:pt x="16" y="71"/>
                    <a:pt x="17" y="78"/>
                    <a:pt x="29" y="78"/>
                  </a:cubicBezTo>
                  <a:cubicBezTo>
                    <a:pt x="41" y="78"/>
                    <a:pt x="34" y="94"/>
                    <a:pt x="34" y="102"/>
                  </a:cubicBezTo>
                  <a:cubicBezTo>
                    <a:pt x="34" y="110"/>
                    <a:pt x="37" y="122"/>
                    <a:pt x="42" y="126"/>
                  </a:cubicBezTo>
                  <a:cubicBezTo>
                    <a:pt x="48" y="130"/>
                    <a:pt x="48" y="143"/>
                    <a:pt x="57" y="148"/>
                  </a:cubicBezTo>
                  <a:cubicBezTo>
                    <a:pt x="66" y="154"/>
                    <a:pt x="66" y="167"/>
                    <a:pt x="66" y="176"/>
                  </a:cubicBezTo>
                  <a:cubicBezTo>
                    <a:pt x="66" y="186"/>
                    <a:pt x="74" y="204"/>
                    <a:pt x="64" y="222"/>
                  </a:cubicBezTo>
                  <a:cubicBezTo>
                    <a:pt x="53" y="239"/>
                    <a:pt x="42" y="242"/>
                    <a:pt x="34" y="255"/>
                  </a:cubicBezTo>
                  <a:cubicBezTo>
                    <a:pt x="26" y="268"/>
                    <a:pt x="10" y="283"/>
                    <a:pt x="4" y="304"/>
                  </a:cubicBezTo>
                  <a:cubicBezTo>
                    <a:pt x="2" y="309"/>
                    <a:pt x="1" y="314"/>
                    <a:pt x="0" y="319"/>
                  </a:cubicBezTo>
                  <a:cubicBezTo>
                    <a:pt x="4" y="321"/>
                    <a:pt x="7" y="324"/>
                    <a:pt x="11" y="325"/>
                  </a:cubicBezTo>
                  <a:cubicBezTo>
                    <a:pt x="17" y="326"/>
                    <a:pt x="20" y="317"/>
                    <a:pt x="29" y="317"/>
                  </a:cubicBezTo>
                  <a:cubicBezTo>
                    <a:pt x="38" y="317"/>
                    <a:pt x="46" y="325"/>
                    <a:pt x="43" y="330"/>
                  </a:cubicBezTo>
                  <a:cubicBezTo>
                    <a:pt x="40" y="335"/>
                    <a:pt x="33" y="339"/>
                    <a:pt x="26" y="341"/>
                  </a:cubicBezTo>
                  <a:cubicBezTo>
                    <a:pt x="20" y="343"/>
                    <a:pt x="14" y="345"/>
                    <a:pt x="7" y="353"/>
                  </a:cubicBezTo>
                  <a:cubicBezTo>
                    <a:pt x="4" y="357"/>
                    <a:pt x="4" y="365"/>
                    <a:pt x="5" y="373"/>
                  </a:cubicBezTo>
                  <a:cubicBezTo>
                    <a:pt x="6" y="374"/>
                    <a:pt x="8" y="376"/>
                    <a:pt x="10" y="378"/>
                  </a:cubicBezTo>
                  <a:cubicBezTo>
                    <a:pt x="11" y="379"/>
                    <a:pt x="12" y="380"/>
                    <a:pt x="13" y="381"/>
                  </a:cubicBezTo>
                  <a:cubicBezTo>
                    <a:pt x="13" y="381"/>
                    <a:pt x="13" y="381"/>
                    <a:pt x="13" y="381"/>
                  </a:cubicBezTo>
                  <a:cubicBezTo>
                    <a:pt x="16" y="384"/>
                    <a:pt x="18" y="386"/>
                    <a:pt x="22" y="388"/>
                  </a:cubicBezTo>
                  <a:cubicBezTo>
                    <a:pt x="22" y="389"/>
                    <a:pt x="22" y="389"/>
                    <a:pt x="22" y="389"/>
                  </a:cubicBezTo>
                  <a:cubicBezTo>
                    <a:pt x="23" y="390"/>
                    <a:pt x="25" y="391"/>
                    <a:pt x="26" y="392"/>
                  </a:cubicBezTo>
                  <a:cubicBezTo>
                    <a:pt x="27" y="392"/>
                    <a:pt x="27" y="392"/>
                    <a:pt x="27" y="393"/>
                  </a:cubicBezTo>
                  <a:cubicBezTo>
                    <a:pt x="31" y="395"/>
                    <a:pt x="34" y="398"/>
                    <a:pt x="39" y="401"/>
                  </a:cubicBezTo>
                  <a:cubicBezTo>
                    <a:pt x="39" y="401"/>
                    <a:pt x="40" y="401"/>
                    <a:pt x="40" y="402"/>
                  </a:cubicBezTo>
                  <a:cubicBezTo>
                    <a:pt x="42" y="403"/>
                    <a:pt x="44" y="404"/>
                    <a:pt x="45" y="405"/>
                  </a:cubicBezTo>
                  <a:cubicBezTo>
                    <a:pt x="46" y="406"/>
                    <a:pt x="46" y="406"/>
                    <a:pt x="47" y="406"/>
                  </a:cubicBezTo>
                  <a:cubicBezTo>
                    <a:pt x="49" y="408"/>
                    <a:pt x="52" y="409"/>
                    <a:pt x="54" y="411"/>
                  </a:cubicBezTo>
                  <a:cubicBezTo>
                    <a:pt x="88" y="432"/>
                    <a:pt x="246" y="503"/>
                    <a:pt x="242" y="522"/>
                  </a:cubicBezTo>
                  <a:cubicBezTo>
                    <a:pt x="238" y="540"/>
                    <a:pt x="240" y="551"/>
                    <a:pt x="252" y="554"/>
                  </a:cubicBezTo>
                  <a:cubicBezTo>
                    <a:pt x="262" y="556"/>
                    <a:pt x="313" y="598"/>
                    <a:pt x="342" y="621"/>
                  </a:cubicBezTo>
                  <a:cubicBezTo>
                    <a:pt x="349" y="611"/>
                    <a:pt x="362" y="604"/>
                    <a:pt x="365" y="587"/>
                  </a:cubicBezTo>
                  <a:cubicBezTo>
                    <a:pt x="368" y="568"/>
                    <a:pt x="376" y="554"/>
                    <a:pt x="385" y="542"/>
                  </a:cubicBezTo>
                  <a:cubicBezTo>
                    <a:pt x="395" y="530"/>
                    <a:pt x="392" y="530"/>
                    <a:pt x="398" y="511"/>
                  </a:cubicBezTo>
                  <a:cubicBezTo>
                    <a:pt x="405" y="491"/>
                    <a:pt x="409" y="485"/>
                    <a:pt x="420" y="482"/>
                  </a:cubicBezTo>
                  <a:cubicBezTo>
                    <a:pt x="430" y="478"/>
                    <a:pt x="434" y="477"/>
                    <a:pt x="439" y="466"/>
                  </a:cubicBezTo>
                  <a:cubicBezTo>
                    <a:pt x="444" y="454"/>
                    <a:pt x="452" y="436"/>
                    <a:pt x="466" y="438"/>
                  </a:cubicBezTo>
                  <a:cubicBezTo>
                    <a:pt x="473" y="438"/>
                    <a:pt x="480" y="439"/>
                    <a:pt x="485" y="436"/>
                  </a:cubicBezTo>
                  <a:cubicBezTo>
                    <a:pt x="486" y="407"/>
                    <a:pt x="478" y="411"/>
                    <a:pt x="473" y="406"/>
                  </a:cubicBezTo>
                  <a:cubicBezTo>
                    <a:pt x="468" y="400"/>
                    <a:pt x="457" y="386"/>
                    <a:pt x="452" y="379"/>
                  </a:cubicBezTo>
                  <a:cubicBezTo>
                    <a:pt x="446" y="372"/>
                    <a:pt x="450" y="202"/>
                    <a:pt x="450" y="179"/>
                  </a:cubicBezTo>
                  <a:cubicBezTo>
                    <a:pt x="450" y="156"/>
                    <a:pt x="450" y="134"/>
                    <a:pt x="454" y="130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14" name="Freeform 213"/>
            <p:cNvSpPr>
              <a:spLocks/>
            </p:cNvSpPr>
            <p:nvPr/>
          </p:nvSpPr>
          <p:spPr bwMode="auto">
            <a:xfrm>
              <a:off x="5307013" y="2420938"/>
              <a:ext cx="320675" cy="336550"/>
            </a:xfrm>
            <a:custGeom>
              <a:avLst/>
              <a:gdLst>
                <a:gd name="T0" fmla="*/ 70 w 353"/>
                <a:gd name="T1" fmla="*/ 334 h 370"/>
                <a:gd name="T2" fmla="*/ 72 w 353"/>
                <a:gd name="T3" fmla="*/ 333 h 370"/>
                <a:gd name="T4" fmla="*/ 75 w 353"/>
                <a:gd name="T5" fmla="*/ 333 h 370"/>
                <a:gd name="T6" fmla="*/ 77 w 353"/>
                <a:gd name="T7" fmla="*/ 332 h 370"/>
                <a:gd name="T8" fmla="*/ 80 w 353"/>
                <a:gd name="T9" fmla="*/ 332 h 370"/>
                <a:gd name="T10" fmla="*/ 129 w 353"/>
                <a:gd name="T11" fmla="*/ 334 h 370"/>
                <a:gd name="T12" fmla="*/ 151 w 353"/>
                <a:gd name="T13" fmla="*/ 323 h 370"/>
                <a:gd name="T14" fmla="*/ 156 w 353"/>
                <a:gd name="T15" fmla="*/ 297 h 370"/>
                <a:gd name="T16" fmla="*/ 169 w 353"/>
                <a:gd name="T17" fmla="*/ 273 h 370"/>
                <a:gd name="T18" fmla="*/ 214 w 353"/>
                <a:gd name="T19" fmla="*/ 271 h 370"/>
                <a:gd name="T20" fmla="*/ 233 w 353"/>
                <a:gd name="T21" fmla="*/ 254 h 370"/>
                <a:gd name="T22" fmla="*/ 249 w 353"/>
                <a:gd name="T23" fmla="*/ 258 h 370"/>
                <a:gd name="T24" fmla="*/ 264 w 353"/>
                <a:gd name="T25" fmla="*/ 265 h 370"/>
                <a:gd name="T26" fmla="*/ 279 w 353"/>
                <a:gd name="T27" fmla="*/ 273 h 370"/>
                <a:gd name="T28" fmla="*/ 313 w 353"/>
                <a:gd name="T29" fmla="*/ 209 h 370"/>
                <a:gd name="T30" fmla="*/ 345 w 353"/>
                <a:gd name="T31" fmla="*/ 130 h 370"/>
                <a:gd name="T32" fmla="*/ 321 w 353"/>
                <a:gd name="T33" fmla="*/ 80 h 370"/>
                <a:gd name="T34" fmla="*/ 308 w 353"/>
                <a:gd name="T35" fmla="*/ 32 h 370"/>
                <a:gd name="T36" fmla="*/ 290 w 353"/>
                <a:gd name="T37" fmla="*/ 0 h 370"/>
                <a:gd name="T38" fmla="*/ 289 w 353"/>
                <a:gd name="T39" fmla="*/ 1 h 370"/>
                <a:gd name="T40" fmla="*/ 288 w 353"/>
                <a:gd name="T41" fmla="*/ 1 h 370"/>
                <a:gd name="T42" fmla="*/ 279 w 353"/>
                <a:gd name="T43" fmla="*/ 3 h 370"/>
                <a:gd name="T44" fmla="*/ 277 w 353"/>
                <a:gd name="T45" fmla="*/ 4 h 370"/>
                <a:gd name="T46" fmla="*/ 275 w 353"/>
                <a:gd name="T47" fmla="*/ 6 h 370"/>
                <a:gd name="T48" fmla="*/ 273 w 353"/>
                <a:gd name="T49" fmla="*/ 8 h 370"/>
                <a:gd name="T50" fmla="*/ 270 w 353"/>
                <a:gd name="T51" fmla="*/ 10 h 370"/>
                <a:gd name="T52" fmla="*/ 231 w 353"/>
                <a:gd name="T53" fmla="*/ 22 h 370"/>
                <a:gd name="T54" fmla="*/ 175 w 353"/>
                <a:gd name="T55" fmla="*/ 40 h 370"/>
                <a:gd name="T56" fmla="*/ 105 w 353"/>
                <a:gd name="T57" fmla="*/ 30 h 370"/>
                <a:gd name="T58" fmla="*/ 102 w 353"/>
                <a:gd name="T59" fmla="*/ 30 h 370"/>
                <a:gd name="T60" fmla="*/ 99 w 353"/>
                <a:gd name="T61" fmla="*/ 30 h 370"/>
                <a:gd name="T62" fmla="*/ 97 w 353"/>
                <a:gd name="T63" fmla="*/ 30 h 370"/>
                <a:gd name="T64" fmla="*/ 93 w 353"/>
                <a:gd name="T65" fmla="*/ 32 h 370"/>
                <a:gd name="T66" fmla="*/ 91 w 353"/>
                <a:gd name="T67" fmla="*/ 33 h 370"/>
                <a:gd name="T68" fmla="*/ 83 w 353"/>
                <a:gd name="T69" fmla="*/ 41 h 370"/>
                <a:gd name="T70" fmla="*/ 88 w 353"/>
                <a:gd name="T71" fmla="*/ 64 h 370"/>
                <a:gd name="T72" fmla="*/ 79 w 353"/>
                <a:gd name="T73" fmla="*/ 104 h 370"/>
                <a:gd name="T74" fmla="*/ 111 w 353"/>
                <a:gd name="T75" fmla="*/ 132 h 370"/>
                <a:gd name="T76" fmla="*/ 63 w 353"/>
                <a:gd name="T77" fmla="*/ 184 h 370"/>
                <a:gd name="T78" fmla="*/ 4 w 353"/>
                <a:gd name="T79" fmla="*/ 293 h 370"/>
                <a:gd name="T80" fmla="*/ 0 w 353"/>
                <a:gd name="T81" fmla="*/ 351 h 370"/>
                <a:gd name="T82" fmla="*/ 12 w 353"/>
                <a:gd name="T83" fmla="*/ 357 h 370"/>
                <a:gd name="T84" fmla="*/ 35 w 353"/>
                <a:gd name="T85" fmla="*/ 361 h 370"/>
                <a:gd name="T86" fmla="*/ 55 w 353"/>
                <a:gd name="T87" fmla="*/ 340 h 370"/>
                <a:gd name="T88" fmla="*/ 58 w 353"/>
                <a:gd name="T89" fmla="*/ 339 h 370"/>
                <a:gd name="T90" fmla="*/ 60 w 353"/>
                <a:gd name="T91" fmla="*/ 339 h 370"/>
                <a:gd name="T92" fmla="*/ 62 w 353"/>
                <a:gd name="T93" fmla="*/ 338 h 370"/>
                <a:gd name="T94" fmla="*/ 68 w 353"/>
                <a:gd name="T95" fmla="*/ 335 h 3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353" h="370">
                  <a:moveTo>
                    <a:pt x="69" y="335"/>
                  </a:moveTo>
                  <a:cubicBezTo>
                    <a:pt x="70" y="334"/>
                    <a:pt x="70" y="334"/>
                    <a:pt x="70" y="334"/>
                  </a:cubicBezTo>
                  <a:cubicBezTo>
                    <a:pt x="71" y="334"/>
                    <a:pt x="71" y="334"/>
                    <a:pt x="71" y="334"/>
                  </a:cubicBezTo>
                  <a:cubicBezTo>
                    <a:pt x="72" y="334"/>
                    <a:pt x="72" y="334"/>
                    <a:pt x="72" y="333"/>
                  </a:cubicBezTo>
                  <a:cubicBezTo>
                    <a:pt x="73" y="333"/>
                    <a:pt x="73" y="333"/>
                    <a:pt x="74" y="333"/>
                  </a:cubicBezTo>
                  <a:cubicBezTo>
                    <a:pt x="74" y="333"/>
                    <a:pt x="74" y="333"/>
                    <a:pt x="75" y="333"/>
                  </a:cubicBezTo>
                  <a:cubicBezTo>
                    <a:pt x="75" y="333"/>
                    <a:pt x="76" y="333"/>
                    <a:pt x="76" y="332"/>
                  </a:cubicBezTo>
                  <a:cubicBezTo>
                    <a:pt x="77" y="332"/>
                    <a:pt x="77" y="332"/>
                    <a:pt x="77" y="332"/>
                  </a:cubicBezTo>
                  <a:cubicBezTo>
                    <a:pt x="78" y="332"/>
                    <a:pt x="78" y="332"/>
                    <a:pt x="79" y="332"/>
                  </a:cubicBezTo>
                  <a:cubicBezTo>
                    <a:pt x="79" y="332"/>
                    <a:pt x="79" y="332"/>
                    <a:pt x="80" y="332"/>
                  </a:cubicBezTo>
                  <a:cubicBezTo>
                    <a:pt x="81" y="332"/>
                    <a:pt x="82" y="332"/>
                    <a:pt x="83" y="332"/>
                  </a:cubicBezTo>
                  <a:cubicBezTo>
                    <a:pt x="97" y="334"/>
                    <a:pt x="123" y="334"/>
                    <a:pt x="129" y="334"/>
                  </a:cubicBezTo>
                  <a:cubicBezTo>
                    <a:pt x="133" y="334"/>
                    <a:pt x="144" y="334"/>
                    <a:pt x="156" y="334"/>
                  </a:cubicBezTo>
                  <a:cubicBezTo>
                    <a:pt x="155" y="329"/>
                    <a:pt x="153" y="324"/>
                    <a:pt x="151" y="323"/>
                  </a:cubicBezTo>
                  <a:cubicBezTo>
                    <a:pt x="149" y="321"/>
                    <a:pt x="149" y="317"/>
                    <a:pt x="149" y="309"/>
                  </a:cubicBezTo>
                  <a:cubicBezTo>
                    <a:pt x="149" y="300"/>
                    <a:pt x="154" y="304"/>
                    <a:pt x="156" y="297"/>
                  </a:cubicBezTo>
                  <a:cubicBezTo>
                    <a:pt x="157" y="290"/>
                    <a:pt x="157" y="291"/>
                    <a:pt x="163" y="287"/>
                  </a:cubicBezTo>
                  <a:cubicBezTo>
                    <a:pt x="168" y="284"/>
                    <a:pt x="164" y="278"/>
                    <a:pt x="169" y="273"/>
                  </a:cubicBezTo>
                  <a:cubicBezTo>
                    <a:pt x="173" y="268"/>
                    <a:pt x="185" y="273"/>
                    <a:pt x="193" y="273"/>
                  </a:cubicBezTo>
                  <a:cubicBezTo>
                    <a:pt x="202" y="273"/>
                    <a:pt x="209" y="270"/>
                    <a:pt x="214" y="271"/>
                  </a:cubicBezTo>
                  <a:cubicBezTo>
                    <a:pt x="218" y="272"/>
                    <a:pt x="225" y="269"/>
                    <a:pt x="231" y="269"/>
                  </a:cubicBezTo>
                  <a:cubicBezTo>
                    <a:pt x="236" y="269"/>
                    <a:pt x="228" y="254"/>
                    <a:pt x="233" y="254"/>
                  </a:cubicBezTo>
                  <a:cubicBezTo>
                    <a:pt x="238" y="254"/>
                    <a:pt x="240" y="256"/>
                    <a:pt x="241" y="262"/>
                  </a:cubicBezTo>
                  <a:cubicBezTo>
                    <a:pt x="243" y="268"/>
                    <a:pt x="248" y="264"/>
                    <a:pt x="249" y="258"/>
                  </a:cubicBezTo>
                  <a:cubicBezTo>
                    <a:pt x="250" y="252"/>
                    <a:pt x="254" y="254"/>
                    <a:pt x="261" y="255"/>
                  </a:cubicBezTo>
                  <a:cubicBezTo>
                    <a:pt x="268" y="256"/>
                    <a:pt x="264" y="258"/>
                    <a:pt x="264" y="265"/>
                  </a:cubicBezTo>
                  <a:cubicBezTo>
                    <a:pt x="264" y="272"/>
                    <a:pt x="269" y="270"/>
                    <a:pt x="269" y="270"/>
                  </a:cubicBezTo>
                  <a:cubicBezTo>
                    <a:pt x="273" y="270"/>
                    <a:pt x="276" y="272"/>
                    <a:pt x="279" y="273"/>
                  </a:cubicBezTo>
                  <a:cubicBezTo>
                    <a:pt x="280" y="268"/>
                    <a:pt x="281" y="263"/>
                    <a:pt x="283" y="258"/>
                  </a:cubicBezTo>
                  <a:cubicBezTo>
                    <a:pt x="289" y="237"/>
                    <a:pt x="305" y="222"/>
                    <a:pt x="313" y="209"/>
                  </a:cubicBezTo>
                  <a:cubicBezTo>
                    <a:pt x="321" y="196"/>
                    <a:pt x="332" y="193"/>
                    <a:pt x="343" y="176"/>
                  </a:cubicBezTo>
                  <a:cubicBezTo>
                    <a:pt x="353" y="158"/>
                    <a:pt x="345" y="140"/>
                    <a:pt x="345" y="130"/>
                  </a:cubicBezTo>
                  <a:cubicBezTo>
                    <a:pt x="345" y="121"/>
                    <a:pt x="345" y="108"/>
                    <a:pt x="336" y="102"/>
                  </a:cubicBezTo>
                  <a:cubicBezTo>
                    <a:pt x="327" y="97"/>
                    <a:pt x="327" y="84"/>
                    <a:pt x="321" y="80"/>
                  </a:cubicBezTo>
                  <a:cubicBezTo>
                    <a:pt x="316" y="76"/>
                    <a:pt x="313" y="64"/>
                    <a:pt x="313" y="56"/>
                  </a:cubicBezTo>
                  <a:cubicBezTo>
                    <a:pt x="313" y="48"/>
                    <a:pt x="320" y="32"/>
                    <a:pt x="308" y="32"/>
                  </a:cubicBezTo>
                  <a:cubicBezTo>
                    <a:pt x="296" y="32"/>
                    <a:pt x="295" y="25"/>
                    <a:pt x="295" y="17"/>
                  </a:cubicBezTo>
                  <a:cubicBezTo>
                    <a:pt x="295" y="13"/>
                    <a:pt x="292" y="6"/>
                    <a:pt x="290" y="0"/>
                  </a:cubicBezTo>
                  <a:cubicBezTo>
                    <a:pt x="290" y="0"/>
                    <a:pt x="289" y="0"/>
                    <a:pt x="289" y="1"/>
                  </a:cubicBezTo>
                  <a:cubicBezTo>
                    <a:pt x="289" y="1"/>
                    <a:pt x="289" y="1"/>
                    <a:pt x="289" y="1"/>
                  </a:cubicBezTo>
                  <a:cubicBezTo>
                    <a:pt x="288" y="1"/>
                    <a:pt x="288" y="1"/>
                    <a:pt x="288" y="1"/>
                  </a:cubicBezTo>
                  <a:cubicBezTo>
                    <a:pt x="288" y="1"/>
                    <a:pt x="288" y="1"/>
                    <a:pt x="288" y="1"/>
                  </a:cubicBezTo>
                  <a:cubicBezTo>
                    <a:pt x="286" y="2"/>
                    <a:pt x="283" y="2"/>
                    <a:pt x="280" y="3"/>
                  </a:cubicBezTo>
                  <a:cubicBezTo>
                    <a:pt x="280" y="3"/>
                    <a:pt x="280" y="3"/>
                    <a:pt x="279" y="3"/>
                  </a:cubicBezTo>
                  <a:cubicBezTo>
                    <a:pt x="279" y="4"/>
                    <a:pt x="278" y="4"/>
                    <a:pt x="278" y="4"/>
                  </a:cubicBezTo>
                  <a:cubicBezTo>
                    <a:pt x="278" y="4"/>
                    <a:pt x="278" y="4"/>
                    <a:pt x="277" y="4"/>
                  </a:cubicBezTo>
                  <a:cubicBezTo>
                    <a:pt x="277" y="5"/>
                    <a:pt x="276" y="5"/>
                    <a:pt x="275" y="6"/>
                  </a:cubicBezTo>
                  <a:cubicBezTo>
                    <a:pt x="275" y="6"/>
                    <a:pt x="275" y="6"/>
                    <a:pt x="275" y="6"/>
                  </a:cubicBezTo>
                  <a:cubicBezTo>
                    <a:pt x="275" y="6"/>
                    <a:pt x="274" y="7"/>
                    <a:pt x="273" y="7"/>
                  </a:cubicBezTo>
                  <a:cubicBezTo>
                    <a:pt x="273" y="8"/>
                    <a:pt x="273" y="8"/>
                    <a:pt x="273" y="8"/>
                  </a:cubicBezTo>
                  <a:cubicBezTo>
                    <a:pt x="272" y="8"/>
                    <a:pt x="272" y="9"/>
                    <a:pt x="271" y="9"/>
                  </a:cubicBezTo>
                  <a:cubicBezTo>
                    <a:pt x="271" y="10"/>
                    <a:pt x="271" y="10"/>
                    <a:pt x="270" y="10"/>
                  </a:cubicBezTo>
                  <a:cubicBezTo>
                    <a:pt x="270" y="11"/>
                    <a:pt x="269" y="12"/>
                    <a:pt x="268" y="13"/>
                  </a:cubicBezTo>
                  <a:cubicBezTo>
                    <a:pt x="253" y="32"/>
                    <a:pt x="240" y="30"/>
                    <a:pt x="231" y="22"/>
                  </a:cubicBezTo>
                  <a:cubicBezTo>
                    <a:pt x="221" y="14"/>
                    <a:pt x="209" y="26"/>
                    <a:pt x="195" y="26"/>
                  </a:cubicBezTo>
                  <a:cubicBezTo>
                    <a:pt x="180" y="26"/>
                    <a:pt x="181" y="33"/>
                    <a:pt x="175" y="40"/>
                  </a:cubicBezTo>
                  <a:cubicBezTo>
                    <a:pt x="168" y="46"/>
                    <a:pt x="160" y="42"/>
                    <a:pt x="152" y="33"/>
                  </a:cubicBezTo>
                  <a:cubicBezTo>
                    <a:pt x="144" y="24"/>
                    <a:pt x="124" y="33"/>
                    <a:pt x="105" y="30"/>
                  </a:cubicBezTo>
                  <a:cubicBezTo>
                    <a:pt x="104" y="30"/>
                    <a:pt x="103" y="30"/>
                    <a:pt x="102" y="30"/>
                  </a:cubicBezTo>
                  <a:cubicBezTo>
                    <a:pt x="102" y="30"/>
                    <a:pt x="102" y="30"/>
                    <a:pt x="102" y="30"/>
                  </a:cubicBezTo>
                  <a:cubicBezTo>
                    <a:pt x="101" y="30"/>
                    <a:pt x="100" y="30"/>
                    <a:pt x="100" y="30"/>
                  </a:cubicBezTo>
                  <a:cubicBezTo>
                    <a:pt x="99" y="30"/>
                    <a:pt x="99" y="30"/>
                    <a:pt x="99" y="30"/>
                  </a:cubicBezTo>
                  <a:cubicBezTo>
                    <a:pt x="98" y="30"/>
                    <a:pt x="98" y="30"/>
                    <a:pt x="97" y="30"/>
                  </a:cubicBezTo>
                  <a:cubicBezTo>
                    <a:pt x="97" y="30"/>
                    <a:pt x="97" y="30"/>
                    <a:pt x="97" y="30"/>
                  </a:cubicBezTo>
                  <a:cubicBezTo>
                    <a:pt x="95" y="31"/>
                    <a:pt x="94" y="31"/>
                    <a:pt x="93" y="32"/>
                  </a:cubicBezTo>
                  <a:cubicBezTo>
                    <a:pt x="93" y="32"/>
                    <a:pt x="93" y="32"/>
                    <a:pt x="93" y="32"/>
                  </a:cubicBezTo>
                  <a:cubicBezTo>
                    <a:pt x="92" y="32"/>
                    <a:pt x="92" y="33"/>
                    <a:pt x="91" y="33"/>
                  </a:cubicBezTo>
                  <a:cubicBezTo>
                    <a:pt x="91" y="33"/>
                    <a:pt x="91" y="33"/>
                    <a:pt x="91" y="33"/>
                  </a:cubicBezTo>
                  <a:cubicBezTo>
                    <a:pt x="88" y="35"/>
                    <a:pt x="86" y="39"/>
                    <a:pt x="83" y="41"/>
                  </a:cubicBezTo>
                  <a:cubicBezTo>
                    <a:pt x="83" y="41"/>
                    <a:pt x="83" y="41"/>
                    <a:pt x="83" y="41"/>
                  </a:cubicBezTo>
                  <a:cubicBezTo>
                    <a:pt x="83" y="43"/>
                    <a:pt x="84" y="45"/>
                    <a:pt x="85" y="46"/>
                  </a:cubicBezTo>
                  <a:cubicBezTo>
                    <a:pt x="93" y="56"/>
                    <a:pt x="93" y="60"/>
                    <a:pt x="88" y="64"/>
                  </a:cubicBezTo>
                  <a:cubicBezTo>
                    <a:pt x="83" y="68"/>
                    <a:pt x="80" y="80"/>
                    <a:pt x="80" y="86"/>
                  </a:cubicBezTo>
                  <a:cubicBezTo>
                    <a:pt x="80" y="93"/>
                    <a:pt x="85" y="97"/>
                    <a:pt x="79" y="104"/>
                  </a:cubicBezTo>
                  <a:cubicBezTo>
                    <a:pt x="72" y="110"/>
                    <a:pt x="76" y="122"/>
                    <a:pt x="88" y="125"/>
                  </a:cubicBezTo>
                  <a:cubicBezTo>
                    <a:pt x="100" y="128"/>
                    <a:pt x="109" y="118"/>
                    <a:pt x="111" y="132"/>
                  </a:cubicBezTo>
                  <a:cubicBezTo>
                    <a:pt x="112" y="145"/>
                    <a:pt x="116" y="173"/>
                    <a:pt x="100" y="172"/>
                  </a:cubicBezTo>
                  <a:cubicBezTo>
                    <a:pt x="84" y="170"/>
                    <a:pt x="69" y="173"/>
                    <a:pt x="63" y="184"/>
                  </a:cubicBezTo>
                  <a:cubicBezTo>
                    <a:pt x="56" y="194"/>
                    <a:pt x="39" y="198"/>
                    <a:pt x="28" y="221"/>
                  </a:cubicBezTo>
                  <a:cubicBezTo>
                    <a:pt x="17" y="244"/>
                    <a:pt x="4" y="273"/>
                    <a:pt x="4" y="293"/>
                  </a:cubicBezTo>
                  <a:cubicBezTo>
                    <a:pt x="4" y="313"/>
                    <a:pt x="0" y="326"/>
                    <a:pt x="0" y="338"/>
                  </a:cubicBezTo>
                  <a:cubicBezTo>
                    <a:pt x="0" y="342"/>
                    <a:pt x="0" y="347"/>
                    <a:pt x="0" y="351"/>
                  </a:cubicBezTo>
                  <a:cubicBezTo>
                    <a:pt x="0" y="351"/>
                    <a:pt x="0" y="351"/>
                    <a:pt x="0" y="351"/>
                  </a:cubicBezTo>
                  <a:cubicBezTo>
                    <a:pt x="3" y="354"/>
                    <a:pt x="7" y="357"/>
                    <a:pt x="12" y="357"/>
                  </a:cubicBezTo>
                  <a:cubicBezTo>
                    <a:pt x="20" y="358"/>
                    <a:pt x="17" y="361"/>
                    <a:pt x="23" y="366"/>
                  </a:cubicBezTo>
                  <a:cubicBezTo>
                    <a:pt x="30" y="370"/>
                    <a:pt x="34" y="367"/>
                    <a:pt x="35" y="361"/>
                  </a:cubicBezTo>
                  <a:cubicBezTo>
                    <a:pt x="35" y="355"/>
                    <a:pt x="34" y="351"/>
                    <a:pt x="41" y="347"/>
                  </a:cubicBezTo>
                  <a:cubicBezTo>
                    <a:pt x="49" y="343"/>
                    <a:pt x="45" y="340"/>
                    <a:pt x="55" y="340"/>
                  </a:cubicBezTo>
                  <a:cubicBezTo>
                    <a:pt x="56" y="340"/>
                    <a:pt x="57" y="340"/>
                    <a:pt x="58" y="339"/>
                  </a:cubicBezTo>
                  <a:cubicBezTo>
                    <a:pt x="58" y="339"/>
                    <a:pt x="58" y="339"/>
                    <a:pt x="58" y="339"/>
                  </a:cubicBezTo>
                  <a:cubicBezTo>
                    <a:pt x="59" y="339"/>
                    <a:pt x="59" y="339"/>
                    <a:pt x="60" y="339"/>
                  </a:cubicBezTo>
                  <a:cubicBezTo>
                    <a:pt x="60" y="339"/>
                    <a:pt x="60" y="339"/>
                    <a:pt x="60" y="339"/>
                  </a:cubicBezTo>
                  <a:cubicBezTo>
                    <a:pt x="61" y="339"/>
                    <a:pt x="62" y="338"/>
                    <a:pt x="62" y="338"/>
                  </a:cubicBezTo>
                  <a:cubicBezTo>
                    <a:pt x="62" y="338"/>
                    <a:pt x="62" y="338"/>
                    <a:pt x="62" y="338"/>
                  </a:cubicBezTo>
                  <a:cubicBezTo>
                    <a:pt x="63" y="338"/>
                    <a:pt x="64" y="338"/>
                    <a:pt x="64" y="337"/>
                  </a:cubicBezTo>
                  <a:cubicBezTo>
                    <a:pt x="66" y="337"/>
                    <a:pt x="67" y="336"/>
                    <a:pt x="68" y="335"/>
                  </a:cubicBezTo>
                  <a:cubicBezTo>
                    <a:pt x="69" y="335"/>
                    <a:pt x="69" y="335"/>
                    <a:pt x="69" y="335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15" name="Freeform 214"/>
            <p:cNvSpPr>
              <a:spLocks/>
            </p:cNvSpPr>
            <p:nvPr/>
          </p:nvSpPr>
          <p:spPr bwMode="auto">
            <a:xfrm>
              <a:off x="5313363" y="2719388"/>
              <a:ext cx="625475" cy="647700"/>
            </a:xfrm>
            <a:custGeom>
              <a:avLst/>
              <a:gdLst>
                <a:gd name="T0" fmla="*/ 634 w 689"/>
                <a:gd name="T1" fmla="*/ 526 h 713"/>
                <a:gd name="T2" fmla="*/ 621 w 689"/>
                <a:gd name="T3" fmla="*/ 423 h 713"/>
                <a:gd name="T4" fmla="*/ 587 w 689"/>
                <a:gd name="T5" fmla="*/ 337 h 713"/>
                <a:gd name="T6" fmla="*/ 614 w 689"/>
                <a:gd name="T7" fmla="*/ 248 h 713"/>
                <a:gd name="T8" fmla="*/ 326 w 689"/>
                <a:gd name="T9" fmla="*/ 38 h 713"/>
                <a:gd name="T10" fmla="*/ 312 w 689"/>
                <a:gd name="T11" fmla="*/ 29 h 713"/>
                <a:gd name="T12" fmla="*/ 298 w 689"/>
                <a:gd name="T13" fmla="*/ 19 h 713"/>
                <a:gd name="T14" fmla="*/ 285 w 689"/>
                <a:gd name="T15" fmla="*/ 8 h 713"/>
                <a:gd name="T16" fmla="*/ 277 w 689"/>
                <a:gd name="T17" fmla="*/ 0 h 713"/>
                <a:gd name="T18" fmla="*/ 264 w 689"/>
                <a:gd name="T19" fmla="*/ 28 h 713"/>
                <a:gd name="T20" fmla="*/ 230 w 689"/>
                <a:gd name="T21" fmla="*/ 68 h 713"/>
                <a:gd name="T22" fmla="*/ 210 w 689"/>
                <a:gd name="T23" fmla="*/ 74 h 713"/>
                <a:gd name="T24" fmla="*/ 240 w 689"/>
                <a:gd name="T25" fmla="*/ 98 h 713"/>
                <a:gd name="T26" fmla="*/ 206 w 689"/>
                <a:gd name="T27" fmla="*/ 103 h 713"/>
                <a:gd name="T28" fmla="*/ 181 w 689"/>
                <a:gd name="T29" fmla="*/ 87 h 713"/>
                <a:gd name="T30" fmla="*/ 152 w 689"/>
                <a:gd name="T31" fmla="*/ 92 h 713"/>
                <a:gd name="T32" fmla="*/ 131 w 689"/>
                <a:gd name="T33" fmla="*/ 73 h 713"/>
                <a:gd name="T34" fmla="*/ 156 w 689"/>
                <a:gd name="T35" fmla="*/ 17 h 713"/>
                <a:gd name="T36" fmla="*/ 122 w 689"/>
                <a:gd name="T37" fmla="*/ 7 h 713"/>
                <a:gd name="T38" fmla="*/ 72 w 689"/>
                <a:gd name="T39" fmla="*/ 5 h 713"/>
                <a:gd name="T40" fmla="*/ 68 w 689"/>
                <a:gd name="T41" fmla="*/ 6 h 713"/>
                <a:gd name="T42" fmla="*/ 64 w 689"/>
                <a:gd name="T43" fmla="*/ 7 h 713"/>
                <a:gd name="T44" fmla="*/ 61 w 689"/>
                <a:gd name="T45" fmla="*/ 8 h 713"/>
                <a:gd name="T46" fmla="*/ 64 w 689"/>
                <a:gd name="T47" fmla="*/ 37 h 713"/>
                <a:gd name="T48" fmla="*/ 78 w 689"/>
                <a:gd name="T49" fmla="*/ 84 h 713"/>
                <a:gd name="T50" fmla="*/ 62 w 689"/>
                <a:gd name="T51" fmla="*/ 103 h 713"/>
                <a:gd name="T52" fmla="*/ 57 w 689"/>
                <a:gd name="T53" fmla="*/ 104 h 713"/>
                <a:gd name="T54" fmla="*/ 54 w 689"/>
                <a:gd name="T55" fmla="*/ 106 h 713"/>
                <a:gd name="T56" fmla="*/ 51 w 689"/>
                <a:gd name="T57" fmla="*/ 108 h 713"/>
                <a:gd name="T58" fmla="*/ 50 w 689"/>
                <a:gd name="T59" fmla="*/ 111 h 713"/>
                <a:gd name="T60" fmla="*/ 59 w 689"/>
                <a:gd name="T61" fmla="*/ 129 h 713"/>
                <a:gd name="T62" fmla="*/ 54 w 689"/>
                <a:gd name="T63" fmla="*/ 167 h 713"/>
                <a:gd name="T64" fmla="*/ 5 w 689"/>
                <a:gd name="T65" fmla="*/ 226 h 713"/>
                <a:gd name="T66" fmla="*/ 9 w 689"/>
                <a:gd name="T67" fmla="*/ 308 h 713"/>
                <a:gd name="T68" fmla="*/ 54 w 689"/>
                <a:gd name="T69" fmla="*/ 409 h 713"/>
                <a:gd name="T70" fmla="*/ 80 w 689"/>
                <a:gd name="T71" fmla="*/ 470 h 713"/>
                <a:gd name="T72" fmla="*/ 77 w 689"/>
                <a:gd name="T73" fmla="*/ 467 h 713"/>
                <a:gd name="T74" fmla="*/ 79 w 689"/>
                <a:gd name="T75" fmla="*/ 471 h 713"/>
                <a:gd name="T76" fmla="*/ 145 w 689"/>
                <a:gd name="T77" fmla="*/ 521 h 713"/>
                <a:gd name="T78" fmla="*/ 189 w 689"/>
                <a:gd name="T79" fmla="*/ 536 h 713"/>
                <a:gd name="T80" fmla="*/ 192 w 689"/>
                <a:gd name="T81" fmla="*/ 539 h 713"/>
                <a:gd name="T82" fmla="*/ 194 w 689"/>
                <a:gd name="T83" fmla="*/ 541 h 713"/>
                <a:gd name="T84" fmla="*/ 196 w 689"/>
                <a:gd name="T85" fmla="*/ 542 h 713"/>
                <a:gd name="T86" fmla="*/ 200 w 689"/>
                <a:gd name="T87" fmla="*/ 544 h 713"/>
                <a:gd name="T88" fmla="*/ 203 w 689"/>
                <a:gd name="T89" fmla="*/ 545 h 713"/>
                <a:gd name="T90" fmla="*/ 207 w 689"/>
                <a:gd name="T91" fmla="*/ 546 h 713"/>
                <a:gd name="T92" fmla="*/ 211 w 689"/>
                <a:gd name="T93" fmla="*/ 548 h 713"/>
                <a:gd name="T94" fmla="*/ 216 w 689"/>
                <a:gd name="T95" fmla="*/ 549 h 713"/>
                <a:gd name="T96" fmla="*/ 221 w 689"/>
                <a:gd name="T97" fmla="*/ 550 h 713"/>
                <a:gd name="T98" fmla="*/ 268 w 689"/>
                <a:gd name="T99" fmla="*/ 559 h 713"/>
                <a:gd name="T100" fmla="*/ 326 w 689"/>
                <a:gd name="T101" fmla="*/ 661 h 713"/>
                <a:gd name="T102" fmla="*/ 341 w 689"/>
                <a:gd name="T103" fmla="*/ 683 h 713"/>
                <a:gd name="T104" fmla="*/ 344 w 689"/>
                <a:gd name="T105" fmla="*/ 684 h 713"/>
                <a:gd name="T106" fmla="*/ 350 w 689"/>
                <a:gd name="T107" fmla="*/ 686 h 713"/>
                <a:gd name="T108" fmla="*/ 449 w 689"/>
                <a:gd name="T109" fmla="*/ 695 h 713"/>
                <a:gd name="T110" fmla="*/ 542 w 689"/>
                <a:gd name="T111" fmla="*/ 666 h 713"/>
                <a:gd name="T112" fmla="*/ 689 w 689"/>
                <a:gd name="T113" fmla="*/ 616 h 7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89" h="713">
                  <a:moveTo>
                    <a:pt x="684" y="606"/>
                  </a:moveTo>
                  <a:cubicBezTo>
                    <a:pt x="672" y="590"/>
                    <a:pt x="655" y="598"/>
                    <a:pt x="650" y="575"/>
                  </a:cubicBezTo>
                  <a:cubicBezTo>
                    <a:pt x="644" y="553"/>
                    <a:pt x="641" y="538"/>
                    <a:pt x="634" y="526"/>
                  </a:cubicBezTo>
                  <a:cubicBezTo>
                    <a:pt x="626" y="514"/>
                    <a:pt x="612" y="489"/>
                    <a:pt x="620" y="476"/>
                  </a:cubicBezTo>
                  <a:cubicBezTo>
                    <a:pt x="627" y="463"/>
                    <a:pt x="634" y="452"/>
                    <a:pt x="625" y="444"/>
                  </a:cubicBezTo>
                  <a:cubicBezTo>
                    <a:pt x="616" y="437"/>
                    <a:pt x="616" y="433"/>
                    <a:pt x="621" y="423"/>
                  </a:cubicBezTo>
                  <a:cubicBezTo>
                    <a:pt x="625" y="412"/>
                    <a:pt x="641" y="397"/>
                    <a:pt x="629" y="388"/>
                  </a:cubicBezTo>
                  <a:cubicBezTo>
                    <a:pt x="618" y="380"/>
                    <a:pt x="614" y="368"/>
                    <a:pt x="604" y="364"/>
                  </a:cubicBezTo>
                  <a:cubicBezTo>
                    <a:pt x="593" y="361"/>
                    <a:pt x="588" y="353"/>
                    <a:pt x="587" y="337"/>
                  </a:cubicBezTo>
                  <a:cubicBezTo>
                    <a:pt x="586" y="320"/>
                    <a:pt x="586" y="315"/>
                    <a:pt x="592" y="306"/>
                  </a:cubicBezTo>
                  <a:cubicBezTo>
                    <a:pt x="597" y="298"/>
                    <a:pt x="606" y="267"/>
                    <a:pt x="611" y="254"/>
                  </a:cubicBezTo>
                  <a:cubicBezTo>
                    <a:pt x="612" y="252"/>
                    <a:pt x="613" y="250"/>
                    <a:pt x="614" y="248"/>
                  </a:cubicBezTo>
                  <a:cubicBezTo>
                    <a:pt x="585" y="225"/>
                    <a:pt x="534" y="183"/>
                    <a:pt x="524" y="181"/>
                  </a:cubicBezTo>
                  <a:cubicBezTo>
                    <a:pt x="512" y="178"/>
                    <a:pt x="510" y="167"/>
                    <a:pt x="514" y="149"/>
                  </a:cubicBezTo>
                  <a:cubicBezTo>
                    <a:pt x="518" y="130"/>
                    <a:pt x="360" y="59"/>
                    <a:pt x="326" y="38"/>
                  </a:cubicBezTo>
                  <a:cubicBezTo>
                    <a:pt x="324" y="36"/>
                    <a:pt x="321" y="35"/>
                    <a:pt x="319" y="33"/>
                  </a:cubicBezTo>
                  <a:cubicBezTo>
                    <a:pt x="318" y="33"/>
                    <a:pt x="318" y="33"/>
                    <a:pt x="317" y="32"/>
                  </a:cubicBezTo>
                  <a:cubicBezTo>
                    <a:pt x="316" y="31"/>
                    <a:pt x="314" y="30"/>
                    <a:pt x="312" y="29"/>
                  </a:cubicBezTo>
                  <a:cubicBezTo>
                    <a:pt x="312" y="28"/>
                    <a:pt x="311" y="28"/>
                    <a:pt x="311" y="28"/>
                  </a:cubicBezTo>
                  <a:cubicBezTo>
                    <a:pt x="306" y="25"/>
                    <a:pt x="303" y="22"/>
                    <a:pt x="299" y="20"/>
                  </a:cubicBezTo>
                  <a:cubicBezTo>
                    <a:pt x="299" y="19"/>
                    <a:pt x="299" y="19"/>
                    <a:pt x="298" y="19"/>
                  </a:cubicBezTo>
                  <a:cubicBezTo>
                    <a:pt x="297" y="18"/>
                    <a:pt x="295" y="17"/>
                    <a:pt x="294" y="16"/>
                  </a:cubicBezTo>
                  <a:cubicBezTo>
                    <a:pt x="294" y="15"/>
                    <a:pt x="294" y="15"/>
                    <a:pt x="294" y="15"/>
                  </a:cubicBezTo>
                  <a:cubicBezTo>
                    <a:pt x="290" y="13"/>
                    <a:pt x="288" y="11"/>
                    <a:pt x="285" y="8"/>
                  </a:cubicBezTo>
                  <a:cubicBezTo>
                    <a:pt x="285" y="8"/>
                    <a:pt x="285" y="8"/>
                    <a:pt x="285" y="8"/>
                  </a:cubicBezTo>
                  <a:cubicBezTo>
                    <a:pt x="284" y="7"/>
                    <a:pt x="283" y="6"/>
                    <a:pt x="282" y="5"/>
                  </a:cubicBezTo>
                  <a:cubicBezTo>
                    <a:pt x="280" y="3"/>
                    <a:pt x="278" y="1"/>
                    <a:pt x="277" y="0"/>
                  </a:cubicBezTo>
                  <a:cubicBezTo>
                    <a:pt x="277" y="1"/>
                    <a:pt x="278" y="3"/>
                    <a:pt x="278" y="5"/>
                  </a:cubicBezTo>
                  <a:cubicBezTo>
                    <a:pt x="279" y="12"/>
                    <a:pt x="281" y="18"/>
                    <a:pt x="281" y="21"/>
                  </a:cubicBezTo>
                  <a:cubicBezTo>
                    <a:pt x="281" y="28"/>
                    <a:pt x="273" y="26"/>
                    <a:pt x="264" y="28"/>
                  </a:cubicBezTo>
                  <a:cubicBezTo>
                    <a:pt x="255" y="31"/>
                    <a:pt x="254" y="40"/>
                    <a:pt x="251" y="45"/>
                  </a:cubicBezTo>
                  <a:cubicBezTo>
                    <a:pt x="248" y="51"/>
                    <a:pt x="245" y="53"/>
                    <a:pt x="237" y="53"/>
                  </a:cubicBezTo>
                  <a:cubicBezTo>
                    <a:pt x="228" y="53"/>
                    <a:pt x="231" y="62"/>
                    <a:pt x="230" y="68"/>
                  </a:cubicBezTo>
                  <a:cubicBezTo>
                    <a:pt x="229" y="73"/>
                    <a:pt x="222" y="71"/>
                    <a:pt x="222" y="65"/>
                  </a:cubicBezTo>
                  <a:cubicBezTo>
                    <a:pt x="221" y="60"/>
                    <a:pt x="218" y="60"/>
                    <a:pt x="213" y="60"/>
                  </a:cubicBezTo>
                  <a:cubicBezTo>
                    <a:pt x="208" y="60"/>
                    <a:pt x="208" y="64"/>
                    <a:pt x="210" y="74"/>
                  </a:cubicBezTo>
                  <a:cubicBezTo>
                    <a:pt x="212" y="84"/>
                    <a:pt x="215" y="79"/>
                    <a:pt x="217" y="81"/>
                  </a:cubicBezTo>
                  <a:cubicBezTo>
                    <a:pt x="220" y="84"/>
                    <a:pt x="231" y="83"/>
                    <a:pt x="240" y="85"/>
                  </a:cubicBezTo>
                  <a:cubicBezTo>
                    <a:pt x="249" y="86"/>
                    <a:pt x="240" y="89"/>
                    <a:pt x="240" y="98"/>
                  </a:cubicBezTo>
                  <a:cubicBezTo>
                    <a:pt x="240" y="107"/>
                    <a:pt x="239" y="107"/>
                    <a:pt x="229" y="107"/>
                  </a:cubicBezTo>
                  <a:cubicBezTo>
                    <a:pt x="219" y="107"/>
                    <a:pt x="226" y="99"/>
                    <a:pt x="222" y="95"/>
                  </a:cubicBezTo>
                  <a:cubicBezTo>
                    <a:pt x="218" y="91"/>
                    <a:pt x="208" y="97"/>
                    <a:pt x="206" y="103"/>
                  </a:cubicBezTo>
                  <a:cubicBezTo>
                    <a:pt x="204" y="109"/>
                    <a:pt x="200" y="112"/>
                    <a:pt x="200" y="107"/>
                  </a:cubicBezTo>
                  <a:cubicBezTo>
                    <a:pt x="200" y="101"/>
                    <a:pt x="194" y="96"/>
                    <a:pt x="188" y="96"/>
                  </a:cubicBezTo>
                  <a:cubicBezTo>
                    <a:pt x="181" y="95"/>
                    <a:pt x="181" y="92"/>
                    <a:pt x="181" y="87"/>
                  </a:cubicBezTo>
                  <a:cubicBezTo>
                    <a:pt x="181" y="82"/>
                    <a:pt x="175" y="82"/>
                    <a:pt x="172" y="78"/>
                  </a:cubicBezTo>
                  <a:cubicBezTo>
                    <a:pt x="170" y="75"/>
                    <a:pt x="166" y="84"/>
                    <a:pt x="161" y="84"/>
                  </a:cubicBezTo>
                  <a:cubicBezTo>
                    <a:pt x="155" y="84"/>
                    <a:pt x="152" y="86"/>
                    <a:pt x="152" y="92"/>
                  </a:cubicBezTo>
                  <a:cubicBezTo>
                    <a:pt x="152" y="97"/>
                    <a:pt x="151" y="101"/>
                    <a:pt x="144" y="101"/>
                  </a:cubicBezTo>
                  <a:cubicBezTo>
                    <a:pt x="138" y="101"/>
                    <a:pt x="140" y="86"/>
                    <a:pt x="137" y="85"/>
                  </a:cubicBezTo>
                  <a:cubicBezTo>
                    <a:pt x="134" y="84"/>
                    <a:pt x="131" y="79"/>
                    <a:pt x="131" y="73"/>
                  </a:cubicBezTo>
                  <a:cubicBezTo>
                    <a:pt x="131" y="67"/>
                    <a:pt x="131" y="62"/>
                    <a:pt x="140" y="55"/>
                  </a:cubicBezTo>
                  <a:cubicBezTo>
                    <a:pt x="148" y="48"/>
                    <a:pt x="143" y="40"/>
                    <a:pt x="143" y="30"/>
                  </a:cubicBezTo>
                  <a:cubicBezTo>
                    <a:pt x="142" y="19"/>
                    <a:pt x="153" y="22"/>
                    <a:pt x="156" y="17"/>
                  </a:cubicBezTo>
                  <a:cubicBezTo>
                    <a:pt x="159" y="12"/>
                    <a:pt x="150" y="13"/>
                    <a:pt x="149" y="8"/>
                  </a:cubicBezTo>
                  <a:cubicBezTo>
                    <a:pt x="149" y="7"/>
                    <a:pt x="149" y="7"/>
                    <a:pt x="149" y="7"/>
                  </a:cubicBezTo>
                  <a:cubicBezTo>
                    <a:pt x="137" y="7"/>
                    <a:pt x="126" y="7"/>
                    <a:pt x="122" y="7"/>
                  </a:cubicBezTo>
                  <a:cubicBezTo>
                    <a:pt x="116" y="7"/>
                    <a:pt x="90" y="7"/>
                    <a:pt x="76" y="5"/>
                  </a:cubicBezTo>
                  <a:cubicBezTo>
                    <a:pt x="75" y="5"/>
                    <a:pt x="74" y="5"/>
                    <a:pt x="73" y="5"/>
                  </a:cubicBezTo>
                  <a:cubicBezTo>
                    <a:pt x="72" y="5"/>
                    <a:pt x="72" y="5"/>
                    <a:pt x="72" y="5"/>
                  </a:cubicBezTo>
                  <a:cubicBezTo>
                    <a:pt x="71" y="5"/>
                    <a:pt x="71" y="5"/>
                    <a:pt x="70" y="5"/>
                  </a:cubicBezTo>
                  <a:cubicBezTo>
                    <a:pt x="70" y="5"/>
                    <a:pt x="70" y="5"/>
                    <a:pt x="69" y="5"/>
                  </a:cubicBezTo>
                  <a:cubicBezTo>
                    <a:pt x="69" y="6"/>
                    <a:pt x="68" y="6"/>
                    <a:pt x="68" y="6"/>
                  </a:cubicBezTo>
                  <a:cubicBezTo>
                    <a:pt x="67" y="6"/>
                    <a:pt x="67" y="6"/>
                    <a:pt x="67" y="6"/>
                  </a:cubicBezTo>
                  <a:cubicBezTo>
                    <a:pt x="66" y="6"/>
                    <a:pt x="66" y="6"/>
                    <a:pt x="65" y="6"/>
                  </a:cubicBezTo>
                  <a:cubicBezTo>
                    <a:pt x="65" y="7"/>
                    <a:pt x="65" y="7"/>
                    <a:pt x="64" y="7"/>
                  </a:cubicBezTo>
                  <a:cubicBezTo>
                    <a:pt x="64" y="7"/>
                    <a:pt x="64" y="7"/>
                    <a:pt x="63" y="7"/>
                  </a:cubicBezTo>
                  <a:cubicBezTo>
                    <a:pt x="63" y="7"/>
                    <a:pt x="63" y="7"/>
                    <a:pt x="62" y="8"/>
                  </a:cubicBezTo>
                  <a:cubicBezTo>
                    <a:pt x="62" y="8"/>
                    <a:pt x="62" y="8"/>
                    <a:pt x="61" y="8"/>
                  </a:cubicBezTo>
                  <a:cubicBezTo>
                    <a:pt x="60" y="9"/>
                    <a:pt x="59" y="10"/>
                    <a:pt x="57" y="10"/>
                  </a:cubicBezTo>
                  <a:cubicBezTo>
                    <a:pt x="60" y="12"/>
                    <a:pt x="63" y="16"/>
                    <a:pt x="63" y="19"/>
                  </a:cubicBezTo>
                  <a:cubicBezTo>
                    <a:pt x="62" y="24"/>
                    <a:pt x="56" y="35"/>
                    <a:pt x="64" y="37"/>
                  </a:cubicBezTo>
                  <a:cubicBezTo>
                    <a:pt x="71" y="39"/>
                    <a:pt x="74" y="47"/>
                    <a:pt x="73" y="53"/>
                  </a:cubicBezTo>
                  <a:cubicBezTo>
                    <a:pt x="72" y="59"/>
                    <a:pt x="69" y="68"/>
                    <a:pt x="74" y="71"/>
                  </a:cubicBezTo>
                  <a:cubicBezTo>
                    <a:pt x="78" y="75"/>
                    <a:pt x="83" y="81"/>
                    <a:pt x="78" y="84"/>
                  </a:cubicBezTo>
                  <a:cubicBezTo>
                    <a:pt x="74" y="87"/>
                    <a:pt x="74" y="93"/>
                    <a:pt x="74" y="96"/>
                  </a:cubicBezTo>
                  <a:cubicBezTo>
                    <a:pt x="74" y="99"/>
                    <a:pt x="72" y="105"/>
                    <a:pt x="64" y="103"/>
                  </a:cubicBezTo>
                  <a:cubicBezTo>
                    <a:pt x="63" y="103"/>
                    <a:pt x="63" y="103"/>
                    <a:pt x="62" y="103"/>
                  </a:cubicBezTo>
                  <a:cubicBezTo>
                    <a:pt x="61" y="103"/>
                    <a:pt x="61" y="103"/>
                    <a:pt x="61" y="103"/>
                  </a:cubicBezTo>
                  <a:cubicBezTo>
                    <a:pt x="61" y="103"/>
                    <a:pt x="61" y="103"/>
                    <a:pt x="61" y="103"/>
                  </a:cubicBezTo>
                  <a:cubicBezTo>
                    <a:pt x="60" y="103"/>
                    <a:pt x="58" y="104"/>
                    <a:pt x="57" y="104"/>
                  </a:cubicBezTo>
                  <a:cubicBezTo>
                    <a:pt x="57" y="104"/>
                    <a:pt x="57" y="104"/>
                    <a:pt x="56" y="104"/>
                  </a:cubicBezTo>
                  <a:cubicBezTo>
                    <a:pt x="56" y="105"/>
                    <a:pt x="55" y="105"/>
                    <a:pt x="55" y="105"/>
                  </a:cubicBezTo>
                  <a:cubicBezTo>
                    <a:pt x="55" y="105"/>
                    <a:pt x="54" y="105"/>
                    <a:pt x="54" y="106"/>
                  </a:cubicBezTo>
                  <a:cubicBezTo>
                    <a:pt x="53" y="106"/>
                    <a:pt x="53" y="106"/>
                    <a:pt x="53" y="106"/>
                  </a:cubicBezTo>
                  <a:cubicBezTo>
                    <a:pt x="53" y="107"/>
                    <a:pt x="52" y="107"/>
                    <a:pt x="52" y="107"/>
                  </a:cubicBezTo>
                  <a:cubicBezTo>
                    <a:pt x="52" y="108"/>
                    <a:pt x="52" y="108"/>
                    <a:pt x="51" y="108"/>
                  </a:cubicBezTo>
                  <a:cubicBezTo>
                    <a:pt x="51" y="109"/>
                    <a:pt x="51" y="109"/>
                    <a:pt x="51" y="109"/>
                  </a:cubicBezTo>
                  <a:cubicBezTo>
                    <a:pt x="50" y="109"/>
                    <a:pt x="50" y="110"/>
                    <a:pt x="50" y="110"/>
                  </a:cubicBezTo>
                  <a:cubicBezTo>
                    <a:pt x="50" y="111"/>
                    <a:pt x="50" y="111"/>
                    <a:pt x="50" y="111"/>
                  </a:cubicBezTo>
                  <a:cubicBezTo>
                    <a:pt x="49" y="111"/>
                    <a:pt x="49" y="112"/>
                    <a:pt x="49" y="112"/>
                  </a:cubicBezTo>
                  <a:cubicBezTo>
                    <a:pt x="49" y="113"/>
                    <a:pt x="49" y="113"/>
                    <a:pt x="49" y="114"/>
                  </a:cubicBezTo>
                  <a:cubicBezTo>
                    <a:pt x="49" y="120"/>
                    <a:pt x="50" y="129"/>
                    <a:pt x="59" y="129"/>
                  </a:cubicBezTo>
                  <a:cubicBezTo>
                    <a:pt x="68" y="129"/>
                    <a:pt x="79" y="127"/>
                    <a:pt x="79" y="134"/>
                  </a:cubicBezTo>
                  <a:cubicBezTo>
                    <a:pt x="79" y="141"/>
                    <a:pt x="79" y="149"/>
                    <a:pt x="71" y="151"/>
                  </a:cubicBezTo>
                  <a:cubicBezTo>
                    <a:pt x="63" y="154"/>
                    <a:pt x="59" y="155"/>
                    <a:pt x="54" y="167"/>
                  </a:cubicBezTo>
                  <a:cubicBezTo>
                    <a:pt x="50" y="179"/>
                    <a:pt x="42" y="197"/>
                    <a:pt x="33" y="204"/>
                  </a:cubicBezTo>
                  <a:cubicBezTo>
                    <a:pt x="24" y="211"/>
                    <a:pt x="15" y="221"/>
                    <a:pt x="9" y="224"/>
                  </a:cubicBezTo>
                  <a:cubicBezTo>
                    <a:pt x="8" y="225"/>
                    <a:pt x="7" y="225"/>
                    <a:pt x="5" y="226"/>
                  </a:cubicBezTo>
                  <a:cubicBezTo>
                    <a:pt x="7" y="229"/>
                    <a:pt x="9" y="232"/>
                    <a:pt x="12" y="237"/>
                  </a:cubicBezTo>
                  <a:cubicBezTo>
                    <a:pt x="19" y="248"/>
                    <a:pt x="11" y="264"/>
                    <a:pt x="11" y="264"/>
                  </a:cubicBezTo>
                  <a:cubicBezTo>
                    <a:pt x="0" y="279"/>
                    <a:pt x="9" y="293"/>
                    <a:pt x="9" y="308"/>
                  </a:cubicBezTo>
                  <a:cubicBezTo>
                    <a:pt x="9" y="324"/>
                    <a:pt x="9" y="320"/>
                    <a:pt x="17" y="347"/>
                  </a:cubicBezTo>
                  <a:cubicBezTo>
                    <a:pt x="20" y="364"/>
                    <a:pt x="34" y="360"/>
                    <a:pt x="46" y="371"/>
                  </a:cubicBezTo>
                  <a:cubicBezTo>
                    <a:pt x="58" y="383"/>
                    <a:pt x="54" y="395"/>
                    <a:pt x="54" y="409"/>
                  </a:cubicBezTo>
                  <a:cubicBezTo>
                    <a:pt x="54" y="423"/>
                    <a:pt x="72" y="435"/>
                    <a:pt x="79" y="445"/>
                  </a:cubicBezTo>
                  <a:cubicBezTo>
                    <a:pt x="86" y="454"/>
                    <a:pt x="90" y="464"/>
                    <a:pt x="91" y="469"/>
                  </a:cubicBezTo>
                  <a:cubicBezTo>
                    <a:pt x="93" y="473"/>
                    <a:pt x="85" y="477"/>
                    <a:pt x="80" y="470"/>
                  </a:cubicBezTo>
                  <a:cubicBezTo>
                    <a:pt x="79" y="468"/>
                    <a:pt x="78" y="467"/>
                    <a:pt x="76" y="467"/>
                  </a:cubicBezTo>
                  <a:cubicBezTo>
                    <a:pt x="77" y="467"/>
                    <a:pt x="77" y="467"/>
                    <a:pt x="77" y="467"/>
                  </a:cubicBezTo>
                  <a:cubicBezTo>
                    <a:pt x="77" y="467"/>
                    <a:pt x="77" y="467"/>
                    <a:pt x="77" y="467"/>
                  </a:cubicBezTo>
                  <a:cubicBezTo>
                    <a:pt x="78" y="468"/>
                    <a:pt x="78" y="468"/>
                    <a:pt x="78" y="469"/>
                  </a:cubicBezTo>
                  <a:cubicBezTo>
                    <a:pt x="78" y="469"/>
                    <a:pt x="78" y="469"/>
                    <a:pt x="78" y="469"/>
                  </a:cubicBezTo>
                  <a:cubicBezTo>
                    <a:pt x="79" y="470"/>
                    <a:pt x="79" y="470"/>
                    <a:pt x="79" y="471"/>
                  </a:cubicBezTo>
                  <a:cubicBezTo>
                    <a:pt x="81" y="484"/>
                    <a:pt x="86" y="496"/>
                    <a:pt x="98" y="493"/>
                  </a:cubicBezTo>
                  <a:cubicBezTo>
                    <a:pt x="109" y="491"/>
                    <a:pt x="119" y="496"/>
                    <a:pt x="126" y="508"/>
                  </a:cubicBezTo>
                  <a:cubicBezTo>
                    <a:pt x="132" y="520"/>
                    <a:pt x="136" y="517"/>
                    <a:pt x="145" y="521"/>
                  </a:cubicBezTo>
                  <a:cubicBezTo>
                    <a:pt x="154" y="526"/>
                    <a:pt x="181" y="524"/>
                    <a:pt x="188" y="534"/>
                  </a:cubicBezTo>
                  <a:cubicBezTo>
                    <a:pt x="188" y="535"/>
                    <a:pt x="188" y="535"/>
                    <a:pt x="189" y="536"/>
                  </a:cubicBezTo>
                  <a:cubicBezTo>
                    <a:pt x="189" y="536"/>
                    <a:pt x="189" y="536"/>
                    <a:pt x="189" y="536"/>
                  </a:cubicBezTo>
                  <a:cubicBezTo>
                    <a:pt x="190" y="537"/>
                    <a:pt x="190" y="537"/>
                    <a:pt x="190" y="537"/>
                  </a:cubicBezTo>
                  <a:cubicBezTo>
                    <a:pt x="190" y="538"/>
                    <a:pt x="191" y="538"/>
                    <a:pt x="191" y="538"/>
                  </a:cubicBezTo>
                  <a:cubicBezTo>
                    <a:pt x="191" y="538"/>
                    <a:pt x="191" y="539"/>
                    <a:pt x="192" y="539"/>
                  </a:cubicBezTo>
                  <a:cubicBezTo>
                    <a:pt x="192" y="539"/>
                    <a:pt x="192" y="539"/>
                    <a:pt x="192" y="540"/>
                  </a:cubicBezTo>
                  <a:cubicBezTo>
                    <a:pt x="193" y="540"/>
                    <a:pt x="193" y="540"/>
                    <a:pt x="193" y="540"/>
                  </a:cubicBezTo>
                  <a:cubicBezTo>
                    <a:pt x="194" y="541"/>
                    <a:pt x="194" y="541"/>
                    <a:pt x="194" y="541"/>
                  </a:cubicBezTo>
                  <a:cubicBezTo>
                    <a:pt x="195" y="541"/>
                    <a:pt x="195" y="541"/>
                    <a:pt x="195" y="541"/>
                  </a:cubicBezTo>
                  <a:cubicBezTo>
                    <a:pt x="195" y="542"/>
                    <a:pt x="195" y="542"/>
                    <a:pt x="196" y="542"/>
                  </a:cubicBezTo>
                  <a:cubicBezTo>
                    <a:pt x="196" y="542"/>
                    <a:pt x="196" y="542"/>
                    <a:pt x="196" y="542"/>
                  </a:cubicBezTo>
                  <a:cubicBezTo>
                    <a:pt x="197" y="543"/>
                    <a:pt x="197" y="543"/>
                    <a:pt x="198" y="543"/>
                  </a:cubicBezTo>
                  <a:cubicBezTo>
                    <a:pt x="198" y="543"/>
                    <a:pt x="198" y="543"/>
                    <a:pt x="198" y="543"/>
                  </a:cubicBezTo>
                  <a:cubicBezTo>
                    <a:pt x="199" y="544"/>
                    <a:pt x="199" y="544"/>
                    <a:pt x="200" y="544"/>
                  </a:cubicBezTo>
                  <a:cubicBezTo>
                    <a:pt x="200" y="544"/>
                    <a:pt x="200" y="544"/>
                    <a:pt x="200" y="544"/>
                  </a:cubicBezTo>
                  <a:cubicBezTo>
                    <a:pt x="201" y="544"/>
                    <a:pt x="201" y="545"/>
                    <a:pt x="202" y="545"/>
                  </a:cubicBezTo>
                  <a:cubicBezTo>
                    <a:pt x="202" y="545"/>
                    <a:pt x="202" y="545"/>
                    <a:pt x="203" y="545"/>
                  </a:cubicBezTo>
                  <a:cubicBezTo>
                    <a:pt x="204" y="546"/>
                    <a:pt x="204" y="546"/>
                    <a:pt x="204" y="546"/>
                  </a:cubicBezTo>
                  <a:cubicBezTo>
                    <a:pt x="205" y="546"/>
                    <a:pt x="205" y="546"/>
                    <a:pt x="205" y="546"/>
                  </a:cubicBezTo>
                  <a:cubicBezTo>
                    <a:pt x="206" y="546"/>
                    <a:pt x="206" y="546"/>
                    <a:pt x="207" y="546"/>
                  </a:cubicBezTo>
                  <a:cubicBezTo>
                    <a:pt x="207" y="547"/>
                    <a:pt x="207" y="547"/>
                    <a:pt x="208" y="547"/>
                  </a:cubicBezTo>
                  <a:cubicBezTo>
                    <a:pt x="209" y="547"/>
                    <a:pt x="209" y="547"/>
                    <a:pt x="209" y="547"/>
                  </a:cubicBezTo>
                  <a:cubicBezTo>
                    <a:pt x="210" y="547"/>
                    <a:pt x="210" y="548"/>
                    <a:pt x="211" y="548"/>
                  </a:cubicBezTo>
                  <a:cubicBezTo>
                    <a:pt x="212" y="548"/>
                    <a:pt x="212" y="548"/>
                    <a:pt x="212" y="548"/>
                  </a:cubicBezTo>
                  <a:cubicBezTo>
                    <a:pt x="213" y="548"/>
                    <a:pt x="213" y="548"/>
                    <a:pt x="214" y="548"/>
                  </a:cubicBezTo>
                  <a:cubicBezTo>
                    <a:pt x="214" y="549"/>
                    <a:pt x="215" y="549"/>
                    <a:pt x="216" y="549"/>
                  </a:cubicBezTo>
                  <a:cubicBezTo>
                    <a:pt x="217" y="549"/>
                    <a:pt x="217" y="549"/>
                    <a:pt x="217" y="549"/>
                  </a:cubicBezTo>
                  <a:cubicBezTo>
                    <a:pt x="218" y="549"/>
                    <a:pt x="219" y="550"/>
                    <a:pt x="219" y="550"/>
                  </a:cubicBezTo>
                  <a:cubicBezTo>
                    <a:pt x="220" y="550"/>
                    <a:pt x="220" y="550"/>
                    <a:pt x="221" y="550"/>
                  </a:cubicBezTo>
                  <a:cubicBezTo>
                    <a:pt x="222" y="550"/>
                    <a:pt x="223" y="551"/>
                    <a:pt x="224" y="551"/>
                  </a:cubicBezTo>
                  <a:cubicBezTo>
                    <a:pt x="224" y="551"/>
                    <a:pt x="225" y="551"/>
                    <a:pt x="226" y="551"/>
                  </a:cubicBezTo>
                  <a:cubicBezTo>
                    <a:pt x="248" y="557"/>
                    <a:pt x="249" y="559"/>
                    <a:pt x="268" y="559"/>
                  </a:cubicBezTo>
                  <a:cubicBezTo>
                    <a:pt x="286" y="559"/>
                    <a:pt x="302" y="563"/>
                    <a:pt x="306" y="573"/>
                  </a:cubicBezTo>
                  <a:cubicBezTo>
                    <a:pt x="310" y="583"/>
                    <a:pt x="315" y="590"/>
                    <a:pt x="317" y="605"/>
                  </a:cubicBezTo>
                  <a:cubicBezTo>
                    <a:pt x="319" y="619"/>
                    <a:pt x="318" y="656"/>
                    <a:pt x="326" y="661"/>
                  </a:cubicBezTo>
                  <a:cubicBezTo>
                    <a:pt x="332" y="666"/>
                    <a:pt x="337" y="672"/>
                    <a:pt x="339" y="683"/>
                  </a:cubicBezTo>
                  <a:cubicBezTo>
                    <a:pt x="339" y="683"/>
                    <a:pt x="339" y="683"/>
                    <a:pt x="339" y="683"/>
                  </a:cubicBezTo>
                  <a:cubicBezTo>
                    <a:pt x="340" y="683"/>
                    <a:pt x="340" y="683"/>
                    <a:pt x="341" y="683"/>
                  </a:cubicBezTo>
                  <a:cubicBezTo>
                    <a:pt x="341" y="683"/>
                    <a:pt x="341" y="683"/>
                    <a:pt x="341" y="683"/>
                  </a:cubicBezTo>
                  <a:cubicBezTo>
                    <a:pt x="342" y="683"/>
                    <a:pt x="343" y="683"/>
                    <a:pt x="344" y="684"/>
                  </a:cubicBezTo>
                  <a:cubicBezTo>
                    <a:pt x="344" y="684"/>
                    <a:pt x="344" y="684"/>
                    <a:pt x="344" y="684"/>
                  </a:cubicBezTo>
                  <a:cubicBezTo>
                    <a:pt x="345" y="684"/>
                    <a:pt x="346" y="684"/>
                    <a:pt x="347" y="684"/>
                  </a:cubicBezTo>
                  <a:cubicBezTo>
                    <a:pt x="347" y="685"/>
                    <a:pt x="347" y="685"/>
                    <a:pt x="347" y="685"/>
                  </a:cubicBezTo>
                  <a:cubicBezTo>
                    <a:pt x="348" y="685"/>
                    <a:pt x="349" y="685"/>
                    <a:pt x="350" y="686"/>
                  </a:cubicBezTo>
                  <a:cubicBezTo>
                    <a:pt x="364" y="693"/>
                    <a:pt x="374" y="693"/>
                    <a:pt x="384" y="685"/>
                  </a:cubicBezTo>
                  <a:cubicBezTo>
                    <a:pt x="393" y="677"/>
                    <a:pt x="401" y="679"/>
                    <a:pt x="409" y="686"/>
                  </a:cubicBezTo>
                  <a:cubicBezTo>
                    <a:pt x="417" y="693"/>
                    <a:pt x="438" y="702"/>
                    <a:pt x="449" y="695"/>
                  </a:cubicBezTo>
                  <a:cubicBezTo>
                    <a:pt x="460" y="689"/>
                    <a:pt x="472" y="686"/>
                    <a:pt x="480" y="693"/>
                  </a:cubicBezTo>
                  <a:cubicBezTo>
                    <a:pt x="488" y="699"/>
                    <a:pt x="496" y="713"/>
                    <a:pt x="508" y="686"/>
                  </a:cubicBezTo>
                  <a:cubicBezTo>
                    <a:pt x="520" y="659"/>
                    <a:pt x="529" y="655"/>
                    <a:pt x="542" y="666"/>
                  </a:cubicBezTo>
                  <a:cubicBezTo>
                    <a:pt x="556" y="677"/>
                    <a:pt x="560" y="686"/>
                    <a:pt x="580" y="670"/>
                  </a:cubicBezTo>
                  <a:cubicBezTo>
                    <a:pt x="600" y="654"/>
                    <a:pt x="593" y="669"/>
                    <a:pt x="620" y="653"/>
                  </a:cubicBezTo>
                  <a:cubicBezTo>
                    <a:pt x="642" y="639"/>
                    <a:pt x="660" y="634"/>
                    <a:pt x="689" y="616"/>
                  </a:cubicBezTo>
                  <a:cubicBezTo>
                    <a:pt x="688" y="613"/>
                    <a:pt x="687" y="610"/>
                    <a:pt x="684" y="606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16" name="Freeform 215"/>
            <p:cNvSpPr>
              <a:spLocks/>
            </p:cNvSpPr>
            <p:nvPr/>
          </p:nvSpPr>
          <p:spPr bwMode="auto">
            <a:xfrm>
              <a:off x="2600325" y="1014413"/>
              <a:ext cx="712788" cy="787400"/>
            </a:xfrm>
            <a:custGeom>
              <a:avLst/>
              <a:gdLst>
                <a:gd name="T0" fmla="*/ 125 w 786"/>
                <a:gd name="T1" fmla="*/ 740 h 866"/>
                <a:gd name="T2" fmla="*/ 201 w 786"/>
                <a:gd name="T3" fmla="*/ 752 h 866"/>
                <a:gd name="T4" fmla="*/ 259 w 786"/>
                <a:gd name="T5" fmla="*/ 798 h 866"/>
                <a:gd name="T6" fmla="*/ 323 w 786"/>
                <a:gd name="T7" fmla="*/ 865 h 866"/>
                <a:gd name="T8" fmla="*/ 334 w 786"/>
                <a:gd name="T9" fmla="*/ 864 h 866"/>
                <a:gd name="T10" fmla="*/ 338 w 786"/>
                <a:gd name="T11" fmla="*/ 862 h 866"/>
                <a:gd name="T12" fmla="*/ 342 w 786"/>
                <a:gd name="T13" fmla="*/ 859 h 866"/>
                <a:gd name="T14" fmla="*/ 345 w 786"/>
                <a:gd name="T15" fmla="*/ 852 h 866"/>
                <a:gd name="T16" fmla="*/ 385 w 786"/>
                <a:gd name="T17" fmla="*/ 811 h 866"/>
                <a:gd name="T18" fmla="*/ 410 w 786"/>
                <a:gd name="T19" fmla="*/ 834 h 866"/>
                <a:gd name="T20" fmla="*/ 494 w 786"/>
                <a:gd name="T21" fmla="*/ 816 h 866"/>
                <a:gd name="T22" fmla="*/ 749 w 786"/>
                <a:gd name="T23" fmla="*/ 815 h 866"/>
                <a:gd name="T24" fmla="*/ 757 w 786"/>
                <a:gd name="T25" fmla="*/ 754 h 866"/>
                <a:gd name="T26" fmla="*/ 786 w 786"/>
                <a:gd name="T27" fmla="*/ 176 h 866"/>
                <a:gd name="T28" fmla="*/ 769 w 786"/>
                <a:gd name="T29" fmla="*/ 165 h 866"/>
                <a:gd name="T30" fmla="*/ 755 w 786"/>
                <a:gd name="T31" fmla="*/ 155 h 866"/>
                <a:gd name="T32" fmla="*/ 720 w 786"/>
                <a:gd name="T33" fmla="*/ 131 h 866"/>
                <a:gd name="T34" fmla="*/ 710 w 786"/>
                <a:gd name="T35" fmla="*/ 124 h 866"/>
                <a:gd name="T36" fmla="*/ 687 w 786"/>
                <a:gd name="T37" fmla="*/ 108 h 866"/>
                <a:gd name="T38" fmla="*/ 673 w 786"/>
                <a:gd name="T39" fmla="*/ 99 h 866"/>
                <a:gd name="T40" fmla="*/ 657 w 786"/>
                <a:gd name="T41" fmla="*/ 88 h 866"/>
                <a:gd name="T42" fmla="*/ 645 w 786"/>
                <a:gd name="T43" fmla="*/ 80 h 866"/>
                <a:gd name="T44" fmla="*/ 634 w 786"/>
                <a:gd name="T45" fmla="*/ 72 h 866"/>
                <a:gd name="T46" fmla="*/ 620 w 786"/>
                <a:gd name="T47" fmla="*/ 63 h 866"/>
                <a:gd name="T48" fmla="*/ 612 w 786"/>
                <a:gd name="T49" fmla="*/ 57 h 866"/>
                <a:gd name="T50" fmla="*/ 601 w 786"/>
                <a:gd name="T51" fmla="*/ 50 h 866"/>
                <a:gd name="T52" fmla="*/ 595 w 786"/>
                <a:gd name="T53" fmla="*/ 46 h 866"/>
                <a:gd name="T54" fmla="*/ 588 w 786"/>
                <a:gd name="T55" fmla="*/ 41 h 866"/>
                <a:gd name="T56" fmla="*/ 585 w 786"/>
                <a:gd name="T57" fmla="*/ 39 h 866"/>
                <a:gd name="T58" fmla="*/ 582 w 786"/>
                <a:gd name="T59" fmla="*/ 37 h 866"/>
                <a:gd name="T60" fmla="*/ 550 w 786"/>
                <a:gd name="T61" fmla="*/ 97 h 866"/>
                <a:gd name="T62" fmla="*/ 550 w 786"/>
                <a:gd name="T63" fmla="*/ 102 h 866"/>
                <a:gd name="T64" fmla="*/ 551 w 786"/>
                <a:gd name="T65" fmla="*/ 106 h 866"/>
                <a:gd name="T66" fmla="*/ 551 w 786"/>
                <a:gd name="T67" fmla="*/ 110 h 866"/>
                <a:gd name="T68" fmla="*/ 337 w 786"/>
                <a:gd name="T69" fmla="*/ 114 h 866"/>
                <a:gd name="T70" fmla="*/ 289 w 786"/>
                <a:gd name="T71" fmla="*/ 302 h 866"/>
                <a:gd name="T72" fmla="*/ 270 w 786"/>
                <a:gd name="T73" fmla="*/ 363 h 866"/>
                <a:gd name="T74" fmla="*/ 12 w 786"/>
                <a:gd name="T75" fmla="*/ 426 h 866"/>
                <a:gd name="T76" fmla="*/ 5 w 786"/>
                <a:gd name="T77" fmla="*/ 469 h 866"/>
                <a:gd name="T78" fmla="*/ 42 w 786"/>
                <a:gd name="T79" fmla="*/ 470 h 866"/>
                <a:gd name="T80" fmla="*/ 55 w 786"/>
                <a:gd name="T81" fmla="*/ 529 h 866"/>
                <a:gd name="T82" fmla="*/ 77 w 786"/>
                <a:gd name="T83" fmla="*/ 630 h 866"/>
                <a:gd name="T84" fmla="*/ 55 w 786"/>
                <a:gd name="T85" fmla="*/ 751 h 8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786" h="866">
                  <a:moveTo>
                    <a:pt x="83" y="746"/>
                  </a:moveTo>
                  <a:cubicBezTo>
                    <a:pt x="88" y="748"/>
                    <a:pt x="98" y="748"/>
                    <a:pt x="102" y="745"/>
                  </a:cubicBezTo>
                  <a:cubicBezTo>
                    <a:pt x="106" y="741"/>
                    <a:pt x="117" y="740"/>
                    <a:pt x="125" y="740"/>
                  </a:cubicBezTo>
                  <a:cubicBezTo>
                    <a:pt x="134" y="739"/>
                    <a:pt x="141" y="738"/>
                    <a:pt x="147" y="736"/>
                  </a:cubicBezTo>
                  <a:cubicBezTo>
                    <a:pt x="154" y="734"/>
                    <a:pt x="168" y="735"/>
                    <a:pt x="179" y="739"/>
                  </a:cubicBezTo>
                  <a:cubicBezTo>
                    <a:pt x="191" y="743"/>
                    <a:pt x="199" y="745"/>
                    <a:pt x="201" y="752"/>
                  </a:cubicBezTo>
                  <a:cubicBezTo>
                    <a:pt x="204" y="759"/>
                    <a:pt x="211" y="766"/>
                    <a:pt x="221" y="766"/>
                  </a:cubicBezTo>
                  <a:cubicBezTo>
                    <a:pt x="231" y="766"/>
                    <a:pt x="237" y="766"/>
                    <a:pt x="240" y="771"/>
                  </a:cubicBezTo>
                  <a:cubicBezTo>
                    <a:pt x="243" y="776"/>
                    <a:pt x="254" y="789"/>
                    <a:pt x="259" y="798"/>
                  </a:cubicBezTo>
                  <a:cubicBezTo>
                    <a:pt x="264" y="806"/>
                    <a:pt x="280" y="833"/>
                    <a:pt x="288" y="836"/>
                  </a:cubicBezTo>
                  <a:cubicBezTo>
                    <a:pt x="296" y="839"/>
                    <a:pt x="303" y="839"/>
                    <a:pt x="307" y="845"/>
                  </a:cubicBezTo>
                  <a:cubicBezTo>
                    <a:pt x="311" y="851"/>
                    <a:pt x="314" y="862"/>
                    <a:pt x="323" y="865"/>
                  </a:cubicBezTo>
                  <a:cubicBezTo>
                    <a:pt x="324" y="865"/>
                    <a:pt x="324" y="865"/>
                    <a:pt x="324" y="865"/>
                  </a:cubicBezTo>
                  <a:cubicBezTo>
                    <a:pt x="324" y="865"/>
                    <a:pt x="324" y="865"/>
                    <a:pt x="324" y="865"/>
                  </a:cubicBezTo>
                  <a:cubicBezTo>
                    <a:pt x="327" y="866"/>
                    <a:pt x="331" y="865"/>
                    <a:pt x="334" y="864"/>
                  </a:cubicBezTo>
                  <a:cubicBezTo>
                    <a:pt x="334" y="864"/>
                    <a:pt x="334" y="864"/>
                    <a:pt x="334" y="864"/>
                  </a:cubicBezTo>
                  <a:cubicBezTo>
                    <a:pt x="335" y="864"/>
                    <a:pt x="336" y="863"/>
                    <a:pt x="337" y="863"/>
                  </a:cubicBezTo>
                  <a:cubicBezTo>
                    <a:pt x="337" y="863"/>
                    <a:pt x="338" y="863"/>
                    <a:pt x="338" y="862"/>
                  </a:cubicBezTo>
                  <a:cubicBezTo>
                    <a:pt x="339" y="862"/>
                    <a:pt x="339" y="862"/>
                    <a:pt x="340" y="861"/>
                  </a:cubicBezTo>
                  <a:cubicBezTo>
                    <a:pt x="341" y="860"/>
                    <a:pt x="341" y="860"/>
                    <a:pt x="341" y="860"/>
                  </a:cubicBezTo>
                  <a:cubicBezTo>
                    <a:pt x="342" y="859"/>
                    <a:pt x="342" y="859"/>
                    <a:pt x="342" y="859"/>
                  </a:cubicBezTo>
                  <a:cubicBezTo>
                    <a:pt x="343" y="858"/>
                    <a:pt x="343" y="857"/>
                    <a:pt x="343" y="857"/>
                  </a:cubicBezTo>
                  <a:cubicBezTo>
                    <a:pt x="344" y="856"/>
                    <a:pt x="344" y="856"/>
                    <a:pt x="344" y="856"/>
                  </a:cubicBezTo>
                  <a:cubicBezTo>
                    <a:pt x="344" y="855"/>
                    <a:pt x="345" y="854"/>
                    <a:pt x="345" y="852"/>
                  </a:cubicBezTo>
                  <a:cubicBezTo>
                    <a:pt x="347" y="843"/>
                    <a:pt x="349" y="837"/>
                    <a:pt x="350" y="827"/>
                  </a:cubicBezTo>
                  <a:cubicBezTo>
                    <a:pt x="351" y="816"/>
                    <a:pt x="351" y="811"/>
                    <a:pt x="361" y="807"/>
                  </a:cubicBezTo>
                  <a:cubicBezTo>
                    <a:pt x="371" y="804"/>
                    <a:pt x="382" y="804"/>
                    <a:pt x="385" y="811"/>
                  </a:cubicBezTo>
                  <a:cubicBezTo>
                    <a:pt x="388" y="819"/>
                    <a:pt x="390" y="823"/>
                    <a:pt x="394" y="826"/>
                  </a:cubicBezTo>
                  <a:cubicBezTo>
                    <a:pt x="397" y="828"/>
                    <a:pt x="400" y="827"/>
                    <a:pt x="401" y="834"/>
                  </a:cubicBezTo>
                  <a:cubicBezTo>
                    <a:pt x="401" y="840"/>
                    <a:pt x="409" y="843"/>
                    <a:pt x="410" y="834"/>
                  </a:cubicBezTo>
                  <a:cubicBezTo>
                    <a:pt x="411" y="825"/>
                    <a:pt x="411" y="816"/>
                    <a:pt x="424" y="815"/>
                  </a:cubicBezTo>
                  <a:cubicBezTo>
                    <a:pt x="437" y="814"/>
                    <a:pt x="445" y="811"/>
                    <a:pt x="455" y="816"/>
                  </a:cubicBezTo>
                  <a:cubicBezTo>
                    <a:pt x="465" y="821"/>
                    <a:pt x="490" y="823"/>
                    <a:pt x="494" y="816"/>
                  </a:cubicBezTo>
                  <a:cubicBezTo>
                    <a:pt x="498" y="809"/>
                    <a:pt x="504" y="799"/>
                    <a:pt x="514" y="807"/>
                  </a:cubicBezTo>
                  <a:cubicBezTo>
                    <a:pt x="524" y="815"/>
                    <a:pt x="534" y="815"/>
                    <a:pt x="551" y="815"/>
                  </a:cubicBezTo>
                  <a:cubicBezTo>
                    <a:pt x="568" y="815"/>
                    <a:pt x="749" y="815"/>
                    <a:pt x="749" y="815"/>
                  </a:cubicBezTo>
                  <a:cubicBezTo>
                    <a:pt x="749" y="815"/>
                    <a:pt x="742" y="801"/>
                    <a:pt x="753" y="795"/>
                  </a:cubicBezTo>
                  <a:cubicBezTo>
                    <a:pt x="764" y="789"/>
                    <a:pt x="761" y="783"/>
                    <a:pt x="761" y="776"/>
                  </a:cubicBezTo>
                  <a:cubicBezTo>
                    <a:pt x="761" y="769"/>
                    <a:pt x="768" y="762"/>
                    <a:pt x="757" y="754"/>
                  </a:cubicBezTo>
                  <a:cubicBezTo>
                    <a:pt x="746" y="746"/>
                    <a:pt x="741" y="740"/>
                    <a:pt x="741" y="725"/>
                  </a:cubicBezTo>
                  <a:cubicBezTo>
                    <a:pt x="741" y="710"/>
                    <a:pt x="684" y="179"/>
                    <a:pt x="684" y="179"/>
                  </a:cubicBezTo>
                  <a:cubicBezTo>
                    <a:pt x="786" y="176"/>
                    <a:pt x="786" y="176"/>
                    <a:pt x="786" y="176"/>
                  </a:cubicBezTo>
                  <a:cubicBezTo>
                    <a:pt x="784" y="175"/>
                    <a:pt x="782" y="173"/>
                    <a:pt x="780" y="172"/>
                  </a:cubicBezTo>
                  <a:cubicBezTo>
                    <a:pt x="778" y="171"/>
                    <a:pt x="777" y="170"/>
                    <a:pt x="776" y="169"/>
                  </a:cubicBezTo>
                  <a:cubicBezTo>
                    <a:pt x="774" y="168"/>
                    <a:pt x="771" y="166"/>
                    <a:pt x="769" y="165"/>
                  </a:cubicBezTo>
                  <a:cubicBezTo>
                    <a:pt x="768" y="164"/>
                    <a:pt x="766" y="163"/>
                    <a:pt x="765" y="162"/>
                  </a:cubicBezTo>
                  <a:cubicBezTo>
                    <a:pt x="762" y="160"/>
                    <a:pt x="760" y="158"/>
                    <a:pt x="758" y="157"/>
                  </a:cubicBezTo>
                  <a:cubicBezTo>
                    <a:pt x="757" y="156"/>
                    <a:pt x="756" y="155"/>
                    <a:pt x="755" y="155"/>
                  </a:cubicBezTo>
                  <a:cubicBezTo>
                    <a:pt x="747" y="149"/>
                    <a:pt x="739" y="144"/>
                    <a:pt x="731" y="139"/>
                  </a:cubicBezTo>
                  <a:cubicBezTo>
                    <a:pt x="730" y="138"/>
                    <a:pt x="729" y="137"/>
                    <a:pt x="728" y="136"/>
                  </a:cubicBezTo>
                  <a:cubicBezTo>
                    <a:pt x="725" y="134"/>
                    <a:pt x="723" y="133"/>
                    <a:pt x="720" y="131"/>
                  </a:cubicBezTo>
                  <a:cubicBezTo>
                    <a:pt x="719" y="131"/>
                    <a:pt x="719" y="130"/>
                    <a:pt x="718" y="130"/>
                  </a:cubicBezTo>
                  <a:cubicBezTo>
                    <a:pt x="716" y="128"/>
                    <a:pt x="713" y="126"/>
                    <a:pt x="710" y="124"/>
                  </a:cubicBezTo>
                  <a:cubicBezTo>
                    <a:pt x="710" y="124"/>
                    <a:pt x="710" y="124"/>
                    <a:pt x="710" y="124"/>
                  </a:cubicBezTo>
                  <a:cubicBezTo>
                    <a:pt x="705" y="121"/>
                    <a:pt x="701" y="118"/>
                    <a:pt x="697" y="115"/>
                  </a:cubicBezTo>
                  <a:cubicBezTo>
                    <a:pt x="696" y="114"/>
                    <a:pt x="694" y="113"/>
                    <a:pt x="693" y="112"/>
                  </a:cubicBezTo>
                  <a:cubicBezTo>
                    <a:pt x="691" y="111"/>
                    <a:pt x="689" y="110"/>
                    <a:pt x="687" y="108"/>
                  </a:cubicBezTo>
                  <a:cubicBezTo>
                    <a:pt x="686" y="108"/>
                    <a:pt x="685" y="107"/>
                    <a:pt x="683" y="106"/>
                  </a:cubicBezTo>
                  <a:cubicBezTo>
                    <a:pt x="682" y="105"/>
                    <a:pt x="680" y="104"/>
                    <a:pt x="678" y="102"/>
                  </a:cubicBezTo>
                  <a:cubicBezTo>
                    <a:pt x="676" y="101"/>
                    <a:pt x="674" y="100"/>
                    <a:pt x="673" y="99"/>
                  </a:cubicBezTo>
                  <a:cubicBezTo>
                    <a:pt x="672" y="98"/>
                    <a:pt x="671" y="97"/>
                    <a:pt x="670" y="97"/>
                  </a:cubicBezTo>
                  <a:cubicBezTo>
                    <a:pt x="667" y="95"/>
                    <a:pt x="664" y="93"/>
                    <a:pt x="661" y="91"/>
                  </a:cubicBezTo>
                  <a:cubicBezTo>
                    <a:pt x="660" y="90"/>
                    <a:pt x="659" y="89"/>
                    <a:pt x="657" y="88"/>
                  </a:cubicBezTo>
                  <a:cubicBezTo>
                    <a:pt x="656" y="87"/>
                    <a:pt x="655" y="86"/>
                    <a:pt x="653" y="85"/>
                  </a:cubicBezTo>
                  <a:cubicBezTo>
                    <a:pt x="652" y="84"/>
                    <a:pt x="650" y="83"/>
                    <a:pt x="649" y="82"/>
                  </a:cubicBezTo>
                  <a:cubicBezTo>
                    <a:pt x="647" y="81"/>
                    <a:pt x="646" y="80"/>
                    <a:pt x="645" y="80"/>
                  </a:cubicBezTo>
                  <a:cubicBezTo>
                    <a:pt x="644" y="79"/>
                    <a:pt x="642" y="78"/>
                    <a:pt x="641" y="77"/>
                  </a:cubicBezTo>
                  <a:cubicBezTo>
                    <a:pt x="639" y="76"/>
                    <a:pt x="637" y="75"/>
                    <a:pt x="636" y="73"/>
                  </a:cubicBezTo>
                  <a:cubicBezTo>
                    <a:pt x="635" y="73"/>
                    <a:pt x="634" y="73"/>
                    <a:pt x="634" y="72"/>
                  </a:cubicBezTo>
                  <a:cubicBezTo>
                    <a:pt x="631" y="70"/>
                    <a:pt x="629" y="69"/>
                    <a:pt x="627" y="67"/>
                  </a:cubicBezTo>
                  <a:cubicBezTo>
                    <a:pt x="626" y="67"/>
                    <a:pt x="626" y="67"/>
                    <a:pt x="625" y="66"/>
                  </a:cubicBezTo>
                  <a:cubicBezTo>
                    <a:pt x="623" y="65"/>
                    <a:pt x="622" y="64"/>
                    <a:pt x="620" y="63"/>
                  </a:cubicBezTo>
                  <a:cubicBezTo>
                    <a:pt x="619" y="62"/>
                    <a:pt x="618" y="62"/>
                    <a:pt x="618" y="61"/>
                  </a:cubicBezTo>
                  <a:cubicBezTo>
                    <a:pt x="616" y="60"/>
                    <a:pt x="615" y="59"/>
                    <a:pt x="614" y="59"/>
                  </a:cubicBezTo>
                  <a:cubicBezTo>
                    <a:pt x="613" y="58"/>
                    <a:pt x="612" y="58"/>
                    <a:pt x="612" y="57"/>
                  </a:cubicBezTo>
                  <a:cubicBezTo>
                    <a:pt x="610" y="56"/>
                    <a:pt x="608" y="55"/>
                    <a:pt x="607" y="54"/>
                  </a:cubicBezTo>
                  <a:cubicBezTo>
                    <a:pt x="606" y="53"/>
                    <a:pt x="606" y="53"/>
                    <a:pt x="605" y="53"/>
                  </a:cubicBezTo>
                  <a:cubicBezTo>
                    <a:pt x="604" y="52"/>
                    <a:pt x="603" y="51"/>
                    <a:pt x="601" y="50"/>
                  </a:cubicBezTo>
                  <a:cubicBezTo>
                    <a:pt x="600" y="49"/>
                    <a:pt x="600" y="49"/>
                    <a:pt x="600" y="49"/>
                  </a:cubicBezTo>
                  <a:cubicBezTo>
                    <a:pt x="599" y="48"/>
                    <a:pt x="598" y="48"/>
                    <a:pt x="597" y="47"/>
                  </a:cubicBezTo>
                  <a:cubicBezTo>
                    <a:pt x="596" y="47"/>
                    <a:pt x="596" y="46"/>
                    <a:pt x="595" y="46"/>
                  </a:cubicBezTo>
                  <a:cubicBezTo>
                    <a:pt x="594" y="45"/>
                    <a:pt x="593" y="45"/>
                    <a:pt x="592" y="44"/>
                  </a:cubicBezTo>
                  <a:cubicBezTo>
                    <a:pt x="592" y="44"/>
                    <a:pt x="592" y="44"/>
                    <a:pt x="591" y="43"/>
                  </a:cubicBezTo>
                  <a:cubicBezTo>
                    <a:pt x="590" y="43"/>
                    <a:pt x="589" y="42"/>
                    <a:pt x="588" y="41"/>
                  </a:cubicBezTo>
                  <a:cubicBezTo>
                    <a:pt x="588" y="41"/>
                    <a:pt x="588" y="41"/>
                    <a:pt x="588" y="41"/>
                  </a:cubicBezTo>
                  <a:cubicBezTo>
                    <a:pt x="587" y="40"/>
                    <a:pt x="586" y="40"/>
                    <a:pt x="586" y="40"/>
                  </a:cubicBezTo>
                  <a:cubicBezTo>
                    <a:pt x="585" y="40"/>
                    <a:pt x="585" y="39"/>
                    <a:pt x="585" y="39"/>
                  </a:cubicBezTo>
                  <a:cubicBezTo>
                    <a:pt x="584" y="39"/>
                    <a:pt x="584" y="39"/>
                    <a:pt x="584" y="38"/>
                  </a:cubicBezTo>
                  <a:cubicBezTo>
                    <a:pt x="583" y="38"/>
                    <a:pt x="583" y="38"/>
                    <a:pt x="583" y="38"/>
                  </a:cubicBezTo>
                  <a:cubicBezTo>
                    <a:pt x="582" y="37"/>
                    <a:pt x="582" y="37"/>
                    <a:pt x="582" y="37"/>
                  </a:cubicBezTo>
                  <a:cubicBezTo>
                    <a:pt x="571" y="31"/>
                    <a:pt x="558" y="29"/>
                    <a:pt x="549" y="28"/>
                  </a:cubicBezTo>
                  <a:cubicBezTo>
                    <a:pt x="549" y="19"/>
                    <a:pt x="548" y="9"/>
                    <a:pt x="548" y="0"/>
                  </a:cubicBezTo>
                  <a:cubicBezTo>
                    <a:pt x="549" y="34"/>
                    <a:pt x="550" y="76"/>
                    <a:pt x="550" y="97"/>
                  </a:cubicBezTo>
                  <a:cubicBezTo>
                    <a:pt x="550" y="98"/>
                    <a:pt x="550" y="98"/>
                    <a:pt x="550" y="98"/>
                  </a:cubicBezTo>
                  <a:cubicBezTo>
                    <a:pt x="550" y="99"/>
                    <a:pt x="550" y="100"/>
                    <a:pt x="550" y="101"/>
                  </a:cubicBezTo>
                  <a:cubicBezTo>
                    <a:pt x="550" y="102"/>
                    <a:pt x="550" y="102"/>
                    <a:pt x="550" y="102"/>
                  </a:cubicBezTo>
                  <a:cubicBezTo>
                    <a:pt x="550" y="103"/>
                    <a:pt x="550" y="104"/>
                    <a:pt x="551" y="105"/>
                  </a:cubicBezTo>
                  <a:cubicBezTo>
                    <a:pt x="551" y="106"/>
                    <a:pt x="551" y="106"/>
                    <a:pt x="551" y="106"/>
                  </a:cubicBezTo>
                  <a:cubicBezTo>
                    <a:pt x="551" y="106"/>
                    <a:pt x="551" y="106"/>
                    <a:pt x="551" y="106"/>
                  </a:cubicBezTo>
                  <a:cubicBezTo>
                    <a:pt x="551" y="107"/>
                    <a:pt x="551" y="107"/>
                    <a:pt x="551" y="107"/>
                  </a:cubicBezTo>
                  <a:cubicBezTo>
                    <a:pt x="551" y="108"/>
                    <a:pt x="551" y="109"/>
                    <a:pt x="551" y="109"/>
                  </a:cubicBezTo>
                  <a:cubicBezTo>
                    <a:pt x="551" y="110"/>
                    <a:pt x="551" y="110"/>
                    <a:pt x="551" y="110"/>
                  </a:cubicBezTo>
                  <a:cubicBezTo>
                    <a:pt x="551" y="110"/>
                    <a:pt x="551" y="110"/>
                    <a:pt x="551" y="111"/>
                  </a:cubicBezTo>
                  <a:cubicBezTo>
                    <a:pt x="551" y="111"/>
                    <a:pt x="551" y="111"/>
                    <a:pt x="551" y="111"/>
                  </a:cubicBezTo>
                  <a:cubicBezTo>
                    <a:pt x="337" y="114"/>
                    <a:pt x="337" y="114"/>
                    <a:pt x="337" y="114"/>
                  </a:cubicBezTo>
                  <a:cubicBezTo>
                    <a:pt x="334" y="281"/>
                    <a:pt x="334" y="281"/>
                    <a:pt x="334" y="281"/>
                  </a:cubicBezTo>
                  <a:cubicBezTo>
                    <a:pt x="334" y="281"/>
                    <a:pt x="320" y="293"/>
                    <a:pt x="311" y="293"/>
                  </a:cubicBezTo>
                  <a:cubicBezTo>
                    <a:pt x="303" y="292"/>
                    <a:pt x="294" y="298"/>
                    <a:pt x="289" y="302"/>
                  </a:cubicBezTo>
                  <a:cubicBezTo>
                    <a:pt x="285" y="306"/>
                    <a:pt x="267" y="312"/>
                    <a:pt x="266" y="319"/>
                  </a:cubicBezTo>
                  <a:cubicBezTo>
                    <a:pt x="265" y="327"/>
                    <a:pt x="258" y="339"/>
                    <a:pt x="264" y="343"/>
                  </a:cubicBezTo>
                  <a:cubicBezTo>
                    <a:pt x="270" y="348"/>
                    <a:pt x="271" y="355"/>
                    <a:pt x="270" y="363"/>
                  </a:cubicBezTo>
                  <a:cubicBezTo>
                    <a:pt x="269" y="371"/>
                    <a:pt x="271" y="427"/>
                    <a:pt x="271" y="427"/>
                  </a:cubicBezTo>
                  <a:cubicBezTo>
                    <a:pt x="12" y="426"/>
                    <a:pt x="12" y="426"/>
                    <a:pt x="12" y="426"/>
                  </a:cubicBezTo>
                  <a:cubicBezTo>
                    <a:pt x="12" y="426"/>
                    <a:pt x="12" y="426"/>
                    <a:pt x="12" y="426"/>
                  </a:cubicBezTo>
                  <a:cubicBezTo>
                    <a:pt x="11" y="427"/>
                    <a:pt x="10" y="429"/>
                    <a:pt x="10" y="431"/>
                  </a:cubicBezTo>
                  <a:cubicBezTo>
                    <a:pt x="9" y="435"/>
                    <a:pt x="8" y="446"/>
                    <a:pt x="4" y="450"/>
                  </a:cubicBezTo>
                  <a:cubicBezTo>
                    <a:pt x="0" y="454"/>
                    <a:pt x="1" y="465"/>
                    <a:pt x="5" y="469"/>
                  </a:cubicBezTo>
                  <a:cubicBezTo>
                    <a:pt x="8" y="473"/>
                    <a:pt x="16" y="477"/>
                    <a:pt x="21" y="465"/>
                  </a:cubicBezTo>
                  <a:cubicBezTo>
                    <a:pt x="25" y="454"/>
                    <a:pt x="33" y="442"/>
                    <a:pt x="35" y="452"/>
                  </a:cubicBezTo>
                  <a:cubicBezTo>
                    <a:pt x="37" y="462"/>
                    <a:pt x="38" y="467"/>
                    <a:pt x="42" y="470"/>
                  </a:cubicBezTo>
                  <a:cubicBezTo>
                    <a:pt x="47" y="474"/>
                    <a:pt x="52" y="471"/>
                    <a:pt x="59" y="484"/>
                  </a:cubicBezTo>
                  <a:cubicBezTo>
                    <a:pt x="66" y="496"/>
                    <a:pt x="71" y="504"/>
                    <a:pt x="69" y="512"/>
                  </a:cubicBezTo>
                  <a:cubicBezTo>
                    <a:pt x="67" y="520"/>
                    <a:pt x="58" y="522"/>
                    <a:pt x="55" y="529"/>
                  </a:cubicBezTo>
                  <a:cubicBezTo>
                    <a:pt x="51" y="535"/>
                    <a:pt x="48" y="554"/>
                    <a:pt x="54" y="561"/>
                  </a:cubicBezTo>
                  <a:cubicBezTo>
                    <a:pt x="60" y="568"/>
                    <a:pt x="69" y="574"/>
                    <a:pt x="70" y="588"/>
                  </a:cubicBezTo>
                  <a:cubicBezTo>
                    <a:pt x="72" y="601"/>
                    <a:pt x="77" y="616"/>
                    <a:pt x="77" y="630"/>
                  </a:cubicBezTo>
                  <a:cubicBezTo>
                    <a:pt x="77" y="643"/>
                    <a:pt x="83" y="665"/>
                    <a:pt x="76" y="685"/>
                  </a:cubicBezTo>
                  <a:cubicBezTo>
                    <a:pt x="70" y="705"/>
                    <a:pt x="52" y="730"/>
                    <a:pt x="51" y="738"/>
                  </a:cubicBezTo>
                  <a:cubicBezTo>
                    <a:pt x="50" y="743"/>
                    <a:pt x="53" y="747"/>
                    <a:pt x="55" y="751"/>
                  </a:cubicBezTo>
                  <a:cubicBezTo>
                    <a:pt x="57" y="750"/>
                    <a:pt x="60" y="748"/>
                    <a:pt x="62" y="748"/>
                  </a:cubicBezTo>
                  <a:cubicBezTo>
                    <a:pt x="76" y="746"/>
                    <a:pt x="79" y="743"/>
                    <a:pt x="83" y="746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218" name="Freeform 217"/>
            <p:cNvSpPr>
              <a:spLocks/>
            </p:cNvSpPr>
            <p:nvPr/>
          </p:nvSpPr>
          <p:spPr bwMode="auto">
            <a:xfrm>
              <a:off x="3097213" y="396876"/>
              <a:ext cx="1198563" cy="1158875"/>
            </a:xfrm>
            <a:custGeom>
              <a:avLst/>
              <a:gdLst>
                <a:gd name="T0" fmla="*/ 1183 w 1319"/>
                <a:gd name="T1" fmla="*/ 827 h 1273"/>
                <a:gd name="T2" fmla="*/ 1183 w 1319"/>
                <a:gd name="T3" fmla="*/ 732 h 1273"/>
                <a:gd name="T4" fmla="*/ 1182 w 1319"/>
                <a:gd name="T5" fmla="*/ 646 h 1273"/>
                <a:gd name="T6" fmla="*/ 1160 w 1319"/>
                <a:gd name="T7" fmla="*/ 527 h 1273"/>
                <a:gd name="T8" fmla="*/ 1163 w 1319"/>
                <a:gd name="T9" fmla="*/ 495 h 1273"/>
                <a:gd name="T10" fmla="*/ 1159 w 1319"/>
                <a:gd name="T11" fmla="*/ 480 h 1273"/>
                <a:gd name="T12" fmla="*/ 1138 w 1319"/>
                <a:gd name="T13" fmla="*/ 414 h 1273"/>
                <a:gd name="T14" fmla="*/ 1057 w 1319"/>
                <a:gd name="T15" fmla="*/ 297 h 1273"/>
                <a:gd name="T16" fmla="*/ 1070 w 1319"/>
                <a:gd name="T17" fmla="*/ 197 h 1273"/>
                <a:gd name="T18" fmla="*/ 1084 w 1319"/>
                <a:gd name="T19" fmla="*/ 76 h 1273"/>
                <a:gd name="T20" fmla="*/ 1104 w 1319"/>
                <a:gd name="T21" fmla="*/ 12 h 1273"/>
                <a:gd name="T22" fmla="*/ 978 w 1319"/>
                <a:gd name="T23" fmla="*/ 10 h 1273"/>
                <a:gd name="T24" fmla="*/ 835 w 1319"/>
                <a:gd name="T25" fmla="*/ 12 h 1273"/>
                <a:gd name="T26" fmla="*/ 603 w 1319"/>
                <a:gd name="T27" fmla="*/ 56 h 1273"/>
                <a:gd name="T28" fmla="*/ 431 w 1319"/>
                <a:gd name="T29" fmla="*/ 149 h 1273"/>
                <a:gd name="T30" fmla="*/ 449 w 1319"/>
                <a:gd name="T31" fmla="*/ 208 h 1273"/>
                <a:gd name="T32" fmla="*/ 463 w 1319"/>
                <a:gd name="T33" fmla="*/ 312 h 1273"/>
                <a:gd name="T34" fmla="*/ 425 w 1319"/>
                <a:gd name="T35" fmla="*/ 367 h 1273"/>
                <a:gd name="T36" fmla="*/ 317 w 1319"/>
                <a:gd name="T37" fmla="*/ 397 h 1273"/>
                <a:gd name="T38" fmla="*/ 287 w 1319"/>
                <a:gd name="T39" fmla="*/ 459 h 1273"/>
                <a:gd name="T40" fmla="*/ 194 w 1319"/>
                <a:gd name="T41" fmla="*/ 521 h 1273"/>
                <a:gd name="T42" fmla="*/ 64 w 1319"/>
                <a:gd name="T43" fmla="*/ 561 h 1273"/>
                <a:gd name="T44" fmla="*/ 1 w 1319"/>
                <a:gd name="T45" fmla="*/ 642 h 1273"/>
                <a:gd name="T46" fmla="*/ 0 w 1319"/>
                <a:gd name="T47" fmla="*/ 649 h 1273"/>
                <a:gd name="T48" fmla="*/ 0 w 1319"/>
                <a:gd name="T49" fmla="*/ 658 h 1273"/>
                <a:gd name="T50" fmla="*/ 0 w 1319"/>
                <a:gd name="T51" fmla="*/ 666 h 1273"/>
                <a:gd name="T52" fmla="*/ 0 w 1319"/>
                <a:gd name="T53" fmla="*/ 678 h 1273"/>
                <a:gd name="T54" fmla="*/ 36 w 1319"/>
                <a:gd name="T55" fmla="*/ 716 h 1273"/>
                <a:gd name="T56" fmla="*/ 40 w 1319"/>
                <a:gd name="T57" fmla="*/ 719 h 1273"/>
                <a:gd name="T58" fmla="*/ 49 w 1319"/>
                <a:gd name="T59" fmla="*/ 725 h 1273"/>
                <a:gd name="T60" fmla="*/ 59 w 1319"/>
                <a:gd name="T61" fmla="*/ 732 h 1273"/>
                <a:gd name="T62" fmla="*/ 72 w 1319"/>
                <a:gd name="T63" fmla="*/ 741 h 1273"/>
                <a:gd name="T64" fmla="*/ 88 w 1319"/>
                <a:gd name="T65" fmla="*/ 751 h 1273"/>
                <a:gd name="T66" fmla="*/ 105 w 1319"/>
                <a:gd name="T67" fmla="*/ 763 h 1273"/>
                <a:gd name="T68" fmla="*/ 125 w 1319"/>
                <a:gd name="T69" fmla="*/ 777 h 1273"/>
                <a:gd name="T70" fmla="*/ 145 w 1319"/>
                <a:gd name="T71" fmla="*/ 790 h 1273"/>
                <a:gd name="T72" fmla="*/ 170 w 1319"/>
                <a:gd name="T73" fmla="*/ 808 h 1273"/>
                <a:gd name="T74" fmla="*/ 207 w 1319"/>
                <a:gd name="T75" fmla="*/ 833 h 1273"/>
                <a:gd name="T76" fmla="*/ 228 w 1319"/>
                <a:gd name="T77" fmla="*/ 847 h 1273"/>
                <a:gd name="T78" fmla="*/ 243 w 1319"/>
                <a:gd name="T79" fmla="*/ 858 h 1273"/>
                <a:gd name="T80" fmla="*/ 267 w 1319"/>
                <a:gd name="T81" fmla="*/ 874 h 1273"/>
                <a:gd name="T82" fmla="*/ 307 w 1319"/>
                <a:gd name="T83" fmla="*/ 901 h 1273"/>
                <a:gd name="T84" fmla="*/ 333 w 1319"/>
                <a:gd name="T85" fmla="*/ 919 h 1273"/>
                <a:gd name="T86" fmla="*/ 526 w 1319"/>
                <a:gd name="T87" fmla="*/ 1052 h 1273"/>
                <a:gd name="T88" fmla="*/ 593 w 1319"/>
                <a:gd name="T89" fmla="*/ 1098 h 1273"/>
                <a:gd name="T90" fmla="*/ 611 w 1319"/>
                <a:gd name="T91" fmla="*/ 1111 h 1273"/>
                <a:gd name="T92" fmla="*/ 630 w 1319"/>
                <a:gd name="T93" fmla="*/ 1134 h 1273"/>
                <a:gd name="T94" fmla="*/ 711 w 1319"/>
                <a:gd name="T95" fmla="*/ 1193 h 1273"/>
                <a:gd name="T96" fmla="*/ 755 w 1319"/>
                <a:gd name="T97" fmla="*/ 1259 h 1273"/>
                <a:gd name="T98" fmla="*/ 829 w 1319"/>
                <a:gd name="T99" fmla="*/ 1251 h 1273"/>
                <a:gd name="T100" fmla="*/ 833 w 1319"/>
                <a:gd name="T101" fmla="*/ 1250 h 1273"/>
                <a:gd name="T102" fmla="*/ 842 w 1319"/>
                <a:gd name="T103" fmla="*/ 1246 h 1273"/>
                <a:gd name="T104" fmla="*/ 847 w 1319"/>
                <a:gd name="T105" fmla="*/ 1244 h 1273"/>
                <a:gd name="T106" fmla="*/ 853 w 1319"/>
                <a:gd name="T107" fmla="*/ 1243 h 1273"/>
                <a:gd name="T108" fmla="*/ 862 w 1319"/>
                <a:gd name="T109" fmla="*/ 1242 h 1273"/>
                <a:gd name="T110" fmla="*/ 1088 w 1319"/>
                <a:gd name="T111" fmla="*/ 1100 h 1273"/>
                <a:gd name="T112" fmla="*/ 1099 w 1319"/>
                <a:gd name="T113" fmla="*/ 1094 h 1273"/>
                <a:gd name="T114" fmla="*/ 1111 w 1319"/>
                <a:gd name="T115" fmla="*/ 1087 h 1273"/>
                <a:gd name="T116" fmla="*/ 1124 w 1319"/>
                <a:gd name="T117" fmla="*/ 1078 h 1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319" h="1273">
                  <a:moveTo>
                    <a:pt x="1290" y="913"/>
                  </a:moveTo>
                  <a:cubicBezTo>
                    <a:pt x="1283" y="903"/>
                    <a:pt x="1258" y="901"/>
                    <a:pt x="1231" y="900"/>
                  </a:cubicBezTo>
                  <a:cubicBezTo>
                    <a:pt x="1204" y="899"/>
                    <a:pt x="1196" y="874"/>
                    <a:pt x="1196" y="857"/>
                  </a:cubicBezTo>
                  <a:cubicBezTo>
                    <a:pt x="1196" y="840"/>
                    <a:pt x="1190" y="831"/>
                    <a:pt x="1183" y="827"/>
                  </a:cubicBezTo>
                  <a:cubicBezTo>
                    <a:pt x="1176" y="823"/>
                    <a:pt x="1169" y="805"/>
                    <a:pt x="1158" y="794"/>
                  </a:cubicBezTo>
                  <a:cubicBezTo>
                    <a:pt x="1147" y="783"/>
                    <a:pt x="1153" y="772"/>
                    <a:pt x="1160" y="770"/>
                  </a:cubicBezTo>
                  <a:cubicBezTo>
                    <a:pt x="1167" y="768"/>
                    <a:pt x="1166" y="758"/>
                    <a:pt x="1178" y="756"/>
                  </a:cubicBezTo>
                  <a:cubicBezTo>
                    <a:pt x="1190" y="754"/>
                    <a:pt x="1184" y="741"/>
                    <a:pt x="1183" y="732"/>
                  </a:cubicBezTo>
                  <a:cubicBezTo>
                    <a:pt x="1182" y="723"/>
                    <a:pt x="1180" y="720"/>
                    <a:pt x="1173" y="713"/>
                  </a:cubicBezTo>
                  <a:cubicBezTo>
                    <a:pt x="1166" y="706"/>
                    <a:pt x="1172" y="693"/>
                    <a:pt x="1177" y="691"/>
                  </a:cubicBezTo>
                  <a:cubicBezTo>
                    <a:pt x="1182" y="689"/>
                    <a:pt x="1184" y="682"/>
                    <a:pt x="1189" y="672"/>
                  </a:cubicBezTo>
                  <a:cubicBezTo>
                    <a:pt x="1194" y="662"/>
                    <a:pt x="1188" y="651"/>
                    <a:pt x="1182" y="646"/>
                  </a:cubicBezTo>
                  <a:cubicBezTo>
                    <a:pt x="1176" y="641"/>
                    <a:pt x="1175" y="631"/>
                    <a:pt x="1182" y="620"/>
                  </a:cubicBezTo>
                  <a:cubicBezTo>
                    <a:pt x="1189" y="609"/>
                    <a:pt x="1182" y="597"/>
                    <a:pt x="1184" y="582"/>
                  </a:cubicBezTo>
                  <a:cubicBezTo>
                    <a:pt x="1186" y="567"/>
                    <a:pt x="1176" y="557"/>
                    <a:pt x="1174" y="550"/>
                  </a:cubicBezTo>
                  <a:cubicBezTo>
                    <a:pt x="1172" y="543"/>
                    <a:pt x="1171" y="534"/>
                    <a:pt x="1160" y="527"/>
                  </a:cubicBezTo>
                  <a:cubicBezTo>
                    <a:pt x="1149" y="520"/>
                    <a:pt x="1149" y="507"/>
                    <a:pt x="1159" y="499"/>
                  </a:cubicBezTo>
                  <a:cubicBezTo>
                    <a:pt x="1160" y="498"/>
                    <a:pt x="1160" y="498"/>
                    <a:pt x="1161" y="497"/>
                  </a:cubicBezTo>
                  <a:cubicBezTo>
                    <a:pt x="1161" y="497"/>
                    <a:pt x="1161" y="497"/>
                    <a:pt x="1161" y="497"/>
                  </a:cubicBezTo>
                  <a:cubicBezTo>
                    <a:pt x="1162" y="496"/>
                    <a:pt x="1162" y="496"/>
                    <a:pt x="1163" y="495"/>
                  </a:cubicBezTo>
                  <a:cubicBezTo>
                    <a:pt x="1163" y="495"/>
                    <a:pt x="1163" y="495"/>
                    <a:pt x="1163" y="495"/>
                  </a:cubicBezTo>
                  <a:cubicBezTo>
                    <a:pt x="1166" y="490"/>
                    <a:pt x="1162" y="485"/>
                    <a:pt x="1159" y="481"/>
                  </a:cubicBezTo>
                  <a:cubicBezTo>
                    <a:pt x="1159" y="481"/>
                    <a:pt x="1159" y="481"/>
                    <a:pt x="1159" y="481"/>
                  </a:cubicBezTo>
                  <a:cubicBezTo>
                    <a:pt x="1159" y="480"/>
                    <a:pt x="1159" y="480"/>
                    <a:pt x="1159" y="480"/>
                  </a:cubicBezTo>
                  <a:cubicBezTo>
                    <a:pt x="1159" y="479"/>
                    <a:pt x="1159" y="479"/>
                    <a:pt x="1159" y="479"/>
                  </a:cubicBezTo>
                  <a:cubicBezTo>
                    <a:pt x="1158" y="479"/>
                    <a:pt x="1158" y="478"/>
                    <a:pt x="1158" y="478"/>
                  </a:cubicBezTo>
                  <a:cubicBezTo>
                    <a:pt x="1155" y="471"/>
                    <a:pt x="1151" y="460"/>
                    <a:pt x="1148" y="446"/>
                  </a:cubicBezTo>
                  <a:cubicBezTo>
                    <a:pt x="1145" y="432"/>
                    <a:pt x="1143" y="428"/>
                    <a:pt x="1138" y="414"/>
                  </a:cubicBezTo>
                  <a:cubicBezTo>
                    <a:pt x="1133" y="400"/>
                    <a:pt x="1137" y="390"/>
                    <a:pt x="1133" y="378"/>
                  </a:cubicBezTo>
                  <a:cubicBezTo>
                    <a:pt x="1129" y="366"/>
                    <a:pt x="1121" y="357"/>
                    <a:pt x="1102" y="351"/>
                  </a:cubicBezTo>
                  <a:cubicBezTo>
                    <a:pt x="1083" y="345"/>
                    <a:pt x="1081" y="328"/>
                    <a:pt x="1081" y="313"/>
                  </a:cubicBezTo>
                  <a:cubicBezTo>
                    <a:pt x="1081" y="298"/>
                    <a:pt x="1072" y="298"/>
                    <a:pt x="1057" y="297"/>
                  </a:cubicBezTo>
                  <a:cubicBezTo>
                    <a:pt x="1042" y="296"/>
                    <a:pt x="1044" y="265"/>
                    <a:pt x="1037" y="260"/>
                  </a:cubicBezTo>
                  <a:cubicBezTo>
                    <a:pt x="1030" y="255"/>
                    <a:pt x="1027" y="241"/>
                    <a:pt x="1027" y="228"/>
                  </a:cubicBezTo>
                  <a:cubicBezTo>
                    <a:pt x="1027" y="215"/>
                    <a:pt x="1047" y="215"/>
                    <a:pt x="1049" y="209"/>
                  </a:cubicBezTo>
                  <a:cubicBezTo>
                    <a:pt x="1051" y="203"/>
                    <a:pt x="1057" y="197"/>
                    <a:pt x="1070" y="197"/>
                  </a:cubicBezTo>
                  <a:cubicBezTo>
                    <a:pt x="1083" y="197"/>
                    <a:pt x="1080" y="170"/>
                    <a:pt x="1086" y="162"/>
                  </a:cubicBezTo>
                  <a:cubicBezTo>
                    <a:pt x="1092" y="154"/>
                    <a:pt x="1088" y="144"/>
                    <a:pt x="1086" y="128"/>
                  </a:cubicBezTo>
                  <a:cubicBezTo>
                    <a:pt x="1084" y="112"/>
                    <a:pt x="1083" y="110"/>
                    <a:pt x="1080" y="104"/>
                  </a:cubicBezTo>
                  <a:cubicBezTo>
                    <a:pt x="1077" y="98"/>
                    <a:pt x="1084" y="88"/>
                    <a:pt x="1084" y="76"/>
                  </a:cubicBezTo>
                  <a:cubicBezTo>
                    <a:pt x="1084" y="64"/>
                    <a:pt x="1080" y="59"/>
                    <a:pt x="1074" y="52"/>
                  </a:cubicBezTo>
                  <a:cubicBezTo>
                    <a:pt x="1068" y="45"/>
                    <a:pt x="1084" y="45"/>
                    <a:pt x="1083" y="39"/>
                  </a:cubicBezTo>
                  <a:cubicBezTo>
                    <a:pt x="1082" y="33"/>
                    <a:pt x="1088" y="28"/>
                    <a:pt x="1100" y="27"/>
                  </a:cubicBezTo>
                  <a:cubicBezTo>
                    <a:pt x="1106" y="26"/>
                    <a:pt x="1106" y="19"/>
                    <a:pt x="1104" y="12"/>
                  </a:cubicBezTo>
                  <a:cubicBezTo>
                    <a:pt x="1099" y="12"/>
                    <a:pt x="1094" y="13"/>
                    <a:pt x="1089" y="13"/>
                  </a:cubicBezTo>
                  <a:cubicBezTo>
                    <a:pt x="1063" y="13"/>
                    <a:pt x="1054" y="32"/>
                    <a:pt x="1041" y="16"/>
                  </a:cubicBezTo>
                  <a:cubicBezTo>
                    <a:pt x="1028" y="0"/>
                    <a:pt x="1027" y="3"/>
                    <a:pt x="1010" y="8"/>
                  </a:cubicBezTo>
                  <a:cubicBezTo>
                    <a:pt x="992" y="12"/>
                    <a:pt x="987" y="16"/>
                    <a:pt x="978" y="10"/>
                  </a:cubicBezTo>
                  <a:cubicBezTo>
                    <a:pt x="970" y="3"/>
                    <a:pt x="952" y="8"/>
                    <a:pt x="945" y="16"/>
                  </a:cubicBezTo>
                  <a:cubicBezTo>
                    <a:pt x="939" y="25"/>
                    <a:pt x="919" y="26"/>
                    <a:pt x="909" y="26"/>
                  </a:cubicBezTo>
                  <a:cubicBezTo>
                    <a:pt x="898" y="26"/>
                    <a:pt x="895" y="33"/>
                    <a:pt x="877" y="24"/>
                  </a:cubicBezTo>
                  <a:cubicBezTo>
                    <a:pt x="860" y="14"/>
                    <a:pt x="854" y="10"/>
                    <a:pt x="835" y="12"/>
                  </a:cubicBezTo>
                  <a:cubicBezTo>
                    <a:pt x="817" y="14"/>
                    <a:pt x="798" y="9"/>
                    <a:pt x="787" y="22"/>
                  </a:cubicBezTo>
                  <a:cubicBezTo>
                    <a:pt x="776" y="34"/>
                    <a:pt x="740" y="28"/>
                    <a:pt x="719" y="33"/>
                  </a:cubicBezTo>
                  <a:cubicBezTo>
                    <a:pt x="699" y="39"/>
                    <a:pt x="692" y="40"/>
                    <a:pt x="670" y="42"/>
                  </a:cubicBezTo>
                  <a:cubicBezTo>
                    <a:pt x="647" y="44"/>
                    <a:pt x="613" y="45"/>
                    <a:pt x="603" y="56"/>
                  </a:cubicBezTo>
                  <a:cubicBezTo>
                    <a:pt x="594" y="67"/>
                    <a:pt x="574" y="65"/>
                    <a:pt x="566" y="80"/>
                  </a:cubicBezTo>
                  <a:cubicBezTo>
                    <a:pt x="557" y="95"/>
                    <a:pt x="527" y="97"/>
                    <a:pt x="512" y="99"/>
                  </a:cubicBezTo>
                  <a:cubicBezTo>
                    <a:pt x="497" y="101"/>
                    <a:pt x="480" y="106"/>
                    <a:pt x="470" y="121"/>
                  </a:cubicBezTo>
                  <a:cubicBezTo>
                    <a:pt x="460" y="137"/>
                    <a:pt x="453" y="149"/>
                    <a:pt x="431" y="149"/>
                  </a:cubicBezTo>
                  <a:cubicBezTo>
                    <a:pt x="425" y="149"/>
                    <a:pt x="420" y="149"/>
                    <a:pt x="415" y="149"/>
                  </a:cubicBezTo>
                  <a:cubicBezTo>
                    <a:pt x="415" y="154"/>
                    <a:pt x="418" y="159"/>
                    <a:pt x="423" y="161"/>
                  </a:cubicBezTo>
                  <a:cubicBezTo>
                    <a:pt x="435" y="166"/>
                    <a:pt x="443" y="172"/>
                    <a:pt x="444" y="179"/>
                  </a:cubicBezTo>
                  <a:cubicBezTo>
                    <a:pt x="445" y="185"/>
                    <a:pt x="453" y="201"/>
                    <a:pt x="449" y="208"/>
                  </a:cubicBezTo>
                  <a:cubicBezTo>
                    <a:pt x="445" y="215"/>
                    <a:pt x="451" y="236"/>
                    <a:pt x="445" y="241"/>
                  </a:cubicBezTo>
                  <a:cubicBezTo>
                    <a:pt x="438" y="247"/>
                    <a:pt x="445" y="253"/>
                    <a:pt x="448" y="259"/>
                  </a:cubicBezTo>
                  <a:cubicBezTo>
                    <a:pt x="451" y="266"/>
                    <a:pt x="446" y="283"/>
                    <a:pt x="453" y="291"/>
                  </a:cubicBezTo>
                  <a:cubicBezTo>
                    <a:pt x="459" y="299"/>
                    <a:pt x="463" y="305"/>
                    <a:pt x="463" y="312"/>
                  </a:cubicBezTo>
                  <a:cubicBezTo>
                    <a:pt x="463" y="319"/>
                    <a:pt x="469" y="325"/>
                    <a:pt x="474" y="328"/>
                  </a:cubicBezTo>
                  <a:cubicBezTo>
                    <a:pt x="479" y="331"/>
                    <a:pt x="487" y="334"/>
                    <a:pt x="485" y="344"/>
                  </a:cubicBezTo>
                  <a:cubicBezTo>
                    <a:pt x="483" y="354"/>
                    <a:pt x="488" y="370"/>
                    <a:pt x="470" y="369"/>
                  </a:cubicBezTo>
                  <a:cubicBezTo>
                    <a:pt x="452" y="369"/>
                    <a:pt x="436" y="373"/>
                    <a:pt x="425" y="367"/>
                  </a:cubicBezTo>
                  <a:cubicBezTo>
                    <a:pt x="413" y="361"/>
                    <a:pt x="393" y="359"/>
                    <a:pt x="385" y="363"/>
                  </a:cubicBezTo>
                  <a:cubicBezTo>
                    <a:pt x="378" y="368"/>
                    <a:pt x="365" y="373"/>
                    <a:pt x="364" y="379"/>
                  </a:cubicBezTo>
                  <a:cubicBezTo>
                    <a:pt x="363" y="386"/>
                    <a:pt x="350" y="386"/>
                    <a:pt x="345" y="393"/>
                  </a:cubicBezTo>
                  <a:cubicBezTo>
                    <a:pt x="341" y="401"/>
                    <a:pt x="323" y="395"/>
                    <a:pt x="317" y="397"/>
                  </a:cubicBezTo>
                  <a:cubicBezTo>
                    <a:pt x="311" y="398"/>
                    <a:pt x="311" y="407"/>
                    <a:pt x="312" y="413"/>
                  </a:cubicBezTo>
                  <a:cubicBezTo>
                    <a:pt x="313" y="418"/>
                    <a:pt x="312" y="429"/>
                    <a:pt x="316" y="433"/>
                  </a:cubicBezTo>
                  <a:cubicBezTo>
                    <a:pt x="320" y="437"/>
                    <a:pt x="325" y="446"/>
                    <a:pt x="315" y="449"/>
                  </a:cubicBezTo>
                  <a:cubicBezTo>
                    <a:pt x="306" y="453"/>
                    <a:pt x="295" y="450"/>
                    <a:pt x="287" y="459"/>
                  </a:cubicBezTo>
                  <a:cubicBezTo>
                    <a:pt x="280" y="469"/>
                    <a:pt x="271" y="467"/>
                    <a:pt x="262" y="469"/>
                  </a:cubicBezTo>
                  <a:cubicBezTo>
                    <a:pt x="253" y="471"/>
                    <a:pt x="241" y="475"/>
                    <a:pt x="235" y="485"/>
                  </a:cubicBezTo>
                  <a:cubicBezTo>
                    <a:pt x="229" y="495"/>
                    <a:pt x="223" y="502"/>
                    <a:pt x="221" y="509"/>
                  </a:cubicBezTo>
                  <a:cubicBezTo>
                    <a:pt x="218" y="515"/>
                    <a:pt x="208" y="521"/>
                    <a:pt x="194" y="521"/>
                  </a:cubicBezTo>
                  <a:cubicBezTo>
                    <a:pt x="180" y="521"/>
                    <a:pt x="152" y="522"/>
                    <a:pt x="145" y="531"/>
                  </a:cubicBezTo>
                  <a:cubicBezTo>
                    <a:pt x="137" y="539"/>
                    <a:pt x="131" y="545"/>
                    <a:pt x="121" y="543"/>
                  </a:cubicBezTo>
                  <a:cubicBezTo>
                    <a:pt x="111" y="542"/>
                    <a:pt x="98" y="531"/>
                    <a:pt x="90" y="544"/>
                  </a:cubicBezTo>
                  <a:cubicBezTo>
                    <a:pt x="82" y="557"/>
                    <a:pt x="72" y="560"/>
                    <a:pt x="64" y="561"/>
                  </a:cubicBezTo>
                  <a:cubicBezTo>
                    <a:pt x="56" y="563"/>
                    <a:pt x="56" y="572"/>
                    <a:pt x="45" y="578"/>
                  </a:cubicBezTo>
                  <a:cubicBezTo>
                    <a:pt x="35" y="584"/>
                    <a:pt x="25" y="593"/>
                    <a:pt x="13" y="597"/>
                  </a:cubicBezTo>
                  <a:cubicBezTo>
                    <a:pt x="1" y="602"/>
                    <a:pt x="2" y="597"/>
                    <a:pt x="1" y="639"/>
                  </a:cubicBezTo>
                  <a:cubicBezTo>
                    <a:pt x="1" y="640"/>
                    <a:pt x="1" y="641"/>
                    <a:pt x="1" y="642"/>
                  </a:cubicBezTo>
                  <a:cubicBezTo>
                    <a:pt x="1" y="643"/>
                    <a:pt x="1" y="643"/>
                    <a:pt x="1" y="643"/>
                  </a:cubicBezTo>
                  <a:cubicBezTo>
                    <a:pt x="1" y="644"/>
                    <a:pt x="1" y="645"/>
                    <a:pt x="0" y="646"/>
                  </a:cubicBezTo>
                  <a:cubicBezTo>
                    <a:pt x="0" y="647"/>
                    <a:pt x="0" y="647"/>
                    <a:pt x="0" y="647"/>
                  </a:cubicBezTo>
                  <a:cubicBezTo>
                    <a:pt x="0" y="648"/>
                    <a:pt x="0" y="649"/>
                    <a:pt x="0" y="649"/>
                  </a:cubicBezTo>
                  <a:cubicBezTo>
                    <a:pt x="0" y="650"/>
                    <a:pt x="0" y="651"/>
                    <a:pt x="0" y="651"/>
                  </a:cubicBezTo>
                  <a:cubicBezTo>
                    <a:pt x="0" y="652"/>
                    <a:pt x="0" y="653"/>
                    <a:pt x="0" y="653"/>
                  </a:cubicBezTo>
                  <a:cubicBezTo>
                    <a:pt x="0" y="654"/>
                    <a:pt x="0" y="655"/>
                    <a:pt x="0" y="656"/>
                  </a:cubicBezTo>
                  <a:cubicBezTo>
                    <a:pt x="0" y="656"/>
                    <a:pt x="0" y="657"/>
                    <a:pt x="0" y="658"/>
                  </a:cubicBezTo>
                  <a:cubicBezTo>
                    <a:pt x="0" y="658"/>
                    <a:pt x="0" y="659"/>
                    <a:pt x="0" y="660"/>
                  </a:cubicBezTo>
                  <a:cubicBezTo>
                    <a:pt x="0" y="661"/>
                    <a:pt x="0" y="661"/>
                    <a:pt x="0" y="662"/>
                  </a:cubicBezTo>
                  <a:cubicBezTo>
                    <a:pt x="0" y="663"/>
                    <a:pt x="0" y="664"/>
                    <a:pt x="0" y="664"/>
                  </a:cubicBezTo>
                  <a:cubicBezTo>
                    <a:pt x="0" y="665"/>
                    <a:pt x="0" y="666"/>
                    <a:pt x="0" y="666"/>
                  </a:cubicBezTo>
                  <a:cubicBezTo>
                    <a:pt x="0" y="668"/>
                    <a:pt x="0" y="670"/>
                    <a:pt x="0" y="672"/>
                  </a:cubicBezTo>
                  <a:cubicBezTo>
                    <a:pt x="0" y="673"/>
                    <a:pt x="0" y="673"/>
                    <a:pt x="0" y="673"/>
                  </a:cubicBezTo>
                  <a:cubicBezTo>
                    <a:pt x="0" y="675"/>
                    <a:pt x="0" y="676"/>
                    <a:pt x="0" y="678"/>
                  </a:cubicBezTo>
                  <a:cubicBezTo>
                    <a:pt x="0" y="678"/>
                    <a:pt x="0" y="678"/>
                    <a:pt x="0" y="678"/>
                  </a:cubicBezTo>
                  <a:cubicBezTo>
                    <a:pt x="0" y="687"/>
                    <a:pt x="1" y="697"/>
                    <a:pt x="1" y="706"/>
                  </a:cubicBezTo>
                  <a:cubicBezTo>
                    <a:pt x="10" y="707"/>
                    <a:pt x="23" y="709"/>
                    <a:pt x="34" y="715"/>
                  </a:cubicBezTo>
                  <a:cubicBezTo>
                    <a:pt x="35" y="716"/>
                    <a:pt x="35" y="716"/>
                    <a:pt x="35" y="716"/>
                  </a:cubicBezTo>
                  <a:cubicBezTo>
                    <a:pt x="35" y="716"/>
                    <a:pt x="35" y="716"/>
                    <a:pt x="36" y="716"/>
                  </a:cubicBezTo>
                  <a:cubicBezTo>
                    <a:pt x="36" y="717"/>
                    <a:pt x="36" y="717"/>
                    <a:pt x="37" y="717"/>
                  </a:cubicBezTo>
                  <a:cubicBezTo>
                    <a:pt x="37" y="717"/>
                    <a:pt x="37" y="718"/>
                    <a:pt x="38" y="718"/>
                  </a:cubicBezTo>
                  <a:cubicBezTo>
                    <a:pt x="38" y="718"/>
                    <a:pt x="39" y="718"/>
                    <a:pt x="40" y="719"/>
                  </a:cubicBezTo>
                  <a:cubicBezTo>
                    <a:pt x="40" y="719"/>
                    <a:pt x="40" y="719"/>
                    <a:pt x="40" y="719"/>
                  </a:cubicBezTo>
                  <a:cubicBezTo>
                    <a:pt x="41" y="720"/>
                    <a:pt x="42" y="721"/>
                    <a:pt x="43" y="721"/>
                  </a:cubicBezTo>
                  <a:cubicBezTo>
                    <a:pt x="44" y="722"/>
                    <a:pt x="44" y="722"/>
                    <a:pt x="44" y="722"/>
                  </a:cubicBezTo>
                  <a:cubicBezTo>
                    <a:pt x="45" y="723"/>
                    <a:pt x="46" y="723"/>
                    <a:pt x="47" y="724"/>
                  </a:cubicBezTo>
                  <a:cubicBezTo>
                    <a:pt x="48" y="724"/>
                    <a:pt x="48" y="725"/>
                    <a:pt x="49" y="725"/>
                  </a:cubicBezTo>
                  <a:cubicBezTo>
                    <a:pt x="50" y="726"/>
                    <a:pt x="51" y="726"/>
                    <a:pt x="52" y="727"/>
                  </a:cubicBezTo>
                  <a:cubicBezTo>
                    <a:pt x="53" y="728"/>
                    <a:pt x="53" y="728"/>
                    <a:pt x="53" y="728"/>
                  </a:cubicBezTo>
                  <a:cubicBezTo>
                    <a:pt x="55" y="729"/>
                    <a:pt x="56" y="730"/>
                    <a:pt x="57" y="731"/>
                  </a:cubicBezTo>
                  <a:cubicBezTo>
                    <a:pt x="58" y="731"/>
                    <a:pt x="58" y="731"/>
                    <a:pt x="59" y="732"/>
                  </a:cubicBezTo>
                  <a:cubicBezTo>
                    <a:pt x="60" y="733"/>
                    <a:pt x="62" y="734"/>
                    <a:pt x="64" y="735"/>
                  </a:cubicBezTo>
                  <a:cubicBezTo>
                    <a:pt x="64" y="736"/>
                    <a:pt x="65" y="736"/>
                    <a:pt x="66" y="737"/>
                  </a:cubicBezTo>
                  <a:cubicBezTo>
                    <a:pt x="67" y="737"/>
                    <a:pt x="68" y="738"/>
                    <a:pt x="70" y="739"/>
                  </a:cubicBezTo>
                  <a:cubicBezTo>
                    <a:pt x="70" y="740"/>
                    <a:pt x="71" y="740"/>
                    <a:pt x="72" y="741"/>
                  </a:cubicBezTo>
                  <a:cubicBezTo>
                    <a:pt x="74" y="742"/>
                    <a:pt x="75" y="743"/>
                    <a:pt x="77" y="744"/>
                  </a:cubicBezTo>
                  <a:cubicBezTo>
                    <a:pt x="78" y="745"/>
                    <a:pt x="78" y="745"/>
                    <a:pt x="79" y="745"/>
                  </a:cubicBezTo>
                  <a:cubicBezTo>
                    <a:pt x="81" y="747"/>
                    <a:pt x="83" y="748"/>
                    <a:pt x="86" y="750"/>
                  </a:cubicBezTo>
                  <a:cubicBezTo>
                    <a:pt x="86" y="751"/>
                    <a:pt x="87" y="751"/>
                    <a:pt x="88" y="751"/>
                  </a:cubicBezTo>
                  <a:cubicBezTo>
                    <a:pt x="89" y="753"/>
                    <a:pt x="91" y="754"/>
                    <a:pt x="93" y="755"/>
                  </a:cubicBezTo>
                  <a:cubicBezTo>
                    <a:pt x="94" y="756"/>
                    <a:pt x="96" y="757"/>
                    <a:pt x="97" y="758"/>
                  </a:cubicBezTo>
                  <a:cubicBezTo>
                    <a:pt x="98" y="758"/>
                    <a:pt x="99" y="759"/>
                    <a:pt x="101" y="760"/>
                  </a:cubicBezTo>
                  <a:cubicBezTo>
                    <a:pt x="102" y="761"/>
                    <a:pt x="104" y="762"/>
                    <a:pt x="105" y="763"/>
                  </a:cubicBezTo>
                  <a:cubicBezTo>
                    <a:pt x="107" y="764"/>
                    <a:pt x="108" y="765"/>
                    <a:pt x="109" y="766"/>
                  </a:cubicBezTo>
                  <a:cubicBezTo>
                    <a:pt x="111" y="767"/>
                    <a:pt x="112" y="768"/>
                    <a:pt x="113" y="769"/>
                  </a:cubicBezTo>
                  <a:cubicBezTo>
                    <a:pt x="116" y="771"/>
                    <a:pt x="119" y="773"/>
                    <a:pt x="122" y="775"/>
                  </a:cubicBezTo>
                  <a:cubicBezTo>
                    <a:pt x="123" y="775"/>
                    <a:pt x="124" y="776"/>
                    <a:pt x="125" y="777"/>
                  </a:cubicBezTo>
                  <a:cubicBezTo>
                    <a:pt x="126" y="778"/>
                    <a:pt x="128" y="779"/>
                    <a:pt x="130" y="780"/>
                  </a:cubicBezTo>
                  <a:cubicBezTo>
                    <a:pt x="132" y="782"/>
                    <a:pt x="134" y="783"/>
                    <a:pt x="135" y="784"/>
                  </a:cubicBezTo>
                  <a:cubicBezTo>
                    <a:pt x="137" y="785"/>
                    <a:pt x="138" y="786"/>
                    <a:pt x="139" y="786"/>
                  </a:cubicBezTo>
                  <a:cubicBezTo>
                    <a:pt x="141" y="788"/>
                    <a:pt x="143" y="789"/>
                    <a:pt x="145" y="790"/>
                  </a:cubicBezTo>
                  <a:cubicBezTo>
                    <a:pt x="146" y="791"/>
                    <a:pt x="148" y="792"/>
                    <a:pt x="149" y="793"/>
                  </a:cubicBezTo>
                  <a:cubicBezTo>
                    <a:pt x="153" y="796"/>
                    <a:pt x="157" y="799"/>
                    <a:pt x="162" y="802"/>
                  </a:cubicBezTo>
                  <a:cubicBezTo>
                    <a:pt x="162" y="802"/>
                    <a:pt x="162" y="802"/>
                    <a:pt x="162" y="802"/>
                  </a:cubicBezTo>
                  <a:cubicBezTo>
                    <a:pt x="165" y="804"/>
                    <a:pt x="168" y="806"/>
                    <a:pt x="170" y="808"/>
                  </a:cubicBezTo>
                  <a:cubicBezTo>
                    <a:pt x="171" y="808"/>
                    <a:pt x="171" y="809"/>
                    <a:pt x="172" y="809"/>
                  </a:cubicBezTo>
                  <a:cubicBezTo>
                    <a:pt x="175" y="811"/>
                    <a:pt x="177" y="812"/>
                    <a:pt x="180" y="814"/>
                  </a:cubicBezTo>
                  <a:cubicBezTo>
                    <a:pt x="181" y="815"/>
                    <a:pt x="182" y="816"/>
                    <a:pt x="183" y="817"/>
                  </a:cubicBezTo>
                  <a:cubicBezTo>
                    <a:pt x="191" y="822"/>
                    <a:pt x="199" y="827"/>
                    <a:pt x="207" y="833"/>
                  </a:cubicBezTo>
                  <a:cubicBezTo>
                    <a:pt x="208" y="833"/>
                    <a:pt x="209" y="834"/>
                    <a:pt x="210" y="835"/>
                  </a:cubicBezTo>
                  <a:cubicBezTo>
                    <a:pt x="212" y="836"/>
                    <a:pt x="214" y="838"/>
                    <a:pt x="217" y="840"/>
                  </a:cubicBezTo>
                  <a:cubicBezTo>
                    <a:pt x="218" y="841"/>
                    <a:pt x="220" y="842"/>
                    <a:pt x="221" y="843"/>
                  </a:cubicBezTo>
                  <a:cubicBezTo>
                    <a:pt x="223" y="844"/>
                    <a:pt x="226" y="846"/>
                    <a:pt x="228" y="847"/>
                  </a:cubicBezTo>
                  <a:cubicBezTo>
                    <a:pt x="229" y="848"/>
                    <a:pt x="230" y="849"/>
                    <a:pt x="232" y="850"/>
                  </a:cubicBezTo>
                  <a:cubicBezTo>
                    <a:pt x="234" y="851"/>
                    <a:pt x="236" y="853"/>
                    <a:pt x="238" y="854"/>
                  </a:cubicBezTo>
                  <a:cubicBezTo>
                    <a:pt x="238" y="854"/>
                    <a:pt x="238" y="854"/>
                    <a:pt x="238" y="854"/>
                  </a:cubicBezTo>
                  <a:cubicBezTo>
                    <a:pt x="240" y="856"/>
                    <a:pt x="242" y="857"/>
                    <a:pt x="243" y="858"/>
                  </a:cubicBezTo>
                  <a:cubicBezTo>
                    <a:pt x="245" y="859"/>
                    <a:pt x="246" y="860"/>
                    <a:pt x="247" y="861"/>
                  </a:cubicBezTo>
                  <a:cubicBezTo>
                    <a:pt x="252" y="864"/>
                    <a:pt x="256" y="867"/>
                    <a:pt x="261" y="870"/>
                  </a:cubicBezTo>
                  <a:cubicBezTo>
                    <a:pt x="262" y="871"/>
                    <a:pt x="262" y="871"/>
                    <a:pt x="262" y="871"/>
                  </a:cubicBezTo>
                  <a:cubicBezTo>
                    <a:pt x="264" y="872"/>
                    <a:pt x="265" y="873"/>
                    <a:pt x="267" y="874"/>
                  </a:cubicBezTo>
                  <a:cubicBezTo>
                    <a:pt x="270" y="876"/>
                    <a:pt x="273" y="878"/>
                    <a:pt x="276" y="881"/>
                  </a:cubicBezTo>
                  <a:cubicBezTo>
                    <a:pt x="277" y="881"/>
                    <a:pt x="278" y="881"/>
                    <a:pt x="278" y="882"/>
                  </a:cubicBezTo>
                  <a:cubicBezTo>
                    <a:pt x="279" y="882"/>
                    <a:pt x="279" y="882"/>
                    <a:pt x="279" y="882"/>
                  </a:cubicBezTo>
                  <a:cubicBezTo>
                    <a:pt x="288" y="889"/>
                    <a:pt x="298" y="895"/>
                    <a:pt x="307" y="901"/>
                  </a:cubicBezTo>
                  <a:cubicBezTo>
                    <a:pt x="310" y="904"/>
                    <a:pt x="314" y="906"/>
                    <a:pt x="317" y="908"/>
                  </a:cubicBezTo>
                  <a:cubicBezTo>
                    <a:pt x="317" y="909"/>
                    <a:pt x="318" y="909"/>
                    <a:pt x="318" y="909"/>
                  </a:cubicBezTo>
                  <a:cubicBezTo>
                    <a:pt x="322" y="912"/>
                    <a:pt x="326" y="914"/>
                    <a:pt x="330" y="917"/>
                  </a:cubicBezTo>
                  <a:cubicBezTo>
                    <a:pt x="331" y="918"/>
                    <a:pt x="332" y="919"/>
                    <a:pt x="333" y="919"/>
                  </a:cubicBezTo>
                  <a:cubicBezTo>
                    <a:pt x="363" y="940"/>
                    <a:pt x="394" y="961"/>
                    <a:pt x="423" y="981"/>
                  </a:cubicBezTo>
                  <a:cubicBezTo>
                    <a:pt x="427" y="984"/>
                    <a:pt x="432" y="987"/>
                    <a:pt x="436" y="990"/>
                  </a:cubicBezTo>
                  <a:cubicBezTo>
                    <a:pt x="469" y="1013"/>
                    <a:pt x="500" y="1034"/>
                    <a:pt x="526" y="1052"/>
                  </a:cubicBezTo>
                  <a:cubicBezTo>
                    <a:pt x="526" y="1052"/>
                    <a:pt x="526" y="1052"/>
                    <a:pt x="526" y="1052"/>
                  </a:cubicBezTo>
                  <a:cubicBezTo>
                    <a:pt x="538" y="1060"/>
                    <a:pt x="549" y="1068"/>
                    <a:pt x="558" y="1074"/>
                  </a:cubicBezTo>
                  <a:cubicBezTo>
                    <a:pt x="565" y="1079"/>
                    <a:pt x="571" y="1083"/>
                    <a:pt x="576" y="1087"/>
                  </a:cubicBezTo>
                  <a:cubicBezTo>
                    <a:pt x="578" y="1088"/>
                    <a:pt x="580" y="1089"/>
                    <a:pt x="581" y="1090"/>
                  </a:cubicBezTo>
                  <a:cubicBezTo>
                    <a:pt x="586" y="1093"/>
                    <a:pt x="590" y="1096"/>
                    <a:pt x="593" y="1098"/>
                  </a:cubicBezTo>
                  <a:cubicBezTo>
                    <a:pt x="595" y="1100"/>
                    <a:pt x="597" y="1101"/>
                    <a:pt x="599" y="1102"/>
                  </a:cubicBezTo>
                  <a:cubicBezTo>
                    <a:pt x="600" y="1103"/>
                    <a:pt x="601" y="1104"/>
                    <a:pt x="602" y="1105"/>
                  </a:cubicBezTo>
                  <a:cubicBezTo>
                    <a:pt x="603" y="1105"/>
                    <a:pt x="604" y="1106"/>
                    <a:pt x="605" y="1106"/>
                  </a:cubicBezTo>
                  <a:cubicBezTo>
                    <a:pt x="608" y="1108"/>
                    <a:pt x="610" y="1110"/>
                    <a:pt x="611" y="1111"/>
                  </a:cubicBezTo>
                  <a:cubicBezTo>
                    <a:pt x="612" y="1111"/>
                    <a:pt x="612" y="1111"/>
                    <a:pt x="612" y="1111"/>
                  </a:cubicBezTo>
                  <a:cubicBezTo>
                    <a:pt x="613" y="1112"/>
                    <a:pt x="613" y="1112"/>
                    <a:pt x="614" y="1112"/>
                  </a:cubicBezTo>
                  <a:cubicBezTo>
                    <a:pt x="614" y="1113"/>
                    <a:pt x="614" y="1113"/>
                    <a:pt x="614" y="1113"/>
                  </a:cubicBezTo>
                  <a:cubicBezTo>
                    <a:pt x="614" y="1113"/>
                    <a:pt x="631" y="1126"/>
                    <a:pt x="630" y="1134"/>
                  </a:cubicBezTo>
                  <a:cubicBezTo>
                    <a:pt x="629" y="1142"/>
                    <a:pt x="638" y="1155"/>
                    <a:pt x="647" y="1155"/>
                  </a:cubicBezTo>
                  <a:cubicBezTo>
                    <a:pt x="657" y="1155"/>
                    <a:pt x="661" y="1162"/>
                    <a:pt x="666" y="1171"/>
                  </a:cubicBezTo>
                  <a:cubicBezTo>
                    <a:pt x="671" y="1181"/>
                    <a:pt x="671" y="1182"/>
                    <a:pt x="685" y="1182"/>
                  </a:cubicBezTo>
                  <a:cubicBezTo>
                    <a:pt x="698" y="1182"/>
                    <a:pt x="710" y="1189"/>
                    <a:pt x="711" y="1193"/>
                  </a:cubicBezTo>
                  <a:cubicBezTo>
                    <a:pt x="713" y="1197"/>
                    <a:pt x="726" y="1198"/>
                    <a:pt x="734" y="1198"/>
                  </a:cubicBezTo>
                  <a:cubicBezTo>
                    <a:pt x="742" y="1198"/>
                    <a:pt x="751" y="1201"/>
                    <a:pt x="753" y="1213"/>
                  </a:cubicBezTo>
                  <a:cubicBezTo>
                    <a:pt x="754" y="1225"/>
                    <a:pt x="771" y="1223"/>
                    <a:pt x="765" y="1234"/>
                  </a:cubicBezTo>
                  <a:cubicBezTo>
                    <a:pt x="758" y="1245"/>
                    <a:pt x="743" y="1247"/>
                    <a:pt x="755" y="1259"/>
                  </a:cubicBezTo>
                  <a:cubicBezTo>
                    <a:pt x="767" y="1271"/>
                    <a:pt x="787" y="1273"/>
                    <a:pt x="787" y="1262"/>
                  </a:cubicBezTo>
                  <a:cubicBezTo>
                    <a:pt x="787" y="1251"/>
                    <a:pt x="801" y="1249"/>
                    <a:pt x="818" y="1251"/>
                  </a:cubicBezTo>
                  <a:cubicBezTo>
                    <a:pt x="819" y="1252"/>
                    <a:pt x="820" y="1252"/>
                    <a:pt x="821" y="1252"/>
                  </a:cubicBezTo>
                  <a:cubicBezTo>
                    <a:pt x="824" y="1252"/>
                    <a:pt x="826" y="1252"/>
                    <a:pt x="829" y="1251"/>
                  </a:cubicBezTo>
                  <a:cubicBezTo>
                    <a:pt x="829" y="1251"/>
                    <a:pt x="829" y="1251"/>
                    <a:pt x="829" y="1251"/>
                  </a:cubicBezTo>
                  <a:cubicBezTo>
                    <a:pt x="830" y="1251"/>
                    <a:pt x="830" y="1251"/>
                    <a:pt x="830" y="1251"/>
                  </a:cubicBezTo>
                  <a:cubicBezTo>
                    <a:pt x="831" y="1251"/>
                    <a:pt x="831" y="1250"/>
                    <a:pt x="831" y="1250"/>
                  </a:cubicBezTo>
                  <a:cubicBezTo>
                    <a:pt x="831" y="1250"/>
                    <a:pt x="832" y="1250"/>
                    <a:pt x="833" y="1250"/>
                  </a:cubicBezTo>
                  <a:cubicBezTo>
                    <a:pt x="833" y="1250"/>
                    <a:pt x="833" y="1250"/>
                    <a:pt x="833" y="1250"/>
                  </a:cubicBezTo>
                  <a:cubicBezTo>
                    <a:pt x="835" y="1249"/>
                    <a:pt x="837" y="1248"/>
                    <a:pt x="840" y="1247"/>
                  </a:cubicBezTo>
                  <a:cubicBezTo>
                    <a:pt x="840" y="1247"/>
                    <a:pt x="840" y="1247"/>
                    <a:pt x="840" y="1247"/>
                  </a:cubicBezTo>
                  <a:cubicBezTo>
                    <a:pt x="840" y="1246"/>
                    <a:pt x="841" y="1246"/>
                    <a:pt x="842" y="1246"/>
                  </a:cubicBezTo>
                  <a:cubicBezTo>
                    <a:pt x="842" y="1246"/>
                    <a:pt x="842" y="1246"/>
                    <a:pt x="842" y="1246"/>
                  </a:cubicBezTo>
                  <a:cubicBezTo>
                    <a:pt x="843" y="1245"/>
                    <a:pt x="843" y="1245"/>
                    <a:pt x="844" y="1245"/>
                  </a:cubicBezTo>
                  <a:cubicBezTo>
                    <a:pt x="845" y="1245"/>
                    <a:pt x="845" y="1245"/>
                    <a:pt x="845" y="1245"/>
                  </a:cubicBezTo>
                  <a:cubicBezTo>
                    <a:pt x="846" y="1244"/>
                    <a:pt x="846" y="1244"/>
                    <a:pt x="847" y="1244"/>
                  </a:cubicBezTo>
                  <a:cubicBezTo>
                    <a:pt x="847" y="1244"/>
                    <a:pt x="847" y="1244"/>
                    <a:pt x="848" y="1244"/>
                  </a:cubicBezTo>
                  <a:cubicBezTo>
                    <a:pt x="848" y="1244"/>
                    <a:pt x="849" y="1243"/>
                    <a:pt x="850" y="1243"/>
                  </a:cubicBezTo>
                  <a:cubicBezTo>
                    <a:pt x="850" y="1243"/>
                    <a:pt x="850" y="1243"/>
                    <a:pt x="851" y="1243"/>
                  </a:cubicBezTo>
                  <a:cubicBezTo>
                    <a:pt x="851" y="1243"/>
                    <a:pt x="852" y="1243"/>
                    <a:pt x="853" y="1243"/>
                  </a:cubicBezTo>
                  <a:cubicBezTo>
                    <a:pt x="853" y="1243"/>
                    <a:pt x="854" y="1243"/>
                    <a:pt x="854" y="1242"/>
                  </a:cubicBezTo>
                  <a:cubicBezTo>
                    <a:pt x="855" y="1242"/>
                    <a:pt x="856" y="1242"/>
                    <a:pt x="857" y="1242"/>
                  </a:cubicBezTo>
                  <a:cubicBezTo>
                    <a:pt x="857" y="1242"/>
                    <a:pt x="857" y="1242"/>
                    <a:pt x="858" y="1242"/>
                  </a:cubicBezTo>
                  <a:cubicBezTo>
                    <a:pt x="859" y="1242"/>
                    <a:pt x="861" y="1242"/>
                    <a:pt x="862" y="1242"/>
                  </a:cubicBezTo>
                  <a:cubicBezTo>
                    <a:pt x="886" y="1242"/>
                    <a:pt x="909" y="1239"/>
                    <a:pt x="927" y="1223"/>
                  </a:cubicBezTo>
                  <a:cubicBezTo>
                    <a:pt x="946" y="1207"/>
                    <a:pt x="1049" y="1122"/>
                    <a:pt x="1083" y="1103"/>
                  </a:cubicBezTo>
                  <a:cubicBezTo>
                    <a:pt x="1084" y="1103"/>
                    <a:pt x="1086" y="1102"/>
                    <a:pt x="1087" y="1101"/>
                  </a:cubicBezTo>
                  <a:cubicBezTo>
                    <a:pt x="1087" y="1101"/>
                    <a:pt x="1088" y="1101"/>
                    <a:pt x="1088" y="1100"/>
                  </a:cubicBezTo>
                  <a:cubicBezTo>
                    <a:pt x="1089" y="1100"/>
                    <a:pt x="1090" y="1099"/>
                    <a:pt x="1091" y="1099"/>
                  </a:cubicBezTo>
                  <a:cubicBezTo>
                    <a:pt x="1092" y="1098"/>
                    <a:pt x="1093" y="1098"/>
                    <a:pt x="1093" y="1098"/>
                  </a:cubicBezTo>
                  <a:cubicBezTo>
                    <a:pt x="1094" y="1097"/>
                    <a:pt x="1095" y="1096"/>
                    <a:pt x="1096" y="1096"/>
                  </a:cubicBezTo>
                  <a:cubicBezTo>
                    <a:pt x="1097" y="1095"/>
                    <a:pt x="1098" y="1095"/>
                    <a:pt x="1099" y="1094"/>
                  </a:cubicBezTo>
                  <a:cubicBezTo>
                    <a:pt x="1100" y="1094"/>
                    <a:pt x="1101" y="1093"/>
                    <a:pt x="1102" y="1092"/>
                  </a:cubicBezTo>
                  <a:cubicBezTo>
                    <a:pt x="1103" y="1092"/>
                    <a:pt x="1104" y="1091"/>
                    <a:pt x="1104" y="1091"/>
                  </a:cubicBezTo>
                  <a:cubicBezTo>
                    <a:pt x="1106" y="1090"/>
                    <a:pt x="1107" y="1089"/>
                    <a:pt x="1108" y="1088"/>
                  </a:cubicBezTo>
                  <a:cubicBezTo>
                    <a:pt x="1109" y="1088"/>
                    <a:pt x="1110" y="1087"/>
                    <a:pt x="1111" y="1087"/>
                  </a:cubicBezTo>
                  <a:cubicBezTo>
                    <a:pt x="1112" y="1086"/>
                    <a:pt x="1114" y="1085"/>
                    <a:pt x="1115" y="1084"/>
                  </a:cubicBezTo>
                  <a:cubicBezTo>
                    <a:pt x="1116" y="1083"/>
                    <a:pt x="1117" y="1083"/>
                    <a:pt x="1117" y="1083"/>
                  </a:cubicBezTo>
                  <a:cubicBezTo>
                    <a:pt x="1119" y="1081"/>
                    <a:pt x="1121" y="1080"/>
                    <a:pt x="1123" y="1079"/>
                  </a:cubicBezTo>
                  <a:cubicBezTo>
                    <a:pt x="1123" y="1079"/>
                    <a:pt x="1124" y="1079"/>
                    <a:pt x="1124" y="1078"/>
                  </a:cubicBezTo>
                  <a:cubicBezTo>
                    <a:pt x="1185" y="1039"/>
                    <a:pt x="1289" y="972"/>
                    <a:pt x="1319" y="965"/>
                  </a:cubicBezTo>
                  <a:cubicBezTo>
                    <a:pt x="1311" y="949"/>
                    <a:pt x="1295" y="920"/>
                    <a:pt x="1290" y="913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219" name="Freeform 218"/>
            <p:cNvSpPr>
              <a:spLocks/>
            </p:cNvSpPr>
            <p:nvPr/>
          </p:nvSpPr>
          <p:spPr bwMode="auto">
            <a:xfrm>
              <a:off x="2605088" y="1681163"/>
              <a:ext cx="338138" cy="265113"/>
            </a:xfrm>
            <a:custGeom>
              <a:avLst/>
              <a:gdLst>
                <a:gd name="T0" fmla="*/ 366 w 373"/>
                <a:gd name="T1" fmla="*/ 238 h 290"/>
                <a:gd name="T2" fmla="*/ 344 w 373"/>
                <a:gd name="T3" fmla="*/ 212 h 290"/>
                <a:gd name="T4" fmla="*/ 328 w 373"/>
                <a:gd name="T5" fmla="*/ 185 h 290"/>
                <a:gd name="T6" fmla="*/ 318 w 373"/>
                <a:gd name="T7" fmla="*/ 146 h 290"/>
                <a:gd name="T8" fmla="*/ 318 w 373"/>
                <a:gd name="T9" fmla="*/ 131 h 290"/>
                <a:gd name="T10" fmla="*/ 283 w 373"/>
                <a:gd name="T11" fmla="*/ 102 h 290"/>
                <a:gd name="T12" fmla="*/ 235 w 373"/>
                <a:gd name="T13" fmla="*/ 37 h 290"/>
                <a:gd name="T14" fmla="*/ 196 w 373"/>
                <a:gd name="T15" fmla="*/ 18 h 290"/>
                <a:gd name="T16" fmla="*/ 142 w 373"/>
                <a:gd name="T17" fmla="*/ 2 h 290"/>
                <a:gd name="T18" fmla="*/ 97 w 373"/>
                <a:gd name="T19" fmla="*/ 11 h 290"/>
                <a:gd name="T20" fmla="*/ 57 w 373"/>
                <a:gd name="T21" fmla="*/ 14 h 290"/>
                <a:gd name="T22" fmla="*/ 53 w 373"/>
                <a:gd name="T23" fmla="*/ 21 h 290"/>
                <a:gd name="T24" fmla="*/ 50 w 373"/>
                <a:gd name="T25" fmla="*/ 18 h 290"/>
                <a:gd name="T26" fmla="*/ 12 w 373"/>
                <a:gd name="T27" fmla="*/ 99 h 290"/>
                <a:gd name="T28" fmla="*/ 30 w 373"/>
                <a:gd name="T29" fmla="*/ 188 h 290"/>
                <a:gd name="T30" fmla="*/ 31 w 373"/>
                <a:gd name="T31" fmla="*/ 203 h 290"/>
                <a:gd name="T32" fmla="*/ 70 w 373"/>
                <a:gd name="T33" fmla="*/ 205 h 290"/>
                <a:gd name="T34" fmla="*/ 109 w 373"/>
                <a:gd name="T35" fmla="*/ 197 h 290"/>
                <a:gd name="T36" fmla="*/ 143 w 373"/>
                <a:gd name="T37" fmla="*/ 187 h 290"/>
                <a:gd name="T38" fmla="*/ 180 w 373"/>
                <a:gd name="T39" fmla="*/ 211 h 290"/>
                <a:gd name="T40" fmla="*/ 212 w 373"/>
                <a:gd name="T41" fmla="*/ 208 h 290"/>
                <a:gd name="T42" fmla="*/ 196 w 373"/>
                <a:gd name="T43" fmla="*/ 222 h 290"/>
                <a:gd name="T44" fmla="*/ 169 w 373"/>
                <a:gd name="T45" fmla="*/ 220 h 290"/>
                <a:gd name="T46" fmla="*/ 142 w 373"/>
                <a:gd name="T47" fmla="*/ 209 h 290"/>
                <a:gd name="T48" fmla="*/ 106 w 373"/>
                <a:gd name="T49" fmla="*/ 220 h 290"/>
                <a:gd name="T50" fmla="*/ 67 w 373"/>
                <a:gd name="T51" fmla="*/ 229 h 290"/>
                <a:gd name="T52" fmla="*/ 29 w 373"/>
                <a:gd name="T53" fmla="*/ 237 h 290"/>
                <a:gd name="T54" fmla="*/ 34 w 373"/>
                <a:gd name="T55" fmla="*/ 277 h 290"/>
                <a:gd name="T56" fmla="*/ 83 w 373"/>
                <a:gd name="T57" fmla="*/ 277 h 290"/>
                <a:gd name="T58" fmla="*/ 136 w 373"/>
                <a:gd name="T59" fmla="*/ 261 h 290"/>
                <a:gd name="T60" fmla="*/ 217 w 373"/>
                <a:gd name="T61" fmla="*/ 261 h 290"/>
                <a:gd name="T62" fmla="*/ 234 w 373"/>
                <a:gd name="T63" fmla="*/ 260 h 290"/>
                <a:gd name="T64" fmla="*/ 236 w 373"/>
                <a:gd name="T65" fmla="*/ 261 h 290"/>
                <a:gd name="T66" fmla="*/ 269 w 373"/>
                <a:gd name="T67" fmla="*/ 273 h 290"/>
                <a:gd name="T68" fmla="*/ 306 w 373"/>
                <a:gd name="T69" fmla="*/ 289 h 290"/>
                <a:gd name="T70" fmla="*/ 329 w 373"/>
                <a:gd name="T71" fmla="*/ 279 h 290"/>
                <a:gd name="T72" fmla="*/ 331 w 373"/>
                <a:gd name="T73" fmla="*/ 279 h 290"/>
                <a:gd name="T74" fmla="*/ 334 w 373"/>
                <a:gd name="T75" fmla="*/ 279 h 290"/>
                <a:gd name="T76" fmla="*/ 338 w 373"/>
                <a:gd name="T77" fmla="*/ 278 h 290"/>
                <a:gd name="T78" fmla="*/ 341 w 373"/>
                <a:gd name="T79" fmla="*/ 278 h 290"/>
                <a:gd name="T80" fmla="*/ 344 w 373"/>
                <a:gd name="T81" fmla="*/ 278 h 290"/>
                <a:gd name="T82" fmla="*/ 348 w 373"/>
                <a:gd name="T83" fmla="*/ 278 h 290"/>
                <a:gd name="T84" fmla="*/ 350 w 373"/>
                <a:gd name="T85" fmla="*/ 278 h 290"/>
                <a:gd name="T86" fmla="*/ 353 w 373"/>
                <a:gd name="T87" fmla="*/ 278 h 290"/>
                <a:gd name="T88" fmla="*/ 355 w 373"/>
                <a:gd name="T89" fmla="*/ 278 h 290"/>
                <a:gd name="T90" fmla="*/ 358 w 373"/>
                <a:gd name="T91" fmla="*/ 279 h 290"/>
                <a:gd name="T92" fmla="*/ 360 w 373"/>
                <a:gd name="T93" fmla="*/ 279 h 290"/>
                <a:gd name="T94" fmla="*/ 361 w 373"/>
                <a:gd name="T95" fmla="*/ 280 h 290"/>
                <a:gd name="T96" fmla="*/ 363 w 373"/>
                <a:gd name="T97" fmla="*/ 281 h 290"/>
                <a:gd name="T98" fmla="*/ 371 w 373"/>
                <a:gd name="T99" fmla="*/ 255 h 2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73" h="290">
                  <a:moveTo>
                    <a:pt x="371" y="255"/>
                  </a:moveTo>
                  <a:cubicBezTo>
                    <a:pt x="370" y="247"/>
                    <a:pt x="370" y="241"/>
                    <a:pt x="366" y="238"/>
                  </a:cubicBezTo>
                  <a:cubicBezTo>
                    <a:pt x="362" y="235"/>
                    <a:pt x="360" y="228"/>
                    <a:pt x="359" y="220"/>
                  </a:cubicBezTo>
                  <a:cubicBezTo>
                    <a:pt x="358" y="212"/>
                    <a:pt x="354" y="214"/>
                    <a:pt x="344" y="212"/>
                  </a:cubicBezTo>
                  <a:cubicBezTo>
                    <a:pt x="334" y="210"/>
                    <a:pt x="334" y="203"/>
                    <a:pt x="329" y="199"/>
                  </a:cubicBezTo>
                  <a:cubicBezTo>
                    <a:pt x="324" y="195"/>
                    <a:pt x="326" y="191"/>
                    <a:pt x="328" y="185"/>
                  </a:cubicBezTo>
                  <a:cubicBezTo>
                    <a:pt x="330" y="179"/>
                    <a:pt x="330" y="169"/>
                    <a:pt x="330" y="161"/>
                  </a:cubicBezTo>
                  <a:cubicBezTo>
                    <a:pt x="330" y="153"/>
                    <a:pt x="323" y="149"/>
                    <a:pt x="318" y="146"/>
                  </a:cubicBezTo>
                  <a:cubicBezTo>
                    <a:pt x="316" y="144"/>
                    <a:pt x="317" y="137"/>
                    <a:pt x="319" y="131"/>
                  </a:cubicBezTo>
                  <a:cubicBezTo>
                    <a:pt x="318" y="131"/>
                    <a:pt x="318" y="131"/>
                    <a:pt x="318" y="131"/>
                  </a:cubicBezTo>
                  <a:cubicBezTo>
                    <a:pt x="309" y="128"/>
                    <a:pt x="306" y="117"/>
                    <a:pt x="302" y="111"/>
                  </a:cubicBezTo>
                  <a:cubicBezTo>
                    <a:pt x="298" y="105"/>
                    <a:pt x="291" y="105"/>
                    <a:pt x="283" y="102"/>
                  </a:cubicBezTo>
                  <a:cubicBezTo>
                    <a:pt x="275" y="99"/>
                    <a:pt x="259" y="72"/>
                    <a:pt x="254" y="64"/>
                  </a:cubicBezTo>
                  <a:cubicBezTo>
                    <a:pt x="249" y="55"/>
                    <a:pt x="238" y="42"/>
                    <a:pt x="235" y="37"/>
                  </a:cubicBezTo>
                  <a:cubicBezTo>
                    <a:pt x="232" y="32"/>
                    <a:pt x="226" y="32"/>
                    <a:pt x="216" y="32"/>
                  </a:cubicBezTo>
                  <a:cubicBezTo>
                    <a:pt x="206" y="32"/>
                    <a:pt x="199" y="25"/>
                    <a:pt x="196" y="18"/>
                  </a:cubicBezTo>
                  <a:cubicBezTo>
                    <a:pt x="194" y="11"/>
                    <a:pt x="186" y="9"/>
                    <a:pt x="174" y="5"/>
                  </a:cubicBezTo>
                  <a:cubicBezTo>
                    <a:pt x="163" y="1"/>
                    <a:pt x="149" y="0"/>
                    <a:pt x="142" y="2"/>
                  </a:cubicBezTo>
                  <a:cubicBezTo>
                    <a:pt x="136" y="4"/>
                    <a:pt x="129" y="5"/>
                    <a:pt x="120" y="6"/>
                  </a:cubicBezTo>
                  <a:cubicBezTo>
                    <a:pt x="112" y="6"/>
                    <a:pt x="101" y="7"/>
                    <a:pt x="97" y="11"/>
                  </a:cubicBezTo>
                  <a:cubicBezTo>
                    <a:pt x="93" y="14"/>
                    <a:pt x="83" y="14"/>
                    <a:pt x="78" y="12"/>
                  </a:cubicBezTo>
                  <a:cubicBezTo>
                    <a:pt x="74" y="9"/>
                    <a:pt x="71" y="12"/>
                    <a:pt x="57" y="14"/>
                  </a:cubicBezTo>
                  <a:cubicBezTo>
                    <a:pt x="55" y="14"/>
                    <a:pt x="52" y="16"/>
                    <a:pt x="50" y="17"/>
                  </a:cubicBezTo>
                  <a:cubicBezTo>
                    <a:pt x="51" y="19"/>
                    <a:pt x="53" y="20"/>
                    <a:pt x="53" y="21"/>
                  </a:cubicBezTo>
                  <a:cubicBezTo>
                    <a:pt x="53" y="20"/>
                    <a:pt x="51" y="19"/>
                    <a:pt x="50" y="17"/>
                  </a:cubicBezTo>
                  <a:cubicBezTo>
                    <a:pt x="50" y="17"/>
                    <a:pt x="50" y="17"/>
                    <a:pt x="50" y="18"/>
                  </a:cubicBezTo>
                  <a:cubicBezTo>
                    <a:pt x="50" y="23"/>
                    <a:pt x="50" y="29"/>
                    <a:pt x="48" y="37"/>
                  </a:cubicBezTo>
                  <a:cubicBezTo>
                    <a:pt x="41" y="63"/>
                    <a:pt x="24" y="85"/>
                    <a:pt x="12" y="99"/>
                  </a:cubicBezTo>
                  <a:cubicBezTo>
                    <a:pt x="0" y="113"/>
                    <a:pt x="10" y="140"/>
                    <a:pt x="24" y="150"/>
                  </a:cubicBezTo>
                  <a:cubicBezTo>
                    <a:pt x="38" y="160"/>
                    <a:pt x="24" y="174"/>
                    <a:pt x="30" y="188"/>
                  </a:cubicBezTo>
                  <a:cubicBezTo>
                    <a:pt x="37" y="202"/>
                    <a:pt x="30" y="187"/>
                    <a:pt x="31" y="203"/>
                  </a:cubicBezTo>
                  <a:cubicBezTo>
                    <a:pt x="31" y="203"/>
                    <a:pt x="31" y="203"/>
                    <a:pt x="31" y="203"/>
                  </a:cubicBezTo>
                  <a:cubicBezTo>
                    <a:pt x="38" y="202"/>
                    <a:pt x="46" y="200"/>
                    <a:pt x="51" y="200"/>
                  </a:cubicBezTo>
                  <a:cubicBezTo>
                    <a:pt x="56" y="200"/>
                    <a:pt x="62" y="205"/>
                    <a:pt x="70" y="205"/>
                  </a:cubicBezTo>
                  <a:cubicBezTo>
                    <a:pt x="79" y="206"/>
                    <a:pt x="90" y="204"/>
                    <a:pt x="93" y="199"/>
                  </a:cubicBezTo>
                  <a:cubicBezTo>
                    <a:pt x="96" y="195"/>
                    <a:pt x="101" y="197"/>
                    <a:pt x="109" y="197"/>
                  </a:cubicBezTo>
                  <a:cubicBezTo>
                    <a:pt x="116" y="197"/>
                    <a:pt x="122" y="195"/>
                    <a:pt x="124" y="190"/>
                  </a:cubicBezTo>
                  <a:cubicBezTo>
                    <a:pt x="125" y="185"/>
                    <a:pt x="135" y="188"/>
                    <a:pt x="143" y="187"/>
                  </a:cubicBezTo>
                  <a:cubicBezTo>
                    <a:pt x="152" y="186"/>
                    <a:pt x="160" y="195"/>
                    <a:pt x="165" y="202"/>
                  </a:cubicBezTo>
                  <a:cubicBezTo>
                    <a:pt x="171" y="208"/>
                    <a:pt x="172" y="208"/>
                    <a:pt x="180" y="211"/>
                  </a:cubicBezTo>
                  <a:cubicBezTo>
                    <a:pt x="188" y="213"/>
                    <a:pt x="196" y="211"/>
                    <a:pt x="201" y="209"/>
                  </a:cubicBezTo>
                  <a:cubicBezTo>
                    <a:pt x="205" y="207"/>
                    <a:pt x="208" y="205"/>
                    <a:pt x="212" y="208"/>
                  </a:cubicBezTo>
                  <a:cubicBezTo>
                    <a:pt x="216" y="211"/>
                    <a:pt x="216" y="216"/>
                    <a:pt x="213" y="218"/>
                  </a:cubicBezTo>
                  <a:cubicBezTo>
                    <a:pt x="211" y="220"/>
                    <a:pt x="205" y="222"/>
                    <a:pt x="196" y="222"/>
                  </a:cubicBezTo>
                  <a:cubicBezTo>
                    <a:pt x="188" y="222"/>
                    <a:pt x="190" y="228"/>
                    <a:pt x="184" y="227"/>
                  </a:cubicBezTo>
                  <a:cubicBezTo>
                    <a:pt x="179" y="227"/>
                    <a:pt x="172" y="224"/>
                    <a:pt x="169" y="220"/>
                  </a:cubicBezTo>
                  <a:cubicBezTo>
                    <a:pt x="165" y="216"/>
                    <a:pt x="161" y="214"/>
                    <a:pt x="155" y="213"/>
                  </a:cubicBezTo>
                  <a:cubicBezTo>
                    <a:pt x="149" y="213"/>
                    <a:pt x="146" y="212"/>
                    <a:pt x="142" y="209"/>
                  </a:cubicBezTo>
                  <a:cubicBezTo>
                    <a:pt x="139" y="206"/>
                    <a:pt x="133" y="205"/>
                    <a:pt x="131" y="210"/>
                  </a:cubicBezTo>
                  <a:cubicBezTo>
                    <a:pt x="128" y="216"/>
                    <a:pt x="115" y="219"/>
                    <a:pt x="106" y="220"/>
                  </a:cubicBezTo>
                  <a:cubicBezTo>
                    <a:pt x="98" y="220"/>
                    <a:pt x="96" y="221"/>
                    <a:pt x="91" y="224"/>
                  </a:cubicBezTo>
                  <a:cubicBezTo>
                    <a:pt x="87" y="228"/>
                    <a:pt x="78" y="229"/>
                    <a:pt x="67" y="229"/>
                  </a:cubicBezTo>
                  <a:cubicBezTo>
                    <a:pt x="56" y="229"/>
                    <a:pt x="50" y="231"/>
                    <a:pt x="40" y="232"/>
                  </a:cubicBezTo>
                  <a:cubicBezTo>
                    <a:pt x="36" y="232"/>
                    <a:pt x="32" y="234"/>
                    <a:pt x="29" y="237"/>
                  </a:cubicBezTo>
                  <a:cubicBezTo>
                    <a:pt x="29" y="237"/>
                    <a:pt x="29" y="238"/>
                    <a:pt x="29" y="239"/>
                  </a:cubicBezTo>
                  <a:cubicBezTo>
                    <a:pt x="31" y="250"/>
                    <a:pt x="29" y="268"/>
                    <a:pt x="34" y="277"/>
                  </a:cubicBezTo>
                  <a:cubicBezTo>
                    <a:pt x="41" y="277"/>
                    <a:pt x="54" y="276"/>
                    <a:pt x="59" y="277"/>
                  </a:cubicBezTo>
                  <a:cubicBezTo>
                    <a:pt x="65" y="278"/>
                    <a:pt x="72" y="276"/>
                    <a:pt x="83" y="277"/>
                  </a:cubicBezTo>
                  <a:cubicBezTo>
                    <a:pt x="93" y="279"/>
                    <a:pt x="106" y="278"/>
                    <a:pt x="110" y="271"/>
                  </a:cubicBezTo>
                  <a:cubicBezTo>
                    <a:pt x="115" y="265"/>
                    <a:pt x="128" y="261"/>
                    <a:pt x="136" y="261"/>
                  </a:cubicBezTo>
                  <a:cubicBezTo>
                    <a:pt x="144" y="261"/>
                    <a:pt x="159" y="263"/>
                    <a:pt x="175" y="263"/>
                  </a:cubicBezTo>
                  <a:cubicBezTo>
                    <a:pt x="191" y="263"/>
                    <a:pt x="209" y="261"/>
                    <a:pt x="217" y="261"/>
                  </a:cubicBezTo>
                  <a:cubicBezTo>
                    <a:pt x="222" y="261"/>
                    <a:pt x="224" y="260"/>
                    <a:pt x="227" y="262"/>
                  </a:cubicBezTo>
                  <a:cubicBezTo>
                    <a:pt x="228" y="260"/>
                    <a:pt x="231" y="260"/>
                    <a:pt x="234" y="260"/>
                  </a:cubicBezTo>
                  <a:cubicBezTo>
                    <a:pt x="234" y="260"/>
                    <a:pt x="234" y="260"/>
                    <a:pt x="235" y="261"/>
                  </a:cubicBezTo>
                  <a:cubicBezTo>
                    <a:pt x="235" y="261"/>
                    <a:pt x="235" y="261"/>
                    <a:pt x="236" y="261"/>
                  </a:cubicBezTo>
                  <a:cubicBezTo>
                    <a:pt x="237" y="261"/>
                    <a:pt x="237" y="261"/>
                    <a:pt x="238" y="261"/>
                  </a:cubicBezTo>
                  <a:cubicBezTo>
                    <a:pt x="250" y="263"/>
                    <a:pt x="262" y="265"/>
                    <a:pt x="269" y="273"/>
                  </a:cubicBezTo>
                  <a:cubicBezTo>
                    <a:pt x="276" y="281"/>
                    <a:pt x="280" y="281"/>
                    <a:pt x="290" y="281"/>
                  </a:cubicBezTo>
                  <a:cubicBezTo>
                    <a:pt x="300" y="281"/>
                    <a:pt x="300" y="288"/>
                    <a:pt x="306" y="289"/>
                  </a:cubicBezTo>
                  <a:cubicBezTo>
                    <a:pt x="312" y="290"/>
                    <a:pt x="316" y="279"/>
                    <a:pt x="327" y="279"/>
                  </a:cubicBezTo>
                  <a:cubicBezTo>
                    <a:pt x="328" y="279"/>
                    <a:pt x="328" y="279"/>
                    <a:pt x="329" y="279"/>
                  </a:cubicBezTo>
                  <a:cubicBezTo>
                    <a:pt x="330" y="279"/>
                    <a:pt x="330" y="279"/>
                    <a:pt x="330" y="279"/>
                  </a:cubicBezTo>
                  <a:cubicBezTo>
                    <a:pt x="331" y="279"/>
                    <a:pt x="331" y="279"/>
                    <a:pt x="331" y="279"/>
                  </a:cubicBezTo>
                  <a:cubicBezTo>
                    <a:pt x="332" y="279"/>
                    <a:pt x="332" y="279"/>
                    <a:pt x="332" y="279"/>
                  </a:cubicBezTo>
                  <a:cubicBezTo>
                    <a:pt x="333" y="279"/>
                    <a:pt x="334" y="279"/>
                    <a:pt x="334" y="279"/>
                  </a:cubicBezTo>
                  <a:cubicBezTo>
                    <a:pt x="335" y="279"/>
                    <a:pt x="335" y="279"/>
                    <a:pt x="335" y="279"/>
                  </a:cubicBezTo>
                  <a:cubicBezTo>
                    <a:pt x="336" y="278"/>
                    <a:pt x="337" y="278"/>
                    <a:pt x="338" y="278"/>
                  </a:cubicBezTo>
                  <a:cubicBezTo>
                    <a:pt x="339" y="278"/>
                    <a:pt x="339" y="278"/>
                    <a:pt x="339" y="278"/>
                  </a:cubicBezTo>
                  <a:cubicBezTo>
                    <a:pt x="339" y="278"/>
                    <a:pt x="340" y="278"/>
                    <a:pt x="341" y="278"/>
                  </a:cubicBezTo>
                  <a:cubicBezTo>
                    <a:pt x="341" y="278"/>
                    <a:pt x="341" y="278"/>
                    <a:pt x="342" y="278"/>
                  </a:cubicBezTo>
                  <a:cubicBezTo>
                    <a:pt x="342" y="278"/>
                    <a:pt x="343" y="278"/>
                    <a:pt x="344" y="278"/>
                  </a:cubicBezTo>
                  <a:cubicBezTo>
                    <a:pt x="344" y="278"/>
                    <a:pt x="344" y="278"/>
                    <a:pt x="345" y="278"/>
                  </a:cubicBezTo>
                  <a:cubicBezTo>
                    <a:pt x="346" y="278"/>
                    <a:pt x="347" y="278"/>
                    <a:pt x="348" y="278"/>
                  </a:cubicBezTo>
                  <a:cubicBezTo>
                    <a:pt x="349" y="278"/>
                    <a:pt x="349" y="278"/>
                    <a:pt x="349" y="278"/>
                  </a:cubicBezTo>
                  <a:cubicBezTo>
                    <a:pt x="350" y="278"/>
                    <a:pt x="350" y="278"/>
                    <a:pt x="350" y="278"/>
                  </a:cubicBezTo>
                  <a:cubicBezTo>
                    <a:pt x="351" y="278"/>
                    <a:pt x="351" y="278"/>
                    <a:pt x="352" y="278"/>
                  </a:cubicBezTo>
                  <a:cubicBezTo>
                    <a:pt x="353" y="278"/>
                    <a:pt x="353" y="278"/>
                    <a:pt x="353" y="278"/>
                  </a:cubicBezTo>
                  <a:cubicBezTo>
                    <a:pt x="354" y="278"/>
                    <a:pt x="354" y="278"/>
                    <a:pt x="354" y="278"/>
                  </a:cubicBezTo>
                  <a:cubicBezTo>
                    <a:pt x="355" y="278"/>
                    <a:pt x="355" y="278"/>
                    <a:pt x="355" y="278"/>
                  </a:cubicBezTo>
                  <a:cubicBezTo>
                    <a:pt x="356" y="278"/>
                    <a:pt x="356" y="278"/>
                    <a:pt x="357" y="278"/>
                  </a:cubicBezTo>
                  <a:cubicBezTo>
                    <a:pt x="357" y="278"/>
                    <a:pt x="357" y="278"/>
                    <a:pt x="358" y="279"/>
                  </a:cubicBezTo>
                  <a:cubicBezTo>
                    <a:pt x="358" y="279"/>
                    <a:pt x="358" y="279"/>
                    <a:pt x="359" y="279"/>
                  </a:cubicBezTo>
                  <a:cubicBezTo>
                    <a:pt x="359" y="279"/>
                    <a:pt x="359" y="279"/>
                    <a:pt x="360" y="279"/>
                  </a:cubicBezTo>
                  <a:cubicBezTo>
                    <a:pt x="360" y="279"/>
                    <a:pt x="360" y="279"/>
                    <a:pt x="361" y="280"/>
                  </a:cubicBezTo>
                  <a:cubicBezTo>
                    <a:pt x="361" y="280"/>
                    <a:pt x="361" y="280"/>
                    <a:pt x="361" y="280"/>
                  </a:cubicBezTo>
                  <a:cubicBezTo>
                    <a:pt x="362" y="280"/>
                    <a:pt x="362" y="280"/>
                    <a:pt x="362" y="281"/>
                  </a:cubicBezTo>
                  <a:cubicBezTo>
                    <a:pt x="362" y="281"/>
                    <a:pt x="362" y="281"/>
                    <a:pt x="363" y="281"/>
                  </a:cubicBezTo>
                  <a:cubicBezTo>
                    <a:pt x="365" y="279"/>
                    <a:pt x="367" y="278"/>
                    <a:pt x="369" y="276"/>
                  </a:cubicBezTo>
                  <a:cubicBezTo>
                    <a:pt x="373" y="273"/>
                    <a:pt x="372" y="263"/>
                    <a:pt x="371" y="255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20" name="Freeform 59"/>
            <p:cNvSpPr>
              <a:spLocks/>
            </p:cNvSpPr>
            <p:nvPr/>
          </p:nvSpPr>
          <p:spPr bwMode="auto">
            <a:xfrm>
              <a:off x="2890838" y="1174751"/>
              <a:ext cx="952500" cy="893763"/>
            </a:xfrm>
            <a:custGeom>
              <a:avLst/>
              <a:gdLst>
                <a:gd name="T0" fmla="*/ 992 w 1048"/>
                <a:gd name="T1" fmla="*/ 380 h 983"/>
                <a:gd name="T2" fmla="*/ 938 w 1048"/>
                <a:gd name="T3" fmla="*/ 339 h 983"/>
                <a:gd name="T4" fmla="*/ 874 w 1048"/>
                <a:gd name="T5" fmla="*/ 301 h 983"/>
                <a:gd name="T6" fmla="*/ 841 w 1048"/>
                <a:gd name="T7" fmla="*/ 258 h 983"/>
                <a:gd name="T8" fmla="*/ 832 w 1048"/>
                <a:gd name="T9" fmla="*/ 252 h 983"/>
                <a:gd name="T10" fmla="*/ 820 w 1048"/>
                <a:gd name="T11" fmla="*/ 244 h 983"/>
                <a:gd name="T12" fmla="*/ 785 w 1048"/>
                <a:gd name="T13" fmla="*/ 220 h 983"/>
                <a:gd name="T14" fmla="*/ 663 w 1048"/>
                <a:gd name="T15" fmla="*/ 136 h 983"/>
                <a:gd name="T16" fmla="*/ 557 w 1048"/>
                <a:gd name="T17" fmla="*/ 63 h 983"/>
                <a:gd name="T18" fmla="*/ 534 w 1048"/>
                <a:gd name="T19" fmla="*/ 47 h 983"/>
                <a:gd name="T20" fmla="*/ 503 w 1048"/>
                <a:gd name="T21" fmla="*/ 27 h 983"/>
                <a:gd name="T22" fmla="*/ 488 w 1048"/>
                <a:gd name="T23" fmla="*/ 16 h 983"/>
                <a:gd name="T24" fmla="*/ 465 w 1048"/>
                <a:gd name="T25" fmla="*/ 0 h 983"/>
                <a:gd name="T26" fmla="*/ 436 w 1048"/>
                <a:gd name="T27" fmla="*/ 578 h 983"/>
                <a:gd name="T28" fmla="*/ 428 w 1048"/>
                <a:gd name="T29" fmla="*/ 639 h 983"/>
                <a:gd name="T30" fmla="*/ 173 w 1048"/>
                <a:gd name="T31" fmla="*/ 640 h 983"/>
                <a:gd name="T32" fmla="*/ 89 w 1048"/>
                <a:gd name="T33" fmla="*/ 658 h 983"/>
                <a:gd name="T34" fmla="*/ 64 w 1048"/>
                <a:gd name="T35" fmla="*/ 635 h 983"/>
                <a:gd name="T36" fmla="*/ 24 w 1048"/>
                <a:gd name="T37" fmla="*/ 676 h 983"/>
                <a:gd name="T38" fmla="*/ 21 w 1048"/>
                <a:gd name="T39" fmla="*/ 683 h 983"/>
                <a:gd name="T40" fmla="*/ 17 w 1048"/>
                <a:gd name="T41" fmla="*/ 686 h 983"/>
                <a:gd name="T42" fmla="*/ 13 w 1048"/>
                <a:gd name="T43" fmla="*/ 688 h 983"/>
                <a:gd name="T44" fmla="*/ 2 w 1048"/>
                <a:gd name="T45" fmla="*/ 704 h 983"/>
                <a:gd name="T46" fmla="*/ 13 w 1048"/>
                <a:gd name="T47" fmla="*/ 757 h 983"/>
                <a:gd name="T48" fmla="*/ 50 w 1048"/>
                <a:gd name="T49" fmla="*/ 796 h 983"/>
                <a:gd name="T50" fmla="*/ 47 w 1048"/>
                <a:gd name="T51" fmla="*/ 839 h 983"/>
                <a:gd name="T52" fmla="*/ 54 w 1048"/>
                <a:gd name="T53" fmla="*/ 863 h 983"/>
                <a:gd name="T54" fmla="*/ 95 w 1048"/>
                <a:gd name="T55" fmla="*/ 870 h 983"/>
                <a:gd name="T56" fmla="*/ 143 w 1048"/>
                <a:gd name="T57" fmla="*/ 858 h 983"/>
                <a:gd name="T58" fmla="*/ 185 w 1048"/>
                <a:gd name="T59" fmla="*/ 840 h 983"/>
                <a:gd name="T60" fmla="*/ 223 w 1048"/>
                <a:gd name="T61" fmla="*/ 883 h 983"/>
                <a:gd name="T62" fmla="*/ 232 w 1048"/>
                <a:gd name="T63" fmla="*/ 928 h 983"/>
                <a:gd name="T64" fmla="*/ 263 w 1048"/>
                <a:gd name="T65" fmla="*/ 974 h 983"/>
                <a:gd name="T66" fmla="*/ 269 w 1048"/>
                <a:gd name="T67" fmla="*/ 981 h 983"/>
                <a:gd name="T68" fmla="*/ 271 w 1048"/>
                <a:gd name="T69" fmla="*/ 982 h 983"/>
                <a:gd name="T70" fmla="*/ 272 w 1048"/>
                <a:gd name="T71" fmla="*/ 982 h 983"/>
                <a:gd name="T72" fmla="*/ 274 w 1048"/>
                <a:gd name="T73" fmla="*/ 982 h 983"/>
                <a:gd name="T74" fmla="*/ 275 w 1048"/>
                <a:gd name="T75" fmla="*/ 982 h 983"/>
                <a:gd name="T76" fmla="*/ 277 w 1048"/>
                <a:gd name="T77" fmla="*/ 981 h 983"/>
                <a:gd name="T78" fmla="*/ 279 w 1048"/>
                <a:gd name="T79" fmla="*/ 979 h 983"/>
                <a:gd name="T80" fmla="*/ 297 w 1048"/>
                <a:gd name="T81" fmla="*/ 964 h 983"/>
                <a:gd name="T82" fmla="*/ 338 w 1048"/>
                <a:gd name="T83" fmla="*/ 973 h 983"/>
                <a:gd name="T84" fmla="*/ 379 w 1048"/>
                <a:gd name="T85" fmla="*/ 964 h 983"/>
                <a:gd name="T86" fmla="*/ 419 w 1048"/>
                <a:gd name="T87" fmla="*/ 965 h 983"/>
                <a:gd name="T88" fmla="*/ 427 w 1048"/>
                <a:gd name="T89" fmla="*/ 965 h 983"/>
                <a:gd name="T90" fmla="*/ 436 w 1048"/>
                <a:gd name="T91" fmla="*/ 879 h 983"/>
                <a:gd name="T92" fmla="*/ 489 w 1048"/>
                <a:gd name="T93" fmla="*/ 853 h 983"/>
                <a:gd name="T94" fmla="*/ 515 w 1048"/>
                <a:gd name="T95" fmla="*/ 779 h 983"/>
                <a:gd name="T96" fmla="*/ 558 w 1048"/>
                <a:gd name="T97" fmla="*/ 787 h 983"/>
                <a:gd name="T98" fmla="*/ 596 w 1048"/>
                <a:gd name="T99" fmla="*/ 747 h 983"/>
                <a:gd name="T100" fmla="*/ 639 w 1048"/>
                <a:gd name="T101" fmla="*/ 723 h 983"/>
                <a:gd name="T102" fmla="*/ 678 w 1048"/>
                <a:gd name="T103" fmla="*/ 700 h 983"/>
                <a:gd name="T104" fmla="*/ 736 w 1048"/>
                <a:gd name="T105" fmla="*/ 663 h 983"/>
                <a:gd name="T106" fmla="*/ 774 w 1048"/>
                <a:gd name="T107" fmla="*/ 673 h 983"/>
                <a:gd name="T108" fmla="*/ 801 w 1048"/>
                <a:gd name="T109" fmla="*/ 674 h 983"/>
                <a:gd name="T110" fmla="*/ 847 w 1048"/>
                <a:gd name="T111" fmla="*/ 667 h 983"/>
                <a:gd name="T112" fmla="*/ 1005 w 1048"/>
                <a:gd name="T113" fmla="*/ 641 h 983"/>
                <a:gd name="T114" fmla="*/ 1048 w 1048"/>
                <a:gd name="T115" fmla="*/ 398 h 9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048" h="983">
                  <a:moveTo>
                    <a:pt x="1014" y="408"/>
                  </a:moveTo>
                  <a:cubicBezTo>
                    <a:pt x="1014" y="419"/>
                    <a:pt x="994" y="417"/>
                    <a:pt x="982" y="405"/>
                  </a:cubicBezTo>
                  <a:cubicBezTo>
                    <a:pt x="970" y="393"/>
                    <a:pt x="985" y="391"/>
                    <a:pt x="992" y="380"/>
                  </a:cubicBezTo>
                  <a:cubicBezTo>
                    <a:pt x="998" y="369"/>
                    <a:pt x="981" y="371"/>
                    <a:pt x="980" y="359"/>
                  </a:cubicBezTo>
                  <a:cubicBezTo>
                    <a:pt x="978" y="347"/>
                    <a:pt x="969" y="344"/>
                    <a:pt x="961" y="344"/>
                  </a:cubicBezTo>
                  <a:cubicBezTo>
                    <a:pt x="953" y="344"/>
                    <a:pt x="940" y="343"/>
                    <a:pt x="938" y="339"/>
                  </a:cubicBezTo>
                  <a:cubicBezTo>
                    <a:pt x="937" y="335"/>
                    <a:pt x="925" y="328"/>
                    <a:pt x="912" y="328"/>
                  </a:cubicBezTo>
                  <a:cubicBezTo>
                    <a:pt x="898" y="328"/>
                    <a:pt x="898" y="327"/>
                    <a:pt x="893" y="317"/>
                  </a:cubicBezTo>
                  <a:cubicBezTo>
                    <a:pt x="888" y="308"/>
                    <a:pt x="884" y="301"/>
                    <a:pt x="874" y="301"/>
                  </a:cubicBezTo>
                  <a:cubicBezTo>
                    <a:pt x="865" y="301"/>
                    <a:pt x="856" y="288"/>
                    <a:pt x="857" y="280"/>
                  </a:cubicBezTo>
                  <a:cubicBezTo>
                    <a:pt x="858" y="272"/>
                    <a:pt x="841" y="259"/>
                    <a:pt x="841" y="259"/>
                  </a:cubicBezTo>
                  <a:cubicBezTo>
                    <a:pt x="841" y="259"/>
                    <a:pt x="841" y="259"/>
                    <a:pt x="841" y="258"/>
                  </a:cubicBezTo>
                  <a:cubicBezTo>
                    <a:pt x="840" y="258"/>
                    <a:pt x="840" y="258"/>
                    <a:pt x="839" y="257"/>
                  </a:cubicBezTo>
                  <a:cubicBezTo>
                    <a:pt x="838" y="257"/>
                    <a:pt x="838" y="257"/>
                    <a:pt x="838" y="257"/>
                  </a:cubicBezTo>
                  <a:cubicBezTo>
                    <a:pt x="836" y="256"/>
                    <a:pt x="835" y="254"/>
                    <a:pt x="832" y="252"/>
                  </a:cubicBezTo>
                  <a:cubicBezTo>
                    <a:pt x="831" y="252"/>
                    <a:pt x="830" y="251"/>
                    <a:pt x="829" y="251"/>
                  </a:cubicBezTo>
                  <a:cubicBezTo>
                    <a:pt x="828" y="250"/>
                    <a:pt x="827" y="249"/>
                    <a:pt x="826" y="248"/>
                  </a:cubicBezTo>
                  <a:cubicBezTo>
                    <a:pt x="824" y="247"/>
                    <a:pt x="822" y="246"/>
                    <a:pt x="820" y="244"/>
                  </a:cubicBezTo>
                  <a:cubicBezTo>
                    <a:pt x="817" y="242"/>
                    <a:pt x="813" y="239"/>
                    <a:pt x="808" y="236"/>
                  </a:cubicBezTo>
                  <a:cubicBezTo>
                    <a:pt x="807" y="235"/>
                    <a:pt x="805" y="234"/>
                    <a:pt x="803" y="233"/>
                  </a:cubicBezTo>
                  <a:cubicBezTo>
                    <a:pt x="798" y="229"/>
                    <a:pt x="792" y="225"/>
                    <a:pt x="785" y="220"/>
                  </a:cubicBezTo>
                  <a:cubicBezTo>
                    <a:pt x="776" y="214"/>
                    <a:pt x="765" y="206"/>
                    <a:pt x="753" y="198"/>
                  </a:cubicBezTo>
                  <a:cubicBezTo>
                    <a:pt x="753" y="198"/>
                    <a:pt x="753" y="198"/>
                    <a:pt x="753" y="198"/>
                  </a:cubicBezTo>
                  <a:cubicBezTo>
                    <a:pt x="727" y="180"/>
                    <a:pt x="696" y="159"/>
                    <a:pt x="663" y="136"/>
                  </a:cubicBezTo>
                  <a:cubicBezTo>
                    <a:pt x="659" y="133"/>
                    <a:pt x="654" y="130"/>
                    <a:pt x="650" y="127"/>
                  </a:cubicBezTo>
                  <a:cubicBezTo>
                    <a:pt x="621" y="107"/>
                    <a:pt x="590" y="86"/>
                    <a:pt x="560" y="65"/>
                  </a:cubicBezTo>
                  <a:cubicBezTo>
                    <a:pt x="559" y="65"/>
                    <a:pt x="558" y="64"/>
                    <a:pt x="557" y="63"/>
                  </a:cubicBezTo>
                  <a:cubicBezTo>
                    <a:pt x="553" y="60"/>
                    <a:pt x="549" y="58"/>
                    <a:pt x="545" y="55"/>
                  </a:cubicBezTo>
                  <a:cubicBezTo>
                    <a:pt x="545" y="55"/>
                    <a:pt x="544" y="55"/>
                    <a:pt x="544" y="54"/>
                  </a:cubicBezTo>
                  <a:cubicBezTo>
                    <a:pt x="541" y="52"/>
                    <a:pt x="537" y="50"/>
                    <a:pt x="534" y="47"/>
                  </a:cubicBezTo>
                  <a:cubicBezTo>
                    <a:pt x="525" y="41"/>
                    <a:pt x="515" y="35"/>
                    <a:pt x="506" y="28"/>
                  </a:cubicBezTo>
                  <a:cubicBezTo>
                    <a:pt x="505" y="28"/>
                    <a:pt x="505" y="28"/>
                    <a:pt x="505" y="28"/>
                  </a:cubicBezTo>
                  <a:cubicBezTo>
                    <a:pt x="505" y="27"/>
                    <a:pt x="504" y="27"/>
                    <a:pt x="503" y="27"/>
                  </a:cubicBezTo>
                  <a:cubicBezTo>
                    <a:pt x="500" y="24"/>
                    <a:pt x="497" y="22"/>
                    <a:pt x="494" y="20"/>
                  </a:cubicBezTo>
                  <a:cubicBezTo>
                    <a:pt x="492" y="19"/>
                    <a:pt x="491" y="18"/>
                    <a:pt x="489" y="17"/>
                  </a:cubicBezTo>
                  <a:cubicBezTo>
                    <a:pt x="488" y="16"/>
                    <a:pt x="488" y="16"/>
                    <a:pt x="488" y="16"/>
                  </a:cubicBezTo>
                  <a:cubicBezTo>
                    <a:pt x="483" y="13"/>
                    <a:pt x="479" y="10"/>
                    <a:pt x="474" y="7"/>
                  </a:cubicBezTo>
                  <a:cubicBezTo>
                    <a:pt x="473" y="6"/>
                    <a:pt x="472" y="5"/>
                    <a:pt x="470" y="4"/>
                  </a:cubicBezTo>
                  <a:cubicBezTo>
                    <a:pt x="469" y="3"/>
                    <a:pt x="467" y="2"/>
                    <a:pt x="465" y="0"/>
                  </a:cubicBezTo>
                  <a:cubicBezTo>
                    <a:pt x="363" y="3"/>
                    <a:pt x="363" y="3"/>
                    <a:pt x="363" y="3"/>
                  </a:cubicBezTo>
                  <a:cubicBezTo>
                    <a:pt x="363" y="3"/>
                    <a:pt x="420" y="534"/>
                    <a:pt x="420" y="549"/>
                  </a:cubicBezTo>
                  <a:cubicBezTo>
                    <a:pt x="420" y="564"/>
                    <a:pt x="425" y="570"/>
                    <a:pt x="436" y="578"/>
                  </a:cubicBezTo>
                  <a:cubicBezTo>
                    <a:pt x="447" y="586"/>
                    <a:pt x="440" y="593"/>
                    <a:pt x="440" y="600"/>
                  </a:cubicBezTo>
                  <a:cubicBezTo>
                    <a:pt x="440" y="607"/>
                    <a:pt x="443" y="613"/>
                    <a:pt x="432" y="619"/>
                  </a:cubicBezTo>
                  <a:cubicBezTo>
                    <a:pt x="421" y="625"/>
                    <a:pt x="428" y="639"/>
                    <a:pt x="428" y="639"/>
                  </a:cubicBezTo>
                  <a:cubicBezTo>
                    <a:pt x="428" y="639"/>
                    <a:pt x="247" y="639"/>
                    <a:pt x="230" y="639"/>
                  </a:cubicBezTo>
                  <a:cubicBezTo>
                    <a:pt x="213" y="639"/>
                    <a:pt x="203" y="639"/>
                    <a:pt x="193" y="631"/>
                  </a:cubicBezTo>
                  <a:cubicBezTo>
                    <a:pt x="183" y="623"/>
                    <a:pt x="177" y="633"/>
                    <a:pt x="173" y="640"/>
                  </a:cubicBezTo>
                  <a:cubicBezTo>
                    <a:pt x="169" y="647"/>
                    <a:pt x="144" y="645"/>
                    <a:pt x="134" y="640"/>
                  </a:cubicBezTo>
                  <a:cubicBezTo>
                    <a:pt x="124" y="635"/>
                    <a:pt x="116" y="638"/>
                    <a:pt x="103" y="639"/>
                  </a:cubicBezTo>
                  <a:cubicBezTo>
                    <a:pt x="90" y="640"/>
                    <a:pt x="90" y="649"/>
                    <a:pt x="89" y="658"/>
                  </a:cubicBezTo>
                  <a:cubicBezTo>
                    <a:pt x="88" y="667"/>
                    <a:pt x="80" y="664"/>
                    <a:pt x="80" y="658"/>
                  </a:cubicBezTo>
                  <a:cubicBezTo>
                    <a:pt x="79" y="651"/>
                    <a:pt x="76" y="652"/>
                    <a:pt x="73" y="650"/>
                  </a:cubicBezTo>
                  <a:cubicBezTo>
                    <a:pt x="69" y="647"/>
                    <a:pt x="67" y="643"/>
                    <a:pt x="64" y="635"/>
                  </a:cubicBezTo>
                  <a:cubicBezTo>
                    <a:pt x="61" y="628"/>
                    <a:pt x="50" y="628"/>
                    <a:pt x="40" y="631"/>
                  </a:cubicBezTo>
                  <a:cubicBezTo>
                    <a:pt x="30" y="635"/>
                    <a:pt x="30" y="640"/>
                    <a:pt x="29" y="651"/>
                  </a:cubicBezTo>
                  <a:cubicBezTo>
                    <a:pt x="28" y="661"/>
                    <a:pt x="26" y="667"/>
                    <a:pt x="24" y="676"/>
                  </a:cubicBezTo>
                  <a:cubicBezTo>
                    <a:pt x="24" y="678"/>
                    <a:pt x="23" y="679"/>
                    <a:pt x="23" y="680"/>
                  </a:cubicBezTo>
                  <a:cubicBezTo>
                    <a:pt x="23" y="680"/>
                    <a:pt x="23" y="680"/>
                    <a:pt x="22" y="681"/>
                  </a:cubicBezTo>
                  <a:cubicBezTo>
                    <a:pt x="22" y="681"/>
                    <a:pt x="22" y="682"/>
                    <a:pt x="21" y="683"/>
                  </a:cubicBezTo>
                  <a:cubicBezTo>
                    <a:pt x="20" y="684"/>
                    <a:pt x="20" y="684"/>
                    <a:pt x="20" y="684"/>
                  </a:cubicBezTo>
                  <a:cubicBezTo>
                    <a:pt x="19" y="685"/>
                    <a:pt x="19" y="685"/>
                    <a:pt x="19" y="685"/>
                  </a:cubicBezTo>
                  <a:cubicBezTo>
                    <a:pt x="18" y="686"/>
                    <a:pt x="18" y="686"/>
                    <a:pt x="17" y="686"/>
                  </a:cubicBezTo>
                  <a:cubicBezTo>
                    <a:pt x="17" y="687"/>
                    <a:pt x="16" y="687"/>
                    <a:pt x="16" y="687"/>
                  </a:cubicBezTo>
                  <a:cubicBezTo>
                    <a:pt x="15" y="687"/>
                    <a:pt x="14" y="688"/>
                    <a:pt x="13" y="688"/>
                  </a:cubicBezTo>
                  <a:cubicBezTo>
                    <a:pt x="13" y="688"/>
                    <a:pt x="13" y="688"/>
                    <a:pt x="13" y="688"/>
                  </a:cubicBezTo>
                  <a:cubicBezTo>
                    <a:pt x="10" y="689"/>
                    <a:pt x="6" y="690"/>
                    <a:pt x="3" y="689"/>
                  </a:cubicBezTo>
                  <a:cubicBezTo>
                    <a:pt x="3" y="689"/>
                    <a:pt x="3" y="689"/>
                    <a:pt x="3" y="689"/>
                  </a:cubicBezTo>
                  <a:cubicBezTo>
                    <a:pt x="1" y="695"/>
                    <a:pt x="0" y="702"/>
                    <a:pt x="2" y="704"/>
                  </a:cubicBezTo>
                  <a:cubicBezTo>
                    <a:pt x="7" y="707"/>
                    <a:pt x="14" y="711"/>
                    <a:pt x="14" y="719"/>
                  </a:cubicBezTo>
                  <a:cubicBezTo>
                    <a:pt x="14" y="727"/>
                    <a:pt x="14" y="737"/>
                    <a:pt x="12" y="743"/>
                  </a:cubicBezTo>
                  <a:cubicBezTo>
                    <a:pt x="10" y="749"/>
                    <a:pt x="8" y="753"/>
                    <a:pt x="13" y="757"/>
                  </a:cubicBezTo>
                  <a:cubicBezTo>
                    <a:pt x="18" y="761"/>
                    <a:pt x="18" y="768"/>
                    <a:pt x="28" y="770"/>
                  </a:cubicBezTo>
                  <a:cubicBezTo>
                    <a:pt x="38" y="772"/>
                    <a:pt x="42" y="770"/>
                    <a:pt x="43" y="778"/>
                  </a:cubicBezTo>
                  <a:cubicBezTo>
                    <a:pt x="44" y="786"/>
                    <a:pt x="46" y="793"/>
                    <a:pt x="50" y="796"/>
                  </a:cubicBezTo>
                  <a:cubicBezTo>
                    <a:pt x="54" y="799"/>
                    <a:pt x="54" y="805"/>
                    <a:pt x="55" y="813"/>
                  </a:cubicBezTo>
                  <a:cubicBezTo>
                    <a:pt x="56" y="821"/>
                    <a:pt x="57" y="831"/>
                    <a:pt x="53" y="834"/>
                  </a:cubicBezTo>
                  <a:cubicBezTo>
                    <a:pt x="51" y="836"/>
                    <a:pt x="49" y="837"/>
                    <a:pt x="47" y="839"/>
                  </a:cubicBezTo>
                  <a:cubicBezTo>
                    <a:pt x="47" y="839"/>
                    <a:pt x="47" y="840"/>
                    <a:pt x="48" y="840"/>
                  </a:cubicBezTo>
                  <a:cubicBezTo>
                    <a:pt x="48" y="841"/>
                    <a:pt x="48" y="841"/>
                    <a:pt x="48" y="842"/>
                  </a:cubicBezTo>
                  <a:cubicBezTo>
                    <a:pt x="49" y="852"/>
                    <a:pt x="47" y="862"/>
                    <a:pt x="54" y="863"/>
                  </a:cubicBezTo>
                  <a:cubicBezTo>
                    <a:pt x="61" y="864"/>
                    <a:pt x="72" y="867"/>
                    <a:pt x="74" y="858"/>
                  </a:cubicBezTo>
                  <a:cubicBezTo>
                    <a:pt x="76" y="849"/>
                    <a:pt x="88" y="847"/>
                    <a:pt x="89" y="855"/>
                  </a:cubicBezTo>
                  <a:cubicBezTo>
                    <a:pt x="90" y="863"/>
                    <a:pt x="86" y="868"/>
                    <a:pt x="95" y="870"/>
                  </a:cubicBezTo>
                  <a:cubicBezTo>
                    <a:pt x="104" y="872"/>
                    <a:pt x="109" y="870"/>
                    <a:pt x="111" y="862"/>
                  </a:cubicBezTo>
                  <a:cubicBezTo>
                    <a:pt x="113" y="854"/>
                    <a:pt x="110" y="850"/>
                    <a:pt x="123" y="851"/>
                  </a:cubicBezTo>
                  <a:cubicBezTo>
                    <a:pt x="136" y="852"/>
                    <a:pt x="138" y="852"/>
                    <a:pt x="143" y="858"/>
                  </a:cubicBezTo>
                  <a:cubicBezTo>
                    <a:pt x="148" y="864"/>
                    <a:pt x="151" y="865"/>
                    <a:pt x="159" y="864"/>
                  </a:cubicBezTo>
                  <a:cubicBezTo>
                    <a:pt x="167" y="863"/>
                    <a:pt x="169" y="846"/>
                    <a:pt x="175" y="846"/>
                  </a:cubicBezTo>
                  <a:cubicBezTo>
                    <a:pt x="181" y="846"/>
                    <a:pt x="185" y="846"/>
                    <a:pt x="185" y="840"/>
                  </a:cubicBezTo>
                  <a:cubicBezTo>
                    <a:pt x="185" y="834"/>
                    <a:pt x="201" y="827"/>
                    <a:pt x="206" y="839"/>
                  </a:cubicBezTo>
                  <a:cubicBezTo>
                    <a:pt x="211" y="851"/>
                    <a:pt x="208" y="859"/>
                    <a:pt x="215" y="862"/>
                  </a:cubicBezTo>
                  <a:cubicBezTo>
                    <a:pt x="223" y="865"/>
                    <a:pt x="223" y="878"/>
                    <a:pt x="223" y="883"/>
                  </a:cubicBezTo>
                  <a:cubicBezTo>
                    <a:pt x="223" y="888"/>
                    <a:pt x="221" y="897"/>
                    <a:pt x="234" y="898"/>
                  </a:cubicBezTo>
                  <a:cubicBezTo>
                    <a:pt x="247" y="899"/>
                    <a:pt x="246" y="904"/>
                    <a:pt x="242" y="909"/>
                  </a:cubicBezTo>
                  <a:cubicBezTo>
                    <a:pt x="238" y="914"/>
                    <a:pt x="223" y="927"/>
                    <a:pt x="232" y="928"/>
                  </a:cubicBezTo>
                  <a:cubicBezTo>
                    <a:pt x="241" y="930"/>
                    <a:pt x="248" y="925"/>
                    <a:pt x="250" y="934"/>
                  </a:cubicBezTo>
                  <a:cubicBezTo>
                    <a:pt x="251" y="942"/>
                    <a:pt x="241" y="953"/>
                    <a:pt x="253" y="957"/>
                  </a:cubicBezTo>
                  <a:cubicBezTo>
                    <a:pt x="265" y="962"/>
                    <a:pt x="256" y="964"/>
                    <a:pt x="263" y="974"/>
                  </a:cubicBezTo>
                  <a:cubicBezTo>
                    <a:pt x="263" y="974"/>
                    <a:pt x="263" y="974"/>
                    <a:pt x="263" y="974"/>
                  </a:cubicBezTo>
                  <a:cubicBezTo>
                    <a:pt x="265" y="977"/>
                    <a:pt x="267" y="979"/>
                    <a:pt x="269" y="981"/>
                  </a:cubicBezTo>
                  <a:cubicBezTo>
                    <a:pt x="269" y="981"/>
                    <a:pt x="269" y="981"/>
                    <a:pt x="269" y="981"/>
                  </a:cubicBezTo>
                  <a:cubicBezTo>
                    <a:pt x="270" y="981"/>
                    <a:pt x="270" y="981"/>
                    <a:pt x="270" y="981"/>
                  </a:cubicBezTo>
                  <a:cubicBezTo>
                    <a:pt x="270" y="981"/>
                    <a:pt x="270" y="981"/>
                    <a:pt x="270" y="981"/>
                  </a:cubicBezTo>
                  <a:cubicBezTo>
                    <a:pt x="270" y="982"/>
                    <a:pt x="271" y="982"/>
                    <a:pt x="271" y="982"/>
                  </a:cubicBezTo>
                  <a:cubicBezTo>
                    <a:pt x="271" y="982"/>
                    <a:pt x="271" y="982"/>
                    <a:pt x="271" y="982"/>
                  </a:cubicBezTo>
                  <a:cubicBezTo>
                    <a:pt x="272" y="982"/>
                    <a:pt x="272" y="982"/>
                    <a:pt x="272" y="982"/>
                  </a:cubicBezTo>
                  <a:cubicBezTo>
                    <a:pt x="272" y="982"/>
                    <a:pt x="272" y="982"/>
                    <a:pt x="272" y="982"/>
                  </a:cubicBezTo>
                  <a:cubicBezTo>
                    <a:pt x="273" y="982"/>
                    <a:pt x="273" y="983"/>
                    <a:pt x="273" y="983"/>
                  </a:cubicBezTo>
                  <a:cubicBezTo>
                    <a:pt x="273" y="983"/>
                    <a:pt x="273" y="983"/>
                    <a:pt x="273" y="983"/>
                  </a:cubicBezTo>
                  <a:cubicBezTo>
                    <a:pt x="274" y="983"/>
                    <a:pt x="274" y="983"/>
                    <a:pt x="274" y="982"/>
                  </a:cubicBezTo>
                  <a:cubicBezTo>
                    <a:pt x="274" y="982"/>
                    <a:pt x="274" y="982"/>
                    <a:pt x="274" y="982"/>
                  </a:cubicBezTo>
                  <a:cubicBezTo>
                    <a:pt x="275" y="982"/>
                    <a:pt x="275" y="982"/>
                    <a:pt x="275" y="982"/>
                  </a:cubicBezTo>
                  <a:cubicBezTo>
                    <a:pt x="275" y="982"/>
                    <a:pt x="275" y="982"/>
                    <a:pt x="275" y="982"/>
                  </a:cubicBezTo>
                  <a:cubicBezTo>
                    <a:pt x="276" y="982"/>
                    <a:pt x="276" y="982"/>
                    <a:pt x="276" y="982"/>
                  </a:cubicBezTo>
                  <a:cubicBezTo>
                    <a:pt x="276" y="981"/>
                    <a:pt x="276" y="981"/>
                    <a:pt x="276" y="981"/>
                  </a:cubicBezTo>
                  <a:cubicBezTo>
                    <a:pt x="277" y="981"/>
                    <a:pt x="277" y="981"/>
                    <a:pt x="277" y="981"/>
                  </a:cubicBezTo>
                  <a:cubicBezTo>
                    <a:pt x="277" y="981"/>
                    <a:pt x="277" y="981"/>
                    <a:pt x="278" y="980"/>
                  </a:cubicBezTo>
                  <a:cubicBezTo>
                    <a:pt x="278" y="980"/>
                    <a:pt x="278" y="980"/>
                    <a:pt x="278" y="980"/>
                  </a:cubicBezTo>
                  <a:cubicBezTo>
                    <a:pt x="278" y="980"/>
                    <a:pt x="278" y="979"/>
                    <a:pt x="279" y="979"/>
                  </a:cubicBezTo>
                  <a:cubicBezTo>
                    <a:pt x="279" y="979"/>
                    <a:pt x="279" y="979"/>
                    <a:pt x="279" y="979"/>
                  </a:cubicBezTo>
                  <a:cubicBezTo>
                    <a:pt x="279" y="978"/>
                    <a:pt x="280" y="978"/>
                    <a:pt x="280" y="977"/>
                  </a:cubicBezTo>
                  <a:cubicBezTo>
                    <a:pt x="285" y="968"/>
                    <a:pt x="291" y="964"/>
                    <a:pt x="297" y="964"/>
                  </a:cubicBezTo>
                  <a:cubicBezTo>
                    <a:pt x="303" y="964"/>
                    <a:pt x="306" y="968"/>
                    <a:pt x="306" y="972"/>
                  </a:cubicBezTo>
                  <a:cubicBezTo>
                    <a:pt x="306" y="976"/>
                    <a:pt x="307" y="979"/>
                    <a:pt x="316" y="979"/>
                  </a:cubicBezTo>
                  <a:cubicBezTo>
                    <a:pt x="325" y="979"/>
                    <a:pt x="337" y="981"/>
                    <a:pt x="338" y="973"/>
                  </a:cubicBezTo>
                  <a:cubicBezTo>
                    <a:pt x="338" y="965"/>
                    <a:pt x="353" y="974"/>
                    <a:pt x="353" y="965"/>
                  </a:cubicBezTo>
                  <a:cubicBezTo>
                    <a:pt x="353" y="955"/>
                    <a:pt x="353" y="954"/>
                    <a:pt x="363" y="954"/>
                  </a:cubicBezTo>
                  <a:cubicBezTo>
                    <a:pt x="373" y="954"/>
                    <a:pt x="379" y="954"/>
                    <a:pt x="379" y="964"/>
                  </a:cubicBezTo>
                  <a:cubicBezTo>
                    <a:pt x="378" y="975"/>
                    <a:pt x="376" y="979"/>
                    <a:pt x="384" y="979"/>
                  </a:cubicBezTo>
                  <a:cubicBezTo>
                    <a:pt x="393" y="979"/>
                    <a:pt x="399" y="980"/>
                    <a:pt x="401" y="973"/>
                  </a:cubicBezTo>
                  <a:cubicBezTo>
                    <a:pt x="403" y="965"/>
                    <a:pt x="408" y="964"/>
                    <a:pt x="419" y="965"/>
                  </a:cubicBezTo>
                  <a:cubicBezTo>
                    <a:pt x="420" y="965"/>
                    <a:pt x="422" y="965"/>
                    <a:pt x="423" y="965"/>
                  </a:cubicBezTo>
                  <a:cubicBezTo>
                    <a:pt x="423" y="965"/>
                    <a:pt x="423" y="965"/>
                    <a:pt x="423" y="965"/>
                  </a:cubicBezTo>
                  <a:cubicBezTo>
                    <a:pt x="425" y="965"/>
                    <a:pt x="426" y="965"/>
                    <a:pt x="427" y="965"/>
                  </a:cubicBezTo>
                  <a:cubicBezTo>
                    <a:pt x="428" y="958"/>
                    <a:pt x="428" y="947"/>
                    <a:pt x="428" y="942"/>
                  </a:cubicBezTo>
                  <a:cubicBezTo>
                    <a:pt x="428" y="933"/>
                    <a:pt x="446" y="919"/>
                    <a:pt x="445" y="907"/>
                  </a:cubicBezTo>
                  <a:cubicBezTo>
                    <a:pt x="444" y="895"/>
                    <a:pt x="440" y="881"/>
                    <a:pt x="436" y="879"/>
                  </a:cubicBezTo>
                  <a:cubicBezTo>
                    <a:pt x="432" y="878"/>
                    <a:pt x="435" y="868"/>
                    <a:pt x="444" y="869"/>
                  </a:cubicBezTo>
                  <a:cubicBezTo>
                    <a:pt x="454" y="869"/>
                    <a:pt x="462" y="872"/>
                    <a:pt x="465" y="866"/>
                  </a:cubicBezTo>
                  <a:cubicBezTo>
                    <a:pt x="468" y="860"/>
                    <a:pt x="486" y="862"/>
                    <a:pt x="489" y="853"/>
                  </a:cubicBezTo>
                  <a:cubicBezTo>
                    <a:pt x="492" y="845"/>
                    <a:pt x="490" y="821"/>
                    <a:pt x="500" y="819"/>
                  </a:cubicBezTo>
                  <a:cubicBezTo>
                    <a:pt x="509" y="817"/>
                    <a:pt x="514" y="813"/>
                    <a:pt x="512" y="804"/>
                  </a:cubicBezTo>
                  <a:cubicBezTo>
                    <a:pt x="510" y="795"/>
                    <a:pt x="506" y="787"/>
                    <a:pt x="515" y="779"/>
                  </a:cubicBezTo>
                  <a:cubicBezTo>
                    <a:pt x="524" y="771"/>
                    <a:pt x="521" y="763"/>
                    <a:pt x="530" y="767"/>
                  </a:cubicBezTo>
                  <a:cubicBezTo>
                    <a:pt x="538" y="771"/>
                    <a:pt x="535" y="778"/>
                    <a:pt x="542" y="779"/>
                  </a:cubicBezTo>
                  <a:cubicBezTo>
                    <a:pt x="548" y="779"/>
                    <a:pt x="552" y="787"/>
                    <a:pt x="558" y="787"/>
                  </a:cubicBezTo>
                  <a:cubicBezTo>
                    <a:pt x="565" y="787"/>
                    <a:pt x="571" y="786"/>
                    <a:pt x="571" y="776"/>
                  </a:cubicBezTo>
                  <a:cubicBezTo>
                    <a:pt x="571" y="766"/>
                    <a:pt x="571" y="762"/>
                    <a:pt x="580" y="762"/>
                  </a:cubicBezTo>
                  <a:cubicBezTo>
                    <a:pt x="588" y="762"/>
                    <a:pt x="594" y="756"/>
                    <a:pt x="596" y="747"/>
                  </a:cubicBezTo>
                  <a:cubicBezTo>
                    <a:pt x="597" y="737"/>
                    <a:pt x="600" y="729"/>
                    <a:pt x="608" y="727"/>
                  </a:cubicBezTo>
                  <a:cubicBezTo>
                    <a:pt x="616" y="724"/>
                    <a:pt x="611" y="716"/>
                    <a:pt x="622" y="717"/>
                  </a:cubicBezTo>
                  <a:cubicBezTo>
                    <a:pt x="632" y="717"/>
                    <a:pt x="632" y="723"/>
                    <a:pt x="639" y="723"/>
                  </a:cubicBezTo>
                  <a:cubicBezTo>
                    <a:pt x="646" y="723"/>
                    <a:pt x="652" y="723"/>
                    <a:pt x="652" y="715"/>
                  </a:cubicBezTo>
                  <a:cubicBezTo>
                    <a:pt x="652" y="707"/>
                    <a:pt x="655" y="703"/>
                    <a:pt x="663" y="704"/>
                  </a:cubicBezTo>
                  <a:cubicBezTo>
                    <a:pt x="671" y="705"/>
                    <a:pt x="674" y="705"/>
                    <a:pt x="678" y="700"/>
                  </a:cubicBezTo>
                  <a:cubicBezTo>
                    <a:pt x="682" y="695"/>
                    <a:pt x="685" y="685"/>
                    <a:pt x="698" y="687"/>
                  </a:cubicBezTo>
                  <a:cubicBezTo>
                    <a:pt x="712" y="690"/>
                    <a:pt x="707" y="689"/>
                    <a:pt x="714" y="679"/>
                  </a:cubicBezTo>
                  <a:cubicBezTo>
                    <a:pt x="722" y="669"/>
                    <a:pt x="726" y="663"/>
                    <a:pt x="736" y="663"/>
                  </a:cubicBezTo>
                  <a:cubicBezTo>
                    <a:pt x="747" y="663"/>
                    <a:pt x="756" y="659"/>
                    <a:pt x="758" y="665"/>
                  </a:cubicBezTo>
                  <a:cubicBezTo>
                    <a:pt x="760" y="670"/>
                    <a:pt x="762" y="673"/>
                    <a:pt x="771" y="673"/>
                  </a:cubicBezTo>
                  <a:cubicBezTo>
                    <a:pt x="772" y="673"/>
                    <a:pt x="773" y="673"/>
                    <a:pt x="774" y="673"/>
                  </a:cubicBezTo>
                  <a:cubicBezTo>
                    <a:pt x="775" y="673"/>
                    <a:pt x="775" y="673"/>
                    <a:pt x="775" y="673"/>
                  </a:cubicBezTo>
                  <a:cubicBezTo>
                    <a:pt x="780" y="673"/>
                    <a:pt x="787" y="673"/>
                    <a:pt x="795" y="673"/>
                  </a:cubicBezTo>
                  <a:cubicBezTo>
                    <a:pt x="797" y="673"/>
                    <a:pt x="799" y="674"/>
                    <a:pt x="801" y="674"/>
                  </a:cubicBezTo>
                  <a:cubicBezTo>
                    <a:pt x="802" y="674"/>
                    <a:pt x="802" y="674"/>
                    <a:pt x="803" y="673"/>
                  </a:cubicBezTo>
                  <a:cubicBezTo>
                    <a:pt x="805" y="673"/>
                    <a:pt x="807" y="673"/>
                    <a:pt x="810" y="673"/>
                  </a:cubicBezTo>
                  <a:cubicBezTo>
                    <a:pt x="826" y="673"/>
                    <a:pt x="842" y="676"/>
                    <a:pt x="847" y="667"/>
                  </a:cubicBezTo>
                  <a:cubicBezTo>
                    <a:pt x="852" y="659"/>
                    <a:pt x="864" y="648"/>
                    <a:pt x="880" y="648"/>
                  </a:cubicBezTo>
                  <a:cubicBezTo>
                    <a:pt x="896" y="648"/>
                    <a:pt x="908" y="647"/>
                    <a:pt x="928" y="647"/>
                  </a:cubicBezTo>
                  <a:cubicBezTo>
                    <a:pt x="949" y="647"/>
                    <a:pt x="998" y="648"/>
                    <a:pt x="1005" y="641"/>
                  </a:cubicBezTo>
                  <a:cubicBezTo>
                    <a:pt x="1012" y="633"/>
                    <a:pt x="1031" y="625"/>
                    <a:pt x="1034" y="610"/>
                  </a:cubicBezTo>
                  <a:cubicBezTo>
                    <a:pt x="1038" y="595"/>
                    <a:pt x="1036" y="592"/>
                    <a:pt x="1042" y="581"/>
                  </a:cubicBezTo>
                  <a:cubicBezTo>
                    <a:pt x="1047" y="572"/>
                    <a:pt x="1048" y="437"/>
                    <a:pt x="1048" y="398"/>
                  </a:cubicBezTo>
                  <a:cubicBezTo>
                    <a:pt x="1047" y="398"/>
                    <a:pt x="1046" y="398"/>
                    <a:pt x="1045" y="397"/>
                  </a:cubicBezTo>
                  <a:cubicBezTo>
                    <a:pt x="1028" y="395"/>
                    <a:pt x="1014" y="397"/>
                    <a:pt x="1014" y="408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grpSp>
          <p:nvGrpSpPr>
            <p:cNvPr id="60" name="Group 59"/>
            <p:cNvGrpSpPr/>
            <p:nvPr/>
          </p:nvGrpSpPr>
          <p:grpSpPr>
            <a:xfrm>
              <a:off x="2279381" y="483174"/>
              <a:ext cx="4751165" cy="4071086"/>
              <a:chOff x="1881249" y="1185724"/>
              <a:chExt cx="5534941" cy="4742672"/>
            </a:xfrm>
          </p:grpSpPr>
          <p:sp>
            <p:nvSpPr>
              <p:cNvPr id="61" name="TextBox 60"/>
              <p:cNvSpPr txBox="1"/>
              <p:nvPr/>
            </p:nvSpPr>
            <p:spPr>
              <a:xfrm>
                <a:off x="4617694" y="5740157"/>
                <a:ext cx="653979" cy="188239"/>
              </a:xfrm>
              <a:prstGeom prst="rect">
                <a:avLst/>
              </a:prstGeom>
              <a:noFill/>
              <a:scene3d>
                <a:camera prst="orthographicFront"/>
                <a:lightRig rig="threePt" dir="t"/>
              </a:scene3d>
              <a:sp3d>
                <a:bevelT w="0" h="0"/>
              </a:sp3d>
            </p:spPr>
            <p:txBody>
              <a:bodyPr wrap="none" rtlCol="0">
                <a:sp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GB" sz="500" dirty="0">
                    <a:solidFill>
                      <a:srgbClr val="000000"/>
                    </a:solidFill>
                    <a:cs typeface="HelveticaNeueLT Std"/>
                  </a:rPr>
                  <a:t>South Africa</a:t>
                </a:r>
              </a:p>
            </p:txBody>
          </p:sp>
          <p:sp>
            <p:nvSpPr>
              <p:cNvPr id="62" name="TextBox 61"/>
              <p:cNvSpPr txBox="1"/>
              <p:nvPr/>
            </p:nvSpPr>
            <p:spPr>
              <a:xfrm>
                <a:off x="5641997" y="4904894"/>
                <a:ext cx="672652" cy="197202"/>
              </a:xfrm>
              <a:prstGeom prst="rect">
                <a:avLst/>
              </a:prstGeom>
              <a:noFill/>
              <a:scene3d>
                <a:camera prst="orthographicFront"/>
                <a:lightRig rig="threePt" dir="t"/>
              </a:scene3d>
              <a:sp3d>
                <a:bevelT w="0" h="0"/>
              </a:sp3d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500" dirty="0">
                    <a:solidFill>
                      <a:srgbClr val="000000"/>
                    </a:solidFill>
                    <a:cs typeface="HelveticaNeueLT Std"/>
                  </a:rPr>
                  <a:t>Mozambique</a:t>
                </a:r>
              </a:p>
            </p:txBody>
          </p:sp>
          <p:sp>
            <p:nvSpPr>
              <p:cNvPr id="63" name="TextBox 62"/>
              <p:cNvSpPr txBox="1"/>
              <p:nvPr/>
            </p:nvSpPr>
            <p:spPr>
              <a:xfrm>
                <a:off x="5442129" y="3953049"/>
                <a:ext cx="536329" cy="197202"/>
              </a:xfrm>
              <a:prstGeom prst="rect">
                <a:avLst/>
              </a:prstGeom>
              <a:noFill/>
              <a:scene3d>
                <a:camera prst="orthographicFront"/>
                <a:lightRig rig="threePt" dir="t"/>
              </a:scene3d>
              <a:sp3d>
                <a:bevelT w="0" h="0"/>
              </a:sp3d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500" dirty="0">
                    <a:solidFill>
                      <a:srgbClr val="000000"/>
                    </a:solidFill>
                    <a:cs typeface="HelveticaNeueLT Std"/>
                  </a:rPr>
                  <a:t>Tanzania</a:t>
                </a:r>
              </a:p>
            </p:txBody>
          </p:sp>
          <p:sp>
            <p:nvSpPr>
              <p:cNvPr id="64" name="TextBox 63"/>
              <p:cNvSpPr txBox="1"/>
              <p:nvPr/>
            </p:nvSpPr>
            <p:spPr>
              <a:xfrm>
                <a:off x="5697303" y="3475015"/>
                <a:ext cx="439222" cy="197202"/>
              </a:xfrm>
              <a:prstGeom prst="rect">
                <a:avLst/>
              </a:prstGeom>
              <a:noFill/>
              <a:scene3d>
                <a:camera prst="orthographicFront"/>
                <a:lightRig rig="threePt" dir="t"/>
              </a:scene3d>
              <a:sp3d>
                <a:bevelT w="0" h="0"/>
              </a:sp3d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500" dirty="0">
                    <a:solidFill>
                      <a:srgbClr val="000000"/>
                    </a:solidFill>
                    <a:cs typeface="HelveticaNeueLT Std"/>
                  </a:rPr>
                  <a:t>Kenya</a:t>
                </a:r>
              </a:p>
            </p:txBody>
          </p:sp>
          <p:sp>
            <p:nvSpPr>
              <p:cNvPr id="65" name="TextBox 64"/>
              <p:cNvSpPr txBox="1"/>
              <p:nvPr/>
            </p:nvSpPr>
            <p:spPr>
              <a:xfrm>
                <a:off x="6291182" y="4997224"/>
                <a:ext cx="655846" cy="197202"/>
              </a:xfrm>
              <a:prstGeom prst="rect">
                <a:avLst/>
              </a:prstGeom>
              <a:noFill/>
              <a:scene3d>
                <a:camera prst="orthographicFront"/>
                <a:lightRig rig="threePt" dir="t"/>
              </a:scene3d>
              <a:sp3d>
                <a:bevelT w="0" h="0"/>
              </a:sp3d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500" dirty="0">
                    <a:solidFill>
                      <a:srgbClr val="000000"/>
                    </a:solidFill>
                    <a:cs typeface="HelveticaNeueLT Std"/>
                  </a:rPr>
                  <a:t>Madagascar</a:t>
                </a:r>
              </a:p>
            </p:txBody>
          </p:sp>
          <p:sp>
            <p:nvSpPr>
              <p:cNvPr id="66" name="TextBox 65"/>
              <p:cNvSpPr txBox="1"/>
              <p:nvPr/>
            </p:nvSpPr>
            <p:spPr>
              <a:xfrm>
                <a:off x="5385648" y="3504639"/>
                <a:ext cx="491510" cy="197202"/>
              </a:xfrm>
              <a:prstGeom prst="rect">
                <a:avLst/>
              </a:prstGeom>
              <a:noFill/>
              <a:scene3d>
                <a:camera prst="orthographicFront"/>
                <a:lightRig rig="threePt" dir="t"/>
              </a:scene3d>
              <a:sp3d>
                <a:bevelT w="0" h="0"/>
              </a:sp3d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500" dirty="0">
                    <a:solidFill>
                      <a:srgbClr val="000000"/>
                    </a:solidFill>
                    <a:cs typeface="HelveticaNeueLT Std"/>
                  </a:rPr>
                  <a:t>Uganda</a:t>
                </a:r>
              </a:p>
            </p:txBody>
          </p:sp>
          <p:sp>
            <p:nvSpPr>
              <p:cNvPr id="67" name="TextBox 66"/>
              <p:cNvSpPr txBox="1"/>
              <p:nvPr/>
            </p:nvSpPr>
            <p:spPr>
              <a:xfrm>
                <a:off x="5472375" y="4456120"/>
                <a:ext cx="467235" cy="197202"/>
              </a:xfrm>
              <a:prstGeom prst="rect">
                <a:avLst/>
              </a:prstGeom>
              <a:noFill/>
              <a:scene3d>
                <a:camera prst="orthographicFront"/>
                <a:lightRig rig="threePt" dir="t"/>
              </a:scene3d>
              <a:sp3d>
                <a:bevelT w="0" h="0"/>
              </a:sp3d>
            </p:spPr>
            <p:txBody>
              <a:bodyPr wrap="none" rtlCol="0">
                <a:spAutoFit/>
              </a:bodyPr>
              <a:lstStyle>
                <a:defPPr>
                  <a:defRPr lang="en-US"/>
                </a:defPPr>
                <a:lvl1pPr algn="ctr">
                  <a:defRPr sz="200">
                    <a:solidFill>
                      <a:srgbClr val="FF0000"/>
                    </a:solidFill>
                    <a:latin typeface="Helvetica 35 Thin" panose="020B0500000000000000" pitchFamily="34" charset="0"/>
                  </a:defRPr>
                </a:lvl1pPr>
              </a:lstStyle>
              <a:p>
                <a:r>
                  <a:rPr lang="en-GB" sz="500" dirty="0">
                    <a:solidFill>
                      <a:srgbClr val="000000"/>
                    </a:solidFill>
                    <a:latin typeface="+mn-lt"/>
                    <a:cs typeface="HelveticaNeueLT Std"/>
                  </a:rPr>
                  <a:t>Malawi</a:t>
                </a:r>
              </a:p>
            </p:txBody>
          </p:sp>
          <p:sp>
            <p:nvSpPr>
              <p:cNvPr id="68" name="TextBox 67"/>
              <p:cNvSpPr txBox="1"/>
              <p:nvPr/>
            </p:nvSpPr>
            <p:spPr>
              <a:xfrm>
                <a:off x="5362793" y="5452123"/>
                <a:ext cx="577414" cy="197202"/>
              </a:xfrm>
              <a:prstGeom prst="rect">
                <a:avLst/>
              </a:prstGeom>
              <a:noFill/>
              <a:scene3d>
                <a:camera prst="orthographicFront"/>
                <a:lightRig rig="threePt" dir="t"/>
              </a:scene3d>
              <a:sp3d>
                <a:bevelT w="0" h="0"/>
              </a:sp3d>
            </p:spPr>
            <p:txBody>
              <a:bodyPr wrap="none" rtlCol="0">
                <a:spAutoFit/>
              </a:bodyPr>
              <a:lstStyle>
                <a:defPPr>
                  <a:defRPr lang="en-US"/>
                </a:defPPr>
                <a:lvl1pPr algn="ctr">
                  <a:defRPr sz="200">
                    <a:solidFill>
                      <a:srgbClr val="FF0000"/>
                    </a:solidFill>
                    <a:latin typeface="Helvetica 35 Thin" panose="020B0500000000000000" pitchFamily="34" charset="0"/>
                  </a:defRPr>
                </a:lvl1pPr>
              </a:lstStyle>
              <a:p>
                <a:r>
                  <a:rPr lang="en-GB" sz="500" dirty="0">
                    <a:solidFill>
                      <a:srgbClr val="000000"/>
                    </a:solidFill>
                    <a:latin typeface="+mn-lt"/>
                    <a:cs typeface="HelveticaNeueLT Std"/>
                  </a:rPr>
                  <a:t>Swaziland</a:t>
                </a:r>
              </a:p>
            </p:txBody>
          </p:sp>
          <p:sp>
            <p:nvSpPr>
              <p:cNvPr id="69" name="TextBox 68"/>
              <p:cNvSpPr txBox="1"/>
              <p:nvPr/>
            </p:nvSpPr>
            <p:spPr>
              <a:xfrm>
                <a:off x="5158272" y="5676517"/>
                <a:ext cx="502715" cy="197202"/>
              </a:xfrm>
              <a:prstGeom prst="rect">
                <a:avLst/>
              </a:prstGeom>
              <a:noFill/>
              <a:scene3d>
                <a:camera prst="orthographicFront"/>
                <a:lightRig rig="threePt" dir="t"/>
              </a:scene3d>
              <a:sp3d>
                <a:bevelT w="0" h="0"/>
              </a:sp3d>
            </p:spPr>
            <p:txBody>
              <a:bodyPr wrap="none" rtlCol="0">
                <a:spAutoFit/>
              </a:bodyPr>
              <a:lstStyle>
                <a:defPPr>
                  <a:defRPr lang="en-US"/>
                </a:defPPr>
                <a:lvl1pPr algn="ctr">
                  <a:defRPr sz="200">
                    <a:solidFill>
                      <a:srgbClr val="FF0000"/>
                    </a:solidFill>
                    <a:latin typeface="Helvetica 35 Thin" panose="020B0500000000000000" pitchFamily="34" charset="0"/>
                  </a:defRPr>
                </a:lvl1pPr>
              </a:lstStyle>
              <a:p>
                <a:r>
                  <a:rPr lang="en-GB" sz="500" dirty="0">
                    <a:solidFill>
                      <a:srgbClr val="000000"/>
                    </a:solidFill>
                    <a:latin typeface="+mn-lt"/>
                    <a:cs typeface="HelveticaNeueLT Std"/>
                  </a:rPr>
                  <a:t>Lesotho</a:t>
                </a:r>
              </a:p>
            </p:txBody>
          </p:sp>
          <p:sp>
            <p:nvSpPr>
              <p:cNvPr id="70" name="TextBox 69"/>
              <p:cNvSpPr txBox="1"/>
              <p:nvPr/>
            </p:nvSpPr>
            <p:spPr>
              <a:xfrm>
                <a:off x="3939925" y="3214926"/>
                <a:ext cx="588618" cy="188239"/>
              </a:xfrm>
              <a:prstGeom prst="rect">
                <a:avLst/>
              </a:prstGeom>
              <a:noFill/>
              <a:scene3d>
                <a:camera prst="orthographicFront"/>
                <a:lightRig rig="threePt" dir="t"/>
              </a:scene3d>
              <a:sp3d>
                <a:bevelT w="0" h="0"/>
              </a:sp3d>
            </p:spPr>
            <p:txBody>
              <a:bodyPr wrap="none" rtlCol="0">
                <a:sp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GB" sz="500" dirty="0">
                    <a:solidFill>
                      <a:srgbClr val="000000"/>
                    </a:solidFill>
                    <a:cs typeface="HelveticaNeueLT Std"/>
                  </a:rPr>
                  <a:t>Cameroon</a:t>
                </a:r>
              </a:p>
            </p:txBody>
          </p:sp>
          <p:sp>
            <p:nvSpPr>
              <p:cNvPr id="71" name="TextBox 70"/>
              <p:cNvSpPr txBox="1"/>
              <p:nvPr/>
            </p:nvSpPr>
            <p:spPr>
              <a:xfrm>
                <a:off x="4259077" y="3540668"/>
                <a:ext cx="450427" cy="188239"/>
              </a:xfrm>
              <a:prstGeom prst="rect">
                <a:avLst/>
              </a:prstGeom>
              <a:noFill/>
              <a:scene3d>
                <a:camera prst="orthographicFront"/>
                <a:lightRig rig="threePt" dir="t"/>
              </a:scene3d>
              <a:sp3d>
                <a:bevelT w="0" h="0"/>
              </a:sp3d>
            </p:spPr>
            <p:txBody>
              <a:bodyPr wrap="none" rtlCol="0">
                <a:sp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GB" sz="500" dirty="0">
                    <a:solidFill>
                      <a:srgbClr val="000000"/>
                    </a:solidFill>
                    <a:cs typeface="HelveticaNeueLT Std"/>
                  </a:rPr>
                  <a:t>Congo</a:t>
                </a:r>
              </a:p>
            </p:txBody>
          </p:sp>
          <p:sp>
            <p:nvSpPr>
              <p:cNvPr id="72" name="TextBox 71"/>
              <p:cNvSpPr txBox="1"/>
              <p:nvPr/>
            </p:nvSpPr>
            <p:spPr>
              <a:xfrm>
                <a:off x="4427946" y="3138253"/>
                <a:ext cx="751085" cy="268911"/>
              </a:xfrm>
              <a:prstGeom prst="rect">
                <a:avLst/>
              </a:prstGeom>
              <a:noFill/>
              <a:scene3d>
                <a:camera prst="orthographicFront"/>
                <a:lightRig rig="threePt" dir="t"/>
              </a:scene3d>
              <a:sp3d>
                <a:bevelT w="0" h="0"/>
              </a:sp3d>
            </p:spPr>
            <p:txBody>
              <a:bodyPr wrap="none" rtlCol="0">
                <a:sp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GB" sz="500" dirty="0">
                    <a:solidFill>
                      <a:srgbClr val="000000"/>
                    </a:solidFill>
                    <a:cs typeface="HelveticaNeueLT Std"/>
                  </a:rPr>
                  <a:t>Central African</a:t>
                </a:r>
                <a:br>
                  <a:rPr lang="en-GB" sz="500" dirty="0">
                    <a:solidFill>
                      <a:srgbClr val="000000"/>
                    </a:solidFill>
                    <a:cs typeface="HelveticaNeueLT Std"/>
                  </a:rPr>
                </a:br>
                <a:r>
                  <a:rPr lang="en-GB" sz="500" dirty="0">
                    <a:solidFill>
                      <a:srgbClr val="000000"/>
                    </a:solidFill>
                    <a:cs typeface="HelveticaNeueLT Std"/>
                  </a:rPr>
                  <a:t>Republic</a:t>
                </a:r>
              </a:p>
            </p:txBody>
          </p:sp>
          <p:sp>
            <p:nvSpPr>
              <p:cNvPr id="73" name="TextBox 72"/>
              <p:cNvSpPr txBox="1"/>
              <p:nvPr/>
            </p:nvSpPr>
            <p:spPr>
              <a:xfrm>
                <a:off x="4610446" y="3655362"/>
                <a:ext cx="629702" cy="349585"/>
              </a:xfrm>
              <a:prstGeom prst="rect">
                <a:avLst/>
              </a:prstGeom>
              <a:noFill/>
              <a:scene3d>
                <a:camera prst="orthographicFront"/>
                <a:lightRig rig="threePt" dir="t"/>
              </a:scene3d>
              <a:sp3d>
                <a:bevelT w="0" h="0"/>
              </a:sp3d>
            </p:spPr>
            <p:txBody>
              <a:bodyPr wrap="none" rtlCol="0">
                <a:sp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GB" sz="500" dirty="0">
                    <a:solidFill>
                      <a:srgbClr val="000000"/>
                    </a:solidFill>
                    <a:cs typeface="HelveticaNeueLT Std"/>
                  </a:rPr>
                  <a:t>Democratic</a:t>
                </a:r>
                <a:br>
                  <a:rPr lang="en-GB" sz="500" dirty="0">
                    <a:solidFill>
                      <a:srgbClr val="000000"/>
                    </a:solidFill>
                    <a:cs typeface="HelveticaNeueLT Std"/>
                  </a:rPr>
                </a:br>
                <a:r>
                  <a:rPr lang="en-GB" sz="500" dirty="0">
                    <a:solidFill>
                      <a:srgbClr val="000000"/>
                    </a:solidFill>
                    <a:cs typeface="HelveticaNeueLT Std"/>
                  </a:rPr>
                  <a:t>Republic of</a:t>
                </a:r>
                <a:br>
                  <a:rPr lang="en-GB" sz="500" dirty="0">
                    <a:solidFill>
                      <a:srgbClr val="000000"/>
                    </a:solidFill>
                    <a:cs typeface="HelveticaNeueLT Std"/>
                  </a:rPr>
                </a:br>
                <a:r>
                  <a:rPr lang="en-GB" sz="500" dirty="0">
                    <a:solidFill>
                      <a:srgbClr val="000000"/>
                    </a:solidFill>
                    <a:cs typeface="HelveticaNeueLT Std"/>
                  </a:rPr>
                  <a:t>the Congo</a:t>
                </a:r>
              </a:p>
            </p:txBody>
          </p:sp>
          <p:sp>
            <p:nvSpPr>
              <p:cNvPr id="74" name="TextBox 73"/>
              <p:cNvSpPr txBox="1"/>
              <p:nvPr/>
            </p:nvSpPr>
            <p:spPr>
              <a:xfrm>
                <a:off x="4376941" y="4375684"/>
                <a:ext cx="461631" cy="188239"/>
              </a:xfrm>
              <a:prstGeom prst="rect">
                <a:avLst/>
              </a:prstGeom>
              <a:noFill/>
              <a:scene3d>
                <a:camera prst="orthographicFront"/>
                <a:lightRig rig="threePt" dir="t"/>
              </a:scene3d>
              <a:sp3d>
                <a:bevelT w="0" h="0"/>
              </a:sp3d>
            </p:spPr>
            <p:txBody>
              <a:bodyPr wrap="none" rtlCol="0">
                <a:sp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GB" sz="500" dirty="0">
                    <a:solidFill>
                      <a:srgbClr val="000000"/>
                    </a:solidFill>
                    <a:cs typeface="HelveticaNeueLT Std"/>
                  </a:rPr>
                  <a:t>Angola</a:t>
                </a:r>
              </a:p>
            </p:txBody>
          </p:sp>
          <p:sp>
            <p:nvSpPr>
              <p:cNvPr id="75" name="TextBox 74"/>
              <p:cNvSpPr txBox="1"/>
              <p:nvPr/>
            </p:nvSpPr>
            <p:spPr>
              <a:xfrm>
                <a:off x="4325132" y="4967400"/>
                <a:ext cx="506450" cy="188239"/>
              </a:xfrm>
              <a:prstGeom prst="rect">
                <a:avLst/>
              </a:prstGeom>
              <a:noFill/>
              <a:scene3d>
                <a:camera prst="orthographicFront"/>
                <a:lightRig rig="threePt" dir="t"/>
              </a:scene3d>
              <a:sp3d>
                <a:bevelT w="0" h="0"/>
              </a:sp3d>
            </p:spPr>
            <p:txBody>
              <a:bodyPr wrap="none" rtlCol="0">
                <a:sp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GB" sz="500" dirty="0">
                    <a:solidFill>
                      <a:srgbClr val="000000"/>
                    </a:solidFill>
                    <a:cs typeface="HelveticaNeueLT Std"/>
                  </a:rPr>
                  <a:t>Namibia</a:t>
                </a:r>
              </a:p>
            </p:txBody>
          </p:sp>
          <p:sp>
            <p:nvSpPr>
              <p:cNvPr id="76" name="TextBox 75"/>
              <p:cNvSpPr txBox="1"/>
              <p:nvPr/>
            </p:nvSpPr>
            <p:spPr>
              <a:xfrm>
                <a:off x="4887088" y="4601821"/>
                <a:ext cx="480306" cy="188239"/>
              </a:xfrm>
              <a:prstGeom prst="rect">
                <a:avLst/>
              </a:prstGeom>
              <a:noFill/>
              <a:scene3d>
                <a:camera prst="orthographicFront"/>
                <a:lightRig rig="threePt" dir="t"/>
              </a:scene3d>
              <a:sp3d>
                <a:bevelT w="0" h="0"/>
              </a:sp3d>
            </p:spPr>
            <p:txBody>
              <a:bodyPr wrap="none" rtlCol="0">
                <a:sp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GB" sz="500" dirty="0">
                    <a:solidFill>
                      <a:srgbClr val="000000"/>
                    </a:solidFill>
                    <a:cs typeface="HelveticaNeueLT Std"/>
                  </a:rPr>
                  <a:t>Zambia</a:t>
                </a:r>
              </a:p>
            </p:txBody>
          </p:sp>
          <p:sp>
            <p:nvSpPr>
              <p:cNvPr id="77" name="TextBox 76"/>
              <p:cNvSpPr txBox="1"/>
              <p:nvPr/>
            </p:nvSpPr>
            <p:spPr>
              <a:xfrm>
                <a:off x="5085999" y="4916115"/>
                <a:ext cx="586751" cy="188239"/>
              </a:xfrm>
              <a:prstGeom prst="rect">
                <a:avLst/>
              </a:prstGeom>
              <a:noFill/>
              <a:scene3d>
                <a:camera prst="orthographicFront"/>
                <a:lightRig rig="threePt" dir="t"/>
              </a:scene3d>
              <a:sp3d>
                <a:bevelT w="0" h="0"/>
              </a:sp3d>
            </p:spPr>
            <p:txBody>
              <a:bodyPr wrap="none" rtlCol="0">
                <a:sp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GB" sz="500" dirty="0">
                    <a:solidFill>
                      <a:srgbClr val="000000"/>
                    </a:solidFill>
                    <a:cs typeface="HelveticaNeueLT Std"/>
                  </a:rPr>
                  <a:t>Zimbabwe</a:t>
                </a:r>
              </a:p>
            </p:txBody>
          </p:sp>
          <p:sp>
            <p:nvSpPr>
              <p:cNvPr id="78" name="TextBox 77"/>
              <p:cNvSpPr txBox="1"/>
              <p:nvPr/>
            </p:nvSpPr>
            <p:spPr>
              <a:xfrm>
                <a:off x="4743846" y="5074181"/>
                <a:ext cx="569943" cy="188239"/>
              </a:xfrm>
              <a:prstGeom prst="rect">
                <a:avLst/>
              </a:prstGeom>
              <a:noFill/>
              <a:scene3d>
                <a:camera prst="orthographicFront"/>
                <a:lightRig rig="threePt" dir="t"/>
              </a:scene3d>
              <a:sp3d>
                <a:bevelT w="0" h="0"/>
              </a:sp3d>
            </p:spPr>
            <p:txBody>
              <a:bodyPr wrap="none" rtlCol="0">
                <a:sp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GB" sz="500" dirty="0">
                    <a:solidFill>
                      <a:srgbClr val="000000"/>
                    </a:solidFill>
                    <a:cs typeface="HelveticaNeueLT Std"/>
                  </a:rPr>
                  <a:t>Botswana</a:t>
                </a:r>
              </a:p>
            </p:txBody>
          </p:sp>
          <p:sp>
            <p:nvSpPr>
              <p:cNvPr id="79" name="TextBox 78"/>
              <p:cNvSpPr txBox="1"/>
              <p:nvPr/>
            </p:nvSpPr>
            <p:spPr>
              <a:xfrm>
                <a:off x="1881249" y="2590165"/>
                <a:ext cx="500848" cy="188239"/>
              </a:xfrm>
              <a:prstGeom prst="rect">
                <a:avLst/>
              </a:prstGeom>
              <a:noFill/>
              <a:scene3d>
                <a:camera prst="orthographicFront"/>
                <a:lightRig rig="threePt" dir="t"/>
              </a:scene3d>
              <a:sp3d>
                <a:bevelT w="0" h="0"/>
              </a:sp3d>
            </p:spPr>
            <p:txBody>
              <a:bodyPr wrap="none" rtlCol="0">
                <a:sp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GB" sz="500" dirty="0">
                    <a:solidFill>
                      <a:srgbClr val="000000"/>
                    </a:solidFill>
                    <a:cs typeface="HelveticaNeueLT Std"/>
                  </a:rPr>
                  <a:t>Senegal</a:t>
                </a:r>
              </a:p>
            </p:txBody>
          </p:sp>
          <p:sp>
            <p:nvSpPr>
              <p:cNvPr id="80" name="TextBox 79"/>
              <p:cNvSpPr txBox="1"/>
              <p:nvPr/>
            </p:nvSpPr>
            <p:spPr>
              <a:xfrm>
                <a:off x="2245341" y="3109945"/>
                <a:ext cx="435487" cy="259948"/>
              </a:xfrm>
              <a:prstGeom prst="rect">
                <a:avLst/>
              </a:prstGeom>
              <a:noFill/>
              <a:scene3d>
                <a:camera prst="orthographicFront"/>
                <a:lightRig rig="threePt" dir="t"/>
              </a:scene3d>
              <a:sp3d>
                <a:bevelT w="0" h="0"/>
              </a:sp3d>
            </p:spPr>
            <p:txBody>
              <a:bodyPr wrap="none" rtlCol="0">
                <a:spAutoFit/>
              </a:bodyPr>
              <a:lstStyle/>
              <a:p>
                <a:pPr algn="ctr">
                  <a:lnSpc>
                    <a:spcPct val="85000"/>
                  </a:lnSpc>
                </a:pPr>
                <a:r>
                  <a:rPr lang="en-GB" sz="500" dirty="0">
                    <a:solidFill>
                      <a:srgbClr val="000000"/>
                    </a:solidFill>
                    <a:cs typeface="HelveticaNeueLT Std"/>
                  </a:rPr>
                  <a:t>Sierra</a:t>
                </a:r>
                <a:br>
                  <a:rPr lang="en-GB" sz="500" dirty="0">
                    <a:solidFill>
                      <a:srgbClr val="000000"/>
                    </a:solidFill>
                    <a:cs typeface="HelveticaNeueLT Std"/>
                  </a:rPr>
                </a:br>
                <a:r>
                  <a:rPr lang="en-GB" sz="500" dirty="0">
                    <a:solidFill>
                      <a:srgbClr val="000000"/>
                    </a:solidFill>
                    <a:cs typeface="HelveticaNeueLT Std"/>
                  </a:rPr>
                  <a:t>Leone</a:t>
                </a:r>
              </a:p>
            </p:txBody>
          </p:sp>
          <p:sp>
            <p:nvSpPr>
              <p:cNvPr id="81" name="TextBox 80"/>
              <p:cNvSpPr txBox="1"/>
              <p:nvPr/>
            </p:nvSpPr>
            <p:spPr>
              <a:xfrm>
                <a:off x="3129164" y="2729955"/>
                <a:ext cx="491510" cy="259948"/>
              </a:xfrm>
              <a:prstGeom prst="rect">
                <a:avLst/>
              </a:prstGeom>
              <a:noFill/>
              <a:scene3d>
                <a:camera prst="orthographicFront"/>
                <a:lightRig rig="threePt" dir="t"/>
              </a:scene3d>
              <a:sp3d>
                <a:bevelT w="0" h="0"/>
              </a:sp3d>
            </p:spPr>
            <p:txBody>
              <a:bodyPr wrap="none" rtlCol="0">
                <a:spAutoFit/>
              </a:bodyPr>
              <a:lstStyle/>
              <a:p>
                <a:pPr algn="ctr">
                  <a:lnSpc>
                    <a:spcPct val="85000"/>
                  </a:lnSpc>
                </a:pPr>
                <a:r>
                  <a:rPr lang="en-GB" sz="500" dirty="0">
                    <a:solidFill>
                      <a:srgbClr val="000000"/>
                    </a:solidFill>
                    <a:cs typeface="HelveticaNeueLT Std"/>
                  </a:rPr>
                  <a:t>Burkina</a:t>
                </a:r>
                <a:br>
                  <a:rPr lang="en-GB" sz="500" dirty="0">
                    <a:solidFill>
                      <a:srgbClr val="000000"/>
                    </a:solidFill>
                    <a:cs typeface="HelveticaNeueLT Std"/>
                  </a:rPr>
                </a:br>
                <a:r>
                  <a:rPr lang="en-GB" sz="500" dirty="0">
                    <a:solidFill>
                      <a:srgbClr val="000000"/>
                    </a:solidFill>
                    <a:cs typeface="HelveticaNeueLT Std"/>
                  </a:rPr>
                  <a:t>Faso</a:t>
                </a:r>
              </a:p>
            </p:txBody>
          </p:sp>
          <p:sp>
            <p:nvSpPr>
              <p:cNvPr id="82" name="TextBox 81"/>
              <p:cNvSpPr txBox="1"/>
              <p:nvPr/>
            </p:nvSpPr>
            <p:spPr>
              <a:xfrm>
                <a:off x="2849848" y="3059342"/>
                <a:ext cx="424283" cy="268911"/>
              </a:xfrm>
              <a:prstGeom prst="rect">
                <a:avLst/>
              </a:prstGeom>
              <a:noFill/>
              <a:scene3d>
                <a:camera prst="orthographicFront"/>
                <a:lightRig rig="threePt" dir="t"/>
              </a:scene3d>
              <a:sp3d>
                <a:bevelT w="0" h="0"/>
              </a:sp3d>
            </p:spPr>
            <p:txBody>
              <a:bodyPr wrap="none" rtlCol="0">
                <a:sp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GB" sz="500" dirty="0">
                    <a:solidFill>
                      <a:srgbClr val="000000"/>
                    </a:solidFill>
                    <a:cs typeface="HelveticaNeueLT Std"/>
                  </a:rPr>
                  <a:t>Ivory</a:t>
                </a:r>
                <a:br>
                  <a:rPr lang="en-GB" sz="500" dirty="0">
                    <a:solidFill>
                      <a:srgbClr val="000000"/>
                    </a:solidFill>
                    <a:cs typeface="HelveticaNeueLT Std"/>
                  </a:rPr>
                </a:br>
                <a:r>
                  <a:rPr lang="en-GB" sz="500" dirty="0">
                    <a:solidFill>
                      <a:srgbClr val="000000"/>
                    </a:solidFill>
                    <a:cs typeface="HelveticaNeueLT Std"/>
                  </a:rPr>
                  <a:t>Coast</a:t>
                </a:r>
              </a:p>
            </p:txBody>
          </p:sp>
          <p:sp>
            <p:nvSpPr>
              <p:cNvPr id="83" name="TextBox 82"/>
              <p:cNvSpPr txBox="1"/>
              <p:nvPr/>
            </p:nvSpPr>
            <p:spPr>
              <a:xfrm>
                <a:off x="5166262" y="1686830"/>
                <a:ext cx="418681" cy="197202"/>
              </a:xfrm>
              <a:prstGeom prst="rect">
                <a:avLst/>
              </a:prstGeom>
              <a:noFill/>
              <a:scene3d>
                <a:camera prst="orthographicFront"/>
                <a:lightRig rig="threePt" dir="t"/>
              </a:scene3d>
              <a:sp3d>
                <a:bevelT w="0" h="0"/>
              </a:sp3d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500" dirty="0">
                    <a:solidFill>
                      <a:srgbClr val="000000"/>
                    </a:solidFill>
                    <a:cs typeface="HelveticaNeueLT Std"/>
                  </a:rPr>
                  <a:t>Egypt</a:t>
                </a:r>
              </a:p>
            </p:txBody>
          </p:sp>
          <p:sp>
            <p:nvSpPr>
              <p:cNvPr id="84" name="TextBox 83"/>
              <p:cNvSpPr txBox="1"/>
              <p:nvPr/>
            </p:nvSpPr>
            <p:spPr>
              <a:xfrm>
                <a:off x="5183649" y="2536620"/>
                <a:ext cx="441091" cy="197202"/>
              </a:xfrm>
              <a:prstGeom prst="rect">
                <a:avLst/>
              </a:prstGeom>
              <a:noFill/>
              <a:scene3d>
                <a:camera prst="orthographicFront"/>
                <a:lightRig rig="threePt" dir="t"/>
              </a:scene3d>
              <a:sp3d>
                <a:bevelT w="0" h="0"/>
              </a:sp3d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500" dirty="0">
                    <a:solidFill>
                      <a:srgbClr val="000000"/>
                    </a:solidFill>
                    <a:cs typeface="HelveticaNeueLT Std"/>
                  </a:rPr>
                  <a:t>Sudan</a:t>
                </a:r>
              </a:p>
            </p:txBody>
          </p:sp>
          <p:sp>
            <p:nvSpPr>
              <p:cNvPr id="85" name="TextBox 84"/>
              <p:cNvSpPr txBox="1"/>
              <p:nvPr/>
            </p:nvSpPr>
            <p:spPr>
              <a:xfrm>
                <a:off x="2756437" y="1370390"/>
                <a:ext cx="532594" cy="197202"/>
              </a:xfrm>
              <a:prstGeom prst="rect">
                <a:avLst/>
              </a:prstGeom>
              <a:noFill/>
              <a:scene3d>
                <a:camera prst="orthographicFront"/>
                <a:lightRig rig="threePt" dir="t"/>
              </a:scene3d>
              <a:sp3d>
                <a:bevelT w="0" h="0"/>
              </a:sp3d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500" dirty="0">
                    <a:solidFill>
                      <a:srgbClr val="000000"/>
                    </a:solidFill>
                    <a:cs typeface="HelveticaNeueLT Std"/>
                  </a:rPr>
                  <a:t>Morocco</a:t>
                </a:r>
              </a:p>
            </p:txBody>
          </p:sp>
          <p:sp>
            <p:nvSpPr>
              <p:cNvPr id="86" name="TextBox 85"/>
              <p:cNvSpPr txBox="1"/>
              <p:nvPr/>
            </p:nvSpPr>
            <p:spPr>
              <a:xfrm>
                <a:off x="3408215" y="1559755"/>
                <a:ext cx="463499" cy="197202"/>
              </a:xfrm>
              <a:prstGeom prst="rect">
                <a:avLst/>
              </a:prstGeom>
              <a:noFill/>
              <a:scene3d>
                <a:camera prst="orthographicFront"/>
                <a:lightRig rig="threePt" dir="t"/>
              </a:scene3d>
              <a:sp3d>
                <a:bevelT w="0" h="0"/>
              </a:sp3d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500" dirty="0">
                    <a:solidFill>
                      <a:srgbClr val="000000"/>
                    </a:solidFill>
                    <a:cs typeface="HelveticaNeueLT Std"/>
                  </a:rPr>
                  <a:t>Algeria</a:t>
                </a:r>
              </a:p>
            </p:txBody>
          </p:sp>
          <p:sp>
            <p:nvSpPr>
              <p:cNvPr id="87" name="TextBox 86"/>
              <p:cNvSpPr txBox="1"/>
              <p:nvPr/>
            </p:nvSpPr>
            <p:spPr>
              <a:xfrm>
                <a:off x="4378910" y="1621678"/>
                <a:ext cx="405608" cy="197202"/>
              </a:xfrm>
              <a:prstGeom prst="rect">
                <a:avLst/>
              </a:prstGeom>
              <a:noFill/>
              <a:scene3d>
                <a:camera prst="orthographicFront"/>
                <a:lightRig rig="threePt" dir="t"/>
              </a:scene3d>
              <a:sp3d>
                <a:bevelT w="0" h="0"/>
              </a:sp3d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500" dirty="0">
                    <a:solidFill>
                      <a:srgbClr val="000000"/>
                    </a:solidFill>
                    <a:cs typeface="HelveticaNeueLT Std"/>
                  </a:rPr>
                  <a:t>Libya</a:t>
                </a:r>
              </a:p>
            </p:txBody>
          </p:sp>
          <p:sp>
            <p:nvSpPr>
              <p:cNvPr id="88" name="TextBox 87"/>
              <p:cNvSpPr txBox="1"/>
              <p:nvPr/>
            </p:nvSpPr>
            <p:spPr>
              <a:xfrm>
                <a:off x="3909069" y="1185724"/>
                <a:ext cx="469101" cy="197202"/>
              </a:xfrm>
              <a:prstGeom prst="rect">
                <a:avLst/>
              </a:prstGeom>
              <a:noFill/>
              <a:scene3d>
                <a:camera prst="orthographicFront"/>
                <a:lightRig rig="threePt" dir="t"/>
              </a:scene3d>
              <a:sp3d>
                <a:bevelT w="0" h="0"/>
              </a:sp3d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500" dirty="0">
                    <a:solidFill>
                      <a:srgbClr val="000000"/>
                    </a:solidFill>
                    <a:cs typeface="HelveticaNeueLT Std"/>
                  </a:rPr>
                  <a:t>Tunisia</a:t>
                </a:r>
              </a:p>
            </p:txBody>
          </p:sp>
          <p:sp>
            <p:nvSpPr>
              <p:cNvPr id="89" name="TextBox 88"/>
              <p:cNvSpPr txBox="1"/>
              <p:nvPr/>
            </p:nvSpPr>
            <p:spPr>
              <a:xfrm>
                <a:off x="2429967" y="2226873"/>
                <a:ext cx="594221" cy="197202"/>
              </a:xfrm>
              <a:prstGeom prst="rect">
                <a:avLst/>
              </a:prstGeom>
              <a:noFill/>
              <a:scene3d>
                <a:camera prst="orthographicFront"/>
                <a:lightRig rig="threePt" dir="t"/>
              </a:scene3d>
              <a:sp3d>
                <a:bevelT w="0" h="0"/>
              </a:sp3d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500" dirty="0">
                    <a:solidFill>
                      <a:srgbClr val="000000"/>
                    </a:solidFill>
                    <a:cs typeface="HelveticaNeueLT Std"/>
                  </a:rPr>
                  <a:t>Mauritania</a:t>
                </a:r>
              </a:p>
            </p:txBody>
          </p:sp>
          <p:sp>
            <p:nvSpPr>
              <p:cNvPr id="90" name="TextBox 89"/>
              <p:cNvSpPr txBox="1"/>
              <p:nvPr/>
            </p:nvSpPr>
            <p:spPr>
              <a:xfrm>
                <a:off x="3913429" y="2322341"/>
                <a:ext cx="407477" cy="197202"/>
              </a:xfrm>
              <a:prstGeom prst="rect">
                <a:avLst/>
              </a:prstGeom>
              <a:noFill/>
              <a:scene3d>
                <a:camera prst="orthographicFront"/>
                <a:lightRig rig="threePt" dir="t"/>
              </a:scene3d>
              <a:sp3d>
                <a:bevelT w="0" h="0"/>
              </a:sp3d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500" dirty="0">
                    <a:solidFill>
                      <a:srgbClr val="000000"/>
                    </a:solidFill>
                    <a:cs typeface="HelveticaNeueLT Std"/>
                  </a:rPr>
                  <a:t>Niger</a:t>
                </a:r>
              </a:p>
            </p:txBody>
          </p:sp>
          <p:sp>
            <p:nvSpPr>
              <p:cNvPr id="91" name="TextBox 90"/>
              <p:cNvSpPr txBox="1"/>
              <p:nvPr/>
            </p:nvSpPr>
            <p:spPr>
              <a:xfrm>
                <a:off x="4490147" y="2461549"/>
                <a:ext cx="403742" cy="197202"/>
              </a:xfrm>
              <a:prstGeom prst="rect">
                <a:avLst/>
              </a:prstGeom>
              <a:noFill/>
              <a:scene3d>
                <a:camera prst="orthographicFront"/>
                <a:lightRig rig="threePt" dir="t"/>
              </a:scene3d>
              <a:sp3d>
                <a:bevelT w="0" h="0"/>
              </a:sp3d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500" dirty="0">
                    <a:solidFill>
                      <a:srgbClr val="000000"/>
                    </a:solidFill>
                    <a:cs typeface="HelveticaNeueLT Std"/>
                  </a:rPr>
                  <a:t>Chad</a:t>
                </a:r>
              </a:p>
            </p:txBody>
          </p:sp>
          <p:sp>
            <p:nvSpPr>
              <p:cNvPr id="92" name="TextBox 91"/>
              <p:cNvSpPr txBox="1"/>
              <p:nvPr/>
            </p:nvSpPr>
            <p:spPr>
              <a:xfrm>
                <a:off x="2026456" y="2864973"/>
                <a:ext cx="465366" cy="283253"/>
              </a:xfrm>
              <a:prstGeom prst="rect">
                <a:avLst/>
              </a:prstGeom>
              <a:noFill/>
              <a:scene3d>
                <a:camera prst="orthographicFront"/>
                <a:lightRig rig="threePt" dir="t"/>
              </a:scene3d>
              <a:sp3d>
                <a:bevelT w="0" h="0"/>
              </a:sp3d>
            </p:spPr>
            <p:txBody>
              <a:bodyPr wrap="none" rtlCol="0">
                <a:spAutoFit/>
              </a:bodyPr>
              <a:lstStyle/>
              <a:p>
                <a:pPr algn="ctr">
                  <a:lnSpc>
                    <a:spcPct val="98000"/>
                  </a:lnSpc>
                </a:pPr>
                <a:r>
                  <a:rPr lang="en-GB" sz="500" dirty="0">
                    <a:solidFill>
                      <a:srgbClr val="000000"/>
                    </a:solidFill>
                    <a:cs typeface="HelveticaNeueLT Std"/>
                  </a:rPr>
                  <a:t>Guinea</a:t>
                </a:r>
                <a:br>
                  <a:rPr lang="en-GB" sz="500" dirty="0">
                    <a:solidFill>
                      <a:srgbClr val="000000"/>
                    </a:solidFill>
                    <a:cs typeface="HelveticaNeueLT Std"/>
                  </a:rPr>
                </a:br>
                <a:r>
                  <a:rPr lang="en-GB" sz="500" dirty="0">
                    <a:solidFill>
                      <a:srgbClr val="000000"/>
                    </a:solidFill>
                    <a:cs typeface="HelveticaNeueLT Std"/>
                  </a:rPr>
                  <a:t>Bissau</a:t>
                </a:r>
              </a:p>
            </p:txBody>
          </p:sp>
          <p:sp>
            <p:nvSpPr>
              <p:cNvPr id="93" name="TextBox 92"/>
              <p:cNvSpPr txBox="1"/>
              <p:nvPr/>
            </p:nvSpPr>
            <p:spPr>
              <a:xfrm>
                <a:off x="2452166" y="2889244"/>
                <a:ext cx="465366" cy="183756"/>
              </a:xfrm>
              <a:prstGeom prst="rect">
                <a:avLst/>
              </a:prstGeom>
              <a:noFill/>
              <a:scene3d>
                <a:camera prst="orthographicFront"/>
                <a:lightRig rig="threePt" dir="t"/>
              </a:scene3d>
              <a:sp3d>
                <a:bevelT w="0" h="0"/>
              </a:sp3d>
            </p:spPr>
            <p:txBody>
              <a:bodyPr wrap="none" rtlCol="0">
                <a:spAutoFit/>
              </a:bodyPr>
              <a:lstStyle/>
              <a:p>
                <a:pPr algn="ctr">
                  <a:lnSpc>
                    <a:spcPct val="85000"/>
                  </a:lnSpc>
                </a:pPr>
                <a:r>
                  <a:rPr lang="en-GB" sz="500" dirty="0">
                    <a:solidFill>
                      <a:srgbClr val="000000"/>
                    </a:solidFill>
                    <a:cs typeface="HelveticaNeueLT Std"/>
                  </a:rPr>
                  <a:t>Guinea</a:t>
                </a:r>
              </a:p>
            </p:txBody>
          </p:sp>
          <p:sp>
            <p:nvSpPr>
              <p:cNvPr id="94" name="TextBox 93"/>
              <p:cNvSpPr txBox="1"/>
              <p:nvPr/>
            </p:nvSpPr>
            <p:spPr>
              <a:xfrm>
                <a:off x="3423410" y="3271527"/>
                <a:ext cx="394404" cy="188239"/>
              </a:xfrm>
              <a:prstGeom prst="rect">
                <a:avLst/>
              </a:prstGeom>
              <a:noFill/>
              <a:scene3d>
                <a:camera prst="orthographicFront"/>
                <a:lightRig rig="threePt" dir="t"/>
              </a:scene3d>
              <a:sp3d>
                <a:bevelT w="0" h="0"/>
              </a:sp3d>
            </p:spPr>
            <p:txBody>
              <a:bodyPr wrap="none" rtlCol="0">
                <a:sp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GB" sz="500" dirty="0">
                    <a:solidFill>
                      <a:srgbClr val="000000"/>
                    </a:solidFill>
                    <a:cs typeface="HelveticaNeueLT Std"/>
                  </a:rPr>
                  <a:t>Togo</a:t>
                </a:r>
              </a:p>
            </p:txBody>
          </p:sp>
          <p:sp>
            <p:nvSpPr>
              <p:cNvPr id="95" name="TextBox 94"/>
              <p:cNvSpPr txBox="1"/>
              <p:nvPr/>
            </p:nvSpPr>
            <p:spPr>
              <a:xfrm>
                <a:off x="3749700" y="2883910"/>
                <a:ext cx="469101" cy="188239"/>
              </a:xfrm>
              <a:prstGeom prst="rect">
                <a:avLst/>
              </a:prstGeom>
              <a:noFill/>
              <a:scene3d>
                <a:camera prst="orthographicFront"/>
                <a:lightRig rig="threePt" dir="t"/>
              </a:scene3d>
              <a:sp3d>
                <a:bevelT w="0" h="0"/>
              </a:sp3d>
            </p:spPr>
            <p:txBody>
              <a:bodyPr wrap="none" rtlCol="0">
                <a:sp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GB" sz="500" dirty="0">
                    <a:solidFill>
                      <a:srgbClr val="000000"/>
                    </a:solidFill>
                    <a:cs typeface="HelveticaNeueLT Std"/>
                  </a:rPr>
                  <a:t>Nigeria</a:t>
                </a:r>
              </a:p>
            </p:txBody>
          </p:sp>
          <p:sp>
            <p:nvSpPr>
              <p:cNvPr id="96" name="TextBox 95"/>
              <p:cNvSpPr txBox="1"/>
              <p:nvPr/>
            </p:nvSpPr>
            <p:spPr>
              <a:xfrm>
                <a:off x="3649861" y="3446962"/>
                <a:ext cx="577414" cy="268911"/>
              </a:xfrm>
              <a:prstGeom prst="rect">
                <a:avLst/>
              </a:prstGeom>
              <a:noFill/>
              <a:scene3d>
                <a:camera prst="orthographicFront"/>
                <a:lightRig rig="threePt" dir="t"/>
              </a:scene3d>
              <a:sp3d>
                <a:bevelT w="0" h="0"/>
              </a:sp3d>
            </p:spPr>
            <p:txBody>
              <a:bodyPr wrap="none" rtlCol="0">
                <a:sp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GB" sz="500" dirty="0">
                    <a:solidFill>
                      <a:srgbClr val="000000"/>
                    </a:solidFill>
                    <a:cs typeface="HelveticaNeueLT Std"/>
                  </a:rPr>
                  <a:t>Equatorial</a:t>
                </a:r>
                <a:br>
                  <a:rPr lang="en-GB" sz="500" dirty="0">
                    <a:solidFill>
                      <a:srgbClr val="000000"/>
                    </a:solidFill>
                    <a:cs typeface="HelveticaNeueLT Std"/>
                  </a:rPr>
                </a:br>
                <a:r>
                  <a:rPr lang="en-GB" sz="500" dirty="0">
                    <a:solidFill>
                      <a:srgbClr val="000000"/>
                    </a:solidFill>
                    <a:cs typeface="HelveticaNeueLT Std"/>
                  </a:rPr>
                  <a:t>Guinea</a:t>
                </a:r>
              </a:p>
            </p:txBody>
          </p:sp>
          <p:sp>
            <p:nvSpPr>
              <p:cNvPr id="97" name="TextBox 96"/>
              <p:cNvSpPr txBox="1"/>
              <p:nvPr/>
            </p:nvSpPr>
            <p:spPr>
              <a:xfrm>
                <a:off x="3113871" y="3138253"/>
                <a:ext cx="446692" cy="188239"/>
              </a:xfrm>
              <a:prstGeom prst="rect">
                <a:avLst/>
              </a:prstGeom>
              <a:noFill/>
              <a:scene3d>
                <a:camera prst="orthographicFront"/>
                <a:lightRig rig="threePt" dir="t"/>
              </a:scene3d>
              <a:sp3d>
                <a:bevelT w="0" h="0"/>
              </a:sp3d>
            </p:spPr>
            <p:txBody>
              <a:bodyPr wrap="none" rtlCol="0">
                <a:sp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GB" sz="500" dirty="0">
                    <a:solidFill>
                      <a:srgbClr val="000000"/>
                    </a:solidFill>
                    <a:cs typeface="HelveticaNeueLT Std"/>
                  </a:rPr>
                  <a:t>Ghana</a:t>
                </a:r>
              </a:p>
            </p:txBody>
          </p:sp>
          <p:sp>
            <p:nvSpPr>
              <p:cNvPr id="98" name="TextBox 97"/>
              <p:cNvSpPr txBox="1"/>
              <p:nvPr/>
            </p:nvSpPr>
            <p:spPr>
              <a:xfrm>
                <a:off x="1892593" y="2737692"/>
                <a:ext cx="487775" cy="188239"/>
              </a:xfrm>
              <a:prstGeom prst="rect">
                <a:avLst/>
              </a:prstGeom>
              <a:noFill/>
              <a:scene3d>
                <a:camera prst="orthographicFront"/>
                <a:lightRig rig="threePt" dir="t"/>
              </a:scene3d>
              <a:sp3d>
                <a:bevelT w="0" h="0"/>
              </a:sp3d>
            </p:spPr>
            <p:txBody>
              <a:bodyPr wrap="none" rtlCol="0">
                <a:sp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GB" sz="500" dirty="0">
                    <a:solidFill>
                      <a:srgbClr val="000000"/>
                    </a:solidFill>
                    <a:cs typeface="HelveticaNeueLT Std"/>
                  </a:rPr>
                  <a:t>Gambia</a:t>
                </a:r>
              </a:p>
            </p:txBody>
          </p:sp>
          <p:sp>
            <p:nvSpPr>
              <p:cNvPr id="99" name="TextBox 98"/>
              <p:cNvSpPr txBox="1"/>
              <p:nvPr/>
            </p:nvSpPr>
            <p:spPr>
              <a:xfrm>
                <a:off x="3169323" y="2285316"/>
                <a:ext cx="362657" cy="197202"/>
              </a:xfrm>
              <a:prstGeom prst="rect">
                <a:avLst/>
              </a:prstGeom>
              <a:noFill/>
              <a:scene3d>
                <a:camera prst="orthographicFront"/>
                <a:lightRig rig="threePt" dir="t"/>
              </a:scene3d>
              <a:sp3d>
                <a:bevelT w="0" h="0"/>
              </a:sp3d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500" dirty="0">
                    <a:solidFill>
                      <a:srgbClr val="000000"/>
                    </a:solidFill>
                    <a:cs typeface="HelveticaNeueLT Std"/>
                  </a:rPr>
                  <a:t>Mali</a:t>
                </a:r>
              </a:p>
            </p:txBody>
          </p:sp>
          <p:sp>
            <p:nvSpPr>
              <p:cNvPr id="100" name="TextBox 99"/>
              <p:cNvSpPr txBox="1"/>
              <p:nvPr/>
            </p:nvSpPr>
            <p:spPr>
              <a:xfrm>
                <a:off x="5102256" y="3722144"/>
                <a:ext cx="506450" cy="197202"/>
              </a:xfrm>
              <a:prstGeom prst="rect">
                <a:avLst/>
              </a:prstGeom>
              <a:noFill/>
              <a:scene3d>
                <a:camera prst="orthographicFront"/>
                <a:lightRig rig="threePt" dir="t"/>
              </a:scene3d>
              <a:sp3d>
                <a:bevelT w="0" h="0"/>
              </a:sp3d>
            </p:spPr>
            <p:txBody>
              <a:bodyPr wrap="none" rtlCol="0">
                <a:spAutoFit/>
              </a:bodyPr>
              <a:lstStyle>
                <a:defPPr>
                  <a:defRPr lang="en-US"/>
                </a:defPPr>
                <a:lvl1pPr algn="ctr">
                  <a:defRPr sz="200">
                    <a:solidFill>
                      <a:srgbClr val="FF0000"/>
                    </a:solidFill>
                    <a:latin typeface="Helvetica 35 Thin" panose="020B0500000000000000" pitchFamily="34" charset="0"/>
                  </a:defRPr>
                </a:lvl1pPr>
              </a:lstStyle>
              <a:p>
                <a:r>
                  <a:rPr lang="en-GB" sz="500" dirty="0">
                    <a:solidFill>
                      <a:srgbClr val="000000"/>
                    </a:solidFill>
                    <a:latin typeface="+mn-lt"/>
                    <a:cs typeface="HelveticaNeueLT Std"/>
                  </a:rPr>
                  <a:t>Rwanda</a:t>
                </a:r>
              </a:p>
            </p:txBody>
          </p:sp>
          <p:sp>
            <p:nvSpPr>
              <p:cNvPr id="101" name="TextBox 100"/>
              <p:cNvSpPr txBox="1"/>
              <p:nvPr/>
            </p:nvSpPr>
            <p:spPr>
              <a:xfrm>
                <a:off x="2454432" y="3309203"/>
                <a:ext cx="457896" cy="188239"/>
              </a:xfrm>
              <a:prstGeom prst="rect">
                <a:avLst/>
              </a:prstGeom>
              <a:noFill/>
              <a:scene3d>
                <a:camera prst="orthographicFront"/>
                <a:lightRig rig="threePt" dir="t"/>
              </a:scene3d>
              <a:sp3d>
                <a:bevelT w="0" h="0"/>
              </a:sp3d>
            </p:spPr>
            <p:txBody>
              <a:bodyPr wrap="none" rtlCol="0">
                <a:sp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GB" sz="500" dirty="0">
                    <a:solidFill>
                      <a:srgbClr val="000000"/>
                    </a:solidFill>
                    <a:cs typeface="HelveticaNeueLT Std"/>
                  </a:rPr>
                  <a:t>Liberia</a:t>
                </a:r>
              </a:p>
            </p:txBody>
          </p:sp>
          <p:sp>
            <p:nvSpPr>
              <p:cNvPr id="102" name="TextBox 101"/>
              <p:cNvSpPr txBox="1"/>
              <p:nvPr/>
            </p:nvSpPr>
            <p:spPr>
              <a:xfrm>
                <a:off x="3422241" y="2925860"/>
                <a:ext cx="418681" cy="188239"/>
              </a:xfrm>
              <a:prstGeom prst="rect">
                <a:avLst/>
              </a:prstGeom>
              <a:noFill/>
              <a:scene3d>
                <a:camera prst="orthographicFront"/>
                <a:lightRig rig="threePt" dir="t"/>
              </a:scene3d>
              <a:sp3d>
                <a:bevelT w="0" h="0"/>
              </a:sp3d>
            </p:spPr>
            <p:txBody>
              <a:bodyPr wrap="none" rtlCol="0">
                <a:sp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GB" sz="500" dirty="0">
                    <a:solidFill>
                      <a:srgbClr val="000000"/>
                    </a:solidFill>
                    <a:cs typeface="HelveticaNeueLT Std"/>
                  </a:rPr>
                  <a:t>Benin</a:t>
                </a:r>
              </a:p>
            </p:txBody>
          </p:sp>
          <p:sp>
            <p:nvSpPr>
              <p:cNvPr id="103" name="TextBox 102"/>
              <p:cNvSpPr txBox="1"/>
              <p:nvPr/>
            </p:nvSpPr>
            <p:spPr>
              <a:xfrm>
                <a:off x="3987356" y="3655362"/>
                <a:ext cx="448560" cy="188239"/>
              </a:xfrm>
              <a:prstGeom prst="rect">
                <a:avLst/>
              </a:prstGeom>
              <a:noFill/>
              <a:scene3d>
                <a:camera prst="orthographicFront"/>
                <a:lightRig rig="threePt" dir="t"/>
              </a:scene3d>
              <a:sp3d>
                <a:bevelT w="0" h="0"/>
              </a:sp3d>
            </p:spPr>
            <p:txBody>
              <a:bodyPr wrap="none" rtlCol="0">
                <a:sp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GB" sz="500" dirty="0">
                    <a:solidFill>
                      <a:srgbClr val="000000"/>
                    </a:solidFill>
                    <a:cs typeface="HelveticaNeueLT Std"/>
                  </a:rPr>
                  <a:t>Gabon</a:t>
                </a:r>
              </a:p>
            </p:txBody>
          </p:sp>
          <p:sp>
            <p:nvSpPr>
              <p:cNvPr id="104" name="TextBox 103"/>
              <p:cNvSpPr txBox="1"/>
              <p:nvPr/>
            </p:nvSpPr>
            <p:spPr>
              <a:xfrm>
                <a:off x="5129261" y="3846052"/>
                <a:ext cx="495245" cy="197202"/>
              </a:xfrm>
              <a:prstGeom prst="rect">
                <a:avLst/>
              </a:prstGeom>
              <a:noFill/>
              <a:scene3d>
                <a:camera prst="orthographicFront"/>
                <a:lightRig rig="threePt" dir="t"/>
              </a:scene3d>
              <a:sp3d>
                <a:bevelT w="0" h="0"/>
              </a:sp3d>
            </p:spPr>
            <p:txBody>
              <a:bodyPr wrap="none" rtlCol="0">
                <a:spAutoFit/>
              </a:bodyPr>
              <a:lstStyle>
                <a:defPPr>
                  <a:defRPr lang="en-US"/>
                </a:defPPr>
                <a:lvl1pPr algn="ctr">
                  <a:defRPr sz="200">
                    <a:solidFill>
                      <a:srgbClr val="FF0000"/>
                    </a:solidFill>
                    <a:latin typeface="Helvetica 35 Thin" panose="020B0500000000000000" pitchFamily="34" charset="0"/>
                  </a:defRPr>
                </a:lvl1pPr>
              </a:lstStyle>
              <a:p>
                <a:r>
                  <a:rPr lang="en-GB" sz="500" dirty="0">
                    <a:solidFill>
                      <a:srgbClr val="000000"/>
                    </a:solidFill>
                    <a:latin typeface="+mn-lt"/>
                    <a:cs typeface="HelveticaNeueLT Std"/>
                  </a:rPr>
                  <a:t>Burundi</a:t>
                </a:r>
              </a:p>
            </p:txBody>
          </p:sp>
          <p:sp>
            <p:nvSpPr>
              <p:cNvPr id="105" name="TextBox 104"/>
              <p:cNvSpPr txBox="1"/>
              <p:nvPr/>
            </p:nvSpPr>
            <p:spPr>
              <a:xfrm>
                <a:off x="6357816" y="2946420"/>
                <a:ext cx="498980" cy="197202"/>
              </a:xfrm>
              <a:prstGeom prst="rect">
                <a:avLst/>
              </a:prstGeom>
              <a:noFill/>
              <a:scene3d>
                <a:camera prst="orthographicFront"/>
                <a:lightRig rig="threePt" dir="t"/>
              </a:scene3d>
              <a:sp3d>
                <a:bevelT w="0" h="0"/>
              </a:sp3d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500" dirty="0">
                    <a:solidFill>
                      <a:srgbClr val="000000"/>
                    </a:solidFill>
                    <a:cs typeface="HelveticaNeueLT Std"/>
                  </a:rPr>
                  <a:t>Somalia</a:t>
                </a:r>
              </a:p>
            </p:txBody>
          </p:sp>
          <p:sp>
            <p:nvSpPr>
              <p:cNvPr id="106" name="TextBox 105"/>
              <p:cNvSpPr txBox="1"/>
              <p:nvPr/>
            </p:nvSpPr>
            <p:spPr>
              <a:xfrm>
                <a:off x="5950317" y="2491179"/>
                <a:ext cx="454162" cy="197202"/>
              </a:xfrm>
              <a:prstGeom prst="rect">
                <a:avLst/>
              </a:prstGeom>
              <a:noFill/>
              <a:scene3d>
                <a:camera prst="orthographicFront"/>
                <a:lightRig rig="threePt" dir="t"/>
              </a:scene3d>
              <a:sp3d>
                <a:bevelT w="0" h="0"/>
              </a:sp3d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500" dirty="0">
                    <a:solidFill>
                      <a:srgbClr val="000000"/>
                    </a:solidFill>
                    <a:cs typeface="HelveticaNeueLT Std"/>
                  </a:rPr>
                  <a:t>Eritrea</a:t>
                </a:r>
              </a:p>
            </p:txBody>
          </p:sp>
          <p:sp>
            <p:nvSpPr>
              <p:cNvPr id="107" name="TextBox 106"/>
              <p:cNvSpPr txBox="1"/>
              <p:nvPr/>
            </p:nvSpPr>
            <p:spPr>
              <a:xfrm>
                <a:off x="5764721" y="2936844"/>
                <a:ext cx="504584" cy="197202"/>
              </a:xfrm>
              <a:prstGeom prst="rect">
                <a:avLst/>
              </a:prstGeom>
              <a:noFill/>
              <a:scene3d>
                <a:camera prst="orthographicFront"/>
                <a:lightRig rig="threePt" dir="t"/>
              </a:scene3d>
              <a:sp3d>
                <a:bevelT w="0" h="0"/>
              </a:sp3d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500" dirty="0">
                    <a:solidFill>
                      <a:srgbClr val="000000"/>
                    </a:solidFill>
                    <a:cs typeface="HelveticaNeueLT Std"/>
                  </a:rPr>
                  <a:t>Ethiopia</a:t>
                </a:r>
              </a:p>
            </p:txBody>
          </p:sp>
          <p:sp>
            <p:nvSpPr>
              <p:cNvPr id="108" name="TextBox 107"/>
              <p:cNvSpPr txBox="1"/>
              <p:nvPr/>
            </p:nvSpPr>
            <p:spPr>
              <a:xfrm>
                <a:off x="6151335" y="2658512"/>
                <a:ext cx="489644" cy="197202"/>
              </a:xfrm>
              <a:prstGeom prst="rect">
                <a:avLst/>
              </a:prstGeom>
              <a:noFill/>
              <a:scene3d>
                <a:camera prst="orthographicFront"/>
                <a:lightRig rig="threePt" dir="t"/>
              </a:scene3d>
              <a:sp3d>
                <a:bevelT w="0" h="0"/>
              </a:sp3d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500" dirty="0">
                    <a:solidFill>
                      <a:srgbClr val="000000"/>
                    </a:solidFill>
                    <a:cs typeface="HelveticaNeueLT Std"/>
                  </a:rPr>
                  <a:t>Djibouti</a:t>
                </a:r>
              </a:p>
            </p:txBody>
          </p:sp>
          <p:sp>
            <p:nvSpPr>
              <p:cNvPr id="109" name="Rectangle 108"/>
              <p:cNvSpPr/>
              <p:nvPr/>
            </p:nvSpPr>
            <p:spPr>
              <a:xfrm>
                <a:off x="6868656" y="4893901"/>
                <a:ext cx="547534" cy="331657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  <a:sp3d>
                <a:bevelT w="0" h="0"/>
              </a:sp3d>
            </p:spPr>
            <p:txBody>
              <a:bodyPr wrap="none">
                <a:spAutoFit/>
              </a:bodyPr>
              <a:lstStyle/>
              <a:p>
                <a:pPr lvl="0">
                  <a:lnSpc>
                    <a:spcPts val="1500"/>
                  </a:lnSpc>
                  <a:spcAft>
                    <a:spcPts val="0"/>
                  </a:spcAft>
                  <a:buSzPts val="1000"/>
                  <a:tabLst>
                    <a:tab pos="457200" algn="l"/>
                  </a:tabLst>
                </a:pPr>
                <a:r>
                  <a:rPr lang="en-GB" sz="500" dirty="0">
                    <a:solidFill>
                      <a:srgbClr val="000000"/>
                    </a:solidFill>
                    <a:cs typeface="HelveticaNeueLT Std"/>
                  </a:rPr>
                  <a:t>Mauritius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607499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97AEFC-0620-E90E-5D36-91340D2A66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FC19D0-A32D-5967-E74F-1869BD7BD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007" y="344395"/>
            <a:ext cx="2170568" cy="741362"/>
          </a:xfrm>
        </p:spPr>
        <p:txBody>
          <a:bodyPr/>
          <a:lstStyle/>
          <a:p>
            <a:r>
              <a:rPr lang="en-GB" dirty="0"/>
              <a:t>Africa without </a:t>
            </a:r>
            <a:br>
              <a:rPr lang="en-GB" dirty="0"/>
            </a:br>
            <a:r>
              <a:rPr lang="en-GB" dirty="0"/>
              <a:t>country names</a:t>
            </a:r>
          </a:p>
        </p:txBody>
      </p:sp>
      <p:grpSp>
        <p:nvGrpSpPr>
          <p:cNvPr id="11" name="Groupe 10">
            <a:extLst>
              <a:ext uri="{FF2B5EF4-FFF2-40B4-BE49-F238E27FC236}">
                <a16:creationId xmlns:a16="http://schemas.microsoft.com/office/drawing/2014/main" id="{07EBBBAE-E7F5-82E5-335A-06461E47EC38}"/>
              </a:ext>
            </a:extLst>
          </p:cNvPr>
          <p:cNvGrpSpPr/>
          <p:nvPr/>
        </p:nvGrpSpPr>
        <p:grpSpPr>
          <a:xfrm>
            <a:off x="2049593" y="300898"/>
            <a:ext cx="4958643" cy="4517075"/>
            <a:chOff x="2133600" y="382588"/>
            <a:chExt cx="4813301" cy="4384675"/>
          </a:xfrm>
        </p:grpSpPr>
        <p:sp>
          <p:nvSpPr>
            <p:cNvPr id="217" name="Freeform 216">
              <a:extLst>
                <a:ext uri="{FF2B5EF4-FFF2-40B4-BE49-F238E27FC236}">
                  <a16:creationId xmlns:a16="http://schemas.microsoft.com/office/drawing/2014/main" id="{36D3E979-3DFF-9E0D-9917-34DD1D4E66D3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1438" y="481013"/>
              <a:ext cx="928688" cy="922338"/>
            </a:xfrm>
            <a:custGeom>
              <a:avLst/>
              <a:gdLst>
                <a:gd name="T0" fmla="*/ 999 w 1024"/>
                <a:gd name="T1" fmla="*/ 221 h 1014"/>
                <a:gd name="T2" fmla="*/ 984 w 1024"/>
                <a:gd name="T3" fmla="*/ 168 h 1014"/>
                <a:gd name="T4" fmla="*/ 985 w 1024"/>
                <a:gd name="T5" fmla="*/ 117 h 1014"/>
                <a:gd name="T6" fmla="*/ 959 w 1024"/>
                <a:gd name="T7" fmla="*/ 70 h 1014"/>
                <a:gd name="T8" fmla="*/ 918 w 1024"/>
                <a:gd name="T9" fmla="*/ 48 h 1014"/>
                <a:gd name="T10" fmla="*/ 800 w 1024"/>
                <a:gd name="T11" fmla="*/ 48 h 1014"/>
                <a:gd name="T12" fmla="*/ 737 w 1024"/>
                <a:gd name="T13" fmla="*/ 1 h 1014"/>
                <a:gd name="T14" fmla="*/ 695 w 1024"/>
                <a:gd name="T15" fmla="*/ 67 h 1014"/>
                <a:gd name="T16" fmla="*/ 619 w 1024"/>
                <a:gd name="T17" fmla="*/ 149 h 1014"/>
                <a:gd name="T18" fmla="*/ 515 w 1024"/>
                <a:gd name="T19" fmla="*/ 233 h 1014"/>
                <a:gd name="T20" fmla="*/ 474 w 1024"/>
                <a:gd name="T21" fmla="*/ 296 h 1014"/>
                <a:gd name="T22" fmla="*/ 468 w 1024"/>
                <a:gd name="T23" fmla="*/ 370 h 1014"/>
                <a:gd name="T24" fmla="*/ 435 w 1024"/>
                <a:gd name="T25" fmla="*/ 476 h 1014"/>
                <a:gd name="T26" fmla="*/ 325 w 1024"/>
                <a:gd name="T27" fmla="*/ 550 h 1014"/>
                <a:gd name="T28" fmla="*/ 246 w 1024"/>
                <a:gd name="T29" fmla="*/ 581 h 1014"/>
                <a:gd name="T30" fmla="*/ 161 w 1024"/>
                <a:gd name="T31" fmla="*/ 705 h 1014"/>
                <a:gd name="T32" fmla="*/ 84 w 1024"/>
                <a:gd name="T33" fmla="*/ 840 h 1014"/>
                <a:gd name="T34" fmla="*/ 45 w 1024"/>
                <a:gd name="T35" fmla="*/ 929 h 1014"/>
                <a:gd name="T36" fmla="*/ 0 w 1024"/>
                <a:gd name="T37" fmla="*/ 1013 h 1014"/>
                <a:gd name="T38" fmla="*/ 259 w 1024"/>
                <a:gd name="T39" fmla="*/ 1014 h 1014"/>
                <a:gd name="T40" fmla="*/ 252 w 1024"/>
                <a:gd name="T41" fmla="*/ 930 h 1014"/>
                <a:gd name="T42" fmla="*/ 277 w 1024"/>
                <a:gd name="T43" fmla="*/ 889 h 1014"/>
                <a:gd name="T44" fmla="*/ 322 w 1024"/>
                <a:gd name="T45" fmla="*/ 868 h 1014"/>
                <a:gd name="T46" fmla="*/ 539 w 1024"/>
                <a:gd name="T47" fmla="*/ 698 h 1014"/>
                <a:gd name="T48" fmla="*/ 539 w 1024"/>
                <a:gd name="T49" fmla="*/ 697 h 1014"/>
                <a:gd name="T50" fmla="*/ 539 w 1024"/>
                <a:gd name="T51" fmla="*/ 694 h 1014"/>
                <a:gd name="T52" fmla="*/ 539 w 1024"/>
                <a:gd name="T53" fmla="*/ 693 h 1014"/>
                <a:gd name="T54" fmla="*/ 538 w 1024"/>
                <a:gd name="T55" fmla="*/ 689 h 1014"/>
                <a:gd name="T56" fmla="*/ 538 w 1024"/>
                <a:gd name="T57" fmla="*/ 685 h 1014"/>
                <a:gd name="T58" fmla="*/ 536 w 1024"/>
                <a:gd name="T59" fmla="*/ 587 h 1014"/>
                <a:gd name="T60" fmla="*/ 536 w 1024"/>
                <a:gd name="T61" fmla="*/ 583 h 1014"/>
                <a:gd name="T62" fmla="*/ 536 w 1024"/>
                <a:gd name="T63" fmla="*/ 581 h 1014"/>
                <a:gd name="T64" fmla="*/ 536 w 1024"/>
                <a:gd name="T65" fmla="*/ 573 h 1014"/>
                <a:gd name="T66" fmla="*/ 536 w 1024"/>
                <a:gd name="T67" fmla="*/ 569 h 1014"/>
                <a:gd name="T68" fmla="*/ 536 w 1024"/>
                <a:gd name="T69" fmla="*/ 565 h 1014"/>
                <a:gd name="T70" fmla="*/ 536 w 1024"/>
                <a:gd name="T71" fmla="*/ 560 h 1014"/>
                <a:gd name="T72" fmla="*/ 536 w 1024"/>
                <a:gd name="T73" fmla="*/ 556 h 1014"/>
                <a:gd name="T74" fmla="*/ 537 w 1024"/>
                <a:gd name="T75" fmla="*/ 552 h 1014"/>
                <a:gd name="T76" fmla="*/ 537 w 1024"/>
                <a:gd name="T77" fmla="*/ 548 h 1014"/>
                <a:gd name="T78" fmla="*/ 581 w 1024"/>
                <a:gd name="T79" fmla="*/ 487 h 1014"/>
                <a:gd name="T80" fmla="*/ 626 w 1024"/>
                <a:gd name="T81" fmla="*/ 453 h 1014"/>
                <a:gd name="T82" fmla="*/ 681 w 1024"/>
                <a:gd name="T83" fmla="*/ 440 h 1014"/>
                <a:gd name="T84" fmla="*/ 757 w 1024"/>
                <a:gd name="T85" fmla="*/ 418 h 1014"/>
                <a:gd name="T86" fmla="*/ 798 w 1024"/>
                <a:gd name="T87" fmla="*/ 378 h 1014"/>
                <a:gd name="T88" fmla="*/ 851 w 1024"/>
                <a:gd name="T89" fmla="*/ 358 h 1014"/>
                <a:gd name="T90" fmla="*/ 848 w 1024"/>
                <a:gd name="T91" fmla="*/ 322 h 1014"/>
                <a:gd name="T92" fmla="*/ 881 w 1024"/>
                <a:gd name="T93" fmla="*/ 302 h 1014"/>
                <a:gd name="T94" fmla="*/ 921 w 1024"/>
                <a:gd name="T95" fmla="*/ 272 h 1014"/>
                <a:gd name="T96" fmla="*/ 1006 w 1024"/>
                <a:gd name="T97" fmla="*/ 278 h 1014"/>
                <a:gd name="T98" fmla="*/ 1010 w 1024"/>
                <a:gd name="T99" fmla="*/ 237 h 10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024" h="1014">
                  <a:moveTo>
                    <a:pt x="1010" y="237"/>
                  </a:moveTo>
                  <a:cubicBezTo>
                    <a:pt x="1005" y="234"/>
                    <a:pt x="999" y="228"/>
                    <a:pt x="999" y="221"/>
                  </a:cubicBezTo>
                  <a:cubicBezTo>
                    <a:pt x="999" y="214"/>
                    <a:pt x="995" y="208"/>
                    <a:pt x="989" y="200"/>
                  </a:cubicBezTo>
                  <a:cubicBezTo>
                    <a:pt x="982" y="192"/>
                    <a:pt x="987" y="175"/>
                    <a:pt x="984" y="168"/>
                  </a:cubicBezTo>
                  <a:cubicBezTo>
                    <a:pt x="981" y="162"/>
                    <a:pt x="974" y="156"/>
                    <a:pt x="981" y="150"/>
                  </a:cubicBezTo>
                  <a:cubicBezTo>
                    <a:pt x="987" y="145"/>
                    <a:pt x="981" y="124"/>
                    <a:pt x="985" y="117"/>
                  </a:cubicBezTo>
                  <a:cubicBezTo>
                    <a:pt x="989" y="110"/>
                    <a:pt x="981" y="94"/>
                    <a:pt x="980" y="88"/>
                  </a:cubicBezTo>
                  <a:cubicBezTo>
                    <a:pt x="979" y="81"/>
                    <a:pt x="971" y="75"/>
                    <a:pt x="959" y="70"/>
                  </a:cubicBezTo>
                  <a:cubicBezTo>
                    <a:pt x="954" y="68"/>
                    <a:pt x="951" y="63"/>
                    <a:pt x="951" y="58"/>
                  </a:cubicBezTo>
                  <a:cubicBezTo>
                    <a:pt x="938" y="58"/>
                    <a:pt x="928" y="55"/>
                    <a:pt x="918" y="48"/>
                  </a:cubicBezTo>
                  <a:cubicBezTo>
                    <a:pt x="904" y="37"/>
                    <a:pt x="876" y="39"/>
                    <a:pt x="860" y="42"/>
                  </a:cubicBezTo>
                  <a:cubicBezTo>
                    <a:pt x="844" y="46"/>
                    <a:pt x="822" y="61"/>
                    <a:pt x="800" y="48"/>
                  </a:cubicBezTo>
                  <a:cubicBezTo>
                    <a:pt x="777" y="35"/>
                    <a:pt x="766" y="30"/>
                    <a:pt x="761" y="21"/>
                  </a:cubicBezTo>
                  <a:cubicBezTo>
                    <a:pt x="755" y="11"/>
                    <a:pt x="755" y="3"/>
                    <a:pt x="737" y="1"/>
                  </a:cubicBezTo>
                  <a:cubicBezTo>
                    <a:pt x="719" y="0"/>
                    <a:pt x="712" y="0"/>
                    <a:pt x="709" y="14"/>
                  </a:cubicBezTo>
                  <a:cubicBezTo>
                    <a:pt x="706" y="28"/>
                    <a:pt x="706" y="47"/>
                    <a:pt x="695" y="67"/>
                  </a:cubicBezTo>
                  <a:cubicBezTo>
                    <a:pt x="684" y="87"/>
                    <a:pt x="677" y="98"/>
                    <a:pt x="667" y="108"/>
                  </a:cubicBezTo>
                  <a:cubicBezTo>
                    <a:pt x="658" y="118"/>
                    <a:pt x="635" y="143"/>
                    <a:pt x="619" y="149"/>
                  </a:cubicBezTo>
                  <a:cubicBezTo>
                    <a:pt x="603" y="154"/>
                    <a:pt x="555" y="178"/>
                    <a:pt x="543" y="199"/>
                  </a:cubicBezTo>
                  <a:cubicBezTo>
                    <a:pt x="543" y="199"/>
                    <a:pt x="521" y="225"/>
                    <a:pt x="515" y="233"/>
                  </a:cubicBezTo>
                  <a:cubicBezTo>
                    <a:pt x="508" y="240"/>
                    <a:pt x="497" y="255"/>
                    <a:pt x="494" y="271"/>
                  </a:cubicBezTo>
                  <a:cubicBezTo>
                    <a:pt x="491" y="287"/>
                    <a:pt x="477" y="280"/>
                    <a:pt x="474" y="296"/>
                  </a:cubicBezTo>
                  <a:cubicBezTo>
                    <a:pt x="471" y="312"/>
                    <a:pt x="474" y="320"/>
                    <a:pt x="468" y="333"/>
                  </a:cubicBezTo>
                  <a:cubicBezTo>
                    <a:pt x="463" y="345"/>
                    <a:pt x="460" y="355"/>
                    <a:pt x="468" y="370"/>
                  </a:cubicBezTo>
                  <a:cubicBezTo>
                    <a:pt x="477" y="385"/>
                    <a:pt x="482" y="394"/>
                    <a:pt x="477" y="409"/>
                  </a:cubicBezTo>
                  <a:cubicBezTo>
                    <a:pt x="472" y="424"/>
                    <a:pt x="454" y="455"/>
                    <a:pt x="435" y="476"/>
                  </a:cubicBezTo>
                  <a:cubicBezTo>
                    <a:pt x="416" y="496"/>
                    <a:pt x="396" y="497"/>
                    <a:pt x="380" y="513"/>
                  </a:cubicBezTo>
                  <a:cubicBezTo>
                    <a:pt x="364" y="529"/>
                    <a:pt x="359" y="545"/>
                    <a:pt x="325" y="550"/>
                  </a:cubicBezTo>
                  <a:cubicBezTo>
                    <a:pt x="292" y="554"/>
                    <a:pt x="261" y="562"/>
                    <a:pt x="248" y="578"/>
                  </a:cubicBezTo>
                  <a:cubicBezTo>
                    <a:pt x="247" y="579"/>
                    <a:pt x="246" y="580"/>
                    <a:pt x="246" y="581"/>
                  </a:cubicBezTo>
                  <a:cubicBezTo>
                    <a:pt x="235" y="600"/>
                    <a:pt x="233" y="644"/>
                    <a:pt x="211" y="656"/>
                  </a:cubicBezTo>
                  <a:cubicBezTo>
                    <a:pt x="189" y="669"/>
                    <a:pt x="170" y="678"/>
                    <a:pt x="161" y="705"/>
                  </a:cubicBezTo>
                  <a:cubicBezTo>
                    <a:pt x="152" y="731"/>
                    <a:pt x="148" y="775"/>
                    <a:pt x="130" y="791"/>
                  </a:cubicBezTo>
                  <a:cubicBezTo>
                    <a:pt x="112" y="806"/>
                    <a:pt x="90" y="820"/>
                    <a:pt x="84" y="840"/>
                  </a:cubicBezTo>
                  <a:cubicBezTo>
                    <a:pt x="77" y="860"/>
                    <a:pt x="59" y="867"/>
                    <a:pt x="58" y="890"/>
                  </a:cubicBezTo>
                  <a:cubicBezTo>
                    <a:pt x="57" y="914"/>
                    <a:pt x="63" y="914"/>
                    <a:pt x="45" y="929"/>
                  </a:cubicBezTo>
                  <a:cubicBezTo>
                    <a:pt x="27" y="944"/>
                    <a:pt x="17" y="955"/>
                    <a:pt x="10" y="973"/>
                  </a:cubicBezTo>
                  <a:cubicBezTo>
                    <a:pt x="6" y="986"/>
                    <a:pt x="4" y="1000"/>
                    <a:pt x="0" y="1013"/>
                  </a:cubicBezTo>
                  <a:cubicBezTo>
                    <a:pt x="0" y="1013"/>
                    <a:pt x="0" y="1013"/>
                    <a:pt x="0" y="1013"/>
                  </a:cubicBezTo>
                  <a:cubicBezTo>
                    <a:pt x="259" y="1014"/>
                    <a:pt x="259" y="1014"/>
                    <a:pt x="259" y="1014"/>
                  </a:cubicBezTo>
                  <a:cubicBezTo>
                    <a:pt x="259" y="1014"/>
                    <a:pt x="257" y="958"/>
                    <a:pt x="258" y="950"/>
                  </a:cubicBezTo>
                  <a:cubicBezTo>
                    <a:pt x="259" y="942"/>
                    <a:pt x="258" y="935"/>
                    <a:pt x="252" y="930"/>
                  </a:cubicBezTo>
                  <a:cubicBezTo>
                    <a:pt x="246" y="926"/>
                    <a:pt x="253" y="914"/>
                    <a:pt x="254" y="906"/>
                  </a:cubicBezTo>
                  <a:cubicBezTo>
                    <a:pt x="255" y="899"/>
                    <a:pt x="273" y="893"/>
                    <a:pt x="277" y="889"/>
                  </a:cubicBezTo>
                  <a:cubicBezTo>
                    <a:pt x="282" y="885"/>
                    <a:pt x="291" y="879"/>
                    <a:pt x="299" y="880"/>
                  </a:cubicBezTo>
                  <a:cubicBezTo>
                    <a:pt x="308" y="880"/>
                    <a:pt x="322" y="868"/>
                    <a:pt x="322" y="868"/>
                  </a:cubicBezTo>
                  <a:cubicBezTo>
                    <a:pt x="325" y="701"/>
                    <a:pt x="325" y="701"/>
                    <a:pt x="325" y="701"/>
                  </a:cubicBezTo>
                  <a:cubicBezTo>
                    <a:pt x="539" y="698"/>
                    <a:pt x="539" y="698"/>
                    <a:pt x="539" y="698"/>
                  </a:cubicBezTo>
                  <a:cubicBezTo>
                    <a:pt x="539" y="698"/>
                    <a:pt x="539" y="698"/>
                    <a:pt x="539" y="698"/>
                  </a:cubicBezTo>
                  <a:cubicBezTo>
                    <a:pt x="539" y="697"/>
                    <a:pt x="539" y="697"/>
                    <a:pt x="539" y="697"/>
                  </a:cubicBezTo>
                  <a:cubicBezTo>
                    <a:pt x="539" y="697"/>
                    <a:pt x="539" y="697"/>
                    <a:pt x="539" y="696"/>
                  </a:cubicBezTo>
                  <a:cubicBezTo>
                    <a:pt x="539" y="696"/>
                    <a:pt x="539" y="695"/>
                    <a:pt x="539" y="694"/>
                  </a:cubicBezTo>
                  <a:cubicBezTo>
                    <a:pt x="539" y="693"/>
                    <a:pt x="539" y="693"/>
                    <a:pt x="539" y="693"/>
                  </a:cubicBezTo>
                  <a:cubicBezTo>
                    <a:pt x="539" y="693"/>
                    <a:pt x="539" y="693"/>
                    <a:pt x="539" y="693"/>
                  </a:cubicBezTo>
                  <a:cubicBezTo>
                    <a:pt x="539" y="692"/>
                    <a:pt x="539" y="692"/>
                    <a:pt x="539" y="692"/>
                  </a:cubicBezTo>
                  <a:cubicBezTo>
                    <a:pt x="538" y="691"/>
                    <a:pt x="538" y="690"/>
                    <a:pt x="538" y="689"/>
                  </a:cubicBezTo>
                  <a:cubicBezTo>
                    <a:pt x="538" y="689"/>
                    <a:pt x="538" y="689"/>
                    <a:pt x="538" y="688"/>
                  </a:cubicBezTo>
                  <a:cubicBezTo>
                    <a:pt x="538" y="687"/>
                    <a:pt x="538" y="686"/>
                    <a:pt x="538" y="685"/>
                  </a:cubicBezTo>
                  <a:cubicBezTo>
                    <a:pt x="538" y="685"/>
                    <a:pt x="538" y="685"/>
                    <a:pt x="538" y="684"/>
                  </a:cubicBezTo>
                  <a:cubicBezTo>
                    <a:pt x="538" y="663"/>
                    <a:pt x="537" y="621"/>
                    <a:pt x="536" y="587"/>
                  </a:cubicBezTo>
                  <a:cubicBezTo>
                    <a:pt x="536" y="587"/>
                    <a:pt x="536" y="587"/>
                    <a:pt x="536" y="587"/>
                  </a:cubicBezTo>
                  <a:cubicBezTo>
                    <a:pt x="536" y="585"/>
                    <a:pt x="536" y="584"/>
                    <a:pt x="536" y="583"/>
                  </a:cubicBezTo>
                  <a:cubicBezTo>
                    <a:pt x="536" y="583"/>
                    <a:pt x="536" y="583"/>
                    <a:pt x="536" y="582"/>
                  </a:cubicBezTo>
                  <a:cubicBezTo>
                    <a:pt x="536" y="581"/>
                    <a:pt x="536" y="581"/>
                    <a:pt x="536" y="581"/>
                  </a:cubicBezTo>
                  <a:cubicBezTo>
                    <a:pt x="536" y="579"/>
                    <a:pt x="536" y="577"/>
                    <a:pt x="536" y="575"/>
                  </a:cubicBezTo>
                  <a:cubicBezTo>
                    <a:pt x="536" y="575"/>
                    <a:pt x="536" y="574"/>
                    <a:pt x="536" y="573"/>
                  </a:cubicBezTo>
                  <a:cubicBezTo>
                    <a:pt x="536" y="573"/>
                    <a:pt x="536" y="572"/>
                    <a:pt x="536" y="571"/>
                  </a:cubicBezTo>
                  <a:cubicBezTo>
                    <a:pt x="536" y="570"/>
                    <a:pt x="536" y="570"/>
                    <a:pt x="536" y="569"/>
                  </a:cubicBezTo>
                  <a:cubicBezTo>
                    <a:pt x="536" y="568"/>
                    <a:pt x="536" y="567"/>
                    <a:pt x="536" y="567"/>
                  </a:cubicBezTo>
                  <a:cubicBezTo>
                    <a:pt x="536" y="566"/>
                    <a:pt x="536" y="565"/>
                    <a:pt x="536" y="565"/>
                  </a:cubicBezTo>
                  <a:cubicBezTo>
                    <a:pt x="536" y="564"/>
                    <a:pt x="536" y="563"/>
                    <a:pt x="536" y="562"/>
                  </a:cubicBezTo>
                  <a:cubicBezTo>
                    <a:pt x="536" y="562"/>
                    <a:pt x="536" y="561"/>
                    <a:pt x="536" y="560"/>
                  </a:cubicBezTo>
                  <a:cubicBezTo>
                    <a:pt x="536" y="560"/>
                    <a:pt x="536" y="559"/>
                    <a:pt x="536" y="558"/>
                  </a:cubicBezTo>
                  <a:cubicBezTo>
                    <a:pt x="536" y="558"/>
                    <a:pt x="536" y="557"/>
                    <a:pt x="536" y="556"/>
                  </a:cubicBezTo>
                  <a:cubicBezTo>
                    <a:pt x="536" y="555"/>
                    <a:pt x="536" y="555"/>
                    <a:pt x="536" y="555"/>
                  </a:cubicBezTo>
                  <a:cubicBezTo>
                    <a:pt x="537" y="554"/>
                    <a:pt x="537" y="553"/>
                    <a:pt x="537" y="552"/>
                  </a:cubicBezTo>
                  <a:cubicBezTo>
                    <a:pt x="537" y="551"/>
                    <a:pt x="537" y="551"/>
                    <a:pt x="537" y="551"/>
                  </a:cubicBezTo>
                  <a:cubicBezTo>
                    <a:pt x="537" y="550"/>
                    <a:pt x="537" y="549"/>
                    <a:pt x="537" y="548"/>
                  </a:cubicBezTo>
                  <a:cubicBezTo>
                    <a:pt x="538" y="506"/>
                    <a:pt x="537" y="511"/>
                    <a:pt x="549" y="506"/>
                  </a:cubicBezTo>
                  <a:cubicBezTo>
                    <a:pt x="561" y="502"/>
                    <a:pt x="571" y="493"/>
                    <a:pt x="581" y="487"/>
                  </a:cubicBezTo>
                  <a:cubicBezTo>
                    <a:pt x="592" y="481"/>
                    <a:pt x="592" y="472"/>
                    <a:pt x="600" y="470"/>
                  </a:cubicBezTo>
                  <a:cubicBezTo>
                    <a:pt x="608" y="469"/>
                    <a:pt x="618" y="466"/>
                    <a:pt x="626" y="453"/>
                  </a:cubicBezTo>
                  <a:cubicBezTo>
                    <a:pt x="634" y="440"/>
                    <a:pt x="647" y="451"/>
                    <a:pt x="657" y="452"/>
                  </a:cubicBezTo>
                  <a:cubicBezTo>
                    <a:pt x="667" y="454"/>
                    <a:pt x="673" y="448"/>
                    <a:pt x="681" y="440"/>
                  </a:cubicBezTo>
                  <a:cubicBezTo>
                    <a:pt x="688" y="431"/>
                    <a:pt x="716" y="430"/>
                    <a:pt x="730" y="430"/>
                  </a:cubicBezTo>
                  <a:cubicBezTo>
                    <a:pt x="744" y="430"/>
                    <a:pt x="754" y="424"/>
                    <a:pt x="757" y="418"/>
                  </a:cubicBezTo>
                  <a:cubicBezTo>
                    <a:pt x="759" y="411"/>
                    <a:pt x="765" y="404"/>
                    <a:pt x="771" y="394"/>
                  </a:cubicBezTo>
                  <a:cubicBezTo>
                    <a:pt x="777" y="384"/>
                    <a:pt x="789" y="380"/>
                    <a:pt x="798" y="378"/>
                  </a:cubicBezTo>
                  <a:cubicBezTo>
                    <a:pt x="807" y="376"/>
                    <a:pt x="816" y="378"/>
                    <a:pt x="823" y="368"/>
                  </a:cubicBezTo>
                  <a:cubicBezTo>
                    <a:pt x="831" y="359"/>
                    <a:pt x="842" y="362"/>
                    <a:pt x="851" y="358"/>
                  </a:cubicBezTo>
                  <a:cubicBezTo>
                    <a:pt x="861" y="355"/>
                    <a:pt x="856" y="346"/>
                    <a:pt x="852" y="342"/>
                  </a:cubicBezTo>
                  <a:cubicBezTo>
                    <a:pt x="848" y="338"/>
                    <a:pt x="849" y="327"/>
                    <a:pt x="848" y="322"/>
                  </a:cubicBezTo>
                  <a:cubicBezTo>
                    <a:pt x="847" y="316"/>
                    <a:pt x="847" y="307"/>
                    <a:pt x="853" y="306"/>
                  </a:cubicBezTo>
                  <a:cubicBezTo>
                    <a:pt x="859" y="304"/>
                    <a:pt x="877" y="310"/>
                    <a:pt x="881" y="302"/>
                  </a:cubicBezTo>
                  <a:cubicBezTo>
                    <a:pt x="886" y="295"/>
                    <a:pt x="899" y="295"/>
                    <a:pt x="900" y="288"/>
                  </a:cubicBezTo>
                  <a:cubicBezTo>
                    <a:pt x="901" y="282"/>
                    <a:pt x="914" y="277"/>
                    <a:pt x="921" y="272"/>
                  </a:cubicBezTo>
                  <a:cubicBezTo>
                    <a:pt x="929" y="268"/>
                    <a:pt x="949" y="270"/>
                    <a:pt x="961" y="276"/>
                  </a:cubicBezTo>
                  <a:cubicBezTo>
                    <a:pt x="972" y="282"/>
                    <a:pt x="988" y="278"/>
                    <a:pt x="1006" y="278"/>
                  </a:cubicBezTo>
                  <a:cubicBezTo>
                    <a:pt x="1024" y="279"/>
                    <a:pt x="1019" y="263"/>
                    <a:pt x="1021" y="253"/>
                  </a:cubicBezTo>
                  <a:cubicBezTo>
                    <a:pt x="1023" y="243"/>
                    <a:pt x="1015" y="240"/>
                    <a:pt x="1010" y="237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111" name="Freeform 110">
              <a:extLst>
                <a:ext uri="{FF2B5EF4-FFF2-40B4-BE49-F238E27FC236}">
                  <a16:creationId xmlns:a16="http://schemas.microsoft.com/office/drawing/2014/main" id="{5DC0FBBC-8221-9135-2007-2C75EC554232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1240" y="755914"/>
              <a:ext cx="707573" cy="633197"/>
            </a:xfrm>
            <a:custGeom>
              <a:avLst/>
              <a:gdLst>
                <a:gd name="T0" fmla="*/ 730 w 784"/>
                <a:gd name="T1" fmla="*/ 627 h 701"/>
                <a:gd name="T2" fmla="*/ 696 w 784"/>
                <a:gd name="T3" fmla="*/ 526 h 701"/>
                <a:gd name="T4" fmla="*/ 608 w 784"/>
                <a:gd name="T5" fmla="*/ 372 h 701"/>
                <a:gd name="T6" fmla="*/ 510 w 784"/>
                <a:gd name="T7" fmla="*/ 201 h 701"/>
                <a:gd name="T8" fmla="*/ 496 w 784"/>
                <a:gd name="T9" fmla="*/ 125 h 701"/>
                <a:gd name="T10" fmla="*/ 528 w 784"/>
                <a:gd name="T11" fmla="*/ 177 h 701"/>
                <a:gd name="T12" fmla="*/ 615 w 784"/>
                <a:gd name="T13" fmla="*/ 276 h 701"/>
                <a:gd name="T14" fmla="*/ 645 w 784"/>
                <a:gd name="T15" fmla="*/ 187 h 701"/>
                <a:gd name="T16" fmla="*/ 652 w 784"/>
                <a:gd name="T17" fmla="*/ 180 h 701"/>
                <a:gd name="T18" fmla="*/ 654 w 784"/>
                <a:gd name="T19" fmla="*/ 175 h 701"/>
                <a:gd name="T20" fmla="*/ 652 w 784"/>
                <a:gd name="T21" fmla="*/ 156 h 701"/>
                <a:gd name="T22" fmla="*/ 652 w 784"/>
                <a:gd name="T23" fmla="*/ 153 h 701"/>
                <a:gd name="T24" fmla="*/ 651 w 784"/>
                <a:gd name="T25" fmla="*/ 146 h 701"/>
                <a:gd name="T26" fmla="*/ 650 w 784"/>
                <a:gd name="T27" fmla="*/ 141 h 701"/>
                <a:gd name="T28" fmla="*/ 648 w 784"/>
                <a:gd name="T29" fmla="*/ 137 h 701"/>
                <a:gd name="T30" fmla="*/ 647 w 784"/>
                <a:gd name="T31" fmla="*/ 131 h 701"/>
                <a:gd name="T32" fmla="*/ 645 w 784"/>
                <a:gd name="T33" fmla="*/ 126 h 701"/>
                <a:gd name="T34" fmla="*/ 643 w 784"/>
                <a:gd name="T35" fmla="*/ 122 h 701"/>
                <a:gd name="T36" fmla="*/ 640 w 784"/>
                <a:gd name="T37" fmla="*/ 117 h 701"/>
                <a:gd name="T38" fmla="*/ 638 w 784"/>
                <a:gd name="T39" fmla="*/ 113 h 701"/>
                <a:gd name="T40" fmla="*/ 634 w 784"/>
                <a:gd name="T41" fmla="*/ 109 h 701"/>
                <a:gd name="T42" fmla="*/ 629 w 784"/>
                <a:gd name="T43" fmla="*/ 2 h 701"/>
                <a:gd name="T44" fmla="*/ 525 w 784"/>
                <a:gd name="T45" fmla="*/ 43 h 701"/>
                <a:gd name="T46" fmla="*/ 487 w 784"/>
                <a:gd name="T47" fmla="*/ 58 h 701"/>
                <a:gd name="T48" fmla="*/ 471 w 784"/>
                <a:gd name="T49" fmla="*/ 20 h 701"/>
                <a:gd name="T50" fmla="*/ 354 w 784"/>
                <a:gd name="T51" fmla="*/ 28 h 701"/>
                <a:gd name="T52" fmla="*/ 192 w 784"/>
                <a:gd name="T53" fmla="*/ 39 h 701"/>
                <a:gd name="T54" fmla="*/ 40 w 784"/>
                <a:gd name="T55" fmla="*/ 15 h 701"/>
                <a:gd name="T56" fmla="*/ 16 w 784"/>
                <a:gd name="T57" fmla="*/ 26 h 701"/>
                <a:gd name="T58" fmla="*/ 24 w 784"/>
                <a:gd name="T59" fmla="*/ 80 h 701"/>
                <a:gd name="T60" fmla="*/ 13 w 784"/>
                <a:gd name="T61" fmla="*/ 143 h 701"/>
                <a:gd name="T62" fmla="*/ 20 w 784"/>
                <a:gd name="T63" fmla="*/ 173 h 701"/>
                <a:gd name="T64" fmla="*/ 20 w 784"/>
                <a:gd name="T65" fmla="*/ 176 h 701"/>
                <a:gd name="T66" fmla="*/ 21 w 784"/>
                <a:gd name="T67" fmla="*/ 181 h 701"/>
                <a:gd name="T68" fmla="*/ 21 w 784"/>
                <a:gd name="T69" fmla="*/ 186 h 701"/>
                <a:gd name="T70" fmla="*/ 21 w 784"/>
                <a:gd name="T71" fmla="*/ 191 h 701"/>
                <a:gd name="T72" fmla="*/ 21 w 784"/>
                <a:gd name="T73" fmla="*/ 198 h 701"/>
                <a:gd name="T74" fmla="*/ 21 w 784"/>
                <a:gd name="T75" fmla="*/ 204 h 701"/>
                <a:gd name="T76" fmla="*/ 21 w 784"/>
                <a:gd name="T77" fmla="*/ 213 h 701"/>
                <a:gd name="T78" fmla="*/ 21 w 784"/>
                <a:gd name="T79" fmla="*/ 223 h 701"/>
                <a:gd name="T80" fmla="*/ 21 w 784"/>
                <a:gd name="T81" fmla="*/ 238 h 701"/>
                <a:gd name="T82" fmla="*/ 21 w 784"/>
                <a:gd name="T83" fmla="*/ 257 h 701"/>
                <a:gd name="T84" fmla="*/ 21 w 784"/>
                <a:gd name="T85" fmla="*/ 266 h 701"/>
                <a:gd name="T86" fmla="*/ 21 w 784"/>
                <a:gd name="T87" fmla="*/ 280 h 701"/>
                <a:gd name="T88" fmla="*/ 21 w 784"/>
                <a:gd name="T89" fmla="*/ 303 h 701"/>
                <a:gd name="T90" fmla="*/ 21 w 784"/>
                <a:gd name="T91" fmla="*/ 316 h 701"/>
                <a:gd name="T92" fmla="*/ 21 w 784"/>
                <a:gd name="T93" fmla="*/ 332 h 701"/>
                <a:gd name="T94" fmla="*/ 21 w 784"/>
                <a:gd name="T95" fmla="*/ 344 h 701"/>
                <a:gd name="T96" fmla="*/ 21 w 784"/>
                <a:gd name="T97" fmla="*/ 358 h 701"/>
                <a:gd name="T98" fmla="*/ 21 w 784"/>
                <a:gd name="T99" fmla="*/ 394 h 701"/>
                <a:gd name="T100" fmla="*/ 21 w 784"/>
                <a:gd name="T101" fmla="*/ 417 h 701"/>
                <a:gd name="T102" fmla="*/ 21 w 784"/>
                <a:gd name="T103" fmla="*/ 674 h 701"/>
                <a:gd name="T104" fmla="*/ 442 w 784"/>
                <a:gd name="T105" fmla="*/ 667 h 701"/>
                <a:gd name="T106" fmla="*/ 587 w 784"/>
                <a:gd name="T107" fmla="*/ 694 h 701"/>
                <a:gd name="connsiteX0" fmla="*/ 9949 w 9949"/>
                <a:gd name="connsiteY0" fmla="*/ 9586 h 9922"/>
                <a:gd name="connsiteX1" fmla="*/ 9809 w 9949"/>
                <a:gd name="connsiteY1" fmla="*/ 9372 h 9922"/>
                <a:gd name="connsiteX2" fmla="*/ 9260 w 9949"/>
                <a:gd name="connsiteY2" fmla="*/ 8915 h 9922"/>
                <a:gd name="connsiteX3" fmla="*/ 8890 w 9949"/>
                <a:gd name="connsiteY3" fmla="*/ 8487 h 9922"/>
                <a:gd name="connsiteX4" fmla="*/ 8788 w 9949"/>
                <a:gd name="connsiteY4" fmla="*/ 7860 h 9922"/>
                <a:gd name="connsiteX5" fmla="*/ 8827 w 9949"/>
                <a:gd name="connsiteY5" fmla="*/ 7475 h 9922"/>
                <a:gd name="connsiteX6" fmla="*/ 8431 w 9949"/>
                <a:gd name="connsiteY6" fmla="*/ 6990 h 9922"/>
                <a:gd name="connsiteX7" fmla="*/ 8087 w 9949"/>
                <a:gd name="connsiteY7" fmla="*/ 6077 h 9922"/>
                <a:gd name="connsiteX8" fmla="*/ 7704 w 9949"/>
                <a:gd name="connsiteY8" fmla="*/ 5278 h 9922"/>
                <a:gd name="connsiteX9" fmla="*/ 7258 w 9949"/>
                <a:gd name="connsiteY9" fmla="*/ 4208 h 9922"/>
                <a:gd name="connsiteX10" fmla="*/ 6888 w 9949"/>
                <a:gd name="connsiteY10" fmla="*/ 3552 h 9922"/>
                <a:gd name="connsiteX11" fmla="*/ 6454 w 9949"/>
                <a:gd name="connsiteY11" fmla="*/ 2838 h 9922"/>
                <a:gd name="connsiteX12" fmla="*/ 6378 w 9949"/>
                <a:gd name="connsiteY12" fmla="*/ 2339 h 9922"/>
                <a:gd name="connsiteX13" fmla="*/ 6263 w 9949"/>
                <a:gd name="connsiteY13" fmla="*/ 1868 h 9922"/>
                <a:gd name="connsiteX14" fmla="*/ 6276 w 9949"/>
                <a:gd name="connsiteY14" fmla="*/ 1754 h 9922"/>
                <a:gd name="connsiteX15" fmla="*/ 6403 w 9949"/>
                <a:gd name="connsiteY15" fmla="*/ 1825 h 9922"/>
                <a:gd name="connsiteX16" fmla="*/ 6441 w 9949"/>
                <a:gd name="connsiteY16" fmla="*/ 1954 h 9922"/>
                <a:gd name="connsiteX17" fmla="*/ 6684 w 9949"/>
                <a:gd name="connsiteY17" fmla="*/ 2496 h 9922"/>
                <a:gd name="connsiteX18" fmla="*/ 7015 w 9949"/>
                <a:gd name="connsiteY18" fmla="*/ 3223 h 9922"/>
                <a:gd name="connsiteX19" fmla="*/ 7475 w 9949"/>
                <a:gd name="connsiteY19" fmla="*/ 3766 h 9922"/>
                <a:gd name="connsiteX20" fmla="*/ 7793 w 9949"/>
                <a:gd name="connsiteY20" fmla="*/ 3908 h 9922"/>
                <a:gd name="connsiteX21" fmla="*/ 7959 w 9949"/>
                <a:gd name="connsiteY21" fmla="*/ 3523 h 9922"/>
                <a:gd name="connsiteX22" fmla="*/ 8036 w 9949"/>
                <a:gd name="connsiteY22" fmla="*/ 3095 h 9922"/>
                <a:gd name="connsiteX23" fmla="*/ 8176 w 9949"/>
                <a:gd name="connsiteY23" fmla="*/ 2639 h 9922"/>
                <a:gd name="connsiteX24" fmla="*/ 8227 w 9949"/>
                <a:gd name="connsiteY24" fmla="*/ 2639 h 9922"/>
                <a:gd name="connsiteX25" fmla="*/ 8253 w 9949"/>
                <a:gd name="connsiteY25" fmla="*/ 2567 h 9922"/>
                <a:gd name="connsiteX26" fmla="*/ 8265 w 9949"/>
                <a:gd name="connsiteY26" fmla="*/ 2539 h 9922"/>
                <a:gd name="connsiteX27" fmla="*/ 8278 w 9949"/>
                <a:gd name="connsiteY27" fmla="*/ 2510 h 9922"/>
                <a:gd name="connsiteX28" fmla="*/ 8278 w 9949"/>
                <a:gd name="connsiteY28" fmla="*/ 2482 h 9922"/>
                <a:gd name="connsiteX29" fmla="*/ 8291 w 9949"/>
                <a:gd name="connsiteY29" fmla="*/ 2467 h 9922"/>
                <a:gd name="connsiteX30" fmla="*/ 8291 w 9949"/>
                <a:gd name="connsiteY30" fmla="*/ 2425 h 9922"/>
                <a:gd name="connsiteX31" fmla="*/ 8265 w 9949"/>
                <a:gd name="connsiteY31" fmla="*/ 2211 h 9922"/>
                <a:gd name="connsiteX32" fmla="*/ 8265 w 9949"/>
                <a:gd name="connsiteY32" fmla="*/ 2196 h 9922"/>
                <a:gd name="connsiteX33" fmla="*/ 8265 w 9949"/>
                <a:gd name="connsiteY33" fmla="*/ 2182 h 9922"/>
                <a:gd name="connsiteX34" fmla="*/ 8265 w 9949"/>
                <a:gd name="connsiteY34" fmla="*/ 2168 h 9922"/>
                <a:gd name="connsiteX35" fmla="*/ 8265 w 9949"/>
                <a:gd name="connsiteY35" fmla="*/ 2154 h 9922"/>
                <a:gd name="connsiteX36" fmla="*/ 8253 w 9949"/>
                <a:gd name="connsiteY36" fmla="*/ 2125 h 9922"/>
                <a:gd name="connsiteX37" fmla="*/ 8253 w 9949"/>
                <a:gd name="connsiteY37" fmla="*/ 2097 h 9922"/>
                <a:gd name="connsiteX38" fmla="*/ 8253 w 9949"/>
                <a:gd name="connsiteY38" fmla="*/ 2054 h 9922"/>
                <a:gd name="connsiteX39" fmla="*/ 8240 w 9949"/>
                <a:gd name="connsiteY39" fmla="*/ 2025 h 9922"/>
                <a:gd name="connsiteX40" fmla="*/ 8240 w 9949"/>
                <a:gd name="connsiteY40" fmla="*/ 2011 h 9922"/>
                <a:gd name="connsiteX41" fmla="*/ 8240 w 9949"/>
                <a:gd name="connsiteY41" fmla="*/ 1982 h 9922"/>
                <a:gd name="connsiteX42" fmla="*/ 8227 w 9949"/>
                <a:gd name="connsiteY42" fmla="*/ 1968 h 9922"/>
                <a:gd name="connsiteX43" fmla="*/ 8227 w 9949"/>
                <a:gd name="connsiteY43" fmla="*/ 1940 h 9922"/>
                <a:gd name="connsiteX44" fmla="*/ 8214 w 9949"/>
                <a:gd name="connsiteY44" fmla="*/ 1925 h 9922"/>
                <a:gd name="connsiteX45" fmla="*/ 8214 w 9949"/>
                <a:gd name="connsiteY45" fmla="*/ 1897 h 9922"/>
                <a:gd name="connsiteX46" fmla="*/ 8202 w 9949"/>
                <a:gd name="connsiteY46" fmla="*/ 1868 h 9922"/>
                <a:gd name="connsiteX47" fmla="*/ 8202 w 9949"/>
                <a:gd name="connsiteY47" fmla="*/ 1840 h 9922"/>
                <a:gd name="connsiteX48" fmla="*/ 8189 w 9949"/>
                <a:gd name="connsiteY48" fmla="*/ 1825 h 9922"/>
                <a:gd name="connsiteX49" fmla="*/ 8189 w 9949"/>
                <a:gd name="connsiteY49" fmla="*/ 1797 h 9922"/>
                <a:gd name="connsiteX50" fmla="*/ 8176 w 9949"/>
                <a:gd name="connsiteY50" fmla="*/ 1768 h 9922"/>
                <a:gd name="connsiteX51" fmla="*/ 8163 w 9949"/>
                <a:gd name="connsiteY51" fmla="*/ 1754 h 9922"/>
                <a:gd name="connsiteX52" fmla="*/ 8163 w 9949"/>
                <a:gd name="connsiteY52" fmla="*/ 1726 h 9922"/>
                <a:gd name="connsiteX53" fmla="*/ 8151 w 9949"/>
                <a:gd name="connsiteY53" fmla="*/ 1711 h 9922"/>
                <a:gd name="connsiteX54" fmla="*/ 8138 w 9949"/>
                <a:gd name="connsiteY54" fmla="*/ 1683 h 9922"/>
                <a:gd name="connsiteX55" fmla="*/ 8125 w 9949"/>
                <a:gd name="connsiteY55" fmla="*/ 1669 h 9922"/>
                <a:gd name="connsiteX56" fmla="*/ 8112 w 9949"/>
                <a:gd name="connsiteY56" fmla="*/ 1640 h 9922"/>
                <a:gd name="connsiteX57" fmla="*/ 8112 w 9949"/>
                <a:gd name="connsiteY57" fmla="*/ 1626 h 9922"/>
                <a:gd name="connsiteX58" fmla="*/ 8100 w 9949"/>
                <a:gd name="connsiteY58" fmla="*/ 1597 h 9922"/>
                <a:gd name="connsiteX59" fmla="*/ 8087 w 9949"/>
                <a:gd name="connsiteY59" fmla="*/ 1583 h 9922"/>
                <a:gd name="connsiteX60" fmla="*/ 8074 w 9949"/>
                <a:gd name="connsiteY60" fmla="*/ 1569 h 9922"/>
                <a:gd name="connsiteX61" fmla="*/ 8061 w 9949"/>
                <a:gd name="connsiteY61" fmla="*/ 1554 h 9922"/>
                <a:gd name="connsiteX62" fmla="*/ 8036 w 9949"/>
                <a:gd name="connsiteY62" fmla="*/ 1526 h 9922"/>
                <a:gd name="connsiteX63" fmla="*/ 7870 w 9949"/>
                <a:gd name="connsiteY63" fmla="*/ 898 h 9922"/>
                <a:gd name="connsiteX64" fmla="*/ 7921 w 9949"/>
                <a:gd name="connsiteY64" fmla="*/ 342 h 9922"/>
                <a:gd name="connsiteX65" fmla="*/ 7972 w 9949"/>
                <a:gd name="connsiteY65" fmla="*/ 0 h 9922"/>
                <a:gd name="connsiteX66" fmla="*/ 7653 w 9949"/>
                <a:gd name="connsiteY66" fmla="*/ 442 h 9922"/>
                <a:gd name="connsiteX67" fmla="*/ 7079 w 9949"/>
                <a:gd name="connsiteY67" fmla="*/ 542 h 9922"/>
                <a:gd name="connsiteX68" fmla="*/ 6645 w 9949"/>
                <a:gd name="connsiteY68" fmla="*/ 584 h 9922"/>
                <a:gd name="connsiteX69" fmla="*/ 6301 w 9949"/>
                <a:gd name="connsiteY69" fmla="*/ 542 h 9922"/>
                <a:gd name="connsiteX70" fmla="*/ 6225 w 9949"/>
                <a:gd name="connsiteY70" fmla="*/ 784 h 9922"/>
                <a:gd name="connsiteX71" fmla="*/ 6161 w 9949"/>
                <a:gd name="connsiteY71" fmla="*/ 798 h 9922"/>
                <a:gd name="connsiteX72" fmla="*/ 6097 w 9949"/>
                <a:gd name="connsiteY72" fmla="*/ 684 h 9922"/>
                <a:gd name="connsiteX73" fmla="*/ 5880 w 9949"/>
                <a:gd name="connsiteY73" fmla="*/ 527 h 9922"/>
                <a:gd name="connsiteX74" fmla="*/ 5957 w 9949"/>
                <a:gd name="connsiteY74" fmla="*/ 256 h 9922"/>
                <a:gd name="connsiteX75" fmla="*/ 5612 w 9949"/>
                <a:gd name="connsiteY75" fmla="*/ 299 h 9922"/>
                <a:gd name="connsiteX76" fmla="*/ 5166 w 9949"/>
                <a:gd name="connsiteY76" fmla="*/ 114 h 9922"/>
                <a:gd name="connsiteX77" fmla="*/ 4464 w 9949"/>
                <a:gd name="connsiteY77" fmla="*/ 370 h 9922"/>
                <a:gd name="connsiteX78" fmla="*/ 3941 w 9949"/>
                <a:gd name="connsiteY78" fmla="*/ 741 h 9922"/>
                <a:gd name="connsiteX79" fmla="*/ 3393 w 9949"/>
                <a:gd name="connsiteY79" fmla="*/ 827 h 9922"/>
                <a:gd name="connsiteX80" fmla="*/ 2398 w 9949"/>
                <a:gd name="connsiteY80" fmla="*/ 527 h 9922"/>
                <a:gd name="connsiteX81" fmla="*/ 1467 w 9949"/>
                <a:gd name="connsiteY81" fmla="*/ 156 h 9922"/>
                <a:gd name="connsiteX82" fmla="*/ 829 w 9949"/>
                <a:gd name="connsiteY82" fmla="*/ 85 h 9922"/>
                <a:gd name="connsiteX83" fmla="*/ 459 w 9949"/>
                <a:gd name="connsiteY83" fmla="*/ 185 h 9922"/>
                <a:gd name="connsiteX84" fmla="*/ 319 w 9949"/>
                <a:gd name="connsiteY84" fmla="*/ 71 h 9922"/>
                <a:gd name="connsiteX85" fmla="*/ 268 w 9949"/>
                <a:gd name="connsiteY85" fmla="*/ 171 h 9922"/>
                <a:gd name="connsiteX86" fmla="*/ 153 w 9949"/>
                <a:gd name="connsiteY86" fmla="*/ 342 h 9922"/>
                <a:gd name="connsiteX87" fmla="*/ 89 w 9949"/>
                <a:gd name="connsiteY87" fmla="*/ 599 h 9922"/>
                <a:gd name="connsiteX88" fmla="*/ 204 w 9949"/>
                <a:gd name="connsiteY88" fmla="*/ 884 h 9922"/>
                <a:gd name="connsiteX89" fmla="*/ 255 w 9949"/>
                <a:gd name="connsiteY89" fmla="*/ 1112 h 9922"/>
                <a:gd name="connsiteX90" fmla="*/ 153 w 9949"/>
                <a:gd name="connsiteY90" fmla="*/ 1383 h 9922"/>
                <a:gd name="connsiteX91" fmla="*/ 13 w 9949"/>
                <a:gd name="connsiteY91" fmla="*/ 1669 h 9922"/>
                <a:gd name="connsiteX92" fmla="*/ 115 w 9949"/>
                <a:gd name="connsiteY92" fmla="*/ 2011 h 9922"/>
                <a:gd name="connsiteX93" fmla="*/ 204 w 9949"/>
                <a:gd name="connsiteY93" fmla="*/ 2410 h 9922"/>
                <a:gd name="connsiteX94" fmla="*/ 204 w 9949"/>
                <a:gd name="connsiteY94" fmla="*/ 2425 h 9922"/>
                <a:gd name="connsiteX95" fmla="*/ 204 w 9949"/>
                <a:gd name="connsiteY95" fmla="*/ 2439 h 9922"/>
                <a:gd name="connsiteX96" fmla="*/ 204 w 9949"/>
                <a:gd name="connsiteY96" fmla="*/ 2453 h 9922"/>
                <a:gd name="connsiteX97" fmla="*/ 204 w 9949"/>
                <a:gd name="connsiteY97" fmla="*/ 2467 h 9922"/>
                <a:gd name="connsiteX98" fmla="*/ 204 w 9949"/>
                <a:gd name="connsiteY98" fmla="*/ 2482 h 9922"/>
                <a:gd name="connsiteX99" fmla="*/ 204 w 9949"/>
                <a:gd name="connsiteY99" fmla="*/ 2510 h 9922"/>
                <a:gd name="connsiteX100" fmla="*/ 217 w 9949"/>
                <a:gd name="connsiteY100" fmla="*/ 2539 h 9922"/>
                <a:gd name="connsiteX101" fmla="*/ 217 w 9949"/>
                <a:gd name="connsiteY101" fmla="*/ 2553 h 9922"/>
                <a:gd name="connsiteX102" fmla="*/ 217 w 9949"/>
                <a:gd name="connsiteY102" fmla="*/ 2582 h 9922"/>
                <a:gd name="connsiteX103" fmla="*/ 217 w 9949"/>
                <a:gd name="connsiteY103" fmla="*/ 2596 h 9922"/>
                <a:gd name="connsiteX104" fmla="*/ 217 w 9949"/>
                <a:gd name="connsiteY104" fmla="*/ 2624 h 9922"/>
                <a:gd name="connsiteX105" fmla="*/ 217 w 9949"/>
                <a:gd name="connsiteY105" fmla="*/ 2653 h 9922"/>
                <a:gd name="connsiteX106" fmla="*/ 217 w 9949"/>
                <a:gd name="connsiteY106" fmla="*/ 2681 h 9922"/>
                <a:gd name="connsiteX107" fmla="*/ 217 w 9949"/>
                <a:gd name="connsiteY107" fmla="*/ 2696 h 9922"/>
                <a:gd name="connsiteX108" fmla="*/ 217 w 9949"/>
                <a:gd name="connsiteY108" fmla="*/ 2738 h 9922"/>
                <a:gd name="connsiteX109" fmla="*/ 217 w 9949"/>
                <a:gd name="connsiteY109" fmla="*/ 2767 h 9922"/>
                <a:gd name="connsiteX110" fmla="*/ 217 w 9949"/>
                <a:gd name="connsiteY110" fmla="*/ 2796 h 9922"/>
                <a:gd name="connsiteX111" fmla="*/ 217 w 9949"/>
                <a:gd name="connsiteY111" fmla="*/ 2824 h 9922"/>
                <a:gd name="connsiteX112" fmla="*/ 217 w 9949"/>
                <a:gd name="connsiteY112" fmla="*/ 2867 h 9922"/>
                <a:gd name="connsiteX113" fmla="*/ 217 w 9949"/>
                <a:gd name="connsiteY113" fmla="*/ 2881 h 9922"/>
                <a:gd name="connsiteX114" fmla="*/ 217 w 9949"/>
                <a:gd name="connsiteY114" fmla="*/ 2938 h 9922"/>
                <a:gd name="connsiteX115" fmla="*/ 217 w 9949"/>
                <a:gd name="connsiteY115" fmla="*/ 2981 h 9922"/>
                <a:gd name="connsiteX116" fmla="*/ 217 w 9949"/>
                <a:gd name="connsiteY116" fmla="*/ 3010 h 9922"/>
                <a:gd name="connsiteX117" fmla="*/ 217 w 9949"/>
                <a:gd name="connsiteY117" fmla="*/ 3038 h 9922"/>
                <a:gd name="connsiteX118" fmla="*/ 217 w 9949"/>
                <a:gd name="connsiteY118" fmla="*/ 3081 h 9922"/>
                <a:gd name="connsiteX119" fmla="*/ 217 w 9949"/>
                <a:gd name="connsiteY119" fmla="*/ 3152 h 9922"/>
                <a:gd name="connsiteX120" fmla="*/ 217 w 9949"/>
                <a:gd name="connsiteY120" fmla="*/ 3166 h 9922"/>
                <a:gd name="connsiteX121" fmla="*/ 217 w 9949"/>
                <a:gd name="connsiteY121" fmla="*/ 3352 h 9922"/>
                <a:gd name="connsiteX122" fmla="*/ 217 w 9949"/>
                <a:gd name="connsiteY122" fmla="*/ 3366 h 9922"/>
                <a:gd name="connsiteX123" fmla="*/ 217 w 9949"/>
                <a:gd name="connsiteY123" fmla="*/ 3423 h 9922"/>
                <a:gd name="connsiteX124" fmla="*/ 217 w 9949"/>
                <a:gd name="connsiteY124" fmla="*/ 3452 h 9922"/>
                <a:gd name="connsiteX125" fmla="*/ 217 w 9949"/>
                <a:gd name="connsiteY125" fmla="*/ 3637 h 9922"/>
                <a:gd name="connsiteX126" fmla="*/ 217 w 9949"/>
                <a:gd name="connsiteY126" fmla="*/ 3651 h 9922"/>
                <a:gd name="connsiteX127" fmla="*/ 217 w 9949"/>
                <a:gd name="connsiteY127" fmla="*/ 3709 h 9922"/>
                <a:gd name="connsiteX128" fmla="*/ 217 w 9949"/>
                <a:gd name="connsiteY128" fmla="*/ 3766 h 9922"/>
                <a:gd name="connsiteX129" fmla="*/ 217 w 9949"/>
                <a:gd name="connsiteY129" fmla="*/ 3851 h 9922"/>
                <a:gd name="connsiteX130" fmla="*/ 217 w 9949"/>
                <a:gd name="connsiteY130" fmla="*/ 3880 h 9922"/>
                <a:gd name="connsiteX131" fmla="*/ 217 w 9949"/>
                <a:gd name="connsiteY131" fmla="*/ 3965 h 9922"/>
                <a:gd name="connsiteX132" fmla="*/ 217 w 9949"/>
                <a:gd name="connsiteY132" fmla="*/ 4194 h 9922"/>
                <a:gd name="connsiteX133" fmla="*/ 217 w 9949"/>
                <a:gd name="connsiteY133" fmla="*/ 4222 h 9922"/>
                <a:gd name="connsiteX134" fmla="*/ 217 w 9949"/>
                <a:gd name="connsiteY134" fmla="*/ 4293 h 9922"/>
                <a:gd name="connsiteX135" fmla="*/ 217 w 9949"/>
                <a:gd name="connsiteY135" fmla="*/ 4393 h 9922"/>
                <a:gd name="connsiteX136" fmla="*/ 217 w 9949"/>
                <a:gd name="connsiteY136" fmla="*/ 4436 h 9922"/>
                <a:gd name="connsiteX137" fmla="*/ 217 w 9949"/>
                <a:gd name="connsiteY137" fmla="*/ 4479 h 9922"/>
                <a:gd name="connsiteX138" fmla="*/ 217 w 9949"/>
                <a:gd name="connsiteY138" fmla="*/ 4550 h 9922"/>
                <a:gd name="connsiteX139" fmla="*/ 217 w 9949"/>
                <a:gd name="connsiteY139" fmla="*/ 4593 h 9922"/>
                <a:gd name="connsiteX140" fmla="*/ 217 w 9949"/>
                <a:gd name="connsiteY140" fmla="*/ 4707 h 9922"/>
                <a:gd name="connsiteX141" fmla="*/ 217 w 9949"/>
                <a:gd name="connsiteY141" fmla="*/ 4764 h 9922"/>
                <a:gd name="connsiteX142" fmla="*/ 217 w 9949"/>
                <a:gd name="connsiteY142" fmla="*/ 4807 h 9922"/>
                <a:gd name="connsiteX143" fmla="*/ 217 w 9949"/>
                <a:gd name="connsiteY143" fmla="*/ 4878 h 9922"/>
                <a:gd name="connsiteX144" fmla="*/ 217 w 9949"/>
                <a:gd name="connsiteY144" fmla="*/ 4935 h 9922"/>
                <a:gd name="connsiteX145" fmla="*/ 217 w 9949"/>
                <a:gd name="connsiteY145" fmla="*/ 4964 h 9922"/>
                <a:gd name="connsiteX146" fmla="*/ 217 w 9949"/>
                <a:gd name="connsiteY146" fmla="*/ 5078 h 9922"/>
                <a:gd name="connsiteX147" fmla="*/ 217 w 9949"/>
                <a:gd name="connsiteY147" fmla="*/ 5306 h 9922"/>
                <a:gd name="connsiteX148" fmla="*/ 217 w 9949"/>
                <a:gd name="connsiteY148" fmla="*/ 5335 h 9922"/>
                <a:gd name="connsiteX149" fmla="*/ 217 w 9949"/>
                <a:gd name="connsiteY149" fmla="*/ 5592 h 9922"/>
                <a:gd name="connsiteX150" fmla="*/ 217 w 9949"/>
                <a:gd name="connsiteY150" fmla="*/ 5620 h 9922"/>
                <a:gd name="connsiteX151" fmla="*/ 217 w 9949"/>
                <a:gd name="connsiteY151" fmla="*/ 5848 h 9922"/>
                <a:gd name="connsiteX152" fmla="*/ 217 w 9949"/>
                <a:gd name="connsiteY152" fmla="*/ 5920 h 9922"/>
                <a:gd name="connsiteX153" fmla="*/ 217 w 9949"/>
                <a:gd name="connsiteY153" fmla="*/ 6034 h 9922"/>
                <a:gd name="connsiteX154" fmla="*/ 217 w 9949"/>
                <a:gd name="connsiteY154" fmla="*/ 6048 h 9922"/>
                <a:gd name="connsiteX155" fmla="*/ 217 w 9949"/>
                <a:gd name="connsiteY155" fmla="*/ 9586 h 9922"/>
                <a:gd name="connsiteX156" fmla="*/ 5242 w 9949"/>
                <a:gd name="connsiteY156" fmla="*/ 9586 h 9922"/>
                <a:gd name="connsiteX157" fmla="*/ 5395 w 9949"/>
                <a:gd name="connsiteY157" fmla="*/ 9500 h 9922"/>
                <a:gd name="connsiteX158" fmla="*/ 5676 w 9949"/>
                <a:gd name="connsiteY158" fmla="*/ 7993 h 9922"/>
                <a:gd name="connsiteX159" fmla="*/ 5969 w 9949"/>
                <a:gd name="connsiteY159" fmla="*/ 9629 h 9922"/>
                <a:gd name="connsiteX160" fmla="*/ 7054 w 9949"/>
                <a:gd name="connsiteY160" fmla="*/ 9743 h 9922"/>
                <a:gd name="connsiteX161" fmla="*/ 7436 w 9949"/>
                <a:gd name="connsiteY161" fmla="*/ 9871 h 9922"/>
                <a:gd name="connsiteX162" fmla="*/ 7589 w 9949"/>
                <a:gd name="connsiteY162" fmla="*/ 9586 h 9922"/>
                <a:gd name="connsiteX163" fmla="*/ 9949 w 9949"/>
                <a:gd name="connsiteY163" fmla="*/ 9586 h 9922"/>
                <a:gd name="connsiteX0" fmla="*/ 10000 w 10000"/>
                <a:gd name="connsiteY0" fmla="*/ 9661 h 10000"/>
                <a:gd name="connsiteX1" fmla="*/ 9859 w 10000"/>
                <a:gd name="connsiteY1" fmla="*/ 9446 h 10000"/>
                <a:gd name="connsiteX2" fmla="*/ 9307 w 10000"/>
                <a:gd name="connsiteY2" fmla="*/ 8985 h 10000"/>
                <a:gd name="connsiteX3" fmla="*/ 8936 w 10000"/>
                <a:gd name="connsiteY3" fmla="*/ 8554 h 10000"/>
                <a:gd name="connsiteX4" fmla="*/ 8833 w 10000"/>
                <a:gd name="connsiteY4" fmla="*/ 7922 h 10000"/>
                <a:gd name="connsiteX5" fmla="*/ 8872 w 10000"/>
                <a:gd name="connsiteY5" fmla="*/ 7534 h 10000"/>
                <a:gd name="connsiteX6" fmla="*/ 8474 w 10000"/>
                <a:gd name="connsiteY6" fmla="*/ 7045 h 10000"/>
                <a:gd name="connsiteX7" fmla="*/ 8128 w 10000"/>
                <a:gd name="connsiteY7" fmla="*/ 6125 h 10000"/>
                <a:gd name="connsiteX8" fmla="*/ 7743 w 10000"/>
                <a:gd name="connsiteY8" fmla="*/ 5319 h 10000"/>
                <a:gd name="connsiteX9" fmla="*/ 7295 w 10000"/>
                <a:gd name="connsiteY9" fmla="*/ 4241 h 10000"/>
                <a:gd name="connsiteX10" fmla="*/ 6923 w 10000"/>
                <a:gd name="connsiteY10" fmla="*/ 3580 h 10000"/>
                <a:gd name="connsiteX11" fmla="*/ 6487 w 10000"/>
                <a:gd name="connsiteY11" fmla="*/ 2860 h 10000"/>
                <a:gd name="connsiteX12" fmla="*/ 6411 w 10000"/>
                <a:gd name="connsiteY12" fmla="*/ 2357 h 10000"/>
                <a:gd name="connsiteX13" fmla="*/ 6295 w 10000"/>
                <a:gd name="connsiteY13" fmla="*/ 1883 h 10000"/>
                <a:gd name="connsiteX14" fmla="*/ 6308 w 10000"/>
                <a:gd name="connsiteY14" fmla="*/ 1768 h 10000"/>
                <a:gd name="connsiteX15" fmla="*/ 6436 w 10000"/>
                <a:gd name="connsiteY15" fmla="*/ 1839 h 10000"/>
                <a:gd name="connsiteX16" fmla="*/ 6474 w 10000"/>
                <a:gd name="connsiteY16" fmla="*/ 1969 h 10000"/>
                <a:gd name="connsiteX17" fmla="*/ 6718 w 10000"/>
                <a:gd name="connsiteY17" fmla="*/ 2516 h 10000"/>
                <a:gd name="connsiteX18" fmla="*/ 7051 w 10000"/>
                <a:gd name="connsiteY18" fmla="*/ 3248 h 10000"/>
                <a:gd name="connsiteX19" fmla="*/ 7513 w 10000"/>
                <a:gd name="connsiteY19" fmla="*/ 3796 h 10000"/>
                <a:gd name="connsiteX20" fmla="*/ 7833 w 10000"/>
                <a:gd name="connsiteY20" fmla="*/ 3939 h 10000"/>
                <a:gd name="connsiteX21" fmla="*/ 8000 w 10000"/>
                <a:gd name="connsiteY21" fmla="*/ 3551 h 10000"/>
                <a:gd name="connsiteX22" fmla="*/ 8077 w 10000"/>
                <a:gd name="connsiteY22" fmla="*/ 3119 h 10000"/>
                <a:gd name="connsiteX23" fmla="*/ 8218 w 10000"/>
                <a:gd name="connsiteY23" fmla="*/ 2660 h 10000"/>
                <a:gd name="connsiteX24" fmla="*/ 8269 w 10000"/>
                <a:gd name="connsiteY24" fmla="*/ 2660 h 10000"/>
                <a:gd name="connsiteX25" fmla="*/ 8295 w 10000"/>
                <a:gd name="connsiteY25" fmla="*/ 2587 h 10000"/>
                <a:gd name="connsiteX26" fmla="*/ 8307 w 10000"/>
                <a:gd name="connsiteY26" fmla="*/ 2559 h 10000"/>
                <a:gd name="connsiteX27" fmla="*/ 8320 w 10000"/>
                <a:gd name="connsiteY27" fmla="*/ 2530 h 10000"/>
                <a:gd name="connsiteX28" fmla="*/ 8320 w 10000"/>
                <a:gd name="connsiteY28" fmla="*/ 2502 h 10000"/>
                <a:gd name="connsiteX29" fmla="*/ 8334 w 10000"/>
                <a:gd name="connsiteY29" fmla="*/ 2486 h 10000"/>
                <a:gd name="connsiteX30" fmla="*/ 8334 w 10000"/>
                <a:gd name="connsiteY30" fmla="*/ 2444 h 10000"/>
                <a:gd name="connsiteX31" fmla="*/ 8307 w 10000"/>
                <a:gd name="connsiteY31" fmla="*/ 2228 h 10000"/>
                <a:gd name="connsiteX32" fmla="*/ 8307 w 10000"/>
                <a:gd name="connsiteY32" fmla="*/ 2213 h 10000"/>
                <a:gd name="connsiteX33" fmla="*/ 8307 w 10000"/>
                <a:gd name="connsiteY33" fmla="*/ 2199 h 10000"/>
                <a:gd name="connsiteX34" fmla="*/ 8307 w 10000"/>
                <a:gd name="connsiteY34" fmla="*/ 2185 h 10000"/>
                <a:gd name="connsiteX35" fmla="*/ 8307 w 10000"/>
                <a:gd name="connsiteY35" fmla="*/ 2171 h 10000"/>
                <a:gd name="connsiteX36" fmla="*/ 8295 w 10000"/>
                <a:gd name="connsiteY36" fmla="*/ 2142 h 10000"/>
                <a:gd name="connsiteX37" fmla="*/ 8295 w 10000"/>
                <a:gd name="connsiteY37" fmla="*/ 2113 h 10000"/>
                <a:gd name="connsiteX38" fmla="*/ 8295 w 10000"/>
                <a:gd name="connsiteY38" fmla="*/ 2070 h 10000"/>
                <a:gd name="connsiteX39" fmla="*/ 8282 w 10000"/>
                <a:gd name="connsiteY39" fmla="*/ 2041 h 10000"/>
                <a:gd name="connsiteX40" fmla="*/ 8282 w 10000"/>
                <a:gd name="connsiteY40" fmla="*/ 2027 h 10000"/>
                <a:gd name="connsiteX41" fmla="*/ 8282 w 10000"/>
                <a:gd name="connsiteY41" fmla="*/ 1998 h 10000"/>
                <a:gd name="connsiteX42" fmla="*/ 8269 w 10000"/>
                <a:gd name="connsiteY42" fmla="*/ 1983 h 10000"/>
                <a:gd name="connsiteX43" fmla="*/ 8269 w 10000"/>
                <a:gd name="connsiteY43" fmla="*/ 1955 h 10000"/>
                <a:gd name="connsiteX44" fmla="*/ 8256 w 10000"/>
                <a:gd name="connsiteY44" fmla="*/ 1940 h 10000"/>
                <a:gd name="connsiteX45" fmla="*/ 8256 w 10000"/>
                <a:gd name="connsiteY45" fmla="*/ 1912 h 10000"/>
                <a:gd name="connsiteX46" fmla="*/ 8244 w 10000"/>
                <a:gd name="connsiteY46" fmla="*/ 1883 h 10000"/>
                <a:gd name="connsiteX47" fmla="*/ 8244 w 10000"/>
                <a:gd name="connsiteY47" fmla="*/ 1854 h 10000"/>
                <a:gd name="connsiteX48" fmla="*/ 8231 w 10000"/>
                <a:gd name="connsiteY48" fmla="*/ 1839 h 10000"/>
                <a:gd name="connsiteX49" fmla="*/ 8231 w 10000"/>
                <a:gd name="connsiteY49" fmla="*/ 1811 h 10000"/>
                <a:gd name="connsiteX50" fmla="*/ 8218 w 10000"/>
                <a:gd name="connsiteY50" fmla="*/ 1782 h 10000"/>
                <a:gd name="connsiteX51" fmla="*/ 8205 w 10000"/>
                <a:gd name="connsiteY51" fmla="*/ 1768 h 10000"/>
                <a:gd name="connsiteX52" fmla="*/ 8205 w 10000"/>
                <a:gd name="connsiteY52" fmla="*/ 1740 h 10000"/>
                <a:gd name="connsiteX53" fmla="*/ 8193 w 10000"/>
                <a:gd name="connsiteY53" fmla="*/ 1724 h 10000"/>
                <a:gd name="connsiteX54" fmla="*/ 8180 w 10000"/>
                <a:gd name="connsiteY54" fmla="*/ 1696 h 10000"/>
                <a:gd name="connsiteX55" fmla="*/ 8167 w 10000"/>
                <a:gd name="connsiteY55" fmla="*/ 1682 h 10000"/>
                <a:gd name="connsiteX56" fmla="*/ 8154 w 10000"/>
                <a:gd name="connsiteY56" fmla="*/ 1653 h 10000"/>
                <a:gd name="connsiteX57" fmla="*/ 8154 w 10000"/>
                <a:gd name="connsiteY57" fmla="*/ 1639 h 10000"/>
                <a:gd name="connsiteX58" fmla="*/ 8142 w 10000"/>
                <a:gd name="connsiteY58" fmla="*/ 1610 h 10000"/>
                <a:gd name="connsiteX59" fmla="*/ 8128 w 10000"/>
                <a:gd name="connsiteY59" fmla="*/ 1595 h 10000"/>
                <a:gd name="connsiteX60" fmla="*/ 8115 w 10000"/>
                <a:gd name="connsiteY60" fmla="*/ 1581 h 10000"/>
                <a:gd name="connsiteX61" fmla="*/ 8102 w 10000"/>
                <a:gd name="connsiteY61" fmla="*/ 1566 h 10000"/>
                <a:gd name="connsiteX62" fmla="*/ 8077 w 10000"/>
                <a:gd name="connsiteY62" fmla="*/ 1538 h 10000"/>
                <a:gd name="connsiteX63" fmla="*/ 7910 w 10000"/>
                <a:gd name="connsiteY63" fmla="*/ 905 h 10000"/>
                <a:gd name="connsiteX64" fmla="*/ 7962 w 10000"/>
                <a:gd name="connsiteY64" fmla="*/ 345 h 10000"/>
                <a:gd name="connsiteX65" fmla="*/ 8013 w 10000"/>
                <a:gd name="connsiteY65" fmla="*/ 0 h 10000"/>
                <a:gd name="connsiteX66" fmla="*/ 7692 w 10000"/>
                <a:gd name="connsiteY66" fmla="*/ 445 h 10000"/>
                <a:gd name="connsiteX67" fmla="*/ 7115 w 10000"/>
                <a:gd name="connsiteY67" fmla="*/ 546 h 10000"/>
                <a:gd name="connsiteX68" fmla="*/ 6679 w 10000"/>
                <a:gd name="connsiteY68" fmla="*/ 589 h 10000"/>
                <a:gd name="connsiteX69" fmla="*/ 6333 w 10000"/>
                <a:gd name="connsiteY69" fmla="*/ 546 h 10000"/>
                <a:gd name="connsiteX70" fmla="*/ 6257 w 10000"/>
                <a:gd name="connsiteY70" fmla="*/ 790 h 10000"/>
                <a:gd name="connsiteX71" fmla="*/ 6193 w 10000"/>
                <a:gd name="connsiteY71" fmla="*/ 804 h 10000"/>
                <a:gd name="connsiteX72" fmla="*/ 6128 w 10000"/>
                <a:gd name="connsiteY72" fmla="*/ 689 h 10000"/>
                <a:gd name="connsiteX73" fmla="*/ 5910 w 10000"/>
                <a:gd name="connsiteY73" fmla="*/ 531 h 10000"/>
                <a:gd name="connsiteX74" fmla="*/ 5988 w 10000"/>
                <a:gd name="connsiteY74" fmla="*/ 258 h 10000"/>
                <a:gd name="connsiteX75" fmla="*/ 5641 w 10000"/>
                <a:gd name="connsiteY75" fmla="*/ 301 h 10000"/>
                <a:gd name="connsiteX76" fmla="*/ 5192 w 10000"/>
                <a:gd name="connsiteY76" fmla="*/ 115 h 10000"/>
                <a:gd name="connsiteX77" fmla="*/ 4487 w 10000"/>
                <a:gd name="connsiteY77" fmla="*/ 373 h 10000"/>
                <a:gd name="connsiteX78" fmla="*/ 3961 w 10000"/>
                <a:gd name="connsiteY78" fmla="*/ 747 h 10000"/>
                <a:gd name="connsiteX79" fmla="*/ 3410 w 10000"/>
                <a:gd name="connsiteY79" fmla="*/ 834 h 10000"/>
                <a:gd name="connsiteX80" fmla="*/ 2410 w 10000"/>
                <a:gd name="connsiteY80" fmla="*/ 531 h 10000"/>
                <a:gd name="connsiteX81" fmla="*/ 1475 w 10000"/>
                <a:gd name="connsiteY81" fmla="*/ 157 h 10000"/>
                <a:gd name="connsiteX82" fmla="*/ 833 w 10000"/>
                <a:gd name="connsiteY82" fmla="*/ 86 h 10000"/>
                <a:gd name="connsiteX83" fmla="*/ 461 w 10000"/>
                <a:gd name="connsiteY83" fmla="*/ 186 h 10000"/>
                <a:gd name="connsiteX84" fmla="*/ 321 w 10000"/>
                <a:gd name="connsiteY84" fmla="*/ 72 h 10000"/>
                <a:gd name="connsiteX85" fmla="*/ 269 w 10000"/>
                <a:gd name="connsiteY85" fmla="*/ 172 h 10000"/>
                <a:gd name="connsiteX86" fmla="*/ 154 w 10000"/>
                <a:gd name="connsiteY86" fmla="*/ 345 h 10000"/>
                <a:gd name="connsiteX87" fmla="*/ 89 w 10000"/>
                <a:gd name="connsiteY87" fmla="*/ 604 h 10000"/>
                <a:gd name="connsiteX88" fmla="*/ 205 w 10000"/>
                <a:gd name="connsiteY88" fmla="*/ 891 h 10000"/>
                <a:gd name="connsiteX89" fmla="*/ 256 w 10000"/>
                <a:gd name="connsiteY89" fmla="*/ 1121 h 10000"/>
                <a:gd name="connsiteX90" fmla="*/ 154 w 10000"/>
                <a:gd name="connsiteY90" fmla="*/ 1394 h 10000"/>
                <a:gd name="connsiteX91" fmla="*/ 13 w 10000"/>
                <a:gd name="connsiteY91" fmla="*/ 1682 h 10000"/>
                <a:gd name="connsiteX92" fmla="*/ 116 w 10000"/>
                <a:gd name="connsiteY92" fmla="*/ 2027 h 10000"/>
                <a:gd name="connsiteX93" fmla="*/ 205 w 10000"/>
                <a:gd name="connsiteY93" fmla="*/ 2429 h 10000"/>
                <a:gd name="connsiteX94" fmla="*/ 205 w 10000"/>
                <a:gd name="connsiteY94" fmla="*/ 2444 h 10000"/>
                <a:gd name="connsiteX95" fmla="*/ 205 w 10000"/>
                <a:gd name="connsiteY95" fmla="*/ 2458 h 10000"/>
                <a:gd name="connsiteX96" fmla="*/ 205 w 10000"/>
                <a:gd name="connsiteY96" fmla="*/ 2472 h 10000"/>
                <a:gd name="connsiteX97" fmla="*/ 205 w 10000"/>
                <a:gd name="connsiteY97" fmla="*/ 2486 h 10000"/>
                <a:gd name="connsiteX98" fmla="*/ 205 w 10000"/>
                <a:gd name="connsiteY98" fmla="*/ 2502 h 10000"/>
                <a:gd name="connsiteX99" fmla="*/ 205 w 10000"/>
                <a:gd name="connsiteY99" fmla="*/ 2530 h 10000"/>
                <a:gd name="connsiteX100" fmla="*/ 218 w 10000"/>
                <a:gd name="connsiteY100" fmla="*/ 2559 h 10000"/>
                <a:gd name="connsiteX101" fmla="*/ 218 w 10000"/>
                <a:gd name="connsiteY101" fmla="*/ 2573 h 10000"/>
                <a:gd name="connsiteX102" fmla="*/ 218 w 10000"/>
                <a:gd name="connsiteY102" fmla="*/ 2602 h 10000"/>
                <a:gd name="connsiteX103" fmla="*/ 218 w 10000"/>
                <a:gd name="connsiteY103" fmla="*/ 2616 h 10000"/>
                <a:gd name="connsiteX104" fmla="*/ 218 w 10000"/>
                <a:gd name="connsiteY104" fmla="*/ 2645 h 10000"/>
                <a:gd name="connsiteX105" fmla="*/ 218 w 10000"/>
                <a:gd name="connsiteY105" fmla="*/ 2674 h 10000"/>
                <a:gd name="connsiteX106" fmla="*/ 218 w 10000"/>
                <a:gd name="connsiteY106" fmla="*/ 2702 h 10000"/>
                <a:gd name="connsiteX107" fmla="*/ 218 w 10000"/>
                <a:gd name="connsiteY107" fmla="*/ 2717 h 10000"/>
                <a:gd name="connsiteX108" fmla="*/ 218 w 10000"/>
                <a:gd name="connsiteY108" fmla="*/ 2760 h 10000"/>
                <a:gd name="connsiteX109" fmla="*/ 218 w 10000"/>
                <a:gd name="connsiteY109" fmla="*/ 2789 h 10000"/>
                <a:gd name="connsiteX110" fmla="*/ 218 w 10000"/>
                <a:gd name="connsiteY110" fmla="*/ 2818 h 10000"/>
                <a:gd name="connsiteX111" fmla="*/ 218 w 10000"/>
                <a:gd name="connsiteY111" fmla="*/ 2846 h 10000"/>
                <a:gd name="connsiteX112" fmla="*/ 218 w 10000"/>
                <a:gd name="connsiteY112" fmla="*/ 2890 h 10000"/>
                <a:gd name="connsiteX113" fmla="*/ 218 w 10000"/>
                <a:gd name="connsiteY113" fmla="*/ 2904 h 10000"/>
                <a:gd name="connsiteX114" fmla="*/ 218 w 10000"/>
                <a:gd name="connsiteY114" fmla="*/ 2961 h 10000"/>
                <a:gd name="connsiteX115" fmla="*/ 218 w 10000"/>
                <a:gd name="connsiteY115" fmla="*/ 3004 h 10000"/>
                <a:gd name="connsiteX116" fmla="*/ 218 w 10000"/>
                <a:gd name="connsiteY116" fmla="*/ 3034 h 10000"/>
                <a:gd name="connsiteX117" fmla="*/ 218 w 10000"/>
                <a:gd name="connsiteY117" fmla="*/ 3062 h 10000"/>
                <a:gd name="connsiteX118" fmla="*/ 218 w 10000"/>
                <a:gd name="connsiteY118" fmla="*/ 3105 h 10000"/>
                <a:gd name="connsiteX119" fmla="*/ 218 w 10000"/>
                <a:gd name="connsiteY119" fmla="*/ 3177 h 10000"/>
                <a:gd name="connsiteX120" fmla="*/ 218 w 10000"/>
                <a:gd name="connsiteY120" fmla="*/ 3191 h 10000"/>
                <a:gd name="connsiteX121" fmla="*/ 218 w 10000"/>
                <a:gd name="connsiteY121" fmla="*/ 3378 h 10000"/>
                <a:gd name="connsiteX122" fmla="*/ 218 w 10000"/>
                <a:gd name="connsiteY122" fmla="*/ 3392 h 10000"/>
                <a:gd name="connsiteX123" fmla="*/ 218 w 10000"/>
                <a:gd name="connsiteY123" fmla="*/ 3450 h 10000"/>
                <a:gd name="connsiteX124" fmla="*/ 218 w 10000"/>
                <a:gd name="connsiteY124" fmla="*/ 3479 h 10000"/>
                <a:gd name="connsiteX125" fmla="*/ 218 w 10000"/>
                <a:gd name="connsiteY125" fmla="*/ 3666 h 10000"/>
                <a:gd name="connsiteX126" fmla="*/ 218 w 10000"/>
                <a:gd name="connsiteY126" fmla="*/ 3680 h 10000"/>
                <a:gd name="connsiteX127" fmla="*/ 218 w 10000"/>
                <a:gd name="connsiteY127" fmla="*/ 3738 h 10000"/>
                <a:gd name="connsiteX128" fmla="*/ 218 w 10000"/>
                <a:gd name="connsiteY128" fmla="*/ 3796 h 10000"/>
                <a:gd name="connsiteX129" fmla="*/ 218 w 10000"/>
                <a:gd name="connsiteY129" fmla="*/ 3881 h 10000"/>
                <a:gd name="connsiteX130" fmla="*/ 218 w 10000"/>
                <a:gd name="connsiteY130" fmla="*/ 3911 h 10000"/>
                <a:gd name="connsiteX131" fmla="*/ 218 w 10000"/>
                <a:gd name="connsiteY131" fmla="*/ 3996 h 10000"/>
                <a:gd name="connsiteX132" fmla="*/ 218 w 10000"/>
                <a:gd name="connsiteY132" fmla="*/ 4227 h 10000"/>
                <a:gd name="connsiteX133" fmla="*/ 218 w 10000"/>
                <a:gd name="connsiteY133" fmla="*/ 4255 h 10000"/>
                <a:gd name="connsiteX134" fmla="*/ 218 w 10000"/>
                <a:gd name="connsiteY134" fmla="*/ 4327 h 10000"/>
                <a:gd name="connsiteX135" fmla="*/ 218 w 10000"/>
                <a:gd name="connsiteY135" fmla="*/ 4428 h 10000"/>
                <a:gd name="connsiteX136" fmla="*/ 218 w 10000"/>
                <a:gd name="connsiteY136" fmla="*/ 4471 h 10000"/>
                <a:gd name="connsiteX137" fmla="*/ 218 w 10000"/>
                <a:gd name="connsiteY137" fmla="*/ 4514 h 10000"/>
                <a:gd name="connsiteX138" fmla="*/ 218 w 10000"/>
                <a:gd name="connsiteY138" fmla="*/ 4586 h 10000"/>
                <a:gd name="connsiteX139" fmla="*/ 218 w 10000"/>
                <a:gd name="connsiteY139" fmla="*/ 4629 h 10000"/>
                <a:gd name="connsiteX140" fmla="*/ 218 w 10000"/>
                <a:gd name="connsiteY140" fmla="*/ 4744 h 10000"/>
                <a:gd name="connsiteX141" fmla="*/ 218 w 10000"/>
                <a:gd name="connsiteY141" fmla="*/ 4801 h 10000"/>
                <a:gd name="connsiteX142" fmla="*/ 218 w 10000"/>
                <a:gd name="connsiteY142" fmla="*/ 4845 h 10000"/>
                <a:gd name="connsiteX143" fmla="*/ 218 w 10000"/>
                <a:gd name="connsiteY143" fmla="*/ 4916 h 10000"/>
                <a:gd name="connsiteX144" fmla="*/ 218 w 10000"/>
                <a:gd name="connsiteY144" fmla="*/ 4974 h 10000"/>
                <a:gd name="connsiteX145" fmla="*/ 218 w 10000"/>
                <a:gd name="connsiteY145" fmla="*/ 5003 h 10000"/>
                <a:gd name="connsiteX146" fmla="*/ 218 w 10000"/>
                <a:gd name="connsiteY146" fmla="*/ 5118 h 10000"/>
                <a:gd name="connsiteX147" fmla="*/ 218 w 10000"/>
                <a:gd name="connsiteY147" fmla="*/ 5348 h 10000"/>
                <a:gd name="connsiteX148" fmla="*/ 218 w 10000"/>
                <a:gd name="connsiteY148" fmla="*/ 5377 h 10000"/>
                <a:gd name="connsiteX149" fmla="*/ 218 w 10000"/>
                <a:gd name="connsiteY149" fmla="*/ 5636 h 10000"/>
                <a:gd name="connsiteX150" fmla="*/ 218 w 10000"/>
                <a:gd name="connsiteY150" fmla="*/ 5664 h 10000"/>
                <a:gd name="connsiteX151" fmla="*/ 218 w 10000"/>
                <a:gd name="connsiteY151" fmla="*/ 5894 h 10000"/>
                <a:gd name="connsiteX152" fmla="*/ 218 w 10000"/>
                <a:gd name="connsiteY152" fmla="*/ 5967 h 10000"/>
                <a:gd name="connsiteX153" fmla="*/ 218 w 10000"/>
                <a:gd name="connsiteY153" fmla="*/ 6081 h 10000"/>
                <a:gd name="connsiteX154" fmla="*/ 218 w 10000"/>
                <a:gd name="connsiteY154" fmla="*/ 6096 h 10000"/>
                <a:gd name="connsiteX155" fmla="*/ 218 w 10000"/>
                <a:gd name="connsiteY155" fmla="*/ 9661 h 10000"/>
                <a:gd name="connsiteX156" fmla="*/ 5269 w 10000"/>
                <a:gd name="connsiteY156" fmla="*/ 9661 h 10000"/>
                <a:gd name="connsiteX157" fmla="*/ 5423 w 10000"/>
                <a:gd name="connsiteY157" fmla="*/ 9575 h 10000"/>
                <a:gd name="connsiteX158" fmla="*/ 6000 w 10000"/>
                <a:gd name="connsiteY158" fmla="*/ 9705 h 10000"/>
                <a:gd name="connsiteX159" fmla="*/ 7090 w 10000"/>
                <a:gd name="connsiteY159" fmla="*/ 9820 h 10000"/>
                <a:gd name="connsiteX160" fmla="*/ 7474 w 10000"/>
                <a:gd name="connsiteY160" fmla="*/ 9949 h 10000"/>
                <a:gd name="connsiteX161" fmla="*/ 7628 w 10000"/>
                <a:gd name="connsiteY161" fmla="*/ 9661 h 10000"/>
                <a:gd name="connsiteX162" fmla="*/ 10000 w 10000"/>
                <a:gd name="connsiteY162" fmla="*/ 9661 h 10000"/>
                <a:gd name="connsiteX0" fmla="*/ 10000 w 10000"/>
                <a:gd name="connsiteY0" fmla="*/ 9661 h 10000"/>
                <a:gd name="connsiteX1" fmla="*/ 9859 w 10000"/>
                <a:gd name="connsiteY1" fmla="*/ 9446 h 10000"/>
                <a:gd name="connsiteX2" fmla="*/ 9307 w 10000"/>
                <a:gd name="connsiteY2" fmla="*/ 8985 h 10000"/>
                <a:gd name="connsiteX3" fmla="*/ 8936 w 10000"/>
                <a:gd name="connsiteY3" fmla="*/ 8554 h 10000"/>
                <a:gd name="connsiteX4" fmla="*/ 8833 w 10000"/>
                <a:gd name="connsiteY4" fmla="*/ 7922 h 10000"/>
                <a:gd name="connsiteX5" fmla="*/ 8872 w 10000"/>
                <a:gd name="connsiteY5" fmla="*/ 7534 h 10000"/>
                <a:gd name="connsiteX6" fmla="*/ 8474 w 10000"/>
                <a:gd name="connsiteY6" fmla="*/ 7045 h 10000"/>
                <a:gd name="connsiteX7" fmla="*/ 8128 w 10000"/>
                <a:gd name="connsiteY7" fmla="*/ 6125 h 10000"/>
                <a:gd name="connsiteX8" fmla="*/ 7743 w 10000"/>
                <a:gd name="connsiteY8" fmla="*/ 5319 h 10000"/>
                <a:gd name="connsiteX9" fmla="*/ 7295 w 10000"/>
                <a:gd name="connsiteY9" fmla="*/ 4241 h 10000"/>
                <a:gd name="connsiteX10" fmla="*/ 6923 w 10000"/>
                <a:gd name="connsiteY10" fmla="*/ 3580 h 10000"/>
                <a:gd name="connsiteX11" fmla="*/ 6487 w 10000"/>
                <a:gd name="connsiteY11" fmla="*/ 2860 h 10000"/>
                <a:gd name="connsiteX12" fmla="*/ 6411 w 10000"/>
                <a:gd name="connsiteY12" fmla="*/ 2357 h 10000"/>
                <a:gd name="connsiteX13" fmla="*/ 6295 w 10000"/>
                <a:gd name="connsiteY13" fmla="*/ 1883 h 10000"/>
                <a:gd name="connsiteX14" fmla="*/ 6308 w 10000"/>
                <a:gd name="connsiteY14" fmla="*/ 1768 h 10000"/>
                <a:gd name="connsiteX15" fmla="*/ 6436 w 10000"/>
                <a:gd name="connsiteY15" fmla="*/ 1839 h 10000"/>
                <a:gd name="connsiteX16" fmla="*/ 6474 w 10000"/>
                <a:gd name="connsiteY16" fmla="*/ 1969 h 10000"/>
                <a:gd name="connsiteX17" fmla="*/ 6718 w 10000"/>
                <a:gd name="connsiteY17" fmla="*/ 2516 h 10000"/>
                <a:gd name="connsiteX18" fmla="*/ 7051 w 10000"/>
                <a:gd name="connsiteY18" fmla="*/ 3248 h 10000"/>
                <a:gd name="connsiteX19" fmla="*/ 7513 w 10000"/>
                <a:gd name="connsiteY19" fmla="*/ 3796 h 10000"/>
                <a:gd name="connsiteX20" fmla="*/ 7833 w 10000"/>
                <a:gd name="connsiteY20" fmla="*/ 3939 h 10000"/>
                <a:gd name="connsiteX21" fmla="*/ 8000 w 10000"/>
                <a:gd name="connsiteY21" fmla="*/ 3551 h 10000"/>
                <a:gd name="connsiteX22" fmla="*/ 8077 w 10000"/>
                <a:gd name="connsiteY22" fmla="*/ 3119 h 10000"/>
                <a:gd name="connsiteX23" fmla="*/ 8218 w 10000"/>
                <a:gd name="connsiteY23" fmla="*/ 2660 h 10000"/>
                <a:gd name="connsiteX24" fmla="*/ 8269 w 10000"/>
                <a:gd name="connsiteY24" fmla="*/ 2660 h 10000"/>
                <a:gd name="connsiteX25" fmla="*/ 8295 w 10000"/>
                <a:gd name="connsiteY25" fmla="*/ 2587 h 10000"/>
                <a:gd name="connsiteX26" fmla="*/ 8307 w 10000"/>
                <a:gd name="connsiteY26" fmla="*/ 2559 h 10000"/>
                <a:gd name="connsiteX27" fmla="*/ 8320 w 10000"/>
                <a:gd name="connsiteY27" fmla="*/ 2530 h 10000"/>
                <a:gd name="connsiteX28" fmla="*/ 8320 w 10000"/>
                <a:gd name="connsiteY28" fmla="*/ 2502 h 10000"/>
                <a:gd name="connsiteX29" fmla="*/ 8334 w 10000"/>
                <a:gd name="connsiteY29" fmla="*/ 2486 h 10000"/>
                <a:gd name="connsiteX30" fmla="*/ 8334 w 10000"/>
                <a:gd name="connsiteY30" fmla="*/ 2444 h 10000"/>
                <a:gd name="connsiteX31" fmla="*/ 8307 w 10000"/>
                <a:gd name="connsiteY31" fmla="*/ 2228 h 10000"/>
                <a:gd name="connsiteX32" fmla="*/ 8307 w 10000"/>
                <a:gd name="connsiteY32" fmla="*/ 2213 h 10000"/>
                <a:gd name="connsiteX33" fmla="*/ 8307 w 10000"/>
                <a:gd name="connsiteY33" fmla="*/ 2199 h 10000"/>
                <a:gd name="connsiteX34" fmla="*/ 8307 w 10000"/>
                <a:gd name="connsiteY34" fmla="*/ 2185 h 10000"/>
                <a:gd name="connsiteX35" fmla="*/ 8307 w 10000"/>
                <a:gd name="connsiteY35" fmla="*/ 2171 h 10000"/>
                <a:gd name="connsiteX36" fmla="*/ 8295 w 10000"/>
                <a:gd name="connsiteY36" fmla="*/ 2142 h 10000"/>
                <a:gd name="connsiteX37" fmla="*/ 8295 w 10000"/>
                <a:gd name="connsiteY37" fmla="*/ 2113 h 10000"/>
                <a:gd name="connsiteX38" fmla="*/ 8295 w 10000"/>
                <a:gd name="connsiteY38" fmla="*/ 2070 h 10000"/>
                <a:gd name="connsiteX39" fmla="*/ 8282 w 10000"/>
                <a:gd name="connsiteY39" fmla="*/ 2041 h 10000"/>
                <a:gd name="connsiteX40" fmla="*/ 8282 w 10000"/>
                <a:gd name="connsiteY40" fmla="*/ 2027 h 10000"/>
                <a:gd name="connsiteX41" fmla="*/ 8282 w 10000"/>
                <a:gd name="connsiteY41" fmla="*/ 1998 h 10000"/>
                <a:gd name="connsiteX42" fmla="*/ 8269 w 10000"/>
                <a:gd name="connsiteY42" fmla="*/ 1983 h 10000"/>
                <a:gd name="connsiteX43" fmla="*/ 8269 w 10000"/>
                <a:gd name="connsiteY43" fmla="*/ 1955 h 10000"/>
                <a:gd name="connsiteX44" fmla="*/ 8256 w 10000"/>
                <a:gd name="connsiteY44" fmla="*/ 1940 h 10000"/>
                <a:gd name="connsiteX45" fmla="*/ 8256 w 10000"/>
                <a:gd name="connsiteY45" fmla="*/ 1912 h 10000"/>
                <a:gd name="connsiteX46" fmla="*/ 8244 w 10000"/>
                <a:gd name="connsiteY46" fmla="*/ 1883 h 10000"/>
                <a:gd name="connsiteX47" fmla="*/ 8244 w 10000"/>
                <a:gd name="connsiteY47" fmla="*/ 1854 h 10000"/>
                <a:gd name="connsiteX48" fmla="*/ 8231 w 10000"/>
                <a:gd name="connsiteY48" fmla="*/ 1839 h 10000"/>
                <a:gd name="connsiteX49" fmla="*/ 8231 w 10000"/>
                <a:gd name="connsiteY49" fmla="*/ 1811 h 10000"/>
                <a:gd name="connsiteX50" fmla="*/ 8218 w 10000"/>
                <a:gd name="connsiteY50" fmla="*/ 1782 h 10000"/>
                <a:gd name="connsiteX51" fmla="*/ 8205 w 10000"/>
                <a:gd name="connsiteY51" fmla="*/ 1768 h 10000"/>
                <a:gd name="connsiteX52" fmla="*/ 8205 w 10000"/>
                <a:gd name="connsiteY52" fmla="*/ 1740 h 10000"/>
                <a:gd name="connsiteX53" fmla="*/ 8193 w 10000"/>
                <a:gd name="connsiteY53" fmla="*/ 1724 h 10000"/>
                <a:gd name="connsiteX54" fmla="*/ 8180 w 10000"/>
                <a:gd name="connsiteY54" fmla="*/ 1696 h 10000"/>
                <a:gd name="connsiteX55" fmla="*/ 8167 w 10000"/>
                <a:gd name="connsiteY55" fmla="*/ 1682 h 10000"/>
                <a:gd name="connsiteX56" fmla="*/ 8154 w 10000"/>
                <a:gd name="connsiteY56" fmla="*/ 1653 h 10000"/>
                <a:gd name="connsiteX57" fmla="*/ 8154 w 10000"/>
                <a:gd name="connsiteY57" fmla="*/ 1639 h 10000"/>
                <a:gd name="connsiteX58" fmla="*/ 8142 w 10000"/>
                <a:gd name="connsiteY58" fmla="*/ 1610 h 10000"/>
                <a:gd name="connsiteX59" fmla="*/ 8128 w 10000"/>
                <a:gd name="connsiteY59" fmla="*/ 1595 h 10000"/>
                <a:gd name="connsiteX60" fmla="*/ 8115 w 10000"/>
                <a:gd name="connsiteY60" fmla="*/ 1581 h 10000"/>
                <a:gd name="connsiteX61" fmla="*/ 8102 w 10000"/>
                <a:gd name="connsiteY61" fmla="*/ 1566 h 10000"/>
                <a:gd name="connsiteX62" fmla="*/ 8077 w 10000"/>
                <a:gd name="connsiteY62" fmla="*/ 1538 h 10000"/>
                <a:gd name="connsiteX63" fmla="*/ 7910 w 10000"/>
                <a:gd name="connsiteY63" fmla="*/ 905 h 10000"/>
                <a:gd name="connsiteX64" fmla="*/ 7962 w 10000"/>
                <a:gd name="connsiteY64" fmla="*/ 345 h 10000"/>
                <a:gd name="connsiteX65" fmla="*/ 8013 w 10000"/>
                <a:gd name="connsiteY65" fmla="*/ 0 h 10000"/>
                <a:gd name="connsiteX66" fmla="*/ 7692 w 10000"/>
                <a:gd name="connsiteY66" fmla="*/ 445 h 10000"/>
                <a:gd name="connsiteX67" fmla="*/ 7115 w 10000"/>
                <a:gd name="connsiteY67" fmla="*/ 546 h 10000"/>
                <a:gd name="connsiteX68" fmla="*/ 6679 w 10000"/>
                <a:gd name="connsiteY68" fmla="*/ 589 h 10000"/>
                <a:gd name="connsiteX69" fmla="*/ 6333 w 10000"/>
                <a:gd name="connsiteY69" fmla="*/ 546 h 10000"/>
                <a:gd name="connsiteX70" fmla="*/ 6257 w 10000"/>
                <a:gd name="connsiteY70" fmla="*/ 790 h 10000"/>
                <a:gd name="connsiteX71" fmla="*/ 6193 w 10000"/>
                <a:gd name="connsiteY71" fmla="*/ 804 h 10000"/>
                <a:gd name="connsiteX72" fmla="*/ 6128 w 10000"/>
                <a:gd name="connsiteY72" fmla="*/ 689 h 10000"/>
                <a:gd name="connsiteX73" fmla="*/ 5910 w 10000"/>
                <a:gd name="connsiteY73" fmla="*/ 531 h 10000"/>
                <a:gd name="connsiteX74" fmla="*/ 5988 w 10000"/>
                <a:gd name="connsiteY74" fmla="*/ 258 h 10000"/>
                <a:gd name="connsiteX75" fmla="*/ 5641 w 10000"/>
                <a:gd name="connsiteY75" fmla="*/ 301 h 10000"/>
                <a:gd name="connsiteX76" fmla="*/ 5192 w 10000"/>
                <a:gd name="connsiteY76" fmla="*/ 115 h 10000"/>
                <a:gd name="connsiteX77" fmla="*/ 4487 w 10000"/>
                <a:gd name="connsiteY77" fmla="*/ 373 h 10000"/>
                <a:gd name="connsiteX78" fmla="*/ 3961 w 10000"/>
                <a:gd name="connsiteY78" fmla="*/ 747 h 10000"/>
                <a:gd name="connsiteX79" fmla="*/ 3410 w 10000"/>
                <a:gd name="connsiteY79" fmla="*/ 834 h 10000"/>
                <a:gd name="connsiteX80" fmla="*/ 2410 w 10000"/>
                <a:gd name="connsiteY80" fmla="*/ 531 h 10000"/>
                <a:gd name="connsiteX81" fmla="*/ 1475 w 10000"/>
                <a:gd name="connsiteY81" fmla="*/ 157 h 10000"/>
                <a:gd name="connsiteX82" fmla="*/ 833 w 10000"/>
                <a:gd name="connsiteY82" fmla="*/ 86 h 10000"/>
                <a:gd name="connsiteX83" fmla="*/ 461 w 10000"/>
                <a:gd name="connsiteY83" fmla="*/ 186 h 10000"/>
                <a:gd name="connsiteX84" fmla="*/ 321 w 10000"/>
                <a:gd name="connsiteY84" fmla="*/ 72 h 10000"/>
                <a:gd name="connsiteX85" fmla="*/ 269 w 10000"/>
                <a:gd name="connsiteY85" fmla="*/ 172 h 10000"/>
                <a:gd name="connsiteX86" fmla="*/ 154 w 10000"/>
                <a:gd name="connsiteY86" fmla="*/ 345 h 10000"/>
                <a:gd name="connsiteX87" fmla="*/ 89 w 10000"/>
                <a:gd name="connsiteY87" fmla="*/ 604 h 10000"/>
                <a:gd name="connsiteX88" fmla="*/ 205 w 10000"/>
                <a:gd name="connsiteY88" fmla="*/ 891 h 10000"/>
                <a:gd name="connsiteX89" fmla="*/ 256 w 10000"/>
                <a:gd name="connsiteY89" fmla="*/ 1121 h 10000"/>
                <a:gd name="connsiteX90" fmla="*/ 154 w 10000"/>
                <a:gd name="connsiteY90" fmla="*/ 1394 h 10000"/>
                <a:gd name="connsiteX91" fmla="*/ 13 w 10000"/>
                <a:gd name="connsiteY91" fmla="*/ 1682 h 10000"/>
                <a:gd name="connsiteX92" fmla="*/ 116 w 10000"/>
                <a:gd name="connsiteY92" fmla="*/ 2027 h 10000"/>
                <a:gd name="connsiteX93" fmla="*/ 205 w 10000"/>
                <a:gd name="connsiteY93" fmla="*/ 2429 h 10000"/>
                <a:gd name="connsiteX94" fmla="*/ 205 w 10000"/>
                <a:gd name="connsiteY94" fmla="*/ 2444 h 10000"/>
                <a:gd name="connsiteX95" fmla="*/ 205 w 10000"/>
                <a:gd name="connsiteY95" fmla="*/ 2458 h 10000"/>
                <a:gd name="connsiteX96" fmla="*/ 205 w 10000"/>
                <a:gd name="connsiteY96" fmla="*/ 2472 h 10000"/>
                <a:gd name="connsiteX97" fmla="*/ 205 w 10000"/>
                <a:gd name="connsiteY97" fmla="*/ 2486 h 10000"/>
                <a:gd name="connsiteX98" fmla="*/ 205 w 10000"/>
                <a:gd name="connsiteY98" fmla="*/ 2502 h 10000"/>
                <a:gd name="connsiteX99" fmla="*/ 205 w 10000"/>
                <a:gd name="connsiteY99" fmla="*/ 2530 h 10000"/>
                <a:gd name="connsiteX100" fmla="*/ 218 w 10000"/>
                <a:gd name="connsiteY100" fmla="*/ 2559 h 10000"/>
                <a:gd name="connsiteX101" fmla="*/ 218 w 10000"/>
                <a:gd name="connsiteY101" fmla="*/ 2573 h 10000"/>
                <a:gd name="connsiteX102" fmla="*/ 218 w 10000"/>
                <a:gd name="connsiteY102" fmla="*/ 2602 h 10000"/>
                <a:gd name="connsiteX103" fmla="*/ 218 w 10000"/>
                <a:gd name="connsiteY103" fmla="*/ 2616 h 10000"/>
                <a:gd name="connsiteX104" fmla="*/ 218 w 10000"/>
                <a:gd name="connsiteY104" fmla="*/ 2645 h 10000"/>
                <a:gd name="connsiteX105" fmla="*/ 218 w 10000"/>
                <a:gd name="connsiteY105" fmla="*/ 2674 h 10000"/>
                <a:gd name="connsiteX106" fmla="*/ 218 w 10000"/>
                <a:gd name="connsiteY106" fmla="*/ 2702 h 10000"/>
                <a:gd name="connsiteX107" fmla="*/ 218 w 10000"/>
                <a:gd name="connsiteY107" fmla="*/ 2717 h 10000"/>
                <a:gd name="connsiteX108" fmla="*/ 218 w 10000"/>
                <a:gd name="connsiteY108" fmla="*/ 2760 h 10000"/>
                <a:gd name="connsiteX109" fmla="*/ 218 w 10000"/>
                <a:gd name="connsiteY109" fmla="*/ 2789 h 10000"/>
                <a:gd name="connsiteX110" fmla="*/ 218 w 10000"/>
                <a:gd name="connsiteY110" fmla="*/ 2818 h 10000"/>
                <a:gd name="connsiteX111" fmla="*/ 218 w 10000"/>
                <a:gd name="connsiteY111" fmla="*/ 2846 h 10000"/>
                <a:gd name="connsiteX112" fmla="*/ 218 w 10000"/>
                <a:gd name="connsiteY112" fmla="*/ 2890 h 10000"/>
                <a:gd name="connsiteX113" fmla="*/ 218 w 10000"/>
                <a:gd name="connsiteY113" fmla="*/ 2904 h 10000"/>
                <a:gd name="connsiteX114" fmla="*/ 218 w 10000"/>
                <a:gd name="connsiteY114" fmla="*/ 2961 h 10000"/>
                <a:gd name="connsiteX115" fmla="*/ 218 w 10000"/>
                <a:gd name="connsiteY115" fmla="*/ 3004 h 10000"/>
                <a:gd name="connsiteX116" fmla="*/ 218 w 10000"/>
                <a:gd name="connsiteY116" fmla="*/ 3034 h 10000"/>
                <a:gd name="connsiteX117" fmla="*/ 218 w 10000"/>
                <a:gd name="connsiteY117" fmla="*/ 3062 h 10000"/>
                <a:gd name="connsiteX118" fmla="*/ 218 w 10000"/>
                <a:gd name="connsiteY118" fmla="*/ 3105 h 10000"/>
                <a:gd name="connsiteX119" fmla="*/ 218 w 10000"/>
                <a:gd name="connsiteY119" fmla="*/ 3177 h 10000"/>
                <a:gd name="connsiteX120" fmla="*/ 218 w 10000"/>
                <a:gd name="connsiteY120" fmla="*/ 3191 h 10000"/>
                <a:gd name="connsiteX121" fmla="*/ 218 w 10000"/>
                <a:gd name="connsiteY121" fmla="*/ 3378 h 10000"/>
                <a:gd name="connsiteX122" fmla="*/ 218 w 10000"/>
                <a:gd name="connsiteY122" fmla="*/ 3392 h 10000"/>
                <a:gd name="connsiteX123" fmla="*/ 218 w 10000"/>
                <a:gd name="connsiteY123" fmla="*/ 3450 h 10000"/>
                <a:gd name="connsiteX124" fmla="*/ 218 w 10000"/>
                <a:gd name="connsiteY124" fmla="*/ 3479 h 10000"/>
                <a:gd name="connsiteX125" fmla="*/ 218 w 10000"/>
                <a:gd name="connsiteY125" fmla="*/ 3666 h 10000"/>
                <a:gd name="connsiteX126" fmla="*/ 218 w 10000"/>
                <a:gd name="connsiteY126" fmla="*/ 3680 h 10000"/>
                <a:gd name="connsiteX127" fmla="*/ 218 w 10000"/>
                <a:gd name="connsiteY127" fmla="*/ 3738 h 10000"/>
                <a:gd name="connsiteX128" fmla="*/ 218 w 10000"/>
                <a:gd name="connsiteY128" fmla="*/ 3796 h 10000"/>
                <a:gd name="connsiteX129" fmla="*/ 218 w 10000"/>
                <a:gd name="connsiteY129" fmla="*/ 3881 h 10000"/>
                <a:gd name="connsiteX130" fmla="*/ 218 w 10000"/>
                <a:gd name="connsiteY130" fmla="*/ 3911 h 10000"/>
                <a:gd name="connsiteX131" fmla="*/ 218 w 10000"/>
                <a:gd name="connsiteY131" fmla="*/ 3996 h 10000"/>
                <a:gd name="connsiteX132" fmla="*/ 218 w 10000"/>
                <a:gd name="connsiteY132" fmla="*/ 4227 h 10000"/>
                <a:gd name="connsiteX133" fmla="*/ 218 w 10000"/>
                <a:gd name="connsiteY133" fmla="*/ 4255 h 10000"/>
                <a:gd name="connsiteX134" fmla="*/ 218 w 10000"/>
                <a:gd name="connsiteY134" fmla="*/ 4327 h 10000"/>
                <a:gd name="connsiteX135" fmla="*/ 218 w 10000"/>
                <a:gd name="connsiteY135" fmla="*/ 4428 h 10000"/>
                <a:gd name="connsiteX136" fmla="*/ 218 w 10000"/>
                <a:gd name="connsiteY136" fmla="*/ 4471 h 10000"/>
                <a:gd name="connsiteX137" fmla="*/ 218 w 10000"/>
                <a:gd name="connsiteY137" fmla="*/ 4514 h 10000"/>
                <a:gd name="connsiteX138" fmla="*/ 218 w 10000"/>
                <a:gd name="connsiteY138" fmla="*/ 4586 h 10000"/>
                <a:gd name="connsiteX139" fmla="*/ 218 w 10000"/>
                <a:gd name="connsiteY139" fmla="*/ 4629 h 10000"/>
                <a:gd name="connsiteX140" fmla="*/ 218 w 10000"/>
                <a:gd name="connsiteY140" fmla="*/ 4744 h 10000"/>
                <a:gd name="connsiteX141" fmla="*/ 218 w 10000"/>
                <a:gd name="connsiteY141" fmla="*/ 4801 h 10000"/>
                <a:gd name="connsiteX142" fmla="*/ 218 w 10000"/>
                <a:gd name="connsiteY142" fmla="*/ 4845 h 10000"/>
                <a:gd name="connsiteX143" fmla="*/ 218 w 10000"/>
                <a:gd name="connsiteY143" fmla="*/ 4916 h 10000"/>
                <a:gd name="connsiteX144" fmla="*/ 218 w 10000"/>
                <a:gd name="connsiteY144" fmla="*/ 4974 h 10000"/>
                <a:gd name="connsiteX145" fmla="*/ 218 w 10000"/>
                <a:gd name="connsiteY145" fmla="*/ 5003 h 10000"/>
                <a:gd name="connsiteX146" fmla="*/ 218 w 10000"/>
                <a:gd name="connsiteY146" fmla="*/ 5118 h 10000"/>
                <a:gd name="connsiteX147" fmla="*/ 218 w 10000"/>
                <a:gd name="connsiteY147" fmla="*/ 5348 h 10000"/>
                <a:gd name="connsiteX148" fmla="*/ 218 w 10000"/>
                <a:gd name="connsiteY148" fmla="*/ 5377 h 10000"/>
                <a:gd name="connsiteX149" fmla="*/ 218 w 10000"/>
                <a:gd name="connsiteY149" fmla="*/ 5636 h 10000"/>
                <a:gd name="connsiteX150" fmla="*/ 218 w 10000"/>
                <a:gd name="connsiteY150" fmla="*/ 5664 h 10000"/>
                <a:gd name="connsiteX151" fmla="*/ 218 w 10000"/>
                <a:gd name="connsiteY151" fmla="*/ 5894 h 10000"/>
                <a:gd name="connsiteX152" fmla="*/ 218 w 10000"/>
                <a:gd name="connsiteY152" fmla="*/ 5967 h 10000"/>
                <a:gd name="connsiteX153" fmla="*/ 218 w 10000"/>
                <a:gd name="connsiteY153" fmla="*/ 6081 h 10000"/>
                <a:gd name="connsiteX154" fmla="*/ 218 w 10000"/>
                <a:gd name="connsiteY154" fmla="*/ 6096 h 10000"/>
                <a:gd name="connsiteX155" fmla="*/ 218 w 10000"/>
                <a:gd name="connsiteY155" fmla="*/ 9661 h 10000"/>
                <a:gd name="connsiteX156" fmla="*/ 5269 w 10000"/>
                <a:gd name="connsiteY156" fmla="*/ 9661 h 10000"/>
                <a:gd name="connsiteX157" fmla="*/ 6000 w 10000"/>
                <a:gd name="connsiteY157" fmla="*/ 9705 h 10000"/>
                <a:gd name="connsiteX158" fmla="*/ 7090 w 10000"/>
                <a:gd name="connsiteY158" fmla="*/ 9820 h 10000"/>
                <a:gd name="connsiteX159" fmla="*/ 7474 w 10000"/>
                <a:gd name="connsiteY159" fmla="*/ 9949 h 10000"/>
                <a:gd name="connsiteX160" fmla="*/ 7628 w 10000"/>
                <a:gd name="connsiteY160" fmla="*/ 9661 h 10000"/>
                <a:gd name="connsiteX161" fmla="*/ 10000 w 10000"/>
                <a:gd name="connsiteY161" fmla="*/ 9661 h 10000"/>
                <a:gd name="connsiteX0" fmla="*/ 10000 w 10000"/>
                <a:gd name="connsiteY0" fmla="*/ 9661 h 10000"/>
                <a:gd name="connsiteX1" fmla="*/ 9859 w 10000"/>
                <a:gd name="connsiteY1" fmla="*/ 9446 h 10000"/>
                <a:gd name="connsiteX2" fmla="*/ 9307 w 10000"/>
                <a:gd name="connsiteY2" fmla="*/ 8985 h 10000"/>
                <a:gd name="connsiteX3" fmla="*/ 8936 w 10000"/>
                <a:gd name="connsiteY3" fmla="*/ 8554 h 10000"/>
                <a:gd name="connsiteX4" fmla="*/ 8833 w 10000"/>
                <a:gd name="connsiteY4" fmla="*/ 7922 h 10000"/>
                <a:gd name="connsiteX5" fmla="*/ 8872 w 10000"/>
                <a:gd name="connsiteY5" fmla="*/ 7534 h 10000"/>
                <a:gd name="connsiteX6" fmla="*/ 8474 w 10000"/>
                <a:gd name="connsiteY6" fmla="*/ 7045 h 10000"/>
                <a:gd name="connsiteX7" fmla="*/ 8128 w 10000"/>
                <a:gd name="connsiteY7" fmla="*/ 6125 h 10000"/>
                <a:gd name="connsiteX8" fmla="*/ 7743 w 10000"/>
                <a:gd name="connsiteY8" fmla="*/ 5319 h 10000"/>
                <a:gd name="connsiteX9" fmla="*/ 7295 w 10000"/>
                <a:gd name="connsiteY9" fmla="*/ 4241 h 10000"/>
                <a:gd name="connsiteX10" fmla="*/ 6923 w 10000"/>
                <a:gd name="connsiteY10" fmla="*/ 3580 h 10000"/>
                <a:gd name="connsiteX11" fmla="*/ 6487 w 10000"/>
                <a:gd name="connsiteY11" fmla="*/ 2860 h 10000"/>
                <a:gd name="connsiteX12" fmla="*/ 6411 w 10000"/>
                <a:gd name="connsiteY12" fmla="*/ 2357 h 10000"/>
                <a:gd name="connsiteX13" fmla="*/ 6295 w 10000"/>
                <a:gd name="connsiteY13" fmla="*/ 1883 h 10000"/>
                <a:gd name="connsiteX14" fmla="*/ 6308 w 10000"/>
                <a:gd name="connsiteY14" fmla="*/ 1768 h 10000"/>
                <a:gd name="connsiteX15" fmla="*/ 6436 w 10000"/>
                <a:gd name="connsiteY15" fmla="*/ 1839 h 10000"/>
                <a:gd name="connsiteX16" fmla="*/ 6474 w 10000"/>
                <a:gd name="connsiteY16" fmla="*/ 1969 h 10000"/>
                <a:gd name="connsiteX17" fmla="*/ 6718 w 10000"/>
                <a:gd name="connsiteY17" fmla="*/ 2516 h 10000"/>
                <a:gd name="connsiteX18" fmla="*/ 7051 w 10000"/>
                <a:gd name="connsiteY18" fmla="*/ 3248 h 10000"/>
                <a:gd name="connsiteX19" fmla="*/ 7513 w 10000"/>
                <a:gd name="connsiteY19" fmla="*/ 3796 h 10000"/>
                <a:gd name="connsiteX20" fmla="*/ 7833 w 10000"/>
                <a:gd name="connsiteY20" fmla="*/ 3939 h 10000"/>
                <a:gd name="connsiteX21" fmla="*/ 8000 w 10000"/>
                <a:gd name="connsiteY21" fmla="*/ 3551 h 10000"/>
                <a:gd name="connsiteX22" fmla="*/ 8077 w 10000"/>
                <a:gd name="connsiteY22" fmla="*/ 3119 h 10000"/>
                <a:gd name="connsiteX23" fmla="*/ 8218 w 10000"/>
                <a:gd name="connsiteY23" fmla="*/ 2660 h 10000"/>
                <a:gd name="connsiteX24" fmla="*/ 8269 w 10000"/>
                <a:gd name="connsiteY24" fmla="*/ 2660 h 10000"/>
                <a:gd name="connsiteX25" fmla="*/ 8295 w 10000"/>
                <a:gd name="connsiteY25" fmla="*/ 2587 h 10000"/>
                <a:gd name="connsiteX26" fmla="*/ 8307 w 10000"/>
                <a:gd name="connsiteY26" fmla="*/ 2559 h 10000"/>
                <a:gd name="connsiteX27" fmla="*/ 8320 w 10000"/>
                <a:gd name="connsiteY27" fmla="*/ 2530 h 10000"/>
                <a:gd name="connsiteX28" fmla="*/ 8320 w 10000"/>
                <a:gd name="connsiteY28" fmla="*/ 2502 h 10000"/>
                <a:gd name="connsiteX29" fmla="*/ 8334 w 10000"/>
                <a:gd name="connsiteY29" fmla="*/ 2486 h 10000"/>
                <a:gd name="connsiteX30" fmla="*/ 8334 w 10000"/>
                <a:gd name="connsiteY30" fmla="*/ 2444 h 10000"/>
                <a:gd name="connsiteX31" fmla="*/ 8307 w 10000"/>
                <a:gd name="connsiteY31" fmla="*/ 2228 h 10000"/>
                <a:gd name="connsiteX32" fmla="*/ 8307 w 10000"/>
                <a:gd name="connsiteY32" fmla="*/ 2213 h 10000"/>
                <a:gd name="connsiteX33" fmla="*/ 8307 w 10000"/>
                <a:gd name="connsiteY33" fmla="*/ 2199 h 10000"/>
                <a:gd name="connsiteX34" fmla="*/ 8307 w 10000"/>
                <a:gd name="connsiteY34" fmla="*/ 2185 h 10000"/>
                <a:gd name="connsiteX35" fmla="*/ 8307 w 10000"/>
                <a:gd name="connsiteY35" fmla="*/ 2171 h 10000"/>
                <a:gd name="connsiteX36" fmla="*/ 8295 w 10000"/>
                <a:gd name="connsiteY36" fmla="*/ 2142 h 10000"/>
                <a:gd name="connsiteX37" fmla="*/ 8295 w 10000"/>
                <a:gd name="connsiteY37" fmla="*/ 2113 h 10000"/>
                <a:gd name="connsiteX38" fmla="*/ 8295 w 10000"/>
                <a:gd name="connsiteY38" fmla="*/ 2070 h 10000"/>
                <a:gd name="connsiteX39" fmla="*/ 8282 w 10000"/>
                <a:gd name="connsiteY39" fmla="*/ 2041 h 10000"/>
                <a:gd name="connsiteX40" fmla="*/ 8282 w 10000"/>
                <a:gd name="connsiteY40" fmla="*/ 2027 h 10000"/>
                <a:gd name="connsiteX41" fmla="*/ 8282 w 10000"/>
                <a:gd name="connsiteY41" fmla="*/ 1998 h 10000"/>
                <a:gd name="connsiteX42" fmla="*/ 8269 w 10000"/>
                <a:gd name="connsiteY42" fmla="*/ 1983 h 10000"/>
                <a:gd name="connsiteX43" fmla="*/ 8269 w 10000"/>
                <a:gd name="connsiteY43" fmla="*/ 1955 h 10000"/>
                <a:gd name="connsiteX44" fmla="*/ 8256 w 10000"/>
                <a:gd name="connsiteY44" fmla="*/ 1940 h 10000"/>
                <a:gd name="connsiteX45" fmla="*/ 8256 w 10000"/>
                <a:gd name="connsiteY45" fmla="*/ 1912 h 10000"/>
                <a:gd name="connsiteX46" fmla="*/ 8244 w 10000"/>
                <a:gd name="connsiteY46" fmla="*/ 1883 h 10000"/>
                <a:gd name="connsiteX47" fmla="*/ 8244 w 10000"/>
                <a:gd name="connsiteY47" fmla="*/ 1854 h 10000"/>
                <a:gd name="connsiteX48" fmla="*/ 8231 w 10000"/>
                <a:gd name="connsiteY48" fmla="*/ 1839 h 10000"/>
                <a:gd name="connsiteX49" fmla="*/ 8231 w 10000"/>
                <a:gd name="connsiteY49" fmla="*/ 1811 h 10000"/>
                <a:gd name="connsiteX50" fmla="*/ 8218 w 10000"/>
                <a:gd name="connsiteY50" fmla="*/ 1782 h 10000"/>
                <a:gd name="connsiteX51" fmla="*/ 8205 w 10000"/>
                <a:gd name="connsiteY51" fmla="*/ 1768 h 10000"/>
                <a:gd name="connsiteX52" fmla="*/ 8205 w 10000"/>
                <a:gd name="connsiteY52" fmla="*/ 1740 h 10000"/>
                <a:gd name="connsiteX53" fmla="*/ 8193 w 10000"/>
                <a:gd name="connsiteY53" fmla="*/ 1724 h 10000"/>
                <a:gd name="connsiteX54" fmla="*/ 8180 w 10000"/>
                <a:gd name="connsiteY54" fmla="*/ 1696 h 10000"/>
                <a:gd name="connsiteX55" fmla="*/ 8167 w 10000"/>
                <a:gd name="connsiteY55" fmla="*/ 1682 h 10000"/>
                <a:gd name="connsiteX56" fmla="*/ 8154 w 10000"/>
                <a:gd name="connsiteY56" fmla="*/ 1653 h 10000"/>
                <a:gd name="connsiteX57" fmla="*/ 8154 w 10000"/>
                <a:gd name="connsiteY57" fmla="*/ 1639 h 10000"/>
                <a:gd name="connsiteX58" fmla="*/ 8142 w 10000"/>
                <a:gd name="connsiteY58" fmla="*/ 1610 h 10000"/>
                <a:gd name="connsiteX59" fmla="*/ 8128 w 10000"/>
                <a:gd name="connsiteY59" fmla="*/ 1595 h 10000"/>
                <a:gd name="connsiteX60" fmla="*/ 8115 w 10000"/>
                <a:gd name="connsiteY60" fmla="*/ 1581 h 10000"/>
                <a:gd name="connsiteX61" fmla="*/ 8102 w 10000"/>
                <a:gd name="connsiteY61" fmla="*/ 1566 h 10000"/>
                <a:gd name="connsiteX62" fmla="*/ 8077 w 10000"/>
                <a:gd name="connsiteY62" fmla="*/ 1538 h 10000"/>
                <a:gd name="connsiteX63" fmla="*/ 7910 w 10000"/>
                <a:gd name="connsiteY63" fmla="*/ 905 h 10000"/>
                <a:gd name="connsiteX64" fmla="*/ 7962 w 10000"/>
                <a:gd name="connsiteY64" fmla="*/ 345 h 10000"/>
                <a:gd name="connsiteX65" fmla="*/ 8013 w 10000"/>
                <a:gd name="connsiteY65" fmla="*/ 0 h 10000"/>
                <a:gd name="connsiteX66" fmla="*/ 7692 w 10000"/>
                <a:gd name="connsiteY66" fmla="*/ 445 h 10000"/>
                <a:gd name="connsiteX67" fmla="*/ 7115 w 10000"/>
                <a:gd name="connsiteY67" fmla="*/ 546 h 10000"/>
                <a:gd name="connsiteX68" fmla="*/ 6679 w 10000"/>
                <a:gd name="connsiteY68" fmla="*/ 589 h 10000"/>
                <a:gd name="connsiteX69" fmla="*/ 6333 w 10000"/>
                <a:gd name="connsiteY69" fmla="*/ 546 h 10000"/>
                <a:gd name="connsiteX70" fmla="*/ 6257 w 10000"/>
                <a:gd name="connsiteY70" fmla="*/ 790 h 10000"/>
                <a:gd name="connsiteX71" fmla="*/ 6193 w 10000"/>
                <a:gd name="connsiteY71" fmla="*/ 804 h 10000"/>
                <a:gd name="connsiteX72" fmla="*/ 6128 w 10000"/>
                <a:gd name="connsiteY72" fmla="*/ 689 h 10000"/>
                <a:gd name="connsiteX73" fmla="*/ 5910 w 10000"/>
                <a:gd name="connsiteY73" fmla="*/ 531 h 10000"/>
                <a:gd name="connsiteX74" fmla="*/ 5988 w 10000"/>
                <a:gd name="connsiteY74" fmla="*/ 258 h 10000"/>
                <a:gd name="connsiteX75" fmla="*/ 5641 w 10000"/>
                <a:gd name="connsiteY75" fmla="*/ 301 h 10000"/>
                <a:gd name="connsiteX76" fmla="*/ 5192 w 10000"/>
                <a:gd name="connsiteY76" fmla="*/ 115 h 10000"/>
                <a:gd name="connsiteX77" fmla="*/ 4487 w 10000"/>
                <a:gd name="connsiteY77" fmla="*/ 373 h 10000"/>
                <a:gd name="connsiteX78" fmla="*/ 3961 w 10000"/>
                <a:gd name="connsiteY78" fmla="*/ 747 h 10000"/>
                <a:gd name="connsiteX79" fmla="*/ 3410 w 10000"/>
                <a:gd name="connsiteY79" fmla="*/ 834 h 10000"/>
                <a:gd name="connsiteX80" fmla="*/ 2410 w 10000"/>
                <a:gd name="connsiteY80" fmla="*/ 531 h 10000"/>
                <a:gd name="connsiteX81" fmla="*/ 1475 w 10000"/>
                <a:gd name="connsiteY81" fmla="*/ 157 h 10000"/>
                <a:gd name="connsiteX82" fmla="*/ 833 w 10000"/>
                <a:gd name="connsiteY82" fmla="*/ 86 h 10000"/>
                <a:gd name="connsiteX83" fmla="*/ 461 w 10000"/>
                <a:gd name="connsiteY83" fmla="*/ 186 h 10000"/>
                <a:gd name="connsiteX84" fmla="*/ 321 w 10000"/>
                <a:gd name="connsiteY84" fmla="*/ 72 h 10000"/>
                <a:gd name="connsiteX85" fmla="*/ 269 w 10000"/>
                <a:gd name="connsiteY85" fmla="*/ 172 h 10000"/>
                <a:gd name="connsiteX86" fmla="*/ 154 w 10000"/>
                <a:gd name="connsiteY86" fmla="*/ 345 h 10000"/>
                <a:gd name="connsiteX87" fmla="*/ 89 w 10000"/>
                <a:gd name="connsiteY87" fmla="*/ 604 h 10000"/>
                <a:gd name="connsiteX88" fmla="*/ 205 w 10000"/>
                <a:gd name="connsiteY88" fmla="*/ 891 h 10000"/>
                <a:gd name="connsiteX89" fmla="*/ 256 w 10000"/>
                <a:gd name="connsiteY89" fmla="*/ 1121 h 10000"/>
                <a:gd name="connsiteX90" fmla="*/ 154 w 10000"/>
                <a:gd name="connsiteY90" fmla="*/ 1394 h 10000"/>
                <a:gd name="connsiteX91" fmla="*/ 13 w 10000"/>
                <a:gd name="connsiteY91" fmla="*/ 1682 h 10000"/>
                <a:gd name="connsiteX92" fmla="*/ 116 w 10000"/>
                <a:gd name="connsiteY92" fmla="*/ 2027 h 10000"/>
                <a:gd name="connsiteX93" fmla="*/ 205 w 10000"/>
                <a:gd name="connsiteY93" fmla="*/ 2429 h 10000"/>
                <a:gd name="connsiteX94" fmla="*/ 205 w 10000"/>
                <a:gd name="connsiteY94" fmla="*/ 2444 h 10000"/>
                <a:gd name="connsiteX95" fmla="*/ 205 w 10000"/>
                <a:gd name="connsiteY95" fmla="*/ 2458 h 10000"/>
                <a:gd name="connsiteX96" fmla="*/ 205 w 10000"/>
                <a:gd name="connsiteY96" fmla="*/ 2472 h 10000"/>
                <a:gd name="connsiteX97" fmla="*/ 205 w 10000"/>
                <a:gd name="connsiteY97" fmla="*/ 2486 h 10000"/>
                <a:gd name="connsiteX98" fmla="*/ 205 w 10000"/>
                <a:gd name="connsiteY98" fmla="*/ 2502 h 10000"/>
                <a:gd name="connsiteX99" fmla="*/ 205 w 10000"/>
                <a:gd name="connsiteY99" fmla="*/ 2530 h 10000"/>
                <a:gd name="connsiteX100" fmla="*/ 218 w 10000"/>
                <a:gd name="connsiteY100" fmla="*/ 2559 h 10000"/>
                <a:gd name="connsiteX101" fmla="*/ 218 w 10000"/>
                <a:gd name="connsiteY101" fmla="*/ 2573 h 10000"/>
                <a:gd name="connsiteX102" fmla="*/ 218 w 10000"/>
                <a:gd name="connsiteY102" fmla="*/ 2602 h 10000"/>
                <a:gd name="connsiteX103" fmla="*/ 218 w 10000"/>
                <a:gd name="connsiteY103" fmla="*/ 2616 h 10000"/>
                <a:gd name="connsiteX104" fmla="*/ 218 w 10000"/>
                <a:gd name="connsiteY104" fmla="*/ 2645 h 10000"/>
                <a:gd name="connsiteX105" fmla="*/ 218 w 10000"/>
                <a:gd name="connsiteY105" fmla="*/ 2674 h 10000"/>
                <a:gd name="connsiteX106" fmla="*/ 218 w 10000"/>
                <a:gd name="connsiteY106" fmla="*/ 2702 h 10000"/>
                <a:gd name="connsiteX107" fmla="*/ 218 w 10000"/>
                <a:gd name="connsiteY107" fmla="*/ 2717 h 10000"/>
                <a:gd name="connsiteX108" fmla="*/ 218 w 10000"/>
                <a:gd name="connsiteY108" fmla="*/ 2760 h 10000"/>
                <a:gd name="connsiteX109" fmla="*/ 218 w 10000"/>
                <a:gd name="connsiteY109" fmla="*/ 2789 h 10000"/>
                <a:gd name="connsiteX110" fmla="*/ 218 w 10000"/>
                <a:gd name="connsiteY110" fmla="*/ 2818 h 10000"/>
                <a:gd name="connsiteX111" fmla="*/ 218 w 10000"/>
                <a:gd name="connsiteY111" fmla="*/ 2846 h 10000"/>
                <a:gd name="connsiteX112" fmla="*/ 218 w 10000"/>
                <a:gd name="connsiteY112" fmla="*/ 2890 h 10000"/>
                <a:gd name="connsiteX113" fmla="*/ 218 w 10000"/>
                <a:gd name="connsiteY113" fmla="*/ 2904 h 10000"/>
                <a:gd name="connsiteX114" fmla="*/ 218 w 10000"/>
                <a:gd name="connsiteY114" fmla="*/ 2961 h 10000"/>
                <a:gd name="connsiteX115" fmla="*/ 218 w 10000"/>
                <a:gd name="connsiteY115" fmla="*/ 3004 h 10000"/>
                <a:gd name="connsiteX116" fmla="*/ 218 w 10000"/>
                <a:gd name="connsiteY116" fmla="*/ 3034 h 10000"/>
                <a:gd name="connsiteX117" fmla="*/ 218 w 10000"/>
                <a:gd name="connsiteY117" fmla="*/ 3062 h 10000"/>
                <a:gd name="connsiteX118" fmla="*/ 218 w 10000"/>
                <a:gd name="connsiteY118" fmla="*/ 3105 h 10000"/>
                <a:gd name="connsiteX119" fmla="*/ 218 w 10000"/>
                <a:gd name="connsiteY119" fmla="*/ 3177 h 10000"/>
                <a:gd name="connsiteX120" fmla="*/ 218 w 10000"/>
                <a:gd name="connsiteY120" fmla="*/ 3191 h 10000"/>
                <a:gd name="connsiteX121" fmla="*/ 218 w 10000"/>
                <a:gd name="connsiteY121" fmla="*/ 3378 h 10000"/>
                <a:gd name="connsiteX122" fmla="*/ 218 w 10000"/>
                <a:gd name="connsiteY122" fmla="*/ 3392 h 10000"/>
                <a:gd name="connsiteX123" fmla="*/ 218 w 10000"/>
                <a:gd name="connsiteY123" fmla="*/ 3450 h 10000"/>
                <a:gd name="connsiteX124" fmla="*/ 218 w 10000"/>
                <a:gd name="connsiteY124" fmla="*/ 3479 h 10000"/>
                <a:gd name="connsiteX125" fmla="*/ 218 w 10000"/>
                <a:gd name="connsiteY125" fmla="*/ 3666 h 10000"/>
                <a:gd name="connsiteX126" fmla="*/ 218 w 10000"/>
                <a:gd name="connsiteY126" fmla="*/ 3680 h 10000"/>
                <a:gd name="connsiteX127" fmla="*/ 218 w 10000"/>
                <a:gd name="connsiteY127" fmla="*/ 3738 h 10000"/>
                <a:gd name="connsiteX128" fmla="*/ 218 w 10000"/>
                <a:gd name="connsiteY128" fmla="*/ 3796 h 10000"/>
                <a:gd name="connsiteX129" fmla="*/ 218 w 10000"/>
                <a:gd name="connsiteY129" fmla="*/ 3881 h 10000"/>
                <a:gd name="connsiteX130" fmla="*/ 218 w 10000"/>
                <a:gd name="connsiteY130" fmla="*/ 3911 h 10000"/>
                <a:gd name="connsiteX131" fmla="*/ 218 w 10000"/>
                <a:gd name="connsiteY131" fmla="*/ 3996 h 10000"/>
                <a:gd name="connsiteX132" fmla="*/ 218 w 10000"/>
                <a:gd name="connsiteY132" fmla="*/ 4227 h 10000"/>
                <a:gd name="connsiteX133" fmla="*/ 218 w 10000"/>
                <a:gd name="connsiteY133" fmla="*/ 4255 h 10000"/>
                <a:gd name="connsiteX134" fmla="*/ 218 w 10000"/>
                <a:gd name="connsiteY134" fmla="*/ 4327 h 10000"/>
                <a:gd name="connsiteX135" fmla="*/ 218 w 10000"/>
                <a:gd name="connsiteY135" fmla="*/ 4428 h 10000"/>
                <a:gd name="connsiteX136" fmla="*/ 218 w 10000"/>
                <a:gd name="connsiteY136" fmla="*/ 4471 h 10000"/>
                <a:gd name="connsiteX137" fmla="*/ 218 w 10000"/>
                <a:gd name="connsiteY137" fmla="*/ 4514 h 10000"/>
                <a:gd name="connsiteX138" fmla="*/ 218 w 10000"/>
                <a:gd name="connsiteY138" fmla="*/ 4586 h 10000"/>
                <a:gd name="connsiteX139" fmla="*/ 218 w 10000"/>
                <a:gd name="connsiteY139" fmla="*/ 4629 h 10000"/>
                <a:gd name="connsiteX140" fmla="*/ 218 w 10000"/>
                <a:gd name="connsiteY140" fmla="*/ 4744 h 10000"/>
                <a:gd name="connsiteX141" fmla="*/ 218 w 10000"/>
                <a:gd name="connsiteY141" fmla="*/ 4801 h 10000"/>
                <a:gd name="connsiteX142" fmla="*/ 218 w 10000"/>
                <a:gd name="connsiteY142" fmla="*/ 4845 h 10000"/>
                <a:gd name="connsiteX143" fmla="*/ 218 w 10000"/>
                <a:gd name="connsiteY143" fmla="*/ 4916 h 10000"/>
                <a:gd name="connsiteX144" fmla="*/ 218 w 10000"/>
                <a:gd name="connsiteY144" fmla="*/ 4974 h 10000"/>
                <a:gd name="connsiteX145" fmla="*/ 218 w 10000"/>
                <a:gd name="connsiteY145" fmla="*/ 5003 h 10000"/>
                <a:gd name="connsiteX146" fmla="*/ 218 w 10000"/>
                <a:gd name="connsiteY146" fmla="*/ 5118 h 10000"/>
                <a:gd name="connsiteX147" fmla="*/ 218 w 10000"/>
                <a:gd name="connsiteY147" fmla="*/ 5348 h 10000"/>
                <a:gd name="connsiteX148" fmla="*/ 218 w 10000"/>
                <a:gd name="connsiteY148" fmla="*/ 5377 h 10000"/>
                <a:gd name="connsiteX149" fmla="*/ 218 w 10000"/>
                <a:gd name="connsiteY149" fmla="*/ 5636 h 10000"/>
                <a:gd name="connsiteX150" fmla="*/ 218 w 10000"/>
                <a:gd name="connsiteY150" fmla="*/ 5664 h 10000"/>
                <a:gd name="connsiteX151" fmla="*/ 218 w 10000"/>
                <a:gd name="connsiteY151" fmla="*/ 5894 h 10000"/>
                <a:gd name="connsiteX152" fmla="*/ 218 w 10000"/>
                <a:gd name="connsiteY152" fmla="*/ 5967 h 10000"/>
                <a:gd name="connsiteX153" fmla="*/ 218 w 10000"/>
                <a:gd name="connsiteY153" fmla="*/ 6081 h 10000"/>
                <a:gd name="connsiteX154" fmla="*/ 218 w 10000"/>
                <a:gd name="connsiteY154" fmla="*/ 6096 h 10000"/>
                <a:gd name="connsiteX155" fmla="*/ 218 w 10000"/>
                <a:gd name="connsiteY155" fmla="*/ 9661 h 10000"/>
                <a:gd name="connsiteX156" fmla="*/ 6000 w 10000"/>
                <a:gd name="connsiteY156" fmla="*/ 9705 h 10000"/>
                <a:gd name="connsiteX157" fmla="*/ 7090 w 10000"/>
                <a:gd name="connsiteY157" fmla="*/ 9820 h 10000"/>
                <a:gd name="connsiteX158" fmla="*/ 7474 w 10000"/>
                <a:gd name="connsiteY158" fmla="*/ 9949 h 10000"/>
                <a:gd name="connsiteX159" fmla="*/ 7628 w 10000"/>
                <a:gd name="connsiteY159" fmla="*/ 9661 h 10000"/>
                <a:gd name="connsiteX160" fmla="*/ 10000 w 10000"/>
                <a:gd name="connsiteY160" fmla="*/ 9661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</a:cxnLst>
              <a:rect l="l" t="t" r="r" b="b"/>
              <a:pathLst>
                <a:path w="10000" h="10000">
                  <a:moveTo>
                    <a:pt x="10000" y="9661"/>
                  </a:moveTo>
                  <a:cubicBezTo>
                    <a:pt x="9987" y="9575"/>
                    <a:pt x="9936" y="9503"/>
                    <a:pt x="9859" y="9446"/>
                  </a:cubicBezTo>
                  <a:cubicBezTo>
                    <a:pt x="9679" y="9331"/>
                    <a:pt x="9500" y="9014"/>
                    <a:pt x="9307" y="8985"/>
                  </a:cubicBezTo>
                  <a:cubicBezTo>
                    <a:pt x="9115" y="8957"/>
                    <a:pt x="9051" y="8870"/>
                    <a:pt x="8936" y="8554"/>
                  </a:cubicBezTo>
                  <a:cubicBezTo>
                    <a:pt x="8833" y="8238"/>
                    <a:pt x="8731" y="8122"/>
                    <a:pt x="8833" y="7922"/>
                  </a:cubicBezTo>
                  <a:cubicBezTo>
                    <a:pt x="8924" y="7720"/>
                    <a:pt x="9051" y="7792"/>
                    <a:pt x="8872" y="7534"/>
                  </a:cubicBezTo>
                  <a:cubicBezTo>
                    <a:pt x="8692" y="7275"/>
                    <a:pt x="8615" y="7404"/>
                    <a:pt x="8474" y="7045"/>
                  </a:cubicBezTo>
                  <a:cubicBezTo>
                    <a:pt x="8334" y="6671"/>
                    <a:pt x="8410" y="6426"/>
                    <a:pt x="8128" y="6125"/>
                  </a:cubicBezTo>
                  <a:cubicBezTo>
                    <a:pt x="7833" y="5837"/>
                    <a:pt x="7833" y="5779"/>
                    <a:pt x="7743" y="5319"/>
                  </a:cubicBezTo>
                  <a:cubicBezTo>
                    <a:pt x="7641" y="4873"/>
                    <a:pt x="7333" y="4600"/>
                    <a:pt x="7295" y="4241"/>
                  </a:cubicBezTo>
                  <a:cubicBezTo>
                    <a:pt x="7269" y="3881"/>
                    <a:pt x="7064" y="3796"/>
                    <a:pt x="6923" y="3580"/>
                  </a:cubicBezTo>
                  <a:cubicBezTo>
                    <a:pt x="6795" y="3364"/>
                    <a:pt x="6551" y="3133"/>
                    <a:pt x="6487" y="2860"/>
                  </a:cubicBezTo>
                  <a:cubicBezTo>
                    <a:pt x="6423" y="2602"/>
                    <a:pt x="6500" y="2559"/>
                    <a:pt x="6411" y="2357"/>
                  </a:cubicBezTo>
                  <a:cubicBezTo>
                    <a:pt x="6308" y="2156"/>
                    <a:pt x="6269" y="2070"/>
                    <a:pt x="6295" y="1883"/>
                  </a:cubicBezTo>
                  <a:cubicBezTo>
                    <a:pt x="6295" y="1839"/>
                    <a:pt x="6295" y="1811"/>
                    <a:pt x="6308" y="1768"/>
                  </a:cubicBezTo>
                  <a:lnTo>
                    <a:pt x="6436" y="1839"/>
                  </a:lnTo>
                  <a:cubicBezTo>
                    <a:pt x="6449" y="1869"/>
                    <a:pt x="6462" y="1898"/>
                    <a:pt x="6474" y="1969"/>
                  </a:cubicBezTo>
                  <a:cubicBezTo>
                    <a:pt x="6513" y="2185"/>
                    <a:pt x="6513" y="2300"/>
                    <a:pt x="6718" y="2516"/>
                  </a:cubicBezTo>
                  <a:cubicBezTo>
                    <a:pt x="6923" y="2745"/>
                    <a:pt x="6962" y="2990"/>
                    <a:pt x="7051" y="3248"/>
                  </a:cubicBezTo>
                  <a:cubicBezTo>
                    <a:pt x="7141" y="3493"/>
                    <a:pt x="7320" y="3537"/>
                    <a:pt x="7513" y="3796"/>
                  </a:cubicBezTo>
                  <a:cubicBezTo>
                    <a:pt x="7692" y="4069"/>
                    <a:pt x="7821" y="4069"/>
                    <a:pt x="7833" y="3939"/>
                  </a:cubicBezTo>
                  <a:cubicBezTo>
                    <a:pt x="7859" y="3824"/>
                    <a:pt x="8000" y="3780"/>
                    <a:pt x="8000" y="3551"/>
                  </a:cubicBezTo>
                  <a:cubicBezTo>
                    <a:pt x="8000" y="3321"/>
                    <a:pt x="7910" y="3248"/>
                    <a:pt x="8077" y="3119"/>
                  </a:cubicBezTo>
                  <a:cubicBezTo>
                    <a:pt x="8244" y="2990"/>
                    <a:pt x="8077" y="2731"/>
                    <a:pt x="8218" y="2660"/>
                  </a:cubicBezTo>
                  <a:lnTo>
                    <a:pt x="8269" y="2660"/>
                  </a:lnTo>
                  <a:cubicBezTo>
                    <a:pt x="8282" y="2631"/>
                    <a:pt x="8295" y="2616"/>
                    <a:pt x="8295" y="2587"/>
                  </a:cubicBezTo>
                  <a:cubicBezTo>
                    <a:pt x="8307" y="2573"/>
                    <a:pt x="8307" y="2573"/>
                    <a:pt x="8307" y="2559"/>
                  </a:cubicBezTo>
                  <a:cubicBezTo>
                    <a:pt x="8307" y="2544"/>
                    <a:pt x="8307" y="2544"/>
                    <a:pt x="8320" y="2530"/>
                  </a:cubicBezTo>
                  <a:lnTo>
                    <a:pt x="8320" y="2502"/>
                  </a:lnTo>
                  <a:cubicBezTo>
                    <a:pt x="8320" y="2486"/>
                    <a:pt x="8334" y="2486"/>
                    <a:pt x="8334" y="2486"/>
                  </a:cubicBezTo>
                  <a:lnTo>
                    <a:pt x="8334" y="2444"/>
                  </a:lnTo>
                  <a:cubicBezTo>
                    <a:pt x="8372" y="2300"/>
                    <a:pt x="8320" y="2286"/>
                    <a:pt x="8307" y="2228"/>
                  </a:cubicBezTo>
                  <a:lnTo>
                    <a:pt x="8307" y="2213"/>
                  </a:lnTo>
                  <a:lnTo>
                    <a:pt x="8307" y="2199"/>
                  </a:lnTo>
                  <a:lnTo>
                    <a:pt x="8307" y="2185"/>
                  </a:lnTo>
                  <a:lnTo>
                    <a:pt x="8307" y="2171"/>
                  </a:lnTo>
                  <a:cubicBezTo>
                    <a:pt x="8307" y="2156"/>
                    <a:pt x="8307" y="2156"/>
                    <a:pt x="8295" y="2142"/>
                  </a:cubicBezTo>
                  <a:lnTo>
                    <a:pt x="8295" y="2113"/>
                  </a:lnTo>
                  <a:lnTo>
                    <a:pt x="8295" y="2070"/>
                  </a:lnTo>
                  <a:cubicBezTo>
                    <a:pt x="8295" y="2055"/>
                    <a:pt x="8282" y="2041"/>
                    <a:pt x="8282" y="2041"/>
                  </a:cubicBezTo>
                  <a:lnTo>
                    <a:pt x="8282" y="2027"/>
                  </a:lnTo>
                  <a:lnTo>
                    <a:pt x="8282" y="1998"/>
                  </a:lnTo>
                  <a:cubicBezTo>
                    <a:pt x="8282" y="1983"/>
                    <a:pt x="8269" y="1983"/>
                    <a:pt x="8269" y="1983"/>
                  </a:cubicBezTo>
                  <a:lnTo>
                    <a:pt x="8269" y="1955"/>
                  </a:lnTo>
                  <a:cubicBezTo>
                    <a:pt x="8269" y="1940"/>
                    <a:pt x="8269" y="1940"/>
                    <a:pt x="8256" y="1940"/>
                  </a:cubicBezTo>
                  <a:lnTo>
                    <a:pt x="8256" y="1912"/>
                  </a:lnTo>
                  <a:cubicBezTo>
                    <a:pt x="8256" y="1898"/>
                    <a:pt x="8256" y="1898"/>
                    <a:pt x="8244" y="1883"/>
                  </a:cubicBezTo>
                  <a:lnTo>
                    <a:pt x="8244" y="1854"/>
                  </a:lnTo>
                  <a:cubicBezTo>
                    <a:pt x="8240" y="1849"/>
                    <a:pt x="8235" y="1844"/>
                    <a:pt x="8231" y="1839"/>
                  </a:cubicBezTo>
                  <a:lnTo>
                    <a:pt x="8231" y="1811"/>
                  </a:lnTo>
                  <a:cubicBezTo>
                    <a:pt x="8218" y="1811"/>
                    <a:pt x="8218" y="1797"/>
                    <a:pt x="8218" y="1782"/>
                  </a:cubicBezTo>
                  <a:cubicBezTo>
                    <a:pt x="8218" y="1782"/>
                    <a:pt x="8218" y="1768"/>
                    <a:pt x="8205" y="1768"/>
                  </a:cubicBezTo>
                  <a:lnTo>
                    <a:pt x="8205" y="1740"/>
                  </a:lnTo>
                  <a:cubicBezTo>
                    <a:pt x="8193" y="1740"/>
                    <a:pt x="8193" y="1724"/>
                    <a:pt x="8193" y="1724"/>
                  </a:cubicBezTo>
                  <a:cubicBezTo>
                    <a:pt x="8193" y="1710"/>
                    <a:pt x="8180" y="1710"/>
                    <a:pt x="8180" y="1696"/>
                  </a:cubicBezTo>
                  <a:cubicBezTo>
                    <a:pt x="8180" y="1696"/>
                    <a:pt x="8180" y="1682"/>
                    <a:pt x="8167" y="1682"/>
                  </a:cubicBezTo>
                  <a:cubicBezTo>
                    <a:pt x="8167" y="1667"/>
                    <a:pt x="8167" y="1667"/>
                    <a:pt x="8154" y="1653"/>
                  </a:cubicBezTo>
                  <a:lnTo>
                    <a:pt x="8154" y="1639"/>
                  </a:lnTo>
                  <a:cubicBezTo>
                    <a:pt x="8142" y="1625"/>
                    <a:pt x="8142" y="1625"/>
                    <a:pt x="8142" y="1610"/>
                  </a:cubicBezTo>
                  <a:cubicBezTo>
                    <a:pt x="8142" y="1610"/>
                    <a:pt x="8128" y="1610"/>
                    <a:pt x="8128" y="1595"/>
                  </a:cubicBezTo>
                  <a:cubicBezTo>
                    <a:pt x="8124" y="1590"/>
                    <a:pt x="8119" y="1586"/>
                    <a:pt x="8115" y="1581"/>
                  </a:cubicBezTo>
                  <a:cubicBezTo>
                    <a:pt x="8115" y="1566"/>
                    <a:pt x="8102" y="1566"/>
                    <a:pt x="8102" y="1566"/>
                  </a:cubicBezTo>
                  <a:cubicBezTo>
                    <a:pt x="8102" y="1552"/>
                    <a:pt x="8089" y="1538"/>
                    <a:pt x="8077" y="1538"/>
                  </a:cubicBezTo>
                  <a:cubicBezTo>
                    <a:pt x="7949" y="1380"/>
                    <a:pt x="8051" y="1135"/>
                    <a:pt x="7910" y="905"/>
                  </a:cubicBezTo>
                  <a:cubicBezTo>
                    <a:pt x="7770" y="675"/>
                    <a:pt x="7846" y="517"/>
                    <a:pt x="7962" y="345"/>
                  </a:cubicBezTo>
                  <a:cubicBezTo>
                    <a:pt x="8026" y="244"/>
                    <a:pt x="8026" y="115"/>
                    <a:pt x="8013" y="0"/>
                  </a:cubicBezTo>
                  <a:cubicBezTo>
                    <a:pt x="7897" y="230"/>
                    <a:pt x="7808" y="186"/>
                    <a:pt x="7692" y="445"/>
                  </a:cubicBezTo>
                  <a:cubicBezTo>
                    <a:pt x="7565" y="733"/>
                    <a:pt x="7141" y="632"/>
                    <a:pt x="7115" y="546"/>
                  </a:cubicBezTo>
                  <a:cubicBezTo>
                    <a:pt x="7102" y="460"/>
                    <a:pt x="6770" y="416"/>
                    <a:pt x="6679" y="589"/>
                  </a:cubicBezTo>
                  <a:cubicBezTo>
                    <a:pt x="6590" y="747"/>
                    <a:pt x="6500" y="632"/>
                    <a:pt x="6333" y="546"/>
                  </a:cubicBezTo>
                  <a:cubicBezTo>
                    <a:pt x="6193" y="474"/>
                    <a:pt x="6231" y="604"/>
                    <a:pt x="6257" y="790"/>
                  </a:cubicBezTo>
                  <a:cubicBezTo>
                    <a:pt x="6231" y="790"/>
                    <a:pt x="6218" y="790"/>
                    <a:pt x="6193" y="804"/>
                  </a:cubicBezTo>
                  <a:cubicBezTo>
                    <a:pt x="6180" y="747"/>
                    <a:pt x="6153" y="704"/>
                    <a:pt x="6128" y="689"/>
                  </a:cubicBezTo>
                  <a:cubicBezTo>
                    <a:pt x="6026" y="632"/>
                    <a:pt x="5910" y="646"/>
                    <a:pt x="5910" y="531"/>
                  </a:cubicBezTo>
                  <a:cubicBezTo>
                    <a:pt x="5910" y="430"/>
                    <a:pt x="6102" y="331"/>
                    <a:pt x="5988" y="258"/>
                  </a:cubicBezTo>
                  <a:cubicBezTo>
                    <a:pt x="5885" y="172"/>
                    <a:pt x="5782" y="258"/>
                    <a:pt x="5641" y="301"/>
                  </a:cubicBezTo>
                  <a:cubicBezTo>
                    <a:pt x="5513" y="345"/>
                    <a:pt x="5384" y="28"/>
                    <a:pt x="5192" y="115"/>
                  </a:cubicBezTo>
                  <a:cubicBezTo>
                    <a:pt x="5001" y="216"/>
                    <a:pt x="4654" y="157"/>
                    <a:pt x="4487" y="373"/>
                  </a:cubicBezTo>
                  <a:cubicBezTo>
                    <a:pt x="4320" y="589"/>
                    <a:pt x="4115" y="604"/>
                    <a:pt x="3961" y="747"/>
                  </a:cubicBezTo>
                  <a:cubicBezTo>
                    <a:pt x="3807" y="891"/>
                    <a:pt x="3744" y="963"/>
                    <a:pt x="3410" y="834"/>
                  </a:cubicBezTo>
                  <a:cubicBezTo>
                    <a:pt x="3077" y="689"/>
                    <a:pt x="2628" y="632"/>
                    <a:pt x="2410" y="531"/>
                  </a:cubicBezTo>
                  <a:cubicBezTo>
                    <a:pt x="2192" y="445"/>
                    <a:pt x="1756" y="157"/>
                    <a:pt x="1475" y="157"/>
                  </a:cubicBezTo>
                  <a:cubicBezTo>
                    <a:pt x="1179" y="157"/>
                    <a:pt x="987" y="-29"/>
                    <a:pt x="833" y="86"/>
                  </a:cubicBezTo>
                  <a:cubicBezTo>
                    <a:pt x="679" y="186"/>
                    <a:pt x="693" y="315"/>
                    <a:pt x="461" y="186"/>
                  </a:cubicBezTo>
                  <a:cubicBezTo>
                    <a:pt x="410" y="157"/>
                    <a:pt x="359" y="115"/>
                    <a:pt x="321" y="72"/>
                  </a:cubicBezTo>
                  <a:cubicBezTo>
                    <a:pt x="308" y="115"/>
                    <a:pt x="282" y="157"/>
                    <a:pt x="269" y="172"/>
                  </a:cubicBezTo>
                  <a:cubicBezTo>
                    <a:pt x="218" y="201"/>
                    <a:pt x="243" y="315"/>
                    <a:pt x="154" y="345"/>
                  </a:cubicBezTo>
                  <a:cubicBezTo>
                    <a:pt x="64" y="373"/>
                    <a:pt x="-25" y="503"/>
                    <a:pt x="89" y="604"/>
                  </a:cubicBezTo>
                  <a:cubicBezTo>
                    <a:pt x="205" y="704"/>
                    <a:pt x="129" y="834"/>
                    <a:pt x="205" y="891"/>
                  </a:cubicBezTo>
                  <a:cubicBezTo>
                    <a:pt x="282" y="948"/>
                    <a:pt x="346" y="1077"/>
                    <a:pt x="256" y="1121"/>
                  </a:cubicBezTo>
                  <a:cubicBezTo>
                    <a:pt x="167" y="1164"/>
                    <a:pt x="154" y="1336"/>
                    <a:pt x="154" y="1394"/>
                  </a:cubicBezTo>
                  <a:cubicBezTo>
                    <a:pt x="154" y="1451"/>
                    <a:pt x="-51" y="1538"/>
                    <a:pt x="13" y="1682"/>
                  </a:cubicBezTo>
                  <a:cubicBezTo>
                    <a:pt x="77" y="1825"/>
                    <a:pt x="26" y="1983"/>
                    <a:pt x="116" y="2027"/>
                  </a:cubicBezTo>
                  <a:cubicBezTo>
                    <a:pt x="205" y="2070"/>
                    <a:pt x="167" y="2300"/>
                    <a:pt x="205" y="2429"/>
                  </a:cubicBezTo>
                  <a:lnTo>
                    <a:pt x="205" y="2444"/>
                  </a:lnTo>
                  <a:lnTo>
                    <a:pt x="205" y="2458"/>
                  </a:lnTo>
                  <a:lnTo>
                    <a:pt x="205" y="2472"/>
                  </a:lnTo>
                  <a:lnTo>
                    <a:pt x="205" y="2486"/>
                  </a:lnTo>
                  <a:lnTo>
                    <a:pt x="205" y="2502"/>
                  </a:lnTo>
                  <a:lnTo>
                    <a:pt x="205" y="2530"/>
                  </a:lnTo>
                  <a:cubicBezTo>
                    <a:pt x="205" y="2544"/>
                    <a:pt x="205" y="2544"/>
                    <a:pt x="218" y="2559"/>
                  </a:cubicBezTo>
                  <a:lnTo>
                    <a:pt x="218" y="2573"/>
                  </a:lnTo>
                  <a:lnTo>
                    <a:pt x="218" y="2602"/>
                  </a:lnTo>
                  <a:lnTo>
                    <a:pt x="218" y="2616"/>
                  </a:lnTo>
                  <a:lnTo>
                    <a:pt x="218" y="2645"/>
                  </a:lnTo>
                  <a:lnTo>
                    <a:pt x="218" y="2674"/>
                  </a:lnTo>
                  <a:lnTo>
                    <a:pt x="218" y="2702"/>
                  </a:lnTo>
                  <a:lnTo>
                    <a:pt x="218" y="2717"/>
                  </a:lnTo>
                  <a:lnTo>
                    <a:pt x="218" y="2760"/>
                  </a:lnTo>
                  <a:lnTo>
                    <a:pt x="218" y="2789"/>
                  </a:lnTo>
                  <a:lnTo>
                    <a:pt x="218" y="2818"/>
                  </a:lnTo>
                  <a:lnTo>
                    <a:pt x="218" y="2846"/>
                  </a:lnTo>
                  <a:lnTo>
                    <a:pt x="218" y="2890"/>
                  </a:lnTo>
                  <a:lnTo>
                    <a:pt x="218" y="2904"/>
                  </a:lnTo>
                  <a:lnTo>
                    <a:pt x="218" y="2961"/>
                  </a:lnTo>
                  <a:lnTo>
                    <a:pt x="218" y="3004"/>
                  </a:lnTo>
                  <a:lnTo>
                    <a:pt x="218" y="3034"/>
                  </a:lnTo>
                  <a:lnTo>
                    <a:pt x="218" y="3062"/>
                  </a:lnTo>
                  <a:lnTo>
                    <a:pt x="218" y="3105"/>
                  </a:lnTo>
                  <a:lnTo>
                    <a:pt x="218" y="3177"/>
                  </a:lnTo>
                  <a:lnTo>
                    <a:pt x="218" y="3191"/>
                  </a:lnTo>
                  <a:lnTo>
                    <a:pt x="218" y="3378"/>
                  </a:lnTo>
                  <a:lnTo>
                    <a:pt x="218" y="3392"/>
                  </a:lnTo>
                  <a:lnTo>
                    <a:pt x="218" y="3450"/>
                  </a:lnTo>
                  <a:lnTo>
                    <a:pt x="218" y="3479"/>
                  </a:lnTo>
                  <a:lnTo>
                    <a:pt x="218" y="3666"/>
                  </a:lnTo>
                  <a:lnTo>
                    <a:pt x="218" y="3680"/>
                  </a:lnTo>
                  <a:lnTo>
                    <a:pt x="218" y="3738"/>
                  </a:lnTo>
                  <a:lnTo>
                    <a:pt x="218" y="3796"/>
                  </a:lnTo>
                  <a:lnTo>
                    <a:pt x="218" y="3881"/>
                  </a:lnTo>
                  <a:lnTo>
                    <a:pt x="218" y="3911"/>
                  </a:lnTo>
                  <a:lnTo>
                    <a:pt x="218" y="3996"/>
                  </a:lnTo>
                  <a:lnTo>
                    <a:pt x="218" y="4227"/>
                  </a:lnTo>
                  <a:lnTo>
                    <a:pt x="218" y="4255"/>
                  </a:lnTo>
                  <a:lnTo>
                    <a:pt x="218" y="4327"/>
                  </a:lnTo>
                  <a:lnTo>
                    <a:pt x="218" y="4428"/>
                  </a:lnTo>
                  <a:lnTo>
                    <a:pt x="218" y="4471"/>
                  </a:lnTo>
                  <a:lnTo>
                    <a:pt x="218" y="4514"/>
                  </a:lnTo>
                  <a:lnTo>
                    <a:pt x="218" y="4586"/>
                  </a:lnTo>
                  <a:lnTo>
                    <a:pt x="218" y="4629"/>
                  </a:lnTo>
                  <a:lnTo>
                    <a:pt x="218" y="4744"/>
                  </a:lnTo>
                  <a:lnTo>
                    <a:pt x="218" y="4801"/>
                  </a:lnTo>
                  <a:lnTo>
                    <a:pt x="218" y="4845"/>
                  </a:lnTo>
                  <a:lnTo>
                    <a:pt x="218" y="4916"/>
                  </a:lnTo>
                  <a:lnTo>
                    <a:pt x="218" y="4974"/>
                  </a:lnTo>
                  <a:lnTo>
                    <a:pt x="218" y="5003"/>
                  </a:lnTo>
                  <a:lnTo>
                    <a:pt x="218" y="5118"/>
                  </a:lnTo>
                  <a:lnTo>
                    <a:pt x="218" y="5348"/>
                  </a:lnTo>
                  <a:lnTo>
                    <a:pt x="218" y="5377"/>
                  </a:lnTo>
                  <a:lnTo>
                    <a:pt x="218" y="5636"/>
                  </a:lnTo>
                  <a:lnTo>
                    <a:pt x="218" y="5664"/>
                  </a:lnTo>
                  <a:lnTo>
                    <a:pt x="218" y="5894"/>
                  </a:lnTo>
                  <a:lnTo>
                    <a:pt x="218" y="5967"/>
                  </a:lnTo>
                  <a:lnTo>
                    <a:pt x="218" y="6081"/>
                  </a:lnTo>
                  <a:lnTo>
                    <a:pt x="218" y="6096"/>
                  </a:lnTo>
                  <a:lnTo>
                    <a:pt x="218" y="9661"/>
                  </a:lnTo>
                  <a:lnTo>
                    <a:pt x="6000" y="9705"/>
                  </a:lnTo>
                  <a:cubicBezTo>
                    <a:pt x="6303" y="9731"/>
                    <a:pt x="7000" y="9590"/>
                    <a:pt x="7090" y="9820"/>
                  </a:cubicBezTo>
                  <a:cubicBezTo>
                    <a:pt x="7180" y="10049"/>
                    <a:pt x="7307" y="10020"/>
                    <a:pt x="7474" y="9949"/>
                  </a:cubicBezTo>
                  <a:cubicBezTo>
                    <a:pt x="7603" y="9891"/>
                    <a:pt x="7552" y="9747"/>
                    <a:pt x="7628" y="9661"/>
                  </a:cubicBezTo>
                  <a:lnTo>
                    <a:pt x="10000" y="9661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112" name="Freeform 111">
              <a:extLst>
                <a:ext uri="{FF2B5EF4-FFF2-40B4-BE49-F238E27FC236}">
                  <a16:creationId xmlns:a16="http://schemas.microsoft.com/office/drawing/2014/main" id="{C810D88C-92FF-3F2B-205F-93F10F1681E9}"/>
                </a:ext>
              </a:extLst>
            </p:cNvPr>
            <p:cNvSpPr>
              <a:spLocks/>
            </p:cNvSpPr>
            <p:nvPr/>
          </p:nvSpPr>
          <p:spPr bwMode="auto">
            <a:xfrm>
              <a:off x="4864162" y="1366936"/>
              <a:ext cx="968314" cy="1093977"/>
            </a:xfrm>
            <a:custGeom>
              <a:avLst/>
              <a:gdLst>
                <a:gd name="T0" fmla="*/ 984 w 1068"/>
                <a:gd name="T1" fmla="*/ 123 h 1221"/>
                <a:gd name="T2" fmla="*/ 965 w 1068"/>
                <a:gd name="T3" fmla="*/ 16 h 1221"/>
                <a:gd name="T4" fmla="*/ 738 w 1068"/>
                <a:gd name="T5" fmla="*/ 27 h 1221"/>
                <a:gd name="T6" fmla="*/ 608 w 1068"/>
                <a:gd name="T7" fmla="*/ 10 h 1221"/>
                <a:gd name="T8" fmla="*/ 202 w 1068"/>
                <a:gd name="T9" fmla="*/ 28 h 1221"/>
                <a:gd name="T10" fmla="*/ 135 w 1068"/>
                <a:gd name="T11" fmla="*/ 149 h 1221"/>
                <a:gd name="T12" fmla="*/ 105 w 1068"/>
                <a:gd name="T13" fmla="*/ 429 h 1221"/>
                <a:gd name="T14" fmla="*/ 66 w 1068"/>
                <a:gd name="T15" fmla="*/ 473 h 1221"/>
                <a:gd name="T16" fmla="*/ 36 w 1068"/>
                <a:gd name="T17" fmla="*/ 513 h 1221"/>
                <a:gd name="T18" fmla="*/ 19 w 1068"/>
                <a:gd name="T19" fmla="*/ 573 h 1221"/>
                <a:gd name="T20" fmla="*/ 11 w 1068"/>
                <a:gd name="T21" fmla="*/ 629 h 1221"/>
                <a:gd name="T22" fmla="*/ 51 w 1068"/>
                <a:gd name="T23" fmla="*/ 704 h 1221"/>
                <a:gd name="T24" fmla="*/ 70 w 1068"/>
                <a:gd name="T25" fmla="*/ 727 h 1221"/>
                <a:gd name="T26" fmla="*/ 66 w 1068"/>
                <a:gd name="T27" fmla="*/ 744 h 1221"/>
                <a:gd name="T28" fmla="*/ 67 w 1068"/>
                <a:gd name="T29" fmla="*/ 750 h 1221"/>
                <a:gd name="T30" fmla="*/ 68 w 1068"/>
                <a:gd name="T31" fmla="*/ 753 h 1221"/>
                <a:gd name="T32" fmla="*/ 71 w 1068"/>
                <a:gd name="T33" fmla="*/ 758 h 1221"/>
                <a:gd name="T34" fmla="*/ 101 w 1068"/>
                <a:gd name="T35" fmla="*/ 791 h 1221"/>
                <a:gd name="T36" fmla="*/ 111 w 1068"/>
                <a:gd name="T37" fmla="*/ 849 h 1221"/>
                <a:gd name="T38" fmla="*/ 147 w 1068"/>
                <a:gd name="T39" fmla="*/ 892 h 1221"/>
                <a:gd name="T40" fmla="*/ 209 w 1068"/>
                <a:gd name="T41" fmla="*/ 938 h 1221"/>
                <a:gd name="T42" fmla="*/ 262 w 1068"/>
                <a:gd name="T43" fmla="*/ 997 h 1221"/>
                <a:gd name="T44" fmla="*/ 332 w 1068"/>
                <a:gd name="T45" fmla="*/ 1075 h 1221"/>
                <a:gd name="T46" fmla="*/ 348 w 1068"/>
                <a:gd name="T47" fmla="*/ 1109 h 1221"/>
                <a:gd name="T48" fmla="*/ 354 w 1068"/>
                <a:gd name="T49" fmla="*/ 1117 h 1221"/>
                <a:gd name="T50" fmla="*/ 403 w 1068"/>
                <a:gd name="T51" fmla="*/ 1171 h 1221"/>
                <a:gd name="T52" fmla="*/ 478 w 1068"/>
                <a:gd name="T53" fmla="*/ 1157 h 1221"/>
                <a:gd name="T54" fmla="*/ 566 w 1068"/>
                <a:gd name="T55" fmla="*/ 1217 h 1221"/>
                <a:gd name="T56" fmla="*/ 570 w 1068"/>
                <a:gd name="T57" fmla="*/ 1217 h 1221"/>
                <a:gd name="T58" fmla="*/ 581 w 1068"/>
                <a:gd name="T59" fmla="*/ 1208 h 1221"/>
                <a:gd name="T60" fmla="*/ 589 w 1068"/>
                <a:gd name="T61" fmla="*/ 1205 h 1221"/>
                <a:gd name="T62" fmla="*/ 595 w 1068"/>
                <a:gd name="T63" fmla="*/ 1205 h 1221"/>
                <a:gd name="T64" fmla="*/ 685 w 1068"/>
                <a:gd name="T65" fmla="*/ 1201 h 1221"/>
                <a:gd name="T66" fmla="*/ 760 w 1068"/>
                <a:gd name="T67" fmla="*/ 1185 h 1221"/>
                <a:gd name="T68" fmla="*/ 763 w 1068"/>
                <a:gd name="T69" fmla="*/ 1182 h 1221"/>
                <a:gd name="T70" fmla="*/ 768 w 1068"/>
                <a:gd name="T71" fmla="*/ 1179 h 1221"/>
                <a:gd name="T72" fmla="*/ 778 w 1068"/>
                <a:gd name="T73" fmla="*/ 1176 h 1221"/>
                <a:gd name="T74" fmla="*/ 781 w 1068"/>
                <a:gd name="T75" fmla="*/ 1174 h 1221"/>
                <a:gd name="T76" fmla="*/ 783 w 1068"/>
                <a:gd name="T77" fmla="*/ 1171 h 1221"/>
                <a:gd name="T78" fmla="*/ 845 w 1068"/>
                <a:gd name="T79" fmla="*/ 1129 h 1221"/>
                <a:gd name="T80" fmla="*/ 888 w 1068"/>
                <a:gd name="T81" fmla="*/ 1152 h 1221"/>
                <a:gd name="T82" fmla="*/ 843 w 1068"/>
                <a:gd name="T83" fmla="*/ 1084 h 1221"/>
                <a:gd name="T84" fmla="*/ 773 w 1068"/>
                <a:gd name="T85" fmla="*/ 978 h 1221"/>
                <a:gd name="T86" fmla="*/ 721 w 1068"/>
                <a:gd name="T87" fmla="*/ 949 h 1221"/>
                <a:gd name="T88" fmla="*/ 747 w 1068"/>
                <a:gd name="T89" fmla="*/ 906 h 1221"/>
                <a:gd name="T90" fmla="*/ 794 w 1068"/>
                <a:gd name="T91" fmla="*/ 798 h 1221"/>
                <a:gd name="T92" fmla="*/ 816 w 1068"/>
                <a:gd name="T93" fmla="*/ 747 h 1221"/>
                <a:gd name="T94" fmla="*/ 840 w 1068"/>
                <a:gd name="T95" fmla="*/ 710 h 1221"/>
                <a:gd name="T96" fmla="*/ 904 w 1068"/>
                <a:gd name="T97" fmla="*/ 631 h 1221"/>
                <a:gd name="T98" fmla="*/ 927 w 1068"/>
                <a:gd name="T99" fmla="*/ 569 h 1221"/>
                <a:gd name="T100" fmla="*/ 929 w 1068"/>
                <a:gd name="T101" fmla="*/ 564 h 1221"/>
                <a:gd name="T102" fmla="*/ 930 w 1068"/>
                <a:gd name="T103" fmla="*/ 555 h 1221"/>
                <a:gd name="T104" fmla="*/ 931 w 1068"/>
                <a:gd name="T105" fmla="*/ 550 h 1221"/>
                <a:gd name="T106" fmla="*/ 931 w 1068"/>
                <a:gd name="T107" fmla="*/ 535 h 1221"/>
                <a:gd name="T108" fmla="*/ 935 w 1068"/>
                <a:gd name="T109" fmla="*/ 460 h 1221"/>
                <a:gd name="T110" fmla="*/ 965 w 1068"/>
                <a:gd name="T111" fmla="*/ 389 h 1221"/>
                <a:gd name="T112" fmla="*/ 998 w 1068"/>
                <a:gd name="T113" fmla="*/ 333 h 1221"/>
                <a:gd name="T114" fmla="*/ 1061 w 1068"/>
                <a:gd name="T115" fmla="*/ 286 h 1221"/>
                <a:gd name="connsiteX0" fmla="*/ 9899 w 9983"/>
                <a:gd name="connsiteY0" fmla="*/ 2106 h 9901"/>
                <a:gd name="connsiteX1" fmla="*/ 9281 w 9983"/>
                <a:gd name="connsiteY1" fmla="*/ 1647 h 9901"/>
                <a:gd name="connsiteX2" fmla="*/ 9196 w 9983"/>
                <a:gd name="connsiteY2" fmla="*/ 934 h 9901"/>
                <a:gd name="connsiteX3" fmla="*/ 9196 w 9983"/>
                <a:gd name="connsiteY3" fmla="*/ 508 h 9901"/>
                <a:gd name="connsiteX4" fmla="*/ 9037 w 9983"/>
                <a:gd name="connsiteY4" fmla="*/ 238 h 9901"/>
                <a:gd name="connsiteX5" fmla="*/ 9019 w 9983"/>
                <a:gd name="connsiteY5" fmla="*/ 58 h 9901"/>
                <a:gd name="connsiteX6" fmla="*/ 7286 w 9983"/>
                <a:gd name="connsiteY6" fmla="*/ 58 h 9901"/>
                <a:gd name="connsiteX7" fmla="*/ 7174 w 9983"/>
                <a:gd name="connsiteY7" fmla="*/ 222 h 9901"/>
                <a:gd name="connsiteX8" fmla="*/ 6893 w 9983"/>
                <a:gd name="connsiteY8" fmla="*/ 148 h 9901"/>
                <a:gd name="connsiteX9" fmla="*/ 6097 w 9983"/>
                <a:gd name="connsiteY9" fmla="*/ 83 h 9901"/>
                <a:gd name="connsiteX10" fmla="*/ 5816 w 9983"/>
                <a:gd name="connsiteY10" fmla="*/ 1 h 9901"/>
                <a:gd name="connsiteX11" fmla="*/ 5564 w 9983"/>
                <a:gd name="connsiteY11" fmla="*/ 58 h 9901"/>
                <a:gd name="connsiteX12" fmla="*/ 1874 w 9983"/>
                <a:gd name="connsiteY12" fmla="*/ 58 h 9901"/>
                <a:gd name="connsiteX13" fmla="*/ 1874 w 9983"/>
                <a:gd name="connsiteY13" fmla="*/ 156 h 9901"/>
                <a:gd name="connsiteX14" fmla="*/ 1865 w 9983"/>
                <a:gd name="connsiteY14" fmla="*/ 1106 h 9901"/>
                <a:gd name="connsiteX15" fmla="*/ 1865 w 9983"/>
                <a:gd name="connsiteY15" fmla="*/ 1131 h 9901"/>
                <a:gd name="connsiteX16" fmla="*/ 1247 w 9983"/>
                <a:gd name="connsiteY16" fmla="*/ 1147 h 9901"/>
                <a:gd name="connsiteX17" fmla="*/ 1247 w 9983"/>
                <a:gd name="connsiteY17" fmla="*/ 1368 h 9901"/>
                <a:gd name="connsiteX18" fmla="*/ 1247 w 9983"/>
                <a:gd name="connsiteY18" fmla="*/ 3441 h 9901"/>
                <a:gd name="connsiteX19" fmla="*/ 966 w 9983"/>
                <a:gd name="connsiteY19" fmla="*/ 3441 h 9901"/>
                <a:gd name="connsiteX20" fmla="*/ 741 w 9983"/>
                <a:gd name="connsiteY20" fmla="*/ 3506 h 9901"/>
                <a:gd name="connsiteX21" fmla="*/ 620 w 9983"/>
                <a:gd name="connsiteY21" fmla="*/ 3629 h 9901"/>
                <a:gd name="connsiteX22" fmla="*/ 601 w 9983"/>
                <a:gd name="connsiteY22" fmla="*/ 3801 h 9901"/>
                <a:gd name="connsiteX23" fmla="*/ 479 w 9983"/>
                <a:gd name="connsiteY23" fmla="*/ 3924 h 9901"/>
                <a:gd name="connsiteX24" fmla="*/ 423 w 9983"/>
                <a:gd name="connsiteY24" fmla="*/ 4030 h 9901"/>
                <a:gd name="connsiteX25" fmla="*/ 320 w 9983"/>
                <a:gd name="connsiteY25" fmla="*/ 4128 h 9901"/>
                <a:gd name="connsiteX26" fmla="*/ 339 w 9983"/>
                <a:gd name="connsiteY26" fmla="*/ 4341 h 9901"/>
                <a:gd name="connsiteX27" fmla="*/ 152 w 9983"/>
                <a:gd name="connsiteY27" fmla="*/ 4472 h 9901"/>
                <a:gd name="connsiteX28" fmla="*/ 161 w 9983"/>
                <a:gd name="connsiteY28" fmla="*/ 4620 h 9901"/>
                <a:gd name="connsiteX29" fmla="*/ 123 w 9983"/>
                <a:gd name="connsiteY29" fmla="*/ 4800 h 9901"/>
                <a:gd name="connsiteX30" fmla="*/ 2 w 9983"/>
                <a:gd name="connsiteY30" fmla="*/ 4947 h 9901"/>
                <a:gd name="connsiteX31" fmla="*/ 86 w 9983"/>
                <a:gd name="connsiteY31" fmla="*/ 5079 h 9901"/>
                <a:gd name="connsiteX32" fmla="*/ 320 w 9983"/>
                <a:gd name="connsiteY32" fmla="*/ 5160 h 9901"/>
                <a:gd name="connsiteX33" fmla="*/ 358 w 9983"/>
                <a:gd name="connsiteY33" fmla="*/ 5357 h 9901"/>
                <a:gd name="connsiteX34" fmla="*/ 461 w 9983"/>
                <a:gd name="connsiteY34" fmla="*/ 5693 h 9901"/>
                <a:gd name="connsiteX35" fmla="*/ 648 w 9983"/>
                <a:gd name="connsiteY35" fmla="*/ 5857 h 9901"/>
                <a:gd name="connsiteX36" fmla="*/ 638 w 9983"/>
                <a:gd name="connsiteY36" fmla="*/ 5873 h 9901"/>
                <a:gd name="connsiteX37" fmla="*/ 638 w 9983"/>
                <a:gd name="connsiteY37" fmla="*/ 5881 h 9901"/>
                <a:gd name="connsiteX38" fmla="*/ 629 w 9983"/>
                <a:gd name="connsiteY38" fmla="*/ 5906 h 9901"/>
                <a:gd name="connsiteX39" fmla="*/ 610 w 9983"/>
                <a:gd name="connsiteY39" fmla="*/ 5971 h 9901"/>
                <a:gd name="connsiteX40" fmla="*/ 601 w 9983"/>
                <a:gd name="connsiteY40" fmla="*/ 6020 h 9901"/>
                <a:gd name="connsiteX41" fmla="*/ 601 w 9983"/>
                <a:gd name="connsiteY41" fmla="*/ 6045 h 9901"/>
                <a:gd name="connsiteX42" fmla="*/ 601 w 9983"/>
                <a:gd name="connsiteY42" fmla="*/ 6053 h 9901"/>
                <a:gd name="connsiteX43" fmla="*/ 610 w 9983"/>
                <a:gd name="connsiteY43" fmla="*/ 6070 h 9901"/>
                <a:gd name="connsiteX44" fmla="*/ 610 w 9983"/>
                <a:gd name="connsiteY44" fmla="*/ 6078 h 9901"/>
                <a:gd name="connsiteX45" fmla="*/ 620 w 9983"/>
                <a:gd name="connsiteY45" fmla="*/ 6086 h 9901"/>
                <a:gd name="connsiteX46" fmla="*/ 620 w 9983"/>
                <a:gd name="connsiteY46" fmla="*/ 6094 h 9901"/>
                <a:gd name="connsiteX47" fmla="*/ 629 w 9983"/>
                <a:gd name="connsiteY47" fmla="*/ 6110 h 9901"/>
                <a:gd name="connsiteX48" fmla="*/ 629 w 9983"/>
                <a:gd name="connsiteY48" fmla="*/ 6119 h 9901"/>
                <a:gd name="connsiteX49" fmla="*/ 648 w 9983"/>
                <a:gd name="connsiteY49" fmla="*/ 6135 h 9901"/>
                <a:gd name="connsiteX50" fmla="*/ 648 w 9983"/>
                <a:gd name="connsiteY50" fmla="*/ 6143 h 9901"/>
                <a:gd name="connsiteX51" fmla="*/ 676 w 9983"/>
                <a:gd name="connsiteY51" fmla="*/ 6160 h 9901"/>
                <a:gd name="connsiteX52" fmla="*/ 929 w 9983"/>
                <a:gd name="connsiteY52" fmla="*/ 6405 h 9901"/>
                <a:gd name="connsiteX53" fmla="*/ 1050 w 9983"/>
                <a:gd name="connsiteY53" fmla="*/ 6536 h 9901"/>
                <a:gd name="connsiteX54" fmla="*/ 1088 w 9983"/>
                <a:gd name="connsiteY54" fmla="*/ 6708 h 9901"/>
                <a:gd name="connsiteX55" fmla="*/ 1022 w 9983"/>
                <a:gd name="connsiteY55" fmla="*/ 6880 h 9901"/>
                <a:gd name="connsiteX56" fmla="*/ 901 w 9983"/>
                <a:gd name="connsiteY56" fmla="*/ 7036 h 9901"/>
                <a:gd name="connsiteX57" fmla="*/ 1041 w 9983"/>
                <a:gd name="connsiteY57" fmla="*/ 7183 h 9901"/>
                <a:gd name="connsiteX58" fmla="*/ 1359 w 9983"/>
                <a:gd name="connsiteY58" fmla="*/ 7232 h 9901"/>
                <a:gd name="connsiteX59" fmla="*/ 1509 w 9983"/>
                <a:gd name="connsiteY59" fmla="*/ 7437 h 9901"/>
                <a:gd name="connsiteX60" fmla="*/ 1762 w 9983"/>
                <a:gd name="connsiteY60" fmla="*/ 7470 h 9901"/>
                <a:gd name="connsiteX61" fmla="*/ 1940 w 9983"/>
                <a:gd name="connsiteY61" fmla="*/ 7609 h 9901"/>
                <a:gd name="connsiteX62" fmla="*/ 2034 w 9983"/>
                <a:gd name="connsiteY62" fmla="*/ 7789 h 9901"/>
                <a:gd name="connsiteX63" fmla="*/ 2183 w 9983"/>
                <a:gd name="connsiteY63" fmla="*/ 7978 h 9901"/>
                <a:gd name="connsiteX64" fmla="*/ 2436 w 9983"/>
                <a:gd name="connsiteY64" fmla="*/ 8092 h 9901"/>
                <a:gd name="connsiteX65" fmla="*/ 2670 w 9983"/>
                <a:gd name="connsiteY65" fmla="*/ 8281 h 9901"/>
                <a:gd name="connsiteX66" fmla="*/ 2726 w 9983"/>
                <a:gd name="connsiteY66" fmla="*/ 8535 h 9901"/>
                <a:gd name="connsiteX67" fmla="*/ 3092 w 9983"/>
                <a:gd name="connsiteY67" fmla="*/ 8731 h 9901"/>
                <a:gd name="connsiteX68" fmla="*/ 3204 w 9983"/>
                <a:gd name="connsiteY68" fmla="*/ 8993 h 9901"/>
                <a:gd name="connsiteX69" fmla="*/ 3232 w 9983"/>
                <a:gd name="connsiteY69" fmla="*/ 9010 h 9901"/>
                <a:gd name="connsiteX70" fmla="*/ 3241 w 9983"/>
                <a:gd name="connsiteY70" fmla="*/ 9010 h 9901"/>
                <a:gd name="connsiteX71" fmla="*/ 3260 w 9983"/>
                <a:gd name="connsiteY71" fmla="*/ 9026 h 9901"/>
                <a:gd name="connsiteX72" fmla="*/ 3279 w 9983"/>
                <a:gd name="connsiteY72" fmla="*/ 9051 h 9901"/>
                <a:gd name="connsiteX73" fmla="*/ 3298 w 9983"/>
                <a:gd name="connsiteY73" fmla="*/ 9075 h 9901"/>
                <a:gd name="connsiteX74" fmla="*/ 3476 w 9983"/>
                <a:gd name="connsiteY74" fmla="*/ 9231 h 9901"/>
                <a:gd name="connsiteX75" fmla="*/ 3607 w 9983"/>
                <a:gd name="connsiteY75" fmla="*/ 9403 h 9901"/>
                <a:gd name="connsiteX76" fmla="*/ 3756 w 9983"/>
                <a:gd name="connsiteY76" fmla="*/ 9517 h 9901"/>
                <a:gd name="connsiteX77" fmla="*/ 4009 w 9983"/>
                <a:gd name="connsiteY77" fmla="*/ 9485 h 9901"/>
                <a:gd name="connsiteX78" fmla="*/ 4196 w 9983"/>
                <a:gd name="connsiteY78" fmla="*/ 9386 h 9901"/>
                <a:gd name="connsiteX79" fmla="*/ 4459 w 9983"/>
                <a:gd name="connsiteY79" fmla="*/ 9403 h 9901"/>
                <a:gd name="connsiteX80" fmla="*/ 4730 w 9983"/>
                <a:gd name="connsiteY80" fmla="*/ 9403 h 9901"/>
                <a:gd name="connsiteX81" fmla="*/ 5067 w 9983"/>
                <a:gd name="connsiteY81" fmla="*/ 9714 h 9901"/>
                <a:gd name="connsiteX82" fmla="*/ 5283 w 9983"/>
                <a:gd name="connsiteY82" fmla="*/ 9894 h 9901"/>
                <a:gd name="connsiteX83" fmla="*/ 5301 w 9983"/>
                <a:gd name="connsiteY83" fmla="*/ 9894 h 9901"/>
                <a:gd name="connsiteX84" fmla="*/ 5311 w 9983"/>
                <a:gd name="connsiteY84" fmla="*/ 9894 h 9901"/>
                <a:gd name="connsiteX85" fmla="*/ 5320 w 9983"/>
                <a:gd name="connsiteY85" fmla="*/ 9894 h 9901"/>
                <a:gd name="connsiteX86" fmla="*/ 5329 w 9983"/>
                <a:gd name="connsiteY86" fmla="*/ 9886 h 9901"/>
                <a:gd name="connsiteX87" fmla="*/ 5348 w 9983"/>
                <a:gd name="connsiteY87" fmla="*/ 9886 h 9901"/>
                <a:gd name="connsiteX88" fmla="*/ 5423 w 9983"/>
                <a:gd name="connsiteY88" fmla="*/ 9821 h 9901"/>
                <a:gd name="connsiteX89" fmla="*/ 5442 w 9983"/>
                <a:gd name="connsiteY89" fmla="*/ 9812 h 9901"/>
                <a:gd name="connsiteX90" fmla="*/ 5479 w 9983"/>
                <a:gd name="connsiteY90" fmla="*/ 9796 h 9901"/>
                <a:gd name="connsiteX91" fmla="*/ 5498 w 9983"/>
                <a:gd name="connsiteY91" fmla="*/ 9796 h 9901"/>
                <a:gd name="connsiteX92" fmla="*/ 5507 w 9983"/>
                <a:gd name="connsiteY92" fmla="*/ 9796 h 9901"/>
                <a:gd name="connsiteX93" fmla="*/ 5526 w 9983"/>
                <a:gd name="connsiteY93" fmla="*/ 9796 h 9901"/>
                <a:gd name="connsiteX94" fmla="*/ 5554 w 9983"/>
                <a:gd name="connsiteY94" fmla="*/ 9796 h 9901"/>
                <a:gd name="connsiteX95" fmla="*/ 5994 w 9983"/>
                <a:gd name="connsiteY95" fmla="*/ 9821 h 9901"/>
                <a:gd name="connsiteX96" fmla="*/ 6210 w 9983"/>
                <a:gd name="connsiteY96" fmla="*/ 9878 h 9901"/>
                <a:gd name="connsiteX97" fmla="*/ 6397 w 9983"/>
                <a:gd name="connsiteY97" fmla="*/ 9763 h 9901"/>
                <a:gd name="connsiteX98" fmla="*/ 6734 w 9983"/>
                <a:gd name="connsiteY98" fmla="*/ 9730 h 9901"/>
                <a:gd name="connsiteX99" fmla="*/ 7080 w 9983"/>
                <a:gd name="connsiteY99" fmla="*/ 9657 h 9901"/>
                <a:gd name="connsiteX100" fmla="*/ 7099 w 9983"/>
                <a:gd name="connsiteY100" fmla="*/ 9632 h 9901"/>
                <a:gd name="connsiteX101" fmla="*/ 7108 w 9983"/>
                <a:gd name="connsiteY101" fmla="*/ 9624 h 9901"/>
                <a:gd name="connsiteX102" fmla="*/ 7127 w 9983"/>
                <a:gd name="connsiteY102" fmla="*/ 9616 h 9901"/>
                <a:gd name="connsiteX103" fmla="*/ 7127 w 9983"/>
                <a:gd name="connsiteY103" fmla="*/ 9608 h 9901"/>
                <a:gd name="connsiteX104" fmla="*/ 7146 w 9983"/>
                <a:gd name="connsiteY104" fmla="*/ 9599 h 9901"/>
                <a:gd name="connsiteX105" fmla="*/ 7165 w 9983"/>
                <a:gd name="connsiteY105" fmla="*/ 9583 h 9901"/>
                <a:gd name="connsiteX106" fmla="*/ 7174 w 9983"/>
                <a:gd name="connsiteY106" fmla="*/ 9583 h 9901"/>
                <a:gd name="connsiteX107" fmla="*/ 7183 w 9983"/>
                <a:gd name="connsiteY107" fmla="*/ 9575 h 9901"/>
                <a:gd name="connsiteX108" fmla="*/ 7193 w 9983"/>
                <a:gd name="connsiteY108" fmla="*/ 9575 h 9901"/>
                <a:gd name="connsiteX109" fmla="*/ 7268 w 9983"/>
                <a:gd name="connsiteY109" fmla="*/ 9558 h 9901"/>
                <a:gd name="connsiteX110" fmla="*/ 7277 w 9983"/>
                <a:gd name="connsiteY110" fmla="*/ 9558 h 9901"/>
                <a:gd name="connsiteX111" fmla="*/ 7286 w 9983"/>
                <a:gd name="connsiteY111" fmla="*/ 9550 h 9901"/>
                <a:gd name="connsiteX112" fmla="*/ 7296 w 9983"/>
                <a:gd name="connsiteY112" fmla="*/ 9542 h 9901"/>
                <a:gd name="connsiteX113" fmla="*/ 7305 w 9983"/>
                <a:gd name="connsiteY113" fmla="*/ 9534 h 9901"/>
                <a:gd name="connsiteX114" fmla="*/ 7305 w 9983"/>
                <a:gd name="connsiteY114" fmla="*/ 9526 h 9901"/>
                <a:gd name="connsiteX115" fmla="*/ 7314 w 9983"/>
                <a:gd name="connsiteY115" fmla="*/ 9517 h 9901"/>
                <a:gd name="connsiteX116" fmla="*/ 7314 w 9983"/>
                <a:gd name="connsiteY116" fmla="*/ 9493 h 9901"/>
                <a:gd name="connsiteX117" fmla="*/ 7558 w 9983"/>
                <a:gd name="connsiteY117" fmla="*/ 9288 h 9901"/>
                <a:gd name="connsiteX118" fmla="*/ 7895 w 9983"/>
                <a:gd name="connsiteY118" fmla="*/ 9174 h 9901"/>
                <a:gd name="connsiteX119" fmla="*/ 8082 w 9983"/>
                <a:gd name="connsiteY119" fmla="*/ 9288 h 9901"/>
                <a:gd name="connsiteX120" fmla="*/ 8288 w 9983"/>
                <a:gd name="connsiteY120" fmla="*/ 9362 h 9901"/>
                <a:gd name="connsiteX121" fmla="*/ 8298 w 9983"/>
                <a:gd name="connsiteY121" fmla="*/ 9362 h 9901"/>
                <a:gd name="connsiteX122" fmla="*/ 8307 w 9983"/>
                <a:gd name="connsiteY122" fmla="*/ 9042 h 9901"/>
                <a:gd name="connsiteX123" fmla="*/ 8064 w 9983"/>
                <a:gd name="connsiteY123" fmla="*/ 8928 h 9901"/>
                <a:gd name="connsiteX124" fmla="*/ 7876 w 9983"/>
                <a:gd name="connsiteY124" fmla="*/ 8805 h 9901"/>
                <a:gd name="connsiteX125" fmla="*/ 7764 w 9983"/>
                <a:gd name="connsiteY125" fmla="*/ 8445 h 9901"/>
                <a:gd name="connsiteX126" fmla="*/ 7455 w 9983"/>
                <a:gd name="connsiteY126" fmla="*/ 8133 h 9901"/>
                <a:gd name="connsiteX127" fmla="*/ 7221 w 9983"/>
                <a:gd name="connsiteY127" fmla="*/ 7937 h 9901"/>
                <a:gd name="connsiteX128" fmla="*/ 7080 w 9983"/>
                <a:gd name="connsiteY128" fmla="*/ 7822 h 9901"/>
                <a:gd name="connsiteX129" fmla="*/ 6940 w 9983"/>
                <a:gd name="connsiteY129" fmla="*/ 7716 h 9901"/>
                <a:gd name="connsiteX130" fmla="*/ 6734 w 9983"/>
                <a:gd name="connsiteY130" fmla="*/ 7699 h 9901"/>
                <a:gd name="connsiteX131" fmla="*/ 6668 w 9983"/>
                <a:gd name="connsiteY131" fmla="*/ 7552 h 9901"/>
                <a:gd name="connsiteX132" fmla="*/ 6734 w 9983"/>
                <a:gd name="connsiteY132" fmla="*/ 7364 h 9901"/>
                <a:gd name="connsiteX133" fmla="*/ 6977 w 9983"/>
                <a:gd name="connsiteY133" fmla="*/ 7347 h 9901"/>
                <a:gd name="connsiteX134" fmla="*/ 7286 w 9983"/>
                <a:gd name="connsiteY134" fmla="*/ 7290 h 9901"/>
                <a:gd name="connsiteX135" fmla="*/ 7305 w 9983"/>
                <a:gd name="connsiteY135" fmla="*/ 6708 h 9901"/>
                <a:gd name="connsiteX136" fmla="*/ 7417 w 9983"/>
                <a:gd name="connsiteY136" fmla="*/ 6463 h 9901"/>
                <a:gd name="connsiteX137" fmla="*/ 7408 w 9983"/>
                <a:gd name="connsiteY137" fmla="*/ 6291 h 9901"/>
                <a:gd name="connsiteX138" fmla="*/ 7455 w 9983"/>
                <a:gd name="connsiteY138" fmla="*/ 6119 h 9901"/>
                <a:gd name="connsiteX139" fmla="*/ 7623 w 9983"/>
                <a:gd name="connsiteY139" fmla="*/ 6045 h 9901"/>
                <a:gd name="connsiteX140" fmla="*/ 7764 w 9983"/>
                <a:gd name="connsiteY140" fmla="*/ 6143 h 9901"/>
                <a:gd name="connsiteX141" fmla="*/ 7792 w 9983"/>
                <a:gd name="connsiteY141" fmla="*/ 5914 h 9901"/>
                <a:gd name="connsiteX142" fmla="*/ 7848 w 9983"/>
                <a:gd name="connsiteY142" fmla="*/ 5742 h 9901"/>
                <a:gd name="connsiteX143" fmla="*/ 7942 w 9983"/>
                <a:gd name="connsiteY143" fmla="*/ 5570 h 9901"/>
                <a:gd name="connsiteX144" fmla="*/ 8129 w 9983"/>
                <a:gd name="connsiteY144" fmla="*/ 5259 h 9901"/>
                <a:gd name="connsiteX145" fmla="*/ 8447 w 9983"/>
                <a:gd name="connsiteY145" fmla="*/ 5095 h 9901"/>
                <a:gd name="connsiteX146" fmla="*/ 8560 w 9983"/>
                <a:gd name="connsiteY146" fmla="*/ 4841 h 9901"/>
                <a:gd name="connsiteX147" fmla="*/ 8644 w 9983"/>
                <a:gd name="connsiteY147" fmla="*/ 4612 h 9901"/>
                <a:gd name="connsiteX148" fmla="*/ 8663 w 9983"/>
                <a:gd name="connsiteY148" fmla="*/ 4587 h 9901"/>
                <a:gd name="connsiteX149" fmla="*/ 8663 w 9983"/>
                <a:gd name="connsiteY149" fmla="*/ 4579 h 9901"/>
                <a:gd name="connsiteX150" fmla="*/ 8682 w 9983"/>
                <a:gd name="connsiteY150" fmla="*/ 4554 h 9901"/>
                <a:gd name="connsiteX151" fmla="*/ 8682 w 9983"/>
                <a:gd name="connsiteY151" fmla="*/ 4546 h 9901"/>
                <a:gd name="connsiteX152" fmla="*/ 8691 w 9983"/>
                <a:gd name="connsiteY152" fmla="*/ 4522 h 9901"/>
                <a:gd name="connsiteX153" fmla="*/ 8691 w 9983"/>
                <a:gd name="connsiteY153" fmla="*/ 4513 h 9901"/>
                <a:gd name="connsiteX154" fmla="*/ 8691 w 9983"/>
                <a:gd name="connsiteY154" fmla="*/ 4472 h 9901"/>
                <a:gd name="connsiteX155" fmla="*/ 8700 w 9983"/>
                <a:gd name="connsiteY155" fmla="*/ 4472 h 9901"/>
                <a:gd name="connsiteX156" fmla="*/ 8700 w 9983"/>
                <a:gd name="connsiteY156" fmla="*/ 4440 h 9901"/>
                <a:gd name="connsiteX157" fmla="*/ 8700 w 9983"/>
                <a:gd name="connsiteY157" fmla="*/ 4432 h 9901"/>
                <a:gd name="connsiteX158" fmla="*/ 8700 w 9983"/>
                <a:gd name="connsiteY158" fmla="*/ 4391 h 9901"/>
                <a:gd name="connsiteX159" fmla="*/ 8700 w 9983"/>
                <a:gd name="connsiteY159" fmla="*/ 4350 h 9901"/>
                <a:gd name="connsiteX160" fmla="*/ 8700 w 9983"/>
                <a:gd name="connsiteY160" fmla="*/ 4309 h 9901"/>
                <a:gd name="connsiteX161" fmla="*/ 8700 w 9983"/>
                <a:gd name="connsiteY161" fmla="*/ 4219 h 9901"/>
                <a:gd name="connsiteX162" fmla="*/ 8682 w 9983"/>
                <a:gd name="connsiteY162" fmla="*/ 3858 h 9901"/>
                <a:gd name="connsiteX163" fmla="*/ 8738 w 9983"/>
                <a:gd name="connsiteY163" fmla="*/ 3694 h 9901"/>
                <a:gd name="connsiteX164" fmla="*/ 8831 w 9983"/>
                <a:gd name="connsiteY164" fmla="*/ 3514 h 9901"/>
                <a:gd name="connsiteX165" fmla="*/ 8925 w 9983"/>
                <a:gd name="connsiteY165" fmla="*/ 3326 h 9901"/>
                <a:gd name="connsiteX166" fmla="*/ 9019 w 9983"/>
                <a:gd name="connsiteY166" fmla="*/ 3113 h 9901"/>
                <a:gd name="connsiteX167" fmla="*/ 9019 w 9983"/>
                <a:gd name="connsiteY167" fmla="*/ 2859 h 9901"/>
                <a:gd name="connsiteX168" fmla="*/ 9187 w 9983"/>
                <a:gd name="connsiteY168" fmla="*/ 2753 h 9901"/>
                <a:gd name="connsiteX169" fmla="*/ 9328 w 9983"/>
                <a:gd name="connsiteY169" fmla="*/ 2654 h 9901"/>
                <a:gd name="connsiteX170" fmla="*/ 9459 w 9983"/>
                <a:gd name="connsiteY170" fmla="*/ 2556 h 9901"/>
                <a:gd name="connsiteX171" fmla="*/ 9758 w 9983"/>
                <a:gd name="connsiteY171" fmla="*/ 2450 h 9901"/>
                <a:gd name="connsiteX172" fmla="*/ 9917 w 9983"/>
                <a:gd name="connsiteY172" fmla="*/ 2269 h 9901"/>
                <a:gd name="connsiteX173" fmla="*/ 9983 w 9983"/>
                <a:gd name="connsiteY173" fmla="*/ 2187 h 9901"/>
                <a:gd name="connsiteX174" fmla="*/ 9899 w 9983"/>
                <a:gd name="connsiteY174" fmla="*/ 2106 h 9901"/>
                <a:gd name="connsiteX0" fmla="*/ 9916 w 10000"/>
                <a:gd name="connsiteY0" fmla="*/ 2068 h 9941"/>
                <a:gd name="connsiteX1" fmla="*/ 9297 w 10000"/>
                <a:gd name="connsiteY1" fmla="*/ 1604 h 9941"/>
                <a:gd name="connsiteX2" fmla="*/ 9212 w 10000"/>
                <a:gd name="connsiteY2" fmla="*/ 884 h 9941"/>
                <a:gd name="connsiteX3" fmla="*/ 9212 w 10000"/>
                <a:gd name="connsiteY3" fmla="*/ 454 h 9941"/>
                <a:gd name="connsiteX4" fmla="*/ 9052 w 10000"/>
                <a:gd name="connsiteY4" fmla="*/ 181 h 9941"/>
                <a:gd name="connsiteX5" fmla="*/ 9034 w 10000"/>
                <a:gd name="connsiteY5" fmla="*/ 0 h 9941"/>
                <a:gd name="connsiteX6" fmla="*/ 7298 w 10000"/>
                <a:gd name="connsiteY6" fmla="*/ 0 h 9941"/>
                <a:gd name="connsiteX7" fmla="*/ 7186 w 10000"/>
                <a:gd name="connsiteY7" fmla="*/ 165 h 9941"/>
                <a:gd name="connsiteX8" fmla="*/ 6905 w 10000"/>
                <a:gd name="connsiteY8" fmla="*/ 90 h 9941"/>
                <a:gd name="connsiteX9" fmla="*/ 6107 w 10000"/>
                <a:gd name="connsiteY9" fmla="*/ 25 h 9941"/>
                <a:gd name="connsiteX10" fmla="*/ 5573 w 10000"/>
                <a:gd name="connsiteY10" fmla="*/ 0 h 9941"/>
                <a:gd name="connsiteX11" fmla="*/ 1877 w 10000"/>
                <a:gd name="connsiteY11" fmla="*/ 0 h 9941"/>
                <a:gd name="connsiteX12" fmla="*/ 1877 w 10000"/>
                <a:gd name="connsiteY12" fmla="*/ 99 h 9941"/>
                <a:gd name="connsiteX13" fmla="*/ 1868 w 10000"/>
                <a:gd name="connsiteY13" fmla="*/ 1058 h 9941"/>
                <a:gd name="connsiteX14" fmla="*/ 1868 w 10000"/>
                <a:gd name="connsiteY14" fmla="*/ 1083 h 9941"/>
                <a:gd name="connsiteX15" fmla="*/ 1249 w 10000"/>
                <a:gd name="connsiteY15" fmla="*/ 1099 h 9941"/>
                <a:gd name="connsiteX16" fmla="*/ 1249 w 10000"/>
                <a:gd name="connsiteY16" fmla="*/ 1323 h 9941"/>
                <a:gd name="connsiteX17" fmla="*/ 1249 w 10000"/>
                <a:gd name="connsiteY17" fmla="*/ 3416 h 9941"/>
                <a:gd name="connsiteX18" fmla="*/ 968 w 10000"/>
                <a:gd name="connsiteY18" fmla="*/ 3416 h 9941"/>
                <a:gd name="connsiteX19" fmla="*/ 742 w 10000"/>
                <a:gd name="connsiteY19" fmla="*/ 3482 h 9941"/>
                <a:gd name="connsiteX20" fmla="*/ 621 w 10000"/>
                <a:gd name="connsiteY20" fmla="*/ 3606 h 9941"/>
                <a:gd name="connsiteX21" fmla="*/ 602 w 10000"/>
                <a:gd name="connsiteY21" fmla="*/ 3780 h 9941"/>
                <a:gd name="connsiteX22" fmla="*/ 480 w 10000"/>
                <a:gd name="connsiteY22" fmla="*/ 3904 h 9941"/>
                <a:gd name="connsiteX23" fmla="*/ 424 w 10000"/>
                <a:gd name="connsiteY23" fmla="*/ 4011 h 9941"/>
                <a:gd name="connsiteX24" fmla="*/ 321 w 10000"/>
                <a:gd name="connsiteY24" fmla="*/ 4110 h 9941"/>
                <a:gd name="connsiteX25" fmla="*/ 340 w 10000"/>
                <a:gd name="connsiteY25" fmla="*/ 4325 h 9941"/>
                <a:gd name="connsiteX26" fmla="*/ 152 w 10000"/>
                <a:gd name="connsiteY26" fmla="*/ 4458 h 9941"/>
                <a:gd name="connsiteX27" fmla="*/ 161 w 10000"/>
                <a:gd name="connsiteY27" fmla="*/ 4607 h 9941"/>
                <a:gd name="connsiteX28" fmla="*/ 123 w 10000"/>
                <a:gd name="connsiteY28" fmla="*/ 4789 h 9941"/>
                <a:gd name="connsiteX29" fmla="*/ 2 w 10000"/>
                <a:gd name="connsiteY29" fmla="*/ 4937 h 9941"/>
                <a:gd name="connsiteX30" fmla="*/ 86 w 10000"/>
                <a:gd name="connsiteY30" fmla="*/ 5071 h 9941"/>
                <a:gd name="connsiteX31" fmla="*/ 321 w 10000"/>
                <a:gd name="connsiteY31" fmla="*/ 5153 h 9941"/>
                <a:gd name="connsiteX32" fmla="*/ 359 w 10000"/>
                <a:gd name="connsiteY32" fmla="*/ 5352 h 9941"/>
                <a:gd name="connsiteX33" fmla="*/ 462 w 10000"/>
                <a:gd name="connsiteY33" fmla="*/ 5691 h 9941"/>
                <a:gd name="connsiteX34" fmla="*/ 649 w 10000"/>
                <a:gd name="connsiteY34" fmla="*/ 5857 h 9941"/>
                <a:gd name="connsiteX35" fmla="*/ 639 w 10000"/>
                <a:gd name="connsiteY35" fmla="*/ 5873 h 9941"/>
                <a:gd name="connsiteX36" fmla="*/ 639 w 10000"/>
                <a:gd name="connsiteY36" fmla="*/ 5881 h 9941"/>
                <a:gd name="connsiteX37" fmla="*/ 630 w 10000"/>
                <a:gd name="connsiteY37" fmla="*/ 5906 h 9941"/>
                <a:gd name="connsiteX38" fmla="*/ 611 w 10000"/>
                <a:gd name="connsiteY38" fmla="*/ 5972 h 9941"/>
                <a:gd name="connsiteX39" fmla="*/ 602 w 10000"/>
                <a:gd name="connsiteY39" fmla="*/ 6021 h 9941"/>
                <a:gd name="connsiteX40" fmla="*/ 602 w 10000"/>
                <a:gd name="connsiteY40" fmla="*/ 6046 h 9941"/>
                <a:gd name="connsiteX41" fmla="*/ 602 w 10000"/>
                <a:gd name="connsiteY41" fmla="*/ 6055 h 9941"/>
                <a:gd name="connsiteX42" fmla="*/ 611 w 10000"/>
                <a:gd name="connsiteY42" fmla="*/ 6072 h 9941"/>
                <a:gd name="connsiteX43" fmla="*/ 611 w 10000"/>
                <a:gd name="connsiteY43" fmla="*/ 6080 h 9941"/>
                <a:gd name="connsiteX44" fmla="*/ 621 w 10000"/>
                <a:gd name="connsiteY44" fmla="*/ 6088 h 9941"/>
                <a:gd name="connsiteX45" fmla="*/ 621 w 10000"/>
                <a:gd name="connsiteY45" fmla="*/ 6096 h 9941"/>
                <a:gd name="connsiteX46" fmla="*/ 630 w 10000"/>
                <a:gd name="connsiteY46" fmla="*/ 6112 h 9941"/>
                <a:gd name="connsiteX47" fmla="*/ 630 w 10000"/>
                <a:gd name="connsiteY47" fmla="*/ 6121 h 9941"/>
                <a:gd name="connsiteX48" fmla="*/ 649 w 10000"/>
                <a:gd name="connsiteY48" fmla="*/ 6137 h 9941"/>
                <a:gd name="connsiteX49" fmla="*/ 649 w 10000"/>
                <a:gd name="connsiteY49" fmla="*/ 6145 h 9941"/>
                <a:gd name="connsiteX50" fmla="*/ 677 w 10000"/>
                <a:gd name="connsiteY50" fmla="*/ 6163 h 9941"/>
                <a:gd name="connsiteX51" fmla="*/ 931 w 10000"/>
                <a:gd name="connsiteY51" fmla="*/ 6410 h 9941"/>
                <a:gd name="connsiteX52" fmla="*/ 1052 w 10000"/>
                <a:gd name="connsiteY52" fmla="*/ 6542 h 9941"/>
                <a:gd name="connsiteX53" fmla="*/ 1090 w 10000"/>
                <a:gd name="connsiteY53" fmla="*/ 6716 h 9941"/>
                <a:gd name="connsiteX54" fmla="*/ 1024 w 10000"/>
                <a:gd name="connsiteY54" fmla="*/ 6890 h 9941"/>
                <a:gd name="connsiteX55" fmla="*/ 903 w 10000"/>
                <a:gd name="connsiteY55" fmla="*/ 7047 h 9941"/>
                <a:gd name="connsiteX56" fmla="*/ 1043 w 10000"/>
                <a:gd name="connsiteY56" fmla="*/ 7196 h 9941"/>
                <a:gd name="connsiteX57" fmla="*/ 1361 w 10000"/>
                <a:gd name="connsiteY57" fmla="*/ 7245 h 9941"/>
                <a:gd name="connsiteX58" fmla="*/ 1512 w 10000"/>
                <a:gd name="connsiteY58" fmla="*/ 7452 h 9941"/>
                <a:gd name="connsiteX59" fmla="*/ 1765 w 10000"/>
                <a:gd name="connsiteY59" fmla="*/ 7486 h 9941"/>
                <a:gd name="connsiteX60" fmla="*/ 1943 w 10000"/>
                <a:gd name="connsiteY60" fmla="*/ 7626 h 9941"/>
                <a:gd name="connsiteX61" fmla="*/ 2037 w 10000"/>
                <a:gd name="connsiteY61" fmla="*/ 7808 h 9941"/>
                <a:gd name="connsiteX62" fmla="*/ 2187 w 10000"/>
                <a:gd name="connsiteY62" fmla="*/ 7999 h 9941"/>
                <a:gd name="connsiteX63" fmla="*/ 2440 w 10000"/>
                <a:gd name="connsiteY63" fmla="*/ 8114 h 9941"/>
                <a:gd name="connsiteX64" fmla="*/ 2675 w 10000"/>
                <a:gd name="connsiteY64" fmla="*/ 8305 h 9941"/>
                <a:gd name="connsiteX65" fmla="*/ 2731 w 10000"/>
                <a:gd name="connsiteY65" fmla="*/ 8561 h 9941"/>
                <a:gd name="connsiteX66" fmla="*/ 3097 w 10000"/>
                <a:gd name="connsiteY66" fmla="*/ 8759 h 9941"/>
                <a:gd name="connsiteX67" fmla="*/ 3209 w 10000"/>
                <a:gd name="connsiteY67" fmla="*/ 9024 h 9941"/>
                <a:gd name="connsiteX68" fmla="*/ 3238 w 10000"/>
                <a:gd name="connsiteY68" fmla="*/ 9041 h 9941"/>
                <a:gd name="connsiteX69" fmla="*/ 3247 w 10000"/>
                <a:gd name="connsiteY69" fmla="*/ 9041 h 9941"/>
                <a:gd name="connsiteX70" fmla="*/ 3266 w 10000"/>
                <a:gd name="connsiteY70" fmla="*/ 9057 h 9941"/>
                <a:gd name="connsiteX71" fmla="*/ 3285 w 10000"/>
                <a:gd name="connsiteY71" fmla="*/ 9083 h 9941"/>
                <a:gd name="connsiteX72" fmla="*/ 3304 w 10000"/>
                <a:gd name="connsiteY72" fmla="*/ 9107 h 9941"/>
                <a:gd name="connsiteX73" fmla="*/ 3482 w 10000"/>
                <a:gd name="connsiteY73" fmla="*/ 9264 h 9941"/>
                <a:gd name="connsiteX74" fmla="*/ 3613 w 10000"/>
                <a:gd name="connsiteY74" fmla="*/ 9438 h 9941"/>
                <a:gd name="connsiteX75" fmla="*/ 3762 w 10000"/>
                <a:gd name="connsiteY75" fmla="*/ 9553 h 9941"/>
                <a:gd name="connsiteX76" fmla="*/ 4016 w 10000"/>
                <a:gd name="connsiteY76" fmla="*/ 9521 h 9941"/>
                <a:gd name="connsiteX77" fmla="*/ 4203 w 10000"/>
                <a:gd name="connsiteY77" fmla="*/ 9421 h 9941"/>
                <a:gd name="connsiteX78" fmla="*/ 4467 w 10000"/>
                <a:gd name="connsiteY78" fmla="*/ 9438 h 9941"/>
                <a:gd name="connsiteX79" fmla="*/ 4738 w 10000"/>
                <a:gd name="connsiteY79" fmla="*/ 9438 h 9941"/>
                <a:gd name="connsiteX80" fmla="*/ 5076 w 10000"/>
                <a:gd name="connsiteY80" fmla="*/ 9752 h 9941"/>
                <a:gd name="connsiteX81" fmla="*/ 5292 w 10000"/>
                <a:gd name="connsiteY81" fmla="*/ 9934 h 9941"/>
                <a:gd name="connsiteX82" fmla="*/ 5310 w 10000"/>
                <a:gd name="connsiteY82" fmla="*/ 9934 h 9941"/>
                <a:gd name="connsiteX83" fmla="*/ 5320 w 10000"/>
                <a:gd name="connsiteY83" fmla="*/ 9934 h 9941"/>
                <a:gd name="connsiteX84" fmla="*/ 5329 w 10000"/>
                <a:gd name="connsiteY84" fmla="*/ 9934 h 9941"/>
                <a:gd name="connsiteX85" fmla="*/ 5338 w 10000"/>
                <a:gd name="connsiteY85" fmla="*/ 9926 h 9941"/>
                <a:gd name="connsiteX86" fmla="*/ 5357 w 10000"/>
                <a:gd name="connsiteY86" fmla="*/ 9926 h 9941"/>
                <a:gd name="connsiteX87" fmla="*/ 5432 w 10000"/>
                <a:gd name="connsiteY87" fmla="*/ 9860 h 9941"/>
                <a:gd name="connsiteX88" fmla="*/ 5451 w 10000"/>
                <a:gd name="connsiteY88" fmla="*/ 9851 h 9941"/>
                <a:gd name="connsiteX89" fmla="*/ 5488 w 10000"/>
                <a:gd name="connsiteY89" fmla="*/ 9835 h 9941"/>
                <a:gd name="connsiteX90" fmla="*/ 5507 w 10000"/>
                <a:gd name="connsiteY90" fmla="*/ 9835 h 9941"/>
                <a:gd name="connsiteX91" fmla="*/ 5516 w 10000"/>
                <a:gd name="connsiteY91" fmla="*/ 9835 h 9941"/>
                <a:gd name="connsiteX92" fmla="*/ 5535 w 10000"/>
                <a:gd name="connsiteY92" fmla="*/ 9835 h 9941"/>
                <a:gd name="connsiteX93" fmla="*/ 5563 w 10000"/>
                <a:gd name="connsiteY93" fmla="*/ 9835 h 9941"/>
                <a:gd name="connsiteX94" fmla="*/ 6004 w 10000"/>
                <a:gd name="connsiteY94" fmla="*/ 9860 h 9941"/>
                <a:gd name="connsiteX95" fmla="*/ 6221 w 10000"/>
                <a:gd name="connsiteY95" fmla="*/ 9918 h 9941"/>
                <a:gd name="connsiteX96" fmla="*/ 6408 w 10000"/>
                <a:gd name="connsiteY96" fmla="*/ 9802 h 9941"/>
                <a:gd name="connsiteX97" fmla="*/ 6745 w 10000"/>
                <a:gd name="connsiteY97" fmla="*/ 9768 h 9941"/>
                <a:gd name="connsiteX98" fmla="*/ 7092 w 10000"/>
                <a:gd name="connsiteY98" fmla="*/ 9695 h 9941"/>
                <a:gd name="connsiteX99" fmla="*/ 7111 w 10000"/>
                <a:gd name="connsiteY99" fmla="*/ 9669 h 9941"/>
                <a:gd name="connsiteX100" fmla="*/ 7120 w 10000"/>
                <a:gd name="connsiteY100" fmla="*/ 9661 h 9941"/>
                <a:gd name="connsiteX101" fmla="*/ 7139 w 10000"/>
                <a:gd name="connsiteY101" fmla="*/ 9653 h 9941"/>
                <a:gd name="connsiteX102" fmla="*/ 7139 w 10000"/>
                <a:gd name="connsiteY102" fmla="*/ 9645 h 9941"/>
                <a:gd name="connsiteX103" fmla="*/ 7158 w 10000"/>
                <a:gd name="connsiteY103" fmla="*/ 9636 h 9941"/>
                <a:gd name="connsiteX104" fmla="*/ 7177 w 10000"/>
                <a:gd name="connsiteY104" fmla="*/ 9620 h 9941"/>
                <a:gd name="connsiteX105" fmla="*/ 7186 w 10000"/>
                <a:gd name="connsiteY105" fmla="*/ 9620 h 9941"/>
                <a:gd name="connsiteX106" fmla="*/ 7195 w 10000"/>
                <a:gd name="connsiteY106" fmla="*/ 9612 h 9941"/>
                <a:gd name="connsiteX107" fmla="*/ 7205 w 10000"/>
                <a:gd name="connsiteY107" fmla="*/ 9612 h 9941"/>
                <a:gd name="connsiteX108" fmla="*/ 7280 w 10000"/>
                <a:gd name="connsiteY108" fmla="*/ 9595 h 9941"/>
                <a:gd name="connsiteX109" fmla="*/ 7289 w 10000"/>
                <a:gd name="connsiteY109" fmla="*/ 9595 h 9941"/>
                <a:gd name="connsiteX110" fmla="*/ 7298 w 10000"/>
                <a:gd name="connsiteY110" fmla="*/ 9586 h 9941"/>
                <a:gd name="connsiteX111" fmla="*/ 7308 w 10000"/>
                <a:gd name="connsiteY111" fmla="*/ 9578 h 9941"/>
                <a:gd name="connsiteX112" fmla="*/ 7317 w 10000"/>
                <a:gd name="connsiteY112" fmla="*/ 9570 h 9941"/>
                <a:gd name="connsiteX113" fmla="*/ 7317 w 10000"/>
                <a:gd name="connsiteY113" fmla="*/ 9562 h 9941"/>
                <a:gd name="connsiteX114" fmla="*/ 7326 w 10000"/>
                <a:gd name="connsiteY114" fmla="*/ 9553 h 9941"/>
                <a:gd name="connsiteX115" fmla="*/ 7326 w 10000"/>
                <a:gd name="connsiteY115" fmla="*/ 9529 h 9941"/>
                <a:gd name="connsiteX116" fmla="*/ 7571 w 10000"/>
                <a:gd name="connsiteY116" fmla="*/ 9322 h 9941"/>
                <a:gd name="connsiteX117" fmla="*/ 7908 w 10000"/>
                <a:gd name="connsiteY117" fmla="*/ 9207 h 9941"/>
                <a:gd name="connsiteX118" fmla="*/ 8096 w 10000"/>
                <a:gd name="connsiteY118" fmla="*/ 9322 h 9941"/>
                <a:gd name="connsiteX119" fmla="*/ 8302 w 10000"/>
                <a:gd name="connsiteY119" fmla="*/ 9397 h 9941"/>
                <a:gd name="connsiteX120" fmla="*/ 8312 w 10000"/>
                <a:gd name="connsiteY120" fmla="*/ 9397 h 9941"/>
                <a:gd name="connsiteX121" fmla="*/ 8321 w 10000"/>
                <a:gd name="connsiteY121" fmla="*/ 9073 h 9941"/>
                <a:gd name="connsiteX122" fmla="*/ 8078 w 10000"/>
                <a:gd name="connsiteY122" fmla="*/ 8958 h 9941"/>
                <a:gd name="connsiteX123" fmla="*/ 7889 w 10000"/>
                <a:gd name="connsiteY123" fmla="*/ 8834 h 9941"/>
                <a:gd name="connsiteX124" fmla="*/ 7777 w 10000"/>
                <a:gd name="connsiteY124" fmla="*/ 8470 h 9941"/>
                <a:gd name="connsiteX125" fmla="*/ 7468 w 10000"/>
                <a:gd name="connsiteY125" fmla="*/ 8155 h 9941"/>
                <a:gd name="connsiteX126" fmla="*/ 7233 w 10000"/>
                <a:gd name="connsiteY126" fmla="*/ 7957 h 9941"/>
                <a:gd name="connsiteX127" fmla="*/ 7092 w 10000"/>
                <a:gd name="connsiteY127" fmla="*/ 7841 h 9941"/>
                <a:gd name="connsiteX128" fmla="*/ 6952 w 10000"/>
                <a:gd name="connsiteY128" fmla="*/ 7734 h 9941"/>
                <a:gd name="connsiteX129" fmla="*/ 6745 w 10000"/>
                <a:gd name="connsiteY129" fmla="*/ 7717 h 9941"/>
                <a:gd name="connsiteX130" fmla="*/ 6679 w 10000"/>
                <a:gd name="connsiteY130" fmla="*/ 7569 h 9941"/>
                <a:gd name="connsiteX131" fmla="*/ 6745 w 10000"/>
                <a:gd name="connsiteY131" fmla="*/ 7379 h 9941"/>
                <a:gd name="connsiteX132" fmla="*/ 6989 w 10000"/>
                <a:gd name="connsiteY132" fmla="*/ 7361 h 9941"/>
                <a:gd name="connsiteX133" fmla="*/ 7298 w 10000"/>
                <a:gd name="connsiteY133" fmla="*/ 7304 h 9941"/>
                <a:gd name="connsiteX134" fmla="*/ 7317 w 10000"/>
                <a:gd name="connsiteY134" fmla="*/ 6716 h 9941"/>
                <a:gd name="connsiteX135" fmla="*/ 7430 w 10000"/>
                <a:gd name="connsiteY135" fmla="*/ 6469 h 9941"/>
                <a:gd name="connsiteX136" fmla="*/ 7421 w 10000"/>
                <a:gd name="connsiteY136" fmla="*/ 6295 h 9941"/>
                <a:gd name="connsiteX137" fmla="*/ 7468 w 10000"/>
                <a:gd name="connsiteY137" fmla="*/ 6121 h 9941"/>
                <a:gd name="connsiteX138" fmla="*/ 7636 w 10000"/>
                <a:gd name="connsiteY138" fmla="*/ 6046 h 9941"/>
                <a:gd name="connsiteX139" fmla="*/ 7777 w 10000"/>
                <a:gd name="connsiteY139" fmla="*/ 6145 h 9941"/>
                <a:gd name="connsiteX140" fmla="*/ 7805 w 10000"/>
                <a:gd name="connsiteY140" fmla="*/ 5914 h 9941"/>
                <a:gd name="connsiteX141" fmla="*/ 7861 w 10000"/>
                <a:gd name="connsiteY141" fmla="*/ 5740 h 9941"/>
                <a:gd name="connsiteX142" fmla="*/ 7956 w 10000"/>
                <a:gd name="connsiteY142" fmla="*/ 5567 h 9941"/>
                <a:gd name="connsiteX143" fmla="*/ 8143 w 10000"/>
                <a:gd name="connsiteY143" fmla="*/ 5253 h 9941"/>
                <a:gd name="connsiteX144" fmla="*/ 8461 w 10000"/>
                <a:gd name="connsiteY144" fmla="*/ 5087 h 9941"/>
                <a:gd name="connsiteX145" fmla="*/ 8575 w 10000"/>
                <a:gd name="connsiteY145" fmla="*/ 4830 h 9941"/>
                <a:gd name="connsiteX146" fmla="*/ 8659 w 10000"/>
                <a:gd name="connsiteY146" fmla="*/ 4599 h 9941"/>
                <a:gd name="connsiteX147" fmla="*/ 8678 w 10000"/>
                <a:gd name="connsiteY147" fmla="*/ 4574 h 9941"/>
                <a:gd name="connsiteX148" fmla="*/ 8678 w 10000"/>
                <a:gd name="connsiteY148" fmla="*/ 4566 h 9941"/>
                <a:gd name="connsiteX149" fmla="*/ 8697 w 10000"/>
                <a:gd name="connsiteY149" fmla="*/ 4541 h 9941"/>
                <a:gd name="connsiteX150" fmla="*/ 8697 w 10000"/>
                <a:gd name="connsiteY150" fmla="*/ 4532 h 9941"/>
                <a:gd name="connsiteX151" fmla="*/ 8706 w 10000"/>
                <a:gd name="connsiteY151" fmla="*/ 4508 h 9941"/>
                <a:gd name="connsiteX152" fmla="*/ 8706 w 10000"/>
                <a:gd name="connsiteY152" fmla="*/ 4499 h 9941"/>
                <a:gd name="connsiteX153" fmla="*/ 8706 w 10000"/>
                <a:gd name="connsiteY153" fmla="*/ 4458 h 9941"/>
                <a:gd name="connsiteX154" fmla="*/ 8715 w 10000"/>
                <a:gd name="connsiteY154" fmla="*/ 4458 h 9941"/>
                <a:gd name="connsiteX155" fmla="*/ 8715 w 10000"/>
                <a:gd name="connsiteY155" fmla="*/ 4425 h 9941"/>
                <a:gd name="connsiteX156" fmla="*/ 8715 w 10000"/>
                <a:gd name="connsiteY156" fmla="*/ 4417 h 9941"/>
                <a:gd name="connsiteX157" fmla="*/ 8715 w 10000"/>
                <a:gd name="connsiteY157" fmla="*/ 4376 h 9941"/>
                <a:gd name="connsiteX158" fmla="*/ 8715 w 10000"/>
                <a:gd name="connsiteY158" fmla="*/ 4334 h 9941"/>
                <a:gd name="connsiteX159" fmla="*/ 8715 w 10000"/>
                <a:gd name="connsiteY159" fmla="*/ 4293 h 9941"/>
                <a:gd name="connsiteX160" fmla="*/ 8715 w 10000"/>
                <a:gd name="connsiteY160" fmla="*/ 4202 h 9941"/>
                <a:gd name="connsiteX161" fmla="*/ 8697 w 10000"/>
                <a:gd name="connsiteY161" fmla="*/ 3838 h 9941"/>
                <a:gd name="connsiteX162" fmla="*/ 8753 w 10000"/>
                <a:gd name="connsiteY162" fmla="*/ 3672 h 9941"/>
                <a:gd name="connsiteX163" fmla="*/ 8846 w 10000"/>
                <a:gd name="connsiteY163" fmla="*/ 3490 h 9941"/>
                <a:gd name="connsiteX164" fmla="*/ 8940 w 10000"/>
                <a:gd name="connsiteY164" fmla="*/ 3300 h 9941"/>
                <a:gd name="connsiteX165" fmla="*/ 9034 w 10000"/>
                <a:gd name="connsiteY165" fmla="*/ 3085 h 9941"/>
                <a:gd name="connsiteX166" fmla="*/ 9034 w 10000"/>
                <a:gd name="connsiteY166" fmla="*/ 2829 h 9941"/>
                <a:gd name="connsiteX167" fmla="*/ 9203 w 10000"/>
                <a:gd name="connsiteY167" fmla="*/ 2722 h 9941"/>
                <a:gd name="connsiteX168" fmla="*/ 9344 w 10000"/>
                <a:gd name="connsiteY168" fmla="*/ 2622 h 9941"/>
                <a:gd name="connsiteX169" fmla="*/ 9475 w 10000"/>
                <a:gd name="connsiteY169" fmla="*/ 2523 h 9941"/>
                <a:gd name="connsiteX170" fmla="*/ 9775 w 10000"/>
                <a:gd name="connsiteY170" fmla="*/ 2415 h 9941"/>
                <a:gd name="connsiteX171" fmla="*/ 9934 w 10000"/>
                <a:gd name="connsiteY171" fmla="*/ 2233 h 9941"/>
                <a:gd name="connsiteX172" fmla="*/ 10000 w 10000"/>
                <a:gd name="connsiteY172" fmla="*/ 2150 h 9941"/>
                <a:gd name="connsiteX173" fmla="*/ 9916 w 10000"/>
                <a:gd name="connsiteY173" fmla="*/ 2068 h 9941"/>
                <a:gd name="connsiteX0" fmla="*/ 9916 w 10000"/>
                <a:gd name="connsiteY0" fmla="*/ 2083 h 10003"/>
                <a:gd name="connsiteX1" fmla="*/ 9297 w 10000"/>
                <a:gd name="connsiteY1" fmla="*/ 1617 h 10003"/>
                <a:gd name="connsiteX2" fmla="*/ 9212 w 10000"/>
                <a:gd name="connsiteY2" fmla="*/ 892 h 10003"/>
                <a:gd name="connsiteX3" fmla="*/ 9212 w 10000"/>
                <a:gd name="connsiteY3" fmla="*/ 460 h 10003"/>
                <a:gd name="connsiteX4" fmla="*/ 9052 w 10000"/>
                <a:gd name="connsiteY4" fmla="*/ 185 h 10003"/>
                <a:gd name="connsiteX5" fmla="*/ 9034 w 10000"/>
                <a:gd name="connsiteY5" fmla="*/ 3 h 10003"/>
                <a:gd name="connsiteX6" fmla="*/ 7298 w 10000"/>
                <a:gd name="connsiteY6" fmla="*/ 3 h 10003"/>
                <a:gd name="connsiteX7" fmla="*/ 7186 w 10000"/>
                <a:gd name="connsiteY7" fmla="*/ 169 h 10003"/>
                <a:gd name="connsiteX8" fmla="*/ 6905 w 10000"/>
                <a:gd name="connsiteY8" fmla="*/ 94 h 10003"/>
                <a:gd name="connsiteX9" fmla="*/ 6107 w 10000"/>
                <a:gd name="connsiteY9" fmla="*/ 28 h 10003"/>
                <a:gd name="connsiteX10" fmla="*/ 1877 w 10000"/>
                <a:gd name="connsiteY10" fmla="*/ 3 h 10003"/>
                <a:gd name="connsiteX11" fmla="*/ 1877 w 10000"/>
                <a:gd name="connsiteY11" fmla="*/ 103 h 10003"/>
                <a:gd name="connsiteX12" fmla="*/ 1868 w 10000"/>
                <a:gd name="connsiteY12" fmla="*/ 1067 h 10003"/>
                <a:gd name="connsiteX13" fmla="*/ 1868 w 10000"/>
                <a:gd name="connsiteY13" fmla="*/ 1092 h 10003"/>
                <a:gd name="connsiteX14" fmla="*/ 1249 w 10000"/>
                <a:gd name="connsiteY14" fmla="*/ 1109 h 10003"/>
                <a:gd name="connsiteX15" fmla="*/ 1249 w 10000"/>
                <a:gd name="connsiteY15" fmla="*/ 1334 h 10003"/>
                <a:gd name="connsiteX16" fmla="*/ 1249 w 10000"/>
                <a:gd name="connsiteY16" fmla="*/ 3439 h 10003"/>
                <a:gd name="connsiteX17" fmla="*/ 968 w 10000"/>
                <a:gd name="connsiteY17" fmla="*/ 3439 h 10003"/>
                <a:gd name="connsiteX18" fmla="*/ 742 w 10000"/>
                <a:gd name="connsiteY18" fmla="*/ 3506 h 10003"/>
                <a:gd name="connsiteX19" fmla="*/ 621 w 10000"/>
                <a:gd name="connsiteY19" fmla="*/ 3630 h 10003"/>
                <a:gd name="connsiteX20" fmla="*/ 602 w 10000"/>
                <a:gd name="connsiteY20" fmla="*/ 3805 h 10003"/>
                <a:gd name="connsiteX21" fmla="*/ 480 w 10000"/>
                <a:gd name="connsiteY21" fmla="*/ 3930 h 10003"/>
                <a:gd name="connsiteX22" fmla="*/ 424 w 10000"/>
                <a:gd name="connsiteY22" fmla="*/ 4038 h 10003"/>
                <a:gd name="connsiteX23" fmla="*/ 321 w 10000"/>
                <a:gd name="connsiteY23" fmla="*/ 4137 h 10003"/>
                <a:gd name="connsiteX24" fmla="*/ 340 w 10000"/>
                <a:gd name="connsiteY24" fmla="*/ 4354 h 10003"/>
                <a:gd name="connsiteX25" fmla="*/ 152 w 10000"/>
                <a:gd name="connsiteY25" fmla="*/ 4487 h 10003"/>
                <a:gd name="connsiteX26" fmla="*/ 161 w 10000"/>
                <a:gd name="connsiteY26" fmla="*/ 4637 h 10003"/>
                <a:gd name="connsiteX27" fmla="*/ 123 w 10000"/>
                <a:gd name="connsiteY27" fmla="*/ 4820 h 10003"/>
                <a:gd name="connsiteX28" fmla="*/ 2 w 10000"/>
                <a:gd name="connsiteY28" fmla="*/ 4969 h 10003"/>
                <a:gd name="connsiteX29" fmla="*/ 86 w 10000"/>
                <a:gd name="connsiteY29" fmla="*/ 5104 h 10003"/>
                <a:gd name="connsiteX30" fmla="*/ 321 w 10000"/>
                <a:gd name="connsiteY30" fmla="*/ 5187 h 10003"/>
                <a:gd name="connsiteX31" fmla="*/ 359 w 10000"/>
                <a:gd name="connsiteY31" fmla="*/ 5387 h 10003"/>
                <a:gd name="connsiteX32" fmla="*/ 462 w 10000"/>
                <a:gd name="connsiteY32" fmla="*/ 5728 h 10003"/>
                <a:gd name="connsiteX33" fmla="*/ 649 w 10000"/>
                <a:gd name="connsiteY33" fmla="*/ 5895 h 10003"/>
                <a:gd name="connsiteX34" fmla="*/ 639 w 10000"/>
                <a:gd name="connsiteY34" fmla="*/ 5911 h 10003"/>
                <a:gd name="connsiteX35" fmla="*/ 639 w 10000"/>
                <a:gd name="connsiteY35" fmla="*/ 5919 h 10003"/>
                <a:gd name="connsiteX36" fmla="*/ 630 w 10000"/>
                <a:gd name="connsiteY36" fmla="*/ 5944 h 10003"/>
                <a:gd name="connsiteX37" fmla="*/ 611 w 10000"/>
                <a:gd name="connsiteY37" fmla="*/ 6010 h 10003"/>
                <a:gd name="connsiteX38" fmla="*/ 602 w 10000"/>
                <a:gd name="connsiteY38" fmla="*/ 6060 h 10003"/>
                <a:gd name="connsiteX39" fmla="*/ 602 w 10000"/>
                <a:gd name="connsiteY39" fmla="*/ 6085 h 10003"/>
                <a:gd name="connsiteX40" fmla="*/ 602 w 10000"/>
                <a:gd name="connsiteY40" fmla="*/ 6094 h 10003"/>
                <a:gd name="connsiteX41" fmla="*/ 611 w 10000"/>
                <a:gd name="connsiteY41" fmla="*/ 6111 h 10003"/>
                <a:gd name="connsiteX42" fmla="*/ 611 w 10000"/>
                <a:gd name="connsiteY42" fmla="*/ 6119 h 10003"/>
                <a:gd name="connsiteX43" fmla="*/ 621 w 10000"/>
                <a:gd name="connsiteY43" fmla="*/ 6127 h 10003"/>
                <a:gd name="connsiteX44" fmla="*/ 621 w 10000"/>
                <a:gd name="connsiteY44" fmla="*/ 6135 h 10003"/>
                <a:gd name="connsiteX45" fmla="*/ 630 w 10000"/>
                <a:gd name="connsiteY45" fmla="*/ 6151 h 10003"/>
                <a:gd name="connsiteX46" fmla="*/ 630 w 10000"/>
                <a:gd name="connsiteY46" fmla="*/ 6160 h 10003"/>
                <a:gd name="connsiteX47" fmla="*/ 649 w 10000"/>
                <a:gd name="connsiteY47" fmla="*/ 6176 h 10003"/>
                <a:gd name="connsiteX48" fmla="*/ 649 w 10000"/>
                <a:gd name="connsiteY48" fmla="*/ 6184 h 10003"/>
                <a:gd name="connsiteX49" fmla="*/ 677 w 10000"/>
                <a:gd name="connsiteY49" fmla="*/ 6203 h 10003"/>
                <a:gd name="connsiteX50" fmla="*/ 931 w 10000"/>
                <a:gd name="connsiteY50" fmla="*/ 6451 h 10003"/>
                <a:gd name="connsiteX51" fmla="*/ 1052 w 10000"/>
                <a:gd name="connsiteY51" fmla="*/ 6584 h 10003"/>
                <a:gd name="connsiteX52" fmla="*/ 1090 w 10000"/>
                <a:gd name="connsiteY52" fmla="*/ 6759 h 10003"/>
                <a:gd name="connsiteX53" fmla="*/ 1024 w 10000"/>
                <a:gd name="connsiteY53" fmla="*/ 6934 h 10003"/>
                <a:gd name="connsiteX54" fmla="*/ 903 w 10000"/>
                <a:gd name="connsiteY54" fmla="*/ 7092 h 10003"/>
                <a:gd name="connsiteX55" fmla="*/ 1043 w 10000"/>
                <a:gd name="connsiteY55" fmla="*/ 7242 h 10003"/>
                <a:gd name="connsiteX56" fmla="*/ 1361 w 10000"/>
                <a:gd name="connsiteY56" fmla="*/ 7291 h 10003"/>
                <a:gd name="connsiteX57" fmla="*/ 1512 w 10000"/>
                <a:gd name="connsiteY57" fmla="*/ 7499 h 10003"/>
                <a:gd name="connsiteX58" fmla="*/ 1765 w 10000"/>
                <a:gd name="connsiteY58" fmla="*/ 7533 h 10003"/>
                <a:gd name="connsiteX59" fmla="*/ 1943 w 10000"/>
                <a:gd name="connsiteY59" fmla="*/ 7674 h 10003"/>
                <a:gd name="connsiteX60" fmla="*/ 2037 w 10000"/>
                <a:gd name="connsiteY60" fmla="*/ 7857 h 10003"/>
                <a:gd name="connsiteX61" fmla="*/ 2187 w 10000"/>
                <a:gd name="connsiteY61" fmla="*/ 8049 h 10003"/>
                <a:gd name="connsiteX62" fmla="*/ 2440 w 10000"/>
                <a:gd name="connsiteY62" fmla="*/ 8165 h 10003"/>
                <a:gd name="connsiteX63" fmla="*/ 2675 w 10000"/>
                <a:gd name="connsiteY63" fmla="*/ 8357 h 10003"/>
                <a:gd name="connsiteX64" fmla="*/ 2731 w 10000"/>
                <a:gd name="connsiteY64" fmla="*/ 8615 h 10003"/>
                <a:gd name="connsiteX65" fmla="*/ 3097 w 10000"/>
                <a:gd name="connsiteY65" fmla="*/ 8814 h 10003"/>
                <a:gd name="connsiteX66" fmla="*/ 3209 w 10000"/>
                <a:gd name="connsiteY66" fmla="*/ 9081 h 10003"/>
                <a:gd name="connsiteX67" fmla="*/ 3238 w 10000"/>
                <a:gd name="connsiteY67" fmla="*/ 9098 h 10003"/>
                <a:gd name="connsiteX68" fmla="*/ 3247 w 10000"/>
                <a:gd name="connsiteY68" fmla="*/ 9098 h 10003"/>
                <a:gd name="connsiteX69" fmla="*/ 3266 w 10000"/>
                <a:gd name="connsiteY69" fmla="*/ 9114 h 10003"/>
                <a:gd name="connsiteX70" fmla="*/ 3285 w 10000"/>
                <a:gd name="connsiteY70" fmla="*/ 9140 h 10003"/>
                <a:gd name="connsiteX71" fmla="*/ 3304 w 10000"/>
                <a:gd name="connsiteY71" fmla="*/ 9164 h 10003"/>
                <a:gd name="connsiteX72" fmla="*/ 3482 w 10000"/>
                <a:gd name="connsiteY72" fmla="*/ 9322 h 10003"/>
                <a:gd name="connsiteX73" fmla="*/ 3613 w 10000"/>
                <a:gd name="connsiteY73" fmla="*/ 9497 h 10003"/>
                <a:gd name="connsiteX74" fmla="*/ 3762 w 10000"/>
                <a:gd name="connsiteY74" fmla="*/ 9613 h 10003"/>
                <a:gd name="connsiteX75" fmla="*/ 4016 w 10000"/>
                <a:gd name="connsiteY75" fmla="*/ 9581 h 10003"/>
                <a:gd name="connsiteX76" fmla="*/ 4203 w 10000"/>
                <a:gd name="connsiteY76" fmla="*/ 9480 h 10003"/>
                <a:gd name="connsiteX77" fmla="*/ 4467 w 10000"/>
                <a:gd name="connsiteY77" fmla="*/ 9497 h 10003"/>
                <a:gd name="connsiteX78" fmla="*/ 4738 w 10000"/>
                <a:gd name="connsiteY78" fmla="*/ 9497 h 10003"/>
                <a:gd name="connsiteX79" fmla="*/ 5076 w 10000"/>
                <a:gd name="connsiteY79" fmla="*/ 9813 h 10003"/>
                <a:gd name="connsiteX80" fmla="*/ 5292 w 10000"/>
                <a:gd name="connsiteY80" fmla="*/ 9996 h 10003"/>
                <a:gd name="connsiteX81" fmla="*/ 5310 w 10000"/>
                <a:gd name="connsiteY81" fmla="*/ 9996 h 10003"/>
                <a:gd name="connsiteX82" fmla="*/ 5320 w 10000"/>
                <a:gd name="connsiteY82" fmla="*/ 9996 h 10003"/>
                <a:gd name="connsiteX83" fmla="*/ 5329 w 10000"/>
                <a:gd name="connsiteY83" fmla="*/ 9996 h 10003"/>
                <a:gd name="connsiteX84" fmla="*/ 5338 w 10000"/>
                <a:gd name="connsiteY84" fmla="*/ 9988 h 10003"/>
                <a:gd name="connsiteX85" fmla="*/ 5357 w 10000"/>
                <a:gd name="connsiteY85" fmla="*/ 9988 h 10003"/>
                <a:gd name="connsiteX86" fmla="*/ 5432 w 10000"/>
                <a:gd name="connsiteY86" fmla="*/ 9922 h 10003"/>
                <a:gd name="connsiteX87" fmla="*/ 5451 w 10000"/>
                <a:gd name="connsiteY87" fmla="*/ 9912 h 10003"/>
                <a:gd name="connsiteX88" fmla="*/ 5488 w 10000"/>
                <a:gd name="connsiteY88" fmla="*/ 9896 h 10003"/>
                <a:gd name="connsiteX89" fmla="*/ 5507 w 10000"/>
                <a:gd name="connsiteY89" fmla="*/ 9896 h 10003"/>
                <a:gd name="connsiteX90" fmla="*/ 5516 w 10000"/>
                <a:gd name="connsiteY90" fmla="*/ 9896 h 10003"/>
                <a:gd name="connsiteX91" fmla="*/ 5535 w 10000"/>
                <a:gd name="connsiteY91" fmla="*/ 9896 h 10003"/>
                <a:gd name="connsiteX92" fmla="*/ 5563 w 10000"/>
                <a:gd name="connsiteY92" fmla="*/ 9896 h 10003"/>
                <a:gd name="connsiteX93" fmla="*/ 6004 w 10000"/>
                <a:gd name="connsiteY93" fmla="*/ 9922 h 10003"/>
                <a:gd name="connsiteX94" fmla="*/ 6221 w 10000"/>
                <a:gd name="connsiteY94" fmla="*/ 9980 h 10003"/>
                <a:gd name="connsiteX95" fmla="*/ 6408 w 10000"/>
                <a:gd name="connsiteY95" fmla="*/ 9863 h 10003"/>
                <a:gd name="connsiteX96" fmla="*/ 6745 w 10000"/>
                <a:gd name="connsiteY96" fmla="*/ 9829 h 10003"/>
                <a:gd name="connsiteX97" fmla="*/ 7092 w 10000"/>
                <a:gd name="connsiteY97" fmla="*/ 9756 h 10003"/>
                <a:gd name="connsiteX98" fmla="*/ 7111 w 10000"/>
                <a:gd name="connsiteY98" fmla="*/ 9729 h 10003"/>
                <a:gd name="connsiteX99" fmla="*/ 7120 w 10000"/>
                <a:gd name="connsiteY99" fmla="*/ 9721 h 10003"/>
                <a:gd name="connsiteX100" fmla="*/ 7139 w 10000"/>
                <a:gd name="connsiteY100" fmla="*/ 9713 h 10003"/>
                <a:gd name="connsiteX101" fmla="*/ 7139 w 10000"/>
                <a:gd name="connsiteY101" fmla="*/ 9705 h 10003"/>
                <a:gd name="connsiteX102" fmla="*/ 7158 w 10000"/>
                <a:gd name="connsiteY102" fmla="*/ 9696 h 10003"/>
                <a:gd name="connsiteX103" fmla="*/ 7177 w 10000"/>
                <a:gd name="connsiteY103" fmla="*/ 9680 h 10003"/>
                <a:gd name="connsiteX104" fmla="*/ 7186 w 10000"/>
                <a:gd name="connsiteY104" fmla="*/ 9680 h 10003"/>
                <a:gd name="connsiteX105" fmla="*/ 7195 w 10000"/>
                <a:gd name="connsiteY105" fmla="*/ 9672 h 10003"/>
                <a:gd name="connsiteX106" fmla="*/ 7205 w 10000"/>
                <a:gd name="connsiteY106" fmla="*/ 9672 h 10003"/>
                <a:gd name="connsiteX107" fmla="*/ 7280 w 10000"/>
                <a:gd name="connsiteY107" fmla="*/ 9655 h 10003"/>
                <a:gd name="connsiteX108" fmla="*/ 7289 w 10000"/>
                <a:gd name="connsiteY108" fmla="*/ 9655 h 10003"/>
                <a:gd name="connsiteX109" fmla="*/ 7298 w 10000"/>
                <a:gd name="connsiteY109" fmla="*/ 9646 h 10003"/>
                <a:gd name="connsiteX110" fmla="*/ 7308 w 10000"/>
                <a:gd name="connsiteY110" fmla="*/ 9638 h 10003"/>
                <a:gd name="connsiteX111" fmla="*/ 7317 w 10000"/>
                <a:gd name="connsiteY111" fmla="*/ 9630 h 10003"/>
                <a:gd name="connsiteX112" fmla="*/ 7317 w 10000"/>
                <a:gd name="connsiteY112" fmla="*/ 9622 h 10003"/>
                <a:gd name="connsiteX113" fmla="*/ 7326 w 10000"/>
                <a:gd name="connsiteY113" fmla="*/ 9613 h 10003"/>
                <a:gd name="connsiteX114" fmla="*/ 7326 w 10000"/>
                <a:gd name="connsiteY114" fmla="*/ 9589 h 10003"/>
                <a:gd name="connsiteX115" fmla="*/ 7571 w 10000"/>
                <a:gd name="connsiteY115" fmla="*/ 9380 h 10003"/>
                <a:gd name="connsiteX116" fmla="*/ 7908 w 10000"/>
                <a:gd name="connsiteY116" fmla="*/ 9265 h 10003"/>
                <a:gd name="connsiteX117" fmla="*/ 8096 w 10000"/>
                <a:gd name="connsiteY117" fmla="*/ 9380 h 10003"/>
                <a:gd name="connsiteX118" fmla="*/ 8302 w 10000"/>
                <a:gd name="connsiteY118" fmla="*/ 9456 h 10003"/>
                <a:gd name="connsiteX119" fmla="*/ 8312 w 10000"/>
                <a:gd name="connsiteY119" fmla="*/ 9456 h 10003"/>
                <a:gd name="connsiteX120" fmla="*/ 8321 w 10000"/>
                <a:gd name="connsiteY120" fmla="*/ 9130 h 10003"/>
                <a:gd name="connsiteX121" fmla="*/ 8078 w 10000"/>
                <a:gd name="connsiteY121" fmla="*/ 9014 h 10003"/>
                <a:gd name="connsiteX122" fmla="*/ 7889 w 10000"/>
                <a:gd name="connsiteY122" fmla="*/ 8889 h 10003"/>
                <a:gd name="connsiteX123" fmla="*/ 7777 w 10000"/>
                <a:gd name="connsiteY123" fmla="*/ 8523 h 10003"/>
                <a:gd name="connsiteX124" fmla="*/ 7468 w 10000"/>
                <a:gd name="connsiteY124" fmla="*/ 8206 h 10003"/>
                <a:gd name="connsiteX125" fmla="*/ 7233 w 10000"/>
                <a:gd name="connsiteY125" fmla="*/ 8007 h 10003"/>
                <a:gd name="connsiteX126" fmla="*/ 7092 w 10000"/>
                <a:gd name="connsiteY126" fmla="*/ 7891 h 10003"/>
                <a:gd name="connsiteX127" fmla="*/ 6952 w 10000"/>
                <a:gd name="connsiteY127" fmla="*/ 7783 h 10003"/>
                <a:gd name="connsiteX128" fmla="*/ 6745 w 10000"/>
                <a:gd name="connsiteY128" fmla="*/ 7766 h 10003"/>
                <a:gd name="connsiteX129" fmla="*/ 6679 w 10000"/>
                <a:gd name="connsiteY129" fmla="*/ 7617 h 10003"/>
                <a:gd name="connsiteX130" fmla="*/ 6745 w 10000"/>
                <a:gd name="connsiteY130" fmla="*/ 7426 h 10003"/>
                <a:gd name="connsiteX131" fmla="*/ 6989 w 10000"/>
                <a:gd name="connsiteY131" fmla="*/ 7408 h 10003"/>
                <a:gd name="connsiteX132" fmla="*/ 7298 w 10000"/>
                <a:gd name="connsiteY132" fmla="*/ 7350 h 10003"/>
                <a:gd name="connsiteX133" fmla="*/ 7317 w 10000"/>
                <a:gd name="connsiteY133" fmla="*/ 6759 h 10003"/>
                <a:gd name="connsiteX134" fmla="*/ 7430 w 10000"/>
                <a:gd name="connsiteY134" fmla="*/ 6510 h 10003"/>
                <a:gd name="connsiteX135" fmla="*/ 7421 w 10000"/>
                <a:gd name="connsiteY135" fmla="*/ 6335 h 10003"/>
                <a:gd name="connsiteX136" fmla="*/ 7468 w 10000"/>
                <a:gd name="connsiteY136" fmla="*/ 6160 h 10003"/>
                <a:gd name="connsiteX137" fmla="*/ 7636 w 10000"/>
                <a:gd name="connsiteY137" fmla="*/ 6085 h 10003"/>
                <a:gd name="connsiteX138" fmla="*/ 7777 w 10000"/>
                <a:gd name="connsiteY138" fmla="*/ 6184 h 10003"/>
                <a:gd name="connsiteX139" fmla="*/ 7805 w 10000"/>
                <a:gd name="connsiteY139" fmla="*/ 5952 h 10003"/>
                <a:gd name="connsiteX140" fmla="*/ 7861 w 10000"/>
                <a:gd name="connsiteY140" fmla="*/ 5777 h 10003"/>
                <a:gd name="connsiteX141" fmla="*/ 7956 w 10000"/>
                <a:gd name="connsiteY141" fmla="*/ 5603 h 10003"/>
                <a:gd name="connsiteX142" fmla="*/ 8143 w 10000"/>
                <a:gd name="connsiteY142" fmla="*/ 5287 h 10003"/>
                <a:gd name="connsiteX143" fmla="*/ 8461 w 10000"/>
                <a:gd name="connsiteY143" fmla="*/ 5120 h 10003"/>
                <a:gd name="connsiteX144" fmla="*/ 8575 w 10000"/>
                <a:gd name="connsiteY144" fmla="*/ 4862 h 10003"/>
                <a:gd name="connsiteX145" fmla="*/ 8659 w 10000"/>
                <a:gd name="connsiteY145" fmla="*/ 4629 h 10003"/>
                <a:gd name="connsiteX146" fmla="*/ 8678 w 10000"/>
                <a:gd name="connsiteY146" fmla="*/ 4604 h 10003"/>
                <a:gd name="connsiteX147" fmla="*/ 8678 w 10000"/>
                <a:gd name="connsiteY147" fmla="*/ 4596 h 10003"/>
                <a:gd name="connsiteX148" fmla="*/ 8697 w 10000"/>
                <a:gd name="connsiteY148" fmla="*/ 4571 h 10003"/>
                <a:gd name="connsiteX149" fmla="*/ 8697 w 10000"/>
                <a:gd name="connsiteY149" fmla="*/ 4562 h 10003"/>
                <a:gd name="connsiteX150" fmla="*/ 8706 w 10000"/>
                <a:gd name="connsiteY150" fmla="*/ 4538 h 10003"/>
                <a:gd name="connsiteX151" fmla="*/ 8706 w 10000"/>
                <a:gd name="connsiteY151" fmla="*/ 4529 h 10003"/>
                <a:gd name="connsiteX152" fmla="*/ 8706 w 10000"/>
                <a:gd name="connsiteY152" fmla="*/ 4487 h 10003"/>
                <a:gd name="connsiteX153" fmla="*/ 8715 w 10000"/>
                <a:gd name="connsiteY153" fmla="*/ 4487 h 10003"/>
                <a:gd name="connsiteX154" fmla="*/ 8715 w 10000"/>
                <a:gd name="connsiteY154" fmla="*/ 4454 h 10003"/>
                <a:gd name="connsiteX155" fmla="*/ 8715 w 10000"/>
                <a:gd name="connsiteY155" fmla="*/ 4446 h 10003"/>
                <a:gd name="connsiteX156" fmla="*/ 8715 w 10000"/>
                <a:gd name="connsiteY156" fmla="*/ 4405 h 10003"/>
                <a:gd name="connsiteX157" fmla="*/ 8715 w 10000"/>
                <a:gd name="connsiteY157" fmla="*/ 4363 h 10003"/>
                <a:gd name="connsiteX158" fmla="*/ 8715 w 10000"/>
                <a:gd name="connsiteY158" fmla="*/ 4321 h 10003"/>
                <a:gd name="connsiteX159" fmla="*/ 8715 w 10000"/>
                <a:gd name="connsiteY159" fmla="*/ 4230 h 10003"/>
                <a:gd name="connsiteX160" fmla="*/ 8697 w 10000"/>
                <a:gd name="connsiteY160" fmla="*/ 3864 h 10003"/>
                <a:gd name="connsiteX161" fmla="*/ 8753 w 10000"/>
                <a:gd name="connsiteY161" fmla="*/ 3697 h 10003"/>
                <a:gd name="connsiteX162" fmla="*/ 8846 w 10000"/>
                <a:gd name="connsiteY162" fmla="*/ 3514 h 10003"/>
                <a:gd name="connsiteX163" fmla="*/ 8940 w 10000"/>
                <a:gd name="connsiteY163" fmla="*/ 3323 h 10003"/>
                <a:gd name="connsiteX164" fmla="*/ 9034 w 10000"/>
                <a:gd name="connsiteY164" fmla="*/ 3106 h 10003"/>
                <a:gd name="connsiteX165" fmla="*/ 9034 w 10000"/>
                <a:gd name="connsiteY165" fmla="*/ 2849 h 10003"/>
                <a:gd name="connsiteX166" fmla="*/ 9203 w 10000"/>
                <a:gd name="connsiteY166" fmla="*/ 2741 h 10003"/>
                <a:gd name="connsiteX167" fmla="*/ 9344 w 10000"/>
                <a:gd name="connsiteY167" fmla="*/ 2641 h 10003"/>
                <a:gd name="connsiteX168" fmla="*/ 9475 w 10000"/>
                <a:gd name="connsiteY168" fmla="*/ 2541 h 10003"/>
                <a:gd name="connsiteX169" fmla="*/ 9775 w 10000"/>
                <a:gd name="connsiteY169" fmla="*/ 2432 h 10003"/>
                <a:gd name="connsiteX170" fmla="*/ 9934 w 10000"/>
                <a:gd name="connsiteY170" fmla="*/ 2249 h 10003"/>
                <a:gd name="connsiteX171" fmla="*/ 10000 w 10000"/>
                <a:gd name="connsiteY171" fmla="*/ 2166 h 10003"/>
                <a:gd name="connsiteX172" fmla="*/ 9916 w 10000"/>
                <a:gd name="connsiteY172" fmla="*/ 2083 h 10003"/>
                <a:gd name="connsiteX0" fmla="*/ 9916 w 10000"/>
                <a:gd name="connsiteY0" fmla="*/ 2380 h 10300"/>
                <a:gd name="connsiteX1" fmla="*/ 9297 w 10000"/>
                <a:gd name="connsiteY1" fmla="*/ 1914 h 10300"/>
                <a:gd name="connsiteX2" fmla="*/ 9212 w 10000"/>
                <a:gd name="connsiteY2" fmla="*/ 1189 h 10300"/>
                <a:gd name="connsiteX3" fmla="*/ 9212 w 10000"/>
                <a:gd name="connsiteY3" fmla="*/ 757 h 10300"/>
                <a:gd name="connsiteX4" fmla="*/ 9052 w 10000"/>
                <a:gd name="connsiteY4" fmla="*/ 482 h 10300"/>
                <a:gd name="connsiteX5" fmla="*/ 9034 w 10000"/>
                <a:gd name="connsiteY5" fmla="*/ 300 h 10300"/>
                <a:gd name="connsiteX6" fmla="*/ 7298 w 10000"/>
                <a:gd name="connsiteY6" fmla="*/ 300 h 10300"/>
                <a:gd name="connsiteX7" fmla="*/ 7186 w 10000"/>
                <a:gd name="connsiteY7" fmla="*/ 466 h 10300"/>
                <a:gd name="connsiteX8" fmla="*/ 6905 w 10000"/>
                <a:gd name="connsiteY8" fmla="*/ 391 h 10300"/>
                <a:gd name="connsiteX9" fmla="*/ 6107 w 10000"/>
                <a:gd name="connsiteY9" fmla="*/ 325 h 10300"/>
                <a:gd name="connsiteX10" fmla="*/ 1877 w 10000"/>
                <a:gd name="connsiteY10" fmla="*/ 300 h 10300"/>
                <a:gd name="connsiteX11" fmla="*/ 1877 w 10000"/>
                <a:gd name="connsiteY11" fmla="*/ 400 h 10300"/>
                <a:gd name="connsiteX12" fmla="*/ 1868 w 10000"/>
                <a:gd name="connsiteY12" fmla="*/ 1364 h 10300"/>
                <a:gd name="connsiteX13" fmla="*/ 1868 w 10000"/>
                <a:gd name="connsiteY13" fmla="*/ 1389 h 10300"/>
                <a:gd name="connsiteX14" fmla="*/ 1249 w 10000"/>
                <a:gd name="connsiteY14" fmla="*/ 1406 h 10300"/>
                <a:gd name="connsiteX15" fmla="*/ 1249 w 10000"/>
                <a:gd name="connsiteY15" fmla="*/ 1631 h 10300"/>
                <a:gd name="connsiteX16" fmla="*/ 1249 w 10000"/>
                <a:gd name="connsiteY16" fmla="*/ 3736 h 10300"/>
                <a:gd name="connsiteX17" fmla="*/ 968 w 10000"/>
                <a:gd name="connsiteY17" fmla="*/ 3736 h 10300"/>
                <a:gd name="connsiteX18" fmla="*/ 742 w 10000"/>
                <a:gd name="connsiteY18" fmla="*/ 3803 h 10300"/>
                <a:gd name="connsiteX19" fmla="*/ 621 w 10000"/>
                <a:gd name="connsiteY19" fmla="*/ 3927 h 10300"/>
                <a:gd name="connsiteX20" fmla="*/ 602 w 10000"/>
                <a:gd name="connsiteY20" fmla="*/ 4102 h 10300"/>
                <a:gd name="connsiteX21" fmla="*/ 480 w 10000"/>
                <a:gd name="connsiteY21" fmla="*/ 4227 h 10300"/>
                <a:gd name="connsiteX22" fmla="*/ 424 w 10000"/>
                <a:gd name="connsiteY22" fmla="*/ 4335 h 10300"/>
                <a:gd name="connsiteX23" fmla="*/ 321 w 10000"/>
                <a:gd name="connsiteY23" fmla="*/ 4434 h 10300"/>
                <a:gd name="connsiteX24" fmla="*/ 340 w 10000"/>
                <a:gd name="connsiteY24" fmla="*/ 4651 h 10300"/>
                <a:gd name="connsiteX25" fmla="*/ 152 w 10000"/>
                <a:gd name="connsiteY25" fmla="*/ 4784 h 10300"/>
                <a:gd name="connsiteX26" fmla="*/ 161 w 10000"/>
                <a:gd name="connsiteY26" fmla="*/ 4934 h 10300"/>
                <a:gd name="connsiteX27" fmla="*/ 123 w 10000"/>
                <a:gd name="connsiteY27" fmla="*/ 5117 h 10300"/>
                <a:gd name="connsiteX28" fmla="*/ 2 w 10000"/>
                <a:gd name="connsiteY28" fmla="*/ 5266 h 10300"/>
                <a:gd name="connsiteX29" fmla="*/ 86 w 10000"/>
                <a:gd name="connsiteY29" fmla="*/ 5401 h 10300"/>
                <a:gd name="connsiteX30" fmla="*/ 321 w 10000"/>
                <a:gd name="connsiteY30" fmla="*/ 5484 h 10300"/>
                <a:gd name="connsiteX31" fmla="*/ 359 w 10000"/>
                <a:gd name="connsiteY31" fmla="*/ 5684 h 10300"/>
                <a:gd name="connsiteX32" fmla="*/ 462 w 10000"/>
                <a:gd name="connsiteY32" fmla="*/ 6025 h 10300"/>
                <a:gd name="connsiteX33" fmla="*/ 649 w 10000"/>
                <a:gd name="connsiteY33" fmla="*/ 6192 h 10300"/>
                <a:gd name="connsiteX34" fmla="*/ 639 w 10000"/>
                <a:gd name="connsiteY34" fmla="*/ 6208 h 10300"/>
                <a:gd name="connsiteX35" fmla="*/ 639 w 10000"/>
                <a:gd name="connsiteY35" fmla="*/ 6216 h 10300"/>
                <a:gd name="connsiteX36" fmla="*/ 630 w 10000"/>
                <a:gd name="connsiteY36" fmla="*/ 6241 h 10300"/>
                <a:gd name="connsiteX37" fmla="*/ 611 w 10000"/>
                <a:gd name="connsiteY37" fmla="*/ 6307 h 10300"/>
                <a:gd name="connsiteX38" fmla="*/ 602 w 10000"/>
                <a:gd name="connsiteY38" fmla="*/ 6357 h 10300"/>
                <a:gd name="connsiteX39" fmla="*/ 602 w 10000"/>
                <a:gd name="connsiteY39" fmla="*/ 6382 h 10300"/>
                <a:gd name="connsiteX40" fmla="*/ 602 w 10000"/>
                <a:gd name="connsiteY40" fmla="*/ 6391 h 10300"/>
                <a:gd name="connsiteX41" fmla="*/ 611 w 10000"/>
                <a:gd name="connsiteY41" fmla="*/ 6408 h 10300"/>
                <a:gd name="connsiteX42" fmla="*/ 611 w 10000"/>
                <a:gd name="connsiteY42" fmla="*/ 6416 h 10300"/>
                <a:gd name="connsiteX43" fmla="*/ 621 w 10000"/>
                <a:gd name="connsiteY43" fmla="*/ 6424 h 10300"/>
                <a:gd name="connsiteX44" fmla="*/ 621 w 10000"/>
                <a:gd name="connsiteY44" fmla="*/ 6432 h 10300"/>
                <a:gd name="connsiteX45" fmla="*/ 630 w 10000"/>
                <a:gd name="connsiteY45" fmla="*/ 6448 h 10300"/>
                <a:gd name="connsiteX46" fmla="*/ 630 w 10000"/>
                <a:gd name="connsiteY46" fmla="*/ 6457 h 10300"/>
                <a:gd name="connsiteX47" fmla="*/ 649 w 10000"/>
                <a:gd name="connsiteY47" fmla="*/ 6473 h 10300"/>
                <a:gd name="connsiteX48" fmla="*/ 649 w 10000"/>
                <a:gd name="connsiteY48" fmla="*/ 6481 h 10300"/>
                <a:gd name="connsiteX49" fmla="*/ 677 w 10000"/>
                <a:gd name="connsiteY49" fmla="*/ 6500 h 10300"/>
                <a:gd name="connsiteX50" fmla="*/ 931 w 10000"/>
                <a:gd name="connsiteY50" fmla="*/ 6748 h 10300"/>
                <a:gd name="connsiteX51" fmla="*/ 1052 w 10000"/>
                <a:gd name="connsiteY51" fmla="*/ 6881 h 10300"/>
                <a:gd name="connsiteX52" fmla="*/ 1090 w 10000"/>
                <a:gd name="connsiteY52" fmla="*/ 7056 h 10300"/>
                <a:gd name="connsiteX53" fmla="*/ 1024 w 10000"/>
                <a:gd name="connsiteY53" fmla="*/ 7231 h 10300"/>
                <a:gd name="connsiteX54" fmla="*/ 903 w 10000"/>
                <a:gd name="connsiteY54" fmla="*/ 7389 h 10300"/>
                <a:gd name="connsiteX55" fmla="*/ 1043 w 10000"/>
                <a:gd name="connsiteY55" fmla="*/ 7539 h 10300"/>
                <a:gd name="connsiteX56" fmla="*/ 1361 w 10000"/>
                <a:gd name="connsiteY56" fmla="*/ 7588 h 10300"/>
                <a:gd name="connsiteX57" fmla="*/ 1512 w 10000"/>
                <a:gd name="connsiteY57" fmla="*/ 7796 h 10300"/>
                <a:gd name="connsiteX58" fmla="*/ 1765 w 10000"/>
                <a:gd name="connsiteY58" fmla="*/ 7830 h 10300"/>
                <a:gd name="connsiteX59" fmla="*/ 1943 w 10000"/>
                <a:gd name="connsiteY59" fmla="*/ 7971 h 10300"/>
                <a:gd name="connsiteX60" fmla="*/ 2037 w 10000"/>
                <a:gd name="connsiteY60" fmla="*/ 8154 h 10300"/>
                <a:gd name="connsiteX61" fmla="*/ 2187 w 10000"/>
                <a:gd name="connsiteY61" fmla="*/ 8346 h 10300"/>
                <a:gd name="connsiteX62" fmla="*/ 2440 w 10000"/>
                <a:gd name="connsiteY62" fmla="*/ 8462 h 10300"/>
                <a:gd name="connsiteX63" fmla="*/ 2675 w 10000"/>
                <a:gd name="connsiteY63" fmla="*/ 8654 h 10300"/>
                <a:gd name="connsiteX64" fmla="*/ 2731 w 10000"/>
                <a:gd name="connsiteY64" fmla="*/ 8912 h 10300"/>
                <a:gd name="connsiteX65" fmla="*/ 3097 w 10000"/>
                <a:gd name="connsiteY65" fmla="*/ 9111 h 10300"/>
                <a:gd name="connsiteX66" fmla="*/ 3209 w 10000"/>
                <a:gd name="connsiteY66" fmla="*/ 9378 h 10300"/>
                <a:gd name="connsiteX67" fmla="*/ 3238 w 10000"/>
                <a:gd name="connsiteY67" fmla="*/ 9395 h 10300"/>
                <a:gd name="connsiteX68" fmla="*/ 3247 w 10000"/>
                <a:gd name="connsiteY68" fmla="*/ 9395 h 10300"/>
                <a:gd name="connsiteX69" fmla="*/ 3266 w 10000"/>
                <a:gd name="connsiteY69" fmla="*/ 9411 h 10300"/>
                <a:gd name="connsiteX70" fmla="*/ 3285 w 10000"/>
                <a:gd name="connsiteY70" fmla="*/ 9437 h 10300"/>
                <a:gd name="connsiteX71" fmla="*/ 3304 w 10000"/>
                <a:gd name="connsiteY71" fmla="*/ 9461 h 10300"/>
                <a:gd name="connsiteX72" fmla="*/ 3482 w 10000"/>
                <a:gd name="connsiteY72" fmla="*/ 9619 h 10300"/>
                <a:gd name="connsiteX73" fmla="*/ 3613 w 10000"/>
                <a:gd name="connsiteY73" fmla="*/ 9794 h 10300"/>
                <a:gd name="connsiteX74" fmla="*/ 3762 w 10000"/>
                <a:gd name="connsiteY74" fmla="*/ 9910 h 10300"/>
                <a:gd name="connsiteX75" fmla="*/ 4016 w 10000"/>
                <a:gd name="connsiteY75" fmla="*/ 9878 h 10300"/>
                <a:gd name="connsiteX76" fmla="*/ 4203 w 10000"/>
                <a:gd name="connsiteY76" fmla="*/ 9777 h 10300"/>
                <a:gd name="connsiteX77" fmla="*/ 4467 w 10000"/>
                <a:gd name="connsiteY77" fmla="*/ 9794 h 10300"/>
                <a:gd name="connsiteX78" fmla="*/ 4738 w 10000"/>
                <a:gd name="connsiteY78" fmla="*/ 9794 h 10300"/>
                <a:gd name="connsiteX79" fmla="*/ 5076 w 10000"/>
                <a:gd name="connsiteY79" fmla="*/ 10110 h 10300"/>
                <a:gd name="connsiteX80" fmla="*/ 5292 w 10000"/>
                <a:gd name="connsiteY80" fmla="*/ 10293 h 10300"/>
                <a:gd name="connsiteX81" fmla="*/ 5310 w 10000"/>
                <a:gd name="connsiteY81" fmla="*/ 10293 h 10300"/>
                <a:gd name="connsiteX82" fmla="*/ 5320 w 10000"/>
                <a:gd name="connsiteY82" fmla="*/ 10293 h 10300"/>
                <a:gd name="connsiteX83" fmla="*/ 5329 w 10000"/>
                <a:gd name="connsiteY83" fmla="*/ 10293 h 10300"/>
                <a:gd name="connsiteX84" fmla="*/ 5338 w 10000"/>
                <a:gd name="connsiteY84" fmla="*/ 10285 h 10300"/>
                <a:gd name="connsiteX85" fmla="*/ 5357 w 10000"/>
                <a:gd name="connsiteY85" fmla="*/ 10285 h 10300"/>
                <a:gd name="connsiteX86" fmla="*/ 5432 w 10000"/>
                <a:gd name="connsiteY86" fmla="*/ 10219 h 10300"/>
                <a:gd name="connsiteX87" fmla="*/ 5451 w 10000"/>
                <a:gd name="connsiteY87" fmla="*/ 10209 h 10300"/>
                <a:gd name="connsiteX88" fmla="*/ 5488 w 10000"/>
                <a:gd name="connsiteY88" fmla="*/ 10193 h 10300"/>
                <a:gd name="connsiteX89" fmla="*/ 5507 w 10000"/>
                <a:gd name="connsiteY89" fmla="*/ 10193 h 10300"/>
                <a:gd name="connsiteX90" fmla="*/ 5516 w 10000"/>
                <a:gd name="connsiteY90" fmla="*/ 10193 h 10300"/>
                <a:gd name="connsiteX91" fmla="*/ 5535 w 10000"/>
                <a:gd name="connsiteY91" fmla="*/ 10193 h 10300"/>
                <a:gd name="connsiteX92" fmla="*/ 5563 w 10000"/>
                <a:gd name="connsiteY92" fmla="*/ 10193 h 10300"/>
                <a:gd name="connsiteX93" fmla="*/ 6004 w 10000"/>
                <a:gd name="connsiteY93" fmla="*/ 10219 h 10300"/>
                <a:gd name="connsiteX94" fmla="*/ 6221 w 10000"/>
                <a:gd name="connsiteY94" fmla="*/ 10277 h 10300"/>
                <a:gd name="connsiteX95" fmla="*/ 6408 w 10000"/>
                <a:gd name="connsiteY95" fmla="*/ 10160 h 10300"/>
                <a:gd name="connsiteX96" fmla="*/ 6745 w 10000"/>
                <a:gd name="connsiteY96" fmla="*/ 10126 h 10300"/>
                <a:gd name="connsiteX97" fmla="*/ 7092 w 10000"/>
                <a:gd name="connsiteY97" fmla="*/ 10053 h 10300"/>
                <a:gd name="connsiteX98" fmla="*/ 7111 w 10000"/>
                <a:gd name="connsiteY98" fmla="*/ 10026 h 10300"/>
                <a:gd name="connsiteX99" fmla="*/ 7120 w 10000"/>
                <a:gd name="connsiteY99" fmla="*/ 10018 h 10300"/>
                <a:gd name="connsiteX100" fmla="*/ 7139 w 10000"/>
                <a:gd name="connsiteY100" fmla="*/ 10010 h 10300"/>
                <a:gd name="connsiteX101" fmla="*/ 7139 w 10000"/>
                <a:gd name="connsiteY101" fmla="*/ 10002 h 10300"/>
                <a:gd name="connsiteX102" fmla="*/ 7158 w 10000"/>
                <a:gd name="connsiteY102" fmla="*/ 9993 h 10300"/>
                <a:gd name="connsiteX103" fmla="*/ 7177 w 10000"/>
                <a:gd name="connsiteY103" fmla="*/ 9977 h 10300"/>
                <a:gd name="connsiteX104" fmla="*/ 7186 w 10000"/>
                <a:gd name="connsiteY104" fmla="*/ 9977 h 10300"/>
                <a:gd name="connsiteX105" fmla="*/ 7195 w 10000"/>
                <a:gd name="connsiteY105" fmla="*/ 9969 h 10300"/>
                <a:gd name="connsiteX106" fmla="*/ 7205 w 10000"/>
                <a:gd name="connsiteY106" fmla="*/ 9969 h 10300"/>
                <a:gd name="connsiteX107" fmla="*/ 7280 w 10000"/>
                <a:gd name="connsiteY107" fmla="*/ 9952 h 10300"/>
                <a:gd name="connsiteX108" fmla="*/ 7289 w 10000"/>
                <a:gd name="connsiteY108" fmla="*/ 9952 h 10300"/>
                <a:gd name="connsiteX109" fmla="*/ 7298 w 10000"/>
                <a:gd name="connsiteY109" fmla="*/ 9943 h 10300"/>
                <a:gd name="connsiteX110" fmla="*/ 7308 w 10000"/>
                <a:gd name="connsiteY110" fmla="*/ 9935 h 10300"/>
                <a:gd name="connsiteX111" fmla="*/ 7317 w 10000"/>
                <a:gd name="connsiteY111" fmla="*/ 9927 h 10300"/>
                <a:gd name="connsiteX112" fmla="*/ 7317 w 10000"/>
                <a:gd name="connsiteY112" fmla="*/ 9919 h 10300"/>
                <a:gd name="connsiteX113" fmla="*/ 7326 w 10000"/>
                <a:gd name="connsiteY113" fmla="*/ 9910 h 10300"/>
                <a:gd name="connsiteX114" fmla="*/ 7326 w 10000"/>
                <a:gd name="connsiteY114" fmla="*/ 9886 h 10300"/>
                <a:gd name="connsiteX115" fmla="*/ 7571 w 10000"/>
                <a:gd name="connsiteY115" fmla="*/ 9677 h 10300"/>
                <a:gd name="connsiteX116" fmla="*/ 7908 w 10000"/>
                <a:gd name="connsiteY116" fmla="*/ 9562 h 10300"/>
                <a:gd name="connsiteX117" fmla="*/ 8096 w 10000"/>
                <a:gd name="connsiteY117" fmla="*/ 9677 h 10300"/>
                <a:gd name="connsiteX118" fmla="*/ 8302 w 10000"/>
                <a:gd name="connsiteY118" fmla="*/ 9753 h 10300"/>
                <a:gd name="connsiteX119" fmla="*/ 8312 w 10000"/>
                <a:gd name="connsiteY119" fmla="*/ 9753 h 10300"/>
                <a:gd name="connsiteX120" fmla="*/ 8321 w 10000"/>
                <a:gd name="connsiteY120" fmla="*/ 9427 h 10300"/>
                <a:gd name="connsiteX121" fmla="*/ 8078 w 10000"/>
                <a:gd name="connsiteY121" fmla="*/ 9311 h 10300"/>
                <a:gd name="connsiteX122" fmla="*/ 7889 w 10000"/>
                <a:gd name="connsiteY122" fmla="*/ 9186 h 10300"/>
                <a:gd name="connsiteX123" fmla="*/ 7777 w 10000"/>
                <a:gd name="connsiteY123" fmla="*/ 8820 h 10300"/>
                <a:gd name="connsiteX124" fmla="*/ 7468 w 10000"/>
                <a:gd name="connsiteY124" fmla="*/ 8503 h 10300"/>
                <a:gd name="connsiteX125" fmla="*/ 7233 w 10000"/>
                <a:gd name="connsiteY125" fmla="*/ 8304 h 10300"/>
                <a:gd name="connsiteX126" fmla="*/ 7092 w 10000"/>
                <a:gd name="connsiteY126" fmla="*/ 8188 h 10300"/>
                <a:gd name="connsiteX127" fmla="*/ 6952 w 10000"/>
                <a:gd name="connsiteY127" fmla="*/ 8080 h 10300"/>
                <a:gd name="connsiteX128" fmla="*/ 6745 w 10000"/>
                <a:gd name="connsiteY128" fmla="*/ 8063 h 10300"/>
                <a:gd name="connsiteX129" fmla="*/ 6679 w 10000"/>
                <a:gd name="connsiteY129" fmla="*/ 7914 h 10300"/>
                <a:gd name="connsiteX130" fmla="*/ 6745 w 10000"/>
                <a:gd name="connsiteY130" fmla="*/ 7723 h 10300"/>
                <a:gd name="connsiteX131" fmla="*/ 6989 w 10000"/>
                <a:gd name="connsiteY131" fmla="*/ 7705 h 10300"/>
                <a:gd name="connsiteX132" fmla="*/ 7298 w 10000"/>
                <a:gd name="connsiteY132" fmla="*/ 7647 h 10300"/>
                <a:gd name="connsiteX133" fmla="*/ 7317 w 10000"/>
                <a:gd name="connsiteY133" fmla="*/ 7056 h 10300"/>
                <a:gd name="connsiteX134" fmla="*/ 7430 w 10000"/>
                <a:gd name="connsiteY134" fmla="*/ 6807 h 10300"/>
                <a:gd name="connsiteX135" fmla="*/ 7421 w 10000"/>
                <a:gd name="connsiteY135" fmla="*/ 6632 h 10300"/>
                <a:gd name="connsiteX136" fmla="*/ 7468 w 10000"/>
                <a:gd name="connsiteY136" fmla="*/ 6457 h 10300"/>
                <a:gd name="connsiteX137" fmla="*/ 7636 w 10000"/>
                <a:gd name="connsiteY137" fmla="*/ 6382 h 10300"/>
                <a:gd name="connsiteX138" fmla="*/ 7777 w 10000"/>
                <a:gd name="connsiteY138" fmla="*/ 6481 h 10300"/>
                <a:gd name="connsiteX139" fmla="*/ 7805 w 10000"/>
                <a:gd name="connsiteY139" fmla="*/ 6249 h 10300"/>
                <a:gd name="connsiteX140" fmla="*/ 7861 w 10000"/>
                <a:gd name="connsiteY140" fmla="*/ 6074 h 10300"/>
                <a:gd name="connsiteX141" fmla="*/ 7956 w 10000"/>
                <a:gd name="connsiteY141" fmla="*/ 5900 h 10300"/>
                <a:gd name="connsiteX142" fmla="*/ 8143 w 10000"/>
                <a:gd name="connsiteY142" fmla="*/ 5584 h 10300"/>
                <a:gd name="connsiteX143" fmla="*/ 8461 w 10000"/>
                <a:gd name="connsiteY143" fmla="*/ 5417 h 10300"/>
                <a:gd name="connsiteX144" fmla="*/ 8575 w 10000"/>
                <a:gd name="connsiteY144" fmla="*/ 5159 h 10300"/>
                <a:gd name="connsiteX145" fmla="*/ 8659 w 10000"/>
                <a:gd name="connsiteY145" fmla="*/ 4926 h 10300"/>
                <a:gd name="connsiteX146" fmla="*/ 8678 w 10000"/>
                <a:gd name="connsiteY146" fmla="*/ 4901 h 10300"/>
                <a:gd name="connsiteX147" fmla="*/ 8678 w 10000"/>
                <a:gd name="connsiteY147" fmla="*/ 4893 h 10300"/>
                <a:gd name="connsiteX148" fmla="*/ 8697 w 10000"/>
                <a:gd name="connsiteY148" fmla="*/ 4868 h 10300"/>
                <a:gd name="connsiteX149" fmla="*/ 8697 w 10000"/>
                <a:gd name="connsiteY149" fmla="*/ 4859 h 10300"/>
                <a:gd name="connsiteX150" fmla="*/ 8706 w 10000"/>
                <a:gd name="connsiteY150" fmla="*/ 4835 h 10300"/>
                <a:gd name="connsiteX151" fmla="*/ 8706 w 10000"/>
                <a:gd name="connsiteY151" fmla="*/ 4826 h 10300"/>
                <a:gd name="connsiteX152" fmla="*/ 8706 w 10000"/>
                <a:gd name="connsiteY152" fmla="*/ 4784 h 10300"/>
                <a:gd name="connsiteX153" fmla="*/ 8715 w 10000"/>
                <a:gd name="connsiteY153" fmla="*/ 4784 h 10300"/>
                <a:gd name="connsiteX154" fmla="*/ 8715 w 10000"/>
                <a:gd name="connsiteY154" fmla="*/ 4751 h 10300"/>
                <a:gd name="connsiteX155" fmla="*/ 8715 w 10000"/>
                <a:gd name="connsiteY155" fmla="*/ 4743 h 10300"/>
                <a:gd name="connsiteX156" fmla="*/ 8715 w 10000"/>
                <a:gd name="connsiteY156" fmla="*/ 4702 h 10300"/>
                <a:gd name="connsiteX157" fmla="*/ 8715 w 10000"/>
                <a:gd name="connsiteY157" fmla="*/ 4660 h 10300"/>
                <a:gd name="connsiteX158" fmla="*/ 8715 w 10000"/>
                <a:gd name="connsiteY158" fmla="*/ 4618 h 10300"/>
                <a:gd name="connsiteX159" fmla="*/ 8715 w 10000"/>
                <a:gd name="connsiteY159" fmla="*/ 4527 h 10300"/>
                <a:gd name="connsiteX160" fmla="*/ 8697 w 10000"/>
                <a:gd name="connsiteY160" fmla="*/ 4161 h 10300"/>
                <a:gd name="connsiteX161" fmla="*/ 8753 w 10000"/>
                <a:gd name="connsiteY161" fmla="*/ 3994 h 10300"/>
                <a:gd name="connsiteX162" fmla="*/ 8846 w 10000"/>
                <a:gd name="connsiteY162" fmla="*/ 3811 h 10300"/>
                <a:gd name="connsiteX163" fmla="*/ 8940 w 10000"/>
                <a:gd name="connsiteY163" fmla="*/ 3620 h 10300"/>
                <a:gd name="connsiteX164" fmla="*/ 9034 w 10000"/>
                <a:gd name="connsiteY164" fmla="*/ 3403 h 10300"/>
                <a:gd name="connsiteX165" fmla="*/ 9034 w 10000"/>
                <a:gd name="connsiteY165" fmla="*/ 3146 h 10300"/>
                <a:gd name="connsiteX166" fmla="*/ 9203 w 10000"/>
                <a:gd name="connsiteY166" fmla="*/ 3038 h 10300"/>
                <a:gd name="connsiteX167" fmla="*/ 9344 w 10000"/>
                <a:gd name="connsiteY167" fmla="*/ 2938 h 10300"/>
                <a:gd name="connsiteX168" fmla="*/ 9475 w 10000"/>
                <a:gd name="connsiteY168" fmla="*/ 2838 h 10300"/>
                <a:gd name="connsiteX169" fmla="*/ 9775 w 10000"/>
                <a:gd name="connsiteY169" fmla="*/ 2729 h 10300"/>
                <a:gd name="connsiteX170" fmla="*/ 9934 w 10000"/>
                <a:gd name="connsiteY170" fmla="*/ 2546 h 10300"/>
                <a:gd name="connsiteX171" fmla="*/ 10000 w 10000"/>
                <a:gd name="connsiteY171" fmla="*/ 2463 h 10300"/>
                <a:gd name="connsiteX172" fmla="*/ 9916 w 10000"/>
                <a:gd name="connsiteY172" fmla="*/ 2380 h 10300"/>
                <a:gd name="connsiteX0" fmla="*/ 9916 w 10000"/>
                <a:gd name="connsiteY0" fmla="*/ 2082 h 10002"/>
                <a:gd name="connsiteX1" fmla="*/ 9297 w 10000"/>
                <a:gd name="connsiteY1" fmla="*/ 1616 h 10002"/>
                <a:gd name="connsiteX2" fmla="*/ 9212 w 10000"/>
                <a:gd name="connsiteY2" fmla="*/ 891 h 10002"/>
                <a:gd name="connsiteX3" fmla="*/ 9212 w 10000"/>
                <a:gd name="connsiteY3" fmla="*/ 459 h 10002"/>
                <a:gd name="connsiteX4" fmla="*/ 9052 w 10000"/>
                <a:gd name="connsiteY4" fmla="*/ 184 h 10002"/>
                <a:gd name="connsiteX5" fmla="*/ 9034 w 10000"/>
                <a:gd name="connsiteY5" fmla="*/ 2 h 10002"/>
                <a:gd name="connsiteX6" fmla="*/ 7298 w 10000"/>
                <a:gd name="connsiteY6" fmla="*/ 2 h 10002"/>
                <a:gd name="connsiteX7" fmla="*/ 7186 w 10000"/>
                <a:gd name="connsiteY7" fmla="*/ 168 h 10002"/>
                <a:gd name="connsiteX8" fmla="*/ 6905 w 10000"/>
                <a:gd name="connsiteY8" fmla="*/ 93 h 10002"/>
                <a:gd name="connsiteX9" fmla="*/ 6107 w 10000"/>
                <a:gd name="connsiteY9" fmla="*/ 27 h 10002"/>
                <a:gd name="connsiteX10" fmla="*/ 1877 w 10000"/>
                <a:gd name="connsiteY10" fmla="*/ 2 h 10002"/>
                <a:gd name="connsiteX11" fmla="*/ 1877 w 10000"/>
                <a:gd name="connsiteY11" fmla="*/ 102 h 10002"/>
                <a:gd name="connsiteX12" fmla="*/ 1868 w 10000"/>
                <a:gd name="connsiteY12" fmla="*/ 1066 h 10002"/>
                <a:gd name="connsiteX13" fmla="*/ 1868 w 10000"/>
                <a:gd name="connsiteY13" fmla="*/ 1091 h 10002"/>
                <a:gd name="connsiteX14" fmla="*/ 1249 w 10000"/>
                <a:gd name="connsiteY14" fmla="*/ 1108 h 10002"/>
                <a:gd name="connsiteX15" fmla="*/ 1249 w 10000"/>
                <a:gd name="connsiteY15" fmla="*/ 1333 h 10002"/>
                <a:gd name="connsiteX16" fmla="*/ 1249 w 10000"/>
                <a:gd name="connsiteY16" fmla="*/ 3438 h 10002"/>
                <a:gd name="connsiteX17" fmla="*/ 968 w 10000"/>
                <a:gd name="connsiteY17" fmla="*/ 3438 h 10002"/>
                <a:gd name="connsiteX18" fmla="*/ 742 w 10000"/>
                <a:gd name="connsiteY18" fmla="*/ 3505 h 10002"/>
                <a:gd name="connsiteX19" fmla="*/ 621 w 10000"/>
                <a:gd name="connsiteY19" fmla="*/ 3629 h 10002"/>
                <a:gd name="connsiteX20" fmla="*/ 602 w 10000"/>
                <a:gd name="connsiteY20" fmla="*/ 3804 h 10002"/>
                <a:gd name="connsiteX21" fmla="*/ 480 w 10000"/>
                <a:gd name="connsiteY21" fmla="*/ 3929 h 10002"/>
                <a:gd name="connsiteX22" fmla="*/ 424 w 10000"/>
                <a:gd name="connsiteY22" fmla="*/ 4037 h 10002"/>
                <a:gd name="connsiteX23" fmla="*/ 321 w 10000"/>
                <a:gd name="connsiteY23" fmla="*/ 4136 h 10002"/>
                <a:gd name="connsiteX24" fmla="*/ 340 w 10000"/>
                <a:gd name="connsiteY24" fmla="*/ 4353 h 10002"/>
                <a:gd name="connsiteX25" fmla="*/ 152 w 10000"/>
                <a:gd name="connsiteY25" fmla="*/ 4486 h 10002"/>
                <a:gd name="connsiteX26" fmla="*/ 161 w 10000"/>
                <a:gd name="connsiteY26" fmla="*/ 4636 h 10002"/>
                <a:gd name="connsiteX27" fmla="*/ 123 w 10000"/>
                <a:gd name="connsiteY27" fmla="*/ 4819 h 10002"/>
                <a:gd name="connsiteX28" fmla="*/ 2 w 10000"/>
                <a:gd name="connsiteY28" fmla="*/ 4968 h 10002"/>
                <a:gd name="connsiteX29" fmla="*/ 86 w 10000"/>
                <a:gd name="connsiteY29" fmla="*/ 5103 h 10002"/>
                <a:gd name="connsiteX30" fmla="*/ 321 w 10000"/>
                <a:gd name="connsiteY30" fmla="*/ 5186 h 10002"/>
                <a:gd name="connsiteX31" fmla="*/ 359 w 10000"/>
                <a:gd name="connsiteY31" fmla="*/ 5386 h 10002"/>
                <a:gd name="connsiteX32" fmla="*/ 462 w 10000"/>
                <a:gd name="connsiteY32" fmla="*/ 5727 h 10002"/>
                <a:gd name="connsiteX33" fmla="*/ 649 w 10000"/>
                <a:gd name="connsiteY33" fmla="*/ 5894 h 10002"/>
                <a:gd name="connsiteX34" fmla="*/ 639 w 10000"/>
                <a:gd name="connsiteY34" fmla="*/ 5910 h 10002"/>
                <a:gd name="connsiteX35" fmla="*/ 639 w 10000"/>
                <a:gd name="connsiteY35" fmla="*/ 5918 h 10002"/>
                <a:gd name="connsiteX36" fmla="*/ 630 w 10000"/>
                <a:gd name="connsiteY36" fmla="*/ 5943 h 10002"/>
                <a:gd name="connsiteX37" fmla="*/ 611 w 10000"/>
                <a:gd name="connsiteY37" fmla="*/ 6009 h 10002"/>
                <a:gd name="connsiteX38" fmla="*/ 602 w 10000"/>
                <a:gd name="connsiteY38" fmla="*/ 6059 h 10002"/>
                <a:gd name="connsiteX39" fmla="*/ 602 w 10000"/>
                <a:gd name="connsiteY39" fmla="*/ 6084 h 10002"/>
                <a:gd name="connsiteX40" fmla="*/ 602 w 10000"/>
                <a:gd name="connsiteY40" fmla="*/ 6093 h 10002"/>
                <a:gd name="connsiteX41" fmla="*/ 611 w 10000"/>
                <a:gd name="connsiteY41" fmla="*/ 6110 h 10002"/>
                <a:gd name="connsiteX42" fmla="*/ 611 w 10000"/>
                <a:gd name="connsiteY42" fmla="*/ 6118 h 10002"/>
                <a:gd name="connsiteX43" fmla="*/ 621 w 10000"/>
                <a:gd name="connsiteY43" fmla="*/ 6126 h 10002"/>
                <a:gd name="connsiteX44" fmla="*/ 621 w 10000"/>
                <a:gd name="connsiteY44" fmla="*/ 6134 h 10002"/>
                <a:gd name="connsiteX45" fmla="*/ 630 w 10000"/>
                <a:gd name="connsiteY45" fmla="*/ 6150 h 10002"/>
                <a:gd name="connsiteX46" fmla="*/ 630 w 10000"/>
                <a:gd name="connsiteY46" fmla="*/ 6159 h 10002"/>
                <a:gd name="connsiteX47" fmla="*/ 649 w 10000"/>
                <a:gd name="connsiteY47" fmla="*/ 6175 h 10002"/>
                <a:gd name="connsiteX48" fmla="*/ 649 w 10000"/>
                <a:gd name="connsiteY48" fmla="*/ 6183 h 10002"/>
                <a:gd name="connsiteX49" fmla="*/ 677 w 10000"/>
                <a:gd name="connsiteY49" fmla="*/ 6202 h 10002"/>
                <a:gd name="connsiteX50" fmla="*/ 931 w 10000"/>
                <a:gd name="connsiteY50" fmla="*/ 6450 h 10002"/>
                <a:gd name="connsiteX51" fmla="*/ 1052 w 10000"/>
                <a:gd name="connsiteY51" fmla="*/ 6583 h 10002"/>
                <a:gd name="connsiteX52" fmla="*/ 1090 w 10000"/>
                <a:gd name="connsiteY52" fmla="*/ 6758 h 10002"/>
                <a:gd name="connsiteX53" fmla="*/ 1024 w 10000"/>
                <a:gd name="connsiteY53" fmla="*/ 6933 h 10002"/>
                <a:gd name="connsiteX54" fmla="*/ 903 w 10000"/>
                <a:gd name="connsiteY54" fmla="*/ 7091 h 10002"/>
                <a:gd name="connsiteX55" fmla="*/ 1043 w 10000"/>
                <a:gd name="connsiteY55" fmla="*/ 7241 h 10002"/>
                <a:gd name="connsiteX56" fmla="*/ 1361 w 10000"/>
                <a:gd name="connsiteY56" fmla="*/ 7290 h 10002"/>
                <a:gd name="connsiteX57" fmla="*/ 1512 w 10000"/>
                <a:gd name="connsiteY57" fmla="*/ 7498 h 10002"/>
                <a:gd name="connsiteX58" fmla="*/ 1765 w 10000"/>
                <a:gd name="connsiteY58" fmla="*/ 7532 h 10002"/>
                <a:gd name="connsiteX59" fmla="*/ 1943 w 10000"/>
                <a:gd name="connsiteY59" fmla="*/ 7673 h 10002"/>
                <a:gd name="connsiteX60" fmla="*/ 2037 w 10000"/>
                <a:gd name="connsiteY60" fmla="*/ 7856 h 10002"/>
                <a:gd name="connsiteX61" fmla="*/ 2187 w 10000"/>
                <a:gd name="connsiteY61" fmla="*/ 8048 h 10002"/>
                <a:gd name="connsiteX62" fmla="*/ 2440 w 10000"/>
                <a:gd name="connsiteY62" fmla="*/ 8164 h 10002"/>
                <a:gd name="connsiteX63" fmla="*/ 2675 w 10000"/>
                <a:gd name="connsiteY63" fmla="*/ 8356 h 10002"/>
                <a:gd name="connsiteX64" fmla="*/ 2731 w 10000"/>
                <a:gd name="connsiteY64" fmla="*/ 8614 h 10002"/>
                <a:gd name="connsiteX65" fmla="*/ 3097 w 10000"/>
                <a:gd name="connsiteY65" fmla="*/ 8813 h 10002"/>
                <a:gd name="connsiteX66" fmla="*/ 3209 w 10000"/>
                <a:gd name="connsiteY66" fmla="*/ 9080 h 10002"/>
                <a:gd name="connsiteX67" fmla="*/ 3238 w 10000"/>
                <a:gd name="connsiteY67" fmla="*/ 9097 h 10002"/>
                <a:gd name="connsiteX68" fmla="*/ 3247 w 10000"/>
                <a:gd name="connsiteY68" fmla="*/ 9097 h 10002"/>
                <a:gd name="connsiteX69" fmla="*/ 3266 w 10000"/>
                <a:gd name="connsiteY69" fmla="*/ 9113 h 10002"/>
                <a:gd name="connsiteX70" fmla="*/ 3285 w 10000"/>
                <a:gd name="connsiteY70" fmla="*/ 9139 h 10002"/>
                <a:gd name="connsiteX71" fmla="*/ 3304 w 10000"/>
                <a:gd name="connsiteY71" fmla="*/ 9163 h 10002"/>
                <a:gd name="connsiteX72" fmla="*/ 3482 w 10000"/>
                <a:gd name="connsiteY72" fmla="*/ 9321 h 10002"/>
                <a:gd name="connsiteX73" fmla="*/ 3613 w 10000"/>
                <a:gd name="connsiteY73" fmla="*/ 9496 h 10002"/>
                <a:gd name="connsiteX74" fmla="*/ 3762 w 10000"/>
                <a:gd name="connsiteY74" fmla="*/ 9612 h 10002"/>
                <a:gd name="connsiteX75" fmla="*/ 4016 w 10000"/>
                <a:gd name="connsiteY75" fmla="*/ 9580 h 10002"/>
                <a:gd name="connsiteX76" fmla="*/ 4203 w 10000"/>
                <a:gd name="connsiteY76" fmla="*/ 9479 h 10002"/>
                <a:gd name="connsiteX77" fmla="*/ 4467 w 10000"/>
                <a:gd name="connsiteY77" fmla="*/ 9496 h 10002"/>
                <a:gd name="connsiteX78" fmla="*/ 4738 w 10000"/>
                <a:gd name="connsiteY78" fmla="*/ 9496 h 10002"/>
                <a:gd name="connsiteX79" fmla="*/ 5076 w 10000"/>
                <a:gd name="connsiteY79" fmla="*/ 9812 h 10002"/>
                <a:gd name="connsiteX80" fmla="*/ 5292 w 10000"/>
                <a:gd name="connsiteY80" fmla="*/ 9995 h 10002"/>
                <a:gd name="connsiteX81" fmla="*/ 5310 w 10000"/>
                <a:gd name="connsiteY81" fmla="*/ 9995 h 10002"/>
                <a:gd name="connsiteX82" fmla="*/ 5320 w 10000"/>
                <a:gd name="connsiteY82" fmla="*/ 9995 h 10002"/>
                <a:gd name="connsiteX83" fmla="*/ 5329 w 10000"/>
                <a:gd name="connsiteY83" fmla="*/ 9995 h 10002"/>
                <a:gd name="connsiteX84" fmla="*/ 5338 w 10000"/>
                <a:gd name="connsiteY84" fmla="*/ 9987 h 10002"/>
                <a:gd name="connsiteX85" fmla="*/ 5357 w 10000"/>
                <a:gd name="connsiteY85" fmla="*/ 9987 h 10002"/>
                <a:gd name="connsiteX86" fmla="*/ 5432 w 10000"/>
                <a:gd name="connsiteY86" fmla="*/ 9921 h 10002"/>
                <a:gd name="connsiteX87" fmla="*/ 5451 w 10000"/>
                <a:gd name="connsiteY87" fmla="*/ 9911 h 10002"/>
                <a:gd name="connsiteX88" fmla="*/ 5488 w 10000"/>
                <a:gd name="connsiteY88" fmla="*/ 9895 h 10002"/>
                <a:gd name="connsiteX89" fmla="*/ 5507 w 10000"/>
                <a:gd name="connsiteY89" fmla="*/ 9895 h 10002"/>
                <a:gd name="connsiteX90" fmla="*/ 5516 w 10000"/>
                <a:gd name="connsiteY90" fmla="*/ 9895 h 10002"/>
                <a:gd name="connsiteX91" fmla="*/ 5535 w 10000"/>
                <a:gd name="connsiteY91" fmla="*/ 9895 h 10002"/>
                <a:gd name="connsiteX92" fmla="*/ 5563 w 10000"/>
                <a:gd name="connsiteY92" fmla="*/ 9895 h 10002"/>
                <a:gd name="connsiteX93" fmla="*/ 6004 w 10000"/>
                <a:gd name="connsiteY93" fmla="*/ 9921 h 10002"/>
                <a:gd name="connsiteX94" fmla="*/ 6221 w 10000"/>
                <a:gd name="connsiteY94" fmla="*/ 9979 h 10002"/>
                <a:gd name="connsiteX95" fmla="*/ 6408 w 10000"/>
                <a:gd name="connsiteY95" fmla="*/ 9862 h 10002"/>
                <a:gd name="connsiteX96" fmla="*/ 6745 w 10000"/>
                <a:gd name="connsiteY96" fmla="*/ 9828 h 10002"/>
                <a:gd name="connsiteX97" fmla="*/ 7092 w 10000"/>
                <a:gd name="connsiteY97" fmla="*/ 9755 h 10002"/>
                <a:gd name="connsiteX98" fmla="*/ 7111 w 10000"/>
                <a:gd name="connsiteY98" fmla="*/ 9728 h 10002"/>
                <a:gd name="connsiteX99" fmla="*/ 7120 w 10000"/>
                <a:gd name="connsiteY99" fmla="*/ 9720 h 10002"/>
                <a:gd name="connsiteX100" fmla="*/ 7139 w 10000"/>
                <a:gd name="connsiteY100" fmla="*/ 9712 h 10002"/>
                <a:gd name="connsiteX101" fmla="*/ 7139 w 10000"/>
                <a:gd name="connsiteY101" fmla="*/ 9704 h 10002"/>
                <a:gd name="connsiteX102" fmla="*/ 7158 w 10000"/>
                <a:gd name="connsiteY102" fmla="*/ 9695 h 10002"/>
                <a:gd name="connsiteX103" fmla="*/ 7177 w 10000"/>
                <a:gd name="connsiteY103" fmla="*/ 9679 h 10002"/>
                <a:gd name="connsiteX104" fmla="*/ 7186 w 10000"/>
                <a:gd name="connsiteY104" fmla="*/ 9679 h 10002"/>
                <a:gd name="connsiteX105" fmla="*/ 7195 w 10000"/>
                <a:gd name="connsiteY105" fmla="*/ 9671 h 10002"/>
                <a:gd name="connsiteX106" fmla="*/ 7205 w 10000"/>
                <a:gd name="connsiteY106" fmla="*/ 9671 h 10002"/>
                <a:gd name="connsiteX107" fmla="*/ 7280 w 10000"/>
                <a:gd name="connsiteY107" fmla="*/ 9654 h 10002"/>
                <a:gd name="connsiteX108" fmla="*/ 7289 w 10000"/>
                <a:gd name="connsiteY108" fmla="*/ 9654 h 10002"/>
                <a:gd name="connsiteX109" fmla="*/ 7298 w 10000"/>
                <a:gd name="connsiteY109" fmla="*/ 9645 h 10002"/>
                <a:gd name="connsiteX110" fmla="*/ 7308 w 10000"/>
                <a:gd name="connsiteY110" fmla="*/ 9637 h 10002"/>
                <a:gd name="connsiteX111" fmla="*/ 7317 w 10000"/>
                <a:gd name="connsiteY111" fmla="*/ 9629 h 10002"/>
                <a:gd name="connsiteX112" fmla="*/ 7317 w 10000"/>
                <a:gd name="connsiteY112" fmla="*/ 9621 h 10002"/>
                <a:gd name="connsiteX113" fmla="*/ 7326 w 10000"/>
                <a:gd name="connsiteY113" fmla="*/ 9612 h 10002"/>
                <a:gd name="connsiteX114" fmla="*/ 7326 w 10000"/>
                <a:gd name="connsiteY114" fmla="*/ 9588 h 10002"/>
                <a:gd name="connsiteX115" fmla="*/ 7571 w 10000"/>
                <a:gd name="connsiteY115" fmla="*/ 9379 h 10002"/>
                <a:gd name="connsiteX116" fmla="*/ 7908 w 10000"/>
                <a:gd name="connsiteY116" fmla="*/ 9264 h 10002"/>
                <a:gd name="connsiteX117" fmla="*/ 8096 w 10000"/>
                <a:gd name="connsiteY117" fmla="*/ 9379 h 10002"/>
                <a:gd name="connsiteX118" fmla="*/ 8302 w 10000"/>
                <a:gd name="connsiteY118" fmla="*/ 9455 h 10002"/>
                <a:gd name="connsiteX119" fmla="*/ 8312 w 10000"/>
                <a:gd name="connsiteY119" fmla="*/ 9455 h 10002"/>
                <a:gd name="connsiteX120" fmla="*/ 8321 w 10000"/>
                <a:gd name="connsiteY120" fmla="*/ 9129 h 10002"/>
                <a:gd name="connsiteX121" fmla="*/ 8078 w 10000"/>
                <a:gd name="connsiteY121" fmla="*/ 9013 h 10002"/>
                <a:gd name="connsiteX122" fmla="*/ 7889 w 10000"/>
                <a:gd name="connsiteY122" fmla="*/ 8888 h 10002"/>
                <a:gd name="connsiteX123" fmla="*/ 7777 w 10000"/>
                <a:gd name="connsiteY123" fmla="*/ 8522 h 10002"/>
                <a:gd name="connsiteX124" fmla="*/ 7468 w 10000"/>
                <a:gd name="connsiteY124" fmla="*/ 8205 h 10002"/>
                <a:gd name="connsiteX125" fmla="*/ 7233 w 10000"/>
                <a:gd name="connsiteY125" fmla="*/ 8006 h 10002"/>
                <a:gd name="connsiteX126" fmla="*/ 7092 w 10000"/>
                <a:gd name="connsiteY126" fmla="*/ 7890 h 10002"/>
                <a:gd name="connsiteX127" fmla="*/ 6952 w 10000"/>
                <a:gd name="connsiteY127" fmla="*/ 7782 h 10002"/>
                <a:gd name="connsiteX128" fmla="*/ 6745 w 10000"/>
                <a:gd name="connsiteY128" fmla="*/ 7765 h 10002"/>
                <a:gd name="connsiteX129" fmla="*/ 6679 w 10000"/>
                <a:gd name="connsiteY129" fmla="*/ 7616 h 10002"/>
                <a:gd name="connsiteX130" fmla="*/ 6745 w 10000"/>
                <a:gd name="connsiteY130" fmla="*/ 7425 h 10002"/>
                <a:gd name="connsiteX131" fmla="*/ 6989 w 10000"/>
                <a:gd name="connsiteY131" fmla="*/ 7407 h 10002"/>
                <a:gd name="connsiteX132" fmla="*/ 7298 w 10000"/>
                <a:gd name="connsiteY132" fmla="*/ 7349 h 10002"/>
                <a:gd name="connsiteX133" fmla="*/ 7317 w 10000"/>
                <a:gd name="connsiteY133" fmla="*/ 6758 h 10002"/>
                <a:gd name="connsiteX134" fmla="*/ 7430 w 10000"/>
                <a:gd name="connsiteY134" fmla="*/ 6509 h 10002"/>
                <a:gd name="connsiteX135" fmla="*/ 7421 w 10000"/>
                <a:gd name="connsiteY135" fmla="*/ 6334 h 10002"/>
                <a:gd name="connsiteX136" fmla="*/ 7468 w 10000"/>
                <a:gd name="connsiteY136" fmla="*/ 6159 h 10002"/>
                <a:gd name="connsiteX137" fmla="*/ 7636 w 10000"/>
                <a:gd name="connsiteY137" fmla="*/ 6084 h 10002"/>
                <a:gd name="connsiteX138" fmla="*/ 7777 w 10000"/>
                <a:gd name="connsiteY138" fmla="*/ 6183 h 10002"/>
                <a:gd name="connsiteX139" fmla="*/ 7805 w 10000"/>
                <a:gd name="connsiteY139" fmla="*/ 5951 h 10002"/>
                <a:gd name="connsiteX140" fmla="*/ 7861 w 10000"/>
                <a:gd name="connsiteY140" fmla="*/ 5776 h 10002"/>
                <a:gd name="connsiteX141" fmla="*/ 7956 w 10000"/>
                <a:gd name="connsiteY141" fmla="*/ 5602 h 10002"/>
                <a:gd name="connsiteX142" fmla="*/ 8143 w 10000"/>
                <a:gd name="connsiteY142" fmla="*/ 5286 h 10002"/>
                <a:gd name="connsiteX143" fmla="*/ 8461 w 10000"/>
                <a:gd name="connsiteY143" fmla="*/ 5119 h 10002"/>
                <a:gd name="connsiteX144" fmla="*/ 8575 w 10000"/>
                <a:gd name="connsiteY144" fmla="*/ 4861 h 10002"/>
                <a:gd name="connsiteX145" fmla="*/ 8659 w 10000"/>
                <a:gd name="connsiteY145" fmla="*/ 4628 h 10002"/>
                <a:gd name="connsiteX146" fmla="*/ 8678 w 10000"/>
                <a:gd name="connsiteY146" fmla="*/ 4603 h 10002"/>
                <a:gd name="connsiteX147" fmla="*/ 8678 w 10000"/>
                <a:gd name="connsiteY147" fmla="*/ 4595 h 10002"/>
                <a:gd name="connsiteX148" fmla="*/ 8697 w 10000"/>
                <a:gd name="connsiteY148" fmla="*/ 4570 h 10002"/>
                <a:gd name="connsiteX149" fmla="*/ 8697 w 10000"/>
                <a:gd name="connsiteY149" fmla="*/ 4561 h 10002"/>
                <a:gd name="connsiteX150" fmla="*/ 8706 w 10000"/>
                <a:gd name="connsiteY150" fmla="*/ 4537 h 10002"/>
                <a:gd name="connsiteX151" fmla="*/ 8706 w 10000"/>
                <a:gd name="connsiteY151" fmla="*/ 4528 h 10002"/>
                <a:gd name="connsiteX152" fmla="*/ 8706 w 10000"/>
                <a:gd name="connsiteY152" fmla="*/ 4486 h 10002"/>
                <a:gd name="connsiteX153" fmla="*/ 8715 w 10000"/>
                <a:gd name="connsiteY153" fmla="*/ 4486 h 10002"/>
                <a:gd name="connsiteX154" fmla="*/ 8715 w 10000"/>
                <a:gd name="connsiteY154" fmla="*/ 4453 h 10002"/>
                <a:gd name="connsiteX155" fmla="*/ 8715 w 10000"/>
                <a:gd name="connsiteY155" fmla="*/ 4445 h 10002"/>
                <a:gd name="connsiteX156" fmla="*/ 8715 w 10000"/>
                <a:gd name="connsiteY156" fmla="*/ 4404 h 10002"/>
                <a:gd name="connsiteX157" fmla="*/ 8715 w 10000"/>
                <a:gd name="connsiteY157" fmla="*/ 4362 h 10002"/>
                <a:gd name="connsiteX158" fmla="*/ 8715 w 10000"/>
                <a:gd name="connsiteY158" fmla="*/ 4320 h 10002"/>
                <a:gd name="connsiteX159" fmla="*/ 8715 w 10000"/>
                <a:gd name="connsiteY159" fmla="*/ 4229 h 10002"/>
                <a:gd name="connsiteX160" fmla="*/ 8697 w 10000"/>
                <a:gd name="connsiteY160" fmla="*/ 3863 h 10002"/>
                <a:gd name="connsiteX161" fmla="*/ 8753 w 10000"/>
                <a:gd name="connsiteY161" fmla="*/ 3696 h 10002"/>
                <a:gd name="connsiteX162" fmla="*/ 8846 w 10000"/>
                <a:gd name="connsiteY162" fmla="*/ 3513 h 10002"/>
                <a:gd name="connsiteX163" fmla="*/ 8940 w 10000"/>
                <a:gd name="connsiteY163" fmla="*/ 3322 h 10002"/>
                <a:gd name="connsiteX164" fmla="*/ 9034 w 10000"/>
                <a:gd name="connsiteY164" fmla="*/ 3105 h 10002"/>
                <a:gd name="connsiteX165" fmla="*/ 9034 w 10000"/>
                <a:gd name="connsiteY165" fmla="*/ 2848 h 10002"/>
                <a:gd name="connsiteX166" fmla="*/ 9203 w 10000"/>
                <a:gd name="connsiteY166" fmla="*/ 2740 h 10002"/>
                <a:gd name="connsiteX167" fmla="*/ 9344 w 10000"/>
                <a:gd name="connsiteY167" fmla="*/ 2640 h 10002"/>
                <a:gd name="connsiteX168" fmla="*/ 9475 w 10000"/>
                <a:gd name="connsiteY168" fmla="*/ 2540 h 10002"/>
                <a:gd name="connsiteX169" fmla="*/ 9775 w 10000"/>
                <a:gd name="connsiteY169" fmla="*/ 2431 h 10002"/>
                <a:gd name="connsiteX170" fmla="*/ 9934 w 10000"/>
                <a:gd name="connsiteY170" fmla="*/ 2248 h 10002"/>
                <a:gd name="connsiteX171" fmla="*/ 10000 w 10000"/>
                <a:gd name="connsiteY171" fmla="*/ 2165 h 10002"/>
                <a:gd name="connsiteX172" fmla="*/ 9916 w 10000"/>
                <a:gd name="connsiteY172" fmla="*/ 2082 h 10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</a:cxnLst>
              <a:rect l="l" t="t" r="r" b="b"/>
              <a:pathLst>
                <a:path w="10000" h="10002">
                  <a:moveTo>
                    <a:pt x="9916" y="2082"/>
                  </a:moveTo>
                  <a:cubicBezTo>
                    <a:pt x="9803" y="1982"/>
                    <a:pt x="9344" y="1841"/>
                    <a:pt x="9297" y="1616"/>
                  </a:cubicBezTo>
                  <a:cubicBezTo>
                    <a:pt x="9250" y="1391"/>
                    <a:pt x="9212" y="1083"/>
                    <a:pt x="9212" y="891"/>
                  </a:cubicBezTo>
                  <a:cubicBezTo>
                    <a:pt x="9212" y="692"/>
                    <a:pt x="9306" y="592"/>
                    <a:pt x="9212" y="459"/>
                  </a:cubicBezTo>
                  <a:cubicBezTo>
                    <a:pt x="9128" y="326"/>
                    <a:pt x="9052" y="318"/>
                    <a:pt x="9052" y="184"/>
                  </a:cubicBezTo>
                  <a:cubicBezTo>
                    <a:pt x="9052" y="111"/>
                    <a:pt x="9052" y="51"/>
                    <a:pt x="9034" y="2"/>
                  </a:cubicBezTo>
                  <a:lnTo>
                    <a:pt x="7298" y="2"/>
                  </a:lnTo>
                  <a:cubicBezTo>
                    <a:pt x="7242" y="51"/>
                    <a:pt x="7280" y="135"/>
                    <a:pt x="7186" y="168"/>
                  </a:cubicBezTo>
                  <a:cubicBezTo>
                    <a:pt x="7064" y="210"/>
                    <a:pt x="6971" y="226"/>
                    <a:pt x="6905" y="93"/>
                  </a:cubicBezTo>
                  <a:cubicBezTo>
                    <a:pt x="6840" y="-40"/>
                    <a:pt x="6945" y="42"/>
                    <a:pt x="6107" y="27"/>
                  </a:cubicBezTo>
                  <a:cubicBezTo>
                    <a:pt x="5269" y="12"/>
                    <a:pt x="2848" y="-4"/>
                    <a:pt x="1877" y="2"/>
                  </a:cubicBezTo>
                  <a:cubicBezTo>
                    <a:pt x="1848" y="2"/>
                    <a:pt x="1877" y="69"/>
                    <a:pt x="1877" y="102"/>
                  </a:cubicBezTo>
                  <a:cubicBezTo>
                    <a:pt x="1868" y="610"/>
                    <a:pt x="1868" y="975"/>
                    <a:pt x="1868" y="1066"/>
                  </a:cubicBezTo>
                  <a:lnTo>
                    <a:pt x="1868" y="1091"/>
                  </a:lnTo>
                  <a:lnTo>
                    <a:pt x="1249" y="1108"/>
                  </a:lnTo>
                  <a:lnTo>
                    <a:pt x="1249" y="1333"/>
                  </a:lnTo>
                  <a:lnTo>
                    <a:pt x="1249" y="3438"/>
                  </a:lnTo>
                  <a:cubicBezTo>
                    <a:pt x="1249" y="3438"/>
                    <a:pt x="1034" y="3372"/>
                    <a:pt x="968" y="3438"/>
                  </a:cubicBezTo>
                  <a:cubicBezTo>
                    <a:pt x="903" y="3505"/>
                    <a:pt x="855" y="3505"/>
                    <a:pt x="742" y="3505"/>
                  </a:cubicBezTo>
                  <a:cubicBezTo>
                    <a:pt x="630" y="3505"/>
                    <a:pt x="565" y="3555"/>
                    <a:pt x="621" y="3629"/>
                  </a:cubicBezTo>
                  <a:cubicBezTo>
                    <a:pt x="677" y="3705"/>
                    <a:pt x="696" y="3779"/>
                    <a:pt x="602" y="3804"/>
                  </a:cubicBezTo>
                  <a:cubicBezTo>
                    <a:pt x="508" y="3829"/>
                    <a:pt x="480" y="3871"/>
                    <a:pt x="480" y="3929"/>
                  </a:cubicBezTo>
                  <a:cubicBezTo>
                    <a:pt x="480" y="3988"/>
                    <a:pt x="508" y="4037"/>
                    <a:pt x="424" y="4037"/>
                  </a:cubicBezTo>
                  <a:cubicBezTo>
                    <a:pt x="340" y="4037"/>
                    <a:pt x="321" y="4079"/>
                    <a:pt x="321" y="4136"/>
                  </a:cubicBezTo>
                  <a:cubicBezTo>
                    <a:pt x="321" y="4196"/>
                    <a:pt x="462" y="4320"/>
                    <a:pt x="340" y="4353"/>
                  </a:cubicBezTo>
                  <a:cubicBezTo>
                    <a:pt x="217" y="4387"/>
                    <a:pt x="152" y="4379"/>
                    <a:pt x="152" y="4486"/>
                  </a:cubicBezTo>
                  <a:cubicBezTo>
                    <a:pt x="152" y="4595"/>
                    <a:pt x="105" y="4611"/>
                    <a:pt x="161" y="4636"/>
                  </a:cubicBezTo>
                  <a:cubicBezTo>
                    <a:pt x="217" y="4660"/>
                    <a:pt x="226" y="4778"/>
                    <a:pt x="123" y="4819"/>
                  </a:cubicBezTo>
                  <a:cubicBezTo>
                    <a:pt x="20" y="4861"/>
                    <a:pt x="2" y="4911"/>
                    <a:pt x="2" y="4968"/>
                  </a:cubicBezTo>
                  <a:cubicBezTo>
                    <a:pt x="2" y="5028"/>
                    <a:pt x="-17" y="5103"/>
                    <a:pt x="86" y="5103"/>
                  </a:cubicBezTo>
                  <a:cubicBezTo>
                    <a:pt x="189" y="5103"/>
                    <a:pt x="340" y="5119"/>
                    <a:pt x="321" y="5186"/>
                  </a:cubicBezTo>
                  <a:cubicBezTo>
                    <a:pt x="302" y="5252"/>
                    <a:pt x="340" y="5286"/>
                    <a:pt x="359" y="5386"/>
                  </a:cubicBezTo>
                  <a:cubicBezTo>
                    <a:pt x="377" y="5485"/>
                    <a:pt x="349" y="5686"/>
                    <a:pt x="462" y="5727"/>
                  </a:cubicBezTo>
                  <a:cubicBezTo>
                    <a:pt x="574" y="5768"/>
                    <a:pt x="677" y="5834"/>
                    <a:pt x="649" y="5894"/>
                  </a:cubicBezTo>
                  <a:cubicBezTo>
                    <a:pt x="649" y="5902"/>
                    <a:pt x="639" y="5910"/>
                    <a:pt x="639" y="5910"/>
                  </a:cubicBezTo>
                  <a:lnTo>
                    <a:pt x="639" y="5918"/>
                  </a:lnTo>
                  <a:cubicBezTo>
                    <a:pt x="639" y="5926"/>
                    <a:pt x="630" y="5935"/>
                    <a:pt x="630" y="5943"/>
                  </a:cubicBezTo>
                  <a:cubicBezTo>
                    <a:pt x="621" y="5959"/>
                    <a:pt x="611" y="5984"/>
                    <a:pt x="611" y="6009"/>
                  </a:cubicBezTo>
                  <a:cubicBezTo>
                    <a:pt x="602" y="6027"/>
                    <a:pt x="602" y="6043"/>
                    <a:pt x="602" y="6059"/>
                  </a:cubicBezTo>
                  <a:lnTo>
                    <a:pt x="602" y="6084"/>
                  </a:lnTo>
                  <a:lnTo>
                    <a:pt x="602" y="6093"/>
                  </a:lnTo>
                  <a:cubicBezTo>
                    <a:pt x="602" y="6093"/>
                    <a:pt x="611" y="6101"/>
                    <a:pt x="611" y="6110"/>
                  </a:cubicBezTo>
                  <a:lnTo>
                    <a:pt x="611" y="6118"/>
                  </a:lnTo>
                  <a:cubicBezTo>
                    <a:pt x="611" y="6118"/>
                    <a:pt x="611" y="6126"/>
                    <a:pt x="621" y="6126"/>
                  </a:cubicBezTo>
                  <a:lnTo>
                    <a:pt x="621" y="6134"/>
                  </a:lnTo>
                  <a:cubicBezTo>
                    <a:pt x="621" y="6142"/>
                    <a:pt x="630" y="6150"/>
                    <a:pt x="630" y="6150"/>
                  </a:cubicBezTo>
                  <a:lnTo>
                    <a:pt x="630" y="6159"/>
                  </a:lnTo>
                  <a:cubicBezTo>
                    <a:pt x="639" y="6167"/>
                    <a:pt x="639" y="6167"/>
                    <a:pt x="649" y="6175"/>
                  </a:cubicBezTo>
                  <a:lnTo>
                    <a:pt x="649" y="6183"/>
                  </a:lnTo>
                  <a:cubicBezTo>
                    <a:pt x="658" y="6183"/>
                    <a:pt x="668" y="6193"/>
                    <a:pt x="677" y="6202"/>
                  </a:cubicBezTo>
                  <a:cubicBezTo>
                    <a:pt x="808" y="6292"/>
                    <a:pt x="931" y="6376"/>
                    <a:pt x="931" y="6450"/>
                  </a:cubicBezTo>
                  <a:cubicBezTo>
                    <a:pt x="931" y="6525"/>
                    <a:pt x="996" y="6575"/>
                    <a:pt x="1052" y="6583"/>
                  </a:cubicBezTo>
                  <a:cubicBezTo>
                    <a:pt x="1109" y="6592"/>
                    <a:pt x="1090" y="6691"/>
                    <a:pt x="1090" y="6758"/>
                  </a:cubicBezTo>
                  <a:cubicBezTo>
                    <a:pt x="1090" y="6825"/>
                    <a:pt x="1118" y="6891"/>
                    <a:pt x="1024" y="6933"/>
                  </a:cubicBezTo>
                  <a:cubicBezTo>
                    <a:pt x="931" y="6974"/>
                    <a:pt x="893" y="7024"/>
                    <a:pt x="903" y="7091"/>
                  </a:cubicBezTo>
                  <a:cubicBezTo>
                    <a:pt x="912" y="7157"/>
                    <a:pt x="855" y="7241"/>
                    <a:pt x="1043" y="7241"/>
                  </a:cubicBezTo>
                  <a:cubicBezTo>
                    <a:pt x="1230" y="7241"/>
                    <a:pt x="1361" y="7198"/>
                    <a:pt x="1361" y="7290"/>
                  </a:cubicBezTo>
                  <a:cubicBezTo>
                    <a:pt x="1361" y="7383"/>
                    <a:pt x="1333" y="7498"/>
                    <a:pt x="1512" y="7498"/>
                  </a:cubicBezTo>
                  <a:cubicBezTo>
                    <a:pt x="1690" y="7498"/>
                    <a:pt x="1737" y="7441"/>
                    <a:pt x="1765" y="7532"/>
                  </a:cubicBezTo>
                  <a:cubicBezTo>
                    <a:pt x="1793" y="7624"/>
                    <a:pt x="1840" y="7665"/>
                    <a:pt x="1943" y="7673"/>
                  </a:cubicBezTo>
                  <a:cubicBezTo>
                    <a:pt x="2046" y="7681"/>
                    <a:pt x="2037" y="7782"/>
                    <a:pt x="2037" y="7856"/>
                  </a:cubicBezTo>
                  <a:cubicBezTo>
                    <a:pt x="2037" y="7932"/>
                    <a:pt x="2094" y="7998"/>
                    <a:pt x="2187" y="8048"/>
                  </a:cubicBezTo>
                  <a:cubicBezTo>
                    <a:pt x="2281" y="8098"/>
                    <a:pt x="2337" y="8148"/>
                    <a:pt x="2440" y="8164"/>
                  </a:cubicBezTo>
                  <a:cubicBezTo>
                    <a:pt x="2543" y="8181"/>
                    <a:pt x="2675" y="8257"/>
                    <a:pt x="2675" y="8356"/>
                  </a:cubicBezTo>
                  <a:cubicBezTo>
                    <a:pt x="2675" y="8456"/>
                    <a:pt x="2618" y="8547"/>
                    <a:pt x="2731" y="8614"/>
                  </a:cubicBezTo>
                  <a:cubicBezTo>
                    <a:pt x="2844" y="8680"/>
                    <a:pt x="3069" y="8756"/>
                    <a:pt x="3097" y="8813"/>
                  </a:cubicBezTo>
                  <a:cubicBezTo>
                    <a:pt x="3125" y="8863"/>
                    <a:pt x="3238" y="8896"/>
                    <a:pt x="3209" y="9080"/>
                  </a:cubicBezTo>
                  <a:cubicBezTo>
                    <a:pt x="3218" y="9089"/>
                    <a:pt x="3228" y="9089"/>
                    <a:pt x="3238" y="9097"/>
                  </a:cubicBezTo>
                  <a:lnTo>
                    <a:pt x="3247" y="9097"/>
                  </a:lnTo>
                  <a:cubicBezTo>
                    <a:pt x="3247" y="9097"/>
                    <a:pt x="3257" y="9105"/>
                    <a:pt x="3266" y="9113"/>
                  </a:cubicBezTo>
                  <a:cubicBezTo>
                    <a:pt x="3276" y="9121"/>
                    <a:pt x="3285" y="9129"/>
                    <a:pt x="3285" y="9139"/>
                  </a:cubicBezTo>
                  <a:cubicBezTo>
                    <a:pt x="3294" y="9147"/>
                    <a:pt x="3304" y="9155"/>
                    <a:pt x="3304" y="9163"/>
                  </a:cubicBezTo>
                  <a:cubicBezTo>
                    <a:pt x="3341" y="9264"/>
                    <a:pt x="3482" y="9221"/>
                    <a:pt x="3482" y="9321"/>
                  </a:cubicBezTo>
                  <a:cubicBezTo>
                    <a:pt x="3482" y="9421"/>
                    <a:pt x="3556" y="9488"/>
                    <a:pt x="3613" y="9496"/>
                  </a:cubicBezTo>
                  <a:cubicBezTo>
                    <a:pt x="3678" y="9512"/>
                    <a:pt x="3650" y="9612"/>
                    <a:pt x="3762" y="9612"/>
                  </a:cubicBezTo>
                  <a:cubicBezTo>
                    <a:pt x="3876" y="9612"/>
                    <a:pt x="3988" y="9654"/>
                    <a:pt x="4016" y="9580"/>
                  </a:cubicBezTo>
                  <a:cubicBezTo>
                    <a:pt x="4044" y="9496"/>
                    <a:pt x="4091" y="9396"/>
                    <a:pt x="4203" y="9479"/>
                  </a:cubicBezTo>
                  <a:cubicBezTo>
                    <a:pt x="4316" y="9554"/>
                    <a:pt x="4381" y="9596"/>
                    <a:pt x="4467" y="9496"/>
                  </a:cubicBezTo>
                  <a:cubicBezTo>
                    <a:pt x="4551" y="9396"/>
                    <a:pt x="4626" y="9321"/>
                    <a:pt x="4738" y="9496"/>
                  </a:cubicBezTo>
                  <a:cubicBezTo>
                    <a:pt x="4851" y="9679"/>
                    <a:pt x="4869" y="9787"/>
                    <a:pt x="5076" y="9812"/>
                  </a:cubicBezTo>
                  <a:cubicBezTo>
                    <a:pt x="5292" y="9828"/>
                    <a:pt x="5170" y="9995"/>
                    <a:pt x="5292" y="9995"/>
                  </a:cubicBezTo>
                  <a:lnTo>
                    <a:pt x="5310" y="9995"/>
                  </a:lnTo>
                  <a:lnTo>
                    <a:pt x="5320" y="9995"/>
                  </a:lnTo>
                  <a:lnTo>
                    <a:pt x="5329" y="9995"/>
                  </a:lnTo>
                  <a:cubicBezTo>
                    <a:pt x="5329" y="9995"/>
                    <a:pt x="5338" y="9995"/>
                    <a:pt x="5338" y="9987"/>
                  </a:cubicBezTo>
                  <a:lnTo>
                    <a:pt x="5357" y="9987"/>
                  </a:lnTo>
                  <a:cubicBezTo>
                    <a:pt x="5385" y="9971"/>
                    <a:pt x="5404" y="9937"/>
                    <a:pt x="5432" y="9921"/>
                  </a:cubicBezTo>
                  <a:cubicBezTo>
                    <a:pt x="5441" y="9921"/>
                    <a:pt x="5441" y="9911"/>
                    <a:pt x="5451" y="9911"/>
                  </a:cubicBezTo>
                  <a:cubicBezTo>
                    <a:pt x="5460" y="9903"/>
                    <a:pt x="5470" y="9903"/>
                    <a:pt x="5488" y="9895"/>
                  </a:cubicBezTo>
                  <a:lnTo>
                    <a:pt x="5507" y="9895"/>
                  </a:lnTo>
                  <a:lnTo>
                    <a:pt x="5516" y="9895"/>
                  </a:lnTo>
                  <a:lnTo>
                    <a:pt x="5535" y="9895"/>
                  </a:lnTo>
                  <a:lnTo>
                    <a:pt x="5563" y="9895"/>
                  </a:lnTo>
                  <a:cubicBezTo>
                    <a:pt x="5742" y="9921"/>
                    <a:pt x="5929" y="9845"/>
                    <a:pt x="6004" y="9921"/>
                  </a:cubicBezTo>
                  <a:cubicBezTo>
                    <a:pt x="6079" y="9995"/>
                    <a:pt x="6154" y="10028"/>
                    <a:pt x="6221" y="9979"/>
                  </a:cubicBezTo>
                  <a:cubicBezTo>
                    <a:pt x="6277" y="9921"/>
                    <a:pt x="6267" y="9862"/>
                    <a:pt x="6408" y="9862"/>
                  </a:cubicBezTo>
                  <a:cubicBezTo>
                    <a:pt x="6539" y="9862"/>
                    <a:pt x="6651" y="9763"/>
                    <a:pt x="6745" y="9828"/>
                  </a:cubicBezTo>
                  <a:cubicBezTo>
                    <a:pt x="6830" y="9895"/>
                    <a:pt x="6952" y="9911"/>
                    <a:pt x="7092" y="9755"/>
                  </a:cubicBezTo>
                  <a:cubicBezTo>
                    <a:pt x="7102" y="9745"/>
                    <a:pt x="7111" y="9736"/>
                    <a:pt x="7111" y="9728"/>
                  </a:cubicBezTo>
                  <a:cubicBezTo>
                    <a:pt x="7120" y="9728"/>
                    <a:pt x="7120" y="9728"/>
                    <a:pt x="7120" y="9720"/>
                  </a:cubicBezTo>
                  <a:cubicBezTo>
                    <a:pt x="7130" y="9720"/>
                    <a:pt x="7130" y="9712"/>
                    <a:pt x="7139" y="9712"/>
                  </a:cubicBezTo>
                  <a:lnTo>
                    <a:pt x="7139" y="9704"/>
                  </a:lnTo>
                  <a:cubicBezTo>
                    <a:pt x="7149" y="9704"/>
                    <a:pt x="7158" y="9695"/>
                    <a:pt x="7158" y="9695"/>
                  </a:cubicBezTo>
                  <a:cubicBezTo>
                    <a:pt x="7167" y="9687"/>
                    <a:pt x="7177" y="9687"/>
                    <a:pt x="7177" y="9679"/>
                  </a:cubicBezTo>
                  <a:lnTo>
                    <a:pt x="7186" y="9679"/>
                  </a:lnTo>
                  <a:cubicBezTo>
                    <a:pt x="7186" y="9679"/>
                    <a:pt x="7195" y="9679"/>
                    <a:pt x="7195" y="9671"/>
                  </a:cubicBezTo>
                  <a:lnTo>
                    <a:pt x="7205" y="9671"/>
                  </a:lnTo>
                  <a:cubicBezTo>
                    <a:pt x="7233" y="9663"/>
                    <a:pt x="7261" y="9663"/>
                    <a:pt x="7280" y="9654"/>
                  </a:cubicBezTo>
                  <a:lnTo>
                    <a:pt x="7289" y="9654"/>
                  </a:lnTo>
                  <a:lnTo>
                    <a:pt x="7298" y="9645"/>
                  </a:lnTo>
                  <a:cubicBezTo>
                    <a:pt x="7301" y="9642"/>
                    <a:pt x="7305" y="9640"/>
                    <a:pt x="7308" y="9637"/>
                  </a:cubicBezTo>
                  <a:cubicBezTo>
                    <a:pt x="7308" y="9637"/>
                    <a:pt x="7308" y="9629"/>
                    <a:pt x="7317" y="9629"/>
                  </a:cubicBezTo>
                  <a:lnTo>
                    <a:pt x="7317" y="9621"/>
                  </a:lnTo>
                  <a:lnTo>
                    <a:pt x="7326" y="9612"/>
                  </a:lnTo>
                  <a:lnTo>
                    <a:pt x="7326" y="9588"/>
                  </a:lnTo>
                  <a:cubicBezTo>
                    <a:pt x="7365" y="9455"/>
                    <a:pt x="7430" y="9379"/>
                    <a:pt x="7571" y="9379"/>
                  </a:cubicBezTo>
                  <a:cubicBezTo>
                    <a:pt x="7702" y="9379"/>
                    <a:pt x="7758" y="9264"/>
                    <a:pt x="7908" y="9264"/>
                  </a:cubicBezTo>
                  <a:cubicBezTo>
                    <a:pt x="8059" y="9264"/>
                    <a:pt x="8040" y="9313"/>
                    <a:pt x="8096" y="9379"/>
                  </a:cubicBezTo>
                  <a:cubicBezTo>
                    <a:pt x="8143" y="9447"/>
                    <a:pt x="8255" y="9463"/>
                    <a:pt x="8302" y="9455"/>
                  </a:cubicBezTo>
                  <a:lnTo>
                    <a:pt x="8312" y="9455"/>
                  </a:lnTo>
                  <a:cubicBezTo>
                    <a:pt x="8321" y="9355"/>
                    <a:pt x="8321" y="9188"/>
                    <a:pt x="8321" y="9129"/>
                  </a:cubicBezTo>
                  <a:cubicBezTo>
                    <a:pt x="8321" y="9038"/>
                    <a:pt x="8255" y="9038"/>
                    <a:pt x="8078" y="9013"/>
                  </a:cubicBezTo>
                  <a:cubicBezTo>
                    <a:pt x="7899" y="8988"/>
                    <a:pt x="7936" y="8947"/>
                    <a:pt x="7889" y="8888"/>
                  </a:cubicBezTo>
                  <a:cubicBezTo>
                    <a:pt x="7842" y="8830"/>
                    <a:pt x="7824" y="8656"/>
                    <a:pt x="7777" y="8522"/>
                  </a:cubicBezTo>
                  <a:cubicBezTo>
                    <a:pt x="7730" y="8389"/>
                    <a:pt x="7599" y="8240"/>
                    <a:pt x="7468" y="8205"/>
                  </a:cubicBezTo>
                  <a:cubicBezTo>
                    <a:pt x="7336" y="8173"/>
                    <a:pt x="7252" y="8082"/>
                    <a:pt x="7233" y="8006"/>
                  </a:cubicBezTo>
                  <a:cubicBezTo>
                    <a:pt x="7214" y="7932"/>
                    <a:pt x="7205" y="7890"/>
                    <a:pt x="7092" y="7890"/>
                  </a:cubicBezTo>
                  <a:cubicBezTo>
                    <a:pt x="6980" y="7890"/>
                    <a:pt x="6989" y="7806"/>
                    <a:pt x="6952" y="7782"/>
                  </a:cubicBezTo>
                  <a:cubicBezTo>
                    <a:pt x="6914" y="7757"/>
                    <a:pt x="6840" y="7765"/>
                    <a:pt x="6745" y="7765"/>
                  </a:cubicBezTo>
                  <a:cubicBezTo>
                    <a:pt x="6651" y="7765"/>
                    <a:pt x="6595" y="7657"/>
                    <a:pt x="6679" y="7616"/>
                  </a:cubicBezTo>
                  <a:cubicBezTo>
                    <a:pt x="6764" y="7574"/>
                    <a:pt x="6717" y="7498"/>
                    <a:pt x="6745" y="7425"/>
                  </a:cubicBezTo>
                  <a:cubicBezTo>
                    <a:pt x="6774" y="7349"/>
                    <a:pt x="6877" y="7357"/>
                    <a:pt x="6989" y="7407"/>
                  </a:cubicBezTo>
                  <a:cubicBezTo>
                    <a:pt x="7102" y="7457"/>
                    <a:pt x="7223" y="7416"/>
                    <a:pt x="7298" y="7349"/>
                  </a:cubicBezTo>
                  <a:cubicBezTo>
                    <a:pt x="7374" y="7282"/>
                    <a:pt x="7326" y="6891"/>
                    <a:pt x="7317" y="6758"/>
                  </a:cubicBezTo>
                  <a:cubicBezTo>
                    <a:pt x="7308" y="6625"/>
                    <a:pt x="7356" y="6575"/>
                    <a:pt x="7430" y="6509"/>
                  </a:cubicBezTo>
                  <a:cubicBezTo>
                    <a:pt x="7505" y="6442"/>
                    <a:pt x="7459" y="6392"/>
                    <a:pt x="7421" y="6334"/>
                  </a:cubicBezTo>
                  <a:cubicBezTo>
                    <a:pt x="7384" y="6275"/>
                    <a:pt x="7449" y="6193"/>
                    <a:pt x="7468" y="6159"/>
                  </a:cubicBezTo>
                  <a:cubicBezTo>
                    <a:pt x="7487" y="6126"/>
                    <a:pt x="7533" y="6076"/>
                    <a:pt x="7636" y="6084"/>
                  </a:cubicBezTo>
                  <a:cubicBezTo>
                    <a:pt x="7739" y="6093"/>
                    <a:pt x="7655" y="6234"/>
                    <a:pt x="7777" y="6183"/>
                  </a:cubicBezTo>
                  <a:cubicBezTo>
                    <a:pt x="7899" y="6134"/>
                    <a:pt x="7842" y="6027"/>
                    <a:pt x="7805" y="5951"/>
                  </a:cubicBezTo>
                  <a:cubicBezTo>
                    <a:pt x="7768" y="5876"/>
                    <a:pt x="7871" y="5842"/>
                    <a:pt x="7861" y="5776"/>
                  </a:cubicBezTo>
                  <a:cubicBezTo>
                    <a:pt x="7852" y="5710"/>
                    <a:pt x="7880" y="5643"/>
                    <a:pt x="7956" y="5602"/>
                  </a:cubicBezTo>
                  <a:cubicBezTo>
                    <a:pt x="8031" y="5560"/>
                    <a:pt x="8068" y="5435"/>
                    <a:pt x="8143" y="5286"/>
                  </a:cubicBezTo>
                  <a:cubicBezTo>
                    <a:pt x="8218" y="5135"/>
                    <a:pt x="8312" y="5119"/>
                    <a:pt x="8461" y="5119"/>
                  </a:cubicBezTo>
                  <a:cubicBezTo>
                    <a:pt x="8612" y="5119"/>
                    <a:pt x="8556" y="4952"/>
                    <a:pt x="8575" y="4861"/>
                  </a:cubicBezTo>
                  <a:cubicBezTo>
                    <a:pt x="8594" y="4770"/>
                    <a:pt x="8584" y="4720"/>
                    <a:pt x="8659" y="4628"/>
                  </a:cubicBezTo>
                  <a:cubicBezTo>
                    <a:pt x="8668" y="4619"/>
                    <a:pt x="8668" y="4611"/>
                    <a:pt x="8678" y="4603"/>
                  </a:cubicBezTo>
                  <a:lnTo>
                    <a:pt x="8678" y="4595"/>
                  </a:lnTo>
                  <a:cubicBezTo>
                    <a:pt x="8687" y="4587"/>
                    <a:pt x="8687" y="4579"/>
                    <a:pt x="8697" y="4570"/>
                  </a:cubicBezTo>
                  <a:lnTo>
                    <a:pt x="8697" y="4561"/>
                  </a:lnTo>
                  <a:cubicBezTo>
                    <a:pt x="8697" y="4553"/>
                    <a:pt x="8697" y="4545"/>
                    <a:pt x="8706" y="4537"/>
                  </a:cubicBezTo>
                  <a:lnTo>
                    <a:pt x="8706" y="4528"/>
                  </a:lnTo>
                  <a:lnTo>
                    <a:pt x="8706" y="4486"/>
                  </a:lnTo>
                  <a:lnTo>
                    <a:pt x="8715" y="4486"/>
                  </a:lnTo>
                  <a:lnTo>
                    <a:pt x="8715" y="4453"/>
                  </a:lnTo>
                  <a:lnTo>
                    <a:pt x="8715" y="4445"/>
                  </a:lnTo>
                  <a:lnTo>
                    <a:pt x="8715" y="4404"/>
                  </a:lnTo>
                  <a:lnTo>
                    <a:pt x="8715" y="4362"/>
                  </a:lnTo>
                  <a:lnTo>
                    <a:pt x="8715" y="4320"/>
                  </a:lnTo>
                  <a:lnTo>
                    <a:pt x="8715" y="4229"/>
                  </a:lnTo>
                  <a:cubicBezTo>
                    <a:pt x="8715" y="4112"/>
                    <a:pt x="8753" y="3953"/>
                    <a:pt x="8697" y="3863"/>
                  </a:cubicBezTo>
                  <a:cubicBezTo>
                    <a:pt x="8640" y="3771"/>
                    <a:pt x="8697" y="3737"/>
                    <a:pt x="8753" y="3696"/>
                  </a:cubicBezTo>
                  <a:cubicBezTo>
                    <a:pt x="8809" y="3655"/>
                    <a:pt x="8846" y="3580"/>
                    <a:pt x="8846" y="3513"/>
                  </a:cubicBezTo>
                  <a:cubicBezTo>
                    <a:pt x="8846" y="3446"/>
                    <a:pt x="8893" y="3388"/>
                    <a:pt x="8940" y="3322"/>
                  </a:cubicBezTo>
                  <a:cubicBezTo>
                    <a:pt x="8987" y="3255"/>
                    <a:pt x="9062" y="3172"/>
                    <a:pt x="9034" y="3105"/>
                  </a:cubicBezTo>
                  <a:cubicBezTo>
                    <a:pt x="9005" y="3038"/>
                    <a:pt x="9024" y="2938"/>
                    <a:pt x="9034" y="2848"/>
                  </a:cubicBezTo>
                  <a:cubicBezTo>
                    <a:pt x="9043" y="2756"/>
                    <a:pt x="9099" y="2756"/>
                    <a:pt x="9203" y="2740"/>
                  </a:cubicBezTo>
                  <a:cubicBezTo>
                    <a:pt x="9306" y="2722"/>
                    <a:pt x="9344" y="2714"/>
                    <a:pt x="9344" y="2640"/>
                  </a:cubicBezTo>
                  <a:cubicBezTo>
                    <a:pt x="9344" y="2565"/>
                    <a:pt x="9390" y="2540"/>
                    <a:pt x="9475" y="2540"/>
                  </a:cubicBezTo>
                  <a:cubicBezTo>
                    <a:pt x="9559" y="2540"/>
                    <a:pt x="9653" y="2465"/>
                    <a:pt x="9775" y="2431"/>
                  </a:cubicBezTo>
                  <a:cubicBezTo>
                    <a:pt x="9897" y="2398"/>
                    <a:pt x="9934" y="2298"/>
                    <a:pt x="9934" y="2248"/>
                  </a:cubicBezTo>
                  <a:cubicBezTo>
                    <a:pt x="9934" y="2223"/>
                    <a:pt x="9963" y="2198"/>
                    <a:pt x="10000" y="2165"/>
                  </a:cubicBezTo>
                  <a:cubicBezTo>
                    <a:pt x="9972" y="2133"/>
                    <a:pt x="9944" y="2106"/>
                    <a:pt x="9916" y="2082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114" name="Freeform 113">
              <a:extLst>
                <a:ext uri="{FF2B5EF4-FFF2-40B4-BE49-F238E27FC236}">
                  <a16:creationId xmlns:a16="http://schemas.microsoft.com/office/drawing/2014/main" id="{EB3F63B0-0B0A-A06E-65D3-AFAD06BD07A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094413" y="3321051"/>
              <a:ext cx="131763" cy="112713"/>
            </a:xfrm>
            <a:custGeom>
              <a:avLst/>
              <a:gdLst>
                <a:gd name="T0" fmla="*/ 7 w 146"/>
                <a:gd name="T1" fmla="*/ 36 h 124"/>
                <a:gd name="T2" fmla="*/ 0 w 146"/>
                <a:gd name="T3" fmla="*/ 21 h 124"/>
                <a:gd name="T4" fmla="*/ 2 w 146"/>
                <a:gd name="T5" fmla="*/ 6 h 124"/>
                <a:gd name="T6" fmla="*/ 15 w 146"/>
                <a:gd name="T7" fmla="*/ 9 h 124"/>
                <a:gd name="T8" fmla="*/ 21 w 146"/>
                <a:gd name="T9" fmla="*/ 28 h 124"/>
                <a:gd name="T10" fmla="*/ 27 w 146"/>
                <a:gd name="T11" fmla="*/ 42 h 124"/>
                <a:gd name="T12" fmla="*/ 20 w 146"/>
                <a:gd name="T13" fmla="*/ 49 h 124"/>
                <a:gd name="T14" fmla="*/ 7 w 146"/>
                <a:gd name="T15" fmla="*/ 36 h 124"/>
                <a:gd name="T16" fmla="*/ 49 w 146"/>
                <a:gd name="T17" fmla="*/ 77 h 124"/>
                <a:gd name="T18" fmla="*/ 41 w 146"/>
                <a:gd name="T19" fmla="*/ 66 h 124"/>
                <a:gd name="T20" fmla="*/ 35 w 146"/>
                <a:gd name="T21" fmla="*/ 78 h 124"/>
                <a:gd name="T22" fmla="*/ 49 w 146"/>
                <a:gd name="T23" fmla="*/ 77 h 124"/>
                <a:gd name="T24" fmla="*/ 92 w 146"/>
                <a:gd name="T25" fmla="*/ 71 h 124"/>
                <a:gd name="T26" fmla="*/ 99 w 146"/>
                <a:gd name="T27" fmla="*/ 58 h 124"/>
                <a:gd name="T28" fmla="*/ 109 w 146"/>
                <a:gd name="T29" fmla="*/ 50 h 124"/>
                <a:gd name="T30" fmla="*/ 94 w 146"/>
                <a:gd name="T31" fmla="*/ 44 h 124"/>
                <a:gd name="T32" fmla="*/ 80 w 146"/>
                <a:gd name="T33" fmla="*/ 59 h 124"/>
                <a:gd name="T34" fmla="*/ 72 w 146"/>
                <a:gd name="T35" fmla="*/ 73 h 124"/>
                <a:gd name="T36" fmla="*/ 92 w 146"/>
                <a:gd name="T37" fmla="*/ 71 h 124"/>
                <a:gd name="T38" fmla="*/ 117 w 146"/>
                <a:gd name="T39" fmla="*/ 119 h 124"/>
                <a:gd name="T40" fmla="*/ 136 w 146"/>
                <a:gd name="T41" fmla="*/ 107 h 124"/>
                <a:gd name="T42" fmla="*/ 134 w 146"/>
                <a:gd name="T43" fmla="*/ 89 h 124"/>
                <a:gd name="T44" fmla="*/ 121 w 146"/>
                <a:gd name="T45" fmla="*/ 103 h 124"/>
                <a:gd name="T46" fmla="*/ 117 w 146"/>
                <a:gd name="T47" fmla="*/ 119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46" h="124">
                  <a:moveTo>
                    <a:pt x="7" y="36"/>
                  </a:moveTo>
                  <a:cubicBezTo>
                    <a:pt x="2" y="32"/>
                    <a:pt x="0" y="27"/>
                    <a:pt x="0" y="21"/>
                  </a:cubicBezTo>
                  <a:cubicBezTo>
                    <a:pt x="0" y="15"/>
                    <a:pt x="2" y="6"/>
                    <a:pt x="2" y="6"/>
                  </a:cubicBezTo>
                  <a:cubicBezTo>
                    <a:pt x="4" y="0"/>
                    <a:pt x="12" y="6"/>
                    <a:pt x="15" y="9"/>
                  </a:cubicBezTo>
                  <a:cubicBezTo>
                    <a:pt x="19" y="13"/>
                    <a:pt x="16" y="24"/>
                    <a:pt x="21" y="28"/>
                  </a:cubicBezTo>
                  <a:cubicBezTo>
                    <a:pt x="27" y="32"/>
                    <a:pt x="27" y="36"/>
                    <a:pt x="27" y="42"/>
                  </a:cubicBezTo>
                  <a:cubicBezTo>
                    <a:pt x="27" y="48"/>
                    <a:pt x="26" y="52"/>
                    <a:pt x="20" y="49"/>
                  </a:cubicBezTo>
                  <a:cubicBezTo>
                    <a:pt x="13" y="47"/>
                    <a:pt x="13" y="40"/>
                    <a:pt x="7" y="36"/>
                  </a:cubicBezTo>
                  <a:close/>
                  <a:moveTo>
                    <a:pt x="49" y="77"/>
                  </a:moveTo>
                  <a:cubicBezTo>
                    <a:pt x="51" y="74"/>
                    <a:pt x="54" y="62"/>
                    <a:pt x="41" y="66"/>
                  </a:cubicBezTo>
                  <a:cubicBezTo>
                    <a:pt x="41" y="66"/>
                    <a:pt x="31" y="73"/>
                    <a:pt x="35" y="78"/>
                  </a:cubicBezTo>
                  <a:cubicBezTo>
                    <a:pt x="38" y="82"/>
                    <a:pt x="47" y="81"/>
                    <a:pt x="49" y="77"/>
                  </a:cubicBezTo>
                  <a:close/>
                  <a:moveTo>
                    <a:pt x="92" y="71"/>
                  </a:moveTo>
                  <a:cubicBezTo>
                    <a:pt x="94" y="65"/>
                    <a:pt x="91" y="58"/>
                    <a:pt x="99" y="58"/>
                  </a:cubicBezTo>
                  <a:cubicBezTo>
                    <a:pt x="108" y="58"/>
                    <a:pt x="109" y="54"/>
                    <a:pt x="109" y="50"/>
                  </a:cubicBezTo>
                  <a:cubicBezTo>
                    <a:pt x="108" y="45"/>
                    <a:pt x="101" y="40"/>
                    <a:pt x="94" y="44"/>
                  </a:cubicBezTo>
                  <a:cubicBezTo>
                    <a:pt x="88" y="49"/>
                    <a:pt x="92" y="55"/>
                    <a:pt x="80" y="59"/>
                  </a:cubicBezTo>
                  <a:cubicBezTo>
                    <a:pt x="80" y="59"/>
                    <a:pt x="66" y="66"/>
                    <a:pt x="72" y="73"/>
                  </a:cubicBezTo>
                  <a:cubicBezTo>
                    <a:pt x="77" y="80"/>
                    <a:pt x="91" y="76"/>
                    <a:pt x="92" y="71"/>
                  </a:cubicBezTo>
                  <a:close/>
                  <a:moveTo>
                    <a:pt x="117" y="119"/>
                  </a:moveTo>
                  <a:cubicBezTo>
                    <a:pt x="122" y="124"/>
                    <a:pt x="134" y="116"/>
                    <a:pt x="136" y="107"/>
                  </a:cubicBezTo>
                  <a:cubicBezTo>
                    <a:pt x="139" y="97"/>
                    <a:pt x="146" y="76"/>
                    <a:pt x="134" y="89"/>
                  </a:cubicBezTo>
                  <a:cubicBezTo>
                    <a:pt x="134" y="89"/>
                    <a:pt x="131" y="97"/>
                    <a:pt x="121" y="103"/>
                  </a:cubicBezTo>
                  <a:cubicBezTo>
                    <a:pt x="112" y="108"/>
                    <a:pt x="112" y="115"/>
                    <a:pt x="117" y="119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15" name="Freeform 114">
              <a:extLst>
                <a:ext uri="{FF2B5EF4-FFF2-40B4-BE49-F238E27FC236}">
                  <a16:creationId xmlns:a16="http://schemas.microsoft.com/office/drawing/2014/main" id="{DDB328A5-1552-0248-C1D8-95F249A2E063}"/>
                </a:ext>
              </a:extLst>
            </p:cNvPr>
            <p:cNvSpPr>
              <a:spLocks/>
            </p:cNvSpPr>
            <p:nvPr/>
          </p:nvSpPr>
          <p:spPr bwMode="auto">
            <a:xfrm>
              <a:off x="6100763" y="3362326"/>
              <a:ext cx="430213" cy="835025"/>
            </a:xfrm>
            <a:custGeom>
              <a:avLst/>
              <a:gdLst>
                <a:gd name="T0" fmla="*/ 436 w 474"/>
                <a:gd name="T1" fmla="*/ 108 h 917"/>
                <a:gd name="T2" fmla="*/ 403 w 474"/>
                <a:gd name="T3" fmla="*/ 34 h 917"/>
                <a:gd name="T4" fmla="*/ 375 w 474"/>
                <a:gd name="T5" fmla="*/ 7 h 917"/>
                <a:gd name="T6" fmla="*/ 352 w 474"/>
                <a:gd name="T7" fmla="*/ 34 h 917"/>
                <a:gd name="T8" fmla="*/ 352 w 474"/>
                <a:gd name="T9" fmla="*/ 84 h 917"/>
                <a:gd name="T10" fmla="*/ 324 w 474"/>
                <a:gd name="T11" fmla="*/ 98 h 917"/>
                <a:gd name="T12" fmla="*/ 308 w 474"/>
                <a:gd name="T13" fmla="*/ 105 h 917"/>
                <a:gd name="T14" fmla="*/ 304 w 474"/>
                <a:gd name="T15" fmla="*/ 141 h 917"/>
                <a:gd name="T16" fmla="*/ 300 w 474"/>
                <a:gd name="T17" fmla="*/ 185 h 917"/>
                <a:gd name="T18" fmla="*/ 261 w 474"/>
                <a:gd name="T19" fmla="*/ 188 h 917"/>
                <a:gd name="T20" fmla="*/ 222 w 474"/>
                <a:gd name="T21" fmla="*/ 221 h 917"/>
                <a:gd name="T22" fmla="*/ 174 w 474"/>
                <a:gd name="T23" fmla="*/ 256 h 917"/>
                <a:gd name="T24" fmla="*/ 114 w 474"/>
                <a:gd name="T25" fmla="*/ 267 h 917"/>
                <a:gd name="T26" fmla="*/ 71 w 474"/>
                <a:gd name="T27" fmla="*/ 284 h 917"/>
                <a:gd name="T28" fmla="*/ 43 w 474"/>
                <a:gd name="T29" fmla="*/ 360 h 917"/>
                <a:gd name="T30" fmla="*/ 58 w 474"/>
                <a:gd name="T31" fmla="*/ 441 h 917"/>
                <a:gd name="T32" fmla="*/ 79 w 474"/>
                <a:gd name="T33" fmla="*/ 508 h 917"/>
                <a:gd name="T34" fmla="*/ 52 w 474"/>
                <a:gd name="T35" fmla="*/ 579 h 917"/>
                <a:gd name="T36" fmla="*/ 15 w 474"/>
                <a:gd name="T37" fmla="*/ 631 h 917"/>
                <a:gd name="T38" fmla="*/ 6 w 474"/>
                <a:gd name="T39" fmla="*/ 706 h 917"/>
                <a:gd name="T40" fmla="*/ 32 w 474"/>
                <a:gd name="T41" fmla="*/ 764 h 917"/>
                <a:gd name="T42" fmla="*/ 26 w 474"/>
                <a:gd name="T43" fmla="*/ 819 h 917"/>
                <a:gd name="T44" fmla="*/ 68 w 474"/>
                <a:gd name="T45" fmla="*/ 878 h 917"/>
                <a:gd name="T46" fmla="*/ 156 w 474"/>
                <a:gd name="T47" fmla="*/ 904 h 917"/>
                <a:gd name="T48" fmla="*/ 222 w 474"/>
                <a:gd name="T49" fmla="*/ 876 h 917"/>
                <a:gd name="T50" fmla="*/ 267 w 474"/>
                <a:gd name="T51" fmla="*/ 808 h 917"/>
                <a:gd name="T52" fmla="*/ 321 w 474"/>
                <a:gd name="T53" fmla="*/ 649 h 917"/>
                <a:gd name="T54" fmla="*/ 367 w 474"/>
                <a:gd name="T55" fmla="*/ 501 h 917"/>
                <a:gd name="T56" fmla="*/ 408 w 474"/>
                <a:gd name="T57" fmla="*/ 335 h 917"/>
                <a:gd name="T58" fmla="*/ 410 w 474"/>
                <a:gd name="T59" fmla="*/ 259 h 917"/>
                <a:gd name="T60" fmla="*/ 443 w 474"/>
                <a:gd name="T61" fmla="*/ 258 h 917"/>
                <a:gd name="T62" fmla="*/ 462 w 474"/>
                <a:gd name="T63" fmla="*/ 233 h 917"/>
                <a:gd name="T64" fmla="*/ 443 w 474"/>
                <a:gd name="T65" fmla="*/ 167 h 9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474" h="917">
                  <a:moveTo>
                    <a:pt x="443" y="167"/>
                  </a:moveTo>
                  <a:cubicBezTo>
                    <a:pt x="444" y="148"/>
                    <a:pt x="439" y="130"/>
                    <a:pt x="436" y="108"/>
                  </a:cubicBezTo>
                  <a:cubicBezTo>
                    <a:pt x="433" y="86"/>
                    <a:pt x="430" y="76"/>
                    <a:pt x="421" y="61"/>
                  </a:cubicBezTo>
                  <a:cubicBezTo>
                    <a:pt x="412" y="46"/>
                    <a:pt x="403" y="43"/>
                    <a:pt x="403" y="34"/>
                  </a:cubicBezTo>
                  <a:cubicBezTo>
                    <a:pt x="403" y="25"/>
                    <a:pt x="391" y="21"/>
                    <a:pt x="391" y="14"/>
                  </a:cubicBezTo>
                  <a:cubicBezTo>
                    <a:pt x="391" y="7"/>
                    <a:pt x="375" y="0"/>
                    <a:pt x="375" y="7"/>
                  </a:cubicBezTo>
                  <a:cubicBezTo>
                    <a:pt x="375" y="14"/>
                    <a:pt x="376" y="26"/>
                    <a:pt x="369" y="28"/>
                  </a:cubicBezTo>
                  <a:cubicBezTo>
                    <a:pt x="362" y="30"/>
                    <a:pt x="345" y="25"/>
                    <a:pt x="352" y="34"/>
                  </a:cubicBezTo>
                  <a:cubicBezTo>
                    <a:pt x="359" y="43"/>
                    <a:pt x="359" y="48"/>
                    <a:pt x="359" y="60"/>
                  </a:cubicBezTo>
                  <a:cubicBezTo>
                    <a:pt x="359" y="72"/>
                    <a:pt x="357" y="72"/>
                    <a:pt x="352" y="84"/>
                  </a:cubicBezTo>
                  <a:cubicBezTo>
                    <a:pt x="347" y="96"/>
                    <a:pt x="342" y="97"/>
                    <a:pt x="334" y="92"/>
                  </a:cubicBezTo>
                  <a:cubicBezTo>
                    <a:pt x="326" y="87"/>
                    <a:pt x="318" y="91"/>
                    <a:pt x="324" y="98"/>
                  </a:cubicBezTo>
                  <a:cubicBezTo>
                    <a:pt x="330" y="105"/>
                    <a:pt x="334" y="114"/>
                    <a:pt x="323" y="114"/>
                  </a:cubicBezTo>
                  <a:cubicBezTo>
                    <a:pt x="312" y="114"/>
                    <a:pt x="323" y="104"/>
                    <a:pt x="308" y="105"/>
                  </a:cubicBezTo>
                  <a:cubicBezTo>
                    <a:pt x="293" y="106"/>
                    <a:pt x="285" y="116"/>
                    <a:pt x="293" y="123"/>
                  </a:cubicBezTo>
                  <a:cubicBezTo>
                    <a:pt x="301" y="130"/>
                    <a:pt x="307" y="134"/>
                    <a:pt x="304" y="141"/>
                  </a:cubicBezTo>
                  <a:cubicBezTo>
                    <a:pt x="301" y="148"/>
                    <a:pt x="284" y="143"/>
                    <a:pt x="284" y="154"/>
                  </a:cubicBezTo>
                  <a:cubicBezTo>
                    <a:pt x="284" y="165"/>
                    <a:pt x="315" y="191"/>
                    <a:pt x="300" y="185"/>
                  </a:cubicBezTo>
                  <a:cubicBezTo>
                    <a:pt x="285" y="179"/>
                    <a:pt x="287" y="176"/>
                    <a:pt x="279" y="178"/>
                  </a:cubicBezTo>
                  <a:cubicBezTo>
                    <a:pt x="271" y="180"/>
                    <a:pt x="264" y="175"/>
                    <a:pt x="261" y="188"/>
                  </a:cubicBezTo>
                  <a:cubicBezTo>
                    <a:pt x="258" y="201"/>
                    <a:pt x="260" y="203"/>
                    <a:pt x="248" y="206"/>
                  </a:cubicBezTo>
                  <a:cubicBezTo>
                    <a:pt x="236" y="209"/>
                    <a:pt x="227" y="212"/>
                    <a:pt x="222" y="221"/>
                  </a:cubicBezTo>
                  <a:cubicBezTo>
                    <a:pt x="217" y="230"/>
                    <a:pt x="200" y="222"/>
                    <a:pt x="195" y="235"/>
                  </a:cubicBezTo>
                  <a:cubicBezTo>
                    <a:pt x="190" y="248"/>
                    <a:pt x="196" y="256"/>
                    <a:pt x="174" y="256"/>
                  </a:cubicBezTo>
                  <a:cubicBezTo>
                    <a:pt x="152" y="256"/>
                    <a:pt x="149" y="259"/>
                    <a:pt x="144" y="266"/>
                  </a:cubicBezTo>
                  <a:cubicBezTo>
                    <a:pt x="139" y="273"/>
                    <a:pt x="123" y="256"/>
                    <a:pt x="114" y="267"/>
                  </a:cubicBezTo>
                  <a:cubicBezTo>
                    <a:pt x="105" y="278"/>
                    <a:pt x="107" y="278"/>
                    <a:pt x="95" y="278"/>
                  </a:cubicBezTo>
                  <a:cubicBezTo>
                    <a:pt x="83" y="278"/>
                    <a:pt x="72" y="266"/>
                    <a:pt x="71" y="284"/>
                  </a:cubicBezTo>
                  <a:cubicBezTo>
                    <a:pt x="70" y="302"/>
                    <a:pt x="79" y="314"/>
                    <a:pt x="66" y="327"/>
                  </a:cubicBezTo>
                  <a:cubicBezTo>
                    <a:pt x="53" y="340"/>
                    <a:pt x="43" y="335"/>
                    <a:pt x="43" y="360"/>
                  </a:cubicBezTo>
                  <a:cubicBezTo>
                    <a:pt x="43" y="360"/>
                    <a:pt x="40" y="398"/>
                    <a:pt x="51" y="407"/>
                  </a:cubicBezTo>
                  <a:cubicBezTo>
                    <a:pt x="62" y="416"/>
                    <a:pt x="49" y="435"/>
                    <a:pt x="58" y="441"/>
                  </a:cubicBezTo>
                  <a:cubicBezTo>
                    <a:pt x="67" y="447"/>
                    <a:pt x="58" y="468"/>
                    <a:pt x="68" y="475"/>
                  </a:cubicBezTo>
                  <a:cubicBezTo>
                    <a:pt x="78" y="482"/>
                    <a:pt x="80" y="492"/>
                    <a:pt x="79" y="508"/>
                  </a:cubicBezTo>
                  <a:cubicBezTo>
                    <a:pt x="78" y="524"/>
                    <a:pt x="77" y="537"/>
                    <a:pt x="68" y="549"/>
                  </a:cubicBezTo>
                  <a:cubicBezTo>
                    <a:pt x="59" y="561"/>
                    <a:pt x="56" y="566"/>
                    <a:pt x="52" y="579"/>
                  </a:cubicBezTo>
                  <a:cubicBezTo>
                    <a:pt x="48" y="592"/>
                    <a:pt x="39" y="591"/>
                    <a:pt x="33" y="603"/>
                  </a:cubicBezTo>
                  <a:cubicBezTo>
                    <a:pt x="27" y="615"/>
                    <a:pt x="15" y="619"/>
                    <a:pt x="15" y="631"/>
                  </a:cubicBezTo>
                  <a:cubicBezTo>
                    <a:pt x="15" y="643"/>
                    <a:pt x="8" y="653"/>
                    <a:pt x="4" y="664"/>
                  </a:cubicBezTo>
                  <a:cubicBezTo>
                    <a:pt x="0" y="675"/>
                    <a:pt x="4" y="690"/>
                    <a:pt x="6" y="706"/>
                  </a:cubicBezTo>
                  <a:cubicBezTo>
                    <a:pt x="8" y="722"/>
                    <a:pt x="10" y="726"/>
                    <a:pt x="19" y="736"/>
                  </a:cubicBezTo>
                  <a:cubicBezTo>
                    <a:pt x="28" y="746"/>
                    <a:pt x="42" y="752"/>
                    <a:pt x="32" y="764"/>
                  </a:cubicBezTo>
                  <a:cubicBezTo>
                    <a:pt x="22" y="776"/>
                    <a:pt x="22" y="768"/>
                    <a:pt x="22" y="783"/>
                  </a:cubicBezTo>
                  <a:cubicBezTo>
                    <a:pt x="22" y="798"/>
                    <a:pt x="7" y="804"/>
                    <a:pt x="26" y="819"/>
                  </a:cubicBezTo>
                  <a:cubicBezTo>
                    <a:pt x="45" y="834"/>
                    <a:pt x="43" y="839"/>
                    <a:pt x="47" y="851"/>
                  </a:cubicBezTo>
                  <a:cubicBezTo>
                    <a:pt x="51" y="863"/>
                    <a:pt x="56" y="873"/>
                    <a:pt x="68" y="878"/>
                  </a:cubicBezTo>
                  <a:cubicBezTo>
                    <a:pt x="80" y="883"/>
                    <a:pt x="92" y="886"/>
                    <a:pt x="110" y="898"/>
                  </a:cubicBezTo>
                  <a:cubicBezTo>
                    <a:pt x="128" y="910"/>
                    <a:pt x="151" y="917"/>
                    <a:pt x="156" y="904"/>
                  </a:cubicBezTo>
                  <a:cubicBezTo>
                    <a:pt x="161" y="891"/>
                    <a:pt x="178" y="890"/>
                    <a:pt x="189" y="884"/>
                  </a:cubicBezTo>
                  <a:cubicBezTo>
                    <a:pt x="200" y="878"/>
                    <a:pt x="213" y="876"/>
                    <a:pt x="222" y="876"/>
                  </a:cubicBezTo>
                  <a:cubicBezTo>
                    <a:pt x="231" y="876"/>
                    <a:pt x="243" y="875"/>
                    <a:pt x="250" y="857"/>
                  </a:cubicBezTo>
                  <a:cubicBezTo>
                    <a:pt x="257" y="839"/>
                    <a:pt x="257" y="827"/>
                    <a:pt x="267" y="808"/>
                  </a:cubicBezTo>
                  <a:cubicBezTo>
                    <a:pt x="277" y="789"/>
                    <a:pt x="283" y="769"/>
                    <a:pt x="288" y="753"/>
                  </a:cubicBezTo>
                  <a:cubicBezTo>
                    <a:pt x="293" y="737"/>
                    <a:pt x="319" y="670"/>
                    <a:pt x="321" y="649"/>
                  </a:cubicBezTo>
                  <a:cubicBezTo>
                    <a:pt x="323" y="628"/>
                    <a:pt x="325" y="596"/>
                    <a:pt x="335" y="575"/>
                  </a:cubicBezTo>
                  <a:cubicBezTo>
                    <a:pt x="345" y="554"/>
                    <a:pt x="363" y="519"/>
                    <a:pt x="367" y="501"/>
                  </a:cubicBezTo>
                  <a:cubicBezTo>
                    <a:pt x="371" y="483"/>
                    <a:pt x="392" y="445"/>
                    <a:pt x="393" y="409"/>
                  </a:cubicBezTo>
                  <a:cubicBezTo>
                    <a:pt x="394" y="373"/>
                    <a:pt x="398" y="350"/>
                    <a:pt x="408" y="335"/>
                  </a:cubicBezTo>
                  <a:cubicBezTo>
                    <a:pt x="418" y="320"/>
                    <a:pt x="429" y="305"/>
                    <a:pt x="424" y="293"/>
                  </a:cubicBezTo>
                  <a:cubicBezTo>
                    <a:pt x="419" y="281"/>
                    <a:pt x="410" y="275"/>
                    <a:pt x="410" y="259"/>
                  </a:cubicBezTo>
                  <a:cubicBezTo>
                    <a:pt x="410" y="243"/>
                    <a:pt x="422" y="220"/>
                    <a:pt x="428" y="237"/>
                  </a:cubicBezTo>
                  <a:cubicBezTo>
                    <a:pt x="434" y="254"/>
                    <a:pt x="433" y="258"/>
                    <a:pt x="443" y="258"/>
                  </a:cubicBezTo>
                  <a:cubicBezTo>
                    <a:pt x="453" y="258"/>
                    <a:pt x="459" y="260"/>
                    <a:pt x="456" y="249"/>
                  </a:cubicBezTo>
                  <a:cubicBezTo>
                    <a:pt x="453" y="238"/>
                    <a:pt x="450" y="235"/>
                    <a:pt x="462" y="233"/>
                  </a:cubicBezTo>
                  <a:cubicBezTo>
                    <a:pt x="474" y="231"/>
                    <a:pt x="463" y="214"/>
                    <a:pt x="453" y="201"/>
                  </a:cubicBezTo>
                  <a:cubicBezTo>
                    <a:pt x="443" y="188"/>
                    <a:pt x="442" y="186"/>
                    <a:pt x="443" y="167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16" name="Freeform 115">
              <a:extLst>
                <a:ext uri="{FF2B5EF4-FFF2-40B4-BE49-F238E27FC236}">
                  <a16:creationId xmlns:a16="http://schemas.microsoft.com/office/drawing/2014/main" id="{2C23E85A-A25A-D00E-BB1B-A48D92257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4276725" y="3651251"/>
              <a:ext cx="777875" cy="747713"/>
            </a:xfrm>
            <a:custGeom>
              <a:avLst/>
              <a:gdLst>
                <a:gd name="T0" fmla="*/ 356 w 856"/>
                <a:gd name="T1" fmla="*/ 777 h 821"/>
                <a:gd name="T2" fmla="*/ 402 w 856"/>
                <a:gd name="T3" fmla="*/ 813 h 821"/>
                <a:gd name="T4" fmla="*/ 482 w 856"/>
                <a:gd name="T5" fmla="*/ 808 h 821"/>
                <a:gd name="T6" fmla="*/ 523 w 856"/>
                <a:gd name="T7" fmla="*/ 765 h 821"/>
                <a:gd name="T8" fmla="*/ 523 w 856"/>
                <a:gd name="T9" fmla="*/ 763 h 821"/>
                <a:gd name="T10" fmla="*/ 523 w 856"/>
                <a:gd name="T11" fmla="*/ 761 h 821"/>
                <a:gd name="T12" fmla="*/ 523 w 856"/>
                <a:gd name="T13" fmla="*/ 758 h 821"/>
                <a:gd name="T14" fmla="*/ 523 w 856"/>
                <a:gd name="T15" fmla="*/ 755 h 821"/>
                <a:gd name="T16" fmla="*/ 523 w 856"/>
                <a:gd name="T17" fmla="*/ 751 h 821"/>
                <a:gd name="T18" fmla="*/ 523 w 856"/>
                <a:gd name="T19" fmla="*/ 747 h 821"/>
                <a:gd name="T20" fmla="*/ 523 w 856"/>
                <a:gd name="T21" fmla="*/ 743 h 821"/>
                <a:gd name="T22" fmla="*/ 524 w 856"/>
                <a:gd name="T23" fmla="*/ 403 h 821"/>
                <a:gd name="T24" fmla="*/ 524 w 856"/>
                <a:gd name="T25" fmla="*/ 393 h 821"/>
                <a:gd name="T26" fmla="*/ 524 w 856"/>
                <a:gd name="T27" fmla="*/ 385 h 821"/>
                <a:gd name="T28" fmla="*/ 524 w 856"/>
                <a:gd name="T29" fmla="*/ 381 h 821"/>
                <a:gd name="T30" fmla="*/ 524 w 856"/>
                <a:gd name="T31" fmla="*/ 377 h 821"/>
                <a:gd name="T32" fmla="*/ 584 w 856"/>
                <a:gd name="T33" fmla="*/ 339 h 821"/>
                <a:gd name="T34" fmla="*/ 644 w 856"/>
                <a:gd name="T35" fmla="*/ 92 h 821"/>
                <a:gd name="T36" fmla="*/ 739 w 856"/>
                <a:gd name="T37" fmla="*/ 84 h 821"/>
                <a:gd name="T38" fmla="*/ 795 w 856"/>
                <a:gd name="T39" fmla="*/ 80 h 821"/>
                <a:gd name="T40" fmla="*/ 856 w 856"/>
                <a:gd name="T41" fmla="*/ 66 h 821"/>
                <a:gd name="T42" fmla="*/ 766 w 856"/>
                <a:gd name="T43" fmla="*/ 51 h 821"/>
                <a:gd name="T44" fmla="*/ 761 w 856"/>
                <a:gd name="T45" fmla="*/ 53 h 821"/>
                <a:gd name="T46" fmla="*/ 756 w 856"/>
                <a:gd name="T47" fmla="*/ 55 h 821"/>
                <a:gd name="T48" fmla="*/ 752 w 856"/>
                <a:gd name="T49" fmla="*/ 55 h 821"/>
                <a:gd name="T50" fmla="*/ 746 w 856"/>
                <a:gd name="T51" fmla="*/ 56 h 821"/>
                <a:gd name="T52" fmla="*/ 731 w 856"/>
                <a:gd name="T53" fmla="*/ 57 h 821"/>
                <a:gd name="T54" fmla="*/ 719 w 856"/>
                <a:gd name="T55" fmla="*/ 59 h 821"/>
                <a:gd name="T56" fmla="*/ 552 w 856"/>
                <a:gd name="T57" fmla="*/ 71 h 821"/>
                <a:gd name="T58" fmla="*/ 423 w 856"/>
                <a:gd name="T59" fmla="*/ 36 h 821"/>
                <a:gd name="T60" fmla="*/ 112 w 856"/>
                <a:gd name="T61" fmla="*/ 16 h 821"/>
                <a:gd name="T62" fmla="*/ 36 w 856"/>
                <a:gd name="T63" fmla="*/ 28 h 821"/>
                <a:gd name="T64" fmla="*/ 1 w 856"/>
                <a:gd name="T65" fmla="*/ 22 h 821"/>
                <a:gd name="T66" fmla="*/ 59 w 856"/>
                <a:gd name="T67" fmla="*/ 152 h 821"/>
                <a:gd name="T68" fmla="*/ 102 w 856"/>
                <a:gd name="T69" fmla="*/ 257 h 821"/>
                <a:gd name="T70" fmla="*/ 169 w 856"/>
                <a:gd name="T71" fmla="*/ 365 h 821"/>
                <a:gd name="T72" fmla="*/ 182 w 856"/>
                <a:gd name="T73" fmla="*/ 501 h 821"/>
                <a:gd name="T74" fmla="*/ 206 w 856"/>
                <a:gd name="T75" fmla="*/ 633 h 821"/>
                <a:gd name="T76" fmla="*/ 262 w 856"/>
                <a:gd name="T77" fmla="*/ 748 h 821"/>
                <a:gd name="T78" fmla="*/ 314 w 856"/>
                <a:gd name="T79" fmla="*/ 785 h 8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856" h="821">
                  <a:moveTo>
                    <a:pt x="334" y="759"/>
                  </a:moveTo>
                  <a:cubicBezTo>
                    <a:pt x="354" y="763"/>
                    <a:pt x="354" y="761"/>
                    <a:pt x="356" y="777"/>
                  </a:cubicBezTo>
                  <a:cubicBezTo>
                    <a:pt x="359" y="793"/>
                    <a:pt x="351" y="804"/>
                    <a:pt x="370" y="807"/>
                  </a:cubicBezTo>
                  <a:cubicBezTo>
                    <a:pt x="388" y="809"/>
                    <a:pt x="394" y="805"/>
                    <a:pt x="402" y="813"/>
                  </a:cubicBezTo>
                  <a:cubicBezTo>
                    <a:pt x="410" y="821"/>
                    <a:pt x="430" y="811"/>
                    <a:pt x="444" y="813"/>
                  </a:cubicBezTo>
                  <a:cubicBezTo>
                    <a:pt x="459" y="816"/>
                    <a:pt x="475" y="819"/>
                    <a:pt x="482" y="808"/>
                  </a:cubicBezTo>
                  <a:cubicBezTo>
                    <a:pt x="488" y="797"/>
                    <a:pt x="496" y="787"/>
                    <a:pt x="508" y="788"/>
                  </a:cubicBezTo>
                  <a:cubicBezTo>
                    <a:pt x="520" y="789"/>
                    <a:pt x="522" y="792"/>
                    <a:pt x="523" y="765"/>
                  </a:cubicBezTo>
                  <a:cubicBezTo>
                    <a:pt x="523" y="764"/>
                    <a:pt x="523" y="764"/>
                    <a:pt x="523" y="764"/>
                  </a:cubicBezTo>
                  <a:cubicBezTo>
                    <a:pt x="523" y="763"/>
                    <a:pt x="523" y="763"/>
                    <a:pt x="523" y="763"/>
                  </a:cubicBezTo>
                  <a:cubicBezTo>
                    <a:pt x="523" y="762"/>
                    <a:pt x="523" y="762"/>
                    <a:pt x="523" y="762"/>
                  </a:cubicBezTo>
                  <a:cubicBezTo>
                    <a:pt x="523" y="761"/>
                    <a:pt x="523" y="761"/>
                    <a:pt x="523" y="761"/>
                  </a:cubicBezTo>
                  <a:cubicBezTo>
                    <a:pt x="523" y="760"/>
                    <a:pt x="523" y="760"/>
                    <a:pt x="523" y="759"/>
                  </a:cubicBezTo>
                  <a:cubicBezTo>
                    <a:pt x="523" y="758"/>
                    <a:pt x="523" y="758"/>
                    <a:pt x="523" y="758"/>
                  </a:cubicBezTo>
                  <a:cubicBezTo>
                    <a:pt x="523" y="757"/>
                    <a:pt x="523" y="757"/>
                    <a:pt x="523" y="756"/>
                  </a:cubicBezTo>
                  <a:cubicBezTo>
                    <a:pt x="523" y="755"/>
                    <a:pt x="523" y="755"/>
                    <a:pt x="523" y="755"/>
                  </a:cubicBezTo>
                  <a:cubicBezTo>
                    <a:pt x="523" y="754"/>
                    <a:pt x="523" y="753"/>
                    <a:pt x="523" y="752"/>
                  </a:cubicBezTo>
                  <a:cubicBezTo>
                    <a:pt x="523" y="751"/>
                    <a:pt x="523" y="751"/>
                    <a:pt x="523" y="751"/>
                  </a:cubicBezTo>
                  <a:cubicBezTo>
                    <a:pt x="523" y="750"/>
                    <a:pt x="523" y="749"/>
                    <a:pt x="523" y="748"/>
                  </a:cubicBezTo>
                  <a:cubicBezTo>
                    <a:pt x="523" y="747"/>
                    <a:pt x="523" y="747"/>
                    <a:pt x="523" y="747"/>
                  </a:cubicBezTo>
                  <a:cubicBezTo>
                    <a:pt x="523" y="746"/>
                    <a:pt x="523" y="744"/>
                    <a:pt x="523" y="743"/>
                  </a:cubicBezTo>
                  <a:cubicBezTo>
                    <a:pt x="523" y="743"/>
                    <a:pt x="523" y="743"/>
                    <a:pt x="523" y="743"/>
                  </a:cubicBezTo>
                  <a:cubicBezTo>
                    <a:pt x="524" y="702"/>
                    <a:pt x="524" y="615"/>
                    <a:pt x="524" y="537"/>
                  </a:cubicBezTo>
                  <a:cubicBezTo>
                    <a:pt x="524" y="483"/>
                    <a:pt x="524" y="432"/>
                    <a:pt x="524" y="403"/>
                  </a:cubicBezTo>
                  <a:cubicBezTo>
                    <a:pt x="524" y="402"/>
                    <a:pt x="524" y="401"/>
                    <a:pt x="524" y="399"/>
                  </a:cubicBezTo>
                  <a:cubicBezTo>
                    <a:pt x="524" y="397"/>
                    <a:pt x="524" y="395"/>
                    <a:pt x="524" y="393"/>
                  </a:cubicBezTo>
                  <a:cubicBezTo>
                    <a:pt x="524" y="392"/>
                    <a:pt x="524" y="391"/>
                    <a:pt x="524" y="390"/>
                  </a:cubicBezTo>
                  <a:cubicBezTo>
                    <a:pt x="524" y="388"/>
                    <a:pt x="524" y="387"/>
                    <a:pt x="524" y="385"/>
                  </a:cubicBezTo>
                  <a:cubicBezTo>
                    <a:pt x="524" y="384"/>
                    <a:pt x="524" y="383"/>
                    <a:pt x="524" y="382"/>
                  </a:cubicBezTo>
                  <a:cubicBezTo>
                    <a:pt x="524" y="381"/>
                    <a:pt x="524" y="381"/>
                    <a:pt x="524" y="381"/>
                  </a:cubicBezTo>
                  <a:cubicBezTo>
                    <a:pt x="524" y="380"/>
                    <a:pt x="524" y="379"/>
                    <a:pt x="524" y="378"/>
                  </a:cubicBezTo>
                  <a:cubicBezTo>
                    <a:pt x="524" y="377"/>
                    <a:pt x="524" y="377"/>
                    <a:pt x="524" y="377"/>
                  </a:cubicBezTo>
                  <a:cubicBezTo>
                    <a:pt x="524" y="341"/>
                    <a:pt x="524" y="341"/>
                    <a:pt x="524" y="341"/>
                  </a:cubicBezTo>
                  <a:cubicBezTo>
                    <a:pt x="584" y="339"/>
                    <a:pt x="584" y="339"/>
                    <a:pt x="584" y="339"/>
                  </a:cubicBezTo>
                  <a:cubicBezTo>
                    <a:pt x="587" y="101"/>
                    <a:pt x="587" y="101"/>
                    <a:pt x="587" y="101"/>
                  </a:cubicBezTo>
                  <a:cubicBezTo>
                    <a:pt x="587" y="101"/>
                    <a:pt x="626" y="93"/>
                    <a:pt x="644" y="92"/>
                  </a:cubicBezTo>
                  <a:cubicBezTo>
                    <a:pt x="663" y="91"/>
                    <a:pt x="672" y="84"/>
                    <a:pt x="691" y="84"/>
                  </a:cubicBezTo>
                  <a:cubicBezTo>
                    <a:pt x="710" y="84"/>
                    <a:pt x="734" y="67"/>
                    <a:pt x="739" y="84"/>
                  </a:cubicBezTo>
                  <a:cubicBezTo>
                    <a:pt x="744" y="101"/>
                    <a:pt x="754" y="116"/>
                    <a:pt x="764" y="105"/>
                  </a:cubicBezTo>
                  <a:cubicBezTo>
                    <a:pt x="775" y="95"/>
                    <a:pt x="776" y="87"/>
                    <a:pt x="795" y="80"/>
                  </a:cubicBezTo>
                  <a:cubicBezTo>
                    <a:pt x="814" y="73"/>
                    <a:pt x="826" y="76"/>
                    <a:pt x="834" y="72"/>
                  </a:cubicBezTo>
                  <a:cubicBezTo>
                    <a:pt x="839" y="70"/>
                    <a:pt x="846" y="67"/>
                    <a:pt x="856" y="66"/>
                  </a:cubicBezTo>
                  <a:cubicBezTo>
                    <a:pt x="850" y="60"/>
                    <a:pt x="845" y="55"/>
                    <a:pt x="840" y="52"/>
                  </a:cubicBezTo>
                  <a:cubicBezTo>
                    <a:pt x="828" y="44"/>
                    <a:pt x="775" y="44"/>
                    <a:pt x="766" y="51"/>
                  </a:cubicBezTo>
                  <a:cubicBezTo>
                    <a:pt x="765" y="51"/>
                    <a:pt x="763" y="52"/>
                    <a:pt x="762" y="53"/>
                  </a:cubicBezTo>
                  <a:cubicBezTo>
                    <a:pt x="761" y="53"/>
                    <a:pt x="761" y="53"/>
                    <a:pt x="761" y="53"/>
                  </a:cubicBezTo>
                  <a:cubicBezTo>
                    <a:pt x="760" y="53"/>
                    <a:pt x="759" y="54"/>
                    <a:pt x="758" y="54"/>
                  </a:cubicBezTo>
                  <a:cubicBezTo>
                    <a:pt x="757" y="54"/>
                    <a:pt x="757" y="54"/>
                    <a:pt x="756" y="55"/>
                  </a:cubicBezTo>
                  <a:cubicBezTo>
                    <a:pt x="755" y="55"/>
                    <a:pt x="754" y="55"/>
                    <a:pt x="752" y="55"/>
                  </a:cubicBezTo>
                  <a:cubicBezTo>
                    <a:pt x="752" y="55"/>
                    <a:pt x="752" y="55"/>
                    <a:pt x="752" y="55"/>
                  </a:cubicBezTo>
                  <a:cubicBezTo>
                    <a:pt x="750" y="56"/>
                    <a:pt x="748" y="56"/>
                    <a:pt x="746" y="56"/>
                  </a:cubicBezTo>
                  <a:cubicBezTo>
                    <a:pt x="746" y="56"/>
                    <a:pt x="746" y="56"/>
                    <a:pt x="746" y="56"/>
                  </a:cubicBezTo>
                  <a:cubicBezTo>
                    <a:pt x="741" y="57"/>
                    <a:pt x="736" y="57"/>
                    <a:pt x="732" y="57"/>
                  </a:cubicBezTo>
                  <a:cubicBezTo>
                    <a:pt x="731" y="57"/>
                    <a:pt x="731" y="57"/>
                    <a:pt x="731" y="57"/>
                  </a:cubicBezTo>
                  <a:cubicBezTo>
                    <a:pt x="729" y="58"/>
                    <a:pt x="727" y="58"/>
                    <a:pt x="726" y="58"/>
                  </a:cubicBezTo>
                  <a:cubicBezTo>
                    <a:pt x="723" y="58"/>
                    <a:pt x="721" y="58"/>
                    <a:pt x="719" y="59"/>
                  </a:cubicBezTo>
                  <a:cubicBezTo>
                    <a:pt x="700" y="61"/>
                    <a:pt x="651" y="71"/>
                    <a:pt x="643" y="76"/>
                  </a:cubicBezTo>
                  <a:cubicBezTo>
                    <a:pt x="635" y="81"/>
                    <a:pt x="567" y="76"/>
                    <a:pt x="552" y="71"/>
                  </a:cubicBezTo>
                  <a:cubicBezTo>
                    <a:pt x="538" y="65"/>
                    <a:pt x="451" y="68"/>
                    <a:pt x="451" y="68"/>
                  </a:cubicBezTo>
                  <a:cubicBezTo>
                    <a:pt x="423" y="36"/>
                    <a:pt x="423" y="36"/>
                    <a:pt x="423" y="36"/>
                  </a:cubicBezTo>
                  <a:cubicBezTo>
                    <a:pt x="423" y="36"/>
                    <a:pt x="188" y="35"/>
                    <a:pt x="158" y="35"/>
                  </a:cubicBezTo>
                  <a:cubicBezTo>
                    <a:pt x="127" y="35"/>
                    <a:pt x="124" y="32"/>
                    <a:pt x="112" y="16"/>
                  </a:cubicBezTo>
                  <a:cubicBezTo>
                    <a:pt x="100" y="0"/>
                    <a:pt x="64" y="7"/>
                    <a:pt x="60" y="19"/>
                  </a:cubicBezTo>
                  <a:cubicBezTo>
                    <a:pt x="56" y="31"/>
                    <a:pt x="40" y="31"/>
                    <a:pt x="36" y="28"/>
                  </a:cubicBezTo>
                  <a:cubicBezTo>
                    <a:pt x="32" y="25"/>
                    <a:pt x="23" y="17"/>
                    <a:pt x="14" y="17"/>
                  </a:cubicBezTo>
                  <a:cubicBezTo>
                    <a:pt x="10" y="17"/>
                    <a:pt x="5" y="20"/>
                    <a:pt x="1" y="22"/>
                  </a:cubicBezTo>
                  <a:cubicBezTo>
                    <a:pt x="0" y="45"/>
                    <a:pt x="0" y="69"/>
                    <a:pt x="7" y="80"/>
                  </a:cubicBezTo>
                  <a:cubicBezTo>
                    <a:pt x="20" y="100"/>
                    <a:pt x="55" y="131"/>
                    <a:pt x="59" y="152"/>
                  </a:cubicBezTo>
                  <a:cubicBezTo>
                    <a:pt x="63" y="174"/>
                    <a:pt x="73" y="192"/>
                    <a:pt x="83" y="208"/>
                  </a:cubicBezTo>
                  <a:cubicBezTo>
                    <a:pt x="92" y="224"/>
                    <a:pt x="94" y="233"/>
                    <a:pt x="102" y="257"/>
                  </a:cubicBezTo>
                  <a:cubicBezTo>
                    <a:pt x="109" y="280"/>
                    <a:pt x="120" y="298"/>
                    <a:pt x="134" y="316"/>
                  </a:cubicBezTo>
                  <a:cubicBezTo>
                    <a:pt x="148" y="333"/>
                    <a:pt x="166" y="350"/>
                    <a:pt x="169" y="365"/>
                  </a:cubicBezTo>
                  <a:cubicBezTo>
                    <a:pt x="171" y="380"/>
                    <a:pt x="169" y="400"/>
                    <a:pt x="165" y="419"/>
                  </a:cubicBezTo>
                  <a:cubicBezTo>
                    <a:pt x="162" y="438"/>
                    <a:pt x="175" y="476"/>
                    <a:pt x="182" y="501"/>
                  </a:cubicBezTo>
                  <a:cubicBezTo>
                    <a:pt x="190" y="525"/>
                    <a:pt x="189" y="526"/>
                    <a:pt x="195" y="560"/>
                  </a:cubicBezTo>
                  <a:cubicBezTo>
                    <a:pt x="202" y="593"/>
                    <a:pt x="194" y="612"/>
                    <a:pt x="206" y="633"/>
                  </a:cubicBezTo>
                  <a:cubicBezTo>
                    <a:pt x="218" y="653"/>
                    <a:pt x="219" y="661"/>
                    <a:pt x="223" y="687"/>
                  </a:cubicBezTo>
                  <a:cubicBezTo>
                    <a:pt x="228" y="712"/>
                    <a:pt x="245" y="730"/>
                    <a:pt x="262" y="748"/>
                  </a:cubicBezTo>
                  <a:cubicBezTo>
                    <a:pt x="273" y="759"/>
                    <a:pt x="287" y="776"/>
                    <a:pt x="299" y="791"/>
                  </a:cubicBezTo>
                  <a:cubicBezTo>
                    <a:pt x="303" y="788"/>
                    <a:pt x="308" y="786"/>
                    <a:pt x="314" y="785"/>
                  </a:cubicBezTo>
                  <a:cubicBezTo>
                    <a:pt x="331" y="784"/>
                    <a:pt x="314" y="755"/>
                    <a:pt x="334" y="759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17" name="Freeform 116">
              <a:extLst>
                <a:ext uri="{FF2B5EF4-FFF2-40B4-BE49-F238E27FC236}">
                  <a16:creationId xmlns:a16="http://schemas.microsoft.com/office/drawing/2014/main" id="{F5AEFA17-8A66-1DC9-9807-87E81D221ECC}"/>
                </a:ext>
              </a:extLst>
            </p:cNvPr>
            <p:cNvSpPr>
              <a:spLocks/>
            </p:cNvSpPr>
            <p:nvPr/>
          </p:nvSpPr>
          <p:spPr bwMode="auto">
            <a:xfrm>
              <a:off x="4752975" y="3711576"/>
              <a:ext cx="528638" cy="566738"/>
            </a:xfrm>
            <a:custGeom>
              <a:avLst/>
              <a:gdLst>
                <a:gd name="T0" fmla="*/ 582 w 583"/>
                <a:gd name="T1" fmla="*/ 279 h 623"/>
                <a:gd name="T2" fmla="*/ 581 w 583"/>
                <a:gd name="T3" fmla="*/ 278 h 623"/>
                <a:gd name="T4" fmla="*/ 580 w 583"/>
                <a:gd name="T5" fmla="*/ 276 h 623"/>
                <a:gd name="T6" fmla="*/ 580 w 583"/>
                <a:gd name="T7" fmla="*/ 275 h 623"/>
                <a:gd name="T8" fmla="*/ 578 w 583"/>
                <a:gd name="T9" fmla="*/ 273 h 623"/>
                <a:gd name="T10" fmla="*/ 578 w 583"/>
                <a:gd name="T11" fmla="*/ 272 h 623"/>
                <a:gd name="T12" fmla="*/ 576 w 583"/>
                <a:gd name="T13" fmla="*/ 269 h 623"/>
                <a:gd name="T14" fmla="*/ 518 w 583"/>
                <a:gd name="T15" fmla="*/ 251 h 623"/>
                <a:gd name="T16" fmla="*/ 503 w 583"/>
                <a:gd name="T17" fmla="*/ 231 h 623"/>
                <a:gd name="T18" fmla="*/ 487 w 583"/>
                <a:gd name="T19" fmla="*/ 206 h 623"/>
                <a:gd name="T20" fmla="*/ 482 w 583"/>
                <a:gd name="T21" fmla="*/ 179 h 623"/>
                <a:gd name="T22" fmla="*/ 462 w 583"/>
                <a:gd name="T23" fmla="*/ 158 h 623"/>
                <a:gd name="T24" fmla="*/ 428 w 583"/>
                <a:gd name="T25" fmla="*/ 135 h 623"/>
                <a:gd name="T26" fmla="*/ 378 w 583"/>
                <a:gd name="T27" fmla="*/ 69 h 623"/>
                <a:gd name="T28" fmla="*/ 351 w 583"/>
                <a:gd name="T29" fmla="*/ 33 h 623"/>
                <a:gd name="T30" fmla="*/ 332 w 583"/>
                <a:gd name="T31" fmla="*/ 0 h 623"/>
                <a:gd name="T32" fmla="*/ 310 w 583"/>
                <a:gd name="T33" fmla="*/ 6 h 623"/>
                <a:gd name="T34" fmla="*/ 271 w 583"/>
                <a:gd name="T35" fmla="*/ 14 h 623"/>
                <a:gd name="T36" fmla="*/ 240 w 583"/>
                <a:gd name="T37" fmla="*/ 39 h 623"/>
                <a:gd name="T38" fmla="*/ 215 w 583"/>
                <a:gd name="T39" fmla="*/ 18 h 623"/>
                <a:gd name="T40" fmla="*/ 167 w 583"/>
                <a:gd name="T41" fmla="*/ 18 h 623"/>
                <a:gd name="T42" fmla="*/ 120 w 583"/>
                <a:gd name="T43" fmla="*/ 26 h 623"/>
                <a:gd name="T44" fmla="*/ 63 w 583"/>
                <a:gd name="T45" fmla="*/ 35 h 623"/>
                <a:gd name="T46" fmla="*/ 60 w 583"/>
                <a:gd name="T47" fmla="*/ 273 h 623"/>
                <a:gd name="T48" fmla="*/ 0 w 583"/>
                <a:gd name="T49" fmla="*/ 275 h 623"/>
                <a:gd name="T50" fmla="*/ 0 w 583"/>
                <a:gd name="T51" fmla="*/ 311 h 623"/>
                <a:gd name="T52" fmla="*/ 0 w 583"/>
                <a:gd name="T53" fmla="*/ 312 h 623"/>
                <a:gd name="T54" fmla="*/ 0 w 583"/>
                <a:gd name="T55" fmla="*/ 315 h 623"/>
                <a:gd name="T56" fmla="*/ 0 w 583"/>
                <a:gd name="T57" fmla="*/ 316 h 623"/>
                <a:gd name="T58" fmla="*/ 0 w 583"/>
                <a:gd name="T59" fmla="*/ 319 h 623"/>
                <a:gd name="T60" fmla="*/ 0 w 583"/>
                <a:gd name="T61" fmla="*/ 324 h 623"/>
                <a:gd name="T62" fmla="*/ 0 w 583"/>
                <a:gd name="T63" fmla="*/ 327 h 623"/>
                <a:gd name="T64" fmla="*/ 0 w 583"/>
                <a:gd name="T65" fmla="*/ 333 h 623"/>
                <a:gd name="T66" fmla="*/ 0 w 583"/>
                <a:gd name="T67" fmla="*/ 337 h 623"/>
                <a:gd name="T68" fmla="*/ 0 w 583"/>
                <a:gd name="T69" fmla="*/ 471 h 623"/>
                <a:gd name="T70" fmla="*/ 22 w 583"/>
                <a:gd name="T71" fmla="*/ 481 h 623"/>
                <a:gd name="T72" fmla="*/ 40 w 583"/>
                <a:gd name="T73" fmla="*/ 515 h 623"/>
                <a:gd name="T74" fmla="*/ 49 w 583"/>
                <a:gd name="T75" fmla="*/ 539 h 623"/>
                <a:gd name="T76" fmla="*/ 54 w 583"/>
                <a:gd name="T77" fmla="*/ 559 h 623"/>
                <a:gd name="T78" fmla="*/ 40 w 583"/>
                <a:gd name="T79" fmla="*/ 579 h 623"/>
                <a:gd name="T80" fmla="*/ 38 w 583"/>
                <a:gd name="T81" fmla="*/ 601 h 623"/>
                <a:gd name="T82" fmla="*/ 44 w 583"/>
                <a:gd name="T83" fmla="*/ 615 h 623"/>
                <a:gd name="T84" fmla="*/ 74 w 583"/>
                <a:gd name="T85" fmla="*/ 604 h 623"/>
                <a:gd name="T86" fmla="*/ 118 w 583"/>
                <a:gd name="T87" fmla="*/ 597 h 623"/>
                <a:gd name="T88" fmla="*/ 147 w 583"/>
                <a:gd name="T89" fmla="*/ 571 h 623"/>
                <a:gd name="T90" fmla="*/ 174 w 583"/>
                <a:gd name="T91" fmla="*/ 539 h 623"/>
                <a:gd name="T92" fmla="*/ 192 w 583"/>
                <a:gd name="T93" fmla="*/ 497 h 623"/>
                <a:gd name="T94" fmla="*/ 230 w 583"/>
                <a:gd name="T95" fmla="*/ 509 h 623"/>
                <a:gd name="T96" fmla="*/ 266 w 583"/>
                <a:gd name="T97" fmla="*/ 531 h 623"/>
                <a:gd name="T98" fmla="*/ 320 w 583"/>
                <a:gd name="T99" fmla="*/ 533 h 623"/>
                <a:gd name="T100" fmla="*/ 368 w 583"/>
                <a:gd name="T101" fmla="*/ 500 h 623"/>
                <a:gd name="T102" fmla="*/ 386 w 583"/>
                <a:gd name="T103" fmla="*/ 459 h 623"/>
                <a:gd name="T104" fmla="*/ 422 w 583"/>
                <a:gd name="T105" fmla="*/ 443 h 623"/>
                <a:gd name="T106" fmla="*/ 444 w 583"/>
                <a:gd name="T107" fmla="*/ 415 h 623"/>
                <a:gd name="T108" fmla="*/ 460 w 583"/>
                <a:gd name="T109" fmla="*/ 379 h 623"/>
                <a:gd name="T110" fmla="*/ 508 w 583"/>
                <a:gd name="T111" fmla="*/ 349 h 623"/>
                <a:gd name="T112" fmla="*/ 538 w 583"/>
                <a:gd name="T113" fmla="*/ 318 h 623"/>
                <a:gd name="T114" fmla="*/ 572 w 583"/>
                <a:gd name="T115" fmla="*/ 303 h 623"/>
                <a:gd name="T116" fmla="*/ 583 w 583"/>
                <a:gd name="T117" fmla="*/ 281 h 623"/>
                <a:gd name="T118" fmla="*/ 583 w 583"/>
                <a:gd name="T119" fmla="*/ 281 h 623"/>
                <a:gd name="T120" fmla="*/ 582 w 583"/>
                <a:gd name="T121" fmla="*/ 279 h 6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83" h="623">
                  <a:moveTo>
                    <a:pt x="582" y="279"/>
                  </a:moveTo>
                  <a:cubicBezTo>
                    <a:pt x="582" y="278"/>
                    <a:pt x="581" y="278"/>
                    <a:pt x="581" y="278"/>
                  </a:cubicBezTo>
                  <a:cubicBezTo>
                    <a:pt x="581" y="277"/>
                    <a:pt x="580" y="277"/>
                    <a:pt x="580" y="276"/>
                  </a:cubicBezTo>
                  <a:cubicBezTo>
                    <a:pt x="580" y="275"/>
                    <a:pt x="580" y="275"/>
                    <a:pt x="580" y="275"/>
                  </a:cubicBezTo>
                  <a:cubicBezTo>
                    <a:pt x="579" y="274"/>
                    <a:pt x="579" y="273"/>
                    <a:pt x="578" y="273"/>
                  </a:cubicBezTo>
                  <a:cubicBezTo>
                    <a:pt x="578" y="272"/>
                    <a:pt x="578" y="272"/>
                    <a:pt x="578" y="272"/>
                  </a:cubicBezTo>
                  <a:cubicBezTo>
                    <a:pt x="577" y="271"/>
                    <a:pt x="577" y="270"/>
                    <a:pt x="576" y="269"/>
                  </a:cubicBezTo>
                  <a:cubicBezTo>
                    <a:pt x="568" y="253"/>
                    <a:pt x="531" y="255"/>
                    <a:pt x="518" y="251"/>
                  </a:cubicBezTo>
                  <a:cubicBezTo>
                    <a:pt x="504" y="247"/>
                    <a:pt x="512" y="231"/>
                    <a:pt x="503" y="231"/>
                  </a:cubicBezTo>
                  <a:cubicBezTo>
                    <a:pt x="494" y="231"/>
                    <a:pt x="487" y="219"/>
                    <a:pt x="487" y="206"/>
                  </a:cubicBezTo>
                  <a:cubicBezTo>
                    <a:pt x="487" y="193"/>
                    <a:pt x="499" y="179"/>
                    <a:pt x="482" y="179"/>
                  </a:cubicBezTo>
                  <a:cubicBezTo>
                    <a:pt x="464" y="179"/>
                    <a:pt x="467" y="177"/>
                    <a:pt x="462" y="158"/>
                  </a:cubicBezTo>
                  <a:cubicBezTo>
                    <a:pt x="456" y="139"/>
                    <a:pt x="455" y="142"/>
                    <a:pt x="428" y="135"/>
                  </a:cubicBezTo>
                  <a:cubicBezTo>
                    <a:pt x="402" y="129"/>
                    <a:pt x="379" y="95"/>
                    <a:pt x="378" y="69"/>
                  </a:cubicBezTo>
                  <a:cubicBezTo>
                    <a:pt x="376" y="42"/>
                    <a:pt x="355" y="50"/>
                    <a:pt x="351" y="33"/>
                  </a:cubicBezTo>
                  <a:cubicBezTo>
                    <a:pt x="349" y="22"/>
                    <a:pt x="340" y="10"/>
                    <a:pt x="332" y="0"/>
                  </a:cubicBezTo>
                  <a:cubicBezTo>
                    <a:pt x="322" y="1"/>
                    <a:pt x="315" y="4"/>
                    <a:pt x="310" y="6"/>
                  </a:cubicBezTo>
                  <a:cubicBezTo>
                    <a:pt x="302" y="10"/>
                    <a:pt x="290" y="7"/>
                    <a:pt x="271" y="14"/>
                  </a:cubicBezTo>
                  <a:cubicBezTo>
                    <a:pt x="252" y="21"/>
                    <a:pt x="251" y="29"/>
                    <a:pt x="240" y="39"/>
                  </a:cubicBezTo>
                  <a:cubicBezTo>
                    <a:pt x="230" y="50"/>
                    <a:pt x="220" y="35"/>
                    <a:pt x="215" y="18"/>
                  </a:cubicBezTo>
                  <a:cubicBezTo>
                    <a:pt x="210" y="1"/>
                    <a:pt x="186" y="18"/>
                    <a:pt x="167" y="18"/>
                  </a:cubicBezTo>
                  <a:cubicBezTo>
                    <a:pt x="148" y="18"/>
                    <a:pt x="139" y="25"/>
                    <a:pt x="120" y="26"/>
                  </a:cubicBezTo>
                  <a:cubicBezTo>
                    <a:pt x="102" y="27"/>
                    <a:pt x="63" y="35"/>
                    <a:pt x="63" y="35"/>
                  </a:cubicBezTo>
                  <a:cubicBezTo>
                    <a:pt x="60" y="273"/>
                    <a:pt x="60" y="273"/>
                    <a:pt x="60" y="273"/>
                  </a:cubicBezTo>
                  <a:cubicBezTo>
                    <a:pt x="0" y="275"/>
                    <a:pt x="0" y="275"/>
                    <a:pt x="0" y="275"/>
                  </a:cubicBezTo>
                  <a:cubicBezTo>
                    <a:pt x="0" y="311"/>
                    <a:pt x="0" y="311"/>
                    <a:pt x="0" y="311"/>
                  </a:cubicBezTo>
                  <a:cubicBezTo>
                    <a:pt x="0" y="312"/>
                    <a:pt x="0" y="312"/>
                    <a:pt x="0" y="312"/>
                  </a:cubicBezTo>
                  <a:cubicBezTo>
                    <a:pt x="0" y="313"/>
                    <a:pt x="0" y="314"/>
                    <a:pt x="0" y="315"/>
                  </a:cubicBezTo>
                  <a:cubicBezTo>
                    <a:pt x="0" y="316"/>
                    <a:pt x="0" y="316"/>
                    <a:pt x="0" y="316"/>
                  </a:cubicBezTo>
                  <a:cubicBezTo>
                    <a:pt x="0" y="317"/>
                    <a:pt x="0" y="318"/>
                    <a:pt x="0" y="319"/>
                  </a:cubicBezTo>
                  <a:cubicBezTo>
                    <a:pt x="0" y="321"/>
                    <a:pt x="0" y="322"/>
                    <a:pt x="0" y="324"/>
                  </a:cubicBezTo>
                  <a:cubicBezTo>
                    <a:pt x="0" y="325"/>
                    <a:pt x="0" y="326"/>
                    <a:pt x="0" y="327"/>
                  </a:cubicBezTo>
                  <a:cubicBezTo>
                    <a:pt x="0" y="329"/>
                    <a:pt x="0" y="331"/>
                    <a:pt x="0" y="333"/>
                  </a:cubicBezTo>
                  <a:cubicBezTo>
                    <a:pt x="0" y="335"/>
                    <a:pt x="0" y="336"/>
                    <a:pt x="0" y="337"/>
                  </a:cubicBezTo>
                  <a:cubicBezTo>
                    <a:pt x="0" y="366"/>
                    <a:pt x="0" y="417"/>
                    <a:pt x="0" y="471"/>
                  </a:cubicBezTo>
                  <a:cubicBezTo>
                    <a:pt x="8" y="472"/>
                    <a:pt x="17" y="475"/>
                    <a:pt x="22" y="481"/>
                  </a:cubicBezTo>
                  <a:cubicBezTo>
                    <a:pt x="31" y="493"/>
                    <a:pt x="33" y="509"/>
                    <a:pt x="40" y="515"/>
                  </a:cubicBezTo>
                  <a:cubicBezTo>
                    <a:pt x="46" y="520"/>
                    <a:pt x="41" y="536"/>
                    <a:pt x="49" y="539"/>
                  </a:cubicBezTo>
                  <a:cubicBezTo>
                    <a:pt x="57" y="541"/>
                    <a:pt x="57" y="552"/>
                    <a:pt x="54" y="559"/>
                  </a:cubicBezTo>
                  <a:cubicBezTo>
                    <a:pt x="50" y="565"/>
                    <a:pt x="42" y="571"/>
                    <a:pt x="40" y="579"/>
                  </a:cubicBezTo>
                  <a:cubicBezTo>
                    <a:pt x="38" y="587"/>
                    <a:pt x="38" y="594"/>
                    <a:pt x="38" y="601"/>
                  </a:cubicBezTo>
                  <a:cubicBezTo>
                    <a:pt x="39" y="607"/>
                    <a:pt x="38" y="623"/>
                    <a:pt x="44" y="615"/>
                  </a:cubicBezTo>
                  <a:cubicBezTo>
                    <a:pt x="50" y="606"/>
                    <a:pt x="58" y="602"/>
                    <a:pt x="74" y="604"/>
                  </a:cubicBezTo>
                  <a:cubicBezTo>
                    <a:pt x="89" y="606"/>
                    <a:pt x="106" y="613"/>
                    <a:pt x="118" y="597"/>
                  </a:cubicBezTo>
                  <a:cubicBezTo>
                    <a:pt x="130" y="581"/>
                    <a:pt x="134" y="579"/>
                    <a:pt x="147" y="571"/>
                  </a:cubicBezTo>
                  <a:cubicBezTo>
                    <a:pt x="160" y="563"/>
                    <a:pt x="168" y="556"/>
                    <a:pt x="174" y="539"/>
                  </a:cubicBezTo>
                  <a:cubicBezTo>
                    <a:pt x="180" y="523"/>
                    <a:pt x="179" y="497"/>
                    <a:pt x="192" y="497"/>
                  </a:cubicBezTo>
                  <a:cubicBezTo>
                    <a:pt x="204" y="496"/>
                    <a:pt x="225" y="497"/>
                    <a:pt x="230" y="509"/>
                  </a:cubicBezTo>
                  <a:cubicBezTo>
                    <a:pt x="234" y="521"/>
                    <a:pt x="242" y="528"/>
                    <a:pt x="266" y="531"/>
                  </a:cubicBezTo>
                  <a:cubicBezTo>
                    <a:pt x="290" y="533"/>
                    <a:pt x="298" y="543"/>
                    <a:pt x="320" y="533"/>
                  </a:cubicBezTo>
                  <a:cubicBezTo>
                    <a:pt x="343" y="524"/>
                    <a:pt x="364" y="517"/>
                    <a:pt x="368" y="500"/>
                  </a:cubicBezTo>
                  <a:cubicBezTo>
                    <a:pt x="372" y="483"/>
                    <a:pt x="367" y="456"/>
                    <a:pt x="386" y="459"/>
                  </a:cubicBezTo>
                  <a:cubicBezTo>
                    <a:pt x="404" y="463"/>
                    <a:pt x="414" y="454"/>
                    <a:pt x="422" y="443"/>
                  </a:cubicBezTo>
                  <a:cubicBezTo>
                    <a:pt x="431" y="431"/>
                    <a:pt x="440" y="433"/>
                    <a:pt x="444" y="415"/>
                  </a:cubicBezTo>
                  <a:cubicBezTo>
                    <a:pt x="447" y="396"/>
                    <a:pt x="440" y="389"/>
                    <a:pt x="460" y="379"/>
                  </a:cubicBezTo>
                  <a:cubicBezTo>
                    <a:pt x="481" y="369"/>
                    <a:pt x="502" y="363"/>
                    <a:pt x="508" y="349"/>
                  </a:cubicBezTo>
                  <a:cubicBezTo>
                    <a:pt x="513" y="334"/>
                    <a:pt x="523" y="321"/>
                    <a:pt x="538" y="318"/>
                  </a:cubicBezTo>
                  <a:cubicBezTo>
                    <a:pt x="554" y="315"/>
                    <a:pt x="566" y="313"/>
                    <a:pt x="572" y="303"/>
                  </a:cubicBezTo>
                  <a:cubicBezTo>
                    <a:pt x="575" y="297"/>
                    <a:pt x="580" y="289"/>
                    <a:pt x="583" y="281"/>
                  </a:cubicBezTo>
                  <a:cubicBezTo>
                    <a:pt x="583" y="281"/>
                    <a:pt x="583" y="281"/>
                    <a:pt x="583" y="281"/>
                  </a:cubicBezTo>
                  <a:cubicBezTo>
                    <a:pt x="583" y="280"/>
                    <a:pt x="582" y="280"/>
                    <a:pt x="582" y="279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18" name="Freeform 117">
              <a:extLst>
                <a:ext uri="{FF2B5EF4-FFF2-40B4-BE49-F238E27FC236}">
                  <a16:creationId xmlns:a16="http://schemas.microsoft.com/office/drawing/2014/main" id="{CEAB9709-96C7-C487-5971-AB9E2F72834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3688" y="4194176"/>
              <a:ext cx="84138" cy="106363"/>
            </a:xfrm>
            <a:custGeom>
              <a:avLst/>
              <a:gdLst>
                <a:gd name="T0" fmla="*/ 69 w 93"/>
                <a:gd name="T1" fmla="*/ 16 h 117"/>
                <a:gd name="T2" fmla="*/ 42 w 93"/>
                <a:gd name="T3" fmla="*/ 2 h 117"/>
                <a:gd name="T4" fmla="*/ 25 w 93"/>
                <a:gd name="T5" fmla="*/ 19 h 117"/>
                <a:gd name="T6" fmla="*/ 10 w 93"/>
                <a:gd name="T7" fmla="*/ 40 h 117"/>
                <a:gd name="T8" fmla="*/ 2 w 93"/>
                <a:gd name="T9" fmla="*/ 59 h 117"/>
                <a:gd name="T10" fmla="*/ 9 w 93"/>
                <a:gd name="T11" fmla="*/ 77 h 117"/>
                <a:gd name="T12" fmla="*/ 26 w 93"/>
                <a:gd name="T13" fmla="*/ 98 h 117"/>
                <a:gd name="T14" fmla="*/ 41 w 93"/>
                <a:gd name="T15" fmla="*/ 110 h 117"/>
                <a:gd name="T16" fmla="*/ 79 w 93"/>
                <a:gd name="T17" fmla="*/ 103 h 117"/>
                <a:gd name="T18" fmla="*/ 84 w 93"/>
                <a:gd name="T19" fmla="*/ 77 h 117"/>
                <a:gd name="T20" fmla="*/ 93 w 93"/>
                <a:gd name="T21" fmla="*/ 72 h 117"/>
                <a:gd name="T22" fmla="*/ 93 w 93"/>
                <a:gd name="T23" fmla="*/ 72 h 117"/>
                <a:gd name="T24" fmla="*/ 89 w 93"/>
                <a:gd name="T25" fmla="*/ 53 h 117"/>
                <a:gd name="T26" fmla="*/ 89 w 93"/>
                <a:gd name="T27" fmla="*/ 52 h 117"/>
                <a:gd name="T28" fmla="*/ 89 w 93"/>
                <a:gd name="T29" fmla="*/ 50 h 117"/>
                <a:gd name="T30" fmla="*/ 89 w 93"/>
                <a:gd name="T31" fmla="*/ 49 h 117"/>
                <a:gd name="T32" fmla="*/ 88 w 93"/>
                <a:gd name="T33" fmla="*/ 47 h 117"/>
                <a:gd name="T34" fmla="*/ 88 w 93"/>
                <a:gd name="T35" fmla="*/ 46 h 117"/>
                <a:gd name="T36" fmla="*/ 88 w 93"/>
                <a:gd name="T37" fmla="*/ 44 h 117"/>
                <a:gd name="T38" fmla="*/ 88 w 93"/>
                <a:gd name="T39" fmla="*/ 39 h 117"/>
                <a:gd name="T40" fmla="*/ 88 w 93"/>
                <a:gd name="T41" fmla="*/ 38 h 117"/>
                <a:gd name="T42" fmla="*/ 87 w 93"/>
                <a:gd name="T43" fmla="*/ 32 h 117"/>
                <a:gd name="T44" fmla="*/ 87 w 93"/>
                <a:gd name="T45" fmla="*/ 31 h 117"/>
                <a:gd name="T46" fmla="*/ 83 w 93"/>
                <a:gd name="T47" fmla="*/ 19 h 117"/>
                <a:gd name="T48" fmla="*/ 83 w 93"/>
                <a:gd name="T49" fmla="*/ 19 h 117"/>
                <a:gd name="T50" fmla="*/ 69 w 93"/>
                <a:gd name="T51" fmla="*/ 16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93" h="117">
                  <a:moveTo>
                    <a:pt x="69" y="16"/>
                  </a:moveTo>
                  <a:cubicBezTo>
                    <a:pt x="60" y="11"/>
                    <a:pt x="51" y="0"/>
                    <a:pt x="42" y="2"/>
                  </a:cubicBezTo>
                  <a:cubicBezTo>
                    <a:pt x="34" y="4"/>
                    <a:pt x="28" y="11"/>
                    <a:pt x="25" y="19"/>
                  </a:cubicBezTo>
                  <a:cubicBezTo>
                    <a:pt x="23" y="27"/>
                    <a:pt x="14" y="37"/>
                    <a:pt x="10" y="40"/>
                  </a:cubicBezTo>
                  <a:cubicBezTo>
                    <a:pt x="6" y="43"/>
                    <a:pt x="2" y="52"/>
                    <a:pt x="2" y="59"/>
                  </a:cubicBezTo>
                  <a:cubicBezTo>
                    <a:pt x="2" y="66"/>
                    <a:pt x="0" y="73"/>
                    <a:pt x="9" y="77"/>
                  </a:cubicBezTo>
                  <a:cubicBezTo>
                    <a:pt x="19" y="81"/>
                    <a:pt x="23" y="91"/>
                    <a:pt x="26" y="98"/>
                  </a:cubicBezTo>
                  <a:cubicBezTo>
                    <a:pt x="30" y="105"/>
                    <a:pt x="27" y="109"/>
                    <a:pt x="41" y="110"/>
                  </a:cubicBezTo>
                  <a:cubicBezTo>
                    <a:pt x="55" y="110"/>
                    <a:pt x="78" y="117"/>
                    <a:pt x="79" y="103"/>
                  </a:cubicBezTo>
                  <a:cubicBezTo>
                    <a:pt x="80" y="89"/>
                    <a:pt x="78" y="80"/>
                    <a:pt x="84" y="77"/>
                  </a:cubicBezTo>
                  <a:cubicBezTo>
                    <a:pt x="86" y="75"/>
                    <a:pt x="90" y="73"/>
                    <a:pt x="93" y="72"/>
                  </a:cubicBezTo>
                  <a:cubicBezTo>
                    <a:pt x="93" y="72"/>
                    <a:pt x="93" y="72"/>
                    <a:pt x="93" y="72"/>
                  </a:cubicBezTo>
                  <a:cubicBezTo>
                    <a:pt x="91" y="66"/>
                    <a:pt x="90" y="59"/>
                    <a:pt x="89" y="53"/>
                  </a:cubicBezTo>
                  <a:cubicBezTo>
                    <a:pt x="89" y="53"/>
                    <a:pt x="89" y="53"/>
                    <a:pt x="89" y="52"/>
                  </a:cubicBezTo>
                  <a:cubicBezTo>
                    <a:pt x="89" y="51"/>
                    <a:pt x="89" y="51"/>
                    <a:pt x="89" y="50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9" y="48"/>
                    <a:pt x="88" y="48"/>
                    <a:pt x="88" y="47"/>
                  </a:cubicBezTo>
                  <a:cubicBezTo>
                    <a:pt x="88" y="46"/>
                    <a:pt x="88" y="46"/>
                    <a:pt x="88" y="46"/>
                  </a:cubicBezTo>
                  <a:cubicBezTo>
                    <a:pt x="88" y="45"/>
                    <a:pt x="88" y="45"/>
                    <a:pt x="88" y="44"/>
                  </a:cubicBezTo>
                  <a:cubicBezTo>
                    <a:pt x="88" y="42"/>
                    <a:pt x="88" y="40"/>
                    <a:pt x="88" y="39"/>
                  </a:cubicBezTo>
                  <a:cubicBezTo>
                    <a:pt x="88" y="38"/>
                    <a:pt x="88" y="38"/>
                    <a:pt x="88" y="38"/>
                  </a:cubicBezTo>
                  <a:cubicBezTo>
                    <a:pt x="88" y="36"/>
                    <a:pt x="87" y="34"/>
                    <a:pt x="87" y="32"/>
                  </a:cubicBezTo>
                  <a:cubicBezTo>
                    <a:pt x="87" y="32"/>
                    <a:pt x="87" y="32"/>
                    <a:pt x="87" y="31"/>
                  </a:cubicBezTo>
                  <a:cubicBezTo>
                    <a:pt x="86" y="27"/>
                    <a:pt x="85" y="23"/>
                    <a:pt x="83" y="19"/>
                  </a:cubicBezTo>
                  <a:cubicBezTo>
                    <a:pt x="83" y="19"/>
                    <a:pt x="83" y="19"/>
                    <a:pt x="83" y="19"/>
                  </a:cubicBezTo>
                  <a:cubicBezTo>
                    <a:pt x="80" y="19"/>
                    <a:pt x="74" y="18"/>
                    <a:pt x="69" y="16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19" name="Freeform 118">
              <a:extLst>
                <a:ext uri="{FF2B5EF4-FFF2-40B4-BE49-F238E27FC236}">
                  <a16:creationId xmlns:a16="http://schemas.microsoft.com/office/drawing/2014/main" id="{641E3686-5FB2-DE0E-E823-B8E8DE51DF0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548188" y="3967163"/>
              <a:ext cx="955675" cy="800100"/>
            </a:xfrm>
            <a:custGeom>
              <a:avLst/>
              <a:gdLst>
                <a:gd name="T0" fmla="*/ 1008 w 1052"/>
                <a:gd name="T1" fmla="*/ 331 h 880"/>
                <a:gd name="T2" fmla="*/ 1006 w 1052"/>
                <a:gd name="T3" fmla="*/ 329 h 880"/>
                <a:gd name="T4" fmla="*/ 1003 w 1052"/>
                <a:gd name="T5" fmla="*/ 323 h 880"/>
                <a:gd name="T6" fmla="*/ 993 w 1052"/>
                <a:gd name="T7" fmla="*/ 326 h 880"/>
                <a:gd name="T8" fmla="*/ 935 w 1052"/>
                <a:gd name="T9" fmla="*/ 347 h 880"/>
                <a:gd name="T10" fmla="*/ 919 w 1052"/>
                <a:gd name="T11" fmla="*/ 289 h 880"/>
                <a:gd name="T12" fmla="*/ 978 w 1052"/>
                <a:gd name="T13" fmla="*/ 265 h 880"/>
                <a:gd name="T14" fmla="*/ 991 w 1052"/>
                <a:gd name="T15" fmla="*/ 262 h 880"/>
                <a:gd name="T16" fmla="*/ 949 w 1052"/>
                <a:gd name="T17" fmla="*/ 45 h 880"/>
                <a:gd name="T18" fmla="*/ 947 w 1052"/>
                <a:gd name="T19" fmla="*/ 36 h 880"/>
                <a:gd name="T20" fmla="*/ 942 w 1052"/>
                <a:gd name="T21" fmla="*/ 28 h 880"/>
                <a:gd name="T22" fmla="*/ 893 w 1052"/>
                <a:gd name="T23" fmla="*/ 21 h 880"/>
                <a:gd name="T24" fmla="*/ 886 w 1052"/>
                <a:gd name="T25" fmla="*/ 22 h 880"/>
                <a:gd name="T26" fmla="*/ 836 w 1052"/>
                <a:gd name="T27" fmla="*/ 12 h 880"/>
                <a:gd name="T28" fmla="*/ 826 w 1052"/>
                <a:gd name="T29" fmla="*/ 11 h 880"/>
                <a:gd name="T30" fmla="*/ 821 w 1052"/>
                <a:gd name="T31" fmla="*/ 10 h 880"/>
                <a:gd name="T32" fmla="*/ 815 w 1052"/>
                <a:gd name="T33" fmla="*/ 7 h 880"/>
                <a:gd name="T34" fmla="*/ 812 w 1052"/>
                <a:gd name="T35" fmla="*/ 5 h 880"/>
                <a:gd name="T36" fmla="*/ 808 w 1052"/>
                <a:gd name="T37" fmla="*/ 0 h 880"/>
                <a:gd name="T38" fmla="*/ 763 w 1052"/>
                <a:gd name="T39" fmla="*/ 37 h 880"/>
                <a:gd name="T40" fmla="*/ 669 w 1052"/>
                <a:gd name="T41" fmla="*/ 134 h 880"/>
                <a:gd name="T42" fmla="*/ 593 w 1052"/>
                <a:gd name="T43" fmla="*/ 219 h 880"/>
                <a:gd name="T44" fmla="*/ 455 w 1052"/>
                <a:gd name="T45" fmla="*/ 228 h 880"/>
                <a:gd name="T46" fmla="*/ 372 w 1052"/>
                <a:gd name="T47" fmla="*/ 290 h 880"/>
                <a:gd name="T48" fmla="*/ 269 w 1052"/>
                <a:gd name="T49" fmla="*/ 334 h 880"/>
                <a:gd name="T50" fmla="*/ 279 w 1052"/>
                <a:gd name="T51" fmla="*/ 278 h 880"/>
                <a:gd name="T52" fmla="*/ 247 w 1052"/>
                <a:gd name="T53" fmla="*/ 200 h 880"/>
                <a:gd name="T54" fmla="*/ 224 w 1052"/>
                <a:gd name="T55" fmla="*/ 396 h 880"/>
                <a:gd name="T56" fmla="*/ 224 w 1052"/>
                <a:gd name="T57" fmla="*/ 404 h 880"/>
                <a:gd name="T58" fmla="*/ 224 w 1052"/>
                <a:gd name="T59" fmla="*/ 409 h 880"/>
                <a:gd name="T60" fmla="*/ 224 w 1052"/>
                <a:gd name="T61" fmla="*/ 414 h 880"/>
                <a:gd name="T62" fmla="*/ 224 w 1052"/>
                <a:gd name="T63" fmla="*/ 417 h 880"/>
                <a:gd name="T64" fmla="*/ 183 w 1052"/>
                <a:gd name="T65" fmla="*/ 461 h 880"/>
                <a:gd name="T66" fmla="*/ 71 w 1052"/>
                <a:gd name="T67" fmla="*/ 460 h 880"/>
                <a:gd name="T68" fmla="*/ 15 w 1052"/>
                <a:gd name="T69" fmla="*/ 438 h 880"/>
                <a:gd name="T70" fmla="*/ 43 w 1052"/>
                <a:gd name="T71" fmla="*/ 536 h 880"/>
                <a:gd name="T72" fmla="*/ 120 w 1052"/>
                <a:gd name="T73" fmla="*/ 690 h 880"/>
                <a:gd name="T74" fmla="*/ 118 w 1052"/>
                <a:gd name="T75" fmla="*/ 792 h 880"/>
                <a:gd name="T76" fmla="*/ 209 w 1052"/>
                <a:gd name="T77" fmla="*/ 876 h 880"/>
                <a:gd name="T78" fmla="*/ 355 w 1052"/>
                <a:gd name="T79" fmla="*/ 842 h 880"/>
                <a:gd name="T80" fmla="*/ 475 w 1052"/>
                <a:gd name="T81" fmla="*/ 830 h 880"/>
                <a:gd name="T82" fmla="*/ 621 w 1052"/>
                <a:gd name="T83" fmla="*/ 805 h 880"/>
                <a:gd name="T84" fmla="*/ 823 w 1052"/>
                <a:gd name="T85" fmla="*/ 667 h 880"/>
                <a:gd name="T86" fmla="*/ 1020 w 1052"/>
                <a:gd name="T87" fmla="*/ 436 h 880"/>
                <a:gd name="T88" fmla="*/ 1052 w 1052"/>
                <a:gd name="T89" fmla="*/ 322 h 880"/>
                <a:gd name="T90" fmla="*/ 817 w 1052"/>
                <a:gd name="T91" fmla="*/ 510 h 880"/>
                <a:gd name="T92" fmla="*/ 745 w 1052"/>
                <a:gd name="T93" fmla="*/ 581 h 880"/>
                <a:gd name="T94" fmla="*/ 686 w 1052"/>
                <a:gd name="T95" fmla="*/ 543 h 880"/>
                <a:gd name="T96" fmla="*/ 712 w 1052"/>
                <a:gd name="T97" fmla="*/ 484 h 880"/>
                <a:gd name="T98" fmla="*/ 771 w 1052"/>
                <a:gd name="T99" fmla="*/ 444 h 880"/>
                <a:gd name="T100" fmla="*/ 825 w 1052"/>
                <a:gd name="T101" fmla="*/ 495 h 8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052" h="880">
                  <a:moveTo>
                    <a:pt x="1009" y="331"/>
                  </a:moveTo>
                  <a:cubicBezTo>
                    <a:pt x="1009" y="331"/>
                    <a:pt x="1009" y="331"/>
                    <a:pt x="1009" y="331"/>
                  </a:cubicBezTo>
                  <a:cubicBezTo>
                    <a:pt x="1008" y="331"/>
                    <a:pt x="1008" y="331"/>
                    <a:pt x="1008" y="331"/>
                  </a:cubicBezTo>
                  <a:cubicBezTo>
                    <a:pt x="1007" y="330"/>
                    <a:pt x="1007" y="330"/>
                    <a:pt x="1007" y="330"/>
                  </a:cubicBezTo>
                  <a:cubicBezTo>
                    <a:pt x="1007" y="330"/>
                    <a:pt x="1007" y="330"/>
                    <a:pt x="1006" y="329"/>
                  </a:cubicBezTo>
                  <a:cubicBezTo>
                    <a:pt x="1006" y="329"/>
                    <a:pt x="1006" y="329"/>
                    <a:pt x="1006" y="329"/>
                  </a:cubicBezTo>
                  <a:cubicBezTo>
                    <a:pt x="1006" y="328"/>
                    <a:pt x="1005" y="328"/>
                    <a:pt x="1005" y="328"/>
                  </a:cubicBezTo>
                  <a:cubicBezTo>
                    <a:pt x="1004" y="327"/>
                    <a:pt x="1004" y="325"/>
                    <a:pt x="1003" y="323"/>
                  </a:cubicBezTo>
                  <a:cubicBezTo>
                    <a:pt x="1003" y="323"/>
                    <a:pt x="1003" y="323"/>
                    <a:pt x="1003" y="323"/>
                  </a:cubicBezTo>
                  <a:cubicBezTo>
                    <a:pt x="1002" y="322"/>
                    <a:pt x="1002" y="321"/>
                    <a:pt x="1002" y="321"/>
                  </a:cubicBezTo>
                  <a:cubicBezTo>
                    <a:pt x="1002" y="321"/>
                    <a:pt x="1002" y="321"/>
                    <a:pt x="1002" y="321"/>
                  </a:cubicBezTo>
                  <a:cubicBezTo>
                    <a:pt x="999" y="322"/>
                    <a:pt x="995" y="324"/>
                    <a:pt x="993" y="326"/>
                  </a:cubicBezTo>
                  <a:cubicBezTo>
                    <a:pt x="987" y="329"/>
                    <a:pt x="989" y="338"/>
                    <a:pt x="988" y="352"/>
                  </a:cubicBezTo>
                  <a:cubicBezTo>
                    <a:pt x="987" y="366"/>
                    <a:pt x="964" y="359"/>
                    <a:pt x="950" y="359"/>
                  </a:cubicBezTo>
                  <a:cubicBezTo>
                    <a:pt x="936" y="358"/>
                    <a:pt x="939" y="354"/>
                    <a:pt x="935" y="347"/>
                  </a:cubicBezTo>
                  <a:cubicBezTo>
                    <a:pt x="932" y="340"/>
                    <a:pt x="928" y="330"/>
                    <a:pt x="918" y="326"/>
                  </a:cubicBezTo>
                  <a:cubicBezTo>
                    <a:pt x="909" y="322"/>
                    <a:pt x="911" y="315"/>
                    <a:pt x="911" y="308"/>
                  </a:cubicBezTo>
                  <a:cubicBezTo>
                    <a:pt x="911" y="301"/>
                    <a:pt x="915" y="292"/>
                    <a:pt x="919" y="289"/>
                  </a:cubicBezTo>
                  <a:cubicBezTo>
                    <a:pt x="923" y="286"/>
                    <a:pt x="932" y="276"/>
                    <a:pt x="934" y="268"/>
                  </a:cubicBezTo>
                  <a:cubicBezTo>
                    <a:pt x="937" y="260"/>
                    <a:pt x="943" y="253"/>
                    <a:pt x="951" y="251"/>
                  </a:cubicBezTo>
                  <a:cubicBezTo>
                    <a:pt x="960" y="249"/>
                    <a:pt x="969" y="260"/>
                    <a:pt x="978" y="265"/>
                  </a:cubicBezTo>
                  <a:cubicBezTo>
                    <a:pt x="983" y="267"/>
                    <a:pt x="989" y="268"/>
                    <a:pt x="992" y="268"/>
                  </a:cubicBezTo>
                  <a:cubicBezTo>
                    <a:pt x="992" y="268"/>
                    <a:pt x="992" y="268"/>
                    <a:pt x="992" y="268"/>
                  </a:cubicBezTo>
                  <a:cubicBezTo>
                    <a:pt x="992" y="266"/>
                    <a:pt x="991" y="264"/>
                    <a:pt x="991" y="262"/>
                  </a:cubicBezTo>
                  <a:cubicBezTo>
                    <a:pt x="987" y="250"/>
                    <a:pt x="995" y="208"/>
                    <a:pt x="992" y="180"/>
                  </a:cubicBezTo>
                  <a:cubicBezTo>
                    <a:pt x="989" y="152"/>
                    <a:pt x="985" y="134"/>
                    <a:pt x="973" y="121"/>
                  </a:cubicBezTo>
                  <a:cubicBezTo>
                    <a:pt x="961" y="108"/>
                    <a:pt x="959" y="88"/>
                    <a:pt x="949" y="45"/>
                  </a:cubicBezTo>
                  <a:cubicBezTo>
                    <a:pt x="949" y="43"/>
                    <a:pt x="949" y="42"/>
                    <a:pt x="948" y="40"/>
                  </a:cubicBezTo>
                  <a:cubicBezTo>
                    <a:pt x="948" y="40"/>
                    <a:pt x="948" y="40"/>
                    <a:pt x="948" y="39"/>
                  </a:cubicBezTo>
                  <a:cubicBezTo>
                    <a:pt x="947" y="38"/>
                    <a:pt x="947" y="37"/>
                    <a:pt x="947" y="36"/>
                  </a:cubicBezTo>
                  <a:cubicBezTo>
                    <a:pt x="946" y="36"/>
                    <a:pt x="946" y="35"/>
                    <a:pt x="946" y="35"/>
                  </a:cubicBezTo>
                  <a:cubicBezTo>
                    <a:pt x="945" y="33"/>
                    <a:pt x="944" y="30"/>
                    <a:pt x="943" y="28"/>
                  </a:cubicBezTo>
                  <a:cubicBezTo>
                    <a:pt x="942" y="28"/>
                    <a:pt x="942" y="28"/>
                    <a:pt x="942" y="28"/>
                  </a:cubicBezTo>
                  <a:cubicBezTo>
                    <a:pt x="932" y="13"/>
                    <a:pt x="913" y="18"/>
                    <a:pt x="896" y="21"/>
                  </a:cubicBezTo>
                  <a:cubicBezTo>
                    <a:pt x="895" y="21"/>
                    <a:pt x="895" y="21"/>
                    <a:pt x="895" y="21"/>
                  </a:cubicBezTo>
                  <a:cubicBezTo>
                    <a:pt x="894" y="21"/>
                    <a:pt x="894" y="21"/>
                    <a:pt x="893" y="21"/>
                  </a:cubicBezTo>
                  <a:cubicBezTo>
                    <a:pt x="892" y="21"/>
                    <a:pt x="891" y="22"/>
                    <a:pt x="890" y="22"/>
                  </a:cubicBezTo>
                  <a:cubicBezTo>
                    <a:pt x="890" y="22"/>
                    <a:pt x="890" y="22"/>
                    <a:pt x="889" y="22"/>
                  </a:cubicBezTo>
                  <a:cubicBezTo>
                    <a:pt x="888" y="22"/>
                    <a:pt x="887" y="22"/>
                    <a:pt x="886" y="22"/>
                  </a:cubicBezTo>
                  <a:cubicBezTo>
                    <a:pt x="886" y="22"/>
                    <a:pt x="886" y="22"/>
                    <a:pt x="886" y="22"/>
                  </a:cubicBezTo>
                  <a:cubicBezTo>
                    <a:pt x="885" y="22"/>
                    <a:pt x="884" y="22"/>
                    <a:pt x="883" y="22"/>
                  </a:cubicBezTo>
                  <a:cubicBezTo>
                    <a:pt x="861" y="22"/>
                    <a:pt x="859" y="12"/>
                    <a:pt x="836" y="12"/>
                  </a:cubicBezTo>
                  <a:cubicBezTo>
                    <a:pt x="834" y="12"/>
                    <a:pt x="833" y="12"/>
                    <a:pt x="831" y="12"/>
                  </a:cubicBezTo>
                  <a:cubicBezTo>
                    <a:pt x="831" y="11"/>
                    <a:pt x="830" y="11"/>
                    <a:pt x="830" y="11"/>
                  </a:cubicBezTo>
                  <a:cubicBezTo>
                    <a:pt x="829" y="11"/>
                    <a:pt x="828" y="11"/>
                    <a:pt x="826" y="11"/>
                  </a:cubicBezTo>
                  <a:cubicBezTo>
                    <a:pt x="826" y="11"/>
                    <a:pt x="826" y="11"/>
                    <a:pt x="826" y="11"/>
                  </a:cubicBezTo>
                  <a:cubicBezTo>
                    <a:pt x="824" y="11"/>
                    <a:pt x="823" y="10"/>
                    <a:pt x="822" y="10"/>
                  </a:cubicBezTo>
                  <a:cubicBezTo>
                    <a:pt x="822" y="10"/>
                    <a:pt x="822" y="10"/>
                    <a:pt x="821" y="10"/>
                  </a:cubicBezTo>
                  <a:cubicBezTo>
                    <a:pt x="820" y="10"/>
                    <a:pt x="820" y="9"/>
                    <a:pt x="819" y="9"/>
                  </a:cubicBezTo>
                  <a:cubicBezTo>
                    <a:pt x="818" y="9"/>
                    <a:pt x="818" y="9"/>
                    <a:pt x="818" y="9"/>
                  </a:cubicBezTo>
                  <a:cubicBezTo>
                    <a:pt x="817" y="8"/>
                    <a:pt x="816" y="8"/>
                    <a:pt x="815" y="7"/>
                  </a:cubicBezTo>
                  <a:cubicBezTo>
                    <a:pt x="815" y="7"/>
                    <a:pt x="815" y="7"/>
                    <a:pt x="815" y="7"/>
                  </a:cubicBezTo>
                  <a:cubicBezTo>
                    <a:pt x="814" y="7"/>
                    <a:pt x="814" y="6"/>
                    <a:pt x="813" y="5"/>
                  </a:cubicBezTo>
                  <a:cubicBezTo>
                    <a:pt x="812" y="5"/>
                    <a:pt x="812" y="5"/>
                    <a:pt x="812" y="5"/>
                  </a:cubicBezTo>
                  <a:cubicBezTo>
                    <a:pt x="812" y="4"/>
                    <a:pt x="811" y="4"/>
                    <a:pt x="811" y="3"/>
                  </a:cubicBezTo>
                  <a:cubicBezTo>
                    <a:pt x="810" y="3"/>
                    <a:pt x="810" y="3"/>
                    <a:pt x="810" y="3"/>
                  </a:cubicBezTo>
                  <a:cubicBezTo>
                    <a:pt x="810" y="2"/>
                    <a:pt x="809" y="1"/>
                    <a:pt x="808" y="0"/>
                  </a:cubicBezTo>
                  <a:cubicBezTo>
                    <a:pt x="808" y="0"/>
                    <a:pt x="808" y="0"/>
                    <a:pt x="808" y="0"/>
                  </a:cubicBezTo>
                  <a:cubicBezTo>
                    <a:pt x="805" y="8"/>
                    <a:pt x="800" y="16"/>
                    <a:pt x="797" y="22"/>
                  </a:cubicBezTo>
                  <a:cubicBezTo>
                    <a:pt x="791" y="32"/>
                    <a:pt x="779" y="34"/>
                    <a:pt x="763" y="37"/>
                  </a:cubicBezTo>
                  <a:cubicBezTo>
                    <a:pt x="748" y="40"/>
                    <a:pt x="738" y="53"/>
                    <a:pt x="733" y="68"/>
                  </a:cubicBezTo>
                  <a:cubicBezTo>
                    <a:pt x="727" y="82"/>
                    <a:pt x="706" y="88"/>
                    <a:pt x="685" y="98"/>
                  </a:cubicBezTo>
                  <a:cubicBezTo>
                    <a:pt x="665" y="108"/>
                    <a:pt x="672" y="115"/>
                    <a:pt x="669" y="134"/>
                  </a:cubicBezTo>
                  <a:cubicBezTo>
                    <a:pt x="665" y="152"/>
                    <a:pt x="656" y="150"/>
                    <a:pt x="647" y="162"/>
                  </a:cubicBezTo>
                  <a:cubicBezTo>
                    <a:pt x="639" y="173"/>
                    <a:pt x="629" y="182"/>
                    <a:pt x="611" y="178"/>
                  </a:cubicBezTo>
                  <a:cubicBezTo>
                    <a:pt x="592" y="175"/>
                    <a:pt x="597" y="202"/>
                    <a:pt x="593" y="219"/>
                  </a:cubicBezTo>
                  <a:cubicBezTo>
                    <a:pt x="589" y="236"/>
                    <a:pt x="568" y="243"/>
                    <a:pt x="545" y="252"/>
                  </a:cubicBezTo>
                  <a:cubicBezTo>
                    <a:pt x="523" y="262"/>
                    <a:pt x="515" y="252"/>
                    <a:pt x="491" y="250"/>
                  </a:cubicBezTo>
                  <a:cubicBezTo>
                    <a:pt x="467" y="247"/>
                    <a:pt x="459" y="240"/>
                    <a:pt x="455" y="228"/>
                  </a:cubicBezTo>
                  <a:cubicBezTo>
                    <a:pt x="450" y="216"/>
                    <a:pt x="429" y="215"/>
                    <a:pt x="417" y="216"/>
                  </a:cubicBezTo>
                  <a:cubicBezTo>
                    <a:pt x="404" y="216"/>
                    <a:pt x="405" y="242"/>
                    <a:pt x="399" y="258"/>
                  </a:cubicBezTo>
                  <a:cubicBezTo>
                    <a:pt x="393" y="275"/>
                    <a:pt x="385" y="282"/>
                    <a:pt x="372" y="290"/>
                  </a:cubicBezTo>
                  <a:cubicBezTo>
                    <a:pt x="359" y="298"/>
                    <a:pt x="355" y="300"/>
                    <a:pt x="343" y="316"/>
                  </a:cubicBezTo>
                  <a:cubicBezTo>
                    <a:pt x="331" y="332"/>
                    <a:pt x="314" y="325"/>
                    <a:pt x="299" y="323"/>
                  </a:cubicBezTo>
                  <a:cubicBezTo>
                    <a:pt x="283" y="321"/>
                    <a:pt x="275" y="325"/>
                    <a:pt x="269" y="334"/>
                  </a:cubicBezTo>
                  <a:cubicBezTo>
                    <a:pt x="263" y="342"/>
                    <a:pt x="264" y="326"/>
                    <a:pt x="263" y="320"/>
                  </a:cubicBezTo>
                  <a:cubicBezTo>
                    <a:pt x="263" y="313"/>
                    <a:pt x="263" y="306"/>
                    <a:pt x="265" y="298"/>
                  </a:cubicBezTo>
                  <a:cubicBezTo>
                    <a:pt x="267" y="290"/>
                    <a:pt x="275" y="284"/>
                    <a:pt x="279" y="278"/>
                  </a:cubicBezTo>
                  <a:cubicBezTo>
                    <a:pt x="282" y="271"/>
                    <a:pt x="282" y="260"/>
                    <a:pt x="274" y="258"/>
                  </a:cubicBezTo>
                  <a:cubicBezTo>
                    <a:pt x="266" y="255"/>
                    <a:pt x="271" y="239"/>
                    <a:pt x="265" y="234"/>
                  </a:cubicBezTo>
                  <a:cubicBezTo>
                    <a:pt x="258" y="228"/>
                    <a:pt x="256" y="212"/>
                    <a:pt x="247" y="200"/>
                  </a:cubicBezTo>
                  <a:cubicBezTo>
                    <a:pt x="242" y="194"/>
                    <a:pt x="233" y="191"/>
                    <a:pt x="225" y="190"/>
                  </a:cubicBezTo>
                  <a:cubicBezTo>
                    <a:pt x="225" y="268"/>
                    <a:pt x="225" y="355"/>
                    <a:pt x="224" y="396"/>
                  </a:cubicBezTo>
                  <a:cubicBezTo>
                    <a:pt x="224" y="396"/>
                    <a:pt x="224" y="396"/>
                    <a:pt x="224" y="396"/>
                  </a:cubicBezTo>
                  <a:cubicBezTo>
                    <a:pt x="224" y="397"/>
                    <a:pt x="224" y="399"/>
                    <a:pt x="224" y="400"/>
                  </a:cubicBezTo>
                  <a:cubicBezTo>
                    <a:pt x="224" y="401"/>
                    <a:pt x="224" y="401"/>
                    <a:pt x="224" y="401"/>
                  </a:cubicBezTo>
                  <a:cubicBezTo>
                    <a:pt x="224" y="402"/>
                    <a:pt x="224" y="403"/>
                    <a:pt x="224" y="404"/>
                  </a:cubicBezTo>
                  <a:cubicBezTo>
                    <a:pt x="224" y="405"/>
                    <a:pt x="224" y="405"/>
                    <a:pt x="224" y="405"/>
                  </a:cubicBezTo>
                  <a:cubicBezTo>
                    <a:pt x="224" y="406"/>
                    <a:pt x="224" y="407"/>
                    <a:pt x="224" y="408"/>
                  </a:cubicBezTo>
                  <a:cubicBezTo>
                    <a:pt x="224" y="408"/>
                    <a:pt x="224" y="408"/>
                    <a:pt x="224" y="409"/>
                  </a:cubicBezTo>
                  <a:cubicBezTo>
                    <a:pt x="224" y="410"/>
                    <a:pt x="224" y="410"/>
                    <a:pt x="224" y="411"/>
                  </a:cubicBezTo>
                  <a:cubicBezTo>
                    <a:pt x="224" y="412"/>
                    <a:pt x="224" y="412"/>
                    <a:pt x="224" y="412"/>
                  </a:cubicBezTo>
                  <a:cubicBezTo>
                    <a:pt x="224" y="413"/>
                    <a:pt x="224" y="413"/>
                    <a:pt x="224" y="414"/>
                  </a:cubicBezTo>
                  <a:cubicBezTo>
                    <a:pt x="224" y="414"/>
                    <a:pt x="224" y="414"/>
                    <a:pt x="224" y="415"/>
                  </a:cubicBezTo>
                  <a:cubicBezTo>
                    <a:pt x="224" y="416"/>
                    <a:pt x="224" y="416"/>
                    <a:pt x="224" y="416"/>
                  </a:cubicBezTo>
                  <a:cubicBezTo>
                    <a:pt x="224" y="417"/>
                    <a:pt x="224" y="417"/>
                    <a:pt x="224" y="417"/>
                  </a:cubicBezTo>
                  <a:cubicBezTo>
                    <a:pt x="224" y="418"/>
                    <a:pt x="224" y="418"/>
                    <a:pt x="224" y="418"/>
                  </a:cubicBezTo>
                  <a:cubicBezTo>
                    <a:pt x="223" y="445"/>
                    <a:pt x="221" y="442"/>
                    <a:pt x="209" y="441"/>
                  </a:cubicBezTo>
                  <a:cubicBezTo>
                    <a:pt x="197" y="440"/>
                    <a:pt x="189" y="450"/>
                    <a:pt x="183" y="461"/>
                  </a:cubicBezTo>
                  <a:cubicBezTo>
                    <a:pt x="176" y="472"/>
                    <a:pt x="160" y="469"/>
                    <a:pt x="145" y="466"/>
                  </a:cubicBezTo>
                  <a:cubicBezTo>
                    <a:pt x="131" y="464"/>
                    <a:pt x="111" y="474"/>
                    <a:pt x="103" y="466"/>
                  </a:cubicBezTo>
                  <a:cubicBezTo>
                    <a:pt x="95" y="458"/>
                    <a:pt x="89" y="462"/>
                    <a:pt x="71" y="460"/>
                  </a:cubicBezTo>
                  <a:cubicBezTo>
                    <a:pt x="52" y="457"/>
                    <a:pt x="60" y="446"/>
                    <a:pt x="57" y="430"/>
                  </a:cubicBezTo>
                  <a:cubicBezTo>
                    <a:pt x="55" y="414"/>
                    <a:pt x="55" y="416"/>
                    <a:pt x="35" y="412"/>
                  </a:cubicBezTo>
                  <a:cubicBezTo>
                    <a:pt x="15" y="408"/>
                    <a:pt x="32" y="437"/>
                    <a:pt x="15" y="438"/>
                  </a:cubicBezTo>
                  <a:cubicBezTo>
                    <a:pt x="9" y="439"/>
                    <a:pt x="4" y="441"/>
                    <a:pt x="0" y="444"/>
                  </a:cubicBezTo>
                  <a:cubicBezTo>
                    <a:pt x="7" y="453"/>
                    <a:pt x="14" y="462"/>
                    <a:pt x="19" y="469"/>
                  </a:cubicBezTo>
                  <a:cubicBezTo>
                    <a:pt x="32" y="487"/>
                    <a:pt x="39" y="508"/>
                    <a:pt x="43" y="536"/>
                  </a:cubicBezTo>
                  <a:cubicBezTo>
                    <a:pt x="46" y="564"/>
                    <a:pt x="53" y="580"/>
                    <a:pt x="68" y="599"/>
                  </a:cubicBezTo>
                  <a:cubicBezTo>
                    <a:pt x="83" y="617"/>
                    <a:pt x="90" y="633"/>
                    <a:pt x="104" y="647"/>
                  </a:cubicBezTo>
                  <a:cubicBezTo>
                    <a:pt x="118" y="661"/>
                    <a:pt x="121" y="670"/>
                    <a:pt x="120" y="690"/>
                  </a:cubicBezTo>
                  <a:cubicBezTo>
                    <a:pt x="119" y="710"/>
                    <a:pt x="125" y="728"/>
                    <a:pt x="109" y="732"/>
                  </a:cubicBezTo>
                  <a:cubicBezTo>
                    <a:pt x="93" y="736"/>
                    <a:pt x="86" y="743"/>
                    <a:pt x="96" y="756"/>
                  </a:cubicBezTo>
                  <a:cubicBezTo>
                    <a:pt x="107" y="768"/>
                    <a:pt x="118" y="775"/>
                    <a:pt x="118" y="792"/>
                  </a:cubicBezTo>
                  <a:cubicBezTo>
                    <a:pt x="118" y="809"/>
                    <a:pt x="115" y="838"/>
                    <a:pt x="129" y="838"/>
                  </a:cubicBezTo>
                  <a:cubicBezTo>
                    <a:pt x="143" y="838"/>
                    <a:pt x="132" y="810"/>
                    <a:pt x="157" y="837"/>
                  </a:cubicBezTo>
                  <a:cubicBezTo>
                    <a:pt x="181" y="864"/>
                    <a:pt x="191" y="872"/>
                    <a:pt x="209" y="876"/>
                  </a:cubicBezTo>
                  <a:cubicBezTo>
                    <a:pt x="227" y="880"/>
                    <a:pt x="235" y="880"/>
                    <a:pt x="248" y="868"/>
                  </a:cubicBezTo>
                  <a:cubicBezTo>
                    <a:pt x="261" y="857"/>
                    <a:pt x="265" y="851"/>
                    <a:pt x="283" y="851"/>
                  </a:cubicBezTo>
                  <a:cubicBezTo>
                    <a:pt x="302" y="851"/>
                    <a:pt x="348" y="853"/>
                    <a:pt x="355" y="842"/>
                  </a:cubicBezTo>
                  <a:cubicBezTo>
                    <a:pt x="363" y="830"/>
                    <a:pt x="363" y="829"/>
                    <a:pt x="386" y="829"/>
                  </a:cubicBezTo>
                  <a:cubicBezTo>
                    <a:pt x="408" y="829"/>
                    <a:pt x="429" y="835"/>
                    <a:pt x="442" y="830"/>
                  </a:cubicBezTo>
                  <a:cubicBezTo>
                    <a:pt x="456" y="824"/>
                    <a:pt x="456" y="821"/>
                    <a:pt x="475" y="830"/>
                  </a:cubicBezTo>
                  <a:cubicBezTo>
                    <a:pt x="493" y="838"/>
                    <a:pt x="525" y="838"/>
                    <a:pt x="535" y="832"/>
                  </a:cubicBezTo>
                  <a:cubicBezTo>
                    <a:pt x="545" y="825"/>
                    <a:pt x="584" y="832"/>
                    <a:pt x="585" y="819"/>
                  </a:cubicBezTo>
                  <a:cubicBezTo>
                    <a:pt x="587" y="806"/>
                    <a:pt x="587" y="804"/>
                    <a:pt x="621" y="805"/>
                  </a:cubicBezTo>
                  <a:cubicBezTo>
                    <a:pt x="655" y="806"/>
                    <a:pt x="684" y="790"/>
                    <a:pt x="695" y="776"/>
                  </a:cubicBezTo>
                  <a:cubicBezTo>
                    <a:pt x="706" y="762"/>
                    <a:pt x="731" y="750"/>
                    <a:pt x="752" y="734"/>
                  </a:cubicBezTo>
                  <a:cubicBezTo>
                    <a:pt x="774" y="718"/>
                    <a:pt x="808" y="686"/>
                    <a:pt x="823" y="667"/>
                  </a:cubicBezTo>
                  <a:cubicBezTo>
                    <a:pt x="838" y="649"/>
                    <a:pt x="900" y="616"/>
                    <a:pt x="911" y="582"/>
                  </a:cubicBezTo>
                  <a:cubicBezTo>
                    <a:pt x="922" y="549"/>
                    <a:pt x="923" y="541"/>
                    <a:pt x="945" y="509"/>
                  </a:cubicBezTo>
                  <a:cubicBezTo>
                    <a:pt x="966" y="478"/>
                    <a:pt x="1001" y="450"/>
                    <a:pt x="1020" y="436"/>
                  </a:cubicBezTo>
                  <a:cubicBezTo>
                    <a:pt x="1038" y="422"/>
                    <a:pt x="1046" y="426"/>
                    <a:pt x="1040" y="402"/>
                  </a:cubicBezTo>
                  <a:cubicBezTo>
                    <a:pt x="1035" y="378"/>
                    <a:pt x="1039" y="365"/>
                    <a:pt x="1044" y="346"/>
                  </a:cubicBezTo>
                  <a:cubicBezTo>
                    <a:pt x="1047" y="337"/>
                    <a:pt x="1050" y="330"/>
                    <a:pt x="1052" y="322"/>
                  </a:cubicBezTo>
                  <a:cubicBezTo>
                    <a:pt x="1030" y="323"/>
                    <a:pt x="1019" y="332"/>
                    <a:pt x="1011" y="332"/>
                  </a:cubicBezTo>
                  <a:cubicBezTo>
                    <a:pt x="1010" y="332"/>
                    <a:pt x="1010" y="332"/>
                    <a:pt x="1009" y="331"/>
                  </a:cubicBezTo>
                  <a:close/>
                  <a:moveTo>
                    <a:pt x="817" y="510"/>
                  </a:moveTo>
                  <a:cubicBezTo>
                    <a:pt x="811" y="515"/>
                    <a:pt x="809" y="527"/>
                    <a:pt x="805" y="539"/>
                  </a:cubicBezTo>
                  <a:cubicBezTo>
                    <a:pt x="801" y="551"/>
                    <a:pt x="787" y="551"/>
                    <a:pt x="771" y="552"/>
                  </a:cubicBezTo>
                  <a:cubicBezTo>
                    <a:pt x="755" y="553"/>
                    <a:pt x="748" y="569"/>
                    <a:pt x="745" y="581"/>
                  </a:cubicBezTo>
                  <a:cubicBezTo>
                    <a:pt x="743" y="592"/>
                    <a:pt x="740" y="590"/>
                    <a:pt x="729" y="590"/>
                  </a:cubicBezTo>
                  <a:cubicBezTo>
                    <a:pt x="718" y="590"/>
                    <a:pt x="713" y="588"/>
                    <a:pt x="707" y="577"/>
                  </a:cubicBezTo>
                  <a:cubicBezTo>
                    <a:pt x="700" y="566"/>
                    <a:pt x="688" y="554"/>
                    <a:pt x="686" y="543"/>
                  </a:cubicBezTo>
                  <a:cubicBezTo>
                    <a:pt x="684" y="533"/>
                    <a:pt x="673" y="536"/>
                    <a:pt x="671" y="523"/>
                  </a:cubicBezTo>
                  <a:cubicBezTo>
                    <a:pt x="669" y="511"/>
                    <a:pt x="688" y="508"/>
                    <a:pt x="695" y="502"/>
                  </a:cubicBezTo>
                  <a:cubicBezTo>
                    <a:pt x="702" y="496"/>
                    <a:pt x="712" y="494"/>
                    <a:pt x="712" y="484"/>
                  </a:cubicBezTo>
                  <a:cubicBezTo>
                    <a:pt x="712" y="473"/>
                    <a:pt x="720" y="465"/>
                    <a:pt x="729" y="465"/>
                  </a:cubicBezTo>
                  <a:cubicBezTo>
                    <a:pt x="737" y="465"/>
                    <a:pt x="748" y="460"/>
                    <a:pt x="750" y="453"/>
                  </a:cubicBezTo>
                  <a:cubicBezTo>
                    <a:pt x="752" y="445"/>
                    <a:pt x="771" y="444"/>
                    <a:pt x="771" y="444"/>
                  </a:cubicBezTo>
                  <a:cubicBezTo>
                    <a:pt x="777" y="443"/>
                    <a:pt x="785" y="452"/>
                    <a:pt x="788" y="458"/>
                  </a:cubicBezTo>
                  <a:cubicBezTo>
                    <a:pt x="791" y="465"/>
                    <a:pt x="797" y="473"/>
                    <a:pt x="807" y="475"/>
                  </a:cubicBezTo>
                  <a:cubicBezTo>
                    <a:pt x="818" y="476"/>
                    <a:pt x="825" y="485"/>
                    <a:pt x="825" y="495"/>
                  </a:cubicBezTo>
                  <a:cubicBezTo>
                    <a:pt x="826" y="505"/>
                    <a:pt x="822" y="504"/>
                    <a:pt x="817" y="510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20" name="Freeform 119">
              <a:extLst>
                <a:ext uri="{FF2B5EF4-FFF2-40B4-BE49-F238E27FC236}">
                  <a16:creationId xmlns:a16="http://schemas.microsoft.com/office/drawing/2014/main" id="{1E0A0BED-001D-4ECA-98D0-D8339C1D8C63}"/>
                </a:ext>
              </a:extLst>
            </p:cNvPr>
            <p:cNvSpPr>
              <a:spLocks/>
            </p:cNvSpPr>
            <p:nvPr/>
          </p:nvSpPr>
          <p:spPr bwMode="auto">
            <a:xfrm>
              <a:off x="5054600" y="3582988"/>
              <a:ext cx="454025" cy="409575"/>
            </a:xfrm>
            <a:custGeom>
              <a:avLst/>
              <a:gdLst>
                <a:gd name="T0" fmla="*/ 325 w 501"/>
                <a:gd name="T1" fmla="*/ 2 h 451"/>
                <a:gd name="T2" fmla="*/ 323 w 501"/>
                <a:gd name="T3" fmla="*/ 3 h 451"/>
                <a:gd name="T4" fmla="*/ 320 w 501"/>
                <a:gd name="T5" fmla="*/ 4 h 451"/>
                <a:gd name="T6" fmla="*/ 317 w 501"/>
                <a:gd name="T7" fmla="*/ 4 h 451"/>
                <a:gd name="T8" fmla="*/ 313 w 501"/>
                <a:gd name="T9" fmla="*/ 4 h 451"/>
                <a:gd name="T10" fmla="*/ 309 w 501"/>
                <a:gd name="T11" fmla="*/ 5 h 451"/>
                <a:gd name="T12" fmla="*/ 305 w 501"/>
                <a:gd name="T13" fmla="*/ 4 h 451"/>
                <a:gd name="T14" fmla="*/ 299 w 501"/>
                <a:gd name="T15" fmla="*/ 4 h 451"/>
                <a:gd name="T16" fmla="*/ 293 w 501"/>
                <a:gd name="T17" fmla="*/ 4 h 451"/>
                <a:gd name="T18" fmla="*/ 288 w 501"/>
                <a:gd name="T19" fmla="*/ 4 h 451"/>
                <a:gd name="T20" fmla="*/ 283 w 501"/>
                <a:gd name="T21" fmla="*/ 4 h 451"/>
                <a:gd name="T22" fmla="*/ 278 w 501"/>
                <a:gd name="T23" fmla="*/ 4 h 451"/>
                <a:gd name="T24" fmla="*/ 274 w 501"/>
                <a:gd name="T25" fmla="*/ 4 h 451"/>
                <a:gd name="T26" fmla="*/ 236 w 501"/>
                <a:gd name="T27" fmla="*/ 36 h 451"/>
                <a:gd name="T28" fmla="*/ 112 w 501"/>
                <a:gd name="T29" fmla="*/ 155 h 451"/>
                <a:gd name="T30" fmla="*/ 20 w 501"/>
                <a:gd name="T31" fmla="*/ 144 h 451"/>
                <a:gd name="T32" fmla="*/ 19 w 501"/>
                <a:gd name="T33" fmla="*/ 175 h 451"/>
                <a:gd name="T34" fmla="*/ 96 w 501"/>
                <a:gd name="T35" fmla="*/ 277 h 451"/>
                <a:gd name="T36" fmla="*/ 150 w 501"/>
                <a:gd name="T37" fmla="*/ 321 h 451"/>
                <a:gd name="T38" fmla="*/ 171 w 501"/>
                <a:gd name="T39" fmla="*/ 373 h 451"/>
                <a:gd name="T40" fmla="*/ 244 w 501"/>
                <a:gd name="T41" fmla="*/ 411 h 451"/>
                <a:gd name="T42" fmla="*/ 246 w 501"/>
                <a:gd name="T43" fmla="*/ 415 h 451"/>
                <a:gd name="T44" fmla="*/ 248 w 501"/>
                <a:gd name="T45" fmla="*/ 418 h 451"/>
                <a:gd name="T46" fmla="*/ 250 w 501"/>
                <a:gd name="T47" fmla="*/ 421 h 451"/>
                <a:gd name="T48" fmla="*/ 251 w 501"/>
                <a:gd name="T49" fmla="*/ 423 h 451"/>
                <a:gd name="T50" fmla="*/ 254 w 501"/>
                <a:gd name="T51" fmla="*/ 426 h 451"/>
                <a:gd name="T52" fmla="*/ 256 w 501"/>
                <a:gd name="T53" fmla="*/ 428 h 451"/>
                <a:gd name="T54" fmla="*/ 258 w 501"/>
                <a:gd name="T55" fmla="*/ 430 h 451"/>
                <a:gd name="T56" fmla="*/ 262 w 501"/>
                <a:gd name="T57" fmla="*/ 432 h 451"/>
                <a:gd name="T58" fmla="*/ 265 w 501"/>
                <a:gd name="T59" fmla="*/ 433 h 451"/>
                <a:gd name="T60" fmla="*/ 269 w 501"/>
                <a:gd name="T61" fmla="*/ 434 h 451"/>
                <a:gd name="T62" fmla="*/ 274 w 501"/>
                <a:gd name="T63" fmla="*/ 435 h 451"/>
                <a:gd name="T64" fmla="*/ 326 w 501"/>
                <a:gd name="T65" fmla="*/ 445 h 451"/>
                <a:gd name="T66" fmla="*/ 329 w 501"/>
                <a:gd name="T67" fmla="*/ 445 h 451"/>
                <a:gd name="T68" fmla="*/ 333 w 501"/>
                <a:gd name="T69" fmla="*/ 445 h 451"/>
                <a:gd name="T70" fmla="*/ 338 w 501"/>
                <a:gd name="T71" fmla="*/ 444 h 451"/>
                <a:gd name="T72" fmla="*/ 385 w 501"/>
                <a:gd name="T73" fmla="*/ 451 h 451"/>
                <a:gd name="T74" fmla="*/ 406 w 501"/>
                <a:gd name="T75" fmla="*/ 432 h 451"/>
                <a:gd name="T76" fmla="*/ 464 w 501"/>
                <a:gd name="T77" fmla="*/ 334 h 451"/>
                <a:gd name="T78" fmla="*/ 499 w 501"/>
                <a:gd name="T79" fmla="*/ 283 h 451"/>
                <a:gd name="T80" fmla="*/ 486 w 501"/>
                <a:gd name="T81" fmla="*/ 239 h 451"/>
                <a:gd name="T82" fmla="*/ 493 w 501"/>
                <a:gd name="T83" fmla="*/ 198 h 451"/>
                <a:gd name="T84" fmla="*/ 499 w 501"/>
                <a:gd name="T85" fmla="*/ 127 h 451"/>
                <a:gd name="T86" fmla="*/ 483 w 501"/>
                <a:gd name="T87" fmla="*/ 68 h 451"/>
                <a:gd name="T88" fmla="*/ 388 w 501"/>
                <a:gd name="T89" fmla="*/ 29 h 451"/>
                <a:gd name="T90" fmla="*/ 332 w 501"/>
                <a:gd name="T91" fmla="*/ 13 h 451"/>
                <a:gd name="T92" fmla="*/ 327 w 501"/>
                <a:gd name="T93" fmla="*/ 0 h 4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501" h="451">
                  <a:moveTo>
                    <a:pt x="326" y="1"/>
                  </a:moveTo>
                  <a:cubicBezTo>
                    <a:pt x="325" y="2"/>
                    <a:pt x="325" y="2"/>
                    <a:pt x="325" y="2"/>
                  </a:cubicBezTo>
                  <a:cubicBezTo>
                    <a:pt x="324" y="2"/>
                    <a:pt x="324" y="2"/>
                    <a:pt x="324" y="2"/>
                  </a:cubicBezTo>
                  <a:cubicBezTo>
                    <a:pt x="324" y="3"/>
                    <a:pt x="323" y="3"/>
                    <a:pt x="323" y="3"/>
                  </a:cubicBezTo>
                  <a:cubicBezTo>
                    <a:pt x="322" y="3"/>
                    <a:pt x="322" y="3"/>
                    <a:pt x="321" y="3"/>
                  </a:cubicBezTo>
                  <a:cubicBezTo>
                    <a:pt x="320" y="4"/>
                    <a:pt x="320" y="4"/>
                    <a:pt x="320" y="4"/>
                  </a:cubicBezTo>
                  <a:cubicBezTo>
                    <a:pt x="319" y="4"/>
                    <a:pt x="319" y="4"/>
                    <a:pt x="318" y="4"/>
                  </a:cubicBezTo>
                  <a:cubicBezTo>
                    <a:pt x="317" y="4"/>
                    <a:pt x="317" y="4"/>
                    <a:pt x="317" y="4"/>
                  </a:cubicBezTo>
                  <a:cubicBezTo>
                    <a:pt x="316" y="4"/>
                    <a:pt x="316" y="4"/>
                    <a:pt x="315" y="4"/>
                  </a:cubicBezTo>
                  <a:cubicBezTo>
                    <a:pt x="314" y="4"/>
                    <a:pt x="314" y="4"/>
                    <a:pt x="313" y="4"/>
                  </a:cubicBezTo>
                  <a:cubicBezTo>
                    <a:pt x="312" y="4"/>
                    <a:pt x="312" y="4"/>
                    <a:pt x="311" y="4"/>
                  </a:cubicBezTo>
                  <a:cubicBezTo>
                    <a:pt x="310" y="5"/>
                    <a:pt x="310" y="5"/>
                    <a:pt x="309" y="5"/>
                  </a:cubicBezTo>
                  <a:cubicBezTo>
                    <a:pt x="308" y="4"/>
                    <a:pt x="308" y="5"/>
                    <a:pt x="307" y="4"/>
                  </a:cubicBezTo>
                  <a:cubicBezTo>
                    <a:pt x="307" y="4"/>
                    <a:pt x="306" y="4"/>
                    <a:pt x="305" y="4"/>
                  </a:cubicBezTo>
                  <a:cubicBezTo>
                    <a:pt x="303" y="4"/>
                    <a:pt x="301" y="4"/>
                    <a:pt x="299" y="4"/>
                  </a:cubicBezTo>
                  <a:cubicBezTo>
                    <a:pt x="299" y="4"/>
                    <a:pt x="299" y="4"/>
                    <a:pt x="299" y="4"/>
                  </a:cubicBezTo>
                  <a:cubicBezTo>
                    <a:pt x="297" y="4"/>
                    <a:pt x="295" y="4"/>
                    <a:pt x="294" y="4"/>
                  </a:cubicBezTo>
                  <a:cubicBezTo>
                    <a:pt x="293" y="4"/>
                    <a:pt x="293" y="4"/>
                    <a:pt x="293" y="4"/>
                  </a:cubicBezTo>
                  <a:cubicBezTo>
                    <a:pt x="292" y="4"/>
                    <a:pt x="291" y="4"/>
                    <a:pt x="289" y="4"/>
                  </a:cubicBezTo>
                  <a:cubicBezTo>
                    <a:pt x="288" y="4"/>
                    <a:pt x="288" y="4"/>
                    <a:pt x="288" y="4"/>
                  </a:cubicBezTo>
                  <a:cubicBezTo>
                    <a:pt x="287" y="4"/>
                    <a:pt x="286" y="4"/>
                    <a:pt x="285" y="4"/>
                  </a:cubicBezTo>
                  <a:cubicBezTo>
                    <a:pt x="284" y="4"/>
                    <a:pt x="283" y="4"/>
                    <a:pt x="283" y="4"/>
                  </a:cubicBezTo>
                  <a:cubicBezTo>
                    <a:pt x="282" y="4"/>
                    <a:pt x="281" y="4"/>
                    <a:pt x="280" y="4"/>
                  </a:cubicBezTo>
                  <a:cubicBezTo>
                    <a:pt x="279" y="4"/>
                    <a:pt x="279" y="4"/>
                    <a:pt x="278" y="4"/>
                  </a:cubicBezTo>
                  <a:cubicBezTo>
                    <a:pt x="277" y="4"/>
                    <a:pt x="276" y="4"/>
                    <a:pt x="275" y="4"/>
                  </a:cubicBezTo>
                  <a:cubicBezTo>
                    <a:pt x="274" y="4"/>
                    <a:pt x="274" y="4"/>
                    <a:pt x="274" y="4"/>
                  </a:cubicBezTo>
                  <a:cubicBezTo>
                    <a:pt x="272" y="4"/>
                    <a:pt x="271" y="4"/>
                    <a:pt x="270" y="4"/>
                  </a:cubicBezTo>
                  <a:cubicBezTo>
                    <a:pt x="247" y="7"/>
                    <a:pt x="238" y="17"/>
                    <a:pt x="236" y="36"/>
                  </a:cubicBezTo>
                  <a:cubicBezTo>
                    <a:pt x="235" y="55"/>
                    <a:pt x="228" y="67"/>
                    <a:pt x="187" y="75"/>
                  </a:cubicBezTo>
                  <a:cubicBezTo>
                    <a:pt x="146" y="83"/>
                    <a:pt x="130" y="133"/>
                    <a:pt x="112" y="155"/>
                  </a:cubicBezTo>
                  <a:cubicBezTo>
                    <a:pt x="95" y="176"/>
                    <a:pt x="83" y="156"/>
                    <a:pt x="63" y="149"/>
                  </a:cubicBezTo>
                  <a:cubicBezTo>
                    <a:pt x="43" y="143"/>
                    <a:pt x="40" y="149"/>
                    <a:pt x="20" y="144"/>
                  </a:cubicBezTo>
                  <a:cubicBezTo>
                    <a:pt x="13" y="142"/>
                    <a:pt x="6" y="141"/>
                    <a:pt x="0" y="142"/>
                  </a:cubicBezTo>
                  <a:cubicBezTo>
                    <a:pt x="8" y="152"/>
                    <a:pt x="17" y="164"/>
                    <a:pt x="19" y="175"/>
                  </a:cubicBezTo>
                  <a:cubicBezTo>
                    <a:pt x="23" y="192"/>
                    <a:pt x="44" y="184"/>
                    <a:pt x="46" y="211"/>
                  </a:cubicBezTo>
                  <a:cubicBezTo>
                    <a:pt x="47" y="237"/>
                    <a:pt x="70" y="271"/>
                    <a:pt x="96" y="277"/>
                  </a:cubicBezTo>
                  <a:cubicBezTo>
                    <a:pt x="123" y="284"/>
                    <a:pt x="124" y="281"/>
                    <a:pt x="130" y="300"/>
                  </a:cubicBezTo>
                  <a:cubicBezTo>
                    <a:pt x="135" y="319"/>
                    <a:pt x="132" y="321"/>
                    <a:pt x="150" y="321"/>
                  </a:cubicBezTo>
                  <a:cubicBezTo>
                    <a:pt x="167" y="321"/>
                    <a:pt x="155" y="335"/>
                    <a:pt x="155" y="348"/>
                  </a:cubicBezTo>
                  <a:cubicBezTo>
                    <a:pt x="155" y="361"/>
                    <a:pt x="162" y="373"/>
                    <a:pt x="171" y="373"/>
                  </a:cubicBezTo>
                  <a:cubicBezTo>
                    <a:pt x="180" y="373"/>
                    <a:pt x="172" y="389"/>
                    <a:pt x="186" y="393"/>
                  </a:cubicBezTo>
                  <a:cubicBezTo>
                    <a:pt x="199" y="397"/>
                    <a:pt x="236" y="395"/>
                    <a:pt x="244" y="411"/>
                  </a:cubicBezTo>
                  <a:cubicBezTo>
                    <a:pt x="245" y="412"/>
                    <a:pt x="245" y="413"/>
                    <a:pt x="246" y="414"/>
                  </a:cubicBezTo>
                  <a:cubicBezTo>
                    <a:pt x="246" y="414"/>
                    <a:pt x="246" y="414"/>
                    <a:pt x="246" y="415"/>
                  </a:cubicBezTo>
                  <a:cubicBezTo>
                    <a:pt x="247" y="415"/>
                    <a:pt x="247" y="416"/>
                    <a:pt x="248" y="417"/>
                  </a:cubicBezTo>
                  <a:cubicBezTo>
                    <a:pt x="248" y="418"/>
                    <a:pt x="248" y="418"/>
                    <a:pt x="248" y="418"/>
                  </a:cubicBezTo>
                  <a:cubicBezTo>
                    <a:pt x="248" y="419"/>
                    <a:pt x="249" y="419"/>
                    <a:pt x="249" y="420"/>
                  </a:cubicBezTo>
                  <a:cubicBezTo>
                    <a:pt x="249" y="420"/>
                    <a:pt x="250" y="420"/>
                    <a:pt x="250" y="421"/>
                  </a:cubicBezTo>
                  <a:cubicBezTo>
                    <a:pt x="250" y="422"/>
                    <a:pt x="251" y="422"/>
                    <a:pt x="251" y="423"/>
                  </a:cubicBezTo>
                  <a:cubicBezTo>
                    <a:pt x="251" y="423"/>
                    <a:pt x="251" y="423"/>
                    <a:pt x="251" y="423"/>
                  </a:cubicBezTo>
                  <a:cubicBezTo>
                    <a:pt x="252" y="424"/>
                    <a:pt x="253" y="425"/>
                    <a:pt x="253" y="426"/>
                  </a:cubicBezTo>
                  <a:cubicBezTo>
                    <a:pt x="253" y="426"/>
                    <a:pt x="253" y="426"/>
                    <a:pt x="254" y="426"/>
                  </a:cubicBezTo>
                  <a:cubicBezTo>
                    <a:pt x="254" y="427"/>
                    <a:pt x="255" y="427"/>
                    <a:pt x="255" y="428"/>
                  </a:cubicBezTo>
                  <a:cubicBezTo>
                    <a:pt x="256" y="428"/>
                    <a:pt x="256" y="428"/>
                    <a:pt x="256" y="428"/>
                  </a:cubicBezTo>
                  <a:cubicBezTo>
                    <a:pt x="257" y="429"/>
                    <a:pt x="257" y="430"/>
                    <a:pt x="258" y="430"/>
                  </a:cubicBezTo>
                  <a:cubicBezTo>
                    <a:pt x="258" y="430"/>
                    <a:pt x="258" y="430"/>
                    <a:pt x="258" y="430"/>
                  </a:cubicBezTo>
                  <a:cubicBezTo>
                    <a:pt x="259" y="431"/>
                    <a:pt x="260" y="431"/>
                    <a:pt x="261" y="432"/>
                  </a:cubicBezTo>
                  <a:cubicBezTo>
                    <a:pt x="261" y="432"/>
                    <a:pt x="261" y="432"/>
                    <a:pt x="262" y="432"/>
                  </a:cubicBezTo>
                  <a:cubicBezTo>
                    <a:pt x="263" y="432"/>
                    <a:pt x="263" y="433"/>
                    <a:pt x="264" y="433"/>
                  </a:cubicBezTo>
                  <a:cubicBezTo>
                    <a:pt x="265" y="433"/>
                    <a:pt x="265" y="433"/>
                    <a:pt x="265" y="433"/>
                  </a:cubicBezTo>
                  <a:cubicBezTo>
                    <a:pt x="266" y="433"/>
                    <a:pt x="267" y="434"/>
                    <a:pt x="269" y="434"/>
                  </a:cubicBezTo>
                  <a:cubicBezTo>
                    <a:pt x="269" y="434"/>
                    <a:pt x="269" y="434"/>
                    <a:pt x="269" y="434"/>
                  </a:cubicBezTo>
                  <a:cubicBezTo>
                    <a:pt x="271" y="434"/>
                    <a:pt x="272" y="434"/>
                    <a:pt x="273" y="434"/>
                  </a:cubicBezTo>
                  <a:cubicBezTo>
                    <a:pt x="273" y="434"/>
                    <a:pt x="274" y="434"/>
                    <a:pt x="274" y="435"/>
                  </a:cubicBezTo>
                  <a:cubicBezTo>
                    <a:pt x="276" y="435"/>
                    <a:pt x="277" y="435"/>
                    <a:pt x="279" y="435"/>
                  </a:cubicBezTo>
                  <a:cubicBezTo>
                    <a:pt x="302" y="435"/>
                    <a:pt x="304" y="445"/>
                    <a:pt x="326" y="445"/>
                  </a:cubicBezTo>
                  <a:cubicBezTo>
                    <a:pt x="327" y="445"/>
                    <a:pt x="328" y="445"/>
                    <a:pt x="329" y="445"/>
                  </a:cubicBezTo>
                  <a:cubicBezTo>
                    <a:pt x="329" y="445"/>
                    <a:pt x="329" y="445"/>
                    <a:pt x="329" y="445"/>
                  </a:cubicBezTo>
                  <a:cubicBezTo>
                    <a:pt x="330" y="445"/>
                    <a:pt x="331" y="445"/>
                    <a:pt x="332" y="445"/>
                  </a:cubicBezTo>
                  <a:cubicBezTo>
                    <a:pt x="333" y="445"/>
                    <a:pt x="333" y="445"/>
                    <a:pt x="333" y="445"/>
                  </a:cubicBezTo>
                  <a:cubicBezTo>
                    <a:pt x="334" y="445"/>
                    <a:pt x="335" y="444"/>
                    <a:pt x="336" y="444"/>
                  </a:cubicBezTo>
                  <a:cubicBezTo>
                    <a:pt x="337" y="444"/>
                    <a:pt x="337" y="444"/>
                    <a:pt x="338" y="444"/>
                  </a:cubicBezTo>
                  <a:cubicBezTo>
                    <a:pt x="339" y="444"/>
                    <a:pt x="339" y="444"/>
                    <a:pt x="339" y="444"/>
                  </a:cubicBezTo>
                  <a:cubicBezTo>
                    <a:pt x="356" y="441"/>
                    <a:pt x="375" y="436"/>
                    <a:pt x="385" y="451"/>
                  </a:cubicBezTo>
                  <a:cubicBezTo>
                    <a:pt x="385" y="451"/>
                    <a:pt x="385" y="451"/>
                    <a:pt x="385" y="451"/>
                  </a:cubicBezTo>
                  <a:cubicBezTo>
                    <a:pt x="393" y="444"/>
                    <a:pt x="401" y="436"/>
                    <a:pt x="406" y="432"/>
                  </a:cubicBezTo>
                  <a:cubicBezTo>
                    <a:pt x="412" y="426"/>
                    <a:pt x="445" y="392"/>
                    <a:pt x="453" y="382"/>
                  </a:cubicBezTo>
                  <a:cubicBezTo>
                    <a:pt x="461" y="372"/>
                    <a:pt x="464" y="347"/>
                    <a:pt x="464" y="334"/>
                  </a:cubicBezTo>
                  <a:cubicBezTo>
                    <a:pt x="464" y="321"/>
                    <a:pt x="477" y="315"/>
                    <a:pt x="485" y="305"/>
                  </a:cubicBezTo>
                  <a:cubicBezTo>
                    <a:pt x="493" y="296"/>
                    <a:pt x="497" y="291"/>
                    <a:pt x="499" y="283"/>
                  </a:cubicBezTo>
                  <a:cubicBezTo>
                    <a:pt x="501" y="275"/>
                    <a:pt x="498" y="274"/>
                    <a:pt x="490" y="269"/>
                  </a:cubicBezTo>
                  <a:cubicBezTo>
                    <a:pt x="482" y="265"/>
                    <a:pt x="490" y="245"/>
                    <a:pt x="486" y="239"/>
                  </a:cubicBezTo>
                  <a:cubicBezTo>
                    <a:pt x="481" y="233"/>
                    <a:pt x="479" y="227"/>
                    <a:pt x="479" y="219"/>
                  </a:cubicBezTo>
                  <a:cubicBezTo>
                    <a:pt x="479" y="212"/>
                    <a:pt x="485" y="203"/>
                    <a:pt x="493" y="198"/>
                  </a:cubicBezTo>
                  <a:cubicBezTo>
                    <a:pt x="501" y="193"/>
                    <a:pt x="500" y="173"/>
                    <a:pt x="494" y="165"/>
                  </a:cubicBezTo>
                  <a:cubicBezTo>
                    <a:pt x="488" y="157"/>
                    <a:pt x="499" y="136"/>
                    <a:pt x="499" y="127"/>
                  </a:cubicBezTo>
                  <a:cubicBezTo>
                    <a:pt x="499" y="117"/>
                    <a:pt x="496" y="109"/>
                    <a:pt x="492" y="103"/>
                  </a:cubicBezTo>
                  <a:cubicBezTo>
                    <a:pt x="488" y="96"/>
                    <a:pt x="489" y="83"/>
                    <a:pt x="483" y="68"/>
                  </a:cubicBezTo>
                  <a:cubicBezTo>
                    <a:pt x="477" y="53"/>
                    <a:pt x="442" y="55"/>
                    <a:pt x="432" y="49"/>
                  </a:cubicBezTo>
                  <a:cubicBezTo>
                    <a:pt x="422" y="44"/>
                    <a:pt x="398" y="35"/>
                    <a:pt x="388" y="29"/>
                  </a:cubicBezTo>
                  <a:cubicBezTo>
                    <a:pt x="378" y="23"/>
                    <a:pt x="368" y="23"/>
                    <a:pt x="356" y="26"/>
                  </a:cubicBezTo>
                  <a:cubicBezTo>
                    <a:pt x="344" y="29"/>
                    <a:pt x="333" y="23"/>
                    <a:pt x="332" y="13"/>
                  </a:cubicBezTo>
                  <a:cubicBezTo>
                    <a:pt x="331" y="8"/>
                    <a:pt x="329" y="4"/>
                    <a:pt x="327" y="0"/>
                  </a:cubicBezTo>
                  <a:cubicBezTo>
                    <a:pt x="327" y="0"/>
                    <a:pt x="327" y="0"/>
                    <a:pt x="327" y="0"/>
                  </a:cubicBezTo>
                  <a:cubicBezTo>
                    <a:pt x="327" y="1"/>
                    <a:pt x="326" y="1"/>
                    <a:pt x="326" y="1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21" name="Freeform 120">
              <a:extLst>
                <a:ext uri="{FF2B5EF4-FFF2-40B4-BE49-F238E27FC236}">
                  <a16:creationId xmlns:a16="http://schemas.microsoft.com/office/drawing/2014/main" id="{6361FF76-B9DB-D494-C6F5-0935810A1C95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6200" y="4370388"/>
              <a:ext cx="142875" cy="134938"/>
            </a:xfrm>
            <a:custGeom>
              <a:avLst/>
              <a:gdLst>
                <a:gd name="T0" fmla="*/ 138 w 157"/>
                <a:gd name="T1" fmla="*/ 32 h 149"/>
                <a:gd name="T2" fmla="*/ 119 w 157"/>
                <a:gd name="T3" fmla="*/ 15 h 149"/>
                <a:gd name="T4" fmla="*/ 102 w 157"/>
                <a:gd name="T5" fmla="*/ 1 h 149"/>
                <a:gd name="T6" fmla="*/ 81 w 157"/>
                <a:gd name="T7" fmla="*/ 10 h 149"/>
                <a:gd name="T8" fmla="*/ 60 w 157"/>
                <a:gd name="T9" fmla="*/ 22 h 149"/>
                <a:gd name="T10" fmla="*/ 43 w 157"/>
                <a:gd name="T11" fmla="*/ 41 h 149"/>
                <a:gd name="T12" fmla="*/ 26 w 157"/>
                <a:gd name="T13" fmla="*/ 59 h 149"/>
                <a:gd name="T14" fmla="*/ 2 w 157"/>
                <a:gd name="T15" fmla="*/ 80 h 149"/>
                <a:gd name="T16" fmla="*/ 17 w 157"/>
                <a:gd name="T17" fmla="*/ 100 h 149"/>
                <a:gd name="T18" fmla="*/ 38 w 157"/>
                <a:gd name="T19" fmla="*/ 134 h 149"/>
                <a:gd name="T20" fmla="*/ 60 w 157"/>
                <a:gd name="T21" fmla="*/ 147 h 149"/>
                <a:gd name="T22" fmla="*/ 76 w 157"/>
                <a:gd name="T23" fmla="*/ 138 h 149"/>
                <a:gd name="T24" fmla="*/ 102 w 157"/>
                <a:gd name="T25" fmla="*/ 109 h 149"/>
                <a:gd name="T26" fmla="*/ 136 w 157"/>
                <a:gd name="T27" fmla="*/ 96 h 149"/>
                <a:gd name="T28" fmla="*/ 148 w 157"/>
                <a:gd name="T29" fmla="*/ 67 h 149"/>
                <a:gd name="T30" fmla="*/ 156 w 157"/>
                <a:gd name="T31" fmla="*/ 52 h 149"/>
                <a:gd name="T32" fmla="*/ 138 w 157"/>
                <a:gd name="T33" fmla="*/ 32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57" h="149">
                  <a:moveTo>
                    <a:pt x="138" y="32"/>
                  </a:moveTo>
                  <a:cubicBezTo>
                    <a:pt x="128" y="30"/>
                    <a:pt x="122" y="22"/>
                    <a:pt x="119" y="15"/>
                  </a:cubicBezTo>
                  <a:cubicBezTo>
                    <a:pt x="116" y="9"/>
                    <a:pt x="108" y="0"/>
                    <a:pt x="102" y="1"/>
                  </a:cubicBezTo>
                  <a:cubicBezTo>
                    <a:pt x="102" y="1"/>
                    <a:pt x="83" y="2"/>
                    <a:pt x="81" y="10"/>
                  </a:cubicBezTo>
                  <a:cubicBezTo>
                    <a:pt x="79" y="17"/>
                    <a:pt x="68" y="22"/>
                    <a:pt x="60" y="22"/>
                  </a:cubicBezTo>
                  <a:cubicBezTo>
                    <a:pt x="51" y="22"/>
                    <a:pt x="43" y="30"/>
                    <a:pt x="43" y="41"/>
                  </a:cubicBezTo>
                  <a:cubicBezTo>
                    <a:pt x="43" y="51"/>
                    <a:pt x="33" y="53"/>
                    <a:pt x="26" y="59"/>
                  </a:cubicBezTo>
                  <a:cubicBezTo>
                    <a:pt x="19" y="65"/>
                    <a:pt x="0" y="68"/>
                    <a:pt x="2" y="80"/>
                  </a:cubicBezTo>
                  <a:cubicBezTo>
                    <a:pt x="4" y="93"/>
                    <a:pt x="15" y="90"/>
                    <a:pt x="17" y="100"/>
                  </a:cubicBezTo>
                  <a:cubicBezTo>
                    <a:pt x="19" y="111"/>
                    <a:pt x="31" y="123"/>
                    <a:pt x="38" y="134"/>
                  </a:cubicBezTo>
                  <a:cubicBezTo>
                    <a:pt x="44" y="145"/>
                    <a:pt x="49" y="147"/>
                    <a:pt x="60" y="147"/>
                  </a:cubicBezTo>
                  <a:cubicBezTo>
                    <a:pt x="71" y="147"/>
                    <a:pt x="74" y="149"/>
                    <a:pt x="76" y="138"/>
                  </a:cubicBezTo>
                  <a:cubicBezTo>
                    <a:pt x="79" y="126"/>
                    <a:pt x="86" y="110"/>
                    <a:pt x="102" y="109"/>
                  </a:cubicBezTo>
                  <a:cubicBezTo>
                    <a:pt x="118" y="108"/>
                    <a:pt x="132" y="108"/>
                    <a:pt x="136" y="96"/>
                  </a:cubicBezTo>
                  <a:cubicBezTo>
                    <a:pt x="140" y="84"/>
                    <a:pt x="142" y="72"/>
                    <a:pt x="148" y="67"/>
                  </a:cubicBezTo>
                  <a:cubicBezTo>
                    <a:pt x="153" y="61"/>
                    <a:pt x="157" y="62"/>
                    <a:pt x="156" y="52"/>
                  </a:cubicBezTo>
                  <a:cubicBezTo>
                    <a:pt x="156" y="42"/>
                    <a:pt x="149" y="33"/>
                    <a:pt x="138" y="32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22" name="Freeform 121">
              <a:extLst>
                <a:ext uri="{FF2B5EF4-FFF2-40B4-BE49-F238E27FC236}">
                  <a16:creationId xmlns:a16="http://schemas.microsoft.com/office/drawing/2014/main" id="{95E1CEE0-B53D-17DF-9F33-9821A03852B1}"/>
                </a:ext>
              </a:extLst>
            </p:cNvPr>
            <p:cNvSpPr>
              <a:spLocks/>
            </p:cNvSpPr>
            <p:nvPr/>
          </p:nvSpPr>
          <p:spPr bwMode="auto">
            <a:xfrm>
              <a:off x="4278313" y="2995613"/>
              <a:ext cx="706438" cy="730250"/>
            </a:xfrm>
            <a:custGeom>
              <a:avLst/>
              <a:gdLst>
                <a:gd name="T0" fmla="*/ 59 w 778"/>
                <a:gd name="T1" fmla="*/ 740 h 802"/>
                <a:gd name="T2" fmla="*/ 157 w 778"/>
                <a:gd name="T3" fmla="*/ 756 h 802"/>
                <a:gd name="T4" fmla="*/ 450 w 778"/>
                <a:gd name="T5" fmla="*/ 789 h 802"/>
                <a:gd name="T6" fmla="*/ 642 w 778"/>
                <a:gd name="T7" fmla="*/ 797 h 802"/>
                <a:gd name="T8" fmla="*/ 725 w 778"/>
                <a:gd name="T9" fmla="*/ 779 h 802"/>
                <a:gd name="T10" fmla="*/ 731 w 778"/>
                <a:gd name="T11" fmla="*/ 778 h 802"/>
                <a:gd name="T12" fmla="*/ 685 w 778"/>
                <a:gd name="T13" fmla="*/ 725 h 802"/>
                <a:gd name="T14" fmla="*/ 650 w 778"/>
                <a:gd name="T15" fmla="*/ 472 h 802"/>
                <a:gd name="T16" fmla="*/ 778 w 778"/>
                <a:gd name="T17" fmla="*/ 337 h 802"/>
                <a:gd name="T18" fmla="*/ 772 w 778"/>
                <a:gd name="T19" fmla="*/ 337 h 802"/>
                <a:gd name="T20" fmla="*/ 767 w 778"/>
                <a:gd name="T21" fmla="*/ 337 h 802"/>
                <a:gd name="T22" fmla="*/ 757 w 778"/>
                <a:gd name="T23" fmla="*/ 337 h 802"/>
                <a:gd name="T24" fmla="*/ 682 w 778"/>
                <a:gd name="T25" fmla="*/ 349 h 802"/>
                <a:gd name="T26" fmla="*/ 666 w 778"/>
                <a:gd name="T27" fmla="*/ 328 h 802"/>
                <a:gd name="T28" fmla="*/ 655 w 778"/>
                <a:gd name="T29" fmla="*/ 268 h 802"/>
                <a:gd name="T30" fmla="*/ 645 w 778"/>
                <a:gd name="T31" fmla="*/ 208 h 802"/>
                <a:gd name="T32" fmla="*/ 637 w 778"/>
                <a:gd name="T33" fmla="*/ 148 h 802"/>
                <a:gd name="T34" fmla="*/ 642 w 778"/>
                <a:gd name="T35" fmla="*/ 109 h 802"/>
                <a:gd name="T36" fmla="*/ 552 w 778"/>
                <a:gd name="T37" fmla="*/ 80 h 802"/>
                <a:gd name="T38" fmla="*/ 491 w 778"/>
                <a:gd name="T39" fmla="*/ 115 h 802"/>
                <a:gd name="T40" fmla="*/ 449 w 778"/>
                <a:gd name="T41" fmla="*/ 148 h 802"/>
                <a:gd name="T42" fmla="*/ 391 w 778"/>
                <a:gd name="T43" fmla="*/ 153 h 802"/>
                <a:gd name="T44" fmla="*/ 325 w 778"/>
                <a:gd name="T45" fmla="*/ 73 h 802"/>
                <a:gd name="T46" fmla="*/ 187 w 778"/>
                <a:gd name="T47" fmla="*/ 12 h 802"/>
                <a:gd name="T48" fmla="*/ 31 w 778"/>
                <a:gd name="T49" fmla="*/ 21 h 802"/>
                <a:gd name="T50" fmla="*/ 73 w 778"/>
                <a:gd name="T51" fmla="*/ 89 h 802"/>
                <a:gd name="T52" fmla="*/ 101 w 778"/>
                <a:gd name="T53" fmla="*/ 188 h 802"/>
                <a:gd name="T54" fmla="*/ 109 w 778"/>
                <a:gd name="T55" fmla="*/ 291 h 802"/>
                <a:gd name="T56" fmla="*/ 128 w 778"/>
                <a:gd name="T57" fmla="*/ 380 h 802"/>
                <a:gd name="T58" fmla="*/ 68 w 778"/>
                <a:gd name="T59" fmla="*/ 469 h 802"/>
                <a:gd name="T60" fmla="*/ 39 w 778"/>
                <a:gd name="T61" fmla="*/ 579 h 802"/>
                <a:gd name="T62" fmla="*/ 2 w 778"/>
                <a:gd name="T63" fmla="*/ 697 h 802"/>
                <a:gd name="T64" fmla="*/ 13 w 778"/>
                <a:gd name="T65" fmla="*/ 738 h 8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778" h="802">
                  <a:moveTo>
                    <a:pt x="35" y="749"/>
                  </a:moveTo>
                  <a:cubicBezTo>
                    <a:pt x="39" y="752"/>
                    <a:pt x="55" y="752"/>
                    <a:pt x="59" y="740"/>
                  </a:cubicBezTo>
                  <a:cubicBezTo>
                    <a:pt x="63" y="728"/>
                    <a:pt x="99" y="721"/>
                    <a:pt x="111" y="737"/>
                  </a:cubicBezTo>
                  <a:cubicBezTo>
                    <a:pt x="123" y="753"/>
                    <a:pt x="126" y="756"/>
                    <a:pt x="157" y="756"/>
                  </a:cubicBezTo>
                  <a:cubicBezTo>
                    <a:pt x="187" y="756"/>
                    <a:pt x="422" y="757"/>
                    <a:pt x="422" y="757"/>
                  </a:cubicBezTo>
                  <a:cubicBezTo>
                    <a:pt x="450" y="789"/>
                    <a:pt x="450" y="789"/>
                    <a:pt x="450" y="789"/>
                  </a:cubicBezTo>
                  <a:cubicBezTo>
                    <a:pt x="450" y="789"/>
                    <a:pt x="537" y="786"/>
                    <a:pt x="551" y="792"/>
                  </a:cubicBezTo>
                  <a:cubicBezTo>
                    <a:pt x="566" y="797"/>
                    <a:pt x="634" y="802"/>
                    <a:pt x="642" y="797"/>
                  </a:cubicBezTo>
                  <a:cubicBezTo>
                    <a:pt x="650" y="792"/>
                    <a:pt x="699" y="782"/>
                    <a:pt x="718" y="780"/>
                  </a:cubicBezTo>
                  <a:cubicBezTo>
                    <a:pt x="720" y="779"/>
                    <a:pt x="722" y="779"/>
                    <a:pt x="725" y="779"/>
                  </a:cubicBezTo>
                  <a:cubicBezTo>
                    <a:pt x="726" y="779"/>
                    <a:pt x="728" y="779"/>
                    <a:pt x="730" y="778"/>
                  </a:cubicBezTo>
                  <a:cubicBezTo>
                    <a:pt x="730" y="778"/>
                    <a:pt x="730" y="778"/>
                    <a:pt x="731" y="778"/>
                  </a:cubicBezTo>
                  <a:cubicBezTo>
                    <a:pt x="729" y="758"/>
                    <a:pt x="724" y="752"/>
                    <a:pt x="716" y="750"/>
                  </a:cubicBezTo>
                  <a:cubicBezTo>
                    <a:pt x="707" y="748"/>
                    <a:pt x="697" y="735"/>
                    <a:pt x="685" y="725"/>
                  </a:cubicBezTo>
                  <a:cubicBezTo>
                    <a:pt x="673" y="715"/>
                    <a:pt x="651" y="679"/>
                    <a:pt x="651" y="679"/>
                  </a:cubicBezTo>
                  <a:cubicBezTo>
                    <a:pt x="650" y="472"/>
                    <a:pt x="650" y="472"/>
                    <a:pt x="650" y="472"/>
                  </a:cubicBezTo>
                  <a:cubicBezTo>
                    <a:pt x="776" y="468"/>
                    <a:pt x="776" y="468"/>
                    <a:pt x="776" y="468"/>
                  </a:cubicBezTo>
                  <a:cubicBezTo>
                    <a:pt x="778" y="337"/>
                    <a:pt x="778" y="337"/>
                    <a:pt x="778" y="337"/>
                  </a:cubicBezTo>
                  <a:cubicBezTo>
                    <a:pt x="776" y="337"/>
                    <a:pt x="774" y="337"/>
                    <a:pt x="773" y="337"/>
                  </a:cubicBezTo>
                  <a:cubicBezTo>
                    <a:pt x="773" y="337"/>
                    <a:pt x="773" y="337"/>
                    <a:pt x="772" y="337"/>
                  </a:cubicBezTo>
                  <a:cubicBezTo>
                    <a:pt x="771" y="337"/>
                    <a:pt x="769" y="337"/>
                    <a:pt x="768" y="337"/>
                  </a:cubicBezTo>
                  <a:cubicBezTo>
                    <a:pt x="767" y="337"/>
                    <a:pt x="767" y="337"/>
                    <a:pt x="767" y="337"/>
                  </a:cubicBezTo>
                  <a:cubicBezTo>
                    <a:pt x="765" y="337"/>
                    <a:pt x="764" y="337"/>
                    <a:pt x="762" y="337"/>
                  </a:cubicBezTo>
                  <a:cubicBezTo>
                    <a:pt x="760" y="337"/>
                    <a:pt x="759" y="337"/>
                    <a:pt x="757" y="337"/>
                  </a:cubicBezTo>
                  <a:cubicBezTo>
                    <a:pt x="743" y="337"/>
                    <a:pt x="735" y="347"/>
                    <a:pt x="723" y="347"/>
                  </a:cubicBezTo>
                  <a:cubicBezTo>
                    <a:pt x="711" y="347"/>
                    <a:pt x="686" y="341"/>
                    <a:pt x="682" y="349"/>
                  </a:cubicBezTo>
                  <a:cubicBezTo>
                    <a:pt x="678" y="357"/>
                    <a:pt x="665" y="353"/>
                    <a:pt x="661" y="346"/>
                  </a:cubicBezTo>
                  <a:cubicBezTo>
                    <a:pt x="656" y="338"/>
                    <a:pt x="657" y="333"/>
                    <a:pt x="666" y="328"/>
                  </a:cubicBezTo>
                  <a:cubicBezTo>
                    <a:pt x="675" y="322"/>
                    <a:pt x="670" y="308"/>
                    <a:pt x="669" y="298"/>
                  </a:cubicBezTo>
                  <a:cubicBezTo>
                    <a:pt x="667" y="288"/>
                    <a:pt x="665" y="275"/>
                    <a:pt x="655" y="268"/>
                  </a:cubicBezTo>
                  <a:cubicBezTo>
                    <a:pt x="644" y="260"/>
                    <a:pt x="643" y="246"/>
                    <a:pt x="641" y="236"/>
                  </a:cubicBezTo>
                  <a:cubicBezTo>
                    <a:pt x="639" y="225"/>
                    <a:pt x="643" y="216"/>
                    <a:pt x="645" y="208"/>
                  </a:cubicBezTo>
                  <a:cubicBezTo>
                    <a:pt x="647" y="200"/>
                    <a:pt x="645" y="188"/>
                    <a:pt x="645" y="176"/>
                  </a:cubicBezTo>
                  <a:cubicBezTo>
                    <a:pt x="645" y="165"/>
                    <a:pt x="642" y="153"/>
                    <a:pt x="637" y="148"/>
                  </a:cubicBezTo>
                  <a:cubicBezTo>
                    <a:pt x="633" y="144"/>
                    <a:pt x="632" y="133"/>
                    <a:pt x="641" y="130"/>
                  </a:cubicBezTo>
                  <a:cubicBezTo>
                    <a:pt x="649" y="126"/>
                    <a:pt x="643" y="119"/>
                    <a:pt x="642" y="109"/>
                  </a:cubicBezTo>
                  <a:cubicBezTo>
                    <a:pt x="641" y="99"/>
                    <a:pt x="591" y="104"/>
                    <a:pt x="573" y="104"/>
                  </a:cubicBezTo>
                  <a:cubicBezTo>
                    <a:pt x="555" y="103"/>
                    <a:pt x="563" y="80"/>
                    <a:pt x="552" y="80"/>
                  </a:cubicBezTo>
                  <a:cubicBezTo>
                    <a:pt x="541" y="81"/>
                    <a:pt x="516" y="80"/>
                    <a:pt x="502" y="82"/>
                  </a:cubicBezTo>
                  <a:cubicBezTo>
                    <a:pt x="488" y="84"/>
                    <a:pt x="497" y="109"/>
                    <a:pt x="491" y="115"/>
                  </a:cubicBezTo>
                  <a:cubicBezTo>
                    <a:pt x="484" y="121"/>
                    <a:pt x="485" y="124"/>
                    <a:pt x="484" y="139"/>
                  </a:cubicBezTo>
                  <a:cubicBezTo>
                    <a:pt x="483" y="154"/>
                    <a:pt x="461" y="154"/>
                    <a:pt x="449" y="148"/>
                  </a:cubicBezTo>
                  <a:cubicBezTo>
                    <a:pt x="437" y="143"/>
                    <a:pt x="428" y="144"/>
                    <a:pt x="420" y="150"/>
                  </a:cubicBezTo>
                  <a:cubicBezTo>
                    <a:pt x="412" y="156"/>
                    <a:pt x="406" y="153"/>
                    <a:pt x="391" y="153"/>
                  </a:cubicBezTo>
                  <a:cubicBezTo>
                    <a:pt x="375" y="153"/>
                    <a:pt x="363" y="142"/>
                    <a:pt x="353" y="130"/>
                  </a:cubicBezTo>
                  <a:cubicBezTo>
                    <a:pt x="342" y="119"/>
                    <a:pt x="334" y="84"/>
                    <a:pt x="325" y="73"/>
                  </a:cubicBezTo>
                  <a:cubicBezTo>
                    <a:pt x="315" y="62"/>
                    <a:pt x="316" y="44"/>
                    <a:pt x="308" y="22"/>
                  </a:cubicBezTo>
                  <a:cubicBezTo>
                    <a:pt x="300" y="0"/>
                    <a:pt x="213" y="14"/>
                    <a:pt x="187" y="12"/>
                  </a:cubicBezTo>
                  <a:cubicBezTo>
                    <a:pt x="162" y="10"/>
                    <a:pt x="115" y="12"/>
                    <a:pt x="93" y="12"/>
                  </a:cubicBezTo>
                  <a:cubicBezTo>
                    <a:pt x="75" y="12"/>
                    <a:pt x="44" y="18"/>
                    <a:pt x="31" y="21"/>
                  </a:cubicBezTo>
                  <a:cubicBezTo>
                    <a:pt x="32" y="29"/>
                    <a:pt x="35" y="36"/>
                    <a:pt x="43" y="47"/>
                  </a:cubicBezTo>
                  <a:cubicBezTo>
                    <a:pt x="57" y="66"/>
                    <a:pt x="68" y="66"/>
                    <a:pt x="73" y="89"/>
                  </a:cubicBezTo>
                  <a:cubicBezTo>
                    <a:pt x="78" y="111"/>
                    <a:pt x="80" y="111"/>
                    <a:pt x="92" y="132"/>
                  </a:cubicBezTo>
                  <a:cubicBezTo>
                    <a:pt x="104" y="152"/>
                    <a:pt x="114" y="166"/>
                    <a:pt x="101" y="188"/>
                  </a:cubicBezTo>
                  <a:cubicBezTo>
                    <a:pt x="88" y="211"/>
                    <a:pt x="79" y="213"/>
                    <a:pt x="90" y="237"/>
                  </a:cubicBezTo>
                  <a:cubicBezTo>
                    <a:pt x="101" y="261"/>
                    <a:pt x="97" y="281"/>
                    <a:pt x="109" y="291"/>
                  </a:cubicBezTo>
                  <a:cubicBezTo>
                    <a:pt x="122" y="300"/>
                    <a:pt x="127" y="304"/>
                    <a:pt x="130" y="322"/>
                  </a:cubicBezTo>
                  <a:cubicBezTo>
                    <a:pt x="133" y="340"/>
                    <a:pt x="129" y="358"/>
                    <a:pt x="128" y="380"/>
                  </a:cubicBezTo>
                  <a:cubicBezTo>
                    <a:pt x="127" y="401"/>
                    <a:pt x="138" y="409"/>
                    <a:pt x="116" y="422"/>
                  </a:cubicBezTo>
                  <a:cubicBezTo>
                    <a:pt x="93" y="435"/>
                    <a:pt x="74" y="450"/>
                    <a:pt x="68" y="469"/>
                  </a:cubicBezTo>
                  <a:cubicBezTo>
                    <a:pt x="61" y="488"/>
                    <a:pt x="42" y="499"/>
                    <a:pt x="42" y="525"/>
                  </a:cubicBezTo>
                  <a:cubicBezTo>
                    <a:pt x="42" y="551"/>
                    <a:pt x="40" y="559"/>
                    <a:pt x="39" y="579"/>
                  </a:cubicBezTo>
                  <a:cubicBezTo>
                    <a:pt x="37" y="598"/>
                    <a:pt x="28" y="612"/>
                    <a:pt x="14" y="635"/>
                  </a:cubicBezTo>
                  <a:cubicBezTo>
                    <a:pt x="0" y="657"/>
                    <a:pt x="2" y="673"/>
                    <a:pt x="2" y="697"/>
                  </a:cubicBezTo>
                  <a:cubicBezTo>
                    <a:pt x="2" y="707"/>
                    <a:pt x="0" y="725"/>
                    <a:pt x="0" y="743"/>
                  </a:cubicBezTo>
                  <a:cubicBezTo>
                    <a:pt x="4" y="741"/>
                    <a:pt x="9" y="738"/>
                    <a:pt x="13" y="738"/>
                  </a:cubicBezTo>
                  <a:cubicBezTo>
                    <a:pt x="22" y="738"/>
                    <a:pt x="31" y="746"/>
                    <a:pt x="35" y="749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23" name="Freeform 122">
              <a:extLst>
                <a:ext uri="{FF2B5EF4-FFF2-40B4-BE49-F238E27FC236}">
                  <a16:creationId xmlns:a16="http://schemas.microsoft.com/office/drawing/2014/main" id="{B629E397-1088-164B-614E-FB231DEBF3DC}"/>
                </a:ext>
              </a:extLst>
            </p:cNvPr>
            <p:cNvSpPr>
              <a:spLocks/>
            </p:cNvSpPr>
            <p:nvPr/>
          </p:nvSpPr>
          <p:spPr bwMode="auto">
            <a:xfrm>
              <a:off x="4868863" y="3140076"/>
              <a:ext cx="671513" cy="603250"/>
            </a:xfrm>
            <a:custGeom>
              <a:avLst/>
              <a:gdLst>
                <a:gd name="T0" fmla="*/ 547 w 740"/>
                <a:gd name="T1" fmla="*/ 5 h 662"/>
                <a:gd name="T2" fmla="*/ 539 w 740"/>
                <a:gd name="T3" fmla="*/ 9 h 662"/>
                <a:gd name="T4" fmla="*/ 443 w 740"/>
                <a:gd name="T5" fmla="*/ 36 h 662"/>
                <a:gd name="T6" fmla="*/ 423 w 740"/>
                <a:gd name="T7" fmla="*/ 143 h 662"/>
                <a:gd name="T8" fmla="*/ 433 w 740"/>
                <a:gd name="T9" fmla="*/ 251 h 662"/>
                <a:gd name="T10" fmla="*/ 505 w 740"/>
                <a:gd name="T11" fmla="*/ 262 h 662"/>
                <a:gd name="T12" fmla="*/ 485 w 740"/>
                <a:gd name="T13" fmla="*/ 330 h 662"/>
                <a:gd name="T14" fmla="*/ 401 w 740"/>
                <a:gd name="T15" fmla="*/ 278 h 662"/>
                <a:gd name="T16" fmla="*/ 325 w 740"/>
                <a:gd name="T17" fmla="*/ 224 h 662"/>
                <a:gd name="T18" fmla="*/ 277 w 740"/>
                <a:gd name="T19" fmla="*/ 247 h 662"/>
                <a:gd name="T20" fmla="*/ 214 w 740"/>
                <a:gd name="T21" fmla="*/ 209 h 662"/>
                <a:gd name="T22" fmla="*/ 148 w 740"/>
                <a:gd name="T23" fmla="*/ 188 h 662"/>
                <a:gd name="T24" fmla="*/ 145 w 740"/>
                <a:gd name="T25" fmla="*/ 184 h 662"/>
                <a:gd name="T26" fmla="*/ 142 w 740"/>
                <a:gd name="T27" fmla="*/ 182 h 662"/>
                <a:gd name="T28" fmla="*/ 138 w 740"/>
                <a:gd name="T29" fmla="*/ 180 h 662"/>
                <a:gd name="T30" fmla="*/ 134 w 740"/>
                <a:gd name="T31" fmla="*/ 179 h 662"/>
                <a:gd name="T32" fmla="*/ 128 w 740"/>
                <a:gd name="T33" fmla="*/ 178 h 662"/>
                <a:gd name="T34" fmla="*/ 1 w 740"/>
                <a:gd name="T35" fmla="*/ 520 h 662"/>
                <a:gd name="T36" fmla="*/ 81 w 740"/>
                <a:gd name="T37" fmla="*/ 619 h 662"/>
                <a:gd name="T38" fmla="*/ 95 w 740"/>
                <a:gd name="T39" fmla="*/ 618 h 662"/>
                <a:gd name="T40" fmla="*/ 105 w 740"/>
                <a:gd name="T41" fmla="*/ 617 h 662"/>
                <a:gd name="T42" fmla="*/ 111 w 740"/>
                <a:gd name="T43" fmla="*/ 615 h 662"/>
                <a:gd name="T44" fmla="*/ 205 w 740"/>
                <a:gd name="T45" fmla="*/ 628 h 662"/>
                <a:gd name="T46" fmla="*/ 317 w 740"/>
                <a:gd name="T47" fmla="*/ 641 h 662"/>
                <a:gd name="T48" fmla="*/ 475 w 740"/>
                <a:gd name="T49" fmla="*/ 490 h 662"/>
                <a:gd name="T50" fmla="*/ 483 w 740"/>
                <a:gd name="T51" fmla="*/ 490 h 662"/>
                <a:gd name="T52" fmla="*/ 490 w 740"/>
                <a:gd name="T53" fmla="*/ 490 h 662"/>
                <a:gd name="T54" fmla="*/ 498 w 740"/>
                <a:gd name="T55" fmla="*/ 490 h 662"/>
                <a:gd name="T56" fmla="*/ 504 w 740"/>
                <a:gd name="T57" fmla="*/ 490 h 662"/>
                <a:gd name="T58" fmla="*/ 514 w 740"/>
                <a:gd name="T59" fmla="*/ 491 h 662"/>
                <a:gd name="T60" fmla="*/ 520 w 740"/>
                <a:gd name="T61" fmla="*/ 490 h 662"/>
                <a:gd name="T62" fmla="*/ 525 w 740"/>
                <a:gd name="T63" fmla="*/ 490 h 662"/>
                <a:gd name="T64" fmla="*/ 529 w 740"/>
                <a:gd name="T65" fmla="*/ 488 h 662"/>
                <a:gd name="T66" fmla="*/ 532 w 740"/>
                <a:gd name="T67" fmla="*/ 486 h 662"/>
                <a:gd name="T68" fmla="*/ 533 w 740"/>
                <a:gd name="T69" fmla="*/ 482 h 662"/>
                <a:gd name="T70" fmla="*/ 661 w 740"/>
                <a:gd name="T71" fmla="*/ 394 h 662"/>
                <a:gd name="T72" fmla="*/ 666 w 740"/>
                <a:gd name="T73" fmla="*/ 393 h 662"/>
                <a:gd name="T74" fmla="*/ 672 w 740"/>
                <a:gd name="T75" fmla="*/ 392 h 662"/>
                <a:gd name="T76" fmla="*/ 697 w 740"/>
                <a:gd name="T77" fmla="*/ 390 h 662"/>
                <a:gd name="T78" fmla="*/ 701 w 740"/>
                <a:gd name="T79" fmla="*/ 302 h 662"/>
                <a:gd name="T80" fmla="*/ 716 w 740"/>
                <a:gd name="T81" fmla="*/ 217 h 662"/>
                <a:gd name="T82" fmla="*/ 719 w 740"/>
                <a:gd name="T83" fmla="*/ 114 h 662"/>
                <a:gd name="T84" fmla="*/ 710 w 740"/>
                <a:gd name="T85" fmla="*/ 86 h 662"/>
                <a:gd name="T86" fmla="*/ 705 w 740"/>
                <a:gd name="T87" fmla="*/ 84 h 662"/>
                <a:gd name="T88" fmla="*/ 700 w 740"/>
                <a:gd name="T89" fmla="*/ 83 h 662"/>
                <a:gd name="T90" fmla="*/ 696 w 740"/>
                <a:gd name="T91" fmla="*/ 82 h 662"/>
                <a:gd name="T92" fmla="*/ 693 w 740"/>
                <a:gd name="T93" fmla="*/ 81 h 662"/>
                <a:gd name="T94" fmla="*/ 689 w 740"/>
                <a:gd name="T95" fmla="*/ 79 h 662"/>
                <a:gd name="T96" fmla="*/ 687 w 740"/>
                <a:gd name="T97" fmla="*/ 78 h 662"/>
                <a:gd name="T98" fmla="*/ 684 w 740"/>
                <a:gd name="T99" fmla="*/ 76 h 662"/>
                <a:gd name="T100" fmla="*/ 682 w 740"/>
                <a:gd name="T101" fmla="*/ 74 h 662"/>
                <a:gd name="T102" fmla="*/ 680 w 740"/>
                <a:gd name="T103" fmla="*/ 72 h 662"/>
                <a:gd name="T104" fmla="*/ 617 w 740"/>
                <a:gd name="T105" fmla="*/ 44 h 662"/>
                <a:gd name="T106" fmla="*/ 569 w 740"/>
                <a:gd name="T107" fmla="*/ 5 h 662"/>
                <a:gd name="T108" fmla="*/ 568 w 740"/>
                <a:gd name="T109" fmla="*/ 3 h 6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740" h="662">
                  <a:moveTo>
                    <a:pt x="566" y="2"/>
                  </a:moveTo>
                  <a:cubicBezTo>
                    <a:pt x="565" y="1"/>
                    <a:pt x="565" y="1"/>
                    <a:pt x="565" y="1"/>
                  </a:cubicBezTo>
                  <a:cubicBezTo>
                    <a:pt x="560" y="0"/>
                    <a:pt x="553" y="2"/>
                    <a:pt x="547" y="5"/>
                  </a:cubicBezTo>
                  <a:cubicBezTo>
                    <a:pt x="547" y="5"/>
                    <a:pt x="547" y="5"/>
                    <a:pt x="547" y="5"/>
                  </a:cubicBezTo>
                  <a:cubicBezTo>
                    <a:pt x="544" y="6"/>
                    <a:pt x="542" y="7"/>
                    <a:pt x="540" y="8"/>
                  </a:cubicBezTo>
                  <a:cubicBezTo>
                    <a:pt x="539" y="8"/>
                    <a:pt x="539" y="8"/>
                    <a:pt x="539" y="9"/>
                  </a:cubicBezTo>
                  <a:cubicBezTo>
                    <a:pt x="538" y="9"/>
                    <a:pt x="537" y="10"/>
                    <a:pt x="536" y="10"/>
                  </a:cubicBezTo>
                  <a:cubicBezTo>
                    <a:pt x="524" y="16"/>
                    <a:pt x="485" y="12"/>
                    <a:pt x="467" y="13"/>
                  </a:cubicBezTo>
                  <a:cubicBezTo>
                    <a:pt x="449" y="13"/>
                    <a:pt x="447" y="19"/>
                    <a:pt x="443" y="36"/>
                  </a:cubicBezTo>
                  <a:cubicBezTo>
                    <a:pt x="438" y="53"/>
                    <a:pt x="428" y="57"/>
                    <a:pt x="419" y="65"/>
                  </a:cubicBezTo>
                  <a:cubicBezTo>
                    <a:pt x="411" y="73"/>
                    <a:pt x="418" y="80"/>
                    <a:pt x="423" y="93"/>
                  </a:cubicBezTo>
                  <a:cubicBezTo>
                    <a:pt x="429" y="107"/>
                    <a:pt x="423" y="133"/>
                    <a:pt x="423" y="143"/>
                  </a:cubicBezTo>
                  <a:cubicBezTo>
                    <a:pt x="423" y="153"/>
                    <a:pt x="429" y="172"/>
                    <a:pt x="419" y="181"/>
                  </a:cubicBezTo>
                  <a:cubicBezTo>
                    <a:pt x="409" y="191"/>
                    <a:pt x="407" y="205"/>
                    <a:pt x="407" y="217"/>
                  </a:cubicBezTo>
                  <a:cubicBezTo>
                    <a:pt x="406" y="229"/>
                    <a:pt x="423" y="241"/>
                    <a:pt x="433" y="251"/>
                  </a:cubicBezTo>
                  <a:cubicBezTo>
                    <a:pt x="443" y="261"/>
                    <a:pt x="451" y="273"/>
                    <a:pt x="463" y="277"/>
                  </a:cubicBezTo>
                  <a:cubicBezTo>
                    <a:pt x="476" y="280"/>
                    <a:pt x="483" y="271"/>
                    <a:pt x="483" y="263"/>
                  </a:cubicBezTo>
                  <a:cubicBezTo>
                    <a:pt x="483" y="254"/>
                    <a:pt x="500" y="255"/>
                    <a:pt x="505" y="262"/>
                  </a:cubicBezTo>
                  <a:cubicBezTo>
                    <a:pt x="509" y="269"/>
                    <a:pt x="505" y="278"/>
                    <a:pt x="501" y="289"/>
                  </a:cubicBezTo>
                  <a:cubicBezTo>
                    <a:pt x="496" y="299"/>
                    <a:pt x="497" y="302"/>
                    <a:pt x="498" y="315"/>
                  </a:cubicBezTo>
                  <a:cubicBezTo>
                    <a:pt x="499" y="327"/>
                    <a:pt x="497" y="331"/>
                    <a:pt x="485" y="330"/>
                  </a:cubicBezTo>
                  <a:cubicBezTo>
                    <a:pt x="473" y="329"/>
                    <a:pt x="471" y="338"/>
                    <a:pt x="460" y="339"/>
                  </a:cubicBezTo>
                  <a:cubicBezTo>
                    <a:pt x="449" y="339"/>
                    <a:pt x="438" y="327"/>
                    <a:pt x="431" y="311"/>
                  </a:cubicBezTo>
                  <a:cubicBezTo>
                    <a:pt x="425" y="295"/>
                    <a:pt x="411" y="283"/>
                    <a:pt x="401" y="278"/>
                  </a:cubicBezTo>
                  <a:cubicBezTo>
                    <a:pt x="391" y="273"/>
                    <a:pt x="377" y="268"/>
                    <a:pt x="363" y="263"/>
                  </a:cubicBezTo>
                  <a:cubicBezTo>
                    <a:pt x="350" y="259"/>
                    <a:pt x="345" y="245"/>
                    <a:pt x="343" y="233"/>
                  </a:cubicBezTo>
                  <a:cubicBezTo>
                    <a:pt x="341" y="221"/>
                    <a:pt x="335" y="223"/>
                    <a:pt x="325" y="224"/>
                  </a:cubicBezTo>
                  <a:cubicBezTo>
                    <a:pt x="315" y="225"/>
                    <a:pt x="314" y="229"/>
                    <a:pt x="313" y="240"/>
                  </a:cubicBezTo>
                  <a:cubicBezTo>
                    <a:pt x="311" y="251"/>
                    <a:pt x="308" y="256"/>
                    <a:pt x="301" y="256"/>
                  </a:cubicBezTo>
                  <a:cubicBezTo>
                    <a:pt x="293" y="256"/>
                    <a:pt x="286" y="247"/>
                    <a:pt x="277" y="247"/>
                  </a:cubicBezTo>
                  <a:cubicBezTo>
                    <a:pt x="267" y="247"/>
                    <a:pt x="258" y="246"/>
                    <a:pt x="256" y="238"/>
                  </a:cubicBezTo>
                  <a:cubicBezTo>
                    <a:pt x="254" y="230"/>
                    <a:pt x="235" y="231"/>
                    <a:pt x="225" y="228"/>
                  </a:cubicBezTo>
                  <a:cubicBezTo>
                    <a:pt x="216" y="225"/>
                    <a:pt x="216" y="219"/>
                    <a:pt x="214" y="209"/>
                  </a:cubicBezTo>
                  <a:cubicBezTo>
                    <a:pt x="212" y="200"/>
                    <a:pt x="201" y="200"/>
                    <a:pt x="187" y="200"/>
                  </a:cubicBezTo>
                  <a:cubicBezTo>
                    <a:pt x="172" y="200"/>
                    <a:pt x="182" y="209"/>
                    <a:pt x="171" y="211"/>
                  </a:cubicBezTo>
                  <a:cubicBezTo>
                    <a:pt x="159" y="214"/>
                    <a:pt x="153" y="199"/>
                    <a:pt x="148" y="188"/>
                  </a:cubicBezTo>
                  <a:cubicBezTo>
                    <a:pt x="148" y="187"/>
                    <a:pt x="147" y="187"/>
                    <a:pt x="147" y="186"/>
                  </a:cubicBezTo>
                  <a:cubicBezTo>
                    <a:pt x="147" y="186"/>
                    <a:pt x="146" y="186"/>
                    <a:pt x="146" y="185"/>
                  </a:cubicBezTo>
                  <a:cubicBezTo>
                    <a:pt x="145" y="184"/>
                    <a:pt x="145" y="184"/>
                    <a:pt x="145" y="184"/>
                  </a:cubicBezTo>
                  <a:cubicBezTo>
                    <a:pt x="145" y="184"/>
                    <a:pt x="145" y="184"/>
                    <a:pt x="144" y="184"/>
                  </a:cubicBezTo>
                  <a:cubicBezTo>
                    <a:pt x="144" y="183"/>
                    <a:pt x="143" y="183"/>
                    <a:pt x="143" y="183"/>
                  </a:cubicBezTo>
                  <a:cubicBezTo>
                    <a:pt x="143" y="182"/>
                    <a:pt x="142" y="182"/>
                    <a:pt x="142" y="182"/>
                  </a:cubicBezTo>
                  <a:cubicBezTo>
                    <a:pt x="142" y="182"/>
                    <a:pt x="141" y="182"/>
                    <a:pt x="141" y="181"/>
                  </a:cubicBezTo>
                  <a:cubicBezTo>
                    <a:pt x="140" y="181"/>
                    <a:pt x="140" y="181"/>
                    <a:pt x="140" y="181"/>
                  </a:cubicBezTo>
                  <a:cubicBezTo>
                    <a:pt x="139" y="181"/>
                    <a:pt x="139" y="181"/>
                    <a:pt x="138" y="180"/>
                  </a:cubicBezTo>
                  <a:cubicBezTo>
                    <a:pt x="137" y="180"/>
                    <a:pt x="137" y="180"/>
                    <a:pt x="137" y="180"/>
                  </a:cubicBezTo>
                  <a:cubicBezTo>
                    <a:pt x="136" y="180"/>
                    <a:pt x="136" y="180"/>
                    <a:pt x="135" y="180"/>
                  </a:cubicBezTo>
                  <a:cubicBezTo>
                    <a:pt x="135" y="179"/>
                    <a:pt x="134" y="179"/>
                    <a:pt x="134" y="179"/>
                  </a:cubicBezTo>
                  <a:cubicBezTo>
                    <a:pt x="133" y="179"/>
                    <a:pt x="132" y="179"/>
                    <a:pt x="131" y="179"/>
                  </a:cubicBezTo>
                  <a:cubicBezTo>
                    <a:pt x="131" y="179"/>
                    <a:pt x="131" y="179"/>
                    <a:pt x="131" y="179"/>
                  </a:cubicBezTo>
                  <a:cubicBezTo>
                    <a:pt x="130" y="179"/>
                    <a:pt x="129" y="179"/>
                    <a:pt x="128" y="178"/>
                  </a:cubicBezTo>
                  <a:cubicBezTo>
                    <a:pt x="126" y="309"/>
                    <a:pt x="126" y="309"/>
                    <a:pt x="126" y="309"/>
                  </a:cubicBezTo>
                  <a:cubicBezTo>
                    <a:pt x="0" y="313"/>
                    <a:pt x="0" y="313"/>
                    <a:pt x="0" y="313"/>
                  </a:cubicBezTo>
                  <a:cubicBezTo>
                    <a:pt x="1" y="520"/>
                    <a:pt x="1" y="520"/>
                    <a:pt x="1" y="520"/>
                  </a:cubicBezTo>
                  <a:cubicBezTo>
                    <a:pt x="1" y="520"/>
                    <a:pt x="23" y="556"/>
                    <a:pt x="35" y="566"/>
                  </a:cubicBezTo>
                  <a:cubicBezTo>
                    <a:pt x="47" y="576"/>
                    <a:pt x="57" y="589"/>
                    <a:pt x="66" y="591"/>
                  </a:cubicBezTo>
                  <a:cubicBezTo>
                    <a:pt x="74" y="593"/>
                    <a:pt x="79" y="599"/>
                    <a:pt x="81" y="619"/>
                  </a:cubicBezTo>
                  <a:cubicBezTo>
                    <a:pt x="81" y="619"/>
                    <a:pt x="81" y="619"/>
                    <a:pt x="81" y="619"/>
                  </a:cubicBezTo>
                  <a:cubicBezTo>
                    <a:pt x="85" y="619"/>
                    <a:pt x="90" y="619"/>
                    <a:pt x="95" y="618"/>
                  </a:cubicBezTo>
                  <a:cubicBezTo>
                    <a:pt x="95" y="618"/>
                    <a:pt x="95" y="618"/>
                    <a:pt x="95" y="618"/>
                  </a:cubicBezTo>
                  <a:cubicBezTo>
                    <a:pt x="97" y="618"/>
                    <a:pt x="99" y="618"/>
                    <a:pt x="101" y="617"/>
                  </a:cubicBezTo>
                  <a:cubicBezTo>
                    <a:pt x="101" y="617"/>
                    <a:pt x="101" y="617"/>
                    <a:pt x="101" y="617"/>
                  </a:cubicBezTo>
                  <a:cubicBezTo>
                    <a:pt x="103" y="617"/>
                    <a:pt x="104" y="617"/>
                    <a:pt x="105" y="617"/>
                  </a:cubicBezTo>
                  <a:cubicBezTo>
                    <a:pt x="106" y="616"/>
                    <a:pt x="106" y="616"/>
                    <a:pt x="107" y="616"/>
                  </a:cubicBezTo>
                  <a:cubicBezTo>
                    <a:pt x="108" y="616"/>
                    <a:pt x="109" y="615"/>
                    <a:pt x="110" y="615"/>
                  </a:cubicBezTo>
                  <a:cubicBezTo>
                    <a:pt x="111" y="615"/>
                    <a:pt x="111" y="615"/>
                    <a:pt x="111" y="615"/>
                  </a:cubicBezTo>
                  <a:cubicBezTo>
                    <a:pt x="112" y="614"/>
                    <a:pt x="114" y="613"/>
                    <a:pt x="115" y="613"/>
                  </a:cubicBezTo>
                  <a:cubicBezTo>
                    <a:pt x="124" y="606"/>
                    <a:pt x="177" y="606"/>
                    <a:pt x="189" y="614"/>
                  </a:cubicBezTo>
                  <a:cubicBezTo>
                    <a:pt x="194" y="617"/>
                    <a:pt x="199" y="622"/>
                    <a:pt x="205" y="628"/>
                  </a:cubicBezTo>
                  <a:cubicBezTo>
                    <a:pt x="211" y="627"/>
                    <a:pt x="218" y="628"/>
                    <a:pt x="225" y="630"/>
                  </a:cubicBezTo>
                  <a:cubicBezTo>
                    <a:pt x="245" y="635"/>
                    <a:pt x="248" y="629"/>
                    <a:pt x="268" y="635"/>
                  </a:cubicBezTo>
                  <a:cubicBezTo>
                    <a:pt x="288" y="642"/>
                    <a:pt x="300" y="662"/>
                    <a:pt x="317" y="641"/>
                  </a:cubicBezTo>
                  <a:cubicBezTo>
                    <a:pt x="335" y="619"/>
                    <a:pt x="351" y="569"/>
                    <a:pt x="392" y="561"/>
                  </a:cubicBezTo>
                  <a:cubicBezTo>
                    <a:pt x="433" y="553"/>
                    <a:pt x="440" y="541"/>
                    <a:pt x="441" y="522"/>
                  </a:cubicBezTo>
                  <a:cubicBezTo>
                    <a:pt x="443" y="503"/>
                    <a:pt x="452" y="493"/>
                    <a:pt x="475" y="490"/>
                  </a:cubicBezTo>
                  <a:cubicBezTo>
                    <a:pt x="476" y="490"/>
                    <a:pt x="477" y="490"/>
                    <a:pt x="479" y="490"/>
                  </a:cubicBezTo>
                  <a:cubicBezTo>
                    <a:pt x="480" y="490"/>
                    <a:pt x="480" y="490"/>
                    <a:pt x="480" y="490"/>
                  </a:cubicBezTo>
                  <a:cubicBezTo>
                    <a:pt x="481" y="490"/>
                    <a:pt x="482" y="490"/>
                    <a:pt x="483" y="490"/>
                  </a:cubicBezTo>
                  <a:cubicBezTo>
                    <a:pt x="484" y="490"/>
                    <a:pt x="484" y="490"/>
                    <a:pt x="485" y="490"/>
                  </a:cubicBezTo>
                  <a:cubicBezTo>
                    <a:pt x="486" y="490"/>
                    <a:pt x="487" y="490"/>
                    <a:pt x="488" y="490"/>
                  </a:cubicBezTo>
                  <a:cubicBezTo>
                    <a:pt x="488" y="490"/>
                    <a:pt x="489" y="490"/>
                    <a:pt x="490" y="490"/>
                  </a:cubicBezTo>
                  <a:cubicBezTo>
                    <a:pt x="491" y="490"/>
                    <a:pt x="492" y="490"/>
                    <a:pt x="493" y="490"/>
                  </a:cubicBezTo>
                  <a:cubicBezTo>
                    <a:pt x="494" y="490"/>
                    <a:pt x="494" y="490"/>
                    <a:pt x="494" y="490"/>
                  </a:cubicBezTo>
                  <a:cubicBezTo>
                    <a:pt x="496" y="490"/>
                    <a:pt x="497" y="490"/>
                    <a:pt x="498" y="490"/>
                  </a:cubicBezTo>
                  <a:cubicBezTo>
                    <a:pt x="498" y="490"/>
                    <a:pt x="498" y="490"/>
                    <a:pt x="499" y="490"/>
                  </a:cubicBezTo>
                  <a:cubicBezTo>
                    <a:pt x="500" y="490"/>
                    <a:pt x="502" y="490"/>
                    <a:pt x="504" y="490"/>
                  </a:cubicBezTo>
                  <a:cubicBezTo>
                    <a:pt x="504" y="490"/>
                    <a:pt x="504" y="490"/>
                    <a:pt x="504" y="490"/>
                  </a:cubicBezTo>
                  <a:cubicBezTo>
                    <a:pt x="506" y="490"/>
                    <a:pt x="508" y="490"/>
                    <a:pt x="510" y="490"/>
                  </a:cubicBezTo>
                  <a:cubicBezTo>
                    <a:pt x="511" y="490"/>
                    <a:pt x="512" y="490"/>
                    <a:pt x="512" y="490"/>
                  </a:cubicBezTo>
                  <a:cubicBezTo>
                    <a:pt x="513" y="491"/>
                    <a:pt x="513" y="490"/>
                    <a:pt x="514" y="491"/>
                  </a:cubicBezTo>
                  <a:cubicBezTo>
                    <a:pt x="515" y="491"/>
                    <a:pt x="515" y="491"/>
                    <a:pt x="516" y="490"/>
                  </a:cubicBezTo>
                  <a:cubicBezTo>
                    <a:pt x="517" y="490"/>
                    <a:pt x="517" y="490"/>
                    <a:pt x="518" y="490"/>
                  </a:cubicBezTo>
                  <a:cubicBezTo>
                    <a:pt x="519" y="490"/>
                    <a:pt x="519" y="490"/>
                    <a:pt x="520" y="490"/>
                  </a:cubicBezTo>
                  <a:cubicBezTo>
                    <a:pt x="521" y="490"/>
                    <a:pt x="521" y="490"/>
                    <a:pt x="522" y="490"/>
                  </a:cubicBezTo>
                  <a:cubicBezTo>
                    <a:pt x="523" y="490"/>
                    <a:pt x="523" y="490"/>
                    <a:pt x="523" y="490"/>
                  </a:cubicBezTo>
                  <a:cubicBezTo>
                    <a:pt x="524" y="490"/>
                    <a:pt x="524" y="490"/>
                    <a:pt x="525" y="490"/>
                  </a:cubicBezTo>
                  <a:cubicBezTo>
                    <a:pt x="526" y="489"/>
                    <a:pt x="526" y="489"/>
                    <a:pt x="526" y="489"/>
                  </a:cubicBezTo>
                  <a:cubicBezTo>
                    <a:pt x="527" y="489"/>
                    <a:pt x="527" y="489"/>
                    <a:pt x="528" y="489"/>
                  </a:cubicBezTo>
                  <a:cubicBezTo>
                    <a:pt x="528" y="489"/>
                    <a:pt x="529" y="489"/>
                    <a:pt x="529" y="488"/>
                  </a:cubicBezTo>
                  <a:cubicBezTo>
                    <a:pt x="530" y="488"/>
                    <a:pt x="530" y="488"/>
                    <a:pt x="530" y="488"/>
                  </a:cubicBezTo>
                  <a:cubicBezTo>
                    <a:pt x="531" y="487"/>
                    <a:pt x="531" y="487"/>
                    <a:pt x="531" y="487"/>
                  </a:cubicBezTo>
                  <a:cubicBezTo>
                    <a:pt x="531" y="487"/>
                    <a:pt x="532" y="487"/>
                    <a:pt x="532" y="486"/>
                  </a:cubicBezTo>
                  <a:cubicBezTo>
                    <a:pt x="532" y="486"/>
                    <a:pt x="532" y="486"/>
                    <a:pt x="532" y="486"/>
                  </a:cubicBezTo>
                  <a:cubicBezTo>
                    <a:pt x="532" y="486"/>
                    <a:pt x="533" y="485"/>
                    <a:pt x="533" y="484"/>
                  </a:cubicBezTo>
                  <a:cubicBezTo>
                    <a:pt x="533" y="484"/>
                    <a:pt x="533" y="483"/>
                    <a:pt x="533" y="482"/>
                  </a:cubicBezTo>
                  <a:cubicBezTo>
                    <a:pt x="533" y="467"/>
                    <a:pt x="509" y="442"/>
                    <a:pt x="547" y="434"/>
                  </a:cubicBezTo>
                  <a:cubicBezTo>
                    <a:pt x="584" y="426"/>
                    <a:pt x="636" y="403"/>
                    <a:pt x="657" y="395"/>
                  </a:cubicBezTo>
                  <a:cubicBezTo>
                    <a:pt x="659" y="395"/>
                    <a:pt x="660" y="394"/>
                    <a:pt x="661" y="394"/>
                  </a:cubicBezTo>
                  <a:cubicBezTo>
                    <a:pt x="662" y="394"/>
                    <a:pt x="662" y="394"/>
                    <a:pt x="662" y="394"/>
                  </a:cubicBezTo>
                  <a:cubicBezTo>
                    <a:pt x="663" y="394"/>
                    <a:pt x="664" y="393"/>
                    <a:pt x="665" y="393"/>
                  </a:cubicBezTo>
                  <a:cubicBezTo>
                    <a:pt x="665" y="393"/>
                    <a:pt x="665" y="393"/>
                    <a:pt x="666" y="393"/>
                  </a:cubicBezTo>
                  <a:cubicBezTo>
                    <a:pt x="667" y="393"/>
                    <a:pt x="668" y="393"/>
                    <a:pt x="668" y="392"/>
                  </a:cubicBezTo>
                  <a:cubicBezTo>
                    <a:pt x="669" y="392"/>
                    <a:pt x="669" y="392"/>
                    <a:pt x="669" y="392"/>
                  </a:cubicBezTo>
                  <a:cubicBezTo>
                    <a:pt x="670" y="392"/>
                    <a:pt x="671" y="392"/>
                    <a:pt x="672" y="392"/>
                  </a:cubicBezTo>
                  <a:cubicBezTo>
                    <a:pt x="673" y="392"/>
                    <a:pt x="673" y="392"/>
                    <a:pt x="673" y="392"/>
                  </a:cubicBezTo>
                  <a:cubicBezTo>
                    <a:pt x="684" y="391"/>
                    <a:pt x="693" y="392"/>
                    <a:pt x="697" y="390"/>
                  </a:cubicBezTo>
                  <a:cubicBezTo>
                    <a:pt x="697" y="390"/>
                    <a:pt x="697" y="390"/>
                    <a:pt x="697" y="390"/>
                  </a:cubicBezTo>
                  <a:cubicBezTo>
                    <a:pt x="691" y="378"/>
                    <a:pt x="697" y="368"/>
                    <a:pt x="691" y="362"/>
                  </a:cubicBezTo>
                  <a:cubicBezTo>
                    <a:pt x="684" y="355"/>
                    <a:pt x="691" y="341"/>
                    <a:pt x="697" y="333"/>
                  </a:cubicBezTo>
                  <a:cubicBezTo>
                    <a:pt x="704" y="325"/>
                    <a:pt x="705" y="319"/>
                    <a:pt x="701" y="302"/>
                  </a:cubicBezTo>
                  <a:cubicBezTo>
                    <a:pt x="697" y="285"/>
                    <a:pt x="713" y="291"/>
                    <a:pt x="725" y="286"/>
                  </a:cubicBezTo>
                  <a:cubicBezTo>
                    <a:pt x="737" y="281"/>
                    <a:pt x="729" y="271"/>
                    <a:pt x="720" y="266"/>
                  </a:cubicBezTo>
                  <a:cubicBezTo>
                    <a:pt x="711" y="261"/>
                    <a:pt x="716" y="231"/>
                    <a:pt x="716" y="217"/>
                  </a:cubicBezTo>
                  <a:cubicBezTo>
                    <a:pt x="716" y="202"/>
                    <a:pt x="717" y="179"/>
                    <a:pt x="725" y="175"/>
                  </a:cubicBezTo>
                  <a:cubicBezTo>
                    <a:pt x="733" y="171"/>
                    <a:pt x="737" y="163"/>
                    <a:pt x="739" y="149"/>
                  </a:cubicBezTo>
                  <a:cubicBezTo>
                    <a:pt x="740" y="134"/>
                    <a:pt x="727" y="122"/>
                    <a:pt x="719" y="114"/>
                  </a:cubicBezTo>
                  <a:cubicBezTo>
                    <a:pt x="715" y="110"/>
                    <a:pt x="714" y="98"/>
                    <a:pt x="715" y="87"/>
                  </a:cubicBezTo>
                  <a:cubicBezTo>
                    <a:pt x="714" y="87"/>
                    <a:pt x="713" y="86"/>
                    <a:pt x="712" y="86"/>
                  </a:cubicBezTo>
                  <a:cubicBezTo>
                    <a:pt x="711" y="86"/>
                    <a:pt x="711" y="86"/>
                    <a:pt x="710" y="86"/>
                  </a:cubicBezTo>
                  <a:cubicBezTo>
                    <a:pt x="710" y="86"/>
                    <a:pt x="709" y="85"/>
                    <a:pt x="708" y="85"/>
                  </a:cubicBezTo>
                  <a:cubicBezTo>
                    <a:pt x="707" y="85"/>
                    <a:pt x="707" y="85"/>
                    <a:pt x="707" y="85"/>
                  </a:cubicBezTo>
                  <a:cubicBezTo>
                    <a:pt x="706" y="85"/>
                    <a:pt x="705" y="85"/>
                    <a:pt x="705" y="84"/>
                  </a:cubicBezTo>
                  <a:cubicBezTo>
                    <a:pt x="704" y="84"/>
                    <a:pt x="704" y="84"/>
                    <a:pt x="703" y="84"/>
                  </a:cubicBezTo>
                  <a:cubicBezTo>
                    <a:pt x="702" y="84"/>
                    <a:pt x="702" y="84"/>
                    <a:pt x="702" y="84"/>
                  </a:cubicBezTo>
                  <a:cubicBezTo>
                    <a:pt x="701" y="84"/>
                    <a:pt x="701" y="83"/>
                    <a:pt x="700" y="83"/>
                  </a:cubicBezTo>
                  <a:cubicBezTo>
                    <a:pt x="699" y="83"/>
                    <a:pt x="699" y="83"/>
                    <a:pt x="699" y="83"/>
                  </a:cubicBezTo>
                  <a:cubicBezTo>
                    <a:pt x="698" y="83"/>
                    <a:pt x="698" y="83"/>
                    <a:pt x="698" y="82"/>
                  </a:cubicBezTo>
                  <a:cubicBezTo>
                    <a:pt x="697" y="82"/>
                    <a:pt x="697" y="82"/>
                    <a:pt x="696" y="82"/>
                  </a:cubicBezTo>
                  <a:cubicBezTo>
                    <a:pt x="695" y="82"/>
                    <a:pt x="695" y="82"/>
                    <a:pt x="695" y="82"/>
                  </a:cubicBezTo>
                  <a:cubicBezTo>
                    <a:pt x="694" y="81"/>
                    <a:pt x="694" y="81"/>
                    <a:pt x="694" y="81"/>
                  </a:cubicBezTo>
                  <a:cubicBezTo>
                    <a:pt x="693" y="81"/>
                    <a:pt x="693" y="81"/>
                    <a:pt x="693" y="81"/>
                  </a:cubicBezTo>
                  <a:cubicBezTo>
                    <a:pt x="692" y="81"/>
                    <a:pt x="692" y="80"/>
                    <a:pt x="691" y="80"/>
                  </a:cubicBezTo>
                  <a:cubicBezTo>
                    <a:pt x="691" y="80"/>
                    <a:pt x="691" y="80"/>
                    <a:pt x="691" y="80"/>
                  </a:cubicBezTo>
                  <a:cubicBezTo>
                    <a:pt x="690" y="80"/>
                    <a:pt x="690" y="80"/>
                    <a:pt x="689" y="79"/>
                  </a:cubicBezTo>
                  <a:cubicBezTo>
                    <a:pt x="689" y="79"/>
                    <a:pt x="689" y="79"/>
                    <a:pt x="689" y="79"/>
                  </a:cubicBezTo>
                  <a:cubicBezTo>
                    <a:pt x="688" y="79"/>
                    <a:pt x="688" y="79"/>
                    <a:pt x="687" y="78"/>
                  </a:cubicBezTo>
                  <a:cubicBezTo>
                    <a:pt x="687" y="78"/>
                    <a:pt x="687" y="78"/>
                    <a:pt x="687" y="78"/>
                  </a:cubicBezTo>
                  <a:cubicBezTo>
                    <a:pt x="686" y="78"/>
                    <a:pt x="686" y="78"/>
                    <a:pt x="686" y="77"/>
                  </a:cubicBezTo>
                  <a:cubicBezTo>
                    <a:pt x="685" y="77"/>
                    <a:pt x="685" y="77"/>
                    <a:pt x="685" y="77"/>
                  </a:cubicBezTo>
                  <a:cubicBezTo>
                    <a:pt x="684" y="76"/>
                    <a:pt x="684" y="76"/>
                    <a:pt x="684" y="76"/>
                  </a:cubicBezTo>
                  <a:cubicBezTo>
                    <a:pt x="684" y="76"/>
                    <a:pt x="684" y="76"/>
                    <a:pt x="683" y="76"/>
                  </a:cubicBezTo>
                  <a:cubicBezTo>
                    <a:pt x="683" y="75"/>
                    <a:pt x="683" y="75"/>
                    <a:pt x="683" y="75"/>
                  </a:cubicBezTo>
                  <a:cubicBezTo>
                    <a:pt x="682" y="75"/>
                    <a:pt x="682" y="74"/>
                    <a:pt x="682" y="74"/>
                  </a:cubicBezTo>
                  <a:cubicBezTo>
                    <a:pt x="682" y="74"/>
                    <a:pt x="681" y="74"/>
                    <a:pt x="681" y="73"/>
                  </a:cubicBezTo>
                  <a:cubicBezTo>
                    <a:pt x="681" y="73"/>
                    <a:pt x="681" y="73"/>
                    <a:pt x="680" y="72"/>
                  </a:cubicBezTo>
                  <a:cubicBezTo>
                    <a:pt x="680" y="72"/>
                    <a:pt x="680" y="72"/>
                    <a:pt x="680" y="72"/>
                  </a:cubicBezTo>
                  <a:cubicBezTo>
                    <a:pt x="679" y="71"/>
                    <a:pt x="679" y="71"/>
                    <a:pt x="679" y="70"/>
                  </a:cubicBezTo>
                  <a:cubicBezTo>
                    <a:pt x="672" y="60"/>
                    <a:pt x="645" y="62"/>
                    <a:pt x="636" y="57"/>
                  </a:cubicBezTo>
                  <a:cubicBezTo>
                    <a:pt x="627" y="53"/>
                    <a:pt x="623" y="56"/>
                    <a:pt x="617" y="44"/>
                  </a:cubicBezTo>
                  <a:cubicBezTo>
                    <a:pt x="610" y="32"/>
                    <a:pt x="600" y="27"/>
                    <a:pt x="589" y="29"/>
                  </a:cubicBezTo>
                  <a:cubicBezTo>
                    <a:pt x="577" y="32"/>
                    <a:pt x="572" y="20"/>
                    <a:pt x="570" y="7"/>
                  </a:cubicBezTo>
                  <a:cubicBezTo>
                    <a:pt x="570" y="6"/>
                    <a:pt x="570" y="6"/>
                    <a:pt x="569" y="5"/>
                  </a:cubicBezTo>
                  <a:cubicBezTo>
                    <a:pt x="569" y="5"/>
                    <a:pt x="569" y="5"/>
                    <a:pt x="569" y="5"/>
                  </a:cubicBezTo>
                  <a:cubicBezTo>
                    <a:pt x="569" y="4"/>
                    <a:pt x="569" y="4"/>
                    <a:pt x="568" y="3"/>
                  </a:cubicBezTo>
                  <a:cubicBezTo>
                    <a:pt x="568" y="3"/>
                    <a:pt x="568" y="3"/>
                    <a:pt x="568" y="3"/>
                  </a:cubicBezTo>
                  <a:cubicBezTo>
                    <a:pt x="567" y="2"/>
                    <a:pt x="567" y="2"/>
                    <a:pt x="567" y="2"/>
                  </a:cubicBezTo>
                  <a:cubicBezTo>
                    <a:pt x="566" y="2"/>
                    <a:pt x="566" y="2"/>
                    <a:pt x="566" y="2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24" name="Freeform 123">
              <a:extLst>
                <a:ext uri="{FF2B5EF4-FFF2-40B4-BE49-F238E27FC236}">
                  <a16:creationId xmlns:a16="http://schemas.microsoft.com/office/drawing/2014/main" id="{1D36BEC1-9780-9302-F693-6F211A2325D3}"/>
                </a:ext>
              </a:extLst>
            </p:cNvPr>
            <p:cNvSpPr>
              <a:spLocks/>
            </p:cNvSpPr>
            <p:nvPr/>
          </p:nvSpPr>
          <p:spPr bwMode="auto">
            <a:xfrm>
              <a:off x="5489575" y="3219451"/>
              <a:ext cx="198438" cy="460375"/>
            </a:xfrm>
            <a:custGeom>
              <a:avLst/>
              <a:gdLst>
                <a:gd name="T0" fmla="*/ 15 w 219"/>
                <a:gd name="T1" fmla="*/ 302 h 506"/>
                <a:gd name="T2" fmla="*/ 15 w 219"/>
                <a:gd name="T3" fmla="*/ 302 h 506"/>
                <a:gd name="T4" fmla="*/ 16 w 219"/>
                <a:gd name="T5" fmla="*/ 300 h 506"/>
                <a:gd name="T6" fmla="*/ 40 w 219"/>
                <a:gd name="T7" fmla="*/ 306 h 506"/>
                <a:gd name="T8" fmla="*/ 73 w 219"/>
                <a:gd name="T9" fmla="*/ 323 h 506"/>
                <a:gd name="T10" fmla="*/ 119 w 219"/>
                <a:gd name="T11" fmla="*/ 342 h 506"/>
                <a:gd name="T12" fmla="*/ 115 w 219"/>
                <a:gd name="T13" fmla="*/ 387 h 506"/>
                <a:gd name="T14" fmla="*/ 109 w 219"/>
                <a:gd name="T15" fmla="*/ 446 h 506"/>
                <a:gd name="T16" fmla="*/ 147 w 219"/>
                <a:gd name="T17" fmla="*/ 486 h 506"/>
                <a:gd name="T18" fmla="*/ 169 w 219"/>
                <a:gd name="T19" fmla="*/ 480 h 506"/>
                <a:gd name="T20" fmla="*/ 171 w 219"/>
                <a:gd name="T21" fmla="*/ 434 h 506"/>
                <a:gd name="T22" fmla="*/ 203 w 219"/>
                <a:gd name="T23" fmla="*/ 419 h 506"/>
                <a:gd name="T24" fmla="*/ 203 w 219"/>
                <a:gd name="T25" fmla="*/ 358 h 506"/>
                <a:gd name="T26" fmla="*/ 191 w 219"/>
                <a:gd name="T27" fmla="*/ 319 h 506"/>
                <a:gd name="T28" fmla="*/ 165 w 219"/>
                <a:gd name="T29" fmla="*/ 291 h 506"/>
                <a:gd name="T30" fmla="*/ 165 w 219"/>
                <a:gd name="T31" fmla="*/ 295 h 506"/>
                <a:gd name="T32" fmla="*/ 146 w 219"/>
                <a:gd name="T33" fmla="*/ 298 h 506"/>
                <a:gd name="T34" fmla="*/ 127 w 219"/>
                <a:gd name="T35" fmla="*/ 303 h 506"/>
                <a:gd name="T36" fmla="*/ 122 w 219"/>
                <a:gd name="T37" fmla="*/ 260 h 506"/>
                <a:gd name="T38" fmla="*/ 109 w 219"/>
                <a:gd name="T39" fmla="*/ 236 h 506"/>
                <a:gd name="T40" fmla="*/ 101 w 219"/>
                <a:gd name="T41" fmla="*/ 203 h 506"/>
                <a:gd name="T42" fmla="*/ 90 w 219"/>
                <a:gd name="T43" fmla="*/ 183 h 506"/>
                <a:gd name="T44" fmla="*/ 96 w 219"/>
                <a:gd name="T45" fmla="*/ 162 h 506"/>
                <a:gd name="T46" fmla="*/ 99 w 219"/>
                <a:gd name="T47" fmla="*/ 144 h 506"/>
                <a:gd name="T48" fmla="*/ 105 w 219"/>
                <a:gd name="T49" fmla="*/ 127 h 506"/>
                <a:gd name="T50" fmla="*/ 100 w 219"/>
                <a:gd name="T51" fmla="*/ 104 h 506"/>
                <a:gd name="T52" fmla="*/ 98 w 219"/>
                <a:gd name="T53" fmla="*/ 81 h 506"/>
                <a:gd name="T54" fmla="*/ 98 w 219"/>
                <a:gd name="T55" fmla="*/ 48 h 506"/>
                <a:gd name="T56" fmla="*/ 88 w 219"/>
                <a:gd name="T57" fmla="*/ 30 h 506"/>
                <a:gd name="T58" fmla="*/ 107 w 219"/>
                <a:gd name="T59" fmla="*/ 33 h 506"/>
                <a:gd name="T60" fmla="*/ 115 w 219"/>
                <a:gd name="T61" fmla="*/ 75 h 506"/>
                <a:gd name="T62" fmla="*/ 127 w 219"/>
                <a:gd name="T63" fmla="*/ 117 h 506"/>
                <a:gd name="T64" fmla="*/ 140 w 219"/>
                <a:gd name="T65" fmla="*/ 135 h 506"/>
                <a:gd name="T66" fmla="*/ 142 w 219"/>
                <a:gd name="T67" fmla="*/ 134 h 506"/>
                <a:gd name="T68" fmla="*/ 142 w 219"/>
                <a:gd name="T69" fmla="*/ 133 h 506"/>
                <a:gd name="T70" fmla="*/ 146 w 219"/>
                <a:gd name="T71" fmla="*/ 132 h 506"/>
                <a:gd name="T72" fmla="*/ 146 w 219"/>
                <a:gd name="T73" fmla="*/ 132 h 506"/>
                <a:gd name="T74" fmla="*/ 133 w 219"/>
                <a:gd name="T75" fmla="*/ 110 h 506"/>
                <a:gd name="T76" fmla="*/ 124 w 219"/>
                <a:gd name="T77" fmla="*/ 54 h 506"/>
                <a:gd name="T78" fmla="*/ 113 w 219"/>
                <a:gd name="T79" fmla="*/ 22 h 506"/>
                <a:gd name="T80" fmla="*/ 75 w 219"/>
                <a:gd name="T81" fmla="*/ 8 h 506"/>
                <a:gd name="T82" fmla="*/ 33 w 219"/>
                <a:gd name="T83" fmla="*/ 0 h 506"/>
                <a:gd name="T84" fmla="*/ 31 w 219"/>
                <a:gd name="T85" fmla="*/ 0 h 506"/>
                <a:gd name="T86" fmla="*/ 35 w 219"/>
                <a:gd name="T87" fmla="*/ 27 h 506"/>
                <a:gd name="T88" fmla="*/ 55 w 219"/>
                <a:gd name="T89" fmla="*/ 62 h 506"/>
                <a:gd name="T90" fmla="*/ 41 w 219"/>
                <a:gd name="T91" fmla="*/ 88 h 506"/>
                <a:gd name="T92" fmla="*/ 32 w 219"/>
                <a:gd name="T93" fmla="*/ 130 h 506"/>
                <a:gd name="T94" fmla="*/ 36 w 219"/>
                <a:gd name="T95" fmla="*/ 179 h 506"/>
                <a:gd name="T96" fmla="*/ 41 w 219"/>
                <a:gd name="T97" fmla="*/ 199 h 506"/>
                <a:gd name="T98" fmla="*/ 17 w 219"/>
                <a:gd name="T99" fmla="*/ 215 h 506"/>
                <a:gd name="T100" fmla="*/ 13 w 219"/>
                <a:gd name="T101" fmla="*/ 246 h 506"/>
                <a:gd name="T102" fmla="*/ 7 w 219"/>
                <a:gd name="T103" fmla="*/ 275 h 506"/>
                <a:gd name="T104" fmla="*/ 13 w 219"/>
                <a:gd name="T105" fmla="*/ 303 h 506"/>
                <a:gd name="T106" fmla="*/ 13 w 219"/>
                <a:gd name="T107" fmla="*/ 303 h 506"/>
                <a:gd name="T108" fmla="*/ 15 w 219"/>
                <a:gd name="T109" fmla="*/ 302 h 5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19" h="506">
                  <a:moveTo>
                    <a:pt x="15" y="302"/>
                  </a:moveTo>
                  <a:cubicBezTo>
                    <a:pt x="15" y="302"/>
                    <a:pt x="15" y="302"/>
                    <a:pt x="15" y="302"/>
                  </a:cubicBezTo>
                  <a:cubicBezTo>
                    <a:pt x="15" y="301"/>
                    <a:pt x="16" y="301"/>
                    <a:pt x="16" y="300"/>
                  </a:cubicBezTo>
                  <a:cubicBezTo>
                    <a:pt x="19" y="292"/>
                    <a:pt x="25" y="280"/>
                    <a:pt x="40" y="306"/>
                  </a:cubicBezTo>
                  <a:cubicBezTo>
                    <a:pt x="55" y="331"/>
                    <a:pt x="57" y="324"/>
                    <a:pt x="73" y="323"/>
                  </a:cubicBezTo>
                  <a:cubicBezTo>
                    <a:pt x="89" y="322"/>
                    <a:pt x="116" y="323"/>
                    <a:pt x="119" y="342"/>
                  </a:cubicBezTo>
                  <a:cubicBezTo>
                    <a:pt x="121" y="360"/>
                    <a:pt x="125" y="372"/>
                    <a:pt x="115" y="387"/>
                  </a:cubicBezTo>
                  <a:cubicBezTo>
                    <a:pt x="104" y="402"/>
                    <a:pt x="92" y="420"/>
                    <a:pt x="109" y="446"/>
                  </a:cubicBezTo>
                  <a:cubicBezTo>
                    <a:pt x="127" y="471"/>
                    <a:pt x="129" y="468"/>
                    <a:pt x="147" y="486"/>
                  </a:cubicBezTo>
                  <a:cubicBezTo>
                    <a:pt x="164" y="503"/>
                    <a:pt x="179" y="506"/>
                    <a:pt x="169" y="480"/>
                  </a:cubicBezTo>
                  <a:cubicBezTo>
                    <a:pt x="160" y="455"/>
                    <a:pt x="157" y="435"/>
                    <a:pt x="171" y="434"/>
                  </a:cubicBezTo>
                  <a:cubicBezTo>
                    <a:pt x="184" y="432"/>
                    <a:pt x="204" y="446"/>
                    <a:pt x="203" y="419"/>
                  </a:cubicBezTo>
                  <a:cubicBezTo>
                    <a:pt x="201" y="392"/>
                    <a:pt x="199" y="379"/>
                    <a:pt x="203" y="358"/>
                  </a:cubicBezTo>
                  <a:cubicBezTo>
                    <a:pt x="207" y="336"/>
                    <a:pt x="219" y="347"/>
                    <a:pt x="191" y="319"/>
                  </a:cubicBezTo>
                  <a:cubicBezTo>
                    <a:pt x="180" y="309"/>
                    <a:pt x="172" y="300"/>
                    <a:pt x="165" y="291"/>
                  </a:cubicBezTo>
                  <a:cubicBezTo>
                    <a:pt x="165" y="293"/>
                    <a:pt x="165" y="294"/>
                    <a:pt x="165" y="295"/>
                  </a:cubicBezTo>
                  <a:cubicBezTo>
                    <a:pt x="164" y="301"/>
                    <a:pt x="155" y="303"/>
                    <a:pt x="146" y="298"/>
                  </a:cubicBezTo>
                  <a:cubicBezTo>
                    <a:pt x="137" y="294"/>
                    <a:pt x="137" y="304"/>
                    <a:pt x="127" y="303"/>
                  </a:cubicBezTo>
                  <a:cubicBezTo>
                    <a:pt x="116" y="302"/>
                    <a:pt x="123" y="271"/>
                    <a:pt x="122" y="260"/>
                  </a:cubicBezTo>
                  <a:cubicBezTo>
                    <a:pt x="120" y="250"/>
                    <a:pt x="116" y="245"/>
                    <a:pt x="109" y="236"/>
                  </a:cubicBezTo>
                  <a:cubicBezTo>
                    <a:pt x="103" y="227"/>
                    <a:pt x="102" y="211"/>
                    <a:pt x="101" y="203"/>
                  </a:cubicBezTo>
                  <a:cubicBezTo>
                    <a:pt x="100" y="196"/>
                    <a:pt x="94" y="187"/>
                    <a:pt x="90" y="183"/>
                  </a:cubicBezTo>
                  <a:cubicBezTo>
                    <a:pt x="86" y="179"/>
                    <a:pt x="89" y="165"/>
                    <a:pt x="96" y="162"/>
                  </a:cubicBezTo>
                  <a:cubicBezTo>
                    <a:pt x="104" y="160"/>
                    <a:pt x="93" y="150"/>
                    <a:pt x="99" y="144"/>
                  </a:cubicBezTo>
                  <a:cubicBezTo>
                    <a:pt x="104" y="139"/>
                    <a:pt x="105" y="134"/>
                    <a:pt x="105" y="127"/>
                  </a:cubicBezTo>
                  <a:cubicBezTo>
                    <a:pt x="106" y="119"/>
                    <a:pt x="104" y="109"/>
                    <a:pt x="100" y="104"/>
                  </a:cubicBezTo>
                  <a:cubicBezTo>
                    <a:pt x="97" y="100"/>
                    <a:pt x="97" y="96"/>
                    <a:pt x="98" y="81"/>
                  </a:cubicBezTo>
                  <a:cubicBezTo>
                    <a:pt x="99" y="67"/>
                    <a:pt x="102" y="57"/>
                    <a:pt x="98" y="48"/>
                  </a:cubicBezTo>
                  <a:cubicBezTo>
                    <a:pt x="93" y="39"/>
                    <a:pt x="88" y="30"/>
                    <a:pt x="88" y="30"/>
                  </a:cubicBezTo>
                  <a:cubicBezTo>
                    <a:pt x="82" y="8"/>
                    <a:pt x="102" y="25"/>
                    <a:pt x="107" y="33"/>
                  </a:cubicBezTo>
                  <a:cubicBezTo>
                    <a:pt x="111" y="42"/>
                    <a:pt x="114" y="59"/>
                    <a:pt x="115" y="75"/>
                  </a:cubicBezTo>
                  <a:cubicBezTo>
                    <a:pt x="116" y="91"/>
                    <a:pt x="118" y="106"/>
                    <a:pt x="127" y="117"/>
                  </a:cubicBezTo>
                  <a:cubicBezTo>
                    <a:pt x="133" y="125"/>
                    <a:pt x="138" y="129"/>
                    <a:pt x="140" y="135"/>
                  </a:cubicBezTo>
                  <a:cubicBezTo>
                    <a:pt x="141" y="134"/>
                    <a:pt x="142" y="134"/>
                    <a:pt x="142" y="134"/>
                  </a:cubicBezTo>
                  <a:cubicBezTo>
                    <a:pt x="142" y="133"/>
                    <a:pt x="142" y="133"/>
                    <a:pt x="142" y="133"/>
                  </a:cubicBezTo>
                  <a:cubicBezTo>
                    <a:pt x="144" y="133"/>
                    <a:pt x="145" y="133"/>
                    <a:pt x="146" y="132"/>
                  </a:cubicBezTo>
                  <a:cubicBezTo>
                    <a:pt x="146" y="132"/>
                    <a:pt x="146" y="132"/>
                    <a:pt x="146" y="132"/>
                  </a:cubicBezTo>
                  <a:cubicBezTo>
                    <a:pt x="144" y="121"/>
                    <a:pt x="139" y="115"/>
                    <a:pt x="133" y="110"/>
                  </a:cubicBezTo>
                  <a:cubicBezTo>
                    <a:pt x="125" y="105"/>
                    <a:pt x="126" y="68"/>
                    <a:pt x="124" y="54"/>
                  </a:cubicBezTo>
                  <a:cubicBezTo>
                    <a:pt x="122" y="39"/>
                    <a:pt x="117" y="32"/>
                    <a:pt x="113" y="22"/>
                  </a:cubicBezTo>
                  <a:cubicBezTo>
                    <a:pt x="109" y="12"/>
                    <a:pt x="93" y="8"/>
                    <a:pt x="75" y="8"/>
                  </a:cubicBezTo>
                  <a:cubicBezTo>
                    <a:pt x="56" y="8"/>
                    <a:pt x="55" y="6"/>
                    <a:pt x="33" y="0"/>
                  </a:cubicBezTo>
                  <a:cubicBezTo>
                    <a:pt x="32" y="0"/>
                    <a:pt x="31" y="0"/>
                    <a:pt x="31" y="0"/>
                  </a:cubicBezTo>
                  <a:cubicBezTo>
                    <a:pt x="30" y="11"/>
                    <a:pt x="31" y="23"/>
                    <a:pt x="35" y="27"/>
                  </a:cubicBezTo>
                  <a:cubicBezTo>
                    <a:pt x="43" y="35"/>
                    <a:pt x="56" y="47"/>
                    <a:pt x="55" y="62"/>
                  </a:cubicBezTo>
                  <a:cubicBezTo>
                    <a:pt x="53" y="76"/>
                    <a:pt x="49" y="84"/>
                    <a:pt x="41" y="88"/>
                  </a:cubicBezTo>
                  <a:cubicBezTo>
                    <a:pt x="33" y="92"/>
                    <a:pt x="32" y="115"/>
                    <a:pt x="32" y="130"/>
                  </a:cubicBezTo>
                  <a:cubicBezTo>
                    <a:pt x="32" y="144"/>
                    <a:pt x="27" y="174"/>
                    <a:pt x="36" y="179"/>
                  </a:cubicBezTo>
                  <a:cubicBezTo>
                    <a:pt x="45" y="184"/>
                    <a:pt x="53" y="194"/>
                    <a:pt x="41" y="199"/>
                  </a:cubicBezTo>
                  <a:cubicBezTo>
                    <a:pt x="29" y="204"/>
                    <a:pt x="13" y="198"/>
                    <a:pt x="17" y="215"/>
                  </a:cubicBezTo>
                  <a:cubicBezTo>
                    <a:pt x="21" y="232"/>
                    <a:pt x="20" y="238"/>
                    <a:pt x="13" y="246"/>
                  </a:cubicBezTo>
                  <a:cubicBezTo>
                    <a:pt x="7" y="254"/>
                    <a:pt x="0" y="268"/>
                    <a:pt x="7" y="275"/>
                  </a:cubicBezTo>
                  <a:cubicBezTo>
                    <a:pt x="13" y="281"/>
                    <a:pt x="7" y="291"/>
                    <a:pt x="13" y="303"/>
                  </a:cubicBezTo>
                  <a:cubicBezTo>
                    <a:pt x="13" y="303"/>
                    <a:pt x="13" y="303"/>
                    <a:pt x="13" y="303"/>
                  </a:cubicBezTo>
                  <a:cubicBezTo>
                    <a:pt x="14" y="303"/>
                    <a:pt x="14" y="302"/>
                    <a:pt x="15" y="302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25" name="Freeform 124">
              <a:extLst>
                <a:ext uri="{FF2B5EF4-FFF2-40B4-BE49-F238E27FC236}">
                  <a16:creationId xmlns:a16="http://schemas.microsoft.com/office/drawing/2014/main" id="{9670A036-CAF5-CC0B-E623-72330C330D0F}"/>
                </a:ext>
              </a:extLst>
            </p:cNvPr>
            <p:cNvSpPr>
              <a:spLocks/>
            </p:cNvSpPr>
            <p:nvPr/>
          </p:nvSpPr>
          <p:spPr bwMode="auto">
            <a:xfrm>
              <a:off x="5330825" y="3279776"/>
              <a:ext cx="638175" cy="990600"/>
            </a:xfrm>
            <a:custGeom>
              <a:avLst/>
              <a:gdLst>
                <a:gd name="T0" fmla="*/ 679 w 703"/>
                <a:gd name="T1" fmla="*/ 178 h 1089"/>
                <a:gd name="T2" fmla="*/ 669 w 703"/>
                <a:gd name="T3" fmla="*/ 40 h 1089"/>
                <a:gd name="T4" fmla="*/ 562 w 703"/>
                <a:gd name="T5" fmla="*/ 54 h 1089"/>
                <a:gd name="T6" fmla="*/ 462 w 703"/>
                <a:gd name="T7" fmla="*/ 77 h 1089"/>
                <a:gd name="T8" fmla="*/ 366 w 703"/>
                <a:gd name="T9" fmla="*/ 69 h 1089"/>
                <a:gd name="T10" fmla="*/ 329 w 703"/>
                <a:gd name="T11" fmla="*/ 68 h 1089"/>
                <a:gd name="T12" fmla="*/ 323 w 703"/>
                <a:gd name="T13" fmla="*/ 67 h 1089"/>
                <a:gd name="T14" fmla="*/ 321 w 703"/>
                <a:gd name="T15" fmla="*/ 67 h 1089"/>
                <a:gd name="T16" fmla="*/ 315 w 703"/>
                <a:gd name="T17" fmla="*/ 70 h 1089"/>
                <a:gd name="T18" fmla="*/ 304 w 703"/>
                <a:gd name="T19" fmla="*/ 144 h 1089"/>
                <a:gd name="T20" fmla="*/ 321 w 703"/>
                <a:gd name="T21" fmla="*/ 202 h 1089"/>
                <a:gd name="T22" fmla="*/ 366 w 703"/>
                <a:gd name="T23" fmla="*/ 254 h 1089"/>
                <a:gd name="T24" fmla="*/ 346 w 703"/>
                <a:gd name="T25" fmla="*/ 369 h 1089"/>
                <a:gd name="T26" fmla="*/ 284 w 703"/>
                <a:gd name="T27" fmla="*/ 381 h 1089"/>
                <a:gd name="T28" fmla="*/ 248 w 703"/>
                <a:gd name="T29" fmla="*/ 258 h 1089"/>
                <a:gd name="T30" fmla="*/ 190 w 703"/>
                <a:gd name="T31" fmla="*/ 237 h 1089"/>
                <a:gd name="T32" fmla="*/ 188 w 703"/>
                <a:gd name="T33" fmla="*/ 238 h 1089"/>
                <a:gd name="T34" fmla="*/ 163 w 703"/>
                <a:gd name="T35" fmla="*/ 240 h 1089"/>
                <a:gd name="T36" fmla="*/ 157 w 703"/>
                <a:gd name="T37" fmla="*/ 241 h 1089"/>
                <a:gd name="T38" fmla="*/ 152 w 703"/>
                <a:gd name="T39" fmla="*/ 242 h 1089"/>
                <a:gd name="T40" fmla="*/ 24 w 703"/>
                <a:gd name="T41" fmla="*/ 330 h 1089"/>
                <a:gd name="T42" fmla="*/ 23 w 703"/>
                <a:gd name="T43" fmla="*/ 334 h 1089"/>
                <a:gd name="T44" fmla="*/ 84 w 703"/>
                <a:gd name="T45" fmla="*/ 363 h 1089"/>
                <a:gd name="T46" fmla="*/ 188 w 703"/>
                <a:gd name="T47" fmla="*/ 437 h 1089"/>
                <a:gd name="T48" fmla="*/ 189 w 703"/>
                <a:gd name="T49" fmla="*/ 532 h 1089"/>
                <a:gd name="T50" fmla="*/ 186 w 703"/>
                <a:gd name="T51" fmla="*/ 603 h 1089"/>
                <a:gd name="T52" fmla="*/ 160 w 703"/>
                <a:gd name="T53" fmla="*/ 668 h 1089"/>
                <a:gd name="T54" fmla="*/ 81 w 703"/>
                <a:gd name="T55" fmla="*/ 785 h 1089"/>
                <a:gd name="T56" fmla="*/ 86 w 703"/>
                <a:gd name="T57" fmla="*/ 793 h 1089"/>
                <a:gd name="T58" fmla="*/ 88 w 703"/>
                <a:gd name="T59" fmla="*/ 802 h 1089"/>
                <a:gd name="T60" fmla="*/ 130 w 703"/>
                <a:gd name="T61" fmla="*/ 1019 h 1089"/>
                <a:gd name="T62" fmla="*/ 131 w 703"/>
                <a:gd name="T63" fmla="*/ 1025 h 1089"/>
                <a:gd name="T64" fmla="*/ 136 w 703"/>
                <a:gd name="T65" fmla="*/ 1044 h 1089"/>
                <a:gd name="T66" fmla="*/ 136 w 703"/>
                <a:gd name="T67" fmla="*/ 1052 h 1089"/>
                <a:gd name="T68" fmla="*/ 137 w 703"/>
                <a:gd name="T69" fmla="*/ 1056 h 1089"/>
                <a:gd name="T70" fmla="*/ 141 w 703"/>
                <a:gd name="T71" fmla="*/ 1078 h 1089"/>
                <a:gd name="T72" fmla="*/ 142 w 703"/>
                <a:gd name="T73" fmla="*/ 1080 h 1089"/>
                <a:gd name="T74" fmla="*/ 145 w 703"/>
                <a:gd name="T75" fmla="*/ 1086 h 1089"/>
                <a:gd name="T76" fmla="*/ 148 w 703"/>
                <a:gd name="T77" fmla="*/ 1088 h 1089"/>
                <a:gd name="T78" fmla="*/ 191 w 703"/>
                <a:gd name="T79" fmla="*/ 1079 h 1089"/>
                <a:gd name="T80" fmla="*/ 259 w 703"/>
                <a:gd name="T81" fmla="*/ 956 h 1089"/>
                <a:gd name="T82" fmla="*/ 357 w 703"/>
                <a:gd name="T83" fmla="*/ 804 h 1089"/>
                <a:gd name="T84" fmla="*/ 322 w 703"/>
                <a:gd name="T85" fmla="*/ 667 h 1089"/>
                <a:gd name="T86" fmla="*/ 360 w 703"/>
                <a:gd name="T87" fmla="*/ 564 h 1089"/>
                <a:gd name="T88" fmla="*/ 545 w 703"/>
                <a:gd name="T89" fmla="*/ 431 h 1089"/>
                <a:gd name="T90" fmla="*/ 692 w 703"/>
                <a:gd name="T91" fmla="*/ 284 h 10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703" h="1089">
                  <a:moveTo>
                    <a:pt x="693" y="256"/>
                  </a:moveTo>
                  <a:cubicBezTo>
                    <a:pt x="683" y="245"/>
                    <a:pt x="683" y="254"/>
                    <a:pt x="683" y="229"/>
                  </a:cubicBezTo>
                  <a:cubicBezTo>
                    <a:pt x="683" y="204"/>
                    <a:pt x="683" y="190"/>
                    <a:pt x="679" y="178"/>
                  </a:cubicBezTo>
                  <a:cubicBezTo>
                    <a:pt x="675" y="167"/>
                    <a:pt x="672" y="159"/>
                    <a:pt x="679" y="146"/>
                  </a:cubicBezTo>
                  <a:cubicBezTo>
                    <a:pt x="687" y="133"/>
                    <a:pt x="672" y="119"/>
                    <a:pt x="670" y="104"/>
                  </a:cubicBezTo>
                  <a:cubicBezTo>
                    <a:pt x="669" y="89"/>
                    <a:pt x="669" y="60"/>
                    <a:pt x="669" y="40"/>
                  </a:cubicBezTo>
                  <a:cubicBezTo>
                    <a:pt x="669" y="24"/>
                    <a:pt x="675" y="12"/>
                    <a:pt x="671" y="0"/>
                  </a:cubicBezTo>
                  <a:cubicBezTo>
                    <a:pt x="642" y="18"/>
                    <a:pt x="624" y="23"/>
                    <a:pt x="602" y="37"/>
                  </a:cubicBezTo>
                  <a:cubicBezTo>
                    <a:pt x="575" y="53"/>
                    <a:pt x="582" y="38"/>
                    <a:pt x="562" y="54"/>
                  </a:cubicBezTo>
                  <a:cubicBezTo>
                    <a:pt x="542" y="70"/>
                    <a:pt x="538" y="61"/>
                    <a:pt x="524" y="50"/>
                  </a:cubicBezTo>
                  <a:cubicBezTo>
                    <a:pt x="511" y="39"/>
                    <a:pt x="502" y="43"/>
                    <a:pt x="490" y="70"/>
                  </a:cubicBezTo>
                  <a:cubicBezTo>
                    <a:pt x="478" y="97"/>
                    <a:pt x="470" y="83"/>
                    <a:pt x="462" y="77"/>
                  </a:cubicBezTo>
                  <a:cubicBezTo>
                    <a:pt x="454" y="70"/>
                    <a:pt x="442" y="73"/>
                    <a:pt x="431" y="79"/>
                  </a:cubicBezTo>
                  <a:cubicBezTo>
                    <a:pt x="420" y="86"/>
                    <a:pt x="399" y="77"/>
                    <a:pt x="391" y="70"/>
                  </a:cubicBezTo>
                  <a:cubicBezTo>
                    <a:pt x="383" y="63"/>
                    <a:pt x="375" y="61"/>
                    <a:pt x="366" y="69"/>
                  </a:cubicBezTo>
                  <a:cubicBezTo>
                    <a:pt x="356" y="77"/>
                    <a:pt x="346" y="77"/>
                    <a:pt x="332" y="70"/>
                  </a:cubicBezTo>
                  <a:cubicBezTo>
                    <a:pt x="331" y="69"/>
                    <a:pt x="330" y="69"/>
                    <a:pt x="329" y="69"/>
                  </a:cubicBezTo>
                  <a:cubicBezTo>
                    <a:pt x="329" y="69"/>
                    <a:pt x="329" y="69"/>
                    <a:pt x="329" y="68"/>
                  </a:cubicBezTo>
                  <a:cubicBezTo>
                    <a:pt x="328" y="68"/>
                    <a:pt x="327" y="68"/>
                    <a:pt x="326" y="68"/>
                  </a:cubicBezTo>
                  <a:cubicBezTo>
                    <a:pt x="326" y="68"/>
                    <a:pt x="326" y="68"/>
                    <a:pt x="326" y="68"/>
                  </a:cubicBezTo>
                  <a:cubicBezTo>
                    <a:pt x="325" y="67"/>
                    <a:pt x="324" y="67"/>
                    <a:pt x="323" y="67"/>
                  </a:cubicBezTo>
                  <a:cubicBezTo>
                    <a:pt x="323" y="67"/>
                    <a:pt x="323" y="67"/>
                    <a:pt x="323" y="67"/>
                  </a:cubicBezTo>
                  <a:cubicBezTo>
                    <a:pt x="322" y="67"/>
                    <a:pt x="322" y="67"/>
                    <a:pt x="321" y="67"/>
                  </a:cubicBezTo>
                  <a:cubicBezTo>
                    <a:pt x="321" y="67"/>
                    <a:pt x="321" y="67"/>
                    <a:pt x="321" y="67"/>
                  </a:cubicBezTo>
                  <a:cubicBezTo>
                    <a:pt x="320" y="68"/>
                    <a:pt x="319" y="68"/>
                    <a:pt x="317" y="68"/>
                  </a:cubicBezTo>
                  <a:cubicBezTo>
                    <a:pt x="317" y="69"/>
                    <a:pt x="317" y="69"/>
                    <a:pt x="317" y="69"/>
                  </a:cubicBezTo>
                  <a:cubicBezTo>
                    <a:pt x="317" y="69"/>
                    <a:pt x="316" y="69"/>
                    <a:pt x="315" y="70"/>
                  </a:cubicBezTo>
                  <a:cubicBezTo>
                    <a:pt x="316" y="72"/>
                    <a:pt x="316" y="74"/>
                    <a:pt x="316" y="78"/>
                  </a:cubicBezTo>
                  <a:cubicBezTo>
                    <a:pt x="316" y="89"/>
                    <a:pt x="316" y="89"/>
                    <a:pt x="308" y="95"/>
                  </a:cubicBezTo>
                  <a:cubicBezTo>
                    <a:pt x="300" y="101"/>
                    <a:pt x="301" y="126"/>
                    <a:pt x="304" y="144"/>
                  </a:cubicBezTo>
                  <a:cubicBezTo>
                    <a:pt x="306" y="156"/>
                    <a:pt x="302" y="163"/>
                    <a:pt x="298" y="169"/>
                  </a:cubicBezTo>
                  <a:cubicBezTo>
                    <a:pt x="297" y="173"/>
                    <a:pt x="295" y="177"/>
                    <a:pt x="296" y="181"/>
                  </a:cubicBezTo>
                  <a:cubicBezTo>
                    <a:pt x="297" y="190"/>
                    <a:pt x="310" y="195"/>
                    <a:pt x="321" y="202"/>
                  </a:cubicBezTo>
                  <a:cubicBezTo>
                    <a:pt x="326" y="204"/>
                    <a:pt x="331" y="207"/>
                    <a:pt x="334" y="211"/>
                  </a:cubicBezTo>
                  <a:cubicBezTo>
                    <a:pt x="342" y="219"/>
                    <a:pt x="341" y="223"/>
                    <a:pt x="340" y="226"/>
                  </a:cubicBezTo>
                  <a:cubicBezTo>
                    <a:pt x="347" y="235"/>
                    <a:pt x="355" y="244"/>
                    <a:pt x="366" y="254"/>
                  </a:cubicBezTo>
                  <a:cubicBezTo>
                    <a:pt x="394" y="282"/>
                    <a:pt x="382" y="271"/>
                    <a:pt x="378" y="293"/>
                  </a:cubicBezTo>
                  <a:cubicBezTo>
                    <a:pt x="374" y="314"/>
                    <a:pt x="376" y="327"/>
                    <a:pt x="378" y="354"/>
                  </a:cubicBezTo>
                  <a:cubicBezTo>
                    <a:pt x="379" y="381"/>
                    <a:pt x="359" y="367"/>
                    <a:pt x="346" y="369"/>
                  </a:cubicBezTo>
                  <a:cubicBezTo>
                    <a:pt x="332" y="370"/>
                    <a:pt x="335" y="390"/>
                    <a:pt x="344" y="415"/>
                  </a:cubicBezTo>
                  <a:cubicBezTo>
                    <a:pt x="354" y="441"/>
                    <a:pt x="339" y="438"/>
                    <a:pt x="322" y="421"/>
                  </a:cubicBezTo>
                  <a:cubicBezTo>
                    <a:pt x="304" y="403"/>
                    <a:pt x="302" y="406"/>
                    <a:pt x="284" y="381"/>
                  </a:cubicBezTo>
                  <a:cubicBezTo>
                    <a:pt x="267" y="355"/>
                    <a:pt x="279" y="337"/>
                    <a:pt x="290" y="322"/>
                  </a:cubicBezTo>
                  <a:cubicBezTo>
                    <a:pt x="300" y="307"/>
                    <a:pt x="296" y="295"/>
                    <a:pt x="294" y="277"/>
                  </a:cubicBezTo>
                  <a:cubicBezTo>
                    <a:pt x="291" y="258"/>
                    <a:pt x="264" y="257"/>
                    <a:pt x="248" y="258"/>
                  </a:cubicBezTo>
                  <a:cubicBezTo>
                    <a:pt x="232" y="259"/>
                    <a:pt x="230" y="266"/>
                    <a:pt x="215" y="241"/>
                  </a:cubicBezTo>
                  <a:cubicBezTo>
                    <a:pt x="200" y="215"/>
                    <a:pt x="194" y="227"/>
                    <a:pt x="191" y="235"/>
                  </a:cubicBezTo>
                  <a:cubicBezTo>
                    <a:pt x="191" y="236"/>
                    <a:pt x="190" y="236"/>
                    <a:pt x="190" y="237"/>
                  </a:cubicBezTo>
                  <a:cubicBezTo>
                    <a:pt x="190" y="237"/>
                    <a:pt x="190" y="237"/>
                    <a:pt x="190" y="237"/>
                  </a:cubicBezTo>
                  <a:cubicBezTo>
                    <a:pt x="189" y="237"/>
                    <a:pt x="189" y="238"/>
                    <a:pt x="188" y="238"/>
                  </a:cubicBezTo>
                  <a:cubicBezTo>
                    <a:pt x="188" y="238"/>
                    <a:pt x="188" y="238"/>
                    <a:pt x="188" y="238"/>
                  </a:cubicBezTo>
                  <a:cubicBezTo>
                    <a:pt x="188" y="238"/>
                    <a:pt x="188" y="238"/>
                    <a:pt x="188" y="238"/>
                  </a:cubicBezTo>
                  <a:cubicBezTo>
                    <a:pt x="184" y="240"/>
                    <a:pt x="175" y="239"/>
                    <a:pt x="164" y="240"/>
                  </a:cubicBezTo>
                  <a:cubicBezTo>
                    <a:pt x="164" y="240"/>
                    <a:pt x="164" y="240"/>
                    <a:pt x="163" y="240"/>
                  </a:cubicBezTo>
                  <a:cubicBezTo>
                    <a:pt x="162" y="240"/>
                    <a:pt x="161" y="240"/>
                    <a:pt x="160" y="240"/>
                  </a:cubicBezTo>
                  <a:cubicBezTo>
                    <a:pt x="160" y="240"/>
                    <a:pt x="160" y="240"/>
                    <a:pt x="159" y="240"/>
                  </a:cubicBezTo>
                  <a:cubicBezTo>
                    <a:pt x="159" y="241"/>
                    <a:pt x="158" y="241"/>
                    <a:pt x="157" y="241"/>
                  </a:cubicBezTo>
                  <a:cubicBezTo>
                    <a:pt x="156" y="241"/>
                    <a:pt x="156" y="241"/>
                    <a:pt x="156" y="241"/>
                  </a:cubicBezTo>
                  <a:cubicBezTo>
                    <a:pt x="155" y="241"/>
                    <a:pt x="154" y="242"/>
                    <a:pt x="153" y="242"/>
                  </a:cubicBezTo>
                  <a:cubicBezTo>
                    <a:pt x="152" y="242"/>
                    <a:pt x="152" y="242"/>
                    <a:pt x="152" y="242"/>
                  </a:cubicBezTo>
                  <a:cubicBezTo>
                    <a:pt x="151" y="242"/>
                    <a:pt x="150" y="243"/>
                    <a:pt x="148" y="243"/>
                  </a:cubicBezTo>
                  <a:cubicBezTo>
                    <a:pt x="127" y="251"/>
                    <a:pt x="75" y="274"/>
                    <a:pt x="38" y="282"/>
                  </a:cubicBezTo>
                  <a:cubicBezTo>
                    <a:pt x="0" y="290"/>
                    <a:pt x="24" y="315"/>
                    <a:pt x="24" y="330"/>
                  </a:cubicBezTo>
                  <a:cubicBezTo>
                    <a:pt x="24" y="331"/>
                    <a:pt x="24" y="332"/>
                    <a:pt x="24" y="332"/>
                  </a:cubicBezTo>
                  <a:cubicBezTo>
                    <a:pt x="24" y="333"/>
                    <a:pt x="23" y="334"/>
                    <a:pt x="23" y="334"/>
                  </a:cubicBezTo>
                  <a:cubicBezTo>
                    <a:pt x="23" y="334"/>
                    <a:pt x="23" y="334"/>
                    <a:pt x="23" y="334"/>
                  </a:cubicBezTo>
                  <a:cubicBezTo>
                    <a:pt x="25" y="338"/>
                    <a:pt x="27" y="342"/>
                    <a:pt x="28" y="347"/>
                  </a:cubicBezTo>
                  <a:cubicBezTo>
                    <a:pt x="29" y="357"/>
                    <a:pt x="40" y="363"/>
                    <a:pt x="52" y="360"/>
                  </a:cubicBezTo>
                  <a:cubicBezTo>
                    <a:pt x="64" y="357"/>
                    <a:pt x="74" y="357"/>
                    <a:pt x="84" y="363"/>
                  </a:cubicBezTo>
                  <a:cubicBezTo>
                    <a:pt x="94" y="369"/>
                    <a:pt x="118" y="378"/>
                    <a:pt x="128" y="383"/>
                  </a:cubicBezTo>
                  <a:cubicBezTo>
                    <a:pt x="138" y="389"/>
                    <a:pt x="173" y="387"/>
                    <a:pt x="179" y="402"/>
                  </a:cubicBezTo>
                  <a:cubicBezTo>
                    <a:pt x="185" y="417"/>
                    <a:pt x="184" y="430"/>
                    <a:pt x="188" y="437"/>
                  </a:cubicBezTo>
                  <a:cubicBezTo>
                    <a:pt x="192" y="443"/>
                    <a:pt x="195" y="451"/>
                    <a:pt x="195" y="461"/>
                  </a:cubicBezTo>
                  <a:cubicBezTo>
                    <a:pt x="195" y="470"/>
                    <a:pt x="184" y="491"/>
                    <a:pt x="190" y="499"/>
                  </a:cubicBezTo>
                  <a:cubicBezTo>
                    <a:pt x="196" y="507"/>
                    <a:pt x="197" y="527"/>
                    <a:pt x="189" y="532"/>
                  </a:cubicBezTo>
                  <a:cubicBezTo>
                    <a:pt x="181" y="537"/>
                    <a:pt x="175" y="546"/>
                    <a:pt x="175" y="553"/>
                  </a:cubicBezTo>
                  <a:cubicBezTo>
                    <a:pt x="175" y="561"/>
                    <a:pt x="177" y="567"/>
                    <a:pt x="182" y="573"/>
                  </a:cubicBezTo>
                  <a:cubicBezTo>
                    <a:pt x="186" y="579"/>
                    <a:pt x="178" y="599"/>
                    <a:pt x="186" y="603"/>
                  </a:cubicBezTo>
                  <a:cubicBezTo>
                    <a:pt x="194" y="608"/>
                    <a:pt x="197" y="609"/>
                    <a:pt x="195" y="617"/>
                  </a:cubicBezTo>
                  <a:cubicBezTo>
                    <a:pt x="193" y="625"/>
                    <a:pt x="189" y="630"/>
                    <a:pt x="181" y="639"/>
                  </a:cubicBezTo>
                  <a:cubicBezTo>
                    <a:pt x="173" y="649"/>
                    <a:pt x="160" y="655"/>
                    <a:pt x="160" y="668"/>
                  </a:cubicBezTo>
                  <a:cubicBezTo>
                    <a:pt x="160" y="681"/>
                    <a:pt x="157" y="706"/>
                    <a:pt x="149" y="716"/>
                  </a:cubicBezTo>
                  <a:cubicBezTo>
                    <a:pt x="141" y="726"/>
                    <a:pt x="108" y="760"/>
                    <a:pt x="102" y="766"/>
                  </a:cubicBezTo>
                  <a:cubicBezTo>
                    <a:pt x="97" y="770"/>
                    <a:pt x="89" y="778"/>
                    <a:pt x="81" y="785"/>
                  </a:cubicBezTo>
                  <a:cubicBezTo>
                    <a:pt x="81" y="785"/>
                    <a:pt x="81" y="785"/>
                    <a:pt x="82" y="785"/>
                  </a:cubicBezTo>
                  <a:cubicBezTo>
                    <a:pt x="83" y="787"/>
                    <a:pt x="84" y="790"/>
                    <a:pt x="85" y="792"/>
                  </a:cubicBezTo>
                  <a:cubicBezTo>
                    <a:pt x="85" y="792"/>
                    <a:pt x="85" y="793"/>
                    <a:pt x="86" y="793"/>
                  </a:cubicBezTo>
                  <a:cubicBezTo>
                    <a:pt x="86" y="794"/>
                    <a:pt x="86" y="795"/>
                    <a:pt x="87" y="796"/>
                  </a:cubicBezTo>
                  <a:cubicBezTo>
                    <a:pt x="87" y="797"/>
                    <a:pt x="87" y="797"/>
                    <a:pt x="87" y="797"/>
                  </a:cubicBezTo>
                  <a:cubicBezTo>
                    <a:pt x="88" y="799"/>
                    <a:pt x="88" y="800"/>
                    <a:pt x="88" y="802"/>
                  </a:cubicBezTo>
                  <a:cubicBezTo>
                    <a:pt x="98" y="845"/>
                    <a:pt x="100" y="865"/>
                    <a:pt x="112" y="878"/>
                  </a:cubicBezTo>
                  <a:cubicBezTo>
                    <a:pt x="124" y="891"/>
                    <a:pt x="128" y="909"/>
                    <a:pt x="131" y="937"/>
                  </a:cubicBezTo>
                  <a:cubicBezTo>
                    <a:pt x="134" y="965"/>
                    <a:pt x="126" y="1007"/>
                    <a:pt x="130" y="1019"/>
                  </a:cubicBezTo>
                  <a:cubicBezTo>
                    <a:pt x="130" y="1021"/>
                    <a:pt x="131" y="1023"/>
                    <a:pt x="131" y="1025"/>
                  </a:cubicBezTo>
                  <a:cubicBezTo>
                    <a:pt x="131" y="1025"/>
                    <a:pt x="131" y="1025"/>
                    <a:pt x="131" y="1025"/>
                  </a:cubicBezTo>
                  <a:cubicBezTo>
                    <a:pt x="131" y="1025"/>
                    <a:pt x="131" y="1025"/>
                    <a:pt x="131" y="1025"/>
                  </a:cubicBezTo>
                  <a:cubicBezTo>
                    <a:pt x="133" y="1029"/>
                    <a:pt x="134" y="1033"/>
                    <a:pt x="135" y="1037"/>
                  </a:cubicBezTo>
                  <a:cubicBezTo>
                    <a:pt x="135" y="1038"/>
                    <a:pt x="135" y="1038"/>
                    <a:pt x="135" y="1038"/>
                  </a:cubicBezTo>
                  <a:cubicBezTo>
                    <a:pt x="135" y="1040"/>
                    <a:pt x="136" y="1042"/>
                    <a:pt x="136" y="1044"/>
                  </a:cubicBezTo>
                  <a:cubicBezTo>
                    <a:pt x="136" y="1044"/>
                    <a:pt x="136" y="1044"/>
                    <a:pt x="136" y="1045"/>
                  </a:cubicBezTo>
                  <a:cubicBezTo>
                    <a:pt x="136" y="1046"/>
                    <a:pt x="136" y="1048"/>
                    <a:pt x="136" y="1050"/>
                  </a:cubicBezTo>
                  <a:cubicBezTo>
                    <a:pt x="136" y="1051"/>
                    <a:pt x="136" y="1051"/>
                    <a:pt x="136" y="1052"/>
                  </a:cubicBezTo>
                  <a:cubicBezTo>
                    <a:pt x="136" y="1053"/>
                    <a:pt x="136" y="1053"/>
                    <a:pt x="136" y="1053"/>
                  </a:cubicBezTo>
                  <a:cubicBezTo>
                    <a:pt x="136" y="1054"/>
                    <a:pt x="137" y="1054"/>
                    <a:pt x="137" y="1055"/>
                  </a:cubicBezTo>
                  <a:cubicBezTo>
                    <a:pt x="137" y="1056"/>
                    <a:pt x="137" y="1056"/>
                    <a:pt x="137" y="1056"/>
                  </a:cubicBezTo>
                  <a:cubicBezTo>
                    <a:pt x="137" y="1057"/>
                    <a:pt x="137" y="1057"/>
                    <a:pt x="137" y="1058"/>
                  </a:cubicBezTo>
                  <a:cubicBezTo>
                    <a:pt x="137" y="1059"/>
                    <a:pt x="137" y="1059"/>
                    <a:pt x="137" y="1059"/>
                  </a:cubicBezTo>
                  <a:cubicBezTo>
                    <a:pt x="138" y="1065"/>
                    <a:pt x="139" y="1072"/>
                    <a:pt x="141" y="1078"/>
                  </a:cubicBezTo>
                  <a:cubicBezTo>
                    <a:pt x="141" y="1078"/>
                    <a:pt x="141" y="1078"/>
                    <a:pt x="141" y="1078"/>
                  </a:cubicBezTo>
                  <a:cubicBezTo>
                    <a:pt x="141" y="1078"/>
                    <a:pt x="141" y="1079"/>
                    <a:pt x="142" y="1080"/>
                  </a:cubicBezTo>
                  <a:cubicBezTo>
                    <a:pt x="142" y="1080"/>
                    <a:pt x="142" y="1080"/>
                    <a:pt x="142" y="1080"/>
                  </a:cubicBezTo>
                  <a:cubicBezTo>
                    <a:pt x="143" y="1082"/>
                    <a:pt x="143" y="1084"/>
                    <a:pt x="144" y="1085"/>
                  </a:cubicBezTo>
                  <a:cubicBezTo>
                    <a:pt x="144" y="1085"/>
                    <a:pt x="145" y="1085"/>
                    <a:pt x="145" y="1086"/>
                  </a:cubicBezTo>
                  <a:cubicBezTo>
                    <a:pt x="145" y="1086"/>
                    <a:pt x="145" y="1086"/>
                    <a:pt x="145" y="1086"/>
                  </a:cubicBezTo>
                  <a:cubicBezTo>
                    <a:pt x="146" y="1087"/>
                    <a:pt x="146" y="1087"/>
                    <a:pt x="146" y="1087"/>
                  </a:cubicBezTo>
                  <a:cubicBezTo>
                    <a:pt x="146" y="1087"/>
                    <a:pt x="147" y="1087"/>
                    <a:pt x="147" y="1088"/>
                  </a:cubicBezTo>
                  <a:cubicBezTo>
                    <a:pt x="147" y="1088"/>
                    <a:pt x="147" y="1088"/>
                    <a:pt x="148" y="1088"/>
                  </a:cubicBezTo>
                  <a:cubicBezTo>
                    <a:pt x="148" y="1088"/>
                    <a:pt x="148" y="1088"/>
                    <a:pt x="148" y="1088"/>
                  </a:cubicBezTo>
                  <a:cubicBezTo>
                    <a:pt x="149" y="1089"/>
                    <a:pt x="149" y="1089"/>
                    <a:pt x="150" y="1089"/>
                  </a:cubicBezTo>
                  <a:cubicBezTo>
                    <a:pt x="158" y="1089"/>
                    <a:pt x="169" y="1080"/>
                    <a:pt x="191" y="1079"/>
                  </a:cubicBezTo>
                  <a:cubicBezTo>
                    <a:pt x="193" y="1071"/>
                    <a:pt x="194" y="1062"/>
                    <a:pt x="190" y="1049"/>
                  </a:cubicBezTo>
                  <a:cubicBezTo>
                    <a:pt x="182" y="1026"/>
                    <a:pt x="163" y="1027"/>
                    <a:pt x="188" y="1002"/>
                  </a:cubicBezTo>
                  <a:cubicBezTo>
                    <a:pt x="213" y="977"/>
                    <a:pt x="218" y="965"/>
                    <a:pt x="259" y="956"/>
                  </a:cubicBezTo>
                  <a:cubicBezTo>
                    <a:pt x="300" y="946"/>
                    <a:pt x="349" y="926"/>
                    <a:pt x="349" y="900"/>
                  </a:cubicBezTo>
                  <a:cubicBezTo>
                    <a:pt x="349" y="874"/>
                    <a:pt x="344" y="872"/>
                    <a:pt x="350" y="853"/>
                  </a:cubicBezTo>
                  <a:cubicBezTo>
                    <a:pt x="357" y="833"/>
                    <a:pt x="367" y="829"/>
                    <a:pt x="357" y="804"/>
                  </a:cubicBezTo>
                  <a:cubicBezTo>
                    <a:pt x="346" y="779"/>
                    <a:pt x="352" y="762"/>
                    <a:pt x="345" y="742"/>
                  </a:cubicBezTo>
                  <a:cubicBezTo>
                    <a:pt x="337" y="721"/>
                    <a:pt x="342" y="724"/>
                    <a:pt x="337" y="701"/>
                  </a:cubicBezTo>
                  <a:cubicBezTo>
                    <a:pt x="333" y="678"/>
                    <a:pt x="336" y="678"/>
                    <a:pt x="322" y="667"/>
                  </a:cubicBezTo>
                  <a:cubicBezTo>
                    <a:pt x="308" y="655"/>
                    <a:pt x="300" y="650"/>
                    <a:pt x="303" y="635"/>
                  </a:cubicBezTo>
                  <a:cubicBezTo>
                    <a:pt x="306" y="620"/>
                    <a:pt x="304" y="614"/>
                    <a:pt x="324" y="602"/>
                  </a:cubicBezTo>
                  <a:cubicBezTo>
                    <a:pt x="345" y="590"/>
                    <a:pt x="338" y="585"/>
                    <a:pt x="360" y="564"/>
                  </a:cubicBezTo>
                  <a:cubicBezTo>
                    <a:pt x="381" y="544"/>
                    <a:pt x="435" y="522"/>
                    <a:pt x="447" y="501"/>
                  </a:cubicBezTo>
                  <a:cubicBezTo>
                    <a:pt x="459" y="479"/>
                    <a:pt x="473" y="470"/>
                    <a:pt x="492" y="456"/>
                  </a:cubicBezTo>
                  <a:cubicBezTo>
                    <a:pt x="511" y="442"/>
                    <a:pt x="518" y="441"/>
                    <a:pt x="545" y="431"/>
                  </a:cubicBezTo>
                  <a:cubicBezTo>
                    <a:pt x="572" y="421"/>
                    <a:pt x="598" y="420"/>
                    <a:pt x="619" y="395"/>
                  </a:cubicBezTo>
                  <a:cubicBezTo>
                    <a:pt x="639" y="369"/>
                    <a:pt x="664" y="335"/>
                    <a:pt x="677" y="323"/>
                  </a:cubicBezTo>
                  <a:cubicBezTo>
                    <a:pt x="690" y="310"/>
                    <a:pt x="687" y="298"/>
                    <a:pt x="692" y="284"/>
                  </a:cubicBezTo>
                  <a:cubicBezTo>
                    <a:pt x="697" y="270"/>
                    <a:pt x="703" y="267"/>
                    <a:pt x="693" y="256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26" name="Freeform 125">
              <a:extLst>
                <a:ext uri="{FF2B5EF4-FFF2-40B4-BE49-F238E27FC236}">
                  <a16:creationId xmlns:a16="http://schemas.microsoft.com/office/drawing/2014/main" id="{93B9363B-0B31-8A59-4F44-F382D205F2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65825" y="1960563"/>
              <a:ext cx="609600" cy="815975"/>
            </a:xfrm>
            <a:custGeom>
              <a:avLst/>
              <a:gdLst>
                <a:gd name="T0" fmla="*/ 615 w 671"/>
                <a:gd name="T1" fmla="*/ 14 h 896"/>
                <a:gd name="T2" fmla="*/ 540 w 671"/>
                <a:gd name="T3" fmla="*/ 46 h 896"/>
                <a:gd name="T4" fmla="*/ 466 w 671"/>
                <a:gd name="T5" fmla="*/ 56 h 896"/>
                <a:gd name="T6" fmla="*/ 393 w 671"/>
                <a:gd name="T7" fmla="*/ 72 h 896"/>
                <a:gd name="T8" fmla="*/ 298 w 671"/>
                <a:gd name="T9" fmla="*/ 82 h 896"/>
                <a:gd name="T10" fmla="*/ 178 w 671"/>
                <a:gd name="T11" fmla="*/ 66 h 896"/>
                <a:gd name="T12" fmla="*/ 139 w 671"/>
                <a:gd name="T13" fmla="*/ 54 h 896"/>
                <a:gd name="T14" fmla="*/ 136 w 671"/>
                <a:gd name="T15" fmla="*/ 60 h 896"/>
                <a:gd name="T16" fmla="*/ 134 w 671"/>
                <a:gd name="T17" fmla="*/ 66 h 896"/>
                <a:gd name="T18" fmla="*/ 132 w 671"/>
                <a:gd name="T19" fmla="*/ 70 h 896"/>
                <a:gd name="T20" fmla="*/ 131 w 671"/>
                <a:gd name="T21" fmla="*/ 73 h 896"/>
                <a:gd name="T22" fmla="*/ 129 w 671"/>
                <a:gd name="T23" fmla="*/ 76 h 896"/>
                <a:gd name="T24" fmla="*/ 126 w 671"/>
                <a:gd name="T25" fmla="*/ 80 h 896"/>
                <a:gd name="T26" fmla="*/ 123 w 671"/>
                <a:gd name="T27" fmla="*/ 83 h 896"/>
                <a:gd name="T28" fmla="*/ 119 w 671"/>
                <a:gd name="T29" fmla="*/ 87 h 896"/>
                <a:gd name="T30" fmla="*/ 155 w 671"/>
                <a:gd name="T31" fmla="*/ 167 h 896"/>
                <a:gd name="T32" fmla="*/ 354 w 671"/>
                <a:gd name="T33" fmla="*/ 254 h 896"/>
                <a:gd name="T34" fmla="*/ 419 w 671"/>
                <a:gd name="T35" fmla="*/ 304 h 896"/>
                <a:gd name="T36" fmla="*/ 282 w 671"/>
                <a:gd name="T37" fmla="*/ 438 h 896"/>
                <a:gd name="T38" fmla="*/ 140 w 671"/>
                <a:gd name="T39" fmla="*/ 490 h 896"/>
                <a:gd name="T40" fmla="*/ 66 w 671"/>
                <a:gd name="T41" fmla="*/ 522 h 896"/>
                <a:gd name="T42" fmla="*/ 63 w 671"/>
                <a:gd name="T43" fmla="*/ 524 h 896"/>
                <a:gd name="T44" fmla="*/ 61 w 671"/>
                <a:gd name="T45" fmla="*/ 526 h 896"/>
                <a:gd name="T46" fmla="*/ 55 w 671"/>
                <a:gd name="T47" fmla="*/ 527 h 896"/>
                <a:gd name="T48" fmla="*/ 8 w 671"/>
                <a:gd name="T49" fmla="*/ 590 h 896"/>
                <a:gd name="T50" fmla="*/ 6 w 671"/>
                <a:gd name="T51" fmla="*/ 839 h 896"/>
                <a:gd name="T52" fmla="*/ 39 w 671"/>
                <a:gd name="T53" fmla="*/ 896 h 896"/>
                <a:gd name="T54" fmla="*/ 87 w 671"/>
                <a:gd name="T55" fmla="*/ 814 h 896"/>
                <a:gd name="T56" fmla="*/ 266 w 671"/>
                <a:gd name="T57" fmla="*/ 656 h 896"/>
                <a:gd name="T58" fmla="*/ 454 w 671"/>
                <a:gd name="T59" fmla="*/ 488 h 896"/>
                <a:gd name="T60" fmla="*/ 524 w 671"/>
                <a:gd name="T61" fmla="*/ 365 h 896"/>
                <a:gd name="T62" fmla="*/ 589 w 671"/>
                <a:gd name="T63" fmla="*/ 253 h 896"/>
                <a:gd name="T64" fmla="*/ 634 w 671"/>
                <a:gd name="T65" fmla="*/ 150 h 896"/>
                <a:gd name="T66" fmla="*/ 651 w 671"/>
                <a:gd name="T67" fmla="*/ 55 h 8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671" h="896">
                  <a:moveTo>
                    <a:pt x="656" y="13"/>
                  </a:moveTo>
                  <a:cubicBezTo>
                    <a:pt x="641" y="3"/>
                    <a:pt x="629" y="0"/>
                    <a:pt x="615" y="14"/>
                  </a:cubicBezTo>
                  <a:cubicBezTo>
                    <a:pt x="601" y="28"/>
                    <a:pt x="593" y="35"/>
                    <a:pt x="578" y="35"/>
                  </a:cubicBezTo>
                  <a:cubicBezTo>
                    <a:pt x="563" y="35"/>
                    <a:pt x="555" y="46"/>
                    <a:pt x="540" y="46"/>
                  </a:cubicBezTo>
                  <a:cubicBezTo>
                    <a:pt x="525" y="46"/>
                    <a:pt x="519" y="61"/>
                    <a:pt x="502" y="55"/>
                  </a:cubicBezTo>
                  <a:cubicBezTo>
                    <a:pt x="484" y="48"/>
                    <a:pt x="478" y="49"/>
                    <a:pt x="466" y="56"/>
                  </a:cubicBezTo>
                  <a:cubicBezTo>
                    <a:pt x="454" y="62"/>
                    <a:pt x="454" y="67"/>
                    <a:pt x="435" y="61"/>
                  </a:cubicBezTo>
                  <a:cubicBezTo>
                    <a:pt x="416" y="56"/>
                    <a:pt x="407" y="60"/>
                    <a:pt x="393" y="72"/>
                  </a:cubicBezTo>
                  <a:cubicBezTo>
                    <a:pt x="379" y="84"/>
                    <a:pt x="355" y="90"/>
                    <a:pt x="343" y="87"/>
                  </a:cubicBezTo>
                  <a:cubicBezTo>
                    <a:pt x="332" y="84"/>
                    <a:pt x="313" y="71"/>
                    <a:pt x="298" y="82"/>
                  </a:cubicBezTo>
                  <a:cubicBezTo>
                    <a:pt x="283" y="92"/>
                    <a:pt x="207" y="103"/>
                    <a:pt x="203" y="95"/>
                  </a:cubicBezTo>
                  <a:cubicBezTo>
                    <a:pt x="198" y="86"/>
                    <a:pt x="195" y="78"/>
                    <a:pt x="178" y="66"/>
                  </a:cubicBezTo>
                  <a:cubicBezTo>
                    <a:pt x="161" y="53"/>
                    <a:pt x="161" y="39"/>
                    <a:pt x="146" y="38"/>
                  </a:cubicBezTo>
                  <a:cubicBezTo>
                    <a:pt x="143" y="43"/>
                    <a:pt x="142" y="49"/>
                    <a:pt x="139" y="54"/>
                  </a:cubicBezTo>
                  <a:cubicBezTo>
                    <a:pt x="138" y="56"/>
                    <a:pt x="137" y="58"/>
                    <a:pt x="136" y="60"/>
                  </a:cubicBezTo>
                  <a:cubicBezTo>
                    <a:pt x="136" y="60"/>
                    <a:pt x="136" y="60"/>
                    <a:pt x="136" y="60"/>
                  </a:cubicBezTo>
                  <a:cubicBezTo>
                    <a:pt x="135" y="62"/>
                    <a:pt x="135" y="63"/>
                    <a:pt x="134" y="64"/>
                  </a:cubicBezTo>
                  <a:cubicBezTo>
                    <a:pt x="134" y="65"/>
                    <a:pt x="134" y="65"/>
                    <a:pt x="134" y="66"/>
                  </a:cubicBezTo>
                  <a:cubicBezTo>
                    <a:pt x="134" y="66"/>
                    <a:pt x="134" y="67"/>
                    <a:pt x="133" y="67"/>
                  </a:cubicBezTo>
                  <a:cubicBezTo>
                    <a:pt x="133" y="68"/>
                    <a:pt x="133" y="69"/>
                    <a:pt x="132" y="70"/>
                  </a:cubicBezTo>
                  <a:cubicBezTo>
                    <a:pt x="132" y="70"/>
                    <a:pt x="132" y="70"/>
                    <a:pt x="132" y="70"/>
                  </a:cubicBezTo>
                  <a:cubicBezTo>
                    <a:pt x="132" y="71"/>
                    <a:pt x="131" y="72"/>
                    <a:pt x="131" y="73"/>
                  </a:cubicBezTo>
                  <a:cubicBezTo>
                    <a:pt x="131" y="73"/>
                    <a:pt x="131" y="73"/>
                    <a:pt x="130" y="73"/>
                  </a:cubicBezTo>
                  <a:cubicBezTo>
                    <a:pt x="130" y="74"/>
                    <a:pt x="129" y="75"/>
                    <a:pt x="129" y="76"/>
                  </a:cubicBezTo>
                  <a:cubicBezTo>
                    <a:pt x="129" y="77"/>
                    <a:pt x="128" y="77"/>
                    <a:pt x="128" y="77"/>
                  </a:cubicBezTo>
                  <a:cubicBezTo>
                    <a:pt x="128" y="78"/>
                    <a:pt x="127" y="79"/>
                    <a:pt x="126" y="80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5" y="81"/>
                    <a:pt x="124" y="82"/>
                    <a:pt x="123" y="83"/>
                  </a:cubicBezTo>
                  <a:cubicBezTo>
                    <a:pt x="123" y="83"/>
                    <a:pt x="123" y="84"/>
                    <a:pt x="122" y="84"/>
                  </a:cubicBezTo>
                  <a:cubicBezTo>
                    <a:pt x="121" y="85"/>
                    <a:pt x="120" y="86"/>
                    <a:pt x="119" y="87"/>
                  </a:cubicBezTo>
                  <a:cubicBezTo>
                    <a:pt x="104" y="99"/>
                    <a:pt x="123" y="127"/>
                    <a:pt x="131" y="135"/>
                  </a:cubicBezTo>
                  <a:cubicBezTo>
                    <a:pt x="139" y="143"/>
                    <a:pt x="154" y="152"/>
                    <a:pt x="155" y="167"/>
                  </a:cubicBezTo>
                  <a:cubicBezTo>
                    <a:pt x="156" y="182"/>
                    <a:pt x="182" y="190"/>
                    <a:pt x="206" y="204"/>
                  </a:cubicBezTo>
                  <a:cubicBezTo>
                    <a:pt x="230" y="219"/>
                    <a:pt x="331" y="244"/>
                    <a:pt x="354" y="254"/>
                  </a:cubicBezTo>
                  <a:cubicBezTo>
                    <a:pt x="376" y="263"/>
                    <a:pt x="386" y="271"/>
                    <a:pt x="428" y="266"/>
                  </a:cubicBezTo>
                  <a:cubicBezTo>
                    <a:pt x="471" y="260"/>
                    <a:pt x="440" y="291"/>
                    <a:pt x="419" y="304"/>
                  </a:cubicBezTo>
                  <a:cubicBezTo>
                    <a:pt x="398" y="318"/>
                    <a:pt x="366" y="359"/>
                    <a:pt x="344" y="375"/>
                  </a:cubicBezTo>
                  <a:cubicBezTo>
                    <a:pt x="323" y="391"/>
                    <a:pt x="303" y="407"/>
                    <a:pt x="282" y="438"/>
                  </a:cubicBezTo>
                  <a:cubicBezTo>
                    <a:pt x="260" y="468"/>
                    <a:pt x="255" y="466"/>
                    <a:pt x="206" y="462"/>
                  </a:cubicBezTo>
                  <a:cubicBezTo>
                    <a:pt x="156" y="458"/>
                    <a:pt x="150" y="483"/>
                    <a:pt x="140" y="490"/>
                  </a:cubicBezTo>
                  <a:cubicBezTo>
                    <a:pt x="131" y="496"/>
                    <a:pt x="122" y="508"/>
                    <a:pt x="102" y="508"/>
                  </a:cubicBezTo>
                  <a:cubicBezTo>
                    <a:pt x="82" y="508"/>
                    <a:pt x="72" y="511"/>
                    <a:pt x="66" y="522"/>
                  </a:cubicBezTo>
                  <a:cubicBezTo>
                    <a:pt x="65" y="523"/>
                    <a:pt x="65" y="523"/>
                    <a:pt x="64" y="524"/>
                  </a:cubicBezTo>
                  <a:cubicBezTo>
                    <a:pt x="64" y="524"/>
                    <a:pt x="64" y="524"/>
                    <a:pt x="63" y="524"/>
                  </a:cubicBezTo>
                  <a:cubicBezTo>
                    <a:pt x="63" y="525"/>
                    <a:pt x="62" y="525"/>
                    <a:pt x="61" y="526"/>
                  </a:cubicBezTo>
                  <a:cubicBezTo>
                    <a:pt x="61" y="526"/>
                    <a:pt x="61" y="526"/>
                    <a:pt x="61" y="526"/>
                  </a:cubicBezTo>
                  <a:cubicBezTo>
                    <a:pt x="59" y="527"/>
                    <a:pt x="57" y="527"/>
                    <a:pt x="55" y="527"/>
                  </a:cubicBezTo>
                  <a:cubicBezTo>
                    <a:pt x="55" y="527"/>
                    <a:pt x="55" y="527"/>
                    <a:pt x="55" y="527"/>
                  </a:cubicBezTo>
                  <a:cubicBezTo>
                    <a:pt x="54" y="533"/>
                    <a:pt x="52" y="540"/>
                    <a:pt x="48" y="546"/>
                  </a:cubicBezTo>
                  <a:cubicBezTo>
                    <a:pt x="38" y="563"/>
                    <a:pt x="12" y="586"/>
                    <a:pt x="8" y="590"/>
                  </a:cubicBezTo>
                  <a:cubicBezTo>
                    <a:pt x="4" y="594"/>
                    <a:pt x="4" y="616"/>
                    <a:pt x="4" y="639"/>
                  </a:cubicBezTo>
                  <a:cubicBezTo>
                    <a:pt x="4" y="662"/>
                    <a:pt x="0" y="832"/>
                    <a:pt x="6" y="839"/>
                  </a:cubicBezTo>
                  <a:cubicBezTo>
                    <a:pt x="11" y="846"/>
                    <a:pt x="22" y="860"/>
                    <a:pt x="27" y="866"/>
                  </a:cubicBezTo>
                  <a:cubicBezTo>
                    <a:pt x="32" y="871"/>
                    <a:pt x="40" y="867"/>
                    <a:pt x="39" y="896"/>
                  </a:cubicBezTo>
                  <a:cubicBezTo>
                    <a:pt x="44" y="894"/>
                    <a:pt x="49" y="889"/>
                    <a:pt x="52" y="879"/>
                  </a:cubicBezTo>
                  <a:cubicBezTo>
                    <a:pt x="60" y="858"/>
                    <a:pt x="68" y="828"/>
                    <a:pt x="87" y="814"/>
                  </a:cubicBezTo>
                  <a:cubicBezTo>
                    <a:pt x="105" y="800"/>
                    <a:pt x="142" y="754"/>
                    <a:pt x="164" y="734"/>
                  </a:cubicBezTo>
                  <a:cubicBezTo>
                    <a:pt x="185" y="715"/>
                    <a:pt x="240" y="658"/>
                    <a:pt x="266" y="656"/>
                  </a:cubicBezTo>
                  <a:cubicBezTo>
                    <a:pt x="292" y="654"/>
                    <a:pt x="328" y="621"/>
                    <a:pt x="355" y="594"/>
                  </a:cubicBezTo>
                  <a:cubicBezTo>
                    <a:pt x="382" y="568"/>
                    <a:pt x="442" y="516"/>
                    <a:pt x="454" y="488"/>
                  </a:cubicBezTo>
                  <a:cubicBezTo>
                    <a:pt x="466" y="460"/>
                    <a:pt x="486" y="450"/>
                    <a:pt x="494" y="431"/>
                  </a:cubicBezTo>
                  <a:cubicBezTo>
                    <a:pt x="502" y="412"/>
                    <a:pt x="524" y="383"/>
                    <a:pt x="524" y="365"/>
                  </a:cubicBezTo>
                  <a:cubicBezTo>
                    <a:pt x="524" y="348"/>
                    <a:pt x="533" y="331"/>
                    <a:pt x="551" y="317"/>
                  </a:cubicBezTo>
                  <a:cubicBezTo>
                    <a:pt x="569" y="303"/>
                    <a:pt x="568" y="273"/>
                    <a:pt x="589" y="253"/>
                  </a:cubicBezTo>
                  <a:cubicBezTo>
                    <a:pt x="609" y="232"/>
                    <a:pt x="611" y="214"/>
                    <a:pt x="621" y="195"/>
                  </a:cubicBezTo>
                  <a:cubicBezTo>
                    <a:pt x="631" y="175"/>
                    <a:pt x="632" y="171"/>
                    <a:pt x="634" y="150"/>
                  </a:cubicBezTo>
                  <a:cubicBezTo>
                    <a:pt x="636" y="130"/>
                    <a:pt x="656" y="119"/>
                    <a:pt x="656" y="103"/>
                  </a:cubicBezTo>
                  <a:cubicBezTo>
                    <a:pt x="656" y="87"/>
                    <a:pt x="652" y="76"/>
                    <a:pt x="651" y="55"/>
                  </a:cubicBezTo>
                  <a:cubicBezTo>
                    <a:pt x="650" y="33"/>
                    <a:pt x="671" y="23"/>
                    <a:pt x="656" y="13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27" name="Freeform 126">
              <a:extLst>
                <a:ext uri="{FF2B5EF4-FFF2-40B4-BE49-F238E27FC236}">
                  <a16:creationId xmlns:a16="http://schemas.microsoft.com/office/drawing/2014/main" id="{78517179-DEA5-CBCE-E03E-DA24878A1A87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2100" y="2522538"/>
              <a:ext cx="339725" cy="360363"/>
            </a:xfrm>
            <a:custGeom>
              <a:avLst/>
              <a:gdLst>
                <a:gd name="T0" fmla="*/ 204 w 374"/>
                <a:gd name="T1" fmla="*/ 376 h 396"/>
                <a:gd name="T2" fmla="*/ 179 w 374"/>
                <a:gd name="T3" fmla="*/ 320 h 396"/>
                <a:gd name="T4" fmla="*/ 236 w 374"/>
                <a:gd name="T5" fmla="*/ 292 h 396"/>
                <a:gd name="T6" fmla="*/ 270 w 374"/>
                <a:gd name="T7" fmla="*/ 290 h 396"/>
                <a:gd name="T8" fmla="*/ 308 w 374"/>
                <a:gd name="T9" fmla="*/ 298 h 396"/>
                <a:gd name="T10" fmla="*/ 351 w 374"/>
                <a:gd name="T11" fmla="*/ 302 h 396"/>
                <a:gd name="T12" fmla="*/ 364 w 374"/>
                <a:gd name="T13" fmla="*/ 245 h 396"/>
                <a:gd name="T14" fmla="*/ 343 w 374"/>
                <a:gd name="T15" fmla="*/ 180 h 396"/>
                <a:gd name="T16" fmla="*/ 344 w 374"/>
                <a:gd name="T17" fmla="*/ 122 h 396"/>
                <a:gd name="T18" fmla="*/ 350 w 374"/>
                <a:gd name="T19" fmla="*/ 74 h 396"/>
                <a:gd name="T20" fmla="*/ 299 w 374"/>
                <a:gd name="T21" fmla="*/ 81 h 396"/>
                <a:gd name="T22" fmla="*/ 288 w 374"/>
                <a:gd name="T23" fmla="*/ 33 h 396"/>
                <a:gd name="T24" fmla="*/ 285 w 374"/>
                <a:gd name="T25" fmla="*/ 12 h 396"/>
                <a:gd name="T26" fmla="*/ 278 w 374"/>
                <a:gd name="T27" fmla="*/ 11 h 396"/>
                <a:gd name="T28" fmla="*/ 271 w 374"/>
                <a:gd name="T29" fmla="*/ 10 h 396"/>
                <a:gd name="T30" fmla="*/ 265 w 374"/>
                <a:gd name="T31" fmla="*/ 9 h 396"/>
                <a:gd name="T32" fmla="*/ 257 w 374"/>
                <a:gd name="T33" fmla="*/ 9 h 396"/>
                <a:gd name="T34" fmla="*/ 251 w 374"/>
                <a:gd name="T35" fmla="*/ 8 h 396"/>
                <a:gd name="T36" fmla="*/ 245 w 374"/>
                <a:gd name="T37" fmla="*/ 7 h 396"/>
                <a:gd name="T38" fmla="*/ 240 w 374"/>
                <a:gd name="T39" fmla="*/ 7 h 396"/>
                <a:gd name="T40" fmla="*/ 234 w 374"/>
                <a:gd name="T41" fmla="*/ 7 h 396"/>
                <a:gd name="T42" fmla="*/ 230 w 374"/>
                <a:gd name="T43" fmla="*/ 6 h 396"/>
                <a:gd name="T44" fmla="*/ 226 w 374"/>
                <a:gd name="T45" fmla="*/ 6 h 396"/>
                <a:gd name="T46" fmla="*/ 175 w 374"/>
                <a:gd name="T47" fmla="*/ 7 h 396"/>
                <a:gd name="T48" fmla="*/ 174 w 374"/>
                <a:gd name="T49" fmla="*/ 9 h 396"/>
                <a:gd name="T50" fmla="*/ 172 w 374"/>
                <a:gd name="T51" fmla="*/ 10 h 396"/>
                <a:gd name="T52" fmla="*/ 170 w 374"/>
                <a:gd name="T53" fmla="*/ 12 h 396"/>
                <a:gd name="T54" fmla="*/ 167 w 374"/>
                <a:gd name="T55" fmla="*/ 76 h 396"/>
                <a:gd name="T56" fmla="*/ 55 w 374"/>
                <a:gd name="T57" fmla="*/ 89 h 396"/>
                <a:gd name="T58" fmla="*/ 50 w 374"/>
                <a:gd name="T59" fmla="*/ 130 h 396"/>
                <a:gd name="T60" fmla="*/ 32 w 374"/>
                <a:gd name="T61" fmla="*/ 184 h 396"/>
                <a:gd name="T62" fmla="*/ 50 w 374"/>
                <a:gd name="T63" fmla="*/ 280 h 396"/>
                <a:gd name="T64" fmla="*/ 126 w 374"/>
                <a:gd name="T65" fmla="*/ 368 h 396"/>
                <a:gd name="T66" fmla="*/ 155 w 374"/>
                <a:gd name="T67" fmla="*/ 393 h 3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74" h="396">
                  <a:moveTo>
                    <a:pt x="184" y="389"/>
                  </a:moveTo>
                  <a:cubicBezTo>
                    <a:pt x="199" y="396"/>
                    <a:pt x="203" y="390"/>
                    <a:pt x="204" y="376"/>
                  </a:cubicBezTo>
                  <a:cubicBezTo>
                    <a:pt x="206" y="361"/>
                    <a:pt x="198" y="354"/>
                    <a:pt x="190" y="349"/>
                  </a:cubicBezTo>
                  <a:cubicBezTo>
                    <a:pt x="182" y="344"/>
                    <a:pt x="179" y="332"/>
                    <a:pt x="179" y="320"/>
                  </a:cubicBezTo>
                  <a:cubicBezTo>
                    <a:pt x="179" y="308"/>
                    <a:pt x="194" y="308"/>
                    <a:pt x="212" y="308"/>
                  </a:cubicBezTo>
                  <a:cubicBezTo>
                    <a:pt x="231" y="308"/>
                    <a:pt x="236" y="300"/>
                    <a:pt x="236" y="292"/>
                  </a:cubicBezTo>
                  <a:cubicBezTo>
                    <a:pt x="236" y="284"/>
                    <a:pt x="232" y="270"/>
                    <a:pt x="248" y="273"/>
                  </a:cubicBezTo>
                  <a:cubicBezTo>
                    <a:pt x="264" y="276"/>
                    <a:pt x="267" y="281"/>
                    <a:pt x="270" y="290"/>
                  </a:cubicBezTo>
                  <a:cubicBezTo>
                    <a:pt x="272" y="300"/>
                    <a:pt x="274" y="302"/>
                    <a:pt x="287" y="309"/>
                  </a:cubicBezTo>
                  <a:cubicBezTo>
                    <a:pt x="300" y="316"/>
                    <a:pt x="302" y="309"/>
                    <a:pt x="308" y="298"/>
                  </a:cubicBezTo>
                  <a:cubicBezTo>
                    <a:pt x="315" y="288"/>
                    <a:pt x="327" y="301"/>
                    <a:pt x="331" y="314"/>
                  </a:cubicBezTo>
                  <a:cubicBezTo>
                    <a:pt x="335" y="328"/>
                    <a:pt x="351" y="314"/>
                    <a:pt x="351" y="302"/>
                  </a:cubicBezTo>
                  <a:cubicBezTo>
                    <a:pt x="351" y="290"/>
                    <a:pt x="352" y="289"/>
                    <a:pt x="363" y="281"/>
                  </a:cubicBezTo>
                  <a:cubicBezTo>
                    <a:pt x="374" y="273"/>
                    <a:pt x="366" y="256"/>
                    <a:pt x="364" y="245"/>
                  </a:cubicBezTo>
                  <a:cubicBezTo>
                    <a:pt x="363" y="234"/>
                    <a:pt x="364" y="232"/>
                    <a:pt x="367" y="206"/>
                  </a:cubicBezTo>
                  <a:cubicBezTo>
                    <a:pt x="370" y="181"/>
                    <a:pt x="358" y="188"/>
                    <a:pt x="343" y="180"/>
                  </a:cubicBezTo>
                  <a:cubicBezTo>
                    <a:pt x="328" y="172"/>
                    <a:pt x="331" y="161"/>
                    <a:pt x="330" y="152"/>
                  </a:cubicBezTo>
                  <a:cubicBezTo>
                    <a:pt x="328" y="142"/>
                    <a:pt x="336" y="126"/>
                    <a:pt x="344" y="122"/>
                  </a:cubicBezTo>
                  <a:cubicBezTo>
                    <a:pt x="352" y="118"/>
                    <a:pt x="364" y="110"/>
                    <a:pt x="366" y="97"/>
                  </a:cubicBezTo>
                  <a:cubicBezTo>
                    <a:pt x="367" y="84"/>
                    <a:pt x="350" y="81"/>
                    <a:pt x="350" y="74"/>
                  </a:cubicBezTo>
                  <a:cubicBezTo>
                    <a:pt x="350" y="68"/>
                    <a:pt x="344" y="61"/>
                    <a:pt x="332" y="61"/>
                  </a:cubicBezTo>
                  <a:cubicBezTo>
                    <a:pt x="320" y="61"/>
                    <a:pt x="316" y="73"/>
                    <a:pt x="299" y="81"/>
                  </a:cubicBezTo>
                  <a:cubicBezTo>
                    <a:pt x="282" y="89"/>
                    <a:pt x="283" y="65"/>
                    <a:pt x="283" y="57"/>
                  </a:cubicBezTo>
                  <a:cubicBezTo>
                    <a:pt x="283" y="49"/>
                    <a:pt x="279" y="38"/>
                    <a:pt x="288" y="33"/>
                  </a:cubicBezTo>
                  <a:cubicBezTo>
                    <a:pt x="293" y="31"/>
                    <a:pt x="292" y="22"/>
                    <a:pt x="291" y="13"/>
                  </a:cubicBezTo>
                  <a:cubicBezTo>
                    <a:pt x="289" y="12"/>
                    <a:pt x="287" y="12"/>
                    <a:pt x="285" y="12"/>
                  </a:cubicBezTo>
                  <a:cubicBezTo>
                    <a:pt x="284" y="12"/>
                    <a:pt x="284" y="12"/>
                    <a:pt x="284" y="12"/>
                  </a:cubicBezTo>
                  <a:cubicBezTo>
                    <a:pt x="282" y="12"/>
                    <a:pt x="280" y="11"/>
                    <a:pt x="278" y="11"/>
                  </a:cubicBezTo>
                  <a:cubicBezTo>
                    <a:pt x="278" y="11"/>
                    <a:pt x="278" y="11"/>
                    <a:pt x="277" y="11"/>
                  </a:cubicBezTo>
                  <a:cubicBezTo>
                    <a:pt x="275" y="11"/>
                    <a:pt x="273" y="10"/>
                    <a:pt x="271" y="10"/>
                  </a:cubicBezTo>
                  <a:cubicBezTo>
                    <a:pt x="270" y="10"/>
                    <a:pt x="270" y="10"/>
                    <a:pt x="270" y="10"/>
                  </a:cubicBezTo>
                  <a:cubicBezTo>
                    <a:pt x="268" y="10"/>
                    <a:pt x="266" y="10"/>
                    <a:pt x="265" y="9"/>
                  </a:cubicBezTo>
                  <a:cubicBezTo>
                    <a:pt x="264" y="9"/>
                    <a:pt x="264" y="9"/>
                    <a:pt x="263" y="9"/>
                  </a:cubicBezTo>
                  <a:cubicBezTo>
                    <a:pt x="261" y="9"/>
                    <a:pt x="259" y="9"/>
                    <a:pt x="257" y="9"/>
                  </a:cubicBezTo>
                  <a:cubicBezTo>
                    <a:pt x="256" y="9"/>
                    <a:pt x="256" y="9"/>
                    <a:pt x="256" y="9"/>
                  </a:cubicBezTo>
                  <a:cubicBezTo>
                    <a:pt x="254" y="8"/>
                    <a:pt x="253" y="8"/>
                    <a:pt x="251" y="8"/>
                  </a:cubicBezTo>
                  <a:cubicBezTo>
                    <a:pt x="250" y="8"/>
                    <a:pt x="250" y="8"/>
                    <a:pt x="250" y="8"/>
                  </a:cubicBezTo>
                  <a:cubicBezTo>
                    <a:pt x="248" y="8"/>
                    <a:pt x="246" y="8"/>
                    <a:pt x="245" y="7"/>
                  </a:cubicBezTo>
                  <a:cubicBezTo>
                    <a:pt x="244" y="7"/>
                    <a:pt x="244" y="7"/>
                    <a:pt x="244" y="7"/>
                  </a:cubicBezTo>
                  <a:cubicBezTo>
                    <a:pt x="242" y="7"/>
                    <a:pt x="241" y="7"/>
                    <a:pt x="240" y="7"/>
                  </a:cubicBezTo>
                  <a:cubicBezTo>
                    <a:pt x="239" y="7"/>
                    <a:pt x="239" y="7"/>
                    <a:pt x="238" y="7"/>
                  </a:cubicBezTo>
                  <a:cubicBezTo>
                    <a:pt x="237" y="7"/>
                    <a:pt x="235" y="7"/>
                    <a:pt x="234" y="7"/>
                  </a:cubicBezTo>
                  <a:cubicBezTo>
                    <a:pt x="234" y="7"/>
                    <a:pt x="234" y="7"/>
                    <a:pt x="233" y="7"/>
                  </a:cubicBezTo>
                  <a:cubicBezTo>
                    <a:pt x="232" y="7"/>
                    <a:pt x="231" y="6"/>
                    <a:pt x="230" y="6"/>
                  </a:cubicBezTo>
                  <a:cubicBezTo>
                    <a:pt x="229" y="6"/>
                    <a:pt x="229" y="6"/>
                    <a:pt x="229" y="6"/>
                  </a:cubicBezTo>
                  <a:cubicBezTo>
                    <a:pt x="228" y="6"/>
                    <a:pt x="227" y="6"/>
                    <a:pt x="226" y="6"/>
                  </a:cubicBezTo>
                  <a:cubicBezTo>
                    <a:pt x="208" y="6"/>
                    <a:pt x="175" y="0"/>
                    <a:pt x="175" y="5"/>
                  </a:cubicBezTo>
                  <a:cubicBezTo>
                    <a:pt x="175" y="6"/>
                    <a:pt x="175" y="6"/>
                    <a:pt x="175" y="7"/>
                  </a:cubicBezTo>
                  <a:cubicBezTo>
                    <a:pt x="175" y="7"/>
                    <a:pt x="175" y="7"/>
                    <a:pt x="174" y="7"/>
                  </a:cubicBezTo>
                  <a:cubicBezTo>
                    <a:pt x="174" y="8"/>
                    <a:pt x="174" y="8"/>
                    <a:pt x="174" y="9"/>
                  </a:cubicBezTo>
                  <a:cubicBezTo>
                    <a:pt x="173" y="9"/>
                    <a:pt x="173" y="9"/>
                    <a:pt x="173" y="10"/>
                  </a:cubicBezTo>
                  <a:cubicBezTo>
                    <a:pt x="172" y="10"/>
                    <a:pt x="172" y="10"/>
                    <a:pt x="172" y="10"/>
                  </a:cubicBezTo>
                  <a:cubicBezTo>
                    <a:pt x="172" y="11"/>
                    <a:pt x="171" y="11"/>
                    <a:pt x="170" y="12"/>
                  </a:cubicBezTo>
                  <a:cubicBezTo>
                    <a:pt x="170" y="12"/>
                    <a:pt x="170" y="12"/>
                    <a:pt x="170" y="12"/>
                  </a:cubicBezTo>
                  <a:cubicBezTo>
                    <a:pt x="169" y="13"/>
                    <a:pt x="167" y="13"/>
                    <a:pt x="166" y="14"/>
                  </a:cubicBezTo>
                  <a:cubicBezTo>
                    <a:pt x="168" y="33"/>
                    <a:pt x="168" y="58"/>
                    <a:pt x="167" y="76"/>
                  </a:cubicBezTo>
                  <a:cubicBezTo>
                    <a:pt x="166" y="102"/>
                    <a:pt x="122" y="93"/>
                    <a:pt x="104" y="93"/>
                  </a:cubicBezTo>
                  <a:cubicBezTo>
                    <a:pt x="93" y="93"/>
                    <a:pt x="71" y="91"/>
                    <a:pt x="55" y="89"/>
                  </a:cubicBezTo>
                  <a:cubicBezTo>
                    <a:pt x="57" y="94"/>
                    <a:pt x="57" y="99"/>
                    <a:pt x="54" y="102"/>
                  </a:cubicBezTo>
                  <a:cubicBezTo>
                    <a:pt x="48" y="111"/>
                    <a:pt x="46" y="119"/>
                    <a:pt x="50" y="130"/>
                  </a:cubicBezTo>
                  <a:cubicBezTo>
                    <a:pt x="54" y="141"/>
                    <a:pt x="41" y="141"/>
                    <a:pt x="40" y="155"/>
                  </a:cubicBezTo>
                  <a:cubicBezTo>
                    <a:pt x="39" y="169"/>
                    <a:pt x="44" y="176"/>
                    <a:pt x="32" y="184"/>
                  </a:cubicBezTo>
                  <a:cubicBezTo>
                    <a:pt x="19" y="191"/>
                    <a:pt x="0" y="191"/>
                    <a:pt x="10" y="215"/>
                  </a:cubicBezTo>
                  <a:cubicBezTo>
                    <a:pt x="20" y="239"/>
                    <a:pt x="39" y="261"/>
                    <a:pt x="50" y="280"/>
                  </a:cubicBezTo>
                  <a:cubicBezTo>
                    <a:pt x="61" y="298"/>
                    <a:pt x="76" y="326"/>
                    <a:pt x="94" y="338"/>
                  </a:cubicBezTo>
                  <a:cubicBezTo>
                    <a:pt x="112" y="349"/>
                    <a:pt x="113" y="349"/>
                    <a:pt x="126" y="368"/>
                  </a:cubicBezTo>
                  <a:cubicBezTo>
                    <a:pt x="131" y="375"/>
                    <a:pt x="142" y="385"/>
                    <a:pt x="153" y="396"/>
                  </a:cubicBezTo>
                  <a:cubicBezTo>
                    <a:pt x="153" y="395"/>
                    <a:pt x="154" y="394"/>
                    <a:pt x="155" y="393"/>
                  </a:cubicBezTo>
                  <a:cubicBezTo>
                    <a:pt x="163" y="381"/>
                    <a:pt x="170" y="382"/>
                    <a:pt x="184" y="389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28" name="Freeform 127">
              <a:extLst>
                <a:ext uri="{FF2B5EF4-FFF2-40B4-BE49-F238E27FC236}">
                  <a16:creationId xmlns:a16="http://schemas.microsoft.com/office/drawing/2014/main" id="{43E72BFC-0E0C-116C-B8B4-4E0A7B4E0157}"/>
                </a:ext>
              </a:extLst>
            </p:cNvPr>
            <p:cNvSpPr>
              <a:spLocks/>
            </p:cNvSpPr>
            <p:nvPr/>
          </p:nvSpPr>
          <p:spPr bwMode="auto">
            <a:xfrm>
              <a:off x="4241800" y="2446338"/>
              <a:ext cx="434975" cy="514350"/>
            </a:xfrm>
            <a:custGeom>
              <a:avLst/>
              <a:gdLst>
                <a:gd name="T0" fmla="*/ 117 w 479"/>
                <a:gd name="T1" fmla="*/ 529 h 565"/>
                <a:gd name="T2" fmla="*/ 118 w 479"/>
                <a:gd name="T3" fmla="*/ 531 h 565"/>
                <a:gd name="T4" fmla="*/ 119 w 479"/>
                <a:gd name="T5" fmla="*/ 533 h 565"/>
                <a:gd name="T6" fmla="*/ 121 w 479"/>
                <a:gd name="T7" fmla="*/ 540 h 565"/>
                <a:gd name="T8" fmla="*/ 123 w 479"/>
                <a:gd name="T9" fmla="*/ 542 h 565"/>
                <a:gd name="T10" fmla="*/ 124 w 479"/>
                <a:gd name="T11" fmla="*/ 542 h 565"/>
                <a:gd name="T12" fmla="*/ 126 w 479"/>
                <a:gd name="T13" fmla="*/ 543 h 565"/>
                <a:gd name="T14" fmla="*/ 128 w 479"/>
                <a:gd name="T15" fmla="*/ 544 h 565"/>
                <a:gd name="T16" fmla="*/ 131 w 479"/>
                <a:gd name="T17" fmla="*/ 545 h 565"/>
                <a:gd name="T18" fmla="*/ 193 w 479"/>
                <a:gd name="T19" fmla="*/ 520 h 565"/>
                <a:gd name="T20" fmla="*/ 231 w 479"/>
                <a:gd name="T21" fmla="*/ 552 h 565"/>
                <a:gd name="T22" fmla="*/ 287 w 479"/>
                <a:gd name="T23" fmla="*/ 537 h 565"/>
                <a:gd name="T24" fmla="*/ 281 w 479"/>
                <a:gd name="T25" fmla="*/ 492 h 565"/>
                <a:gd name="T26" fmla="*/ 326 w 479"/>
                <a:gd name="T27" fmla="*/ 425 h 565"/>
                <a:gd name="T28" fmla="*/ 382 w 479"/>
                <a:gd name="T29" fmla="*/ 284 h 565"/>
                <a:gd name="T30" fmla="*/ 439 w 479"/>
                <a:gd name="T31" fmla="*/ 142 h 565"/>
                <a:gd name="T32" fmla="*/ 479 w 479"/>
                <a:gd name="T33" fmla="*/ 38 h 565"/>
                <a:gd name="T34" fmla="*/ 473 w 479"/>
                <a:gd name="T35" fmla="*/ 18 h 565"/>
                <a:gd name="T36" fmla="*/ 418 w 479"/>
                <a:gd name="T37" fmla="*/ 6 h 565"/>
                <a:gd name="T38" fmla="*/ 347 w 479"/>
                <a:gd name="T39" fmla="*/ 52 h 565"/>
                <a:gd name="T40" fmla="*/ 334 w 479"/>
                <a:gd name="T41" fmla="*/ 80 h 565"/>
                <a:gd name="T42" fmla="*/ 332 w 479"/>
                <a:gd name="T43" fmla="*/ 81 h 565"/>
                <a:gd name="T44" fmla="*/ 330 w 479"/>
                <a:gd name="T45" fmla="*/ 83 h 565"/>
                <a:gd name="T46" fmla="*/ 328 w 479"/>
                <a:gd name="T47" fmla="*/ 85 h 565"/>
                <a:gd name="T48" fmla="*/ 326 w 479"/>
                <a:gd name="T49" fmla="*/ 88 h 565"/>
                <a:gd name="T50" fmla="*/ 323 w 479"/>
                <a:gd name="T51" fmla="*/ 97 h 565"/>
                <a:gd name="T52" fmla="*/ 320 w 479"/>
                <a:gd name="T53" fmla="*/ 113 h 565"/>
                <a:gd name="T54" fmla="*/ 290 w 479"/>
                <a:gd name="T55" fmla="*/ 120 h 565"/>
                <a:gd name="T56" fmla="*/ 167 w 479"/>
                <a:gd name="T57" fmla="*/ 101 h 565"/>
                <a:gd name="T58" fmla="*/ 162 w 479"/>
                <a:gd name="T59" fmla="*/ 100 h 565"/>
                <a:gd name="T60" fmla="*/ 156 w 479"/>
                <a:gd name="T61" fmla="*/ 99 h 565"/>
                <a:gd name="T62" fmla="*/ 151 w 479"/>
                <a:gd name="T63" fmla="*/ 98 h 565"/>
                <a:gd name="T64" fmla="*/ 144 w 479"/>
                <a:gd name="T65" fmla="*/ 98 h 565"/>
                <a:gd name="T66" fmla="*/ 135 w 479"/>
                <a:gd name="T67" fmla="*/ 117 h 565"/>
                <a:gd name="T68" fmla="*/ 146 w 479"/>
                <a:gd name="T69" fmla="*/ 165 h 565"/>
                <a:gd name="T70" fmla="*/ 197 w 479"/>
                <a:gd name="T71" fmla="*/ 158 h 565"/>
                <a:gd name="T72" fmla="*/ 191 w 479"/>
                <a:gd name="T73" fmla="*/ 206 h 565"/>
                <a:gd name="T74" fmla="*/ 190 w 479"/>
                <a:gd name="T75" fmla="*/ 264 h 565"/>
                <a:gd name="T76" fmla="*/ 211 w 479"/>
                <a:gd name="T77" fmla="*/ 329 h 565"/>
                <a:gd name="T78" fmla="*/ 198 w 479"/>
                <a:gd name="T79" fmla="*/ 386 h 565"/>
                <a:gd name="T80" fmla="*/ 155 w 479"/>
                <a:gd name="T81" fmla="*/ 382 h 565"/>
                <a:gd name="T82" fmla="*/ 117 w 479"/>
                <a:gd name="T83" fmla="*/ 374 h 565"/>
                <a:gd name="T84" fmla="*/ 83 w 479"/>
                <a:gd name="T85" fmla="*/ 376 h 565"/>
                <a:gd name="T86" fmla="*/ 26 w 479"/>
                <a:gd name="T87" fmla="*/ 404 h 565"/>
                <a:gd name="T88" fmla="*/ 51 w 479"/>
                <a:gd name="T89" fmla="*/ 460 h 565"/>
                <a:gd name="T90" fmla="*/ 2 w 479"/>
                <a:gd name="T91" fmla="*/ 477 h 565"/>
                <a:gd name="T92" fmla="*/ 39 w 479"/>
                <a:gd name="T93" fmla="*/ 523 h 565"/>
                <a:gd name="T94" fmla="*/ 81 w 479"/>
                <a:gd name="T95" fmla="*/ 542 h 5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479" h="565">
                  <a:moveTo>
                    <a:pt x="115" y="528"/>
                  </a:moveTo>
                  <a:cubicBezTo>
                    <a:pt x="116" y="528"/>
                    <a:pt x="116" y="529"/>
                    <a:pt x="117" y="529"/>
                  </a:cubicBezTo>
                  <a:cubicBezTo>
                    <a:pt x="117" y="530"/>
                    <a:pt x="117" y="530"/>
                    <a:pt x="117" y="530"/>
                  </a:cubicBezTo>
                  <a:cubicBezTo>
                    <a:pt x="118" y="530"/>
                    <a:pt x="118" y="531"/>
                    <a:pt x="118" y="531"/>
                  </a:cubicBezTo>
                  <a:cubicBezTo>
                    <a:pt x="118" y="532"/>
                    <a:pt x="119" y="532"/>
                    <a:pt x="119" y="533"/>
                  </a:cubicBezTo>
                  <a:cubicBezTo>
                    <a:pt x="119" y="533"/>
                    <a:pt x="119" y="533"/>
                    <a:pt x="119" y="533"/>
                  </a:cubicBezTo>
                  <a:cubicBezTo>
                    <a:pt x="119" y="533"/>
                    <a:pt x="119" y="533"/>
                    <a:pt x="119" y="533"/>
                  </a:cubicBezTo>
                  <a:cubicBezTo>
                    <a:pt x="121" y="537"/>
                    <a:pt x="120" y="539"/>
                    <a:pt x="121" y="540"/>
                  </a:cubicBezTo>
                  <a:cubicBezTo>
                    <a:pt x="121" y="540"/>
                    <a:pt x="121" y="540"/>
                    <a:pt x="121" y="540"/>
                  </a:cubicBezTo>
                  <a:cubicBezTo>
                    <a:pt x="122" y="541"/>
                    <a:pt x="122" y="541"/>
                    <a:pt x="123" y="542"/>
                  </a:cubicBezTo>
                  <a:cubicBezTo>
                    <a:pt x="123" y="542"/>
                    <a:pt x="123" y="542"/>
                    <a:pt x="123" y="542"/>
                  </a:cubicBezTo>
                  <a:cubicBezTo>
                    <a:pt x="124" y="542"/>
                    <a:pt x="124" y="542"/>
                    <a:pt x="124" y="542"/>
                  </a:cubicBezTo>
                  <a:cubicBezTo>
                    <a:pt x="124" y="542"/>
                    <a:pt x="124" y="543"/>
                    <a:pt x="125" y="543"/>
                  </a:cubicBezTo>
                  <a:cubicBezTo>
                    <a:pt x="125" y="543"/>
                    <a:pt x="125" y="543"/>
                    <a:pt x="126" y="543"/>
                  </a:cubicBezTo>
                  <a:cubicBezTo>
                    <a:pt x="126" y="543"/>
                    <a:pt x="126" y="543"/>
                    <a:pt x="126" y="543"/>
                  </a:cubicBezTo>
                  <a:cubicBezTo>
                    <a:pt x="127" y="544"/>
                    <a:pt x="127" y="544"/>
                    <a:pt x="128" y="544"/>
                  </a:cubicBezTo>
                  <a:cubicBezTo>
                    <a:pt x="128" y="544"/>
                    <a:pt x="128" y="544"/>
                    <a:pt x="129" y="544"/>
                  </a:cubicBezTo>
                  <a:cubicBezTo>
                    <a:pt x="129" y="544"/>
                    <a:pt x="130" y="545"/>
                    <a:pt x="131" y="545"/>
                  </a:cubicBezTo>
                  <a:cubicBezTo>
                    <a:pt x="149" y="550"/>
                    <a:pt x="139" y="558"/>
                    <a:pt x="159" y="541"/>
                  </a:cubicBezTo>
                  <a:cubicBezTo>
                    <a:pt x="179" y="524"/>
                    <a:pt x="171" y="516"/>
                    <a:pt x="193" y="520"/>
                  </a:cubicBezTo>
                  <a:cubicBezTo>
                    <a:pt x="214" y="524"/>
                    <a:pt x="214" y="528"/>
                    <a:pt x="214" y="540"/>
                  </a:cubicBezTo>
                  <a:cubicBezTo>
                    <a:pt x="214" y="552"/>
                    <a:pt x="219" y="565"/>
                    <a:pt x="231" y="552"/>
                  </a:cubicBezTo>
                  <a:cubicBezTo>
                    <a:pt x="243" y="538"/>
                    <a:pt x="231" y="528"/>
                    <a:pt x="251" y="532"/>
                  </a:cubicBezTo>
                  <a:cubicBezTo>
                    <a:pt x="271" y="536"/>
                    <a:pt x="286" y="546"/>
                    <a:pt x="287" y="537"/>
                  </a:cubicBezTo>
                  <a:cubicBezTo>
                    <a:pt x="289" y="528"/>
                    <a:pt x="289" y="522"/>
                    <a:pt x="282" y="516"/>
                  </a:cubicBezTo>
                  <a:cubicBezTo>
                    <a:pt x="275" y="509"/>
                    <a:pt x="262" y="494"/>
                    <a:pt x="281" y="492"/>
                  </a:cubicBezTo>
                  <a:cubicBezTo>
                    <a:pt x="299" y="489"/>
                    <a:pt x="306" y="493"/>
                    <a:pt x="317" y="476"/>
                  </a:cubicBezTo>
                  <a:cubicBezTo>
                    <a:pt x="327" y="458"/>
                    <a:pt x="326" y="445"/>
                    <a:pt x="326" y="425"/>
                  </a:cubicBezTo>
                  <a:cubicBezTo>
                    <a:pt x="326" y="405"/>
                    <a:pt x="317" y="366"/>
                    <a:pt x="337" y="349"/>
                  </a:cubicBezTo>
                  <a:cubicBezTo>
                    <a:pt x="357" y="332"/>
                    <a:pt x="377" y="308"/>
                    <a:pt x="382" y="284"/>
                  </a:cubicBezTo>
                  <a:cubicBezTo>
                    <a:pt x="387" y="260"/>
                    <a:pt x="395" y="248"/>
                    <a:pt x="409" y="224"/>
                  </a:cubicBezTo>
                  <a:cubicBezTo>
                    <a:pt x="422" y="200"/>
                    <a:pt x="438" y="172"/>
                    <a:pt x="439" y="142"/>
                  </a:cubicBezTo>
                  <a:cubicBezTo>
                    <a:pt x="441" y="113"/>
                    <a:pt x="434" y="98"/>
                    <a:pt x="455" y="80"/>
                  </a:cubicBezTo>
                  <a:cubicBezTo>
                    <a:pt x="477" y="61"/>
                    <a:pt x="479" y="50"/>
                    <a:pt x="479" y="38"/>
                  </a:cubicBezTo>
                  <a:cubicBezTo>
                    <a:pt x="479" y="32"/>
                    <a:pt x="479" y="24"/>
                    <a:pt x="477" y="16"/>
                  </a:cubicBezTo>
                  <a:cubicBezTo>
                    <a:pt x="476" y="17"/>
                    <a:pt x="475" y="18"/>
                    <a:pt x="473" y="18"/>
                  </a:cubicBezTo>
                  <a:cubicBezTo>
                    <a:pt x="472" y="18"/>
                    <a:pt x="472" y="18"/>
                    <a:pt x="471" y="18"/>
                  </a:cubicBezTo>
                  <a:cubicBezTo>
                    <a:pt x="462" y="18"/>
                    <a:pt x="434" y="13"/>
                    <a:pt x="418" y="6"/>
                  </a:cubicBezTo>
                  <a:cubicBezTo>
                    <a:pt x="402" y="0"/>
                    <a:pt x="402" y="12"/>
                    <a:pt x="371" y="10"/>
                  </a:cubicBezTo>
                  <a:cubicBezTo>
                    <a:pt x="341" y="9"/>
                    <a:pt x="351" y="37"/>
                    <a:pt x="347" y="52"/>
                  </a:cubicBezTo>
                  <a:cubicBezTo>
                    <a:pt x="343" y="66"/>
                    <a:pt x="350" y="73"/>
                    <a:pt x="337" y="78"/>
                  </a:cubicBezTo>
                  <a:cubicBezTo>
                    <a:pt x="336" y="79"/>
                    <a:pt x="335" y="79"/>
                    <a:pt x="334" y="80"/>
                  </a:cubicBezTo>
                  <a:cubicBezTo>
                    <a:pt x="334" y="80"/>
                    <a:pt x="334" y="80"/>
                    <a:pt x="333" y="80"/>
                  </a:cubicBezTo>
                  <a:cubicBezTo>
                    <a:pt x="332" y="81"/>
                    <a:pt x="332" y="81"/>
                    <a:pt x="332" y="81"/>
                  </a:cubicBezTo>
                  <a:cubicBezTo>
                    <a:pt x="331" y="82"/>
                    <a:pt x="331" y="82"/>
                    <a:pt x="331" y="82"/>
                  </a:cubicBezTo>
                  <a:cubicBezTo>
                    <a:pt x="330" y="83"/>
                    <a:pt x="330" y="83"/>
                    <a:pt x="330" y="83"/>
                  </a:cubicBezTo>
                  <a:cubicBezTo>
                    <a:pt x="330" y="83"/>
                    <a:pt x="329" y="83"/>
                    <a:pt x="329" y="84"/>
                  </a:cubicBezTo>
                  <a:cubicBezTo>
                    <a:pt x="328" y="85"/>
                    <a:pt x="328" y="85"/>
                    <a:pt x="328" y="85"/>
                  </a:cubicBezTo>
                  <a:cubicBezTo>
                    <a:pt x="328" y="86"/>
                    <a:pt x="328" y="86"/>
                    <a:pt x="328" y="86"/>
                  </a:cubicBezTo>
                  <a:cubicBezTo>
                    <a:pt x="327" y="86"/>
                    <a:pt x="327" y="87"/>
                    <a:pt x="326" y="88"/>
                  </a:cubicBezTo>
                  <a:cubicBezTo>
                    <a:pt x="326" y="88"/>
                    <a:pt x="326" y="88"/>
                    <a:pt x="326" y="88"/>
                  </a:cubicBezTo>
                  <a:cubicBezTo>
                    <a:pt x="325" y="91"/>
                    <a:pt x="324" y="94"/>
                    <a:pt x="323" y="97"/>
                  </a:cubicBezTo>
                  <a:cubicBezTo>
                    <a:pt x="323" y="97"/>
                    <a:pt x="323" y="97"/>
                    <a:pt x="323" y="97"/>
                  </a:cubicBezTo>
                  <a:cubicBezTo>
                    <a:pt x="322" y="102"/>
                    <a:pt x="321" y="107"/>
                    <a:pt x="320" y="113"/>
                  </a:cubicBezTo>
                  <a:cubicBezTo>
                    <a:pt x="320" y="114"/>
                    <a:pt x="320" y="116"/>
                    <a:pt x="319" y="117"/>
                  </a:cubicBezTo>
                  <a:cubicBezTo>
                    <a:pt x="317" y="134"/>
                    <a:pt x="299" y="132"/>
                    <a:pt x="290" y="120"/>
                  </a:cubicBezTo>
                  <a:cubicBezTo>
                    <a:pt x="281" y="108"/>
                    <a:pt x="258" y="118"/>
                    <a:pt x="239" y="105"/>
                  </a:cubicBezTo>
                  <a:cubicBezTo>
                    <a:pt x="221" y="92"/>
                    <a:pt x="191" y="105"/>
                    <a:pt x="167" y="101"/>
                  </a:cubicBezTo>
                  <a:cubicBezTo>
                    <a:pt x="166" y="101"/>
                    <a:pt x="165" y="101"/>
                    <a:pt x="163" y="100"/>
                  </a:cubicBezTo>
                  <a:cubicBezTo>
                    <a:pt x="162" y="100"/>
                    <a:pt x="162" y="100"/>
                    <a:pt x="162" y="100"/>
                  </a:cubicBezTo>
                  <a:cubicBezTo>
                    <a:pt x="160" y="100"/>
                    <a:pt x="159" y="100"/>
                    <a:pt x="157" y="99"/>
                  </a:cubicBezTo>
                  <a:cubicBezTo>
                    <a:pt x="157" y="99"/>
                    <a:pt x="157" y="99"/>
                    <a:pt x="156" y="99"/>
                  </a:cubicBezTo>
                  <a:cubicBezTo>
                    <a:pt x="155" y="99"/>
                    <a:pt x="153" y="99"/>
                    <a:pt x="152" y="99"/>
                  </a:cubicBezTo>
                  <a:cubicBezTo>
                    <a:pt x="151" y="99"/>
                    <a:pt x="151" y="99"/>
                    <a:pt x="151" y="98"/>
                  </a:cubicBezTo>
                  <a:cubicBezTo>
                    <a:pt x="149" y="98"/>
                    <a:pt x="147" y="98"/>
                    <a:pt x="145" y="98"/>
                  </a:cubicBezTo>
                  <a:cubicBezTo>
                    <a:pt x="145" y="98"/>
                    <a:pt x="145" y="98"/>
                    <a:pt x="144" y="98"/>
                  </a:cubicBezTo>
                  <a:cubicBezTo>
                    <a:pt x="142" y="97"/>
                    <a:pt x="140" y="97"/>
                    <a:pt x="138" y="97"/>
                  </a:cubicBezTo>
                  <a:cubicBezTo>
                    <a:pt x="139" y="106"/>
                    <a:pt x="140" y="115"/>
                    <a:pt x="135" y="117"/>
                  </a:cubicBezTo>
                  <a:cubicBezTo>
                    <a:pt x="126" y="122"/>
                    <a:pt x="130" y="133"/>
                    <a:pt x="130" y="141"/>
                  </a:cubicBezTo>
                  <a:cubicBezTo>
                    <a:pt x="130" y="149"/>
                    <a:pt x="129" y="173"/>
                    <a:pt x="146" y="165"/>
                  </a:cubicBezTo>
                  <a:cubicBezTo>
                    <a:pt x="163" y="157"/>
                    <a:pt x="167" y="145"/>
                    <a:pt x="179" y="145"/>
                  </a:cubicBezTo>
                  <a:cubicBezTo>
                    <a:pt x="191" y="145"/>
                    <a:pt x="197" y="152"/>
                    <a:pt x="197" y="158"/>
                  </a:cubicBezTo>
                  <a:cubicBezTo>
                    <a:pt x="197" y="165"/>
                    <a:pt x="214" y="168"/>
                    <a:pt x="213" y="181"/>
                  </a:cubicBezTo>
                  <a:cubicBezTo>
                    <a:pt x="211" y="194"/>
                    <a:pt x="199" y="202"/>
                    <a:pt x="191" y="206"/>
                  </a:cubicBezTo>
                  <a:cubicBezTo>
                    <a:pt x="183" y="210"/>
                    <a:pt x="175" y="226"/>
                    <a:pt x="177" y="236"/>
                  </a:cubicBezTo>
                  <a:cubicBezTo>
                    <a:pt x="178" y="245"/>
                    <a:pt x="175" y="256"/>
                    <a:pt x="190" y="264"/>
                  </a:cubicBezTo>
                  <a:cubicBezTo>
                    <a:pt x="205" y="272"/>
                    <a:pt x="217" y="265"/>
                    <a:pt x="214" y="290"/>
                  </a:cubicBezTo>
                  <a:cubicBezTo>
                    <a:pt x="211" y="316"/>
                    <a:pt x="210" y="318"/>
                    <a:pt x="211" y="329"/>
                  </a:cubicBezTo>
                  <a:cubicBezTo>
                    <a:pt x="213" y="340"/>
                    <a:pt x="221" y="357"/>
                    <a:pt x="210" y="365"/>
                  </a:cubicBezTo>
                  <a:cubicBezTo>
                    <a:pt x="199" y="373"/>
                    <a:pt x="198" y="374"/>
                    <a:pt x="198" y="386"/>
                  </a:cubicBezTo>
                  <a:cubicBezTo>
                    <a:pt x="198" y="398"/>
                    <a:pt x="182" y="412"/>
                    <a:pt x="178" y="398"/>
                  </a:cubicBezTo>
                  <a:cubicBezTo>
                    <a:pt x="174" y="385"/>
                    <a:pt x="162" y="372"/>
                    <a:pt x="155" y="382"/>
                  </a:cubicBezTo>
                  <a:cubicBezTo>
                    <a:pt x="149" y="393"/>
                    <a:pt x="147" y="400"/>
                    <a:pt x="134" y="393"/>
                  </a:cubicBezTo>
                  <a:cubicBezTo>
                    <a:pt x="121" y="386"/>
                    <a:pt x="119" y="384"/>
                    <a:pt x="117" y="374"/>
                  </a:cubicBezTo>
                  <a:cubicBezTo>
                    <a:pt x="114" y="365"/>
                    <a:pt x="111" y="360"/>
                    <a:pt x="95" y="357"/>
                  </a:cubicBezTo>
                  <a:cubicBezTo>
                    <a:pt x="79" y="354"/>
                    <a:pt x="83" y="368"/>
                    <a:pt x="83" y="376"/>
                  </a:cubicBezTo>
                  <a:cubicBezTo>
                    <a:pt x="83" y="384"/>
                    <a:pt x="78" y="392"/>
                    <a:pt x="59" y="392"/>
                  </a:cubicBezTo>
                  <a:cubicBezTo>
                    <a:pt x="41" y="392"/>
                    <a:pt x="26" y="392"/>
                    <a:pt x="26" y="404"/>
                  </a:cubicBezTo>
                  <a:cubicBezTo>
                    <a:pt x="26" y="416"/>
                    <a:pt x="29" y="428"/>
                    <a:pt x="37" y="433"/>
                  </a:cubicBezTo>
                  <a:cubicBezTo>
                    <a:pt x="45" y="438"/>
                    <a:pt x="53" y="445"/>
                    <a:pt x="51" y="460"/>
                  </a:cubicBezTo>
                  <a:cubicBezTo>
                    <a:pt x="50" y="474"/>
                    <a:pt x="46" y="480"/>
                    <a:pt x="31" y="473"/>
                  </a:cubicBezTo>
                  <a:cubicBezTo>
                    <a:pt x="17" y="466"/>
                    <a:pt x="10" y="465"/>
                    <a:pt x="2" y="477"/>
                  </a:cubicBezTo>
                  <a:cubicBezTo>
                    <a:pt x="1" y="478"/>
                    <a:pt x="0" y="479"/>
                    <a:pt x="0" y="480"/>
                  </a:cubicBezTo>
                  <a:cubicBezTo>
                    <a:pt x="15" y="496"/>
                    <a:pt x="32" y="512"/>
                    <a:pt x="39" y="523"/>
                  </a:cubicBezTo>
                  <a:cubicBezTo>
                    <a:pt x="49" y="539"/>
                    <a:pt x="49" y="548"/>
                    <a:pt x="56" y="559"/>
                  </a:cubicBezTo>
                  <a:cubicBezTo>
                    <a:pt x="64" y="554"/>
                    <a:pt x="74" y="547"/>
                    <a:pt x="81" y="542"/>
                  </a:cubicBezTo>
                  <a:cubicBezTo>
                    <a:pt x="95" y="532"/>
                    <a:pt x="105" y="516"/>
                    <a:pt x="115" y="528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29" name="Freeform 128">
              <a:extLst>
                <a:ext uri="{FF2B5EF4-FFF2-40B4-BE49-F238E27FC236}">
                  <a16:creationId xmlns:a16="http://schemas.microsoft.com/office/drawing/2014/main" id="{B6573021-D85C-6A64-A7F8-CB5BD5A8809F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913" y="2797176"/>
              <a:ext cx="117475" cy="127000"/>
            </a:xfrm>
            <a:custGeom>
              <a:avLst/>
              <a:gdLst>
                <a:gd name="T0" fmla="*/ 98 w 128"/>
                <a:gd name="T1" fmla="*/ 6 h 140"/>
                <a:gd name="T2" fmla="*/ 79 w 128"/>
                <a:gd name="T3" fmla="*/ 11 h 140"/>
                <a:gd name="T4" fmla="*/ 62 w 128"/>
                <a:gd name="T5" fmla="*/ 26 h 140"/>
                <a:gd name="T6" fmla="*/ 47 w 128"/>
                <a:gd name="T7" fmla="*/ 37 h 140"/>
                <a:gd name="T8" fmla="*/ 29 w 128"/>
                <a:gd name="T9" fmla="*/ 31 h 140"/>
                <a:gd name="T10" fmla="*/ 11 w 128"/>
                <a:gd name="T11" fmla="*/ 27 h 140"/>
                <a:gd name="T12" fmla="*/ 0 w 128"/>
                <a:gd name="T13" fmla="*/ 32 h 140"/>
                <a:gd name="T14" fmla="*/ 2 w 128"/>
                <a:gd name="T15" fmla="*/ 33 h 140"/>
                <a:gd name="T16" fmla="*/ 17 w 128"/>
                <a:gd name="T17" fmla="*/ 56 h 140"/>
                <a:gd name="T18" fmla="*/ 23 w 128"/>
                <a:gd name="T19" fmla="*/ 115 h 140"/>
                <a:gd name="T20" fmla="*/ 27 w 128"/>
                <a:gd name="T21" fmla="*/ 119 h 140"/>
                <a:gd name="T22" fmla="*/ 26 w 128"/>
                <a:gd name="T23" fmla="*/ 113 h 140"/>
                <a:gd name="T24" fmla="*/ 39 w 128"/>
                <a:gd name="T25" fmla="*/ 112 h 140"/>
                <a:gd name="T26" fmla="*/ 51 w 128"/>
                <a:gd name="T27" fmla="*/ 129 h 140"/>
                <a:gd name="T28" fmla="*/ 54 w 128"/>
                <a:gd name="T29" fmla="*/ 140 h 140"/>
                <a:gd name="T30" fmla="*/ 58 w 128"/>
                <a:gd name="T31" fmla="*/ 138 h 140"/>
                <a:gd name="T32" fmla="*/ 82 w 128"/>
                <a:gd name="T33" fmla="*/ 118 h 140"/>
                <a:gd name="T34" fmla="*/ 103 w 128"/>
                <a:gd name="T35" fmla="*/ 81 h 140"/>
                <a:gd name="T36" fmla="*/ 120 w 128"/>
                <a:gd name="T37" fmla="*/ 65 h 140"/>
                <a:gd name="T38" fmla="*/ 128 w 128"/>
                <a:gd name="T39" fmla="*/ 48 h 140"/>
                <a:gd name="T40" fmla="*/ 108 w 128"/>
                <a:gd name="T41" fmla="*/ 43 h 140"/>
                <a:gd name="T42" fmla="*/ 98 w 128"/>
                <a:gd name="T43" fmla="*/ 28 h 140"/>
                <a:gd name="T44" fmla="*/ 98 w 128"/>
                <a:gd name="T45" fmla="*/ 26 h 140"/>
                <a:gd name="T46" fmla="*/ 99 w 128"/>
                <a:gd name="T47" fmla="*/ 25 h 140"/>
                <a:gd name="T48" fmla="*/ 99 w 128"/>
                <a:gd name="T49" fmla="*/ 24 h 140"/>
                <a:gd name="T50" fmla="*/ 100 w 128"/>
                <a:gd name="T51" fmla="*/ 23 h 140"/>
                <a:gd name="T52" fmla="*/ 100 w 128"/>
                <a:gd name="T53" fmla="*/ 22 h 140"/>
                <a:gd name="T54" fmla="*/ 101 w 128"/>
                <a:gd name="T55" fmla="*/ 21 h 140"/>
                <a:gd name="T56" fmla="*/ 102 w 128"/>
                <a:gd name="T57" fmla="*/ 20 h 140"/>
                <a:gd name="T58" fmla="*/ 103 w 128"/>
                <a:gd name="T59" fmla="*/ 20 h 140"/>
                <a:gd name="T60" fmla="*/ 104 w 128"/>
                <a:gd name="T61" fmla="*/ 19 h 140"/>
                <a:gd name="T62" fmla="*/ 105 w 128"/>
                <a:gd name="T63" fmla="*/ 18 h 140"/>
                <a:gd name="T64" fmla="*/ 106 w 128"/>
                <a:gd name="T65" fmla="*/ 18 h 140"/>
                <a:gd name="T66" fmla="*/ 110 w 128"/>
                <a:gd name="T67" fmla="*/ 17 h 140"/>
                <a:gd name="T68" fmla="*/ 110 w 128"/>
                <a:gd name="T69" fmla="*/ 17 h 140"/>
                <a:gd name="T70" fmla="*/ 98 w 128"/>
                <a:gd name="T71" fmla="*/ 6 h 1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28" h="140">
                  <a:moveTo>
                    <a:pt x="98" y="6"/>
                  </a:moveTo>
                  <a:cubicBezTo>
                    <a:pt x="91" y="0"/>
                    <a:pt x="87" y="11"/>
                    <a:pt x="79" y="11"/>
                  </a:cubicBezTo>
                  <a:cubicBezTo>
                    <a:pt x="71" y="11"/>
                    <a:pt x="64" y="16"/>
                    <a:pt x="62" y="26"/>
                  </a:cubicBezTo>
                  <a:cubicBezTo>
                    <a:pt x="60" y="36"/>
                    <a:pt x="57" y="37"/>
                    <a:pt x="47" y="37"/>
                  </a:cubicBezTo>
                  <a:cubicBezTo>
                    <a:pt x="37" y="37"/>
                    <a:pt x="31" y="37"/>
                    <a:pt x="29" y="31"/>
                  </a:cubicBezTo>
                  <a:cubicBezTo>
                    <a:pt x="28" y="26"/>
                    <a:pt x="23" y="27"/>
                    <a:pt x="11" y="27"/>
                  </a:cubicBezTo>
                  <a:cubicBezTo>
                    <a:pt x="5" y="27"/>
                    <a:pt x="2" y="30"/>
                    <a:pt x="0" y="32"/>
                  </a:cubicBezTo>
                  <a:cubicBezTo>
                    <a:pt x="1" y="33"/>
                    <a:pt x="1" y="33"/>
                    <a:pt x="2" y="33"/>
                  </a:cubicBezTo>
                  <a:cubicBezTo>
                    <a:pt x="10" y="36"/>
                    <a:pt x="17" y="43"/>
                    <a:pt x="17" y="56"/>
                  </a:cubicBezTo>
                  <a:cubicBezTo>
                    <a:pt x="17" y="69"/>
                    <a:pt x="15" y="103"/>
                    <a:pt x="23" y="115"/>
                  </a:cubicBezTo>
                  <a:cubicBezTo>
                    <a:pt x="24" y="116"/>
                    <a:pt x="26" y="118"/>
                    <a:pt x="27" y="119"/>
                  </a:cubicBezTo>
                  <a:cubicBezTo>
                    <a:pt x="26" y="117"/>
                    <a:pt x="26" y="115"/>
                    <a:pt x="26" y="113"/>
                  </a:cubicBezTo>
                  <a:cubicBezTo>
                    <a:pt x="26" y="103"/>
                    <a:pt x="31" y="103"/>
                    <a:pt x="39" y="112"/>
                  </a:cubicBezTo>
                  <a:cubicBezTo>
                    <a:pt x="47" y="122"/>
                    <a:pt x="49" y="120"/>
                    <a:pt x="51" y="129"/>
                  </a:cubicBezTo>
                  <a:cubicBezTo>
                    <a:pt x="51" y="134"/>
                    <a:pt x="52" y="137"/>
                    <a:pt x="54" y="140"/>
                  </a:cubicBezTo>
                  <a:cubicBezTo>
                    <a:pt x="56" y="139"/>
                    <a:pt x="57" y="139"/>
                    <a:pt x="58" y="138"/>
                  </a:cubicBezTo>
                  <a:cubicBezTo>
                    <a:pt x="64" y="135"/>
                    <a:pt x="73" y="125"/>
                    <a:pt x="82" y="118"/>
                  </a:cubicBezTo>
                  <a:cubicBezTo>
                    <a:pt x="91" y="111"/>
                    <a:pt x="99" y="93"/>
                    <a:pt x="103" y="81"/>
                  </a:cubicBezTo>
                  <a:cubicBezTo>
                    <a:pt x="108" y="69"/>
                    <a:pt x="112" y="68"/>
                    <a:pt x="120" y="65"/>
                  </a:cubicBezTo>
                  <a:cubicBezTo>
                    <a:pt x="128" y="63"/>
                    <a:pt x="128" y="55"/>
                    <a:pt x="128" y="48"/>
                  </a:cubicBezTo>
                  <a:cubicBezTo>
                    <a:pt x="128" y="41"/>
                    <a:pt x="117" y="43"/>
                    <a:pt x="108" y="43"/>
                  </a:cubicBezTo>
                  <a:cubicBezTo>
                    <a:pt x="99" y="43"/>
                    <a:pt x="98" y="34"/>
                    <a:pt x="98" y="28"/>
                  </a:cubicBezTo>
                  <a:cubicBezTo>
                    <a:pt x="98" y="27"/>
                    <a:pt x="98" y="27"/>
                    <a:pt x="98" y="26"/>
                  </a:cubicBezTo>
                  <a:cubicBezTo>
                    <a:pt x="98" y="26"/>
                    <a:pt x="98" y="25"/>
                    <a:pt x="99" y="25"/>
                  </a:cubicBezTo>
                  <a:cubicBezTo>
                    <a:pt x="99" y="24"/>
                    <a:pt x="99" y="24"/>
                    <a:pt x="99" y="24"/>
                  </a:cubicBezTo>
                  <a:cubicBezTo>
                    <a:pt x="99" y="24"/>
                    <a:pt x="99" y="23"/>
                    <a:pt x="100" y="23"/>
                  </a:cubicBezTo>
                  <a:cubicBezTo>
                    <a:pt x="100" y="22"/>
                    <a:pt x="100" y="22"/>
                    <a:pt x="100" y="22"/>
                  </a:cubicBezTo>
                  <a:cubicBezTo>
                    <a:pt x="101" y="22"/>
                    <a:pt x="101" y="22"/>
                    <a:pt x="101" y="21"/>
                  </a:cubicBezTo>
                  <a:cubicBezTo>
                    <a:pt x="101" y="21"/>
                    <a:pt x="102" y="21"/>
                    <a:pt x="102" y="20"/>
                  </a:cubicBezTo>
                  <a:cubicBezTo>
                    <a:pt x="103" y="20"/>
                    <a:pt x="103" y="20"/>
                    <a:pt x="103" y="20"/>
                  </a:cubicBezTo>
                  <a:cubicBezTo>
                    <a:pt x="103" y="19"/>
                    <a:pt x="104" y="19"/>
                    <a:pt x="104" y="19"/>
                  </a:cubicBezTo>
                  <a:cubicBezTo>
                    <a:pt x="104" y="19"/>
                    <a:pt x="105" y="19"/>
                    <a:pt x="105" y="18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7" y="18"/>
                    <a:pt x="109" y="17"/>
                    <a:pt x="110" y="17"/>
                  </a:cubicBezTo>
                  <a:cubicBezTo>
                    <a:pt x="110" y="17"/>
                    <a:pt x="110" y="17"/>
                    <a:pt x="110" y="17"/>
                  </a:cubicBezTo>
                  <a:cubicBezTo>
                    <a:pt x="106" y="14"/>
                    <a:pt x="102" y="9"/>
                    <a:pt x="98" y="6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30" name="Freeform 129">
              <a:extLst>
                <a:ext uri="{FF2B5EF4-FFF2-40B4-BE49-F238E27FC236}">
                  <a16:creationId xmlns:a16="http://schemas.microsoft.com/office/drawing/2014/main" id="{5EEC1A0B-FED7-55C7-DD6B-4F069693B96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7325" y="2727326"/>
              <a:ext cx="122238" cy="103188"/>
            </a:xfrm>
            <a:custGeom>
              <a:avLst/>
              <a:gdLst>
                <a:gd name="T0" fmla="*/ 105 w 135"/>
                <a:gd name="T1" fmla="*/ 2 h 113"/>
                <a:gd name="T2" fmla="*/ 103 w 135"/>
                <a:gd name="T3" fmla="*/ 2 h 113"/>
                <a:gd name="T4" fmla="*/ 100 w 135"/>
                <a:gd name="T5" fmla="*/ 3 h 113"/>
                <a:gd name="T6" fmla="*/ 80 w 135"/>
                <a:gd name="T7" fmla="*/ 24 h 113"/>
                <a:gd name="T8" fmla="*/ 57 w 135"/>
                <a:gd name="T9" fmla="*/ 20 h 113"/>
                <a:gd name="T10" fmla="*/ 45 w 135"/>
                <a:gd name="T11" fmla="*/ 14 h 113"/>
                <a:gd name="T12" fmla="*/ 44 w 135"/>
                <a:gd name="T13" fmla="*/ 17 h 113"/>
                <a:gd name="T14" fmla="*/ 42 w 135"/>
                <a:gd name="T15" fmla="*/ 24 h 113"/>
                <a:gd name="T16" fmla="*/ 41 w 135"/>
                <a:gd name="T17" fmla="*/ 26 h 113"/>
                <a:gd name="T18" fmla="*/ 38 w 135"/>
                <a:gd name="T19" fmla="*/ 31 h 113"/>
                <a:gd name="T20" fmla="*/ 35 w 135"/>
                <a:gd name="T21" fmla="*/ 32 h 113"/>
                <a:gd name="T22" fmla="*/ 21 w 135"/>
                <a:gd name="T23" fmla="*/ 59 h 113"/>
                <a:gd name="T24" fmla="*/ 9 w 135"/>
                <a:gd name="T25" fmla="*/ 80 h 113"/>
                <a:gd name="T26" fmla="*/ 7 w 135"/>
                <a:gd name="T27" fmla="*/ 81 h 113"/>
                <a:gd name="T28" fmla="*/ 6 w 135"/>
                <a:gd name="T29" fmla="*/ 83 h 113"/>
                <a:gd name="T30" fmla="*/ 4 w 135"/>
                <a:gd name="T31" fmla="*/ 85 h 113"/>
                <a:gd name="T32" fmla="*/ 3 w 135"/>
                <a:gd name="T33" fmla="*/ 87 h 113"/>
                <a:gd name="T34" fmla="*/ 2 w 135"/>
                <a:gd name="T35" fmla="*/ 90 h 113"/>
                <a:gd name="T36" fmla="*/ 1 w 135"/>
                <a:gd name="T37" fmla="*/ 92 h 113"/>
                <a:gd name="T38" fmla="*/ 0 w 135"/>
                <a:gd name="T39" fmla="*/ 94 h 113"/>
                <a:gd name="T40" fmla="*/ 0 w 135"/>
                <a:gd name="T41" fmla="*/ 97 h 113"/>
                <a:gd name="T42" fmla="*/ 0 w 135"/>
                <a:gd name="T43" fmla="*/ 99 h 113"/>
                <a:gd name="T44" fmla="*/ 0 w 135"/>
                <a:gd name="T45" fmla="*/ 101 h 113"/>
                <a:gd name="T46" fmla="*/ 0 w 135"/>
                <a:gd name="T47" fmla="*/ 102 h 113"/>
                <a:gd name="T48" fmla="*/ 14 w 135"/>
                <a:gd name="T49" fmla="*/ 103 h 113"/>
                <a:gd name="T50" fmla="*/ 50 w 135"/>
                <a:gd name="T51" fmla="*/ 113 h 113"/>
                <a:gd name="T52" fmla="*/ 82 w 135"/>
                <a:gd name="T53" fmla="*/ 87 h 113"/>
                <a:gd name="T54" fmla="*/ 113 w 135"/>
                <a:gd name="T55" fmla="*/ 93 h 113"/>
                <a:gd name="T56" fmla="*/ 114 w 135"/>
                <a:gd name="T57" fmla="*/ 93 h 113"/>
                <a:gd name="T58" fmla="*/ 126 w 135"/>
                <a:gd name="T59" fmla="*/ 86 h 113"/>
                <a:gd name="T60" fmla="*/ 126 w 135"/>
                <a:gd name="T61" fmla="*/ 61 h 113"/>
                <a:gd name="T62" fmla="*/ 116 w 135"/>
                <a:gd name="T63" fmla="*/ 27 h 113"/>
                <a:gd name="T64" fmla="*/ 109 w 135"/>
                <a:gd name="T65" fmla="*/ 0 h 113"/>
                <a:gd name="T66" fmla="*/ 107 w 135"/>
                <a:gd name="T67" fmla="*/ 1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35" h="113">
                  <a:moveTo>
                    <a:pt x="107" y="1"/>
                  </a:moveTo>
                  <a:cubicBezTo>
                    <a:pt x="107" y="1"/>
                    <a:pt x="106" y="2"/>
                    <a:pt x="105" y="2"/>
                  </a:cubicBezTo>
                  <a:cubicBezTo>
                    <a:pt x="105" y="2"/>
                    <a:pt x="105" y="2"/>
                    <a:pt x="105" y="2"/>
                  </a:cubicBezTo>
                  <a:cubicBezTo>
                    <a:pt x="104" y="2"/>
                    <a:pt x="104" y="2"/>
                    <a:pt x="103" y="2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2" y="3"/>
                    <a:pt x="101" y="3"/>
                    <a:pt x="100" y="3"/>
                  </a:cubicBezTo>
                  <a:cubicBezTo>
                    <a:pt x="90" y="3"/>
                    <a:pt x="94" y="6"/>
                    <a:pt x="86" y="10"/>
                  </a:cubicBezTo>
                  <a:cubicBezTo>
                    <a:pt x="79" y="14"/>
                    <a:pt x="80" y="18"/>
                    <a:pt x="80" y="24"/>
                  </a:cubicBezTo>
                  <a:cubicBezTo>
                    <a:pt x="79" y="30"/>
                    <a:pt x="75" y="33"/>
                    <a:pt x="68" y="29"/>
                  </a:cubicBezTo>
                  <a:cubicBezTo>
                    <a:pt x="62" y="24"/>
                    <a:pt x="65" y="21"/>
                    <a:pt x="57" y="20"/>
                  </a:cubicBezTo>
                  <a:cubicBezTo>
                    <a:pt x="52" y="20"/>
                    <a:pt x="48" y="17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4" y="15"/>
                    <a:pt x="44" y="16"/>
                    <a:pt x="44" y="17"/>
                  </a:cubicBezTo>
                  <a:cubicBezTo>
                    <a:pt x="44" y="17"/>
                    <a:pt x="44" y="17"/>
                    <a:pt x="44" y="17"/>
                  </a:cubicBezTo>
                  <a:cubicBezTo>
                    <a:pt x="44" y="19"/>
                    <a:pt x="43" y="21"/>
                    <a:pt x="43" y="23"/>
                  </a:cubicBezTo>
                  <a:cubicBezTo>
                    <a:pt x="43" y="23"/>
                    <a:pt x="43" y="23"/>
                    <a:pt x="42" y="24"/>
                  </a:cubicBezTo>
                  <a:cubicBezTo>
                    <a:pt x="42" y="24"/>
                    <a:pt x="42" y="25"/>
                    <a:pt x="42" y="26"/>
                  </a:cubicBezTo>
                  <a:cubicBezTo>
                    <a:pt x="41" y="26"/>
                    <a:pt x="41" y="26"/>
                    <a:pt x="41" y="26"/>
                  </a:cubicBezTo>
                  <a:cubicBezTo>
                    <a:pt x="40" y="28"/>
                    <a:pt x="39" y="29"/>
                    <a:pt x="38" y="30"/>
                  </a:cubicBezTo>
                  <a:cubicBezTo>
                    <a:pt x="38" y="31"/>
                    <a:pt x="38" y="31"/>
                    <a:pt x="38" y="31"/>
                  </a:cubicBezTo>
                  <a:cubicBezTo>
                    <a:pt x="37" y="31"/>
                    <a:pt x="37" y="31"/>
                    <a:pt x="36" y="32"/>
                  </a:cubicBezTo>
                  <a:cubicBezTo>
                    <a:pt x="36" y="32"/>
                    <a:pt x="36" y="32"/>
                    <a:pt x="35" y="32"/>
                  </a:cubicBezTo>
                  <a:cubicBezTo>
                    <a:pt x="35" y="33"/>
                    <a:pt x="34" y="33"/>
                    <a:pt x="33" y="33"/>
                  </a:cubicBezTo>
                  <a:cubicBezTo>
                    <a:pt x="21" y="37"/>
                    <a:pt x="17" y="52"/>
                    <a:pt x="21" y="59"/>
                  </a:cubicBezTo>
                  <a:cubicBezTo>
                    <a:pt x="25" y="65"/>
                    <a:pt x="25" y="73"/>
                    <a:pt x="12" y="79"/>
                  </a:cubicBezTo>
                  <a:cubicBezTo>
                    <a:pt x="11" y="79"/>
                    <a:pt x="10" y="79"/>
                    <a:pt x="9" y="80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8" y="81"/>
                    <a:pt x="8" y="81"/>
                    <a:pt x="7" y="81"/>
                  </a:cubicBezTo>
                  <a:cubicBezTo>
                    <a:pt x="7" y="82"/>
                    <a:pt x="7" y="82"/>
                    <a:pt x="7" y="82"/>
                  </a:cubicBezTo>
                  <a:cubicBezTo>
                    <a:pt x="6" y="82"/>
                    <a:pt x="6" y="83"/>
                    <a:pt x="6" y="83"/>
                  </a:cubicBezTo>
                  <a:cubicBezTo>
                    <a:pt x="5" y="83"/>
                    <a:pt x="5" y="84"/>
                    <a:pt x="5" y="84"/>
                  </a:cubicBezTo>
                  <a:cubicBezTo>
                    <a:pt x="4" y="85"/>
                    <a:pt x="4" y="85"/>
                    <a:pt x="4" y="85"/>
                  </a:cubicBezTo>
                  <a:cubicBezTo>
                    <a:pt x="4" y="86"/>
                    <a:pt x="4" y="86"/>
                    <a:pt x="4" y="86"/>
                  </a:cubicBezTo>
                  <a:cubicBezTo>
                    <a:pt x="3" y="86"/>
                    <a:pt x="3" y="87"/>
                    <a:pt x="3" y="87"/>
                  </a:cubicBezTo>
                  <a:cubicBezTo>
                    <a:pt x="3" y="88"/>
                    <a:pt x="2" y="88"/>
                    <a:pt x="2" y="88"/>
                  </a:cubicBezTo>
                  <a:cubicBezTo>
                    <a:pt x="2" y="89"/>
                    <a:pt x="2" y="89"/>
                    <a:pt x="2" y="90"/>
                  </a:cubicBezTo>
                  <a:cubicBezTo>
                    <a:pt x="2" y="90"/>
                    <a:pt x="2" y="90"/>
                    <a:pt x="1" y="91"/>
                  </a:cubicBezTo>
                  <a:cubicBezTo>
                    <a:pt x="1" y="91"/>
                    <a:pt x="1" y="91"/>
                    <a:pt x="1" y="92"/>
                  </a:cubicBezTo>
                  <a:cubicBezTo>
                    <a:pt x="1" y="93"/>
                    <a:pt x="1" y="93"/>
                    <a:pt x="1" y="93"/>
                  </a:cubicBezTo>
                  <a:cubicBezTo>
                    <a:pt x="1" y="93"/>
                    <a:pt x="1" y="94"/>
                    <a:pt x="0" y="94"/>
                  </a:cubicBezTo>
                  <a:cubicBezTo>
                    <a:pt x="0" y="95"/>
                    <a:pt x="0" y="95"/>
                    <a:pt x="0" y="96"/>
                  </a:cubicBezTo>
                  <a:cubicBezTo>
                    <a:pt x="0" y="96"/>
                    <a:pt x="0" y="96"/>
                    <a:pt x="0" y="97"/>
                  </a:cubicBezTo>
                  <a:cubicBezTo>
                    <a:pt x="0" y="97"/>
                    <a:pt x="0" y="97"/>
                    <a:pt x="0" y="98"/>
                  </a:cubicBezTo>
                  <a:cubicBezTo>
                    <a:pt x="0" y="98"/>
                    <a:pt x="0" y="98"/>
                    <a:pt x="0" y="99"/>
                  </a:cubicBezTo>
                  <a:cubicBezTo>
                    <a:pt x="0" y="100"/>
                    <a:pt x="0" y="100"/>
                    <a:pt x="0" y="100"/>
                  </a:cubicBezTo>
                  <a:cubicBezTo>
                    <a:pt x="0" y="101"/>
                    <a:pt x="0" y="101"/>
                    <a:pt x="0" y="101"/>
                  </a:cubicBezTo>
                  <a:cubicBezTo>
                    <a:pt x="0" y="102"/>
                    <a:pt x="0" y="102"/>
                    <a:pt x="0" y="102"/>
                  </a:cubicBezTo>
                  <a:cubicBezTo>
                    <a:pt x="0" y="102"/>
                    <a:pt x="0" y="102"/>
                    <a:pt x="0" y="102"/>
                  </a:cubicBezTo>
                  <a:cubicBezTo>
                    <a:pt x="1" y="105"/>
                    <a:pt x="2" y="107"/>
                    <a:pt x="3" y="108"/>
                  </a:cubicBezTo>
                  <a:cubicBezTo>
                    <a:pt x="5" y="106"/>
                    <a:pt x="8" y="103"/>
                    <a:pt x="14" y="103"/>
                  </a:cubicBezTo>
                  <a:cubicBezTo>
                    <a:pt x="26" y="103"/>
                    <a:pt x="31" y="102"/>
                    <a:pt x="32" y="107"/>
                  </a:cubicBezTo>
                  <a:cubicBezTo>
                    <a:pt x="34" y="113"/>
                    <a:pt x="40" y="113"/>
                    <a:pt x="50" y="113"/>
                  </a:cubicBezTo>
                  <a:cubicBezTo>
                    <a:pt x="60" y="113"/>
                    <a:pt x="63" y="112"/>
                    <a:pt x="65" y="102"/>
                  </a:cubicBezTo>
                  <a:cubicBezTo>
                    <a:pt x="67" y="92"/>
                    <a:pt x="74" y="87"/>
                    <a:pt x="82" y="87"/>
                  </a:cubicBezTo>
                  <a:cubicBezTo>
                    <a:pt x="90" y="87"/>
                    <a:pt x="94" y="76"/>
                    <a:pt x="101" y="82"/>
                  </a:cubicBezTo>
                  <a:cubicBezTo>
                    <a:pt x="105" y="85"/>
                    <a:pt x="109" y="90"/>
                    <a:pt x="113" y="93"/>
                  </a:cubicBezTo>
                  <a:cubicBezTo>
                    <a:pt x="113" y="93"/>
                    <a:pt x="113" y="93"/>
                    <a:pt x="113" y="93"/>
                  </a:cubicBezTo>
                  <a:cubicBezTo>
                    <a:pt x="114" y="93"/>
                    <a:pt x="114" y="93"/>
                    <a:pt x="114" y="93"/>
                  </a:cubicBezTo>
                  <a:cubicBezTo>
                    <a:pt x="115" y="93"/>
                    <a:pt x="115" y="93"/>
                    <a:pt x="116" y="93"/>
                  </a:cubicBezTo>
                  <a:cubicBezTo>
                    <a:pt x="124" y="95"/>
                    <a:pt x="126" y="89"/>
                    <a:pt x="126" y="86"/>
                  </a:cubicBezTo>
                  <a:cubicBezTo>
                    <a:pt x="126" y="83"/>
                    <a:pt x="126" y="77"/>
                    <a:pt x="130" y="74"/>
                  </a:cubicBezTo>
                  <a:cubicBezTo>
                    <a:pt x="135" y="71"/>
                    <a:pt x="130" y="65"/>
                    <a:pt x="126" y="61"/>
                  </a:cubicBezTo>
                  <a:cubicBezTo>
                    <a:pt x="121" y="58"/>
                    <a:pt x="124" y="49"/>
                    <a:pt x="125" y="43"/>
                  </a:cubicBezTo>
                  <a:cubicBezTo>
                    <a:pt x="126" y="37"/>
                    <a:pt x="123" y="29"/>
                    <a:pt x="116" y="27"/>
                  </a:cubicBezTo>
                  <a:cubicBezTo>
                    <a:pt x="108" y="25"/>
                    <a:pt x="114" y="14"/>
                    <a:pt x="115" y="9"/>
                  </a:cubicBezTo>
                  <a:cubicBezTo>
                    <a:pt x="115" y="6"/>
                    <a:pt x="112" y="2"/>
                    <a:pt x="109" y="0"/>
                  </a:cubicBezTo>
                  <a:cubicBezTo>
                    <a:pt x="109" y="1"/>
                    <a:pt x="108" y="1"/>
                    <a:pt x="107" y="1"/>
                  </a:cubicBezTo>
                  <a:cubicBezTo>
                    <a:pt x="107" y="1"/>
                    <a:pt x="107" y="1"/>
                    <a:pt x="107" y="1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31" name="Freeform 130">
              <a:extLst>
                <a:ext uri="{FF2B5EF4-FFF2-40B4-BE49-F238E27FC236}">
                  <a16:creationId xmlns:a16="http://schemas.microsoft.com/office/drawing/2014/main" id="{F6AB8481-1805-5608-8D82-4AE27619286A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5300" y="2352676"/>
              <a:ext cx="1108075" cy="1096963"/>
            </a:xfrm>
            <a:custGeom>
              <a:avLst/>
              <a:gdLst>
                <a:gd name="T0" fmla="*/ 322 w 1219"/>
                <a:gd name="T1" fmla="*/ 838 h 1206"/>
                <a:gd name="T2" fmla="*/ 453 w 1219"/>
                <a:gd name="T3" fmla="*/ 847 h 1206"/>
                <a:gd name="T4" fmla="*/ 542 w 1219"/>
                <a:gd name="T5" fmla="*/ 812 h 1206"/>
                <a:gd name="T6" fmla="*/ 614 w 1219"/>
                <a:gd name="T7" fmla="*/ 884 h 1206"/>
                <a:gd name="T8" fmla="*/ 638 w 1219"/>
                <a:gd name="T9" fmla="*/ 1006 h 1206"/>
                <a:gd name="T10" fmla="*/ 692 w 1219"/>
                <a:gd name="T11" fmla="*/ 1055 h 1206"/>
                <a:gd name="T12" fmla="*/ 737 w 1219"/>
                <a:gd name="T13" fmla="*/ 1045 h 1206"/>
                <a:gd name="T14" fmla="*/ 750 w 1219"/>
                <a:gd name="T15" fmla="*/ 1046 h 1206"/>
                <a:gd name="T16" fmla="*/ 757 w 1219"/>
                <a:gd name="T17" fmla="*/ 1047 h 1206"/>
                <a:gd name="T18" fmla="*/ 762 w 1219"/>
                <a:gd name="T19" fmla="*/ 1050 h 1206"/>
                <a:gd name="T20" fmla="*/ 766 w 1219"/>
                <a:gd name="T21" fmla="*/ 1053 h 1206"/>
                <a:gd name="T22" fmla="*/ 833 w 1219"/>
                <a:gd name="T23" fmla="*/ 1076 h 1206"/>
                <a:gd name="T24" fmla="*/ 920 w 1219"/>
                <a:gd name="T25" fmla="*/ 1123 h 1206"/>
                <a:gd name="T26" fmla="*/ 982 w 1219"/>
                <a:gd name="T27" fmla="*/ 1130 h 1206"/>
                <a:gd name="T28" fmla="*/ 1104 w 1219"/>
                <a:gd name="T29" fmla="*/ 1197 h 1206"/>
                <a:gd name="T30" fmla="*/ 1102 w 1219"/>
                <a:gd name="T31" fmla="*/ 1130 h 1206"/>
                <a:gd name="T32" fmla="*/ 1038 w 1219"/>
                <a:gd name="T33" fmla="*/ 1048 h 1206"/>
                <a:gd name="T34" fmla="*/ 1062 w 1219"/>
                <a:gd name="T35" fmla="*/ 903 h 1206"/>
                <a:gd name="T36" fmla="*/ 1159 w 1219"/>
                <a:gd name="T37" fmla="*/ 875 h 1206"/>
                <a:gd name="T38" fmla="*/ 1183 w 1219"/>
                <a:gd name="T39" fmla="*/ 868 h 1206"/>
                <a:gd name="T40" fmla="*/ 1112 w 1219"/>
                <a:gd name="T41" fmla="*/ 778 h 1206"/>
                <a:gd name="T42" fmla="*/ 1087 w 1219"/>
                <a:gd name="T43" fmla="*/ 646 h 1206"/>
                <a:gd name="T44" fmla="*/ 1063 w 1219"/>
                <a:gd name="T45" fmla="*/ 522 h 1206"/>
                <a:gd name="T46" fmla="*/ 1058 w 1219"/>
                <a:gd name="T47" fmla="*/ 513 h 1206"/>
                <a:gd name="T48" fmla="*/ 1058 w 1219"/>
                <a:gd name="T49" fmla="*/ 509 h 1206"/>
                <a:gd name="T50" fmla="*/ 1059 w 1219"/>
                <a:gd name="T51" fmla="*/ 504 h 1206"/>
                <a:gd name="T52" fmla="*/ 1062 w 1219"/>
                <a:gd name="T53" fmla="*/ 499 h 1206"/>
                <a:gd name="T54" fmla="*/ 1065 w 1219"/>
                <a:gd name="T55" fmla="*/ 495 h 1206"/>
                <a:gd name="T56" fmla="*/ 1070 w 1219"/>
                <a:gd name="T57" fmla="*/ 492 h 1206"/>
                <a:gd name="T58" fmla="*/ 1094 w 1219"/>
                <a:gd name="T59" fmla="*/ 445 h 1206"/>
                <a:gd name="T60" fmla="*/ 1100 w 1219"/>
                <a:gd name="T61" fmla="*/ 439 h 1206"/>
                <a:gd name="T62" fmla="*/ 1102 w 1219"/>
                <a:gd name="T63" fmla="*/ 430 h 1206"/>
                <a:gd name="T64" fmla="*/ 1107 w 1219"/>
                <a:gd name="T65" fmla="*/ 369 h 1206"/>
                <a:gd name="T66" fmla="*/ 1214 w 1219"/>
                <a:gd name="T67" fmla="*/ 208 h 1206"/>
                <a:gd name="T68" fmla="*/ 1191 w 1219"/>
                <a:gd name="T69" fmla="*/ 140 h 1206"/>
                <a:gd name="T70" fmla="*/ 1184 w 1219"/>
                <a:gd name="T71" fmla="*/ 117 h 1206"/>
                <a:gd name="T72" fmla="*/ 1181 w 1219"/>
                <a:gd name="T73" fmla="*/ 118 h 1206"/>
                <a:gd name="T74" fmla="*/ 1091 w 1219"/>
                <a:gd name="T75" fmla="*/ 58 h 1206"/>
                <a:gd name="T76" fmla="*/ 1000 w 1219"/>
                <a:gd name="T77" fmla="*/ 58 h 1206"/>
                <a:gd name="T78" fmla="*/ 965 w 1219"/>
                <a:gd name="T79" fmla="*/ 15 h 1206"/>
                <a:gd name="T80" fmla="*/ 960 w 1219"/>
                <a:gd name="T81" fmla="*/ 10 h 1206"/>
                <a:gd name="T82" fmla="*/ 954 w 1219"/>
                <a:gd name="T83" fmla="*/ 8 h 1206"/>
                <a:gd name="T84" fmla="*/ 950 w 1219"/>
                <a:gd name="T85" fmla="*/ 9 h 1206"/>
                <a:gd name="T86" fmla="*/ 946 w 1219"/>
                <a:gd name="T87" fmla="*/ 11 h 1206"/>
                <a:gd name="T88" fmla="*/ 942 w 1219"/>
                <a:gd name="T89" fmla="*/ 16 h 1206"/>
                <a:gd name="T90" fmla="*/ 838 w 1219"/>
                <a:gd name="T91" fmla="*/ 12 h 1206"/>
                <a:gd name="T92" fmla="*/ 754 w 1219"/>
                <a:gd name="T93" fmla="*/ 29 h 1206"/>
                <a:gd name="T94" fmla="*/ 623 w 1219"/>
                <a:gd name="T95" fmla="*/ 78 h 1206"/>
                <a:gd name="T96" fmla="*/ 495 w 1219"/>
                <a:gd name="T97" fmla="*/ 21 h 1206"/>
                <a:gd name="T98" fmla="*/ 410 w 1219"/>
                <a:gd name="T99" fmla="*/ 97 h 1206"/>
                <a:gd name="T100" fmla="*/ 410 w 1219"/>
                <a:gd name="T101" fmla="*/ 112 h 1206"/>
                <a:gd name="T102" fmla="*/ 406 w 1219"/>
                <a:gd name="T103" fmla="*/ 120 h 1206"/>
                <a:gd name="T104" fmla="*/ 338 w 1219"/>
                <a:gd name="T105" fmla="*/ 328 h 1206"/>
                <a:gd name="T106" fmla="*/ 246 w 1219"/>
                <a:gd name="T107" fmla="*/ 580 h 1206"/>
                <a:gd name="T108" fmla="*/ 180 w 1219"/>
                <a:gd name="T109" fmla="*/ 636 h 1206"/>
                <a:gd name="T110" fmla="*/ 88 w 1219"/>
                <a:gd name="T111" fmla="*/ 645 h 1206"/>
                <a:gd name="T112" fmla="*/ 55 w 1219"/>
                <a:gd name="T113" fmla="*/ 647 h 1206"/>
                <a:gd name="T114" fmla="*/ 52 w 1219"/>
                <a:gd name="T115" fmla="*/ 646 h 1206"/>
                <a:gd name="T116" fmla="*/ 48 w 1219"/>
                <a:gd name="T117" fmla="*/ 637 h 1206"/>
                <a:gd name="T118" fmla="*/ 18 w 1219"/>
                <a:gd name="T119" fmla="*/ 708 h 1206"/>
                <a:gd name="T120" fmla="*/ 156 w 1219"/>
                <a:gd name="T121" fmla="*/ 720 h 1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219" h="1206">
                  <a:moveTo>
                    <a:pt x="156" y="720"/>
                  </a:moveTo>
                  <a:cubicBezTo>
                    <a:pt x="182" y="722"/>
                    <a:pt x="269" y="708"/>
                    <a:pt x="277" y="730"/>
                  </a:cubicBezTo>
                  <a:cubicBezTo>
                    <a:pt x="285" y="752"/>
                    <a:pt x="284" y="770"/>
                    <a:pt x="294" y="781"/>
                  </a:cubicBezTo>
                  <a:cubicBezTo>
                    <a:pt x="303" y="792"/>
                    <a:pt x="311" y="827"/>
                    <a:pt x="322" y="838"/>
                  </a:cubicBezTo>
                  <a:cubicBezTo>
                    <a:pt x="332" y="850"/>
                    <a:pt x="344" y="861"/>
                    <a:pt x="360" y="861"/>
                  </a:cubicBezTo>
                  <a:cubicBezTo>
                    <a:pt x="375" y="861"/>
                    <a:pt x="381" y="864"/>
                    <a:pt x="389" y="858"/>
                  </a:cubicBezTo>
                  <a:cubicBezTo>
                    <a:pt x="397" y="852"/>
                    <a:pt x="406" y="851"/>
                    <a:pt x="418" y="856"/>
                  </a:cubicBezTo>
                  <a:cubicBezTo>
                    <a:pt x="430" y="862"/>
                    <a:pt x="452" y="862"/>
                    <a:pt x="453" y="847"/>
                  </a:cubicBezTo>
                  <a:cubicBezTo>
                    <a:pt x="454" y="832"/>
                    <a:pt x="453" y="829"/>
                    <a:pt x="460" y="823"/>
                  </a:cubicBezTo>
                  <a:cubicBezTo>
                    <a:pt x="466" y="817"/>
                    <a:pt x="457" y="792"/>
                    <a:pt x="471" y="790"/>
                  </a:cubicBezTo>
                  <a:cubicBezTo>
                    <a:pt x="485" y="788"/>
                    <a:pt x="510" y="789"/>
                    <a:pt x="521" y="788"/>
                  </a:cubicBezTo>
                  <a:cubicBezTo>
                    <a:pt x="532" y="788"/>
                    <a:pt x="524" y="811"/>
                    <a:pt x="542" y="812"/>
                  </a:cubicBezTo>
                  <a:cubicBezTo>
                    <a:pt x="560" y="812"/>
                    <a:pt x="610" y="807"/>
                    <a:pt x="611" y="817"/>
                  </a:cubicBezTo>
                  <a:cubicBezTo>
                    <a:pt x="612" y="827"/>
                    <a:pt x="618" y="834"/>
                    <a:pt x="610" y="838"/>
                  </a:cubicBezTo>
                  <a:cubicBezTo>
                    <a:pt x="601" y="841"/>
                    <a:pt x="602" y="852"/>
                    <a:pt x="606" y="856"/>
                  </a:cubicBezTo>
                  <a:cubicBezTo>
                    <a:pt x="611" y="861"/>
                    <a:pt x="614" y="873"/>
                    <a:pt x="614" y="884"/>
                  </a:cubicBezTo>
                  <a:cubicBezTo>
                    <a:pt x="614" y="896"/>
                    <a:pt x="616" y="908"/>
                    <a:pt x="614" y="916"/>
                  </a:cubicBezTo>
                  <a:cubicBezTo>
                    <a:pt x="612" y="924"/>
                    <a:pt x="608" y="933"/>
                    <a:pt x="610" y="944"/>
                  </a:cubicBezTo>
                  <a:cubicBezTo>
                    <a:pt x="612" y="954"/>
                    <a:pt x="613" y="968"/>
                    <a:pt x="624" y="976"/>
                  </a:cubicBezTo>
                  <a:cubicBezTo>
                    <a:pt x="634" y="983"/>
                    <a:pt x="636" y="996"/>
                    <a:pt x="638" y="1006"/>
                  </a:cubicBezTo>
                  <a:cubicBezTo>
                    <a:pt x="639" y="1016"/>
                    <a:pt x="644" y="1030"/>
                    <a:pt x="635" y="1036"/>
                  </a:cubicBezTo>
                  <a:cubicBezTo>
                    <a:pt x="626" y="1041"/>
                    <a:pt x="625" y="1046"/>
                    <a:pt x="630" y="1054"/>
                  </a:cubicBezTo>
                  <a:cubicBezTo>
                    <a:pt x="634" y="1061"/>
                    <a:pt x="647" y="1065"/>
                    <a:pt x="651" y="1057"/>
                  </a:cubicBezTo>
                  <a:cubicBezTo>
                    <a:pt x="655" y="1049"/>
                    <a:pt x="680" y="1055"/>
                    <a:pt x="692" y="1055"/>
                  </a:cubicBezTo>
                  <a:cubicBezTo>
                    <a:pt x="704" y="1055"/>
                    <a:pt x="712" y="1045"/>
                    <a:pt x="726" y="1045"/>
                  </a:cubicBezTo>
                  <a:cubicBezTo>
                    <a:pt x="728" y="1045"/>
                    <a:pt x="729" y="1045"/>
                    <a:pt x="731" y="1045"/>
                  </a:cubicBezTo>
                  <a:cubicBezTo>
                    <a:pt x="733" y="1045"/>
                    <a:pt x="734" y="1045"/>
                    <a:pt x="736" y="1045"/>
                  </a:cubicBezTo>
                  <a:cubicBezTo>
                    <a:pt x="736" y="1045"/>
                    <a:pt x="736" y="1045"/>
                    <a:pt x="737" y="1045"/>
                  </a:cubicBezTo>
                  <a:cubicBezTo>
                    <a:pt x="738" y="1045"/>
                    <a:pt x="740" y="1045"/>
                    <a:pt x="741" y="1045"/>
                  </a:cubicBezTo>
                  <a:cubicBezTo>
                    <a:pt x="742" y="1045"/>
                    <a:pt x="742" y="1045"/>
                    <a:pt x="742" y="1045"/>
                  </a:cubicBezTo>
                  <a:cubicBezTo>
                    <a:pt x="745" y="1045"/>
                    <a:pt x="747" y="1045"/>
                    <a:pt x="750" y="1046"/>
                  </a:cubicBezTo>
                  <a:cubicBezTo>
                    <a:pt x="750" y="1046"/>
                    <a:pt x="750" y="1046"/>
                    <a:pt x="750" y="1046"/>
                  </a:cubicBezTo>
                  <a:cubicBezTo>
                    <a:pt x="751" y="1046"/>
                    <a:pt x="752" y="1046"/>
                    <a:pt x="753" y="1046"/>
                  </a:cubicBezTo>
                  <a:cubicBezTo>
                    <a:pt x="753" y="1046"/>
                    <a:pt x="754" y="1046"/>
                    <a:pt x="754" y="1047"/>
                  </a:cubicBezTo>
                  <a:cubicBezTo>
                    <a:pt x="755" y="1047"/>
                    <a:pt x="755" y="1047"/>
                    <a:pt x="756" y="1047"/>
                  </a:cubicBezTo>
                  <a:cubicBezTo>
                    <a:pt x="757" y="1047"/>
                    <a:pt x="757" y="1047"/>
                    <a:pt x="757" y="1047"/>
                  </a:cubicBezTo>
                  <a:cubicBezTo>
                    <a:pt x="758" y="1048"/>
                    <a:pt x="758" y="1048"/>
                    <a:pt x="759" y="1048"/>
                  </a:cubicBezTo>
                  <a:cubicBezTo>
                    <a:pt x="759" y="1048"/>
                    <a:pt x="759" y="1048"/>
                    <a:pt x="760" y="1048"/>
                  </a:cubicBezTo>
                  <a:cubicBezTo>
                    <a:pt x="760" y="1049"/>
                    <a:pt x="761" y="1049"/>
                    <a:pt x="761" y="1049"/>
                  </a:cubicBezTo>
                  <a:cubicBezTo>
                    <a:pt x="761" y="1049"/>
                    <a:pt x="762" y="1049"/>
                    <a:pt x="762" y="1050"/>
                  </a:cubicBezTo>
                  <a:cubicBezTo>
                    <a:pt x="762" y="1050"/>
                    <a:pt x="763" y="1050"/>
                    <a:pt x="763" y="1051"/>
                  </a:cubicBezTo>
                  <a:cubicBezTo>
                    <a:pt x="764" y="1051"/>
                    <a:pt x="764" y="1051"/>
                    <a:pt x="764" y="1051"/>
                  </a:cubicBezTo>
                  <a:cubicBezTo>
                    <a:pt x="765" y="1052"/>
                    <a:pt x="765" y="1052"/>
                    <a:pt x="765" y="1052"/>
                  </a:cubicBezTo>
                  <a:cubicBezTo>
                    <a:pt x="765" y="1053"/>
                    <a:pt x="766" y="1053"/>
                    <a:pt x="766" y="1053"/>
                  </a:cubicBezTo>
                  <a:cubicBezTo>
                    <a:pt x="766" y="1054"/>
                    <a:pt x="767" y="1054"/>
                    <a:pt x="767" y="1055"/>
                  </a:cubicBezTo>
                  <a:cubicBezTo>
                    <a:pt x="772" y="1066"/>
                    <a:pt x="778" y="1081"/>
                    <a:pt x="790" y="1078"/>
                  </a:cubicBezTo>
                  <a:cubicBezTo>
                    <a:pt x="801" y="1076"/>
                    <a:pt x="791" y="1067"/>
                    <a:pt x="806" y="1067"/>
                  </a:cubicBezTo>
                  <a:cubicBezTo>
                    <a:pt x="820" y="1067"/>
                    <a:pt x="831" y="1067"/>
                    <a:pt x="833" y="1076"/>
                  </a:cubicBezTo>
                  <a:cubicBezTo>
                    <a:pt x="835" y="1086"/>
                    <a:pt x="835" y="1092"/>
                    <a:pt x="844" y="1095"/>
                  </a:cubicBezTo>
                  <a:cubicBezTo>
                    <a:pt x="854" y="1098"/>
                    <a:pt x="873" y="1097"/>
                    <a:pt x="875" y="1105"/>
                  </a:cubicBezTo>
                  <a:cubicBezTo>
                    <a:pt x="877" y="1113"/>
                    <a:pt x="886" y="1114"/>
                    <a:pt x="896" y="1114"/>
                  </a:cubicBezTo>
                  <a:cubicBezTo>
                    <a:pt x="905" y="1114"/>
                    <a:pt x="912" y="1123"/>
                    <a:pt x="920" y="1123"/>
                  </a:cubicBezTo>
                  <a:cubicBezTo>
                    <a:pt x="927" y="1123"/>
                    <a:pt x="930" y="1118"/>
                    <a:pt x="932" y="1107"/>
                  </a:cubicBezTo>
                  <a:cubicBezTo>
                    <a:pt x="933" y="1096"/>
                    <a:pt x="934" y="1092"/>
                    <a:pt x="944" y="1091"/>
                  </a:cubicBezTo>
                  <a:cubicBezTo>
                    <a:pt x="954" y="1090"/>
                    <a:pt x="960" y="1088"/>
                    <a:pt x="962" y="1100"/>
                  </a:cubicBezTo>
                  <a:cubicBezTo>
                    <a:pt x="964" y="1112"/>
                    <a:pt x="969" y="1126"/>
                    <a:pt x="982" y="1130"/>
                  </a:cubicBezTo>
                  <a:cubicBezTo>
                    <a:pt x="996" y="1135"/>
                    <a:pt x="1010" y="1140"/>
                    <a:pt x="1020" y="1145"/>
                  </a:cubicBezTo>
                  <a:cubicBezTo>
                    <a:pt x="1030" y="1150"/>
                    <a:pt x="1044" y="1162"/>
                    <a:pt x="1050" y="1178"/>
                  </a:cubicBezTo>
                  <a:cubicBezTo>
                    <a:pt x="1057" y="1194"/>
                    <a:pt x="1068" y="1206"/>
                    <a:pt x="1079" y="1206"/>
                  </a:cubicBezTo>
                  <a:cubicBezTo>
                    <a:pt x="1090" y="1205"/>
                    <a:pt x="1092" y="1196"/>
                    <a:pt x="1104" y="1197"/>
                  </a:cubicBezTo>
                  <a:cubicBezTo>
                    <a:pt x="1116" y="1198"/>
                    <a:pt x="1118" y="1194"/>
                    <a:pt x="1117" y="1182"/>
                  </a:cubicBezTo>
                  <a:cubicBezTo>
                    <a:pt x="1116" y="1169"/>
                    <a:pt x="1115" y="1166"/>
                    <a:pt x="1120" y="1156"/>
                  </a:cubicBezTo>
                  <a:cubicBezTo>
                    <a:pt x="1124" y="1145"/>
                    <a:pt x="1128" y="1136"/>
                    <a:pt x="1124" y="1129"/>
                  </a:cubicBezTo>
                  <a:cubicBezTo>
                    <a:pt x="1119" y="1122"/>
                    <a:pt x="1102" y="1121"/>
                    <a:pt x="1102" y="1130"/>
                  </a:cubicBezTo>
                  <a:cubicBezTo>
                    <a:pt x="1102" y="1138"/>
                    <a:pt x="1095" y="1147"/>
                    <a:pt x="1082" y="1144"/>
                  </a:cubicBezTo>
                  <a:cubicBezTo>
                    <a:pt x="1070" y="1140"/>
                    <a:pt x="1062" y="1128"/>
                    <a:pt x="1052" y="1118"/>
                  </a:cubicBezTo>
                  <a:cubicBezTo>
                    <a:pt x="1042" y="1108"/>
                    <a:pt x="1025" y="1096"/>
                    <a:pt x="1026" y="1084"/>
                  </a:cubicBezTo>
                  <a:cubicBezTo>
                    <a:pt x="1026" y="1072"/>
                    <a:pt x="1028" y="1058"/>
                    <a:pt x="1038" y="1048"/>
                  </a:cubicBezTo>
                  <a:cubicBezTo>
                    <a:pt x="1048" y="1039"/>
                    <a:pt x="1042" y="1020"/>
                    <a:pt x="1042" y="1010"/>
                  </a:cubicBezTo>
                  <a:cubicBezTo>
                    <a:pt x="1042" y="1000"/>
                    <a:pt x="1048" y="974"/>
                    <a:pt x="1042" y="960"/>
                  </a:cubicBezTo>
                  <a:cubicBezTo>
                    <a:pt x="1037" y="947"/>
                    <a:pt x="1030" y="940"/>
                    <a:pt x="1038" y="932"/>
                  </a:cubicBezTo>
                  <a:cubicBezTo>
                    <a:pt x="1047" y="924"/>
                    <a:pt x="1057" y="920"/>
                    <a:pt x="1062" y="903"/>
                  </a:cubicBezTo>
                  <a:cubicBezTo>
                    <a:pt x="1066" y="886"/>
                    <a:pt x="1068" y="880"/>
                    <a:pt x="1086" y="880"/>
                  </a:cubicBezTo>
                  <a:cubicBezTo>
                    <a:pt x="1104" y="879"/>
                    <a:pt x="1143" y="883"/>
                    <a:pt x="1155" y="877"/>
                  </a:cubicBezTo>
                  <a:cubicBezTo>
                    <a:pt x="1156" y="877"/>
                    <a:pt x="1157" y="876"/>
                    <a:pt x="1158" y="876"/>
                  </a:cubicBezTo>
                  <a:cubicBezTo>
                    <a:pt x="1158" y="875"/>
                    <a:pt x="1158" y="875"/>
                    <a:pt x="1159" y="875"/>
                  </a:cubicBezTo>
                  <a:cubicBezTo>
                    <a:pt x="1161" y="874"/>
                    <a:pt x="1163" y="873"/>
                    <a:pt x="1166" y="872"/>
                  </a:cubicBezTo>
                  <a:cubicBezTo>
                    <a:pt x="1166" y="872"/>
                    <a:pt x="1166" y="872"/>
                    <a:pt x="1166" y="872"/>
                  </a:cubicBezTo>
                  <a:cubicBezTo>
                    <a:pt x="1172" y="869"/>
                    <a:pt x="1179" y="867"/>
                    <a:pt x="1184" y="868"/>
                  </a:cubicBezTo>
                  <a:cubicBezTo>
                    <a:pt x="1183" y="868"/>
                    <a:pt x="1183" y="868"/>
                    <a:pt x="1183" y="868"/>
                  </a:cubicBezTo>
                  <a:cubicBezTo>
                    <a:pt x="1177" y="865"/>
                    <a:pt x="1168" y="865"/>
                    <a:pt x="1161" y="862"/>
                  </a:cubicBezTo>
                  <a:cubicBezTo>
                    <a:pt x="1152" y="857"/>
                    <a:pt x="1149" y="835"/>
                    <a:pt x="1146" y="823"/>
                  </a:cubicBezTo>
                  <a:cubicBezTo>
                    <a:pt x="1143" y="812"/>
                    <a:pt x="1132" y="800"/>
                    <a:pt x="1127" y="797"/>
                  </a:cubicBezTo>
                  <a:cubicBezTo>
                    <a:pt x="1122" y="795"/>
                    <a:pt x="1113" y="787"/>
                    <a:pt x="1112" y="778"/>
                  </a:cubicBezTo>
                  <a:cubicBezTo>
                    <a:pt x="1110" y="768"/>
                    <a:pt x="1093" y="753"/>
                    <a:pt x="1085" y="739"/>
                  </a:cubicBezTo>
                  <a:cubicBezTo>
                    <a:pt x="1078" y="725"/>
                    <a:pt x="1087" y="714"/>
                    <a:pt x="1094" y="708"/>
                  </a:cubicBezTo>
                  <a:cubicBezTo>
                    <a:pt x="1101" y="702"/>
                    <a:pt x="1094" y="691"/>
                    <a:pt x="1087" y="683"/>
                  </a:cubicBezTo>
                  <a:cubicBezTo>
                    <a:pt x="1080" y="674"/>
                    <a:pt x="1087" y="653"/>
                    <a:pt x="1087" y="646"/>
                  </a:cubicBezTo>
                  <a:cubicBezTo>
                    <a:pt x="1087" y="641"/>
                    <a:pt x="1088" y="621"/>
                    <a:pt x="1088" y="608"/>
                  </a:cubicBezTo>
                  <a:cubicBezTo>
                    <a:pt x="1087" y="607"/>
                    <a:pt x="1085" y="605"/>
                    <a:pt x="1084" y="604"/>
                  </a:cubicBezTo>
                  <a:cubicBezTo>
                    <a:pt x="1076" y="592"/>
                    <a:pt x="1078" y="558"/>
                    <a:pt x="1078" y="545"/>
                  </a:cubicBezTo>
                  <a:cubicBezTo>
                    <a:pt x="1078" y="532"/>
                    <a:pt x="1071" y="525"/>
                    <a:pt x="1063" y="522"/>
                  </a:cubicBezTo>
                  <a:cubicBezTo>
                    <a:pt x="1061" y="522"/>
                    <a:pt x="1059" y="519"/>
                    <a:pt x="1058" y="515"/>
                  </a:cubicBezTo>
                  <a:cubicBezTo>
                    <a:pt x="1058" y="515"/>
                    <a:pt x="1058" y="515"/>
                    <a:pt x="1058" y="515"/>
                  </a:cubicBezTo>
                  <a:cubicBezTo>
                    <a:pt x="1058" y="514"/>
                    <a:pt x="1058" y="514"/>
                    <a:pt x="1058" y="514"/>
                  </a:cubicBezTo>
                  <a:cubicBezTo>
                    <a:pt x="1058" y="513"/>
                    <a:pt x="1058" y="513"/>
                    <a:pt x="1058" y="513"/>
                  </a:cubicBezTo>
                  <a:cubicBezTo>
                    <a:pt x="1058" y="512"/>
                    <a:pt x="1058" y="512"/>
                    <a:pt x="1058" y="512"/>
                  </a:cubicBezTo>
                  <a:cubicBezTo>
                    <a:pt x="1058" y="511"/>
                    <a:pt x="1058" y="511"/>
                    <a:pt x="1058" y="511"/>
                  </a:cubicBezTo>
                  <a:cubicBezTo>
                    <a:pt x="1058" y="510"/>
                    <a:pt x="1058" y="510"/>
                    <a:pt x="1058" y="510"/>
                  </a:cubicBezTo>
                  <a:cubicBezTo>
                    <a:pt x="1058" y="509"/>
                    <a:pt x="1058" y="509"/>
                    <a:pt x="1058" y="509"/>
                  </a:cubicBezTo>
                  <a:cubicBezTo>
                    <a:pt x="1058" y="508"/>
                    <a:pt x="1058" y="508"/>
                    <a:pt x="1058" y="507"/>
                  </a:cubicBezTo>
                  <a:cubicBezTo>
                    <a:pt x="1059" y="507"/>
                    <a:pt x="1059" y="506"/>
                    <a:pt x="1059" y="506"/>
                  </a:cubicBezTo>
                  <a:cubicBezTo>
                    <a:pt x="1059" y="505"/>
                    <a:pt x="1059" y="505"/>
                    <a:pt x="1059" y="505"/>
                  </a:cubicBezTo>
                  <a:cubicBezTo>
                    <a:pt x="1059" y="504"/>
                    <a:pt x="1059" y="504"/>
                    <a:pt x="1059" y="504"/>
                  </a:cubicBezTo>
                  <a:cubicBezTo>
                    <a:pt x="1060" y="503"/>
                    <a:pt x="1060" y="503"/>
                    <a:pt x="1060" y="503"/>
                  </a:cubicBezTo>
                  <a:cubicBezTo>
                    <a:pt x="1060" y="502"/>
                    <a:pt x="1060" y="502"/>
                    <a:pt x="1060" y="501"/>
                  </a:cubicBezTo>
                  <a:cubicBezTo>
                    <a:pt x="1060" y="501"/>
                    <a:pt x="1061" y="501"/>
                    <a:pt x="1061" y="500"/>
                  </a:cubicBezTo>
                  <a:cubicBezTo>
                    <a:pt x="1061" y="500"/>
                    <a:pt x="1061" y="499"/>
                    <a:pt x="1062" y="499"/>
                  </a:cubicBezTo>
                  <a:cubicBezTo>
                    <a:pt x="1062" y="498"/>
                    <a:pt x="1062" y="498"/>
                    <a:pt x="1062" y="498"/>
                  </a:cubicBezTo>
                  <a:cubicBezTo>
                    <a:pt x="1063" y="497"/>
                    <a:pt x="1063" y="497"/>
                    <a:pt x="1063" y="497"/>
                  </a:cubicBezTo>
                  <a:cubicBezTo>
                    <a:pt x="1063" y="497"/>
                    <a:pt x="1063" y="496"/>
                    <a:pt x="1064" y="496"/>
                  </a:cubicBezTo>
                  <a:cubicBezTo>
                    <a:pt x="1064" y="496"/>
                    <a:pt x="1064" y="495"/>
                    <a:pt x="1065" y="495"/>
                  </a:cubicBezTo>
                  <a:cubicBezTo>
                    <a:pt x="1065" y="495"/>
                    <a:pt x="1065" y="495"/>
                    <a:pt x="1065" y="494"/>
                  </a:cubicBezTo>
                  <a:cubicBezTo>
                    <a:pt x="1066" y="494"/>
                    <a:pt x="1066" y="494"/>
                    <a:pt x="1067" y="493"/>
                  </a:cubicBezTo>
                  <a:cubicBezTo>
                    <a:pt x="1067" y="493"/>
                    <a:pt x="1067" y="493"/>
                    <a:pt x="1067" y="493"/>
                  </a:cubicBezTo>
                  <a:cubicBezTo>
                    <a:pt x="1068" y="492"/>
                    <a:pt x="1069" y="492"/>
                    <a:pt x="1070" y="492"/>
                  </a:cubicBezTo>
                  <a:cubicBezTo>
                    <a:pt x="1083" y="486"/>
                    <a:pt x="1083" y="478"/>
                    <a:pt x="1079" y="472"/>
                  </a:cubicBezTo>
                  <a:cubicBezTo>
                    <a:pt x="1075" y="465"/>
                    <a:pt x="1079" y="450"/>
                    <a:pt x="1091" y="446"/>
                  </a:cubicBezTo>
                  <a:cubicBezTo>
                    <a:pt x="1092" y="446"/>
                    <a:pt x="1093" y="446"/>
                    <a:pt x="1093" y="445"/>
                  </a:cubicBezTo>
                  <a:cubicBezTo>
                    <a:pt x="1094" y="445"/>
                    <a:pt x="1094" y="445"/>
                    <a:pt x="1094" y="445"/>
                  </a:cubicBezTo>
                  <a:cubicBezTo>
                    <a:pt x="1095" y="444"/>
                    <a:pt x="1095" y="444"/>
                    <a:pt x="1096" y="444"/>
                  </a:cubicBezTo>
                  <a:cubicBezTo>
                    <a:pt x="1096" y="443"/>
                    <a:pt x="1096" y="443"/>
                    <a:pt x="1096" y="443"/>
                  </a:cubicBezTo>
                  <a:cubicBezTo>
                    <a:pt x="1097" y="442"/>
                    <a:pt x="1098" y="441"/>
                    <a:pt x="1099" y="439"/>
                  </a:cubicBezTo>
                  <a:cubicBezTo>
                    <a:pt x="1099" y="439"/>
                    <a:pt x="1099" y="439"/>
                    <a:pt x="1100" y="439"/>
                  </a:cubicBezTo>
                  <a:cubicBezTo>
                    <a:pt x="1100" y="438"/>
                    <a:pt x="1100" y="437"/>
                    <a:pt x="1100" y="437"/>
                  </a:cubicBezTo>
                  <a:cubicBezTo>
                    <a:pt x="1101" y="436"/>
                    <a:pt x="1101" y="436"/>
                    <a:pt x="1101" y="436"/>
                  </a:cubicBezTo>
                  <a:cubicBezTo>
                    <a:pt x="1101" y="434"/>
                    <a:pt x="1102" y="432"/>
                    <a:pt x="1102" y="430"/>
                  </a:cubicBezTo>
                  <a:cubicBezTo>
                    <a:pt x="1102" y="430"/>
                    <a:pt x="1102" y="430"/>
                    <a:pt x="1102" y="430"/>
                  </a:cubicBezTo>
                  <a:cubicBezTo>
                    <a:pt x="1102" y="429"/>
                    <a:pt x="1102" y="428"/>
                    <a:pt x="1103" y="427"/>
                  </a:cubicBezTo>
                  <a:cubicBezTo>
                    <a:pt x="1103" y="427"/>
                    <a:pt x="1103" y="427"/>
                    <a:pt x="1103" y="427"/>
                  </a:cubicBezTo>
                  <a:cubicBezTo>
                    <a:pt x="1103" y="423"/>
                    <a:pt x="1103" y="418"/>
                    <a:pt x="1103" y="414"/>
                  </a:cubicBezTo>
                  <a:cubicBezTo>
                    <a:pt x="1103" y="402"/>
                    <a:pt x="1107" y="389"/>
                    <a:pt x="1107" y="369"/>
                  </a:cubicBezTo>
                  <a:cubicBezTo>
                    <a:pt x="1107" y="349"/>
                    <a:pt x="1120" y="320"/>
                    <a:pt x="1131" y="297"/>
                  </a:cubicBezTo>
                  <a:cubicBezTo>
                    <a:pt x="1142" y="274"/>
                    <a:pt x="1159" y="270"/>
                    <a:pt x="1166" y="260"/>
                  </a:cubicBezTo>
                  <a:cubicBezTo>
                    <a:pt x="1172" y="249"/>
                    <a:pt x="1187" y="246"/>
                    <a:pt x="1203" y="248"/>
                  </a:cubicBezTo>
                  <a:cubicBezTo>
                    <a:pt x="1219" y="249"/>
                    <a:pt x="1215" y="221"/>
                    <a:pt x="1214" y="208"/>
                  </a:cubicBezTo>
                  <a:cubicBezTo>
                    <a:pt x="1212" y="194"/>
                    <a:pt x="1203" y="204"/>
                    <a:pt x="1191" y="201"/>
                  </a:cubicBezTo>
                  <a:cubicBezTo>
                    <a:pt x="1179" y="198"/>
                    <a:pt x="1175" y="186"/>
                    <a:pt x="1182" y="180"/>
                  </a:cubicBezTo>
                  <a:cubicBezTo>
                    <a:pt x="1188" y="173"/>
                    <a:pt x="1183" y="169"/>
                    <a:pt x="1183" y="162"/>
                  </a:cubicBezTo>
                  <a:cubicBezTo>
                    <a:pt x="1183" y="156"/>
                    <a:pt x="1186" y="144"/>
                    <a:pt x="1191" y="140"/>
                  </a:cubicBezTo>
                  <a:cubicBezTo>
                    <a:pt x="1196" y="136"/>
                    <a:pt x="1196" y="132"/>
                    <a:pt x="1188" y="122"/>
                  </a:cubicBezTo>
                  <a:cubicBezTo>
                    <a:pt x="1187" y="121"/>
                    <a:pt x="1186" y="119"/>
                    <a:pt x="1186" y="117"/>
                  </a:cubicBezTo>
                  <a:cubicBezTo>
                    <a:pt x="1186" y="117"/>
                    <a:pt x="1186" y="117"/>
                    <a:pt x="1186" y="117"/>
                  </a:cubicBezTo>
                  <a:cubicBezTo>
                    <a:pt x="1185" y="117"/>
                    <a:pt x="1185" y="117"/>
                    <a:pt x="1184" y="117"/>
                  </a:cubicBezTo>
                  <a:cubicBezTo>
                    <a:pt x="1184" y="117"/>
                    <a:pt x="1184" y="117"/>
                    <a:pt x="1184" y="117"/>
                  </a:cubicBezTo>
                  <a:cubicBezTo>
                    <a:pt x="1184" y="118"/>
                    <a:pt x="1183" y="118"/>
                    <a:pt x="1183" y="118"/>
                  </a:cubicBezTo>
                  <a:cubicBezTo>
                    <a:pt x="1182" y="118"/>
                    <a:pt x="1182" y="118"/>
                    <a:pt x="1182" y="118"/>
                  </a:cubicBezTo>
                  <a:cubicBezTo>
                    <a:pt x="1181" y="118"/>
                    <a:pt x="1181" y="118"/>
                    <a:pt x="1181" y="118"/>
                  </a:cubicBezTo>
                  <a:cubicBezTo>
                    <a:pt x="1180" y="118"/>
                    <a:pt x="1180" y="118"/>
                    <a:pt x="1179" y="118"/>
                  </a:cubicBezTo>
                  <a:cubicBezTo>
                    <a:pt x="1166" y="118"/>
                    <a:pt x="1179" y="98"/>
                    <a:pt x="1156" y="96"/>
                  </a:cubicBezTo>
                  <a:cubicBezTo>
                    <a:pt x="1134" y="93"/>
                    <a:pt x="1132" y="80"/>
                    <a:pt x="1120" y="58"/>
                  </a:cubicBezTo>
                  <a:cubicBezTo>
                    <a:pt x="1108" y="37"/>
                    <a:pt x="1100" y="46"/>
                    <a:pt x="1091" y="58"/>
                  </a:cubicBezTo>
                  <a:cubicBezTo>
                    <a:pt x="1082" y="70"/>
                    <a:pt x="1075" y="65"/>
                    <a:pt x="1063" y="56"/>
                  </a:cubicBezTo>
                  <a:cubicBezTo>
                    <a:pt x="1051" y="46"/>
                    <a:pt x="1046" y="58"/>
                    <a:pt x="1043" y="68"/>
                  </a:cubicBezTo>
                  <a:cubicBezTo>
                    <a:pt x="1040" y="77"/>
                    <a:pt x="1028" y="72"/>
                    <a:pt x="1016" y="72"/>
                  </a:cubicBezTo>
                  <a:cubicBezTo>
                    <a:pt x="1004" y="72"/>
                    <a:pt x="1007" y="60"/>
                    <a:pt x="1000" y="58"/>
                  </a:cubicBezTo>
                  <a:cubicBezTo>
                    <a:pt x="994" y="57"/>
                    <a:pt x="986" y="49"/>
                    <a:pt x="986" y="37"/>
                  </a:cubicBezTo>
                  <a:cubicBezTo>
                    <a:pt x="986" y="25"/>
                    <a:pt x="971" y="30"/>
                    <a:pt x="967" y="18"/>
                  </a:cubicBezTo>
                  <a:cubicBezTo>
                    <a:pt x="967" y="17"/>
                    <a:pt x="966" y="16"/>
                    <a:pt x="965" y="15"/>
                  </a:cubicBezTo>
                  <a:cubicBezTo>
                    <a:pt x="965" y="15"/>
                    <a:pt x="965" y="15"/>
                    <a:pt x="965" y="15"/>
                  </a:cubicBezTo>
                  <a:cubicBezTo>
                    <a:pt x="965" y="14"/>
                    <a:pt x="964" y="13"/>
                    <a:pt x="963" y="12"/>
                  </a:cubicBezTo>
                  <a:cubicBezTo>
                    <a:pt x="963" y="12"/>
                    <a:pt x="963" y="12"/>
                    <a:pt x="963" y="12"/>
                  </a:cubicBezTo>
                  <a:cubicBezTo>
                    <a:pt x="962" y="11"/>
                    <a:pt x="961" y="10"/>
                    <a:pt x="961" y="10"/>
                  </a:cubicBezTo>
                  <a:cubicBezTo>
                    <a:pt x="960" y="10"/>
                    <a:pt x="960" y="10"/>
                    <a:pt x="960" y="10"/>
                  </a:cubicBezTo>
                  <a:cubicBezTo>
                    <a:pt x="959" y="9"/>
                    <a:pt x="958" y="9"/>
                    <a:pt x="957" y="8"/>
                  </a:cubicBezTo>
                  <a:cubicBezTo>
                    <a:pt x="956" y="8"/>
                    <a:pt x="956" y="8"/>
                    <a:pt x="956" y="8"/>
                  </a:cubicBezTo>
                  <a:cubicBezTo>
                    <a:pt x="955" y="8"/>
                    <a:pt x="955" y="8"/>
                    <a:pt x="955" y="8"/>
                  </a:cubicBezTo>
                  <a:cubicBezTo>
                    <a:pt x="954" y="8"/>
                    <a:pt x="954" y="8"/>
                    <a:pt x="954" y="8"/>
                  </a:cubicBezTo>
                  <a:cubicBezTo>
                    <a:pt x="953" y="8"/>
                    <a:pt x="953" y="8"/>
                    <a:pt x="953" y="8"/>
                  </a:cubicBezTo>
                  <a:cubicBezTo>
                    <a:pt x="952" y="8"/>
                    <a:pt x="952" y="8"/>
                    <a:pt x="952" y="8"/>
                  </a:cubicBezTo>
                  <a:cubicBezTo>
                    <a:pt x="951" y="8"/>
                    <a:pt x="951" y="8"/>
                    <a:pt x="951" y="8"/>
                  </a:cubicBezTo>
                  <a:cubicBezTo>
                    <a:pt x="950" y="9"/>
                    <a:pt x="950" y="9"/>
                    <a:pt x="950" y="9"/>
                  </a:cubicBezTo>
                  <a:cubicBezTo>
                    <a:pt x="949" y="9"/>
                    <a:pt x="949" y="9"/>
                    <a:pt x="949" y="9"/>
                  </a:cubicBezTo>
                  <a:cubicBezTo>
                    <a:pt x="948" y="10"/>
                    <a:pt x="948" y="10"/>
                    <a:pt x="948" y="10"/>
                  </a:cubicBezTo>
                  <a:cubicBezTo>
                    <a:pt x="947" y="10"/>
                    <a:pt x="947" y="10"/>
                    <a:pt x="947" y="10"/>
                  </a:cubicBezTo>
                  <a:cubicBezTo>
                    <a:pt x="946" y="11"/>
                    <a:pt x="946" y="11"/>
                    <a:pt x="946" y="11"/>
                  </a:cubicBezTo>
                  <a:cubicBezTo>
                    <a:pt x="946" y="11"/>
                    <a:pt x="945" y="11"/>
                    <a:pt x="945" y="12"/>
                  </a:cubicBezTo>
                  <a:cubicBezTo>
                    <a:pt x="945" y="12"/>
                    <a:pt x="944" y="12"/>
                    <a:pt x="944" y="13"/>
                  </a:cubicBezTo>
                  <a:cubicBezTo>
                    <a:pt x="944" y="13"/>
                    <a:pt x="944" y="13"/>
                    <a:pt x="943" y="13"/>
                  </a:cubicBezTo>
                  <a:cubicBezTo>
                    <a:pt x="943" y="14"/>
                    <a:pt x="942" y="15"/>
                    <a:pt x="942" y="16"/>
                  </a:cubicBezTo>
                  <a:cubicBezTo>
                    <a:pt x="934" y="28"/>
                    <a:pt x="923" y="22"/>
                    <a:pt x="907" y="24"/>
                  </a:cubicBezTo>
                  <a:cubicBezTo>
                    <a:pt x="891" y="25"/>
                    <a:pt x="895" y="16"/>
                    <a:pt x="876" y="12"/>
                  </a:cubicBezTo>
                  <a:cubicBezTo>
                    <a:pt x="858" y="8"/>
                    <a:pt x="863" y="8"/>
                    <a:pt x="859" y="4"/>
                  </a:cubicBezTo>
                  <a:cubicBezTo>
                    <a:pt x="855" y="0"/>
                    <a:pt x="838" y="1"/>
                    <a:pt x="838" y="12"/>
                  </a:cubicBezTo>
                  <a:cubicBezTo>
                    <a:pt x="838" y="22"/>
                    <a:pt x="828" y="18"/>
                    <a:pt x="822" y="26"/>
                  </a:cubicBezTo>
                  <a:cubicBezTo>
                    <a:pt x="815" y="34"/>
                    <a:pt x="802" y="37"/>
                    <a:pt x="798" y="32"/>
                  </a:cubicBezTo>
                  <a:cubicBezTo>
                    <a:pt x="794" y="26"/>
                    <a:pt x="788" y="18"/>
                    <a:pt x="776" y="17"/>
                  </a:cubicBezTo>
                  <a:cubicBezTo>
                    <a:pt x="764" y="16"/>
                    <a:pt x="770" y="28"/>
                    <a:pt x="754" y="29"/>
                  </a:cubicBezTo>
                  <a:cubicBezTo>
                    <a:pt x="738" y="30"/>
                    <a:pt x="743" y="34"/>
                    <a:pt x="727" y="45"/>
                  </a:cubicBezTo>
                  <a:cubicBezTo>
                    <a:pt x="711" y="56"/>
                    <a:pt x="708" y="48"/>
                    <a:pt x="694" y="40"/>
                  </a:cubicBezTo>
                  <a:cubicBezTo>
                    <a:pt x="679" y="32"/>
                    <a:pt x="663" y="50"/>
                    <a:pt x="662" y="68"/>
                  </a:cubicBezTo>
                  <a:cubicBezTo>
                    <a:pt x="660" y="85"/>
                    <a:pt x="643" y="88"/>
                    <a:pt x="623" y="78"/>
                  </a:cubicBezTo>
                  <a:cubicBezTo>
                    <a:pt x="603" y="69"/>
                    <a:pt x="604" y="77"/>
                    <a:pt x="583" y="74"/>
                  </a:cubicBezTo>
                  <a:cubicBezTo>
                    <a:pt x="562" y="72"/>
                    <a:pt x="562" y="66"/>
                    <a:pt x="547" y="66"/>
                  </a:cubicBezTo>
                  <a:cubicBezTo>
                    <a:pt x="532" y="66"/>
                    <a:pt x="526" y="64"/>
                    <a:pt x="522" y="52"/>
                  </a:cubicBezTo>
                  <a:cubicBezTo>
                    <a:pt x="518" y="40"/>
                    <a:pt x="510" y="34"/>
                    <a:pt x="495" y="21"/>
                  </a:cubicBezTo>
                  <a:cubicBezTo>
                    <a:pt x="480" y="8"/>
                    <a:pt x="452" y="14"/>
                    <a:pt x="443" y="29"/>
                  </a:cubicBezTo>
                  <a:cubicBezTo>
                    <a:pt x="434" y="44"/>
                    <a:pt x="443" y="42"/>
                    <a:pt x="416" y="56"/>
                  </a:cubicBezTo>
                  <a:cubicBezTo>
                    <a:pt x="390" y="69"/>
                    <a:pt x="407" y="77"/>
                    <a:pt x="410" y="93"/>
                  </a:cubicBezTo>
                  <a:cubicBezTo>
                    <a:pt x="410" y="94"/>
                    <a:pt x="410" y="96"/>
                    <a:pt x="410" y="97"/>
                  </a:cubicBezTo>
                  <a:cubicBezTo>
                    <a:pt x="410" y="98"/>
                    <a:pt x="410" y="98"/>
                    <a:pt x="410" y="98"/>
                  </a:cubicBezTo>
                  <a:cubicBezTo>
                    <a:pt x="411" y="100"/>
                    <a:pt x="411" y="103"/>
                    <a:pt x="411" y="105"/>
                  </a:cubicBezTo>
                  <a:cubicBezTo>
                    <a:pt x="411" y="106"/>
                    <a:pt x="411" y="106"/>
                    <a:pt x="411" y="106"/>
                  </a:cubicBezTo>
                  <a:cubicBezTo>
                    <a:pt x="411" y="108"/>
                    <a:pt x="410" y="110"/>
                    <a:pt x="410" y="112"/>
                  </a:cubicBezTo>
                  <a:cubicBezTo>
                    <a:pt x="410" y="113"/>
                    <a:pt x="410" y="113"/>
                    <a:pt x="410" y="113"/>
                  </a:cubicBezTo>
                  <a:cubicBezTo>
                    <a:pt x="409" y="115"/>
                    <a:pt x="409" y="116"/>
                    <a:pt x="408" y="118"/>
                  </a:cubicBezTo>
                  <a:cubicBezTo>
                    <a:pt x="408" y="118"/>
                    <a:pt x="408" y="118"/>
                    <a:pt x="407" y="118"/>
                  </a:cubicBezTo>
                  <a:cubicBezTo>
                    <a:pt x="407" y="119"/>
                    <a:pt x="407" y="120"/>
                    <a:pt x="406" y="120"/>
                  </a:cubicBezTo>
                  <a:cubicBezTo>
                    <a:pt x="408" y="128"/>
                    <a:pt x="408" y="136"/>
                    <a:pt x="408" y="142"/>
                  </a:cubicBezTo>
                  <a:cubicBezTo>
                    <a:pt x="408" y="154"/>
                    <a:pt x="406" y="165"/>
                    <a:pt x="384" y="184"/>
                  </a:cubicBezTo>
                  <a:cubicBezTo>
                    <a:pt x="363" y="202"/>
                    <a:pt x="370" y="217"/>
                    <a:pt x="368" y="246"/>
                  </a:cubicBezTo>
                  <a:cubicBezTo>
                    <a:pt x="367" y="276"/>
                    <a:pt x="351" y="304"/>
                    <a:pt x="338" y="328"/>
                  </a:cubicBezTo>
                  <a:cubicBezTo>
                    <a:pt x="324" y="352"/>
                    <a:pt x="316" y="364"/>
                    <a:pt x="311" y="388"/>
                  </a:cubicBezTo>
                  <a:cubicBezTo>
                    <a:pt x="306" y="412"/>
                    <a:pt x="286" y="436"/>
                    <a:pt x="266" y="453"/>
                  </a:cubicBezTo>
                  <a:cubicBezTo>
                    <a:pt x="246" y="470"/>
                    <a:pt x="255" y="509"/>
                    <a:pt x="255" y="529"/>
                  </a:cubicBezTo>
                  <a:cubicBezTo>
                    <a:pt x="255" y="549"/>
                    <a:pt x="256" y="562"/>
                    <a:pt x="246" y="580"/>
                  </a:cubicBezTo>
                  <a:cubicBezTo>
                    <a:pt x="235" y="597"/>
                    <a:pt x="228" y="593"/>
                    <a:pt x="210" y="596"/>
                  </a:cubicBezTo>
                  <a:cubicBezTo>
                    <a:pt x="191" y="598"/>
                    <a:pt x="204" y="613"/>
                    <a:pt x="211" y="620"/>
                  </a:cubicBezTo>
                  <a:cubicBezTo>
                    <a:pt x="218" y="626"/>
                    <a:pt x="218" y="632"/>
                    <a:pt x="216" y="641"/>
                  </a:cubicBezTo>
                  <a:cubicBezTo>
                    <a:pt x="215" y="650"/>
                    <a:pt x="200" y="640"/>
                    <a:pt x="180" y="636"/>
                  </a:cubicBezTo>
                  <a:cubicBezTo>
                    <a:pt x="160" y="632"/>
                    <a:pt x="172" y="642"/>
                    <a:pt x="160" y="656"/>
                  </a:cubicBezTo>
                  <a:cubicBezTo>
                    <a:pt x="148" y="669"/>
                    <a:pt x="143" y="656"/>
                    <a:pt x="143" y="644"/>
                  </a:cubicBezTo>
                  <a:cubicBezTo>
                    <a:pt x="143" y="632"/>
                    <a:pt x="143" y="628"/>
                    <a:pt x="122" y="624"/>
                  </a:cubicBezTo>
                  <a:cubicBezTo>
                    <a:pt x="100" y="620"/>
                    <a:pt x="108" y="628"/>
                    <a:pt x="88" y="645"/>
                  </a:cubicBezTo>
                  <a:cubicBezTo>
                    <a:pt x="68" y="662"/>
                    <a:pt x="78" y="654"/>
                    <a:pt x="60" y="649"/>
                  </a:cubicBezTo>
                  <a:cubicBezTo>
                    <a:pt x="59" y="649"/>
                    <a:pt x="58" y="648"/>
                    <a:pt x="58" y="648"/>
                  </a:cubicBezTo>
                  <a:cubicBezTo>
                    <a:pt x="57" y="648"/>
                    <a:pt x="57" y="648"/>
                    <a:pt x="57" y="648"/>
                  </a:cubicBezTo>
                  <a:cubicBezTo>
                    <a:pt x="56" y="648"/>
                    <a:pt x="56" y="648"/>
                    <a:pt x="55" y="647"/>
                  </a:cubicBezTo>
                  <a:cubicBezTo>
                    <a:pt x="55" y="647"/>
                    <a:pt x="55" y="647"/>
                    <a:pt x="55" y="647"/>
                  </a:cubicBezTo>
                  <a:cubicBezTo>
                    <a:pt x="54" y="647"/>
                    <a:pt x="54" y="647"/>
                    <a:pt x="54" y="647"/>
                  </a:cubicBezTo>
                  <a:cubicBezTo>
                    <a:pt x="53" y="647"/>
                    <a:pt x="53" y="646"/>
                    <a:pt x="53" y="646"/>
                  </a:cubicBezTo>
                  <a:cubicBezTo>
                    <a:pt x="53" y="646"/>
                    <a:pt x="53" y="646"/>
                    <a:pt x="52" y="646"/>
                  </a:cubicBezTo>
                  <a:cubicBezTo>
                    <a:pt x="52" y="646"/>
                    <a:pt x="52" y="646"/>
                    <a:pt x="52" y="646"/>
                  </a:cubicBezTo>
                  <a:cubicBezTo>
                    <a:pt x="51" y="645"/>
                    <a:pt x="51" y="645"/>
                    <a:pt x="50" y="644"/>
                  </a:cubicBezTo>
                  <a:cubicBezTo>
                    <a:pt x="50" y="644"/>
                    <a:pt x="50" y="644"/>
                    <a:pt x="50" y="644"/>
                  </a:cubicBezTo>
                  <a:cubicBezTo>
                    <a:pt x="49" y="643"/>
                    <a:pt x="50" y="641"/>
                    <a:pt x="48" y="637"/>
                  </a:cubicBezTo>
                  <a:cubicBezTo>
                    <a:pt x="48" y="637"/>
                    <a:pt x="48" y="637"/>
                    <a:pt x="48" y="637"/>
                  </a:cubicBezTo>
                  <a:cubicBezTo>
                    <a:pt x="44" y="643"/>
                    <a:pt x="42" y="651"/>
                    <a:pt x="39" y="656"/>
                  </a:cubicBezTo>
                  <a:cubicBezTo>
                    <a:pt x="35" y="662"/>
                    <a:pt x="26" y="665"/>
                    <a:pt x="22" y="670"/>
                  </a:cubicBezTo>
                  <a:cubicBezTo>
                    <a:pt x="18" y="674"/>
                    <a:pt x="19" y="693"/>
                    <a:pt x="18" y="708"/>
                  </a:cubicBezTo>
                  <a:cubicBezTo>
                    <a:pt x="17" y="717"/>
                    <a:pt x="8" y="719"/>
                    <a:pt x="0" y="719"/>
                  </a:cubicBezTo>
                  <a:cubicBezTo>
                    <a:pt x="0" y="723"/>
                    <a:pt x="0" y="726"/>
                    <a:pt x="0" y="729"/>
                  </a:cubicBezTo>
                  <a:cubicBezTo>
                    <a:pt x="13" y="726"/>
                    <a:pt x="44" y="720"/>
                    <a:pt x="62" y="720"/>
                  </a:cubicBezTo>
                  <a:cubicBezTo>
                    <a:pt x="84" y="720"/>
                    <a:pt x="131" y="718"/>
                    <a:pt x="156" y="720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32" name="Freeform 131">
              <a:extLst>
                <a:ext uri="{FF2B5EF4-FFF2-40B4-BE49-F238E27FC236}">
                  <a16:creationId xmlns:a16="http://schemas.microsoft.com/office/drawing/2014/main" id="{7A64C539-EAEF-EB66-1159-435AF42936BC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2600" y="2916238"/>
              <a:ext cx="57150" cy="90488"/>
            </a:xfrm>
            <a:custGeom>
              <a:avLst/>
              <a:gdLst>
                <a:gd name="T0" fmla="*/ 33 w 63"/>
                <a:gd name="T1" fmla="*/ 88 h 99"/>
                <a:gd name="T2" fmla="*/ 37 w 63"/>
                <a:gd name="T3" fmla="*/ 50 h 99"/>
                <a:gd name="T4" fmla="*/ 54 w 63"/>
                <a:gd name="T5" fmla="*/ 36 h 99"/>
                <a:gd name="T6" fmla="*/ 63 w 63"/>
                <a:gd name="T7" fmla="*/ 17 h 99"/>
                <a:gd name="T8" fmla="*/ 63 w 63"/>
                <a:gd name="T9" fmla="*/ 17 h 99"/>
                <a:gd name="T10" fmla="*/ 62 w 63"/>
                <a:gd name="T11" fmla="*/ 15 h 99"/>
                <a:gd name="T12" fmla="*/ 61 w 63"/>
                <a:gd name="T13" fmla="*/ 14 h 99"/>
                <a:gd name="T14" fmla="*/ 61 w 63"/>
                <a:gd name="T15" fmla="*/ 13 h 99"/>
                <a:gd name="T16" fmla="*/ 59 w 63"/>
                <a:gd name="T17" fmla="*/ 12 h 99"/>
                <a:gd name="T18" fmla="*/ 25 w 63"/>
                <a:gd name="T19" fmla="*/ 26 h 99"/>
                <a:gd name="T20" fmla="*/ 0 w 63"/>
                <a:gd name="T21" fmla="*/ 43 h 99"/>
                <a:gd name="T22" fmla="*/ 2 w 63"/>
                <a:gd name="T23" fmla="*/ 46 h 99"/>
                <a:gd name="T24" fmla="*/ 15 w 63"/>
                <a:gd name="T25" fmla="*/ 87 h 99"/>
                <a:gd name="T26" fmla="*/ 15 w 63"/>
                <a:gd name="T27" fmla="*/ 99 h 99"/>
                <a:gd name="T28" fmla="*/ 33 w 63"/>
                <a:gd name="T29" fmla="*/ 88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3" h="99">
                  <a:moveTo>
                    <a:pt x="33" y="88"/>
                  </a:moveTo>
                  <a:cubicBezTo>
                    <a:pt x="34" y="73"/>
                    <a:pt x="33" y="54"/>
                    <a:pt x="37" y="50"/>
                  </a:cubicBezTo>
                  <a:cubicBezTo>
                    <a:pt x="41" y="45"/>
                    <a:pt x="50" y="42"/>
                    <a:pt x="54" y="36"/>
                  </a:cubicBezTo>
                  <a:cubicBezTo>
                    <a:pt x="57" y="31"/>
                    <a:pt x="59" y="23"/>
                    <a:pt x="63" y="17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3" y="16"/>
                    <a:pt x="62" y="16"/>
                    <a:pt x="62" y="15"/>
                  </a:cubicBezTo>
                  <a:cubicBezTo>
                    <a:pt x="62" y="15"/>
                    <a:pt x="62" y="14"/>
                    <a:pt x="61" y="14"/>
                  </a:cubicBezTo>
                  <a:cubicBezTo>
                    <a:pt x="61" y="14"/>
                    <a:pt x="61" y="14"/>
                    <a:pt x="61" y="13"/>
                  </a:cubicBezTo>
                  <a:cubicBezTo>
                    <a:pt x="60" y="13"/>
                    <a:pt x="60" y="12"/>
                    <a:pt x="59" y="12"/>
                  </a:cubicBezTo>
                  <a:cubicBezTo>
                    <a:pt x="49" y="0"/>
                    <a:pt x="39" y="16"/>
                    <a:pt x="25" y="26"/>
                  </a:cubicBezTo>
                  <a:cubicBezTo>
                    <a:pt x="18" y="31"/>
                    <a:pt x="8" y="38"/>
                    <a:pt x="0" y="43"/>
                  </a:cubicBezTo>
                  <a:cubicBezTo>
                    <a:pt x="1" y="44"/>
                    <a:pt x="1" y="45"/>
                    <a:pt x="2" y="46"/>
                  </a:cubicBezTo>
                  <a:cubicBezTo>
                    <a:pt x="11" y="59"/>
                    <a:pt x="15" y="67"/>
                    <a:pt x="15" y="87"/>
                  </a:cubicBezTo>
                  <a:cubicBezTo>
                    <a:pt x="15" y="92"/>
                    <a:pt x="15" y="95"/>
                    <a:pt x="15" y="99"/>
                  </a:cubicBezTo>
                  <a:cubicBezTo>
                    <a:pt x="23" y="99"/>
                    <a:pt x="32" y="97"/>
                    <a:pt x="33" y="88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33" name="Freeform 132">
              <a:extLst>
                <a:ext uri="{FF2B5EF4-FFF2-40B4-BE49-F238E27FC236}">
                  <a16:creationId xmlns:a16="http://schemas.microsoft.com/office/drawing/2014/main" id="{40C7FA30-F742-C36B-8BD3-0EF2C7259AC9}"/>
                </a:ext>
              </a:extLst>
            </p:cNvPr>
            <p:cNvSpPr>
              <a:spLocks/>
            </p:cNvSpPr>
            <p:nvPr/>
          </p:nvSpPr>
          <p:spPr bwMode="auto">
            <a:xfrm>
              <a:off x="5502275" y="1792288"/>
              <a:ext cx="890588" cy="685800"/>
            </a:xfrm>
            <a:custGeom>
              <a:avLst/>
              <a:gdLst>
                <a:gd name="T0" fmla="*/ 226 w 981"/>
                <a:gd name="T1" fmla="*/ 62 h 754"/>
                <a:gd name="T2" fmla="*/ 226 w 981"/>
                <a:gd name="T3" fmla="*/ 68 h 754"/>
                <a:gd name="T4" fmla="*/ 225 w 981"/>
                <a:gd name="T5" fmla="*/ 77 h 754"/>
                <a:gd name="T6" fmla="*/ 224 w 981"/>
                <a:gd name="T7" fmla="*/ 82 h 754"/>
                <a:gd name="T8" fmla="*/ 220 w 981"/>
                <a:gd name="T9" fmla="*/ 89 h 754"/>
                <a:gd name="T10" fmla="*/ 165 w 981"/>
                <a:gd name="T11" fmla="*/ 168 h 754"/>
                <a:gd name="T12" fmla="*/ 129 w 981"/>
                <a:gd name="T13" fmla="*/ 248 h 754"/>
                <a:gd name="T14" fmla="*/ 93 w 981"/>
                <a:gd name="T15" fmla="*/ 273 h 754"/>
                <a:gd name="T16" fmla="*/ 77 w 981"/>
                <a:gd name="T17" fmla="*/ 345 h 754"/>
                <a:gd name="T18" fmla="*/ 16 w 981"/>
                <a:gd name="T19" fmla="*/ 425 h 754"/>
                <a:gd name="T20" fmla="*/ 38 w 981"/>
                <a:gd name="T21" fmla="*/ 468 h 754"/>
                <a:gd name="T22" fmla="*/ 93 w 981"/>
                <a:gd name="T23" fmla="*/ 519 h 754"/>
                <a:gd name="T24" fmla="*/ 158 w 981"/>
                <a:gd name="T25" fmla="*/ 616 h 754"/>
                <a:gd name="T26" fmla="*/ 183 w 981"/>
                <a:gd name="T27" fmla="*/ 669 h 754"/>
                <a:gd name="T28" fmla="*/ 185 w 981"/>
                <a:gd name="T29" fmla="*/ 670 h 754"/>
                <a:gd name="T30" fmla="*/ 186 w 981"/>
                <a:gd name="T31" fmla="*/ 671 h 754"/>
                <a:gd name="T32" fmla="*/ 187 w 981"/>
                <a:gd name="T33" fmla="*/ 672 h 754"/>
                <a:gd name="T34" fmla="*/ 189 w 981"/>
                <a:gd name="T35" fmla="*/ 674 h 754"/>
                <a:gd name="T36" fmla="*/ 190 w 981"/>
                <a:gd name="T37" fmla="*/ 676 h 754"/>
                <a:gd name="T38" fmla="*/ 193 w 981"/>
                <a:gd name="T39" fmla="*/ 678 h 754"/>
                <a:gd name="T40" fmla="*/ 195 w 981"/>
                <a:gd name="T41" fmla="*/ 679 h 754"/>
                <a:gd name="T42" fmla="*/ 199 w 981"/>
                <a:gd name="T43" fmla="*/ 680 h 754"/>
                <a:gd name="T44" fmla="*/ 203 w 981"/>
                <a:gd name="T45" fmla="*/ 681 h 754"/>
                <a:gd name="T46" fmla="*/ 330 w 981"/>
                <a:gd name="T47" fmla="*/ 729 h 754"/>
                <a:gd name="T48" fmla="*/ 470 w 981"/>
                <a:gd name="T49" fmla="*/ 704 h 754"/>
                <a:gd name="T50" fmla="*/ 537 w 981"/>
                <a:gd name="T51" fmla="*/ 710 h 754"/>
                <a:gd name="T52" fmla="*/ 565 w 981"/>
                <a:gd name="T53" fmla="*/ 713 h 754"/>
                <a:gd name="T54" fmla="*/ 571 w 981"/>
                <a:gd name="T55" fmla="*/ 712 h 754"/>
                <a:gd name="T56" fmla="*/ 576 w 981"/>
                <a:gd name="T57" fmla="*/ 708 h 754"/>
                <a:gd name="T58" fmla="*/ 716 w 981"/>
                <a:gd name="T59" fmla="*/ 648 h 754"/>
                <a:gd name="T60" fmla="*/ 929 w 981"/>
                <a:gd name="T61" fmla="*/ 490 h 754"/>
                <a:gd name="T62" fmla="*/ 716 w 981"/>
                <a:gd name="T63" fmla="*/ 390 h 754"/>
                <a:gd name="T64" fmla="*/ 629 w 981"/>
                <a:gd name="T65" fmla="*/ 273 h 754"/>
                <a:gd name="T66" fmla="*/ 636 w 981"/>
                <a:gd name="T67" fmla="*/ 266 h 754"/>
                <a:gd name="T68" fmla="*/ 639 w 981"/>
                <a:gd name="T69" fmla="*/ 262 h 754"/>
                <a:gd name="T70" fmla="*/ 642 w 981"/>
                <a:gd name="T71" fmla="*/ 256 h 754"/>
                <a:gd name="T72" fmla="*/ 644 w 981"/>
                <a:gd name="T73" fmla="*/ 252 h 754"/>
                <a:gd name="T74" fmla="*/ 623 w 981"/>
                <a:gd name="T75" fmla="*/ 249 h 754"/>
                <a:gd name="T76" fmla="*/ 573 w 981"/>
                <a:gd name="T77" fmla="*/ 258 h 754"/>
                <a:gd name="T78" fmla="*/ 600 w 981"/>
                <a:gd name="T79" fmla="*/ 176 h 754"/>
                <a:gd name="T80" fmla="*/ 563 w 981"/>
                <a:gd name="T81" fmla="*/ 114 h 754"/>
                <a:gd name="T82" fmla="*/ 494 w 981"/>
                <a:gd name="T83" fmla="*/ 51 h 754"/>
                <a:gd name="T84" fmla="*/ 401 w 981"/>
                <a:gd name="T85" fmla="*/ 30 h 754"/>
                <a:gd name="T86" fmla="*/ 330 w 981"/>
                <a:gd name="T87" fmla="*/ 13 h 754"/>
                <a:gd name="T88" fmla="*/ 299 w 981"/>
                <a:gd name="T89" fmla="*/ 60 h 754"/>
                <a:gd name="T90" fmla="*/ 261 w 981"/>
                <a:gd name="T91" fmla="*/ 43 h 754"/>
                <a:gd name="T92" fmla="*/ 226 w 981"/>
                <a:gd name="T93" fmla="*/ 57 h 7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981" h="754">
                  <a:moveTo>
                    <a:pt x="226" y="57"/>
                  </a:moveTo>
                  <a:cubicBezTo>
                    <a:pt x="226" y="57"/>
                    <a:pt x="226" y="57"/>
                    <a:pt x="226" y="57"/>
                  </a:cubicBezTo>
                  <a:cubicBezTo>
                    <a:pt x="226" y="59"/>
                    <a:pt x="226" y="60"/>
                    <a:pt x="226" y="62"/>
                  </a:cubicBezTo>
                  <a:cubicBezTo>
                    <a:pt x="226" y="62"/>
                    <a:pt x="226" y="62"/>
                    <a:pt x="226" y="62"/>
                  </a:cubicBezTo>
                  <a:cubicBezTo>
                    <a:pt x="226" y="64"/>
                    <a:pt x="226" y="65"/>
                    <a:pt x="226" y="67"/>
                  </a:cubicBezTo>
                  <a:cubicBezTo>
                    <a:pt x="226" y="67"/>
                    <a:pt x="226" y="67"/>
                    <a:pt x="226" y="68"/>
                  </a:cubicBezTo>
                  <a:cubicBezTo>
                    <a:pt x="226" y="69"/>
                    <a:pt x="226" y="70"/>
                    <a:pt x="226" y="72"/>
                  </a:cubicBezTo>
                  <a:cubicBezTo>
                    <a:pt x="225" y="72"/>
                    <a:pt x="225" y="72"/>
                    <a:pt x="225" y="72"/>
                  </a:cubicBezTo>
                  <a:cubicBezTo>
                    <a:pt x="225" y="74"/>
                    <a:pt x="225" y="75"/>
                    <a:pt x="225" y="77"/>
                  </a:cubicBezTo>
                  <a:cubicBezTo>
                    <a:pt x="225" y="77"/>
                    <a:pt x="225" y="77"/>
                    <a:pt x="225" y="78"/>
                  </a:cubicBezTo>
                  <a:cubicBezTo>
                    <a:pt x="224" y="79"/>
                    <a:pt x="224" y="80"/>
                    <a:pt x="224" y="81"/>
                  </a:cubicBezTo>
                  <a:cubicBezTo>
                    <a:pt x="224" y="81"/>
                    <a:pt x="224" y="81"/>
                    <a:pt x="224" y="82"/>
                  </a:cubicBezTo>
                  <a:cubicBezTo>
                    <a:pt x="223" y="83"/>
                    <a:pt x="223" y="84"/>
                    <a:pt x="222" y="85"/>
                  </a:cubicBezTo>
                  <a:cubicBezTo>
                    <a:pt x="222" y="86"/>
                    <a:pt x="222" y="86"/>
                    <a:pt x="222" y="86"/>
                  </a:cubicBezTo>
                  <a:cubicBezTo>
                    <a:pt x="221" y="87"/>
                    <a:pt x="221" y="88"/>
                    <a:pt x="220" y="89"/>
                  </a:cubicBezTo>
                  <a:cubicBezTo>
                    <a:pt x="212" y="100"/>
                    <a:pt x="213" y="106"/>
                    <a:pt x="211" y="117"/>
                  </a:cubicBezTo>
                  <a:cubicBezTo>
                    <a:pt x="209" y="128"/>
                    <a:pt x="215" y="148"/>
                    <a:pt x="199" y="148"/>
                  </a:cubicBezTo>
                  <a:cubicBezTo>
                    <a:pt x="183" y="148"/>
                    <a:pt x="173" y="150"/>
                    <a:pt x="165" y="168"/>
                  </a:cubicBezTo>
                  <a:cubicBezTo>
                    <a:pt x="157" y="186"/>
                    <a:pt x="153" y="201"/>
                    <a:pt x="145" y="206"/>
                  </a:cubicBezTo>
                  <a:cubicBezTo>
                    <a:pt x="137" y="211"/>
                    <a:pt x="134" y="219"/>
                    <a:pt x="135" y="227"/>
                  </a:cubicBezTo>
                  <a:cubicBezTo>
                    <a:pt x="136" y="235"/>
                    <a:pt x="125" y="239"/>
                    <a:pt x="129" y="248"/>
                  </a:cubicBezTo>
                  <a:cubicBezTo>
                    <a:pt x="133" y="257"/>
                    <a:pt x="139" y="270"/>
                    <a:pt x="126" y="276"/>
                  </a:cubicBezTo>
                  <a:cubicBezTo>
                    <a:pt x="113" y="282"/>
                    <a:pt x="122" y="265"/>
                    <a:pt x="111" y="264"/>
                  </a:cubicBezTo>
                  <a:cubicBezTo>
                    <a:pt x="100" y="263"/>
                    <a:pt x="95" y="269"/>
                    <a:pt x="93" y="273"/>
                  </a:cubicBezTo>
                  <a:cubicBezTo>
                    <a:pt x="91" y="277"/>
                    <a:pt x="84" y="287"/>
                    <a:pt x="88" y="294"/>
                  </a:cubicBezTo>
                  <a:cubicBezTo>
                    <a:pt x="92" y="301"/>
                    <a:pt x="97" y="307"/>
                    <a:pt x="89" y="315"/>
                  </a:cubicBezTo>
                  <a:cubicBezTo>
                    <a:pt x="81" y="323"/>
                    <a:pt x="76" y="329"/>
                    <a:pt x="77" y="345"/>
                  </a:cubicBezTo>
                  <a:cubicBezTo>
                    <a:pt x="78" y="361"/>
                    <a:pt x="83" y="408"/>
                    <a:pt x="75" y="416"/>
                  </a:cubicBezTo>
                  <a:cubicBezTo>
                    <a:pt x="67" y="424"/>
                    <a:pt x="54" y="429"/>
                    <a:pt x="42" y="423"/>
                  </a:cubicBezTo>
                  <a:cubicBezTo>
                    <a:pt x="30" y="417"/>
                    <a:pt x="19" y="416"/>
                    <a:pt x="16" y="425"/>
                  </a:cubicBezTo>
                  <a:cubicBezTo>
                    <a:pt x="13" y="434"/>
                    <a:pt x="18" y="443"/>
                    <a:pt x="9" y="448"/>
                  </a:cubicBezTo>
                  <a:cubicBezTo>
                    <a:pt x="0" y="453"/>
                    <a:pt x="6" y="466"/>
                    <a:pt x="16" y="466"/>
                  </a:cubicBezTo>
                  <a:cubicBezTo>
                    <a:pt x="26" y="466"/>
                    <a:pt x="34" y="465"/>
                    <a:pt x="38" y="468"/>
                  </a:cubicBezTo>
                  <a:cubicBezTo>
                    <a:pt x="42" y="471"/>
                    <a:pt x="41" y="481"/>
                    <a:pt x="53" y="481"/>
                  </a:cubicBezTo>
                  <a:cubicBezTo>
                    <a:pt x="65" y="481"/>
                    <a:pt x="66" y="486"/>
                    <a:pt x="68" y="495"/>
                  </a:cubicBezTo>
                  <a:cubicBezTo>
                    <a:pt x="70" y="504"/>
                    <a:pt x="79" y="515"/>
                    <a:pt x="93" y="519"/>
                  </a:cubicBezTo>
                  <a:cubicBezTo>
                    <a:pt x="107" y="523"/>
                    <a:pt x="121" y="541"/>
                    <a:pt x="126" y="557"/>
                  </a:cubicBezTo>
                  <a:cubicBezTo>
                    <a:pt x="131" y="573"/>
                    <a:pt x="133" y="594"/>
                    <a:pt x="138" y="601"/>
                  </a:cubicBezTo>
                  <a:cubicBezTo>
                    <a:pt x="143" y="608"/>
                    <a:pt x="139" y="613"/>
                    <a:pt x="158" y="616"/>
                  </a:cubicBezTo>
                  <a:cubicBezTo>
                    <a:pt x="177" y="619"/>
                    <a:pt x="184" y="619"/>
                    <a:pt x="184" y="630"/>
                  </a:cubicBezTo>
                  <a:cubicBezTo>
                    <a:pt x="184" y="637"/>
                    <a:pt x="184" y="657"/>
                    <a:pt x="183" y="669"/>
                  </a:cubicBezTo>
                  <a:cubicBezTo>
                    <a:pt x="183" y="669"/>
                    <a:pt x="183" y="669"/>
                    <a:pt x="183" y="669"/>
                  </a:cubicBezTo>
                  <a:cubicBezTo>
                    <a:pt x="184" y="669"/>
                    <a:pt x="184" y="669"/>
                    <a:pt x="184" y="669"/>
                  </a:cubicBezTo>
                  <a:cubicBezTo>
                    <a:pt x="184" y="669"/>
                    <a:pt x="184" y="669"/>
                    <a:pt x="184" y="669"/>
                  </a:cubicBezTo>
                  <a:cubicBezTo>
                    <a:pt x="184" y="669"/>
                    <a:pt x="185" y="669"/>
                    <a:pt x="185" y="670"/>
                  </a:cubicBezTo>
                  <a:cubicBezTo>
                    <a:pt x="185" y="670"/>
                    <a:pt x="185" y="670"/>
                    <a:pt x="185" y="670"/>
                  </a:cubicBezTo>
                  <a:cubicBezTo>
                    <a:pt x="185" y="670"/>
                    <a:pt x="185" y="670"/>
                    <a:pt x="185" y="670"/>
                  </a:cubicBezTo>
                  <a:cubicBezTo>
                    <a:pt x="186" y="670"/>
                    <a:pt x="186" y="671"/>
                    <a:pt x="186" y="671"/>
                  </a:cubicBezTo>
                  <a:cubicBezTo>
                    <a:pt x="186" y="671"/>
                    <a:pt x="186" y="671"/>
                    <a:pt x="186" y="671"/>
                  </a:cubicBezTo>
                  <a:cubicBezTo>
                    <a:pt x="187" y="672"/>
                    <a:pt x="187" y="672"/>
                    <a:pt x="187" y="672"/>
                  </a:cubicBezTo>
                  <a:cubicBezTo>
                    <a:pt x="187" y="672"/>
                    <a:pt x="187" y="672"/>
                    <a:pt x="187" y="672"/>
                  </a:cubicBezTo>
                  <a:cubicBezTo>
                    <a:pt x="187" y="673"/>
                    <a:pt x="187" y="673"/>
                    <a:pt x="188" y="673"/>
                  </a:cubicBezTo>
                  <a:cubicBezTo>
                    <a:pt x="188" y="673"/>
                    <a:pt x="188" y="673"/>
                    <a:pt x="188" y="674"/>
                  </a:cubicBezTo>
                  <a:cubicBezTo>
                    <a:pt x="188" y="674"/>
                    <a:pt x="188" y="674"/>
                    <a:pt x="189" y="674"/>
                  </a:cubicBezTo>
                  <a:cubicBezTo>
                    <a:pt x="189" y="675"/>
                    <a:pt x="189" y="675"/>
                    <a:pt x="189" y="675"/>
                  </a:cubicBezTo>
                  <a:cubicBezTo>
                    <a:pt x="189" y="675"/>
                    <a:pt x="189" y="675"/>
                    <a:pt x="190" y="675"/>
                  </a:cubicBezTo>
                  <a:cubicBezTo>
                    <a:pt x="190" y="676"/>
                    <a:pt x="190" y="676"/>
                    <a:pt x="190" y="676"/>
                  </a:cubicBezTo>
                  <a:cubicBezTo>
                    <a:pt x="190" y="676"/>
                    <a:pt x="191" y="676"/>
                    <a:pt x="191" y="677"/>
                  </a:cubicBezTo>
                  <a:cubicBezTo>
                    <a:pt x="191" y="677"/>
                    <a:pt x="191" y="677"/>
                    <a:pt x="192" y="677"/>
                  </a:cubicBezTo>
                  <a:cubicBezTo>
                    <a:pt x="192" y="677"/>
                    <a:pt x="192" y="677"/>
                    <a:pt x="193" y="678"/>
                  </a:cubicBezTo>
                  <a:cubicBezTo>
                    <a:pt x="193" y="678"/>
                    <a:pt x="193" y="678"/>
                    <a:pt x="193" y="678"/>
                  </a:cubicBezTo>
                  <a:cubicBezTo>
                    <a:pt x="194" y="678"/>
                    <a:pt x="194" y="678"/>
                    <a:pt x="194" y="679"/>
                  </a:cubicBezTo>
                  <a:cubicBezTo>
                    <a:pt x="195" y="679"/>
                    <a:pt x="195" y="679"/>
                    <a:pt x="195" y="679"/>
                  </a:cubicBezTo>
                  <a:cubicBezTo>
                    <a:pt x="196" y="679"/>
                    <a:pt x="196" y="679"/>
                    <a:pt x="196" y="680"/>
                  </a:cubicBezTo>
                  <a:cubicBezTo>
                    <a:pt x="197" y="680"/>
                    <a:pt x="197" y="680"/>
                    <a:pt x="197" y="680"/>
                  </a:cubicBezTo>
                  <a:cubicBezTo>
                    <a:pt x="198" y="680"/>
                    <a:pt x="198" y="680"/>
                    <a:pt x="199" y="680"/>
                  </a:cubicBezTo>
                  <a:cubicBezTo>
                    <a:pt x="200" y="680"/>
                    <a:pt x="200" y="680"/>
                    <a:pt x="200" y="680"/>
                  </a:cubicBezTo>
                  <a:cubicBezTo>
                    <a:pt x="201" y="681"/>
                    <a:pt x="201" y="681"/>
                    <a:pt x="202" y="681"/>
                  </a:cubicBezTo>
                  <a:cubicBezTo>
                    <a:pt x="203" y="681"/>
                    <a:pt x="203" y="681"/>
                    <a:pt x="203" y="681"/>
                  </a:cubicBezTo>
                  <a:cubicBezTo>
                    <a:pt x="204" y="681"/>
                    <a:pt x="205" y="681"/>
                    <a:pt x="206" y="681"/>
                  </a:cubicBezTo>
                  <a:cubicBezTo>
                    <a:pt x="226" y="681"/>
                    <a:pt x="253" y="668"/>
                    <a:pt x="277" y="692"/>
                  </a:cubicBezTo>
                  <a:cubicBezTo>
                    <a:pt x="301" y="716"/>
                    <a:pt x="308" y="722"/>
                    <a:pt x="330" y="729"/>
                  </a:cubicBezTo>
                  <a:cubicBezTo>
                    <a:pt x="353" y="736"/>
                    <a:pt x="361" y="733"/>
                    <a:pt x="378" y="736"/>
                  </a:cubicBezTo>
                  <a:cubicBezTo>
                    <a:pt x="396" y="738"/>
                    <a:pt x="425" y="754"/>
                    <a:pt x="441" y="730"/>
                  </a:cubicBezTo>
                  <a:cubicBezTo>
                    <a:pt x="457" y="706"/>
                    <a:pt x="450" y="705"/>
                    <a:pt x="470" y="704"/>
                  </a:cubicBezTo>
                  <a:cubicBezTo>
                    <a:pt x="490" y="702"/>
                    <a:pt x="485" y="686"/>
                    <a:pt x="504" y="689"/>
                  </a:cubicBezTo>
                  <a:cubicBezTo>
                    <a:pt x="522" y="692"/>
                    <a:pt x="516" y="706"/>
                    <a:pt x="533" y="709"/>
                  </a:cubicBezTo>
                  <a:cubicBezTo>
                    <a:pt x="534" y="709"/>
                    <a:pt x="536" y="709"/>
                    <a:pt x="537" y="710"/>
                  </a:cubicBezTo>
                  <a:cubicBezTo>
                    <a:pt x="537" y="710"/>
                    <a:pt x="538" y="710"/>
                    <a:pt x="539" y="710"/>
                  </a:cubicBezTo>
                  <a:cubicBezTo>
                    <a:pt x="540" y="710"/>
                    <a:pt x="540" y="710"/>
                    <a:pt x="540" y="710"/>
                  </a:cubicBezTo>
                  <a:cubicBezTo>
                    <a:pt x="549" y="712"/>
                    <a:pt x="558" y="714"/>
                    <a:pt x="565" y="713"/>
                  </a:cubicBezTo>
                  <a:cubicBezTo>
                    <a:pt x="565" y="713"/>
                    <a:pt x="565" y="713"/>
                    <a:pt x="565" y="713"/>
                  </a:cubicBezTo>
                  <a:cubicBezTo>
                    <a:pt x="567" y="713"/>
                    <a:pt x="569" y="713"/>
                    <a:pt x="571" y="712"/>
                  </a:cubicBezTo>
                  <a:cubicBezTo>
                    <a:pt x="571" y="712"/>
                    <a:pt x="571" y="712"/>
                    <a:pt x="571" y="712"/>
                  </a:cubicBezTo>
                  <a:cubicBezTo>
                    <a:pt x="572" y="711"/>
                    <a:pt x="573" y="711"/>
                    <a:pt x="573" y="710"/>
                  </a:cubicBezTo>
                  <a:cubicBezTo>
                    <a:pt x="574" y="710"/>
                    <a:pt x="574" y="710"/>
                    <a:pt x="574" y="710"/>
                  </a:cubicBezTo>
                  <a:cubicBezTo>
                    <a:pt x="575" y="709"/>
                    <a:pt x="575" y="709"/>
                    <a:pt x="576" y="708"/>
                  </a:cubicBezTo>
                  <a:cubicBezTo>
                    <a:pt x="582" y="697"/>
                    <a:pt x="592" y="694"/>
                    <a:pt x="612" y="694"/>
                  </a:cubicBezTo>
                  <a:cubicBezTo>
                    <a:pt x="632" y="694"/>
                    <a:pt x="641" y="682"/>
                    <a:pt x="650" y="676"/>
                  </a:cubicBezTo>
                  <a:cubicBezTo>
                    <a:pt x="660" y="669"/>
                    <a:pt x="666" y="644"/>
                    <a:pt x="716" y="648"/>
                  </a:cubicBezTo>
                  <a:cubicBezTo>
                    <a:pt x="765" y="652"/>
                    <a:pt x="770" y="654"/>
                    <a:pt x="792" y="624"/>
                  </a:cubicBezTo>
                  <a:cubicBezTo>
                    <a:pt x="813" y="593"/>
                    <a:pt x="833" y="577"/>
                    <a:pt x="854" y="561"/>
                  </a:cubicBezTo>
                  <a:cubicBezTo>
                    <a:pt x="876" y="545"/>
                    <a:pt x="908" y="504"/>
                    <a:pt x="929" y="490"/>
                  </a:cubicBezTo>
                  <a:cubicBezTo>
                    <a:pt x="950" y="477"/>
                    <a:pt x="981" y="446"/>
                    <a:pt x="938" y="452"/>
                  </a:cubicBezTo>
                  <a:cubicBezTo>
                    <a:pt x="896" y="457"/>
                    <a:pt x="886" y="449"/>
                    <a:pt x="864" y="440"/>
                  </a:cubicBezTo>
                  <a:cubicBezTo>
                    <a:pt x="841" y="430"/>
                    <a:pt x="740" y="405"/>
                    <a:pt x="716" y="390"/>
                  </a:cubicBezTo>
                  <a:cubicBezTo>
                    <a:pt x="692" y="376"/>
                    <a:pt x="666" y="368"/>
                    <a:pt x="665" y="353"/>
                  </a:cubicBezTo>
                  <a:cubicBezTo>
                    <a:pt x="664" y="338"/>
                    <a:pt x="649" y="329"/>
                    <a:pt x="641" y="321"/>
                  </a:cubicBezTo>
                  <a:cubicBezTo>
                    <a:pt x="633" y="313"/>
                    <a:pt x="614" y="285"/>
                    <a:pt x="629" y="273"/>
                  </a:cubicBezTo>
                  <a:cubicBezTo>
                    <a:pt x="630" y="272"/>
                    <a:pt x="631" y="271"/>
                    <a:pt x="632" y="270"/>
                  </a:cubicBezTo>
                  <a:cubicBezTo>
                    <a:pt x="633" y="270"/>
                    <a:pt x="633" y="269"/>
                    <a:pt x="633" y="269"/>
                  </a:cubicBezTo>
                  <a:cubicBezTo>
                    <a:pt x="634" y="268"/>
                    <a:pt x="635" y="267"/>
                    <a:pt x="636" y="266"/>
                  </a:cubicBezTo>
                  <a:cubicBezTo>
                    <a:pt x="636" y="266"/>
                    <a:pt x="636" y="266"/>
                    <a:pt x="636" y="266"/>
                  </a:cubicBezTo>
                  <a:cubicBezTo>
                    <a:pt x="637" y="265"/>
                    <a:pt x="638" y="264"/>
                    <a:pt x="638" y="263"/>
                  </a:cubicBezTo>
                  <a:cubicBezTo>
                    <a:pt x="638" y="263"/>
                    <a:pt x="639" y="263"/>
                    <a:pt x="639" y="262"/>
                  </a:cubicBezTo>
                  <a:cubicBezTo>
                    <a:pt x="639" y="261"/>
                    <a:pt x="640" y="260"/>
                    <a:pt x="640" y="259"/>
                  </a:cubicBezTo>
                  <a:cubicBezTo>
                    <a:pt x="641" y="259"/>
                    <a:pt x="641" y="259"/>
                    <a:pt x="641" y="259"/>
                  </a:cubicBezTo>
                  <a:cubicBezTo>
                    <a:pt x="641" y="258"/>
                    <a:pt x="642" y="257"/>
                    <a:pt x="642" y="256"/>
                  </a:cubicBezTo>
                  <a:cubicBezTo>
                    <a:pt x="642" y="256"/>
                    <a:pt x="642" y="256"/>
                    <a:pt x="642" y="256"/>
                  </a:cubicBezTo>
                  <a:cubicBezTo>
                    <a:pt x="643" y="255"/>
                    <a:pt x="643" y="254"/>
                    <a:pt x="643" y="253"/>
                  </a:cubicBezTo>
                  <a:cubicBezTo>
                    <a:pt x="644" y="253"/>
                    <a:pt x="644" y="252"/>
                    <a:pt x="644" y="252"/>
                  </a:cubicBezTo>
                  <a:cubicBezTo>
                    <a:pt x="644" y="251"/>
                    <a:pt x="644" y="251"/>
                    <a:pt x="644" y="250"/>
                  </a:cubicBezTo>
                  <a:cubicBezTo>
                    <a:pt x="645" y="249"/>
                    <a:pt x="645" y="248"/>
                    <a:pt x="646" y="246"/>
                  </a:cubicBezTo>
                  <a:cubicBezTo>
                    <a:pt x="638" y="247"/>
                    <a:pt x="630" y="249"/>
                    <a:pt x="623" y="249"/>
                  </a:cubicBezTo>
                  <a:cubicBezTo>
                    <a:pt x="613" y="249"/>
                    <a:pt x="616" y="257"/>
                    <a:pt x="608" y="257"/>
                  </a:cubicBezTo>
                  <a:cubicBezTo>
                    <a:pt x="600" y="256"/>
                    <a:pt x="592" y="252"/>
                    <a:pt x="589" y="263"/>
                  </a:cubicBezTo>
                  <a:cubicBezTo>
                    <a:pt x="586" y="274"/>
                    <a:pt x="581" y="265"/>
                    <a:pt x="573" y="258"/>
                  </a:cubicBezTo>
                  <a:cubicBezTo>
                    <a:pt x="565" y="251"/>
                    <a:pt x="566" y="231"/>
                    <a:pt x="566" y="220"/>
                  </a:cubicBezTo>
                  <a:cubicBezTo>
                    <a:pt x="566" y="209"/>
                    <a:pt x="579" y="198"/>
                    <a:pt x="587" y="193"/>
                  </a:cubicBezTo>
                  <a:cubicBezTo>
                    <a:pt x="595" y="188"/>
                    <a:pt x="597" y="184"/>
                    <a:pt x="600" y="176"/>
                  </a:cubicBezTo>
                  <a:cubicBezTo>
                    <a:pt x="601" y="173"/>
                    <a:pt x="602" y="167"/>
                    <a:pt x="603" y="163"/>
                  </a:cubicBezTo>
                  <a:cubicBezTo>
                    <a:pt x="595" y="156"/>
                    <a:pt x="589" y="146"/>
                    <a:pt x="585" y="141"/>
                  </a:cubicBezTo>
                  <a:cubicBezTo>
                    <a:pt x="580" y="134"/>
                    <a:pt x="569" y="122"/>
                    <a:pt x="563" y="114"/>
                  </a:cubicBezTo>
                  <a:cubicBezTo>
                    <a:pt x="557" y="107"/>
                    <a:pt x="540" y="97"/>
                    <a:pt x="534" y="93"/>
                  </a:cubicBezTo>
                  <a:cubicBezTo>
                    <a:pt x="529" y="88"/>
                    <a:pt x="517" y="71"/>
                    <a:pt x="514" y="63"/>
                  </a:cubicBezTo>
                  <a:cubicBezTo>
                    <a:pt x="510" y="56"/>
                    <a:pt x="498" y="51"/>
                    <a:pt x="494" y="51"/>
                  </a:cubicBezTo>
                  <a:cubicBezTo>
                    <a:pt x="490" y="51"/>
                    <a:pt x="483" y="54"/>
                    <a:pt x="477" y="41"/>
                  </a:cubicBezTo>
                  <a:cubicBezTo>
                    <a:pt x="471" y="28"/>
                    <a:pt x="437" y="33"/>
                    <a:pt x="424" y="33"/>
                  </a:cubicBezTo>
                  <a:cubicBezTo>
                    <a:pt x="411" y="33"/>
                    <a:pt x="405" y="37"/>
                    <a:pt x="401" y="30"/>
                  </a:cubicBezTo>
                  <a:cubicBezTo>
                    <a:pt x="397" y="23"/>
                    <a:pt x="385" y="19"/>
                    <a:pt x="380" y="27"/>
                  </a:cubicBezTo>
                  <a:cubicBezTo>
                    <a:pt x="375" y="35"/>
                    <a:pt x="370" y="35"/>
                    <a:pt x="356" y="33"/>
                  </a:cubicBezTo>
                  <a:cubicBezTo>
                    <a:pt x="342" y="31"/>
                    <a:pt x="339" y="26"/>
                    <a:pt x="330" y="13"/>
                  </a:cubicBezTo>
                  <a:cubicBezTo>
                    <a:pt x="321" y="0"/>
                    <a:pt x="310" y="9"/>
                    <a:pt x="312" y="23"/>
                  </a:cubicBezTo>
                  <a:cubicBezTo>
                    <a:pt x="314" y="37"/>
                    <a:pt x="307" y="33"/>
                    <a:pt x="304" y="44"/>
                  </a:cubicBezTo>
                  <a:cubicBezTo>
                    <a:pt x="301" y="55"/>
                    <a:pt x="309" y="59"/>
                    <a:pt x="299" y="60"/>
                  </a:cubicBezTo>
                  <a:cubicBezTo>
                    <a:pt x="289" y="61"/>
                    <a:pt x="296" y="50"/>
                    <a:pt x="289" y="45"/>
                  </a:cubicBezTo>
                  <a:cubicBezTo>
                    <a:pt x="282" y="40"/>
                    <a:pt x="297" y="38"/>
                    <a:pt x="281" y="32"/>
                  </a:cubicBezTo>
                  <a:cubicBezTo>
                    <a:pt x="265" y="26"/>
                    <a:pt x="272" y="47"/>
                    <a:pt x="261" y="43"/>
                  </a:cubicBezTo>
                  <a:cubicBezTo>
                    <a:pt x="250" y="39"/>
                    <a:pt x="239" y="36"/>
                    <a:pt x="234" y="44"/>
                  </a:cubicBezTo>
                  <a:cubicBezTo>
                    <a:pt x="232" y="48"/>
                    <a:pt x="229" y="50"/>
                    <a:pt x="226" y="52"/>
                  </a:cubicBezTo>
                  <a:cubicBezTo>
                    <a:pt x="226" y="54"/>
                    <a:pt x="226" y="55"/>
                    <a:pt x="226" y="57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34" name="Freeform 133">
              <a:extLst>
                <a:ext uri="{FF2B5EF4-FFF2-40B4-BE49-F238E27FC236}">
                  <a16:creationId xmlns:a16="http://schemas.microsoft.com/office/drawing/2014/main" id="{05BEA008-0043-DAE4-BE3B-2A9D85114C08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0663" y="382588"/>
              <a:ext cx="236538" cy="466725"/>
            </a:xfrm>
            <a:custGeom>
              <a:avLst/>
              <a:gdLst>
                <a:gd name="T0" fmla="*/ 73 w 262"/>
                <a:gd name="T1" fmla="*/ 44 h 513"/>
                <a:gd name="T2" fmla="*/ 56 w 262"/>
                <a:gd name="T3" fmla="*/ 56 h 513"/>
                <a:gd name="T4" fmla="*/ 47 w 262"/>
                <a:gd name="T5" fmla="*/ 69 h 513"/>
                <a:gd name="T6" fmla="*/ 57 w 262"/>
                <a:gd name="T7" fmla="*/ 93 h 513"/>
                <a:gd name="T8" fmla="*/ 53 w 262"/>
                <a:gd name="T9" fmla="*/ 121 h 513"/>
                <a:gd name="T10" fmla="*/ 59 w 262"/>
                <a:gd name="T11" fmla="*/ 145 h 513"/>
                <a:gd name="T12" fmla="*/ 59 w 262"/>
                <a:gd name="T13" fmla="*/ 179 h 513"/>
                <a:gd name="T14" fmla="*/ 43 w 262"/>
                <a:gd name="T15" fmla="*/ 214 h 513"/>
                <a:gd name="T16" fmla="*/ 22 w 262"/>
                <a:gd name="T17" fmla="*/ 226 h 513"/>
                <a:gd name="T18" fmla="*/ 0 w 262"/>
                <a:gd name="T19" fmla="*/ 245 h 513"/>
                <a:gd name="T20" fmla="*/ 10 w 262"/>
                <a:gd name="T21" fmla="*/ 277 h 513"/>
                <a:gd name="T22" fmla="*/ 30 w 262"/>
                <a:gd name="T23" fmla="*/ 314 h 513"/>
                <a:gd name="T24" fmla="*/ 54 w 262"/>
                <a:gd name="T25" fmla="*/ 330 h 513"/>
                <a:gd name="T26" fmla="*/ 75 w 262"/>
                <a:gd name="T27" fmla="*/ 368 h 513"/>
                <a:gd name="T28" fmla="*/ 106 w 262"/>
                <a:gd name="T29" fmla="*/ 395 h 513"/>
                <a:gd name="T30" fmla="*/ 111 w 262"/>
                <a:gd name="T31" fmla="*/ 431 h 513"/>
                <a:gd name="T32" fmla="*/ 121 w 262"/>
                <a:gd name="T33" fmla="*/ 463 h 513"/>
                <a:gd name="T34" fmla="*/ 131 w 262"/>
                <a:gd name="T35" fmla="*/ 495 h 513"/>
                <a:gd name="T36" fmla="*/ 132 w 262"/>
                <a:gd name="T37" fmla="*/ 496 h 513"/>
                <a:gd name="T38" fmla="*/ 132 w 262"/>
                <a:gd name="T39" fmla="*/ 497 h 513"/>
                <a:gd name="T40" fmla="*/ 132 w 262"/>
                <a:gd name="T41" fmla="*/ 498 h 513"/>
                <a:gd name="T42" fmla="*/ 132 w 262"/>
                <a:gd name="T43" fmla="*/ 498 h 513"/>
                <a:gd name="T44" fmla="*/ 136 w 262"/>
                <a:gd name="T45" fmla="*/ 512 h 513"/>
                <a:gd name="T46" fmla="*/ 136 w 262"/>
                <a:gd name="T47" fmla="*/ 512 h 513"/>
                <a:gd name="T48" fmla="*/ 157 w 262"/>
                <a:gd name="T49" fmla="*/ 508 h 513"/>
                <a:gd name="T50" fmla="*/ 171 w 262"/>
                <a:gd name="T51" fmla="*/ 493 h 513"/>
                <a:gd name="T52" fmla="*/ 183 w 262"/>
                <a:gd name="T53" fmla="*/ 472 h 513"/>
                <a:gd name="T54" fmla="*/ 178 w 262"/>
                <a:gd name="T55" fmla="*/ 452 h 513"/>
                <a:gd name="T56" fmla="*/ 172 w 262"/>
                <a:gd name="T57" fmla="*/ 431 h 513"/>
                <a:gd name="T58" fmla="*/ 181 w 262"/>
                <a:gd name="T59" fmla="*/ 417 h 513"/>
                <a:gd name="T60" fmla="*/ 200 w 262"/>
                <a:gd name="T61" fmla="*/ 405 h 513"/>
                <a:gd name="T62" fmla="*/ 226 w 262"/>
                <a:gd name="T63" fmla="*/ 383 h 513"/>
                <a:gd name="T64" fmla="*/ 258 w 262"/>
                <a:gd name="T65" fmla="*/ 363 h 513"/>
                <a:gd name="T66" fmla="*/ 262 w 262"/>
                <a:gd name="T67" fmla="*/ 304 h 513"/>
                <a:gd name="T68" fmla="*/ 258 w 262"/>
                <a:gd name="T69" fmla="*/ 303 h 513"/>
                <a:gd name="T70" fmla="*/ 236 w 262"/>
                <a:gd name="T71" fmla="*/ 285 h 513"/>
                <a:gd name="T72" fmla="*/ 199 w 262"/>
                <a:gd name="T73" fmla="*/ 273 h 513"/>
                <a:gd name="T74" fmla="*/ 183 w 262"/>
                <a:gd name="T75" fmla="*/ 233 h 513"/>
                <a:gd name="T76" fmla="*/ 216 w 262"/>
                <a:gd name="T77" fmla="*/ 191 h 513"/>
                <a:gd name="T78" fmla="*/ 236 w 262"/>
                <a:gd name="T79" fmla="*/ 159 h 513"/>
                <a:gd name="T80" fmla="*/ 219 w 262"/>
                <a:gd name="T81" fmla="*/ 120 h 513"/>
                <a:gd name="T82" fmla="*/ 199 w 262"/>
                <a:gd name="T83" fmla="*/ 82 h 513"/>
                <a:gd name="T84" fmla="*/ 233 w 262"/>
                <a:gd name="T85" fmla="*/ 45 h 513"/>
                <a:gd name="T86" fmla="*/ 222 w 262"/>
                <a:gd name="T87" fmla="*/ 26 h 513"/>
                <a:gd name="T88" fmla="*/ 191 w 262"/>
                <a:gd name="T89" fmla="*/ 44 h 513"/>
                <a:gd name="T90" fmla="*/ 164 w 262"/>
                <a:gd name="T91" fmla="*/ 8 h 513"/>
                <a:gd name="T92" fmla="*/ 123 w 262"/>
                <a:gd name="T93" fmla="*/ 8 h 513"/>
                <a:gd name="T94" fmla="*/ 77 w 262"/>
                <a:gd name="T95" fmla="*/ 29 h 513"/>
                <a:gd name="T96" fmla="*/ 73 w 262"/>
                <a:gd name="T97" fmla="*/ 44 h 5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62" h="513">
                  <a:moveTo>
                    <a:pt x="73" y="44"/>
                  </a:moveTo>
                  <a:cubicBezTo>
                    <a:pt x="61" y="45"/>
                    <a:pt x="55" y="50"/>
                    <a:pt x="56" y="56"/>
                  </a:cubicBezTo>
                  <a:cubicBezTo>
                    <a:pt x="57" y="62"/>
                    <a:pt x="41" y="62"/>
                    <a:pt x="47" y="69"/>
                  </a:cubicBezTo>
                  <a:cubicBezTo>
                    <a:pt x="53" y="76"/>
                    <a:pt x="57" y="81"/>
                    <a:pt x="57" y="93"/>
                  </a:cubicBezTo>
                  <a:cubicBezTo>
                    <a:pt x="57" y="105"/>
                    <a:pt x="50" y="115"/>
                    <a:pt x="53" y="121"/>
                  </a:cubicBezTo>
                  <a:cubicBezTo>
                    <a:pt x="56" y="127"/>
                    <a:pt x="57" y="129"/>
                    <a:pt x="59" y="145"/>
                  </a:cubicBezTo>
                  <a:cubicBezTo>
                    <a:pt x="61" y="161"/>
                    <a:pt x="65" y="171"/>
                    <a:pt x="59" y="179"/>
                  </a:cubicBezTo>
                  <a:cubicBezTo>
                    <a:pt x="53" y="187"/>
                    <a:pt x="56" y="214"/>
                    <a:pt x="43" y="214"/>
                  </a:cubicBezTo>
                  <a:cubicBezTo>
                    <a:pt x="30" y="214"/>
                    <a:pt x="24" y="220"/>
                    <a:pt x="22" y="226"/>
                  </a:cubicBezTo>
                  <a:cubicBezTo>
                    <a:pt x="20" y="232"/>
                    <a:pt x="0" y="232"/>
                    <a:pt x="0" y="245"/>
                  </a:cubicBezTo>
                  <a:cubicBezTo>
                    <a:pt x="0" y="258"/>
                    <a:pt x="3" y="272"/>
                    <a:pt x="10" y="277"/>
                  </a:cubicBezTo>
                  <a:cubicBezTo>
                    <a:pt x="17" y="282"/>
                    <a:pt x="15" y="313"/>
                    <a:pt x="30" y="314"/>
                  </a:cubicBezTo>
                  <a:cubicBezTo>
                    <a:pt x="45" y="315"/>
                    <a:pt x="54" y="315"/>
                    <a:pt x="54" y="330"/>
                  </a:cubicBezTo>
                  <a:cubicBezTo>
                    <a:pt x="54" y="345"/>
                    <a:pt x="56" y="362"/>
                    <a:pt x="75" y="368"/>
                  </a:cubicBezTo>
                  <a:cubicBezTo>
                    <a:pt x="94" y="374"/>
                    <a:pt x="102" y="383"/>
                    <a:pt x="106" y="395"/>
                  </a:cubicBezTo>
                  <a:cubicBezTo>
                    <a:pt x="110" y="407"/>
                    <a:pt x="106" y="417"/>
                    <a:pt x="111" y="431"/>
                  </a:cubicBezTo>
                  <a:cubicBezTo>
                    <a:pt x="116" y="445"/>
                    <a:pt x="118" y="449"/>
                    <a:pt x="121" y="463"/>
                  </a:cubicBezTo>
                  <a:cubicBezTo>
                    <a:pt x="124" y="477"/>
                    <a:pt x="128" y="488"/>
                    <a:pt x="131" y="495"/>
                  </a:cubicBezTo>
                  <a:cubicBezTo>
                    <a:pt x="131" y="495"/>
                    <a:pt x="131" y="496"/>
                    <a:pt x="132" y="496"/>
                  </a:cubicBezTo>
                  <a:cubicBezTo>
                    <a:pt x="132" y="496"/>
                    <a:pt x="132" y="496"/>
                    <a:pt x="132" y="497"/>
                  </a:cubicBezTo>
                  <a:cubicBezTo>
                    <a:pt x="132" y="497"/>
                    <a:pt x="132" y="497"/>
                    <a:pt x="132" y="498"/>
                  </a:cubicBezTo>
                  <a:cubicBezTo>
                    <a:pt x="132" y="498"/>
                    <a:pt x="132" y="498"/>
                    <a:pt x="132" y="498"/>
                  </a:cubicBezTo>
                  <a:cubicBezTo>
                    <a:pt x="135" y="502"/>
                    <a:pt x="139" y="507"/>
                    <a:pt x="136" y="512"/>
                  </a:cubicBezTo>
                  <a:cubicBezTo>
                    <a:pt x="136" y="512"/>
                    <a:pt x="136" y="512"/>
                    <a:pt x="136" y="512"/>
                  </a:cubicBezTo>
                  <a:cubicBezTo>
                    <a:pt x="143" y="513"/>
                    <a:pt x="155" y="513"/>
                    <a:pt x="157" y="508"/>
                  </a:cubicBezTo>
                  <a:cubicBezTo>
                    <a:pt x="159" y="500"/>
                    <a:pt x="162" y="498"/>
                    <a:pt x="171" y="493"/>
                  </a:cubicBezTo>
                  <a:cubicBezTo>
                    <a:pt x="180" y="487"/>
                    <a:pt x="183" y="484"/>
                    <a:pt x="183" y="472"/>
                  </a:cubicBezTo>
                  <a:cubicBezTo>
                    <a:pt x="182" y="461"/>
                    <a:pt x="185" y="457"/>
                    <a:pt x="178" y="452"/>
                  </a:cubicBezTo>
                  <a:cubicBezTo>
                    <a:pt x="171" y="446"/>
                    <a:pt x="170" y="438"/>
                    <a:pt x="172" y="431"/>
                  </a:cubicBezTo>
                  <a:cubicBezTo>
                    <a:pt x="174" y="425"/>
                    <a:pt x="172" y="419"/>
                    <a:pt x="181" y="417"/>
                  </a:cubicBezTo>
                  <a:cubicBezTo>
                    <a:pt x="190" y="415"/>
                    <a:pt x="195" y="412"/>
                    <a:pt x="200" y="405"/>
                  </a:cubicBezTo>
                  <a:cubicBezTo>
                    <a:pt x="205" y="397"/>
                    <a:pt x="211" y="388"/>
                    <a:pt x="226" y="383"/>
                  </a:cubicBezTo>
                  <a:cubicBezTo>
                    <a:pt x="241" y="378"/>
                    <a:pt x="255" y="372"/>
                    <a:pt x="258" y="363"/>
                  </a:cubicBezTo>
                  <a:cubicBezTo>
                    <a:pt x="259" y="356"/>
                    <a:pt x="261" y="320"/>
                    <a:pt x="262" y="304"/>
                  </a:cubicBezTo>
                  <a:cubicBezTo>
                    <a:pt x="260" y="303"/>
                    <a:pt x="259" y="303"/>
                    <a:pt x="258" y="303"/>
                  </a:cubicBezTo>
                  <a:cubicBezTo>
                    <a:pt x="241" y="301"/>
                    <a:pt x="245" y="292"/>
                    <a:pt x="236" y="285"/>
                  </a:cubicBezTo>
                  <a:cubicBezTo>
                    <a:pt x="228" y="277"/>
                    <a:pt x="209" y="277"/>
                    <a:pt x="199" y="273"/>
                  </a:cubicBezTo>
                  <a:cubicBezTo>
                    <a:pt x="188" y="269"/>
                    <a:pt x="170" y="251"/>
                    <a:pt x="183" y="233"/>
                  </a:cubicBezTo>
                  <a:cubicBezTo>
                    <a:pt x="195" y="215"/>
                    <a:pt x="212" y="205"/>
                    <a:pt x="216" y="191"/>
                  </a:cubicBezTo>
                  <a:cubicBezTo>
                    <a:pt x="220" y="177"/>
                    <a:pt x="242" y="178"/>
                    <a:pt x="236" y="159"/>
                  </a:cubicBezTo>
                  <a:cubicBezTo>
                    <a:pt x="231" y="140"/>
                    <a:pt x="239" y="127"/>
                    <a:pt x="219" y="120"/>
                  </a:cubicBezTo>
                  <a:cubicBezTo>
                    <a:pt x="199" y="114"/>
                    <a:pt x="187" y="101"/>
                    <a:pt x="199" y="82"/>
                  </a:cubicBezTo>
                  <a:cubicBezTo>
                    <a:pt x="210" y="62"/>
                    <a:pt x="231" y="54"/>
                    <a:pt x="233" y="45"/>
                  </a:cubicBezTo>
                  <a:cubicBezTo>
                    <a:pt x="235" y="36"/>
                    <a:pt x="233" y="14"/>
                    <a:pt x="222" y="26"/>
                  </a:cubicBezTo>
                  <a:cubicBezTo>
                    <a:pt x="212" y="37"/>
                    <a:pt x="199" y="64"/>
                    <a:pt x="191" y="44"/>
                  </a:cubicBezTo>
                  <a:cubicBezTo>
                    <a:pt x="184" y="23"/>
                    <a:pt x="175" y="13"/>
                    <a:pt x="164" y="8"/>
                  </a:cubicBezTo>
                  <a:cubicBezTo>
                    <a:pt x="153" y="4"/>
                    <a:pt x="135" y="0"/>
                    <a:pt x="123" y="8"/>
                  </a:cubicBezTo>
                  <a:cubicBezTo>
                    <a:pt x="114" y="15"/>
                    <a:pt x="97" y="25"/>
                    <a:pt x="77" y="29"/>
                  </a:cubicBezTo>
                  <a:cubicBezTo>
                    <a:pt x="79" y="36"/>
                    <a:pt x="79" y="43"/>
                    <a:pt x="73" y="44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35" name="Freeform 134">
              <a:extLst>
                <a:ext uri="{FF2B5EF4-FFF2-40B4-BE49-F238E27FC236}">
                  <a16:creationId xmlns:a16="http://schemas.microsoft.com/office/drawing/2014/main" id="{4037C972-6C9E-7076-6117-12F56DD2627B}"/>
                </a:ext>
              </a:extLst>
            </p:cNvPr>
            <p:cNvSpPr>
              <a:spLocks/>
            </p:cNvSpPr>
            <p:nvPr/>
          </p:nvSpPr>
          <p:spPr bwMode="auto">
            <a:xfrm>
              <a:off x="4138613" y="658813"/>
              <a:ext cx="915988" cy="854075"/>
            </a:xfrm>
            <a:custGeom>
              <a:avLst/>
              <a:gdLst>
                <a:gd name="T0" fmla="*/ 61 w 1009"/>
                <a:gd name="T1" fmla="*/ 113 h 939"/>
                <a:gd name="T2" fmla="*/ 63 w 1009"/>
                <a:gd name="T3" fmla="*/ 168 h 939"/>
                <a:gd name="T4" fmla="*/ 16 w 1009"/>
                <a:gd name="T5" fmla="*/ 208 h 939"/>
                <a:gd name="T6" fmla="*/ 14 w 1009"/>
                <a:gd name="T7" fmla="*/ 210 h 939"/>
                <a:gd name="T8" fmla="*/ 27 w 1009"/>
                <a:gd name="T9" fmla="*/ 263 h 939"/>
                <a:gd name="T10" fmla="*/ 35 w 1009"/>
                <a:gd name="T11" fmla="*/ 359 h 939"/>
                <a:gd name="T12" fmla="*/ 26 w 1009"/>
                <a:gd name="T13" fmla="*/ 426 h 939"/>
                <a:gd name="T14" fmla="*/ 13 w 1009"/>
                <a:gd name="T15" fmla="*/ 483 h 939"/>
                <a:gd name="T16" fmla="*/ 49 w 1009"/>
                <a:gd name="T17" fmla="*/ 570 h 939"/>
                <a:gd name="T18" fmla="*/ 172 w 1009"/>
                <a:gd name="T19" fmla="*/ 678 h 939"/>
                <a:gd name="T20" fmla="*/ 226 w 1009"/>
                <a:gd name="T21" fmla="*/ 691 h 939"/>
                <a:gd name="T22" fmla="*/ 343 w 1009"/>
                <a:gd name="T23" fmla="*/ 719 h 939"/>
                <a:gd name="T24" fmla="*/ 351 w 1009"/>
                <a:gd name="T25" fmla="*/ 716 h 939"/>
                <a:gd name="T26" fmla="*/ 355 w 1009"/>
                <a:gd name="T27" fmla="*/ 714 h 939"/>
                <a:gd name="T28" fmla="*/ 359 w 1009"/>
                <a:gd name="T29" fmla="*/ 712 h 939"/>
                <a:gd name="T30" fmla="*/ 362 w 1009"/>
                <a:gd name="T31" fmla="*/ 710 h 939"/>
                <a:gd name="T32" fmla="*/ 364 w 1009"/>
                <a:gd name="T33" fmla="*/ 707 h 939"/>
                <a:gd name="T34" fmla="*/ 367 w 1009"/>
                <a:gd name="T35" fmla="*/ 705 h 939"/>
                <a:gd name="T36" fmla="*/ 369 w 1009"/>
                <a:gd name="T37" fmla="*/ 703 h 939"/>
                <a:gd name="T38" fmla="*/ 373 w 1009"/>
                <a:gd name="T39" fmla="*/ 700 h 939"/>
                <a:gd name="T40" fmla="*/ 376 w 1009"/>
                <a:gd name="T41" fmla="*/ 698 h 939"/>
                <a:gd name="T42" fmla="*/ 383 w 1009"/>
                <a:gd name="T43" fmla="*/ 695 h 939"/>
                <a:gd name="T44" fmla="*/ 932 w 1009"/>
                <a:gd name="T45" fmla="*/ 912 h 939"/>
                <a:gd name="T46" fmla="*/ 998 w 1009"/>
                <a:gd name="T47" fmla="*/ 907 h 939"/>
                <a:gd name="T48" fmla="*/ 999 w 1009"/>
                <a:gd name="T49" fmla="*/ 531 h 939"/>
                <a:gd name="T50" fmla="*/ 999 w 1009"/>
                <a:gd name="T51" fmla="*/ 517 h 939"/>
                <a:gd name="T52" fmla="*/ 999 w 1009"/>
                <a:gd name="T53" fmla="*/ 481 h 939"/>
                <a:gd name="T54" fmla="*/ 999 w 1009"/>
                <a:gd name="T55" fmla="*/ 455 h 939"/>
                <a:gd name="T56" fmla="*/ 999 w 1009"/>
                <a:gd name="T57" fmla="*/ 444 h 939"/>
                <a:gd name="T58" fmla="*/ 999 w 1009"/>
                <a:gd name="T59" fmla="*/ 429 h 939"/>
                <a:gd name="T60" fmla="*/ 999 w 1009"/>
                <a:gd name="T61" fmla="*/ 418 h 939"/>
                <a:gd name="T62" fmla="*/ 999 w 1009"/>
                <a:gd name="T63" fmla="*/ 403 h 939"/>
                <a:gd name="T64" fmla="*/ 999 w 1009"/>
                <a:gd name="T65" fmla="*/ 385 h 939"/>
                <a:gd name="T66" fmla="*/ 999 w 1009"/>
                <a:gd name="T67" fmla="*/ 371 h 939"/>
                <a:gd name="T68" fmla="*/ 999 w 1009"/>
                <a:gd name="T69" fmla="*/ 362 h 939"/>
                <a:gd name="T70" fmla="*/ 999 w 1009"/>
                <a:gd name="T71" fmla="*/ 343 h 939"/>
                <a:gd name="T72" fmla="*/ 999 w 1009"/>
                <a:gd name="T73" fmla="*/ 328 h 939"/>
                <a:gd name="T74" fmla="*/ 999 w 1009"/>
                <a:gd name="T75" fmla="*/ 318 h 939"/>
                <a:gd name="T76" fmla="*/ 999 w 1009"/>
                <a:gd name="T77" fmla="*/ 309 h 939"/>
                <a:gd name="T78" fmla="*/ 999 w 1009"/>
                <a:gd name="T79" fmla="*/ 303 h 939"/>
                <a:gd name="T80" fmla="*/ 999 w 1009"/>
                <a:gd name="T81" fmla="*/ 296 h 939"/>
                <a:gd name="T82" fmla="*/ 999 w 1009"/>
                <a:gd name="T83" fmla="*/ 291 h 939"/>
                <a:gd name="T84" fmla="*/ 999 w 1009"/>
                <a:gd name="T85" fmla="*/ 286 h 939"/>
                <a:gd name="T86" fmla="*/ 998 w 1009"/>
                <a:gd name="T87" fmla="*/ 283 h 939"/>
                <a:gd name="T88" fmla="*/ 998 w 1009"/>
                <a:gd name="T89" fmla="*/ 279 h 939"/>
                <a:gd name="T90" fmla="*/ 998 w 1009"/>
                <a:gd name="T91" fmla="*/ 277 h 939"/>
                <a:gd name="T92" fmla="*/ 998 w 1009"/>
                <a:gd name="T93" fmla="*/ 276 h 939"/>
                <a:gd name="T94" fmla="*/ 994 w 1009"/>
                <a:gd name="T95" fmla="*/ 204 h 939"/>
                <a:gd name="T96" fmla="*/ 989 w 1009"/>
                <a:gd name="T97" fmla="*/ 149 h 939"/>
                <a:gd name="T98" fmla="*/ 1007 w 1009"/>
                <a:gd name="T99" fmla="*/ 112 h 939"/>
                <a:gd name="T100" fmla="*/ 893 w 1009"/>
                <a:gd name="T101" fmla="*/ 73 h 939"/>
                <a:gd name="T102" fmla="*/ 708 w 1009"/>
                <a:gd name="T103" fmla="*/ 57 h 939"/>
                <a:gd name="T104" fmla="*/ 686 w 1009"/>
                <a:gd name="T105" fmla="*/ 170 h 939"/>
                <a:gd name="T106" fmla="*/ 456 w 1009"/>
                <a:gd name="T107" fmla="*/ 141 h 939"/>
                <a:gd name="T108" fmla="*/ 321 w 1009"/>
                <a:gd name="T109" fmla="*/ 41 h 939"/>
                <a:gd name="T110" fmla="*/ 142 w 1009"/>
                <a:gd name="T111" fmla="*/ 0 h 9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009" h="939">
                  <a:moveTo>
                    <a:pt x="106" y="79"/>
                  </a:moveTo>
                  <a:cubicBezTo>
                    <a:pt x="91" y="84"/>
                    <a:pt x="85" y="93"/>
                    <a:pt x="80" y="101"/>
                  </a:cubicBezTo>
                  <a:cubicBezTo>
                    <a:pt x="75" y="108"/>
                    <a:pt x="70" y="111"/>
                    <a:pt x="61" y="113"/>
                  </a:cubicBezTo>
                  <a:cubicBezTo>
                    <a:pt x="52" y="115"/>
                    <a:pt x="54" y="121"/>
                    <a:pt x="52" y="127"/>
                  </a:cubicBezTo>
                  <a:cubicBezTo>
                    <a:pt x="50" y="134"/>
                    <a:pt x="51" y="142"/>
                    <a:pt x="58" y="148"/>
                  </a:cubicBezTo>
                  <a:cubicBezTo>
                    <a:pt x="65" y="153"/>
                    <a:pt x="62" y="157"/>
                    <a:pt x="63" y="168"/>
                  </a:cubicBezTo>
                  <a:cubicBezTo>
                    <a:pt x="63" y="180"/>
                    <a:pt x="60" y="183"/>
                    <a:pt x="51" y="189"/>
                  </a:cubicBezTo>
                  <a:cubicBezTo>
                    <a:pt x="42" y="194"/>
                    <a:pt x="39" y="196"/>
                    <a:pt x="37" y="204"/>
                  </a:cubicBezTo>
                  <a:cubicBezTo>
                    <a:pt x="35" y="209"/>
                    <a:pt x="23" y="209"/>
                    <a:pt x="16" y="208"/>
                  </a:cubicBezTo>
                  <a:cubicBezTo>
                    <a:pt x="16" y="208"/>
                    <a:pt x="16" y="208"/>
                    <a:pt x="16" y="208"/>
                  </a:cubicBezTo>
                  <a:cubicBezTo>
                    <a:pt x="15" y="209"/>
                    <a:pt x="15" y="209"/>
                    <a:pt x="14" y="210"/>
                  </a:cubicBezTo>
                  <a:cubicBezTo>
                    <a:pt x="14" y="210"/>
                    <a:pt x="14" y="210"/>
                    <a:pt x="14" y="210"/>
                  </a:cubicBezTo>
                  <a:cubicBezTo>
                    <a:pt x="13" y="211"/>
                    <a:pt x="13" y="211"/>
                    <a:pt x="12" y="212"/>
                  </a:cubicBezTo>
                  <a:cubicBezTo>
                    <a:pt x="2" y="220"/>
                    <a:pt x="2" y="233"/>
                    <a:pt x="13" y="240"/>
                  </a:cubicBezTo>
                  <a:cubicBezTo>
                    <a:pt x="24" y="247"/>
                    <a:pt x="25" y="256"/>
                    <a:pt x="27" y="263"/>
                  </a:cubicBezTo>
                  <a:cubicBezTo>
                    <a:pt x="29" y="270"/>
                    <a:pt x="39" y="280"/>
                    <a:pt x="37" y="295"/>
                  </a:cubicBezTo>
                  <a:cubicBezTo>
                    <a:pt x="35" y="310"/>
                    <a:pt x="42" y="322"/>
                    <a:pt x="35" y="333"/>
                  </a:cubicBezTo>
                  <a:cubicBezTo>
                    <a:pt x="28" y="344"/>
                    <a:pt x="29" y="354"/>
                    <a:pt x="35" y="359"/>
                  </a:cubicBezTo>
                  <a:cubicBezTo>
                    <a:pt x="41" y="364"/>
                    <a:pt x="47" y="375"/>
                    <a:pt x="42" y="385"/>
                  </a:cubicBezTo>
                  <a:cubicBezTo>
                    <a:pt x="37" y="395"/>
                    <a:pt x="35" y="402"/>
                    <a:pt x="30" y="404"/>
                  </a:cubicBezTo>
                  <a:cubicBezTo>
                    <a:pt x="25" y="406"/>
                    <a:pt x="19" y="419"/>
                    <a:pt x="26" y="426"/>
                  </a:cubicBezTo>
                  <a:cubicBezTo>
                    <a:pt x="33" y="433"/>
                    <a:pt x="35" y="436"/>
                    <a:pt x="36" y="445"/>
                  </a:cubicBezTo>
                  <a:cubicBezTo>
                    <a:pt x="37" y="454"/>
                    <a:pt x="43" y="467"/>
                    <a:pt x="31" y="469"/>
                  </a:cubicBezTo>
                  <a:cubicBezTo>
                    <a:pt x="19" y="471"/>
                    <a:pt x="20" y="481"/>
                    <a:pt x="13" y="483"/>
                  </a:cubicBezTo>
                  <a:cubicBezTo>
                    <a:pt x="6" y="485"/>
                    <a:pt x="0" y="496"/>
                    <a:pt x="11" y="507"/>
                  </a:cubicBezTo>
                  <a:cubicBezTo>
                    <a:pt x="22" y="518"/>
                    <a:pt x="29" y="536"/>
                    <a:pt x="36" y="540"/>
                  </a:cubicBezTo>
                  <a:cubicBezTo>
                    <a:pt x="43" y="544"/>
                    <a:pt x="49" y="553"/>
                    <a:pt x="49" y="570"/>
                  </a:cubicBezTo>
                  <a:cubicBezTo>
                    <a:pt x="49" y="587"/>
                    <a:pt x="57" y="612"/>
                    <a:pt x="84" y="613"/>
                  </a:cubicBezTo>
                  <a:cubicBezTo>
                    <a:pt x="111" y="614"/>
                    <a:pt x="136" y="616"/>
                    <a:pt x="143" y="626"/>
                  </a:cubicBezTo>
                  <a:cubicBezTo>
                    <a:pt x="148" y="633"/>
                    <a:pt x="164" y="662"/>
                    <a:pt x="172" y="678"/>
                  </a:cubicBezTo>
                  <a:cubicBezTo>
                    <a:pt x="173" y="678"/>
                    <a:pt x="173" y="678"/>
                    <a:pt x="174" y="678"/>
                  </a:cubicBezTo>
                  <a:cubicBezTo>
                    <a:pt x="175" y="678"/>
                    <a:pt x="176" y="678"/>
                    <a:pt x="176" y="678"/>
                  </a:cubicBezTo>
                  <a:cubicBezTo>
                    <a:pt x="207" y="678"/>
                    <a:pt x="214" y="686"/>
                    <a:pt x="226" y="691"/>
                  </a:cubicBezTo>
                  <a:cubicBezTo>
                    <a:pt x="238" y="696"/>
                    <a:pt x="267" y="690"/>
                    <a:pt x="279" y="704"/>
                  </a:cubicBezTo>
                  <a:cubicBezTo>
                    <a:pt x="291" y="719"/>
                    <a:pt x="300" y="734"/>
                    <a:pt x="312" y="735"/>
                  </a:cubicBezTo>
                  <a:cubicBezTo>
                    <a:pt x="324" y="736"/>
                    <a:pt x="319" y="726"/>
                    <a:pt x="343" y="719"/>
                  </a:cubicBezTo>
                  <a:cubicBezTo>
                    <a:pt x="345" y="719"/>
                    <a:pt x="346" y="718"/>
                    <a:pt x="347" y="718"/>
                  </a:cubicBezTo>
                  <a:cubicBezTo>
                    <a:pt x="348" y="718"/>
                    <a:pt x="348" y="717"/>
                    <a:pt x="349" y="717"/>
                  </a:cubicBezTo>
                  <a:cubicBezTo>
                    <a:pt x="349" y="717"/>
                    <a:pt x="350" y="717"/>
                    <a:pt x="351" y="716"/>
                  </a:cubicBezTo>
                  <a:cubicBezTo>
                    <a:pt x="352" y="716"/>
                    <a:pt x="352" y="716"/>
                    <a:pt x="352" y="716"/>
                  </a:cubicBezTo>
                  <a:cubicBezTo>
                    <a:pt x="353" y="715"/>
                    <a:pt x="353" y="715"/>
                    <a:pt x="354" y="715"/>
                  </a:cubicBezTo>
                  <a:cubicBezTo>
                    <a:pt x="354" y="715"/>
                    <a:pt x="355" y="715"/>
                    <a:pt x="355" y="714"/>
                  </a:cubicBezTo>
                  <a:cubicBezTo>
                    <a:pt x="356" y="714"/>
                    <a:pt x="356" y="714"/>
                    <a:pt x="356" y="714"/>
                  </a:cubicBezTo>
                  <a:cubicBezTo>
                    <a:pt x="357" y="713"/>
                    <a:pt x="357" y="713"/>
                    <a:pt x="358" y="713"/>
                  </a:cubicBezTo>
                  <a:cubicBezTo>
                    <a:pt x="358" y="713"/>
                    <a:pt x="358" y="712"/>
                    <a:pt x="359" y="712"/>
                  </a:cubicBezTo>
                  <a:cubicBezTo>
                    <a:pt x="359" y="712"/>
                    <a:pt x="359" y="712"/>
                    <a:pt x="360" y="711"/>
                  </a:cubicBezTo>
                  <a:cubicBezTo>
                    <a:pt x="360" y="711"/>
                    <a:pt x="360" y="711"/>
                    <a:pt x="361" y="710"/>
                  </a:cubicBezTo>
                  <a:cubicBezTo>
                    <a:pt x="361" y="710"/>
                    <a:pt x="361" y="710"/>
                    <a:pt x="362" y="710"/>
                  </a:cubicBezTo>
                  <a:cubicBezTo>
                    <a:pt x="362" y="709"/>
                    <a:pt x="362" y="709"/>
                    <a:pt x="362" y="709"/>
                  </a:cubicBezTo>
                  <a:cubicBezTo>
                    <a:pt x="363" y="709"/>
                    <a:pt x="363" y="708"/>
                    <a:pt x="363" y="708"/>
                  </a:cubicBezTo>
                  <a:cubicBezTo>
                    <a:pt x="364" y="708"/>
                    <a:pt x="364" y="708"/>
                    <a:pt x="364" y="707"/>
                  </a:cubicBezTo>
                  <a:cubicBezTo>
                    <a:pt x="365" y="707"/>
                    <a:pt x="365" y="707"/>
                    <a:pt x="365" y="707"/>
                  </a:cubicBezTo>
                  <a:cubicBezTo>
                    <a:pt x="365" y="707"/>
                    <a:pt x="365" y="706"/>
                    <a:pt x="366" y="706"/>
                  </a:cubicBezTo>
                  <a:cubicBezTo>
                    <a:pt x="366" y="706"/>
                    <a:pt x="366" y="705"/>
                    <a:pt x="367" y="705"/>
                  </a:cubicBezTo>
                  <a:cubicBezTo>
                    <a:pt x="367" y="705"/>
                    <a:pt x="367" y="705"/>
                    <a:pt x="367" y="704"/>
                  </a:cubicBezTo>
                  <a:cubicBezTo>
                    <a:pt x="368" y="704"/>
                    <a:pt x="368" y="704"/>
                    <a:pt x="368" y="703"/>
                  </a:cubicBezTo>
                  <a:cubicBezTo>
                    <a:pt x="369" y="703"/>
                    <a:pt x="369" y="703"/>
                    <a:pt x="369" y="703"/>
                  </a:cubicBezTo>
                  <a:cubicBezTo>
                    <a:pt x="370" y="702"/>
                    <a:pt x="370" y="702"/>
                    <a:pt x="370" y="702"/>
                  </a:cubicBezTo>
                  <a:cubicBezTo>
                    <a:pt x="371" y="702"/>
                    <a:pt x="371" y="701"/>
                    <a:pt x="371" y="701"/>
                  </a:cubicBezTo>
                  <a:cubicBezTo>
                    <a:pt x="372" y="701"/>
                    <a:pt x="372" y="700"/>
                    <a:pt x="373" y="700"/>
                  </a:cubicBezTo>
                  <a:cubicBezTo>
                    <a:pt x="373" y="700"/>
                    <a:pt x="373" y="700"/>
                    <a:pt x="374" y="700"/>
                  </a:cubicBezTo>
                  <a:cubicBezTo>
                    <a:pt x="374" y="699"/>
                    <a:pt x="375" y="699"/>
                    <a:pt x="375" y="699"/>
                  </a:cubicBezTo>
                  <a:cubicBezTo>
                    <a:pt x="376" y="698"/>
                    <a:pt x="376" y="698"/>
                    <a:pt x="376" y="698"/>
                  </a:cubicBezTo>
                  <a:cubicBezTo>
                    <a:pt x="377" y="698"/>
                    <a:pt x="378" y="697"/>
                    <a:pt x="379" y="697"/>
                  </a:cubicBezTo>
                  <a:cubicBezTo>
                    <a:pt x="379" y="697"/>
                    <a:pt x="379" y="697"/>
                    <a:pt x="379" y="697"/>
                  </a:cubicBezTo>
                  <a:cubicBezTo>
                    <a:pt x="380" y="696"/>
                    <a:pt x="382" y="695"/>
                    <a:pt x="383" y="695"/>
                  </a:cubicBezTo>
                  <a:cubicBezTo>
                    <a:pt x="404" y="687"/>
                    <a:pt x="415" y="670"/>
                    <a:pt x="443" y="686"/>
                  </a:cubicBezTo>
                  <a:cubicBezTo>
                    <a:pt x="468" y="700"/>
                    <a:pt x="861" y="902"/>
                    <a:pt x="932" y="939"/>
                  </a:cubicBezTo>
                  <a:cubicBezTo>
                    <a:pt x="932" y="912"/>
                    <a:pt x="932" y="912"/>
                    <a:pt x="932" y="912"/>
                  </a:cubicBezTo>
                  <a:cubicBezTo>
                    <a:pt x="998" y="910"/>
                    <a:pt x="998" y="910"/>
                    <a:pt x="998" y="910"/>
                  </a:cubicBezTo>
                  <a:cubicBezTo>
                    <a:pt x="998" y="910"/>
                    <a:pt x="998" y="910"/>
                    <a:pt x="998" y="910"/>
                  </a:cubicBezTo>
                  <a:cubicBezTo>
                    <a:pt x="998" y="909"/>
                    <a:pt x="998" y="909"/>
                    <a:pt x="998" y="907"/>
                  </a:cubicBezTo>
                  <a:cubicBezTo>
                    <a:pt x="998" y="896"/>
                    <a:pt x="998" y="852"/>
                    <a:pt x="999" y="791"/>
                  </a:cubicBezTo>
                  <a:cubicBezTo>
                    <a:pt x="999" y="787"/>
                    <a:pt x="999" y="783"/>
                    <a:pt x="999" y="779"/>
                  </a:cubicBezTo>
                  <a:cubicBezTo>
                    <a:pt x="999" y="707"/>
                    <a:pt x="999" y="616"/>
                    <a:pt x="999" y="531"/>
                  </a:cubicBezTo>
                  <a:cubicBezTo>
                    <a:pt x="999" y="531"/>
                    <a:pt x="999" y="531"/>
                    <a:pt x="999" y="530"/>
                  </a:cubicBezTo>
                  <a:cubicBezTo>
                    <a:pt x="999" y="528"/>
                    <a:pt x="999" y="525"/>
                    <a:pt x="999" y="522"/>
                  </a:cubicBezTo>
                  <a:cubicBezTo>
                    <a:pt x="999" y="520"/>
                    <a:pt x="999" y="519"/>
                    <a:pt x="999" y="517"/>
                  </a:cubicBezTo>
                  <a:cubicBezTo>
                    <a:pt x="999" y="512"/>
                    <a:pt x="999" y="506"/>
                    <a:pt x="999" y="501"/>
                  </a:cubicBezTo>
                  <a:cubicBezTo>
                    <a:pt x="999" y="500"/>
                    <a:pt x="999" y="500"/>
                    <a:pt x="999" y="499"/>
                  </a:cubicBezTo>
                  <a:cubicBezTo>
                    <a:pt x="999" y="493"/>
                    <a:pt x="999" y="487"/>
                    <a:pt x="999" y="481"/>
                  </a:cubicBezTo>
                  <a:cubicBezTo>
                    <a:pt x="999" y="481"/>
                    <a:pt x="999" y="480"/>
                    <a:pt x="999" y="479"/>
                  </a:cubicBezTo>
                  <a:cubicBezTo>
                    <a:pt x="999" y="474"/>
                    <a:pt x="999" y="469"/>
                    <a:pt x="999" y="463"/>
                  </a:cubicBezTo>
                  <a:cubicBezTo>
                    <a:pt x="999" y="461"/>
                    <a:pt x="999" y="458"/>
                    <a:pt x="999" y="455"/>
                  </a:cubicBezTo>
                  <a:cubicBezTo>
                    <a:pt x="999" y="454"/>
                    <a:pt x="999" y="454"/>
                    <a:pt x="999" y="453"/>
                  </a:cubicBezTo>
                  <a:cubicBezTo>
                    <a:pt x="999" y="452"/>
                    <a:pt x="999" y="450"/>
                    <a:pt x="999" y="449"/>
                  </a:cubicBezTo>
                  <a:cubicBezTo>
                    <a:pt x="999" y="447"/>
                    <a:pt x="999" y="446"/>
                    <a:pt x="999" y="444"/>
                  </a:cubicBezTo>
                  <a:cubicBezTo>
                    <a:pt x="999" y="443"/>
                    <a:pt x="999" y="442"/>
                    <a:pt x="999" y="441"/>
                  </a:cubicBezTo>
                  <a:cubicBezTo>
                    <a:pt x="999" y="439"/>
                    <a:pt x="999" y="438"/>
                    <a:pt x="999" y="437"/>
                  </a:cubicBezTo>
                  <a:cubicBezTo>
                    <a:pt x="999" y="434"/>
                    <a:pt x="999" y="431"/>
                    <a:pt x="999" y="429"/>
                  </a:cubicBezTo>
                  <a:cubicBezTo>
                    <a:pt x="999" y="428"/>
                    <a:pt x="999" y="427"/>
                    <a:pt x="999" y="426"/>
                  </a:cubicBezTo>
                  <a:cubicBezTo>
                    <a:pt x="999" y="425"/>
                    <a:pt x="999" y="423"/>
                    <a:pt x="999" y="421"/>
                  </a:cubicBezTo>
                  <a:cubicBezTo>
                    <a:pt x="999" y="420"/>
                    <a:pt x="999" y="419"/>
                    <a:pt x="999" y="418"/>
                  </a:cubicBezTo>
                  <a:cubicBezTo>
                    <a:pt x="999" y="417"/>
                    <a:pt x="999" y="416"/>
                    <a:pt x="999" y="415"/>
                  </a:cubicBezTo>
                  <a:cubicBezTo>
                    <a:pt x="999" y="412"/>
                    <a:pt x="999" y="410"/>
                    <a:pt x="999" y="408"/>
                  </a:cubicBezTo>
                  <a:cubicBezTo>
                    <a:pt x="999" y="406"/>
                    <a:pt x="999" y="405"/>
                    <a:pt x="999" y="403"/>
                  </a:cubicBezTo>
                  <a:cubicBezTo>
                    <a:pt x="999" y="402"/>
                    <a:pt x="999" y="402"/>
                    <a:pt x="999" y="401"/>
                  </a:cubicBezTo>
                  <a:cubicBezTo>
                    <a:pt x="999" y="396"/>
                    <a:pt x="999" y="390"/>
                    <a:pt x="999" y="385"/>
                  </a:cubicBezTo>
                  <a:cubicBezTo>
                    <a:pt x="999" y="385"/>
                    <a:pt x="999" y="385"/>
                    <a:pt x="999" y="385"/>
                  </a:cubicBezTo>
                  <a:cubicBezTo>
                    <a:pt x="999" y="383"/>
                    <a:pt x="999" y="381"/>
                    <a:pt x="999" y="379"/>
                  </a:cubicBezTo>
                  <a:cubicBezTo>
                    <a:pt x="999" y="379"/>
                    <a:pt x="999" y="378"/>
                    <a:pt x="999" y="377"/>
                  </a:cubicBezTo>
                  <a:cubicBezTo>
                    <a:pt x="999" y="375"/>
                    <a:pt x="999" y="373"/>
                    <a:pt x="999" y="371"/>
                  </a:cubicBezTo>
                  <a:cubicBezTo>
                    <a:pt x="999" y="370"/>
                    <a:pt x="999" y="368"/>
                    <a:pt x="999" y="367"/>
                  </a:cubicBezTo>
                  <a:cubicBezTo>
                    <a:pt x="999" y="366"/>
                    <a:pt x="999" y="364"/>
                    <a:pt x="999" y="363"/>
                  </a:cubicBezTo>
                  <a:cubicBezTo>
                    <a:pt x="999" y="362"/>
                    <a:pt x="999" y="362"/>
                    <a:pt x="999" y="362"/>
                  </a:cubicBezTo>
                  <a:cubicBezTo>
                    <a:pt x="999" y="357"/>
                    <a:pt x="999" y="353"/>
                    <a:pt x="999" y="349"/>
                  </a:cubicBezTo>
                  <a:cubicBezTo>
                    <a:pt x="999" y="348"/>
                    <a:pt x="999" y="347"/>
                    <a:pt x="999" y="347"/>
                  </a:cubicBezTo>
                  <a:cubicBezTo>
                    <a:pt x="999" y="345"/>
                    <a:pt x="999" y="344"/>
                    <a:pt x="999" y="343"/>
                  </a:cubicBezTo>
                  <a:cubicBezTo>
                    <a:pt x="999" y="342"/>
                    <a:pt x="999" y="342"/>
                    <a:pt x="999" y="342"/>
                  </a:cubicBezTo>
                  <a:cubicBezTo>
                    <a:pt x="999" y="338"/>
                    <a:pt x="999" y="334"/>
                    <a:pt x="999" y="329"/>
                  </a:cubicBezTo>
                  <a:cubicBezTo>
                    <a:pt x="999" y="328"/>
                    <a:pt x="999" y="328"/>
                    <a:pt x="999" y="328"/>
                  </a:cubicBezTo>
                  <a:cubicBezTo>
                    <a:pt x="999" y="326"/>
                    <a:pt x="999" y="325"/>
                    <a:pt x="999" y="323"/>
                  </a:cubicBezTo>
                  <a:cubicBezTo>
                    <a:pt x="999" y="322"/>
                    <a:pt x="999" y="321"/>
                    <a:pt x="999" y="320"/>
                  </a:cubicBezTo>
                  <a:cubicBezTo>
                    <a:pt x="999" y="320"/>
                    <a:pt x="999" y="319"/>
                    <a:pt x="999" y="318"/>
                  </a:cubicBezTo>
                  <a:cubicBezTo>
                    <a:pt x="999" y="317"/>
                    <a:pt x="999" y="316"/>
                    <a:pt x="999" y="316"/>
                  </a:cubicBezTo>
                  <a:cubicBezTo>
                    <a:pt x="999" y="315"/>
                    <a:pt x="999" y="314"/>
                    <a:pt x="999" y="313"/>
                  </a:cubicBezTo>
                  <a:cubicBezTo>
                    <a:pt x="999" y="312"/>
                    <a:pt x="999" y="311"/>
                    <a:pt x="999" y="309"/>
                  </a:cubicBezTo>
                  <a:cubicBezTo>
                    <a:pt x="999" y="308"/>
                    <a:pt x="999" y="308"/>
                    <a:pt x="999" y="308"/>
                  </a:cubicBezTo>
                  <a:cubicBezTo>
                    <a:pt x="999" y="307"/>
                    <a:pt x="999" y="306"/>
                    <a:pt x="999" y="305"/>
                  </a:cubicBezTo>
                  <a:cubicBezTo>
                    <a:pt x="999" y="305"/>
                    <a:pt x="999" y="304"/>
                    <a:pt x="999" y="303"/>
                  </a:cubicBezTo>
                  <a:cubicBezTo>
                    <a:pt x="999" y="303"/>
                    <a:pt x="999" y="302"/>
                    <a:pt x="999" y="301"/>
                  </a:cubicBezTo>
                  <a:cubicBezTo>
                    <a:pt x="999" y="300"/>
                    <a:pt x="999" y="300"/>
                    <a:pt x="999" y="299"/>
                  </a:cubicBezTo>
                  <a:cubicBezTo>
                    <a:pt x="999" y="298"/>
                    <a:pt x="999" y="297"/>
                    <a:pt x="999" y="296"/>
                  </a:cubicBezTo>
                  <a:cubicBezTo>
                    <a:pt x="999" y="295"/>
                    <a:pt x="999" y="295"/>
                    <a:pt x="999" y="295"/>
                  </a:cubicBezTo>
                  <a:cubicBezTo>
                    <a:pt x="999" y="294"/>
                    <a:pt x="999" y="293"/>
                    <a:pt x="999" y="293"/>
                  </a:cubicBezTo>
                  <a:cubicBezTo>
                    <a:pt x="999" y="292"/>
                    <a:pt x="999" y="292"/>
                    <a:pt x="999" y="291"/>
                  </a:cubicBezTo>
                  <a:cubicBezTo>
                    <a:pt x="999" y="291"/>
                    <a:pt x="999" y="290"/>
                    <a:pt x="999" y="289"/>
                  </a:cubicBezTo>
                  <a:cubicBezTo>
                    <a:pt x="999" y="288"/>
                    <a:pt x="999" y="288"/>
                    <a:pt x="999" y="288"/>
                  </a:cubicBezTo>
                  <a:cubicBezTo>
                    <a:pt x="999" y="287"/>
                    <a:pt x="999" y="287"/>
                    <a:pt x="999" y="286"/>
                  </a:cubicBezTo>
                  <a:cubicBezTo>
                    <a:pt x="999" y="285"/>
                    <a:pt x="999" y="285"/>
                    <a:pt x="999" y="285"/>
                  </a:cubicBezTo>
                  <a:cubicBezTo>
                    <a:pt x="998" y="284"/>
                    <a:pt x="998" y="284"/>
                    <a:pt x="998" y="283"/>
                  </a:cubicBezTo>
                  <a:cubicBezTo>
                    <a:pt x="998" y="283"/>
                    <a:pt x="998" y="283"/>
                    <a:pt x="998" y="283"/>
                  </a:cubicBezTo>
                  <a:cubicBezTo>
                    <a:pt x="998" y="282"/>
                    <a:pt x="998" y="282"/>
                    <a:pt x="998" y="281"/>
                  </a:cubicBezTo>
                  <a:cubicBezTo>
                    <a:pt x="998" y="281"/>
                    <a:pt x="998" y="281"/>
                    <a:pt x="998" y="280"/>
                  </a:cubicBezTo>
                  <a:cubicBezTo>
                    <a:pt x="998" y="280"/>
                    <a:pt x="998" y="280"/>
                    <a:pt x="998" y="279"/>
                  </a:cubicBezTo>
                  <a:cubicBezTo>
                    <a:pt x="998" y="279"/>
                    <a:pt x="998" y="279"/>
                    <a:pt x="998" y="279"/>
                  </a:cubicBezTo>
                  <a:cubicBezTo>
                    <a:pt x="998" y="278"/>
                    <a:pt x="998" y="278"/>
                    <a:pt x="998" y="278"/>
                  </a:cubicBezTo>
                  <a:cubicBezTo>
                    <a:pt x="998" y="277"/>
                    <a:pt x="998" y="277"/>
                    <a:pt x="998" y="277"/>
                  </a:cubicBezTo>
                  <a:cubicBezTo>
                    <a:pt x="998" y="277"/>
                    <a:pt x="998" y="277"/>
                    <a:pt x="998" y="277"/>
                  </a:cubicBezTo>
                  <a:cubicBezTo>
                    <a:pt x="998" y="277"/>
                    <a:pt x="998" y="277"/>
                    <a:pt x="998" y="276"/>
                  </a:cubicBezTo>
                  <a:cubicBezTo>
                    <a:pt x="998" y="276"/>
                    <a:pt x="998" y="276"/>
                    <a:pt x="998" y="276"/>
                  </a:cubicBezTo>
                  <a:cubicBezTo>
                    <a:pt x="995" y="267"/>
                    <a:pt x="998" y="251"/>
                    <a:pt x="991" y="248"/>
                  </a:cubicBezTo>
                  <a:cubicBezTo>
                    <a:pt x="984" y="245"/>
                    <a:pt x="988" y="234"/>
                    <a:pt x="983" y="224"/>
                  </a:cubicBezTo>
                  <a:cubicBezTo>
                    <a:pt x="978" y="214"/>
                    <a:pt x="994" y="208"/>
                    <a:pt x="994" y="204"/>
                  </a:cubicBezTo>
                  <a:cubicBezTo>
                    <a:pt x="994" y="200"/>
                    <a:pt x="995" y="188"/>
                    <a:pt x="1002" y="185"/>
                  </a:cubicBezTo>
                  <a:cubicBezTo>
                    <a:pt x="1009" y="182"/>
                    <a:pt x="1004" y="173"/>
                    <a:pt x="998" y="169"/>
                  </a:cubicBezTo>
                  <a:cubicBezTo>
                    <a:pt x="992" y="165"/>
                    <a:pt x="998" y="156"/>
                    <a:pt x="989" y="149"/>
                  </a:cubicBezTo>
                  <a:cubicBezTo>
                    <a:pt x="980" y="142"/>
                    <a:pt x="987" y="133"/>
                    <a:pt x="994" y="131"/>
                  </a:cubicBezTo>
                  <a:cubicBezTo>
                    <a:pt x="1001" y="129"/>
                    <a:pt x="999" y="121"/>
                    <a:pt x="1003" y="119"/>
                  </a:cubicBezTo>
                  <a:cubicBezTo>
                    <a:pt x="1004" y="118"/>
                    <a:pt x="1006" y="115"/>
                    <a:pt x="1007" y="112"/>
                  </a:cubicBezTo>
                  <a:cubicBezTo>
                    <a:pt x="997" y="101"/>
                    <a:pt x="991" y="87"/>
                    <a:pt x="976" y="87"/>
                  </a:cubicBezTo>
                  <a:cubicBezTo>
                    <a:pt x="957" y="87"/>
                    <a:pt x="949" y="95"/>
                    <a:pt x="936" y="86"/>
                  </a:cubicBezTo>
                  <a:cubicBezTo>
                    <a:pt x="924" y="77"/>
                    <a:pt x="905" y="73"/>
                    <a:pt x="893" y="73"/>
                  </a:cubicBezTo>
                  <a:cubicBezTo>
                    <a:pt x="882" y="73"/>
                    <a:pt x="896" y="47"/>
                    <a:pt x="863" y="40"/>
                  </a:cubicBezTo>
                  <a:cubicBezTo>
                    <a:pt x="831" y="32"/>
                    <a:pt x="816" y="18"/>
                    <a:pt x="788" y="26"/>
                  </a:cubicBezTo>
                  <a:cubicBezTo>
                    <a:pt x="760" y="33"/>
                    <a:pt x="718" y="42"/>
                    <a:pt x="708" y="57"/>
                  </a:cubicBezTo>
                  <a:cubicBezTo>
                    <a:pt x="697" y="72"/>
                    <a:pt x="676" y="77"/>
                    <a:pt x="676" y="92"/>
                  </a:cubicBezTo>
                  <a:cubicBezTo>
                    <a:pt x="676" y="108"/>
                    <a:pt x="675" y="118"/>
                    <a:pt x="683" y="131"/>
                  </a:cubicBezTo>
                  <a:cubicBezTo>
                    <a:pt x="690" y="144"/>
                    <a:pt x="702" y="153"/>
                    <a:pt x="686" y="170"/>
                  </a:cubicBezTo>
                  <a:cubicBezTo>
                    <a:pt x="670" y="187"/>
                    <a:pt x="649" y="220"/>
                    <a:pt x="626" y="209"/>
                  </a:cubicBezTo>
                  <a:cubicBezTo>
                    <a:pt x="602" y="197"/>
                    <a:pt x="563" y="160"/>
                    <a:pt x="526" y="153"/>
                  </a:cubicBezTo>
                  <a:cubicBezTo>
                    <a:pt x="488" y="145"/>
                    <a:pt x="477" y="141"/>
                    <a:pt x="456" y="141"/>
                  </a:cubicBezTo>
                  <a:cubicBezTo>
                    <a:pt x="434" y="141"/>
                    <a:pt x="415" y="151"/>
                    <a:pt x="404" y="125"/>
                  </a:cubicBezTo>
                  <a:cubicBezTo>
                    <a:pt x="394" y="99"/>
                    <a:pt x="396" y="66"/>
                    <a:pt x="369" y="59"/>
                  </a:cubicBezTo>
                  <a:cubicBezTo>
                    <a:pt x="342" y="53"/>
                    <a:pt x="337" y="52"/>
                    <a:pt x="321" y="41"/>
                  </a:cubicBezTo>
                  <a:cubicBezTo>
                    <a:pt x="304" y="30"/>
                    <a:pt x="280" y="20"/>
                    <a:pt x="258" y="25"/>
                  </a:cubicBezTo>
                  <a:cubicBezTo>
                    <a:pt x="237" y="29"/>
                    <a:pt x="211" y="34"/>
                    <a:pt x="192" y="24"/>
                  </a:cubicBezTo>
                  <a:cubicBezTo>
                    <a:pt x="174" y="14"/>
                    <a:pt x="158" y="3"/>
                    <a:pt x="142" y="0"/>
                  </a:cubicBezTo>
                  <a:cubicBezTo>
                    <a:pt x="141" y="16"/>
                    <a:pt x="139" y="52"/>
                    <a:pt x="138" y="59"/>
                  </a:cubicBezTo>
                  <a:cubicBezTo>
                    <a:pt x="135" y="68"/>
                    <a:pt x="121" y="74"/>
                    <a:pt x="106" y="79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36" name="Freeform 135">
              <a:extLst>
                <a:ext uri="{FF2B5EF4-FFF2-40B4-BE49-F238E27FC236}">
                  <a16:creationId xmlns:a16="http://schemas.microsoft.com/office/drawing/2014/main" id="{6176CB4A-43B9-A52E-EDF1-F595217585CA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0513" y="2073276"/>
              <a:ext cx="171450" cy="180975"/>
            </a:xfrm>
            <a:custGeom>
              <a:avLst/>
              <a:gdLst>
                <a:gd name="T0" fmla="*/ 133 w 188"/>
                <a:gd name="T1" fmla="*/ 180 h 198"/>
                <a:gd name="T2" fmla="*/ 149 w 188"/>
                <a:gd name="T3" fmla="*/ 161 h 198"/>
                <a:gd name="T4" fmla="*/ 166 w 188"/>
                <a:gd name="T5" fmla="*/ 145 h 198"/>
                <a:gd name="T6" fmla="*/ 186 w 188"/>
                <a:gd name="T7" fmla="*/ 121 h 198"/>
                <a:gd name="T8" fmla="*/ 187 w 188"/>
                <a:gd name="T9" fmla="*/ 119 h 198"/>
                <a:gd name="T10" fmla="*/ 187 w 188"/>
                <a:gd name="T11" fmla="*/ 119 h 198"/>
                <a:gd name="T12" fmla="*/ 187 w 188"/>
                <a:gd name="T13" fmla="*/ 117 h 198"/>
                <a:gd name="T14" fmla="*/ 187 w 188"/>
                <a:gd name="T15" fmla="*/ 117 h 198"/>
                <a:gd name="T16" fmla="*/ 188 w 188"/>
                <a:gd name="T17" fmla="*/ 115 h 198"/>
                <a:gd name="T18" fmla="*/ 188 w 188"/>
                <a:gd name="T19" fmla="*/ 115 h 198"/>
                <a:gd name="T20" fmla="*/ 187 w 188"/>
                <a:gd name="T21" fmla="*/ 113 h 198"/>
                <a:gd name="T22" fmla="*/ 187 w 188"/>
                <a:gd name="T23" fmla="*/ 113 h 198"/>
                <a:gd name="T24" fmla="*/ 187 w 188"/>
                <a:gd name="T25" fmla="*/ 112 h 198"/>
                <a:gd name="T26" fmla="*/ 187 w 188"/>
                <a:gd name="T27" fmla="*/ 111 h 198"/>
                <a:gd name="T28" fmla="*/ 186 w 188"/>
                <a:gd name="T29" fmla="*/ 110 h 198"/>
                <a:gd name="T30" fmla="*/ 186 w 188"/>
                <a:gd name="T31" fmla="*/ 109 h 198"/>
                <a:gd name="T32" fmla="*/ 186 w 188"/>
                <a:gd name="T33" fmla="*/ 108 h 198"/>
                <a:gd name="T34" fmla="*/ 185 w 188"/>
                <a:gd name="T35" fmla="*/ 108 h 198"/>
                <a:gd name="T36" fmla="*/ 185 w 188"/>
                <a:gd name="T37" fmla="*/ 107 h 198"/>
                <a:gd name="T38" fmla="*/ 184 w 188"/>
                <a:gd name="T39" fmla="*/ 106 h 198"/>
                <a:gd name="T40" fmla="*/ 184 w 188"/>
                <a:gd name="T41" fmla="*/ 105 h 198"/>
                <a:gd name="T42" fmla="*/ 183 w 188"/>
                <a:gd name="T43" fmla="*/ 105 h 198"/>
                <a:gd name="T44" fmla="*/ 182 w 188"/>
                <a:gd name="T45" fmla="*/ 104 h 198"/>
                <a:gd name="T46" fmla="*/ 182 w 188"/>
                <a:gd name="T47" fmla="*/ 103 h 198"/>
                <a:gd name="T48" fmla="*/ 181 w 188"/>
                <a:gd name="T49" fmla="*/ 102 h 198"/>
                <a:gd name="T50" fmla="*/ 181 w 188"/>
                <a:gd name="T51" fmla="*/ 102 h 198"/>
                <a:gd name="T52" fmla="*/ 180 w 188"/>
                <a:gd name="T53" fmla="*/ 101 h 198"/>
                <a:gd name="T54" fmla="*/ 180 w 188"/>
                <a:gd name="T55" fmla="*/ 101 h 198"/>
                <a:gd name="T56" fmla="*/ 178 w 188"/>
                <a:gd name="T57" fmla="*/ 99 h 198"/>
                <a:gd name="T58" fmla="*/ 177 w 188"/>
                <a:gd name="T59" fmla="*/ 98 h 198"/>
                <a:gd name="T60" fmla="*/ 173 w 188"/>
                <a:gd name="T61" fmla="*/ 66 h 198"/>
                <a:gd name="T62" fmla="*/ 162 w 188"/>
                <a:gd name="T63" fmla="*/ 49 h 198"/>
                <a:gd name="T64" fmla="*/ 151 w 188"/>
                <a:gd name="T65" fmla="*/ 24 h 198"/>
                <a:gd name="T66" fmla="*/ 131 w 188"/>
                <a:gd name="T67" fmla="*/ 6 h 198"/>
                <a:gd name="T68" fmla="*/ 105 w 188"/>
                <a:gd name="T69" fmla="*/ 2 h 198"/>
                <a:gd name="T70" fmla="*/ 84 w 188"/>
                <a:gd name="T71" fmla="*/ 9 h 198"/>
                <a:gd name="T72" fmla="*/ 61 w 188"/>
                <a:gd name="T73" fmla="*/ 10 h 198"/>
                <a:gd name="T74" fmla="*/ 45 w 188"/>
                <a:gd name="T75" fmla="*/ 21 h 198"/>
                <a:gd name="T76" fmla="*/ 29 w 188"/>
                <a:gd name="T77" fmla="*/ 44 h 198"/>
                <a:gd name="T78" fmla="*/ 15 w 188"/>
                <a:gd name="T79" fmla="*/ 59 h 198"/>
                <a:gd name="T80" fmla="*/ 0 w 188"/>
                <a:gd name="T81" fmla="*/ 64 h 198"/>
                <a:gd name="T82" fmla="*/ 4 w 188"/>
                <a:gd name="T83" fmla="*/ 84 h 198"/>
                <a:gd name="T84" fmla="*/ 44 w 188"/>
                <a:gd name="T85" fmla="*/ 155 h 198"/>
                <a:gd name="T86" fmla="*/ 97 w 188"/>
                <a:gd name="T87" fmla="*/ 188 h 198"/>
                <a:gd name="T88" fmla="*/ 116 w 188"/>
                <a:gd name="T89" fmla="*/ 198 h 198"/>
                <a:gd name="T90" fmla="*/ 133 w 188"/>
                <a:gd name="T91" fmla="*/ 180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8" h="198">
                  <a:moveTo>
                    <a:pt x="133" y="180"/>
                  </a:moveTo>
                  <a:cubicBezTo>
                    <a:pt x="136" y="175"/>
                    <a:pt x="143" y="164"/>
                    <a:pt x="149" y="161"/>
                  </a:cubicBezTo>
                  <a:cubicBezTo>
                    <a:pt x="155" y="158"/>
                    <a:pt x="165" y="152"/>
                    <a:pt x="166" y="145"/>
                  </a:cubicBezTo>
                  <a:cubicBezTo>
                    <a:pt x="167" y="138"/>
                    <a:pt x="180" y="132"/>
                    <a:pt x="186" y="121"/>
                  </a:cubicBezTo>
                  <a:cubicBezTo>
                    <a:pt x="186" y="120"/>
                    <a:pt x="187" y="120"/>
                    <a:pt x="187" y="119"/>
                  </a:cubicBezTo>
                  <a:cubicBezTo>
                    <a:pt x="187" y="119"/>
                    <a:pt x="187" y="119"/>
                    <a:pt x="187" y="119"/>
                  </a:cubicBezTo>
                  <a:cubicBezTo>
                    <a:pt x="187" y="118"/>
                    <a:pt x="187" y="118"/>
                    <a:pt x="187" y="117"/>
                  </a:cubicBezTo>
                  <a:cubicBezTo>
                    <a:pt x="187" y="117"/>
                    <a:pt x="187" y="117"/>
                    <a:pt x="187" y="117"/>
                  </a:cubicBezTo>
                  <a:cubicBezTo>
                    <a:pt x="188" y="116"/>
                    <a:pt x="188" y="116"/>
                    <a:pt x="188" y="115"/>
                  </a:cubicBezTo>
                  <a:cubicBezTo>
                    <a:pt x="188" y="115"/>
                    <a:pt x="188" y="115"/>
                    <a:pt x="188" y="115"/>
                  </a:cubicBezTo>
                  <a:cubicBezTo>
                    <a:pt x="188" y="114"/>
                    <a:pt x="188" y="114"/>
                    <a:pt x="187" y="113"/>
                  </a:cubicBezTo>
                  <a:cubicBezTo>
                    <a:pt x="187" y="113"/>
                    <a:pt x="187" y="113"/>
                    <a:pt x="187" y="113"/>
                  </a:cubicBezTo>
                  <a:cubicBezTo>
                    <a:pt x="187" y="112"/>
                    <a:pt x="187" y="112"/>
                    <a:pt x="187" y="112"/>
                  </a:cubicBezTo>
                  <a:cubicBezTo>
                    <a:pt x="187" y="111"/>
                    <a:pt x="187" y="111"/>
                    <a:pt x="187" y="111"/>
                  </a:cubicBezTo>
                  <a:cubicBezTo>
                    <a:pt x="187" y="111"/>
                    <a:pt x="187" y="110"/>
                    <a:pt x="186" y="110"/>
                  </a:cubicBezTo>
                  <a:cubicBezTo>
                    <a:pt x="186" y="110"/>
                    <a:pt x="186" y="110"/>
                    <a:pt x="186" y="109"/>
                  </a:cubicBezTo>
                  <a:cubicBezTo>
                    <a:pt x="186" y="108"/>
                    <a:pt x="186" y="108"/>
                    <a:pt x="186" y="108"/>
                  </a:cubicBezTo>
                  <a:cubicBezTo>
                    <a:pt x="185" y="108"/>
                    <a:pt x="185" y="108"/>
                    <a:pt x="185" y="108"/>
                  </a:cubicBezTo>
                  <a:cubicBezTo>
                    <a:pt x="185" y="107"/>
                    <a:pt x="185" y="107"/>
                    <a:pt x="185" y="107"/>
                  </a:cubicBezTo>
                  <a:cubicBezTo>
                    <a:pt x="185" y="106"/>
                    <a:pt x="185" y="106"/>
                    <a:pt x="184" y="106"/>
                  </a:cubicBezTo>
                  <a:cubicBezTo>
                    <a:pt x="184" y="105"/>
                    <a:pt x="184" y="105"/>
                    <a:pt x="184" y="105"/>
                  </a:cubicBezTo>
                  <a:cubicBezTo>
                    <a:pt x="184" y="105"/>
                    <a:pt x="184" y="105"/>
                    <a:pt x="183" y="105"/>
                  </a:cubicBezTo>
                  <a:cubicBezTo>
                    <a:pt x="183" y="104"/>
                    <a:pt x="183" y="104"/>
                    <a:pt x="182" y="104"/>
                  </a:cubicBezTo>
                  <a:cubicBezTo>
                    <a:pt x="182" y="103"/>
                    <a:pt x="182" y="103"/>
                    <a:pt x="182" y="103"/>
                  </a:cubicBezTo>
                  <a:cubicBezTo>
                    <a:pt x="182" y="103"/>
                    <a:pt x="182" y="103"/>
                    <a:pt x="181" y="102"/>
                  </a:cubicBezTo>
                  <a:cubicBezTo>
                    <a:pt x="181" y="102"/>
                    <a:pt x="181" y="102"/>
                    <a:pt x="181" y="102"/>
                  </a:cubicBezTo>
                  <a:cubicBezTo>
                    <a:pt x="181" y="102"/>
                    <a:pt x="181" y="102"/>
                    <a:pt x="180" y="101"/>
                  </a:cubicBezTo>
                  <a:cubicBezTo>
                    <a:pt x="180" y="101"/>
                    <a:pt x="180" y="101"/>
                    <a:pt x="180" y="101"/>
                  </a:cubicBezTo>
                  <a:cubicBezTo>
                    <a:pt x="179" y="100"/>
                    <a:pt x="179" y="100"/>
                    <a:pt x="178" y="99"/>
                  </a:cubicBezTo>
                  <a:cubicBezTo>
                    <a:pt x="177" y="99"/>
                    <a:pt x="177" y="98"/>
                    <a:pt x="177" y="98"/>
                  </a:cubicBezTo>
                  <a:cubicBezTo>
                    <a:pt x="174" y="94"/>
                    <a:pt x="175" y="70"/>
                    <a:pt x="173" y="66"/>
                  </a:cubicBezTo>
                  <a:cubicBezTo>
                    <a:pt x="172" y="61"/>
                    <a:pt x="169" y="54"/>
                    <a:pt x="162" y="49"/>
                  </a:cubicBezTo>
                  <a:cubicBezTo>
                    <a:pt x="155" y="44"/>
                    <a:pt x="152" y="32"/>
                    <a:pt x="151" y="24"/>
                  </a:cubicBezTo>
                  <a:cubicBezTo>
                    <a:pt x="149" y="17"/>
                    <a:pt x="135" y="13"/>
                    <a:pt x="131" y="6"/>
                  </a:cubicBezTo>
                  <a:cubicBezTo>
                    <a:pt x="128" y="0"/>
                    <a:pt x="112" y="2"/>
                    <a:pt x="105" y="2"/>
                  </a:cubicBezTo>
                  <a:cubicBezTo>
                    <a:pt x="99" y="2"/>
                    <a:pt x="90" y="4"/>
                    <a:pt x="84" y="9"/>
                  </a:cubicBezTo>
                  <a:cubicBezTo>
                    <a:pt x="78" y="14"/>
                    <a:pt x="72" y="14"/>
                    <a:pt x="61" y="10"/>
                  </a:cubicBezTo>
                  <a:cubicBezTo>
                    <a:pt x="51" y="7"/>
                    <a:pt x="47" y="10"/>
                    <a:pt x="45" y="21"/>
                  </a:cubicBezTo>
                  <a:cubicBezTo>
                    <a:pt x="43" y="32"/>
                    <a:pt x="38" y="40"/>
                    <a:pt x="29" y="44"/>
                  </a:cubicBezTo>
                  <a:cubicBezTo>
                    <a:pt x="19" y="48"/>
                    <a:pt x="20" y="51"/>
                    <a:pt x="15" y="59"/>
                  </a:cubicBezTo>
                  <a:cubicBezTo>
                    <a:pt x="12" y="63"/>
                    <a:pt x="5" y="64"/>
                    <a:pt x="0" y="64"/>
                  </a:cubicBezTo>
                  <a:cubicBezTo>
                    <a:pt x="1" y="70"/>
                    <a:pt x="2" y="77"/>
                    <a:pt x="4" y="84"/>
                  </a:cubicBezTo>
                  <a:cubicBezTo>
                    <a:pt x="10" y="116"/>
                    <a:pt x="20" y="148"/>
                    <a:pt x="44" y="155"/>
                  </a:cubicBezTo>
                  <a:cubicBezTo>
                    <a:pt x="67" y="163"/>
                    <a:pt x="75" y="178"/>
                    <a:pt x="97" y="188"/>
                  </a:cubicBezTo>
                  <a:cubicBezTo>
                    <a:pt x="104" y="191"/>
                    <a:pt x="110" y="194"/>
                    <a:pt x="116" y="198"/>
                  </a:cubicBezTo>
                  <a:cubicBezTo>
                    <a:pt x="122" y="188"/>
                    <a:pt x="130" y="185"/>
                    <a:pt x="133" y="180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37" name="Freeform 136">
              <a:extLst>
                <a:ext uri="{FF2B5EF4-FFF2-40B4-BE49-F238E27FC236}">
                  <a16:creationId xmlns:a16="http://schemas.microsoft.com/office/drawing/2014/main" id="{70452835-A966-D460-118B-7C605A32678F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3675" y="1917701"/>
              <a:ext cx="423863" cy="330200"/>
            </a:xfrm>
            <a:custGeom>
              <a:avLst/>
              <a:gdLst>
                <a:gd name="T0" fmla="*/ 135 w 466"/>
                <a:gd name="T1" fmla="*/ 215 h 363"/>
                <a:gd name="T2" fmla="*/ 167 w 466"/>
                <a:gd name="T3" fmla="*/ 181 h 363"/>
                <a:gd name="T4" fmla="*/ 211 w 466"/>
                <a:gd name="T5" fmla="*/ 173 h 363"/>
                <a:gd name="T6" fmla="*/ 257 w 466"/>
                <a:gd name="T7" fmla="*/ 195 h 363"/>
                <a:gd name="T8" fmla="*/ 279 w 466"/>
                <a:gd name="T9" fmla="*/ 237 h 363"/>
                <a:gd name="T10" fmla="*/ 284 w 466"/>
                <a:gd name="T11" fmla="*/ 270 h 363"/>
                <a:gd name="T12" fmla="*/ 296 w 466"/>
                <a:gd name="T13" fmla="*/ 269 h 363"/>
                <a:gd name="T14" fmla="*/ 336 w 466"/>
                <a:gd name="T15" fmla="*/ 270 h 363"/>
                <a:gd name="T16" fmla="*/ 349 w 466"/>
                <a:gd name="T17" fmla="*/ 308 h 363"/>
                <a:gd name="T18" fmla="*/ 351 w 466"/>
                <a:gd name="T19" fmla="*/ 345 h 363"/>
                <a:gd name="T20" fmla="*/ 393 w 466"/>
                <a:gd name="T21" fmla="*/ 341 h 363"/>
                <a:gd name="T22" fmla="*/ 406 w 466"/>
                <a:gd name="T23" fmla="*/ 327 h 363"/>
                <a:gd name="T24" fmla="*/ 408 w 466"/>
                <a:gd name="T25" fmla="*/ 328 h 363"/>
                <a:gd name="T26" fmla="*/ 409 w 466"/>
                <a:gd name="T27" fmla="*/ 330 h 363"/>
                <a:gd name="T28" fmla="*/ 416 w 466"/>
                <a:gd name="T29" fmla="*/ 339 h 363"/>
                <a:gd name="T30" fmla="*/ 432 w 466"/>
                <a:gd name="T31" fmla="*/ 325 h 363"/>
                <a:gd name="T32" fmla="*/ 447 w 466"/>
                <a:gd name="T33" fmla="*/ 303 h 363"/>
                <a:gd name="T34" fmla="*/ 432 w 466"/>
                <a:gd name="T35" fmla="*/ 274 h 363"/>
                <a:gd name="T36" fmla="*/ 464 w 466"/>
                <a:gd name="T37" fmla="*/ 277 h 363"/>
                <a:gd name="T38" fmla="*/ 447 w 466"/>
                <a:gd name="T39" fmla="*/ 252 h 363"/>
                <a:gd name="T40" fmla="*/ 453 w 466"/>
                <a:gd name="T41" fmla="*/ 227 h 363"/>
                <a:gd name="T42" fmla="*/ 429 w 466"/>
                <a:gd name="T43" fmla="*/ 199 h 363"/>
                <a:gd name="T44" fmla="*/ 436 w 466"/>
                <a:gd name="T45" fmla="*/ 156 h 363"/>
                <a:gd name="T46" fmla="*/ 426 w 466"/>
                <a:gd name="T47" fmla="*/ 139 h 363"/>
                <a:gd name="T48" fmla="*/ 405 w 466"/>
                <a:gd name="T49" fmla="*/ 110 h 363"/>
                <a:gd name="T50" fmla="*/ 407 w 466"/>
                <a:gd name="T51" fmla="*/ 80 h 363"/>
                <a:gd name="T52" fmla="*/ 388 w 466"/>
                <a:gd name="T53" fmla="*/ 44 h 363"/>
                <a:gd name="T54" fmla="*/ 358 w 466"/>
                <a:gd name="T55" fmla="*/ 22 h 363"/>
                <a:gd name="T56" fmla="*/ 332 w 466"/>
                <a:gd name="T57" fmla="*/ 46 h 363"/>
                <a:gd name="T58" fmla="*/ 296 w 466"/>
                <a:gd name="T59" fmla="*/ 33 h 363"/>
                <a:gd name="T60" fmla="*/ 268 w 466"/>
                <a:gd name="T61" fmla="*/ 52 h 363"/>
                <a:gd name="T62" fmla="*/ 247 w 466"/>
                <a:gd name="T63" fmla="*/ 40 h 363"/>
                <a:gd name="T64" fmla="*/ 221 w 466"/>
                <a:gd name="T65" fmla="*/ 24 h 363"/>
                <a:gd name="T66" fmla="*/ 220 w 466"/>
                <a:gd name="T67" fmla="*/ 21 h 363"/>
                <a:gd name="T68" fmla="*/ 218 w 466"/>
                <a:gd name="T69" fmla="*/ 20 h 363"/>
                <a:gd name="T70" fmla="*/ 217 w 466"/>
                <a:gd name="T71" fmla="*/ 19 h 363"/>
                <a:gd name="T72" fmla="*/ 215 w 466"/>
                <a:gd name="T73" fmla="*/ 19 h 363"/>
                <a:gd name="T74" fmla="*/ 212 w 466"/>
                <a:gd name="T75" fmla="*/ 18 h 363"/>
                <a:gd name="T76" fmla="*/ 210 w 466"/>
                <a:gd name="T77" fmla="*/ 18 h 363"/>
                <a:gd name="T78" fmla="*/ 207 w 466"/>
                <a:gd name="T79" fmla="*/ 18 h 363"/>
                <a:gd name="T80" fmla="*/ 205 w 466"/>
                <a:gd name="T81" fmla="*/ 18 h 363"/>
                <a:gd name="T82" fmla="*/ 201 w 466"/>
                <a:gd name="T83" fmla="*/ 18 h 363"/>
                <a:gd name="T84" fmla="*/ 198 w 466"/>
                <a:gd name="T85" fmla="*/ 18 h 363"/>
                <a:gd name="T86" fmla="*/ 195 w 466"/>
                <a:gd name="T87" fmla="*/ 18 h 363"/>
                <a:gd name="T88" fmla="*/ 191 w 466"/>
                <a:gd name="T89" fmla="*/ 19 h 363"/>
                <a:gd name="T90" fmla="*/ 188 w 466"/>
                <a:gd name="T91" fmla="*/ 19 h 363"/>
                <a:gd name="T92" fmla="*/ 186 w 466"/>
                <a:gd name="T93" fmla="*/ 19 h 363"/>
                <a:gd name="T94" fmla="*/ 163 w 466"/>
                <a:gd name="T95" fmla="*/ 29 h 363"/>
                <a:gd name="T96" fmla="*/ 126 w 466"/>
                <a:gd name="T97" fmla="*/ 13 h 363"/>
                <a:gd name="T98" fmla="*/ 93 w 466"/>
                <a:gd name="T99" fmla="*/ 1 h 363"/>
                <a:gd name="T100" fmla="*/ 91 w 466"/>
                <a:gd name="T101" fmla="*/ 0 h 363"/>
                <a:gd name="T102" fmla="*/ 84 w 466"/>
                <a:gd name="T103" fmla="*/ 2 h 363"/>
                <a:gd name="T104" fmla="*/ 68 w 466"/>
                <a:gd name="T105" fmla="*/ 34 h 363"/>
                <a:gd name="T106" fmla="*/ 65 w 466"/>
                <a:gd name="T107" fmla="*/ 66 h 363"/>
                <a:gd name="T108" fmla="*/ 14 w 466"/>
                <a:gd name="T109" fmla="*/ 88 h 363"/>
                <a:gd name="T110" fmla="*/ 16 w 466"/>
                <a:gd name="T111" fmla="*/ 120 h 363"/>
                <a:gd name="T112" fmla="*/ 88 w 466"/>
                <a:gd name="T113" fmla="*/ 188 h 363"/>
                <a:gd name="T114" fmla="*/ 121 w 466"/>
                <a:gd name="T115" fmla="*/ 230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466" h="363">
                  <a:moveTo>
                    <a:pt x="121" y="230"/>
                  </a:moveTo>
                  <a:cubicBezTo>
                    <a:pt x="126" y="222"/>
                    <a:pt x="125" y="219"/>
                    <a:pt x="135" y="215"/>
                  </a:cubicBezTo>
                  <a:cubicBezTo>
                    <a:pt x="144" y="211"/>
                    <a:pt x="149" y="203"/>
                    <a:pt x="151" y="192"/>
                  </a:cubicBezTo>
                  <a:cubicBezTo>
                    <a:pt x="153" y="181"/>
                    <a:pt x="157" y="178"/>
                    <a:pt x="167" y="181"/>
                  </a:cubicBezTo>
                  <a:cubicBezTo>
                    <a:pt x="178" y="185"/>
                    <a:pt x="184" y="185"/>
                    <a:pt x="190" y="180"/>
                  </a:cubicBezTo>
                  <a:cubicBezTo>
                    <a:pt x="196" y="175"/>
                    <a:pt x="205" y="173"/>
                    <a:pt x="211" y="173"/>
                  </a:cubicBezTo>
                  <a:cubicBezTo>
                    <a:pt x="218" y="173"/>
                    <a:pt x="234" y="171"/>
                    <a:pt x="237" y="177"/>
                  </a:cubicBezTo>
                  <a:cubicBezTo>
                    <a:pt x="241" y="184"/>
                    <a:pt x="255" y="188"/>
                    <a:pt x="257" y="195"/>
                  </a:cubicBezTo>
                  <a:cubicBezTo>
                    <a:pt x="258" y="203"/>
                    <a:pt x="261" y="215"/>
                    <a:pt x="268" y="220"/>
                  </a:cubicBezTo>
                  <a:cubicBezTo>
                    <a:pt x="275" y="225"/>
                    <a:pt x="278" y="232"/>
                    <a:pt x="279" y="237"/>
                  </a:cubicBezTo>
                  <a:cubicBezTo>
                    <a:pt x="281" y="241"/>
                    <a:pt x="280" y="265"/>
                    <a:pt x="283" y="269"/>
                  </a:cubicBezTo>
                  <a:cubicBezTo>
                    <a:pt x="283" y="269"/>
                    <a:pt x="283" y="270"/>
                    <a:pt x="284" y="270"/>
                  </a:cubicBezTo>
                  <a:cubicBezTo>
                    <a:pt x="285" y="271"/>
                    <a:pt x="285" y="271"/>
                    <a:pt x="286" y="272"/>
                  </a:cubicBezTo>
                  <a:cubicBezTo>
                    <a:pt x="289" y="270"/>
                    <a:pt x="292" y="268"/>
                    <a:pt x="296" y="269"/>
                  </a:cubicBezTo>
                  <a:cubicBezTo>
                    <a:pt x="304" y="273"/>
                    <a:pt x="307" y="278"/>
                    <a:pt x="314" y="274"/>
                  </a:cubicBezTo>
                  <a:cubicBezTo>
                    <a:pt x="321" y="270"/>
                    <a:pt x="329" y="265"/>
                    <a:pt x="336" y="270"/>
                  </a:cubicBezTo>
                  <a:cubicBezTo>
                    <a:pt x="343" y="275"/>
                    <a:pt x="349" y="280"/>
                    <a:pt x="348" y="289"/>
                  </a:cubicBezTo>
                  <a:cubicBezTo>
                    <a:pt x="347" y="297"/>
                    <a:pt x="343" y="304"/>
                    <a:pt x="349" y="308"/>
                  </a:cubicBezTo>
                  <a:cubicBezTo>
                    <a:pt x="355" y="312"/>
                    <a:pt x="355" y="316"/>
                    <a:pt x="355" y="322"/>
                  </a:cubicBezTo>
                  <a:cubicBezTo>
                    <a:pt x="354" y="328"/>
                    <a:pt x="340" y="347"/>
                    <a:pt x="351" y="345"/>
                  </a:cubicBezTo>
                  <a:cubicBezTo>
                    <a:pt x="363" y="343"/>
                    <a:pt x="367" y="363"/>
                    <a:pt x="371" y="356"/>
                  </a:cubicBezTo>
                  <a:cubicBezTo>
                    <a:pt x="375" y="349"/>
                    <a:pt x="392" y="352"/>
                    <a:pt x="393" y="341"/>
                  </a:cubicBezTo>
                  <a:cubicBezTo>
                    <a:pt x="395" y="329"/>
                    <a:pt x="395" y="317"/>
                    <a:pt x="405" y="325"/>
                  </a:cubicBezTo>
                  <a:cubicBezTo>
                    <a:pt x="405" y="326"/>
                    <a:pt x="406" y="326"/>
                    <a:pt x="406" y="327"/>
                  </a:cubicBezTo>
                  <a:cubicBezTo>
                    <a:pt x="406" y="327"/>
                    <a:pt x="406" y="327"/>
                    <a:pt x="407" y="327"/>
                  </a:cubicBezTo>
                  <a:cubicBezTo>
                    <a:pt x="407" y="328"/>
                    <a:pt x="407" y="328"/>
                    <a:pt x="408" y="328"/>
                  </a:cubicBezTo>
                  <a:cubicBezTo>
                    <a:pt x="408" y="328"/>
                    <a:pt x="408" y="328"/>
                    <a:pt x="408" y="329"/>
                  </a:cubicBezTo>
                  <a:cubicBezTo>
                    <a:pt x="408" y="329"/>
                    <a:pt x="408" y="329"/>
                    <a:pt x="409" y="330"/>
                  </a:cubicBezTo>
                  <a:cubicBezTo>
                    <a:pt x="409" y="330"/>
                    <a:pt x="409" y="330"/>
                    <a:pt x="409" y="330"/>
                  </a:cubicBezTo>
                  <a:cubicBezTo>
                    <a:pt x="412" y="336"/>
                    <a:pt x="411" y="340"/>
                    <a:pt x="416" y="339"/>
                  </a:cubicBezTo>
                  <a:cubicBezTo>
                    <a:pt x="417" y="339"/>
                    <a:pt x="417" y="339"/>
                    <a:pt x="417" y="339"/>
                  </a:cubicBezTo>
                  <a:cubicBezTo>
                    <a:pt x="426" y="337"/>
                    <a:pt x="424" y="325"/>
                    <a:pt x="432" y="325"/>
                  </a:cubicBezTo>
                  <a:cubicBezTo>
                    <a:pt x="440" y="325"/>
                    <a:pt x="433" y="315"/>
                    <a:pt x="437" y="313"/>
                  </a:cubicBezTo>
                  <a:cubicBezTo>
                    <a:pt x="441" y="311"/>
                    <a:pt x="448" y="312"/>
                    <a:pt x="447" y="303"/>
                  </a:cubicBezTo>
                  <a:cubicBezTo>
                    <a:pt x="447" y="295"/>
                    <a:pt x="437" y="301"/>
                    <a:pt x="431" y="291"/>
                  </a:cubicBezTo>
                  <a:cubicBezTo>
                    <a:pt x="426" y="281"/>
                    <a:pt x="417" y="271"/>
                    <a:pt x="432" y="274"/>
                  </a:cubicBezTo>
                  <a:cubicBezTo>
                    <a:pt x="447" y="277"/>
                    <a:pt x="445" y="269"/>
                    <a:pt x="453" y="278"/>
                  </a:cubicBezTo>
                  <a:cubicBezTo>
                    <a:pt x="460" y="287"/>
                    <a:pt x="464" y="283"/>
                    <a:pt x="464" y="277"/>
                  </a:cubicBezTo>
                  <a:cubicBezTo>
                    <a:pt x="464" y="271"/>
                    <a:pt x="466" y="265"/>
                    <a:pt x="459" y="262"/>
                  </a:cubicBezTo>
                  <a:cubicBezTo>
                    <a:pt x="451" y="259"/>
                    <a:pt x="455" y="253"/>
                    <a:pt x="447" y="252"/>
                  </a:cubicBezTo>
                  <a:cubicBezTo>
                    <a:pt x="440" y="251"/>
                    <a:pt x="439" y="242"/>
                    <a:pt x="446" y="240"/>
                  </a:cubicBezTo>
                  <a:cubicBezTo>
                    <a:pt x="453" y="238"/>
                    <a:pt x="453" y="233"/>
                    <a:pt x="453" y="227"/>
                  </a:cubicBezTo>
                  <a:cubicBezTo>
                    <a:pt x="453" y="221"/>
                    <a:pt x="455" y="211"/>
                    <a:pt x="446" y="211"/>
                  </a:cubicBezTo>
                  <a:cubicBezTo>
                    <a:pt x="437" y="211"/>
                    <a:pt x="427" y="205"/>
                    <a:pt x="429" y="199"/>
                  </a:cubicBezTo>
                  <a:cubicBezTo>
                    <a:pt x="431" y="193"/>
                    <a:pt x="432" y="191"/>
                    <a:pt x="432" y="181"/>
                  </a:cubicBezTo>
                  <a:cubicBezTo>
                    <a:pt x="432" y="173"/>
                    <a:pt x="432" y="164"/>
                    <a:pt x="436" y="156"/>
                  </a:cubicBezTo>
                  <a:cubicBezTo>
                    <a:pt x="436" y="156"/>
                    <a:pt x="436" y="156"/>
                    <a:pt x="436" y="156"/>
                  </a:cubicBezTo>
                  <a:cubicBezTo>
                    <a:pt x="429" y="146"/>
                    <a:pt x="438" y="144"/>
                    <a:pt x="426" y="139"/>
                  </a:cubicBezTo>
                  <a:cubicBezTo>
                    <a:pt x="414" y="135"/>
                    <a:pt x="424" y="124"/>
                    <a:pt x="423" y="116"/>
                  </a:cubicBezTo>
                  <a:cubicBezTo>
                    <a:pt x="421" y="107"/>
                    <a:pt x="414" y="112"/>
                    <a:pt x="405" y="110"/>
                  </a:cubicBezTo>
                  <a:cubicBezTo>
                    <a:pt x="396" y="109"/>
                    <a:pt x="411" y="96"/>
                    <a:pt x="415" y="91"/>
                  </a:cubicBezTo>
                  <a:cubicBezTo>
                    <a:pt x="419" y="86"/>
                    <a:pt x="420" y="81"/>
                    <a:pt x="407" y="80"/>
                  </a:cubicBezTo>
                  <a:cubicBezTo>
                    <a:pt x="394" y="79"/>
                    <a:pt x="396" y="70"/>
                    <a:pt x="396" y="65"/>
                  </a:cubicBezTo>
                  <a:cubicBezTo>
                    <a:pt x="396" y="60"/>
                    <a:pt x="396" y="47"/>
                    <a:pt x="388" y="44"/>
                  </a:cubicBezTo>
                  <a:cubicBezTo>
                    <a:pt x="381" y="41"/>
                    <a:pt x="384" y="33"/>
                    <a:pt x="379" y="21"/>
                  </a:cubicBezTo>
                  <a:cubicBezTo>
                    <a:pt x="374" y="9"/>
                    <a:pt x="358" y="16"/>
                    <a:pt x="358" y="22"/>
                  </a:cubicBezTo>
                  <a:cubicBezTo>
                    <a:pt x="358" y="28"/>
                    <a:pt x="354" y="28"/>
                    <a:pt x="348" y="28"/>
                  </a:cubicBezTo>
                  <a:cubicBezTo>
                    <a:pt x="342" y="28"/>
                    <a:pt x="340" y="45"/>
                    <a:pt x="332" y="46"/>
                  </a:cubicBezTo>
                  <a:cubicBezTo>
                    <a:pt x="324" y="47"/>
                    <a:pt x="321" y="46"/>
                    <a:pt x="316" y="40"/>
                  </a:cubicBezTo>
                  <a:cubicBezTo>
                    <a:pt x="311" y="34"/>
                    <a:pt x="309" y="34"/>
                    <a:pt x="296" y="33"/>
                  </a:cubicBezTo>
                  <a:cubicBezTo>
                    <a:pt x="283" y="32"/>
                    <a:pt x="286" y="36"/>
                    <a:pt x="284" y="44"/>
                  </a:cubicBezTo>
                  <a:cubicBezTo>
                    <a:pt x="282" y="52"/>
                    <a:pt x="277" y="54"/>
                    <a:pt x="268" y="52"/>
                  </a:cubicBezTo>
                  <a:cubicBezTo>
                    <a:pt x="259" y="50"/>
                    <a:pt x="263" y="45"/>
                    <a:pt x="262" y="37"/>
                  </a:cubicBezTo>
                  <a:cubicBezTo>
                    <a:pt x="261" y="29"/>
                    <a:pt x="249" y="31"/>
                    <a:pt x="247" y="40"/>
                  </a:cubicBezTo>
                  <a:cubicBezTo>
                    <a:pt x="245" y="49"/>
                    <a:pt x="234" y="46"/>
                    <a:pt x="227" y="45"/>
                  </a:cubicBezTo>
                  <a:cubicBezTo>
                    <a:pt x="220" y="44"/>
                    <a:pt x="222" y="34"/>
                    <a:pt x="221" y="24"/>
                  </a:cubicBezTo>
                  <a:cubicBezTo>
                    <a:pt x="221" y="23"/>
                    <a:pt x="221" y="23"/>
                    <a:pt x="221" y="22"/>
                  </a:cubicBezTo>
                  <a:cubicBezTo>
                    <a:pt x="220" y="22"/>
                    <a:pt x="220" y="21"/>
                    <a:pt x="220" y="21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9" y="20"/>
                    <a:pt x="219" y="20"/>
                    <a:pt x="218" y="20"/>
                  </a:cubicBezTo>
                  <a:cubicBezTo>
                    <a:pt x="218" y="20"/>
                    <a:pt x="218" y="20"/>
                    <a:pt x="218" y="20"/>
                  </a:cubicBezTo>
                  <a:cubicBezTo>
                    <a:pt x="217" y="19"/>
                    <a:pt x="217" y="19"/>
                    <a:pt x="217" y="19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5" y="19"/>
                    <a:pt x="215" y="19"/>
                    <a:pt x="215" y="19"/>
                  </a:cubicBezTo>
                  <a:cubicBezTo>
                    <a:pt x="214" y="18"/>
                    <a:pt x="214" y="18"/>
                    <a:pt x="214" y="18"/>
                  </a:cubicBezTo>
                  <a:cubicBezTo>
                    <a:pt x="213" y="18"/>
                    <a:pt x="213" y="18"/>
                    <a:pt x="212" y="18"/>
                  </a:cubicBezTo>
                  <a:cubicBezTo>
                    <a:pt x="212" y="18"/>
                    <a:pt x="212" y="18"/>
                    <a:pt x="211" y="18"/>
                  </a:cubicBezTo>
                  <a:cubicBezTo>
                    <a:pt x="210" y="18"/>
                    <a:pt x="210" y="18"/>
                    <a:pt x="210" y="18"/>
                  </a:cubicBezTo>
                  <a:cubicBezTo>
                    <a:pt x="209" y="18"/>
                    <a:pt x="209" y="18"/>
                    <a:pt x="209" y="18"/>
                  </a:cubicBezTo>
                  <a:cubicBezTo>
                    <a:pt x="208" y="18"/>
                    <a:pt x="208" y="18"/>
                    <a:pt x="207" y="18"/>
                  </a:cubicBezTo>
                  <a:cubicBezTo>
                    <a:pt x="206" y="18"/>
                    <a:pt x="206" y="18"/>
                    <a:pt x="206" y="18"/>
                  </a:cubicBezTo>
                  <a:cubicBezTo>
                    <a:pt x="205" y="18"/>
                    <a:pt x="205" y="18"/>
                    <a:pt x="205" y="18"/>
                  </a:cubicBezTo>
                  <a:cubicBezTo>
                    <a:pt x="204" y="18"/>
                    <a:pt x="203" y="18"/>
                    <a:pt x="202" y="18"/>
                  </a:cubicBezTo>
                  <a:cubicBezTo>
                    <a:pt x="201" y="18"/>
                    <a:pt x="201" y="18"/>
                    <a:pt x="201" y="18"/>
                  </a:cubicBezTo>
                  <a:cubicBezTo>
                    <a:pt x="200" y="18"/>
                    <a:pt x="199" y="18"/>
                    <a:pt x="199" y="18"/>
                  </a:cubicBezTo>
                  <a:cubicBezTo>
                    <a:pt x="198" y="18"/>
                    <a:pt x="198" y="18"/>
                    <a:pt x="198" y="18"/>
                  </a:cubicBezTo>
                  <a:cubicBezTo>
                    <a:pt x="197" y="18"/>
                    <a:pt x="196" y="18"/>
                    <a:pt x="196" y="18"/>
                  </a:cubicBezTo>
                  <a:cubicBezTo>
                    <a:pt x="195" y="18"/>
                    <a:pt x="195" y="18"/>
                    <a:pt x="195" y="18"/>
                  </a:cubicBezTo>
                  <a:cubicBezTo>
                    <a:pt x="194" y="18"/>
                    <a:pt x="193" y="18"/>
                    <a:pt x="192" y="19"/>
                  </a:cubicBezTo>
                  <a:cubicBezTo>
                    <a:pt x="191" y="19"/>
                    <a:pt x="191" y="19"/>
                    <a:pt x="191" y="19"/>
                  </a:cubicBezTo>
                  <a:cubicBezTo>
                    <a:pt x="191" y="19"/>
                    <a:pt x="190" y="19"/>
                    <a:pt x="189" y="19"/>
                  </a:cubicBezTo>
                  <a:cubicBezTo>
                    <a:pt x="189" y="19"/>
                    <a:pt x="189" y="19"/>
                    <a:pt x="188" y="19"/>
                  </a:cubicBezTo>
                  <a:cubicBezTo>
                    <a:pt x="187" y="19"/>
                    <a:pt x="187" y="19"/>
                    <a:pt x="187" y="19"/>
                  </a:cubicBezTo>
                  <a:cubicBezTo>
                    <a:pt x="186" y="19"/>
                    <a:pt x="186" y="19"/>
                    <a:pt x="186" y="19"/>
                  </a:cubicBezTo>
                  <a:cubicBezTo>
                    <a:pt x="185" y="19"/>
                    <a:pt x="185" y="19"/>
                    <a:pt x="184" y="19"/>
                  </a:cubicBezTo>
                  <a:cubicBezTo>
                    <a:pt x="173" y="19"/>
                    <a:pt x="169" y="30"/>
                    <a:pt x="163" y="29"/>
                  </a:cubicBezTo>
                  <a:cubicBezTo>
                    <a:pt x="157" y="28"/>
                    <a:pt x="157" y="21"/>
                    <a:pt x="147" y="21"/>
                  </a:cubicBezTo>
                  <a:cubicBezTo>
                    <a:pt x="137" y="21"/>
                    <a:pt x="133" y="21"/>
                    <a:pt x="126" y="13"/>
                  </a:cubicBezTo>
                  <a:cubicBezTo>
                    <a:pt x="119" y="5"/>
                    <a:pt x="107" y="3"/>
                    <a:pt x="95" y="1"/>
                  </a:cubicBezTo>
                  <a:cubicBezTo>
                    <a:pt x="94" y="1"/>
                    <a:pt x="94" y="1"/>
                    <a:pt x="93" y="1"/>
                  </a:cubicBezTo>
                  <a:cubicBezTo>
                    <a:pt x="92" y="1"/>
                    <a:pt x="92" y="1"/>
                    <a:pt x="92" y="1"/>
                  </a:cubicBezTo>
                  <a:cubicBezTo>
                    <a:pt x="91" y="0"/>
                    <a:pt x="91" y="0"/>
                    <a:pt x="91" y="0"/>
                  </a:cubicBezTo>
                  <a:cubicBezTo>
                    <a:pt x="88" y="0"/>
                    <a:pt x="86" y="0"/>
                    <a:pt x="84" y="2"/>
                  </a:cubicBezTo>
                  <a:cubicBezTo>
                    <a:pt x="84" y="2"/>
                    <a:pt x="84" y="2"/>
                    <a:pt x="84" y="2"/>
                  </a:cubicBezTo>
                  <a:cubicBezTo>
                    <a:pt x="82" y="4"/>
                    <a:pt x="82" y="7"/>
                    <a:pt x="82" y="14"/>
                  </a:cubicBezTo>
                  <a:cubicBezTo>
                    <a:pt x="82" y="27"/>
                    <a:pt x="77" y="28"/>
                    <a:pt x="68" y="34"/>
                  </a:cubicBezTo>
                  <a:cubicBezTo>
                    <a:pt x="59" y="40"/>
                    <a:pt x="73" y="43"/>
                    <a:pt x="78" y="51"/>
                  </a:cubicBezTo>
                  <a:cubicBezTo>
                    <a:pt x="83" y="59"/>
                    <a:pt x="74" y="66"/>
                    <a:pt x="65" y="66"/>
                  </a:cubicBezTo>
                  <a:cubicBezTo>
                    <a:pt x="56" y="66"/>
                    <a:pt x="50" y="70"/>
                    <a:pt x="35" y="72"/>
                  </a:cubicBezTo>
                  <a:cubicBezTo>
                    <a:pt x="20" y="74"/>
                    <a:pt x="31" y="82"/>
                    <a:pt x="14" y="88"/>
                  </a:cubicBezTo>
                  <a:cubicBezTo>
                    <a:pt x="7" y="91"/>
                    <a:pt x="2" y="97"/>
                    <a:pt x="0" y="103"/>
                  </a:cubicBezTo>
                  <a:cubicBezTo>
                    <a:pt x="8" y="107"/>
                    <a:pt x="15" y="111"/>
                    <a:pt x="16" y="120"/>
                  </a:cubicBezTo>
                  <a:cubicBezTo>
                    <a:pt x="19" y="135"/>
                    <a:pt x="26" y="149"/>
                    <a:pt x="41" y="157"/>
                  </a:cubicBezTo>
                  <a:cubicBezTo>
                    <a:pt x="56" y="164"/>
                    <a:pt x="78" y="172"/>
                    <a:pt x="88" y="188"/>
                  </a:cubicBezTo>
                  <a:cubicBezTo>
                    <a:pt x="97" y="200"/>
                    <a:pt x="101" y="215"/>
                    <a:pt x="106" y="235"/>
                  </a:cubicBezTo>
                  <a:cubicBezTo>
                    <a:pt x="111" y="235"/>
                    <a:pt x="118" y="234"/>
                    <a:pt x="121" y="230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38" name="Freeform 137">
              <a:extLst>
                <a:ext uri="{FF2B5EF4-FFF2-40B4-BE49-F238E27FC236}">
                  <a16:creationId xmlns:a16="http://schemas.microsoft.com/office/drawing/2014/main" id="{766F87C2-3CF2-D590-C82E-EF7BF3476285}"/>
                </a:ext>
              </a:extLst>
            </p:cNvPr>
            <p:cNvSpPr>
              <a:spLocks/>
            </p:cNvSpPr>
            <p:nvPr/>
          </p:nvSpPr>
          <p:spPr bwMode="auto">
            <a:xfrm>
              <a:off x="2935288" y="2159001"/>
              <a:ext cx="239713" cy="244475"/>
            </a:xfrm>
            <a:custGeom>
              <a:avLst/>
              <a:gdLst>
                <a:gd name="T0" fmla="*/ 255 w 264"/>
                <a:gd name="T1" fmla="*/ 218 h 268"/>
                <a:gd name="T2" fmla="*/ 259 w 264"/>
                <a:gd name="T3" fmla="*/ 187 h 268"/>
                <a:gd name="T4" fmla="*/ 245 w 264"/>
                <a:gd name="T5" fmla="*/ 174 h 268"/>
                <a:gd name="T6" fmla="*/ 230 w 264"/>
                <a:gd name="T7" fmla="*/ 159 h 268"/>
                <a:gd name="T8" fmla="*/ 208 w 264"/>
                <a:gd name="T9" fmla="*/ 152 h 268"/>
                <a:gd name="T10" fmla="*/ 189 w 264"/>
                <a:gd name="T11" fmla="*/ 140 h 268"/>
                <a:gd name="T12" fmla="*/ 189 w 264"/>
                <a:gd name="T13" fmla="*/ 127 h 268"/>
                <a:gd name="T14" fmla="*/ 200 w 264"/>
                <a:gd name="T15" fmla="*/ 109 h 268"/>
                <a:gd name="T16" fmla="*/ 198 w 264"/>
                <a:gd name="T17" fmla="*/ 90 h 268"/>
                <a:gd name="T18" fmla="*/ 194 w 264"/>
                <a:gd name="T19" fmla="*/ 74 h 268"/>
                <a:gd name="T20" fmla="*/ 187 w 264"/>
                <a:gd name="T21" fmla="*/ 65 h 268"/>
                <a:gd name="T22" fmla="*/ 187 w 264"/>
                <a:gd name="T23" fmla="*/ 65 h 268"/>
                <a:gd name="T24" fmla="*/ 186 w 264"/>
                <a:gd name="T25" fmla="*/ 64 h 268"/>
                <a:gd name="T26" fmla="*/ 186 w 264"/>
                <a:gd name="T27" fmla="*/ 63 h 268"/>
                <a:gd name="T28" fmla="*/ 185 w 264"/>
                <a:gd name="T29" fmla="*/ 62 h 268"/>
                <a:gd name="T30" fmla="*/ 184 w 264"/>
                <a:gd name="T31" fmla="*/ 62 h 268"/>
                <a:gd name="T32" fmla="*/ 183 w 264"/>
                <a:gd name="T33" fmla="*/ 60 h 268"/>
                <a:gd name="T34" fmla="*/ 171 w 264"/>
                <a:gd name="T35" fmla="*/ 76 h 268"/>
                <a:gd name="T36" fmla="*/ 149 w 264"/>
                <a:gd name="T37" fmla="*/ 91 h 268"/>
                <a:gd name="T38" fmla="*/ 129 w 264"/>
                <a:gd name="T39" fmla="*/ 80 h 268"/>
                <a:gd name="T40" fmla="*/ 133 w 264"/>
                <a:gd name="T41" fmla="*/ 57 h 268"/>
                <a:gd name="T42" fmla="*/ 127 w 264"/>
                <a:gd name="T43" fmla="*/ 43 h 268"/>
                <a:gd name="T44" fmla="*/ 126 w 264"/>
                <a:gd name="T45" fmla="*/ 24 h 268"/>
                <a:gd name="T46" fmla="*/ 114 w 264"/>
                <a:gd name="T47" fmla="*/ 5 h 268"/>
                <a:gd name="T48" fmla="*/ 92 w 264"/>
                <a:gd name="T49" fmla="*/ 9 h 268"/>
                <a:gd name="T50" fmla="*/ 74 w 264"/>
                <a:gd name="T51" fmla="*/ 4 h 268"/>
                <a:gd name="T52" fmla="*/ 64 w 264"/>
                <a:gd name="T53" fmla="*/ 7 h 268"/>
                <a:gd name="T54" fmla="*/ 64 w 264"/>
                <a:gd name="T55" fmla="*/ 7 h 268"/>
                <a:gd name="T56" fmla="*/ 65 w 264"/>
                <a:gd name="T57" fmla="*/ 8 h 268"/>
                <a:gd name="T58" fmla="*/ 65 w 264"/>
                <a:gd name="T59" fmla="*/ 8 h 268"/>
                <a:gd name="T60" fmla="*/ 66 w 264"/>
                <a:gd name="T61" fmla="*/ 9 h 268"/>
                <a:gd name="T62" fmla="*/ 66 w 264"/>
                <a:gd name="T63" fmla="*/ 10 h 268"/>
                <a:gd name="T64" fmla="*/ 67 w 264"/>
                <a:gd name="T65" fmla="*/ 11 h 268"/>
                <a:gd name="T66" fmla="*/ 68 w 264"/>
                <a:gd name="T67" fmla="*/ 11 h 268"/>
                <a:gd name="T68" fmla="*/ 68 w 264"/>
                <a:gd name="T69" fmla="*/ 12 h 268"/>
                <a:gd name="T70" fmla="*/ 69 w 264"/>
                <a:gd name="T71" fmla="*/ 13 h 268"/>
                <a:gd name="T72" fmla="*/ 69 w 264"/>
                <a:gd name="T73" fmla="*/ 14 h 268"/>
                <a:gd name="T74" fmla="*/ 70 w 264"/>
                <a:gd name="T75" fmla="*/ 14 h 268"/>
                <a:gd name="T76" fmla="*/ 70 w 264"/>
                <a:gd name="T77" fmla="*/ 15 h 268"/>
                <a:gd name="T78" fmla="*/ 70 w 264"/>
                <a:gd name="T79" fmla="*/ 16 h 268"/>
                <a:gd name="T80" fmla="*/ 71 w 264"/>
                <a:gd name="T81" fmla="*/ 17 h 268"/>
                <a:gd name="T82" fmla="*/ 71 w 264"/>
                <a:gd name="T83" fmla="*/ 18 h 268"/>
                <a:gd name="T84" fmla="*/ 71 w 264"/>
                <a:gd name="T85" fmla="*/ 19 h 268"/>
                <a:gd name="T86" fmla="*/ 71 w 264"/>
                <a:gd name="T87" fmla="*/ 19 h 268"/>
                <a:gd name="T88" fmla="*/ 72 w 264"/>
                <a:gd name="T89" fmla="*/ 21 h 268"/>
                <a:gd name="T90" fmla="*/ 72 w 264"/>
                <a:gd name="T91" fmla="*/ 21 h 268"/>
                <a:gd name="T92" fmla="*/ 71 w 264"/>
                <a:gd name="T93" fmla="*/ 23 h 268"/>
                <a:gd name="T94" fmla="*/ 71 w 264"/>
                <a:gd name="T95" fmla="*/ 23 h 268"/>
                <a:gd name="T96" fmla="*/ 71 w 264"/>
                <a:gd name="T97" fmla="*/ 25 h 268"/>
                <a:gd name="T98" fmla="*/ 71 w 264"/>
                <a:gd name="T99" fmla="*/ 25 h 268"/>
                <a:gd name="T100" fmla="*/ 70 w 264"/>
                <a:gd name="T101" fmla="*/ 27 h 268"/>
                <a:gd name="T102" fmla="*/ 50 w 264"/>
                <a:gd name="T103" fmla="*/ 51 h 268"/>
                <a:gd name="T104" fmla="*/ 33 w 264"/>
                <a:gd name="T105" fmla="*/ 67 h 268"/>
                <a:gd name="T106" fmla="*/ 17 w 264"/>
                <a:gd name="T107" fmla="*/ 86 h 268"/>
                <a:gd name="T108" fmla="*/ 0 w 264"/>
                <a:gd name="T109" fmla="*/ 104 h 268"/>
                <a:gd name="T110" fmla="*/ 49 w 264"/>
                <a:gd name="T111" fmla="*/ 145 h 268"/>
                <a:gd name="T112" fmla="*/ 133 w 264"/>
                <a:gd name="T113" fmla="*/ 213 h 268"/>
                <a:gd name="T114" fmla="*/ 210 w 264"/>
                <a:gd name="T115" fmla="*/ 257 h 268"/>
                <a:gd name="T116" fmla="*/ 248 w 264"/>
                <a:gd name="T117" fmla="*/ 268 h 268"/>
                <a:gd name="T118" fmla="*/ 245 w 264"/>
                <a:gd name="T119" fmla="*/ 236 h 268"/>
                <a:gd name="T120" fmla="*/ 255 w 264"/>
                <a:gd name="T121" fmla="*/ 218 h 2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64" h="268">
                  <a:moveTo>
                    <a:pt x="255" y="218"/>
                  </a:moveTo>
                  <a:cubicBezTo>
                    <a:pt x="264" y="215"/>
                    <a:pt x="259" y="192"/>
                    <a:pt x="259" y="187"/>
                  </a:cubicBezTo>
                  <a:cubicBezTo>
                    <a:pt x="259" y="182"/>
                    <a:pt x="254" y="176"/>
                    <a:pt x="245" y="174"/>
                  </a:cubicBezTo>
                  <a:cubicBezTo>
                    <a:pt x="235" y="172"/>
                    <a:pt x="231" y="166"/>
                    <a:pt x="230" y="159"/>
                  </a:cubicBezTo>
                  <a:cubicBezTo>
                    <a:pt x="229" y="152"/>
                    <a:pt x="219" y="153"/>
                    <a:pt x="208" y="152"/>
                  </a:cubicBezTo>
                  <a:cubicBezTo>
                    <a:pt x="197" y="150"/>
                    <a:pt x="203" y="142"/>
                    <a:pt x="189" y="140"/>
                  </a:cubicBezTo>
                  <a:cubicBezTo>
                    <a:pt x="175" y="139"/>
                    <a:pt x="180" y="130"/>
                    <a:pt x="189" y="127"/>
                  </a:cubicBezTo>
                  <a:cubicBezTo>
                    <a:pt x="197" y="124"/>
                    <a:pt x="197" y="115"/>
                    <a:pt x="200" y="109"/>
                  </a:cubicBezTo>
                  <a:cubicBezTo>
                    <a:pt x="203" y="103"/>
                    <a:pt x="205" y="96"/>
                    <a:pt x="198" y="90"/>
                  </a:cubicBezTo>
                  <a:cubicBezTo>
                    <a:pt x="195" y="88"/>
                    <a:pt x="194" y="81"/>
                    <a:pt x="194" y="74"/>
                  </a:cubicBezTo>
                  <a:cubicBezTo>
                    <a:pt x="189" y="75"/>
                    <a:pt x="190" y="71"/>
                    <a:pt x="187" y="65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6" y="64"/>
                    <a:pt x="186" y="64"/>
                    <a:pt x="186" y="64"/>
                  </a:cubicBezTo>
                  <a:cubicBezTo>
                    <a:pt x="186" y="63"/>
                    <a:pt x="186" y="63"/>
                    <a:pt x="186" y="63"/>
                  </a:cubicBezTo>
                  <a:cubicBezTo>
                    <a:pt x="185" y="63"/>
                    <a:pt x="185" y="63"/>
                    <a:pt x="185" y="62"/>
                  </a:cubicBezTo>
                  <a:cubicBezTo>
                    <a:pt x="184" y="62"/>
                    <a:pt x="184" y="62"/>
                    <a:pt x="184" y="62"/>
                  </a:cubicBezTo>
                  <a:cubicBezTo>
                    <a:pt x="184" y="61"/>
                    <a:pt x="183" y="61"/>
                    <a:pt x="183" y="60"/>
                  </a:cubicBezTo>
                  <a:cubicBezTo>
                    <a:pt x="173" y="52"/>
                    <a:pt x="173" y="64"/>
                    <a:pt x="171" y="76"/>
                  </a:cubicBezTo>
                  <a:cubicBezTo>
                    <a:pt x="170" y="87"/>
                    <a:pt x="153" y="84"/>
                    <a:pt x="149" y="91"/>
                  </a:cubicBezTo>
                  <a:cubicBezTo>
                    <a:pt x="145" y="98"/>
                    <a:pt x="141" y="78"/>
                    <a:pt x="129" y="80"/>
                  </a:cubicBezTo>
                  <a:cubicBezTo>
                    <a:pt x="118" y="82"/>
                    <a:pt x="132" y="63"/>
                    <a:pt x="133" y="57"/>
                  </a:cubicBezTo>
                  <a:cubicBezTo>
                    <a:pt x="133" y="51"/>
                    <a:pt x="133" y="47"/>
                    <a:pt x="127" y="43"/>
                  </a:cubicBezTo>
                  <a:cubicBezTo>
                    <a:pt x="121" y="39"/>
                    <a:pt x="125" y="32"/>
                    <a:pt x="126" y="24"/>
                  </a:cubicBezTo>
                  <a:cubicBezTo>
                    <a:pt x="127" y="15"/>
                    <a:pt x="121" y="10"/>
                    <a:pt x="114" y="5"/>
                  </a:cubicBezTo>
                  <a:cubicBezTo>
                    <a:pt x="107" y="0"/>
                    <a:pt x="99" y="5"/>
                    <a:pt x="92" y="9"/>
                  </a:cubicBezTo>
                  <a:cubicBezTo>
                    <a:pt x="85" y="13"/>
                    <a:pt x="82" y="8"/>
                    <a:pt x="74" y="4"/>
                  </a:cubicBezTo>
                  <a:cubicBezTo>
                    <a:pt x="70" y="3"/>
                    <a:pt x="67" y="5"/>
                    <a:pt x="64" y="7"/>
                  </a:cubicBezTo>
                  <a:cubicBezTo>
                    <a:pt x="64" y="7"/>
                    <a:pt x="64" y="7"/>
                    <a:pt x="64" y="7"/>
                  </a:cubicBezTo>
                  <a:cubicBezTo>
                    <a:pt x="65" y="8"/>
                    <a:pt x="65" y="8"/>
                    <a:pt x="65" y="8"/>
                  </a:cubicBezTo>
                  <a:cubicBezTo>
                    <a:pt x="65" y="8"/>
                    <a:pt x="65" y="8"/>
                    <a:pt x="65" y="8"/>
                  </a:cubicBezTo>
                  <a:cubicBezTo>
                    <a:pt x="66" y="9"/>
                    <a:pt x="66" y="9"/>
                    <a:pt x="66" y="9"/>
                  </a:cubicBezTo>
                  <a:cubicBezTo>
                    <a:pt x="66" y="9"/>
                    <a:pt x="66" y="9"/>
                    <a:pt x="66" y="10"/>
                  </a:cubicBezTo>
                  <a:cubicBezTo>
                    <a:pt x="67" y="10"/>
                    <a:pt x="67" y="10"/>
                    <a:pt x="67" y="11"/>
                  </a:cubicBezTo>
                  <a:cubicBezTo>
                    <a:pt x="68" y="11"/>
                    <a:pt x="68" y="11"/>
                    <a:pt x="68" y="11"/>
                  </a:cubicBezTo>
                  <a:cubicBezTo>
                    <a:pt x="68" y="12"/>
                    <a:pt x="68" y="12"/>
                    <a:pt x="68" y="12"/>
                  </a:cubicBezTo>
                  <a:cubicBezTo>
                    <a:pt x="69" y="12"/>
                    <a:pt x="69" y="12"/>
                    <a:pt x="69" y="13"/>
                  </a:cubicBezTo>
                  <a:cubicBezTo>
                    <a:pt x="69" y="13"/>
                    <a:pt x="69" y="13"/>
                    <a:pt x="69" y="14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5"/>
                    <a:pt x="70" y="15"/>
                    <a:pt x="70" y="15"/>
                  </a:cubicBezTo>
                  <a:cubicBezTo>
                    <a:pt x="70" y="16"/>
                    <a:pt x="70" y="16"/>
                    <a:pt x="70" y="16"/>
                  </a:cubicBezTo>
                  <a:cubicBezTo>
                    <a:pt x="71" y="16"/>
                    <a:pt x="71" y="17"/>
                    <a:pt x="71" y="17"/>
                  </a:cubicBezTo>
                  <a:cubicBezTo>
                    <a:pt x="71" y="17"/>
                    <a:pt x="71" y="17"/>
                    <a:pt x="71" y="18"/>
                  </a:cubicBezTo>
                  <a:cubicBezTo>
                    <a:pt x="71" y="18"/>
                    <a:pt x="71" y="18"/>
                    <a:pt x="71" y="19"/>
                  </a:cubicBezTo>
                  <a:cubicBezTo>
                    <a:pt x="71" y="19"/>
                    <a:pt x="71" y="19"/>
                    <a:pt x="71" y="19"/>
                  </a:cubicBezTo>
                  <a:cubicBezTo>
                    <a:pt x="72" y="20"/>
                    <a:pt x="72" y="20"/>
                    <a:pt x="72" y="21"/>
                  </a:cubicBezTo>
                  <a:cubicBezTo>
                    <a:pt x="72" y="21"/>
                    <a:pt x="72" y="21"/>
                    <a:pt x="72" y="21"/>
                  </a:cubicBezTo>
                  <a:cubicBezTo>
                    <a:pt x="72" y="22"/>
                    <a:pt x="72" y="22"/>
                    <a:pt x="71" y="23"/>
                  </a:cubicBezTo>
                  <a:cubicBezTo>
                    <a:pt x="71" y="23"/>
                    <a:pt x="71" y="23"/>
                    <a:pt x="71" y="23"/>
                  </a:cubicBezTo>
                  <a:cubicBezTo>
                    <a:pt x="71" y="24"/>
                    <a:pt x="71" y="24"/>
                    <a:pt x="71" y="25"/>
                  </a:cubicBezTo>
                  <a:cubicBezTo>
                    <a:pt x="71" y="25"/>
                    <a:pt x="71" y="25"/>
                    <a:pt x="71" y="25"/>
                  </a:cubicBezTo>
                  <a:cubicBezTo>
                    <a:pt x="71" y="26"/>
                    <a:pt x="70" y="26"/>
                    <a:pt x="70" y="27"/>
                  </a:cubicBezTo>
                  <a:cubicBezTo>
                    <a:pt x="64" y="38"/>
                    <a:pt x="51" y="44"/>
                    <a:pt x="50" y="51"/>
                  </a:cubicBezTo>
                  <a:cubicBezTo>
                    <a:pt x="49" y="58"/>
                    <a:pt x="39" y="64"/>
                    <a:pt x="33" y="67"/>
                  </a:cubicBezTo>
                  <a:cubicBezTo>
                    <a:pt x="27" y="70"/>
                    <a:pt x="20" y="81"/>
                    <a:pt x="17" y="86"/>
                  </a:cubicBezTo>
                  <a:cubicBezTo>
                    <a:pt x="14" y="91"/>
                    <a:pt x="6" y="94"/>
                    <a:pt x="0" y="104"/>
                  </a:cubicBezTo>
                  <a:cubicBezTo>
                    <a:pt x="14" y="114"/>
                    <a:pt x="28" y="127"/>
                    <a:pt x="49" y="145"/>
                  </a:cubicBezTo>
                  <a:cubicBezTo>
                    <a:pt x="79" y="171"/>
                    <a:pt x="113" y="196"/>
                    <a:pt x="133" y="213"/>
                  </a:cubicBezTo>
                  <a:cubicBezTo>
                    <a:pt x="153" y="230"/>
                    <a:pt x="189" y="244"/>
                    <a:pt x="210" y="257"/>
                  </a:cubicBezTo>
                  <a:cubicBezTo>
                    <a:pt x="222" y="264"/>
                    <a:pt x="235" y="268"/>
                    <a:pt x="248" y="268"/>
                  </a:cubicBezTo>
                  <a:cubicBezTo>
                    <a:pt x="247" y="257"/>
                    <a:pt x="246" y="240"/>
                    <a:pt x="245" y="236"/>
                  </a:cubicBezTo>
                  <a:cubicBezTo>
                    <a:pt x="244" y="230"/>
                    <a:pt x="247" y="222"/>
                    <a:pt x="255" y="218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39" name="Freeform 138">
              <a:extLst>
                <a:ext uri="{FF2B5EF4-FFF2-40B4-BE49-F238E27FC236}">
                  <a16:creationId xmlns:a16="http://schemas.microsoft.com/office/drawing/2014/main" id="{4F01B609-D521-307F-CDE8-3F16052F2461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4038" y="2041526"/>
              <a:ext cx="361950" cy="361950"/>
            </a:xfrm>
            <a:custGeom>
              <a:avLst/>
              <a:gdLst>
                <a:gd name="T0" fmla="*/ 382 w 398"/>
                <a:gd name="T1" fmla="*/ 330 h 398"/>
                <a:gd name="T2" fmla="*/ 362 w 398"/>
                <a:gd name="T3" fmla="*/ 307 h 398"/>
                <a:gd name="T4" fmla="*/ 349 w 398"/>
                <a:gd name="T5" fmla="*/ 271 h 398"/>
                <a:gd name="T6" fmla="*/ 360 w 398"/>
                <a:gd name="T7" fmla="*/ 229 h 398"/>
                <a:gd name="T8" fmla="*/ 371 w 398"/>
                <a:gd name="T9" fmla="*/ 188 h 398"/>
                <a:gd name="T10" fmla="*/ 397 w 398"/>
                <a:gd name="T11" fmla="*/ 135 h 398"/>
                <a:gd name="T12" fmla="*/ 384 w 398"/>
                <a:gd name="T13" fmla="*/ 104 h 398"/>
                <a:gd name="T14" fmla="*/ 374 w 398"/>
                <a:gd name="T15" fmla="*/ 73 h 398"/>
                <a:gd name="T16" fmla="*/ 361 w 398"/>
                <a:gd name="T17" fmla="*/ 57 h 398"/>
                <a:gd name="T18" fmla="*/ 334 w 398"/>
                <a:gd name="T19" fmla="*/ 43 h 398"/>
                <a:gd name="T20" fmla="*/ 300 w 398"/>
                <a:gd name="T21" fmla="*/ 48 h 398"/>
                <a:gd name="T22" fmla="*/ 270 w 398"/>
                <a:gd name="T23" fmla="*/ 65 h 398"/>
                <a:gd name="T24" fmla="*/ 245 w 398"/>
                <a:gd name="T25" fmla="*/ 50 h 398"/>
                <a:gd name="T26" fmla="*/ 226 w 398"/>
                <a:gd name="T27" fmla="*/ 26 h 398"/>
                <a:gd name="T28" fmla="*/ 215 w 398"/>
                <a:gd name="T29" fmla="*/ 16 h 398"/>
                <a:gd name="T30" fmla="*/ 213 w 398"/>
                <a:gd name="T31" fmla="*/ 15 h 398"/>
                <a:gd name="T32" fmla="*/ 211 w 398"/>
                <a:gd name="T33" fmla="*/ 14 h 398"/>
                <a:gd name="T34" fmla="*/ 209 w 398"/>
                <a:gd name="T35" fmla="*/ 13 h 398"/>
                <a:gd name="T36" fmla="*/ 199 w 398"/>
                <a:gd name="T37" fmla="*/ 11 h 398"/>
                <a:gd name="T38" fmla="*/ 195 w 398"/>
                <a:gd name="T39" fmla="*/ 11 h 398"/>
                <a:gd name="T40" fmla="*/ 160 w 398"/>
                <a:gd name="T41" fmla="*/ 25 h 398"/>
                <a:gd name="T42" fmla="*/ 139 w 398"/>
                <a:gd name="T43" fmla="*/ 0 h 398"/>
                <a:gd name="T44" fmla="*/ 114 w 398"/>
                <a:gd name="T45" fmla="*/ 19 h 398"/>
                <a:gd name="T46" fmla="*/ 82 w 398"/>
                <a:gd name="T47" fmla="*/ 18 h 398"/>
                <a:gd name="T48" fmla="*/ 56 w 398"/>
                <a:gd name="T49" fmla="*/ 23 h 398"/>
                <a:gd name="T50" fmla="*/ 55 w 398"/>
                <a:gd name="T51" fmla="*/ 25 h 398"/>
                <a:gd name="T52" fmla="*/ 54 w 398"/>
                <a:gd name="T53" fmla="*/ 26 h 398"/>
                <a:gd name="T54" fmla="*/ 52 w 398"/>
                <a:gd name="T55" fmla="*/ 27 h 398"/>
                <a:gd name="T56" fmla="*/ 51 w 398"/>
                <a:gd name="T57" fmla="*/ 28 h 398"/>
                <a:gd name="T58" fmla="*/ 50 w 398"/>
                <a:gd name="T59" fmla="*/ 28 h 398"/>
                <a:gd name="T60" fmla="*/ 49 w 398"/>
                <a:gd name="T61" fmla="*/ 29 h 398"/>
                <a:gd name="T62" fmla="*/ 48 w 398"/>
                <a:gd name="T63" fmla="*/ 28 h 398"/>
                <a:gd name="T64" fmla="*/ 47 w 398"/>
                <a:gd name="T65" fmla="*/ 28 h 398"/>
                <a:gd name="T66" fmla="*/ 46 w 398"/>
                <a:gd name="T67" fmla="*/ 27 h 398"/>
                <a:gd name="T68" fmla="*/ 45 w 398"/>
                <a:gd name="T69" fmla="*/ 27 h 398"/>
                <a:gd name="T70" fmla="*/ 39 w 398"/>
                <a:gd name="T71" fmla="*/ 20 h 398"/>
                <a:gd name="T72" fmla="*/ 32 w 398"/>
                <a:gd name="T73" fmla="*/ 63 h 398"/>
                <a:gd name="T74" fmla="*/ 56 w 398"/>
                <a:gd name="T75" fmla="*/ 91 h 398"/>
                <a:gd name="T76" fmla="*/ 50 w 398"/>
                <a:gd name="T77" fmla="*/ 116 h 398"/>
                <a:gd name="T78" fmla="*/ 67 w 398"/>
                <a:gd name="T79" fmla="*/ 141 h 398"/>
                <a:gd name="T80" fmla="*/ 35 w 398"/>
                <a:gd name="T81" fmla="*/ 138 h 398"/>
                <a:gd name="T82" fmla="*/ 50 w 398"/>
                <a:gd name="T83" fmla="*/ 167 h 398"/>
                <a:gd name="T84" fmla="*/ 35 w 398"/>
                <a:gd name="T85" fmla="*/ 189 h 398"/>
                <a:gd name="T86" fmla="*/ 19 w 398"/>
                <a:gd name="T87" fmla="*/ 203 h 398"/>
                <a:gd name="T88" fmla="*/ 25 w 398"/>
                <a:gd name="T89" fmla="*/ 238 h 398"/>
                <a:gd name="T90" fmla="*/ 14 w 398"/>
                <a:gd name="T91" fmla="*/ 269 h 398"/>
                <a:gd name="T92" fmla="*/ 55 w 398"/>
                <a:gd name="T93" fmla="*/ 288 h 398"/>
                <a:gd name="T94" fmla="*/ 84 w 398"/>
                <a:gd name="T95" fmla="*/ 316 h 398"/>
                <a:gd name="T96" fmla="*/ 70 w 398"/>
                <a:gd name="T97" fmla="*/ 365 h 398"/>
                <a:gd name="T98" fmla="*/ 106 w 398"/>
                <a:gd name="T99" fmla="*/ 390 h 398"/>
                <a:gd name="T100" fmla="*/ 232 w 398"/>
                <a:gd name="T101" fmla="*/ 345 h 398"/>
                <a:gd name="T102" fmla="*/ 365 w 398"/>
                <a:gd name="T103" fmla="*/ 353 h 3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398" h="398">
                  <a:moveTo>
                    <a:pt x="375" y="345"/>
                  </a:moveTo>
                  <a:cubicBezTo>
                    <a:pt x="383" y="343"/>
                    <a:pt x="382" y="336"/>
                    <a:pt x="382" y="330"/>
                  </a:cubicBezTo>
                  <a:cubicBezTo>
                    <a:pt x="382" y="324"/>
                    <a:pt x="372" y="322"/>
                    <a:pt x="366" y="322"/>
                  </a:cubicBezTo>
                  <a:cubicBezTo>
                    <a:pt x="359" y="322"/>
                    <a:pt x="362" y="311"/>
                    <a:pt x="362" y="307"/>
                  </a:cubicBezTo>
                  <a:cubicBezTo>
                    <a:pt x="362" y="302"/>
                    <a:pt x="361" y="296"/>
                    <a:pt x="355" y="291"/>
                  </a:cubicBezTo>
                  <a:cubicBezTo>
                    <a:pt x="348" y="286"/>
                    <a:pt x="353" y="276"/>
                    <a:pt x="349" y="271"/>
                  </a:cubicBezTo>
                  <a:cubicBezTo>
                    <a:pt x="345" y="267"/>
                    <a:pt x="348" y="255"/>
                    <a:pt x="348" y="250"/>
                  </a:cubicBezTo>
                  <a:cubicBezTo>
                    <a:pt x="348" y="244"/>
                    <a:pt x="360" y="233"/>
                    <a:pt x="360" y="229"/>
                  </a:cubicBezTo>
                  <a:cubicBezTo>
                    <a:pt x="360" y="225"/>
                    <a:pt x="361" y="217"/>
                    <a:pt x="365" y="213"/>
                  </a:cubicBezTo>
                  <a:cubicBezTo>
                    <a:pt x="370" y="208"/>
                    <a:pt x="371" y="198"/>
                    <a:pt x="371" y="188"/>
                  </a:cubicBezTo>
                  <a:cubicBezTo>
                    <a:pt x="372" y="178"/>
                    <a:pt x="384" y="164"/>
                    <a:pt x="391" y="159"/>
                  </a:cubicBezTo>
                  <a:cubicBezTo>
                    <a:pt x="398" y="154"/>
                    <a:pt x="397" y="142"/>
                    <a:pt x="397" y="135"/>
                  </a:cubicBezTo>
                  <a:cubicBezTo>
                    <a:pt x="397" y="127"/>
                    <a:pt x="392" y="125"/>
                    <a:pt x="387" y="122"/>
                  </a:cubicBezTo>
                  <a:cubicBezTo>
                    <a:pt x="382" y="119"/>
                    <a:pt x="388" y="107"/>
                    <a:pt x="384" y="104"/>
                  </a:cubicBezTo>
                  <a:cubicBezTo>
                    <a:pt x="380" y="101"/>
                    <a:pt x="380" y="94"/>
                    <a:pt x="380" y="87"/>
                  </a:cubicBezTo>
                  <a:cubicBezTo>
                    <a:pt x="379" y="80"/>
                    <a:pt x="379" y="74"/>
                    <a:pt x="374" y="73"/>
                  </a:cubicBezTo>
                  <a:cubicBezTo>
                    <a:pt x="370" y="72"/>
                    <a:pt x="364" y="63"/>
                    <a:pt x="361" y="58"/>
                  </a:cubicBezTo>
                  <a:cubicBezTo>
                    <a:pt x="361" y="57"/>
                    <a:pt x="361" y="57"/>
                    <a:pt x="361" y="57"/>
                  </a:cubicBezTo>
                  <a:cubicBezTo>
                    <a:pt x="359" y="52"/>
                    <a:pt x="355" y="52"/>
                    <a:pt x="347" y="51"/>
                  </a:cubicBezTo>
                  <a:cubicBezTo>
                    <a:pt x="340" y="51"/>
                    <a:pt x="337" y="50"/>
                    <a:pt x="334" y="43"/>
                  </a:cubicBezTo>
                  <a:cubicBezTo>
                    <a:pt x="330" y="35"/>
                    <a:pt x="322" y="35"/>
                    <a:pt x="317" y="40"/>
                  </a:cubicBezTo>
                  <a:cubicBezTo>
                    <a:pt x="312" y="44"/>
                    <a:pt x="306" y="47"/>
                    <a:pt x="300" y="48"/>
                  </a:cubicBezTo>
                  <a:cubicBezTo>
                    <a:pt x="294" y="49"/>
                    <a:pt x="288" y="52"/>
                    <a:pt x="286" y="62"/>
                  </a:cubicBezTo>
                  <a:cubicBezTo>
                    <a:pt x="284" y="72"/>
                    <a:pt x="276" y="71"/>
                    <a:pt x="270" y="65"/>
                  </a:cubicBezTo>
                  <a:cubicBezTo>
                    <a:pt x="265" y="60"/>
                    <a:pt x="263" y="57"/>
                    <a:pt x="259" y="57"/>
                  </a:cubicBezTo>
                  <a:cubicBezTo>
                    <a:pt x="254" y="57"/>
                    <a:pt x="248" y="50"/>
                    <a:pt x="245" y="50"/>
                  </a:cubicBezTo>
                  <a:cubicBezTo>
                    <a:pt x="242" y="50"/>
                    <a:pt x="237" y="41"/>
                    <a:pt x="235" y="37"/>
                  </a:cubicBezTo>
                  <a:cubicBezTo>
                    <a:pt x="233" y="34"/>
                    <a:pt x="228" y="26"/>
                    <a:pt x="226" y="26"/>
                  </a:cubicBezTo>
                  <a:cubicBezTo>
                    <a:pt x="223" y="26"/>
                    <a:pt x="218" y="23"/>
                    <a:pt x="216" y="18"/>
                  </a:cubicBezTo>
                  <a:cubicBezTo>
                    <a:pt x="215" y="17"/>
                    <a:pt x="215" y="17"/>
                    <a:pt x="215" y="16"/>
                  </a:cubicBezTo>
                  <a:cubicBezTo>
                    <a:pt x="214" y="16"/>
                    <a:pt x="214" y="16"/>
                    <a:pt x="214" y="16"/>
                  </a:cubicBezTo>
                  <a:cubicBezTo>
                    <a:pt x="214" y="16"/>
                    <a:pt x="214" y="15"/>
                    <a:pt x="213" y="15"/>
                  </a:cubicBezTo>
                  <a:cubicBezTo>
                    <a:pt x="213" y="15"/>
                    <a:pt x="213" y="15"/>
                    <a:pt x="213" y="15"/>
                  </a:cubicBezTo>
                  <a:cubicBezTo>
                    <a:pt x="212" y="14"/>
                    <a:pt x="212" y="14"/>
                    <a:pt x="211" y="14"/>
                  </a:cubicBezTo>
                  <a:cubicBezTo>
                    <a:pt x="210" y="13"/>
                    <a:pt x="210" y="13"/>
                    <a:pt x="210" y="13"/>
                  </a:cubicBezTo>
                  <a:cubicBezTo>
                    <a:pt x="209" y="13"/>
                    <a:pt x="209" y="13"/>
                    <a:pt x="209" y="13"/>
                  </a:cubicBezTo>
                  <a:cubicBezTo>
                    <a:pt x="207" y="12"/>
                    <a:pt x="206" y="12"/>
                    <a:pt x="203" y="11"/>
                  </a:cubicBezTo>
                  <a:cubicBezTo>
                    <a:pt x="202" y="11"/>
                    <a:pt x="201" y="11"/>
                    <a:pt x="199" y="11"/>
                  </a:cubicBezTo>
                  <a:cubicBezTo>
                    <a:pt x="199" y="11"/>
                    <a:pt x="199" y="11"/>
                    <a:pt x="199" y="11"/>
                  </a:cubicBezTo>
                  <a:cubicBezTo>
                    <a:pt x="198" y="11"/>
                    <a:pt x="196" y="11"/>
                    <a:pt x="195" y="11"/>
                  </a:cubicBezTo>
                  <a:cubicBezTo>
                    <a:pt x="184" y="10"/>
                    <a:pt x="179" y="11"/>
                    <a:pt x="177" y="19"/>
                  </a:cubicBezTo>
                  <a:cubicBezTo>
                    <a:pt x="175" y="26"/>
                    <a:pt x="169" y="25"/>
                    <a:pt x="160" y="25"/>
                  </a:cubicBezTo>
                  <a:cubicBezTo>
                    <a:pt x="152" y="25"/>
                    <a:pt x="154" y="21"/>
                    <a:pt x="155" y="10"/>
                  </a:cubicBezTo>
                  <a:cubicBezTo>
                    <a:pt x="155" y="0"/>
                    <a:pt x="149" y="0"/>
                    <a:pt x="139" y="0"/>
                  </a:cubicBezTo>
                  <a:cubicBezTo>
                    <a:pt x="129" y="0"/>
                    <a:pt x="129" y="1"/>
                    <a:pt x="129" y="11"/>
                  </a:cubicBezTo>
                  <a:cubicBezTo>
                    <a:pt x="129" y="20"/>
                    <a:pt x="114" y="11"/>
                    <a:pt x="114" y="19"/>
                  </a:cubicBezTo>
                  <a:cubicBezTo>
                    <a:pt x="113" y="27"/>
                    <a:pt x="101" y="25"/>
                    <a:pt x="92" y="25"/>
                  </a:cubicBezTo>
                  <a:cubicBezTo>
                    <a:pt x="83" y="25"/>
                    <a:pt x="82" y="22"/>
                    <a:pt x="82" y="18"/>
                  </a:cubicBezTo>
                  <a:cubicBezTo>
                    <a:pt x="82" y="14"/>
                    <a:pt x="79" y="10"/>
                    <a:pt x="73" y="10"/>
                  </a:cubicBezTo>
                  <a:cubicBezTo>
                    <a:pt x="67" y="10"/>
                    <a:pt x="61" y="14"/>
                    <a:pt x="56" y="23"/>
                  </a:cubicBezTo>
                  <a:cubicBezTo>
                    <a:pt x="56" y="24"/>
                    <a:pt x="55" y="24"/>
                    <a:pt x="55" y="25"/>
                  </a:cubicBezTo>
                  <a:cubicBezTo>
                    <a:pt x="55" y="25"/>
                    <a:pt x="55" y="25"/>
                    <a:pt x="55" y="25"/>
                  </a:cubicBezTo>
                  <a:cubicBezTo>
                    <a:pt x="54" y="25"/>
                    <a:pt x="54" y="26"/>
                    <a:pt x="54" y="26"/>
                  </a:cubicBezTo>
                  <a:cubicBezTo>
                    <a:pt x="54" y="26"/>
                    <a:pt x="54" y="26"/>
                    <a:pt x="54" y="26"/>
                  </a:cubicBezTo>
                  <a:cubicBezTo>
                    <a:pt x="53" y="27"/>
                    <a:pt x="53" y="27"/>
                    <a:pt x="53" y="27"/>
                  </a:cubicBezTo>
                  <a:cubicBezTo>
                    <a:pt x="53" y="27"/>
                    <a:pt x="53" y="27"/>
                    <a:pt x="52" y="27"/>
                  </a:cubicBezTo>
                  <a:cubicBezTo>
                    <a:pt x="52" y="28"/>
                    <a:pt x="52" y="28"/>
                    <a:pt x="52" y="28"/>
                  </a:cubicBezTo>
                  <a:cubicBezTo>
                    <a:pt x="52" y="28"/>
                    <a:pt x="52" y="28"/>
                    <a:pt x="51" y="28"/>
                  </a:cubicBezTo>
                  <a:cubicBezTo>
                    <a:pt x="51" y="28"/>
                    <a:pt x="51" y="28"/>
                    <a:pt x="51" y="28"/>
                  </a:cubicBezTo>
                  <a:cubicBezTo>
                    <a:pt x="51" y="28"/>
                    <a:pt x="51" y="28"/>
                    <a:pt x="50" y="28"/>
                  </a:cubicBezTo>
                  <a:cubicBezTo>
                    <a:pt x="50" y="28"/>
                    <a:pt x="50" y="28"/>
                    <a:pt x="50" y="28"/>
                  </a:cubicBezTo>
                  <a:cubicBezTo>
                    <a:pt x="50" y="29"/>
                    <a:pt x="50" y="29"/>
                    <a:pt x="49" y="29"/>
                  </a:cubicBezTo>
                  <a:cubicBezTo>
                    <a:pt x="49" y="29"/>
                    <a:pt x="49" y="29"/>
                    <a:pt x="49" y="29"/>
                  </a:cubicBezTo>
                  <a:cubicBezTo>
                    <a:pt x="49" y="29"/>
                    <a:pt x="49" y="28"/>
                    <a:pt x="48" y="28"/>
                  </a:cubicBezTo>
                  <a:cubicBezTo>
                    <a:pt x="48" y="28"/>
                    <a:pt x="48" y="28"/>
                    <a:pt x="48" y="28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7" y="28"/>
                    <a:pt x="46" y="28"/>
                    <a:pt x="46" y="27"/>
                  </a:cubicBezTo>
                  <a:cubicBezTo>
                    <a:pt x="46" y="27"/>
                    <a:pt x="46" y="27"/>
                    <a:pt x="46" y="27"/>
                  </a:cubicBezTo>
                  <a:cubicBezTo>
                    <a:pt x="45" y="27"/>
                    <a:pt x="45" y="27"/>
                    <a:pt x="45" y="27"/>
                  </a:cubicBezTo>
                  <a:cubicBezTo>
                    <a:pt x="45" y="27"/>
                    <a:pt x="45" y="27"/>
                    <a:pt x="45" y="27"/>
                  </a:cubicBezTo>
                  <a:cubicBezTo>
                    <a:pt x="43" y="25"/>
                    <a:pt x="41" y="23"/>
                    <a:pt x="39" y="20"/>
                  </a:cubicBezTo>
                  <a:cubicBezTo>
                    <a:pt x="35" y="28"/>
                    <a:pt x="35" y="37"/>
                    <a:pt x="35" y="45"/>
                  </a:cubicBezTo>
                  <a:cubicBezTo>
                    <a:pt x="35" y="55"/>
                    <a:pt x="34" y="57"/>
                    <a:pt x="32" y="63"/>
                  </a:cubicBezTo>
                  <a:cubicBezTo>
                    <a:pt x="30" y="69"/>
                    <a:pt x="40" y="75"/>
                    <a:pt x="49" y="75"/>
                  </a:cubicBezTo>
                  <a:cubicBezTo>
                    <a:pt x="58" y="75"/>
                    <a:pt x="56" y="85"/>
                    <a:pt x="56" y="91"/>
                  </a:cubicBezTo>
                  <a:cubicBezTo>
                    <a:pt x="56" y="97"/>
                    <a:pt x="56" y="102"/>
                    <a:pt x="49" y="104"/>
                  </a:cubicBezTo>
                  <a:cubicBezTo>
                    <a:pt x="42" y="106"/>
                    <a:pt x="43" y="115"/>
                    <a:pt x="50" y="116"/>
                  </a:cubicBezTo>
                  <a:cubicBezTo>
                    <a:pt x="58" y="117"/>
                    <a:pt x="54" y="123"/>
                    <a:pt x="62" y="126"/>
                  </a:cubicBezTo>
                  <a:cubicBezTo>
                    <a:pt x="69" y="129"/>
                    <a:pt x="67" y="135"/>
                    <a:pt x="67" y="141"/>
                  </a:cubicBezTo>
                  <a:cubicBezTo>
                    <a:pt x="67" y="147"/>
                    <a:pt x="63" y="151"/>
                    <a:pt x="56" y="142"/>
                  </a:cubicBezTo>
                  <a:cubicBezTo>
                    <a:pt x="48" y="133"/>
                    <a:pt x="50" y="141"/>
                    <a:pt x="35" y="138"/>
                  </a:cubicBezTo>
                  <a:cubicBezTo>
                    <a:pt x="20" y="135"/>
                    <a:pt x="29" y="145"/>
                    <a:pt x="34" y="155"/>
                  </a:cubicBezTo>
                  <a:cubicBezTo>
                    <a:pt x="40" y="165"/>
                    <a:pt x="50" y="159"/>
                    <a:pt x="50" y="167"/>
                  </a:cubicBezTo>
                  <a:cubicBezTo>
                    <a:pt x="51" y="176"/>
                    <a:pt x="44" y="175"/>
                    <a:pt x="40" y="177"/>
                  </a:cubicBezTo>
                  <a:cubicBezTo>
                    <a:pt x="36" y="179"/>
                    <a:pt x="43" y="189"/>
                    <a:pt x="35" y="189"/>
                  </a:cubicBezTo>
                  <a:cubicBezTo>
                    <a:pt x="27" y="189"/>
                    <a:pt x="29" y="201"/>
                    <a:pt x="20" y="203"/>
                  </a:cubicBezTo>
                  <a:cubicBezTo>
                    <a:pt x="20" y="203"/>
                    <a:pt x="20" y="203"/>
                    <a:pt x="19" y="203"/>
                  </a:cubicBezTo>
                  <a:cubicBezTo>
                    <a:pt x="19" y="210"/>
                    <a:pt x="20" y="217"/>
                    <a:pt x="23" y="219"/>
                  </a:cubicBezTo>
                  <a:cubicBezTo>
                    <a:pt x="30" y="225"/>
                    <a:pt x="28" y="232"/>
                    <a:pt x="25" y="238"/>
                  </a:cubicBezTo>
                  <a:cubicBezTo>
                    <a:pt x="22" y="244"/>
                    <a:pt x="22" y="253"/>
                    <a:pt x="14" y="256"/>
                  </a:cubicBezTo>
                  <a:cubicBezTo>
                    <a:pt x="5" y="259"/>
                    <a:pt x="0" y="268"/>
                    <a:pt x="14" y="269"/>
                  </a:cubicBezTo>
                  <a:cubicBezTo>
                    <a:pt x="28" y="271"/>
                    <a:pt x="22" y="279"/>
                    <a:pt x="33" y="281"/>
                  </a:cubicBezTo>
                  <a:cubicBezTo>
                    <a:pt x="44" y="282"/>
                    <a:pt x="54" y="281"/>
                    <a:pt x="55" y="288"/>
                  </a:cubicBezTo>
                  <a:cubicBezTo>
                    <a:pt x="56" y="295"/>
                    <a:pt x="60" y="301"/>
                    <a:pt x="70" y="303"/>
                  </a:cubicBezTo>
                  <a:cubicBezTo>
                    <a:pt x="79" y="305"/>
                    <a:pt x="84" y="311"/>
                    <a:pt x="84" y="316"/>
                  </a:cubicBezTo>
                  <a:cubicBezTo>
                    <a:pt x="84" y="321"/>
                    <a:pt x="89" y="344"/>
                    <a:pt x="80" y="347"/>
                  </a:cubicBezTo>
                  <a:cubicBezTo>
                    <a:pt x="72" y="351"/>
                    <a:pt x="69" y="359"/>
                    <a:pt x="70" y="365"/>
                  </a:cubicBezTo>
                  <a:cubicBezTo>
                    <a:pt x="71" y="369"/>
                    <a:pt x="72" y="386"/>
                    <a:pt x="73" y="397"/>
                  </a:cubicBezTo>
                  <a:cubicBezTo>
                    <a:pt x="85" y="398"/>
                    <a:pt x="96" y="396"/>
                    <a:pt x="106" y="390"/>
                  </a:cubicBezTo>
                  <a:cubicBezTo>
                    <a:pt x="127" y="380"/>
                    <a:pt x="139" y="374"/>
                    <a:pt x="160" y="367"/>
                  </a:cubicBezTo>
                  <a:cubicBezTo>
                    <a:pt x="182" y="359"/>
                    <a:pt x="194" y="347"/>
                    <a:pt x="232" y="345"/>
                  </a:cubicBezTo>
                  <a:cubicBezTo>
                    <a:pt x="270" y="343"/>
                    <a:pt x="292" y="334"/>
                    <a:pt x="314" y="344"/>
                  </a:cubicBezTo>
                  <a:cubicBezTo>
                    <a:pt x="332" y="352"/>
                    <a:pt x="348" y="348"/>
                    <a:pt x="365" y="353"/>
                  </a:cubicBezTo>
                  <a:cubicBezTo>
                    <a:pt x="366" y="347"/>
                    <a:pt x="368" y="346"/>
                    <a:pt x="375" y="345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40" name="Freeform 139">
              <a:extLst>
                <a:ext uri="{FF2B5EF4-FFF2-40B4-BE49-F238E27FC236}">
                  <a16:creationId xmlns:a16="http://schemas.microsoft.com/office/drawing/2014/main" id="{ACE20BC1-0E3B-6C4F-E7B5-2F8789200BFA}"/>
                </a:ext>
              </a:extLst>
            </p:cNvPr>
            <p:cNvSpPr>
              <a:spLocks/>
            </p:cNvSpPr>
            <p:nvPr/>
          </p:nvSpPr>
          <p:spPr bwMode="auto">
            <a:xfrm>
              <a:off x="3279775" y="1773238"/>
              <a:ext cx="455613" cy="334963"/>
            </a:xfrm>
            <a:custGeom>
              <a:avLst/>
              <a:gdLst>
                <a:gd name="T0" fmla="*/ 492 w 503"/>
                <a:gd name="T1" fmla="*/ 182 h 367"/>
                <a:gd name="T2" fmla="*/ 471 w 503"/>
                <a:gd name="T3" fmla="*/ 165 h 367"/>
                <a:gd name="T4" fmla="*/ 435 w 503"/>
                <a:gd name="T5" fmla="*/ 152 h 367"/>
                <a:gd name="T6" fmla="*/ 427 w 503"/>
                <a:gd name="T7" fmla="*/ 121 h 367"/>
                <a:gd name="T8" fmla="*/ 393 w 503"/>
                <a:gd name="T9" fmla="*/ 93 h 367"/>
                <a:gd name="T10" fmla="*/ 365 w 503"/>
                <a:gd name="T11" fmla="*/ 50 h 367"/>
                <a:gd name="T12" fmla="*/ 368 w 503"/>
                <a:gd name="T13" fmla="*/ 14 h 367"/>
                <a:gd name="T14" fmla="*/ 347 w 503"/>
                <a:gd name="T15" fmla="*/ 14 h 367"/>
                <a:gd name="T16" fmla="*/ 331 w 503"/>
                <a:gd name="T17" fmla="*/ 6 h 367"/>
                <a:gd name="T18" fmla="*/ 287 w 503"/>
                <a:gd name="T19" fmla="*/ 20 h 367"/>
                <a:gd name="T20" fmla="*/ 251 w 503"/>
                <a:gd name="T21" fmla="*/ 41 h 367"/>
                <a:gd name="T22" fmla="*/ 225 w 503"/>
                <a:gd name="T23" fmla="*/ 56 h 367"/>
                <a:gd name="T24" fmla="*/ 195 w 503"/>
                <a:gd name="T25" fmla="*/ 58 h 367"/>
                <a:gd name="T26" fmla="*/ 169 w 503"/>
                <a:gd name="T27" fmla="*/ 88 h 367"/>
                <a:gd name="T28" fmla="*/ 144 w 503"/>
                <a:gd name="T29" fmla="*/ 117 h 367"/>
                <a:gd name="T30" fmla="*/ 115 w 503"/>
                <a:gd name="T31" fmla="*/ 120 h 367"/>
                <a:gd name="T32" fmla="*/ 88 w 503"/>
                <a:gd name="T33" fmla="*/ 120 h 367"/>
                <a:gd name="T34" fmla="*/ 73 w 503"/>
                <a:gd name="T35" fmla="*/ 160 h 367"/>
                <a:gd name="T36" fmla="*/ 38 w 503"/>
                <a:gd name="T37" fmla="*/ 207 h 367"/>
                <a:gd name="T38" fmla="*/ 9 w 503"/>
                <a:gd name="T39" fmla="*/ 220 h 367"/>
                <a:gd name="T40" fmla="*/ 1 w 503"/>
                <a:gd name="T41" fmla="*/ 283 h 367"/>
                <a:gd name="T42" fmla="*/ 6 w 503"/>
                <a:gd name="T43" fmla="*/ 308 h 367"/>
                <a:gd name="T44" fmla="*/ 8 w 503"/>
                <a:gd name="T45" fmla="*/ 309 h 367"/>
                <a:gd name="T46" fmla="*/ 10 w 503"/>
                <a:gd name="T47" fmla="*/ 310 h 367"/>
                <a:gd name="T48" fmla="*/ 12 w 503"/>
                <a:gd name="T49" fmla="*/ 311 h 367"/>
                <a:gd name="T50" fmla="*/ 23 w 503"/>
                <a:gd name="T51" fmla="*/ 321 h 367"/>
                <a:gd name="T52" fmla="*/ 42 w 503"/>
                <a:gd name="T53" fmla="*/ 345 h 367"/>
                <a:gd name="T54" fmla="*/ 67 w 503"/>
                <a:gd name="T55" fmla="*/ 360 h 367"/>
                <a:gd name="T56" fmla="*/ 97 w 503"/>
                <a:gd name="T57" fmla="*/ 343 h 367"/>
                <a:gd name="T58" fmla="*/ 131 w 503"/>
                <a:gd name="T59" fmla="*/ 338 h 367"/>
                <a:gd name="T60" fmla="*/ 158 w 503"/>
                <a:gd name="T61" fmla="*/ 352 h 367"/>
                <a:gd name="T62" fmla="*/ 171 w 503"/>
                <a:gd name="T63" fmla="*/ 367 h 367"/>
                <a:gd name="T64" fmla="*/ 172 w 503"/>
                <a:gd name="T65" fmla="*/ 314 h 367"/>
                <a:gd name="T66" fmla="*/ 174 w 503"/>
                <a:gd name="T67" fmla="*/ 269 h 367"/>
                <a:gd name="T68" fmla="*/ 308 w 503"/>
                <a:gd name="T69" fmla="*/ 275 h 367"/>
                <a:gd name="T70" fmla="*/ 343 w 503"/>
                <a:gd name="T71" fmla="*/ 260 h 367"/>
                <a:gd name="T72" fmla="*/ 345 w 503"/>
                <a:gd name="T73" fmla="*/ 260 h 367"/>
                <a:gd name="T74" fmla="*/ 346 w 503"/>
                <a:gd name="T75" fmla="*/ 261 h 367"/>
                <a:gd name="T76" fmla="*/ 347 w 503"/>
                <a:gd name="T77" fmla="*/ 262 h 367"/>
                <a:gd name="T78" fmla="*/ 352 w 503"/>
                <a:gd name="T79" fmla="*/ 267 h 367"/>
                <a:gd name="T80" fmla="*/ 354 w 503"/>
                <a:gd name="T81" fmla="*/ 268 h 367"/>
                <a:gd name="T82" fmla="*/ 355 w 503"/>
                <a:gd name="T83" fmla="*/ 269 h 367"/>
                <a:gd name="T84" fmla="*/ 356 w 503"/>
                <a:gd name="T85" fmla="*/ 269 h 367"/>
                <a:gd name="T86" fmla="*/ 358 w 503"/>
                <a:gd name="T87" fmla="*/ 270 h 367"/>
                <a:gd name="T88" fmla="*/ 360 w 503"/>
                <a:gd name="T89" fmla="*/ 270 h 367"/>
                <a:gd name="T90" fmla="*/ 395 w 503"/>
                <a:gd name="T91" fmla="*/ 271 h 367"/>
                <a:gd name="T92" fmla="*/ 400 w 503"/>
                <a:gd name="T93" fmla="*/ 271 h 367"/>
                <a:gd name="T94" fmla="*/ 405 w 503"/>
                <a:gd name="T95" fmla="*/ 272 h 367"/>
                <a:gd name="T96" fmla="*/ 412 w 503"/>
                <a:gd name="T97" fmla="*/ 271 h 367"/>
                <a:gd name="T98" fmla="*/ 415 w 503"/>
                <a:gd name="T99" fmla="*/ 271 h 367"/>
                <a:gd name="T100" fmla="*/ 418 w 503"/>
                <a:gd name="T101" fmla="*/ 269 h 367"/>
                <a:gd name="T102" fmla="*/ 422 w 503"/>
                <a:gd name="T103" fmla="*/ 267 h 367"/>
                <a:gd name="T104" fmla="*/ 485 w 503"/>
                <a:gd name="T105" fmla="*/ 241 h 367"/>
                <a:gd name="T106" fmla="*/ 503 w 503"/>
                <a:gd name="T107" fmla="*/ 220 h 367"/>
                <a:gd name="T108" fmla="*/ 502 w 503"/>
                <a:gd name="T109" fmla="*/ 218 h 367"/>
                <a:gd name="T110" fmla="*/ 502 w 503"/>
                <a:gd name="T111" fmla="*/ 216 h 367"/>
                <a:gd name="T112" fmla="*/ 502 w 503"/>
                <a:gd name="T113" fmla="*/ 208 h 367"/>
                <a:gd name="T114" fmla="*/ 502 w 503"/>
                <a:gd name="T115" fmla="*/ 206 h 367"/>
                <a:gd name="T116" fmla="*/ 502 w 503"/>
                <a:gd name="T117" fmla="*/ 204 h 3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503" h="367">
                  <a:moveTo>
                    <a:pt x="495" y="200"/>
                  </a:moveTo>
                  <a:cubicBezTo>
                    <a:pt x="491" y="198"/>
                    <a:pt x="491" y="188"/>
                    <a:pt x="492" y="182"/>
                  </a:cubicBezTo>
                  <a:cubicBezTo>
                    <a:pt x="493" y="176"/>
                    <a:pt x="491" y="170"/>
                    <a:pt x="487" y="166"/>
                  </a:cubicBezTo>
                  <a:cubicBezTo>
                    <a:pt x="483" y="163"/>
                    <a:pt x="474" y="156"/>
                    <a:pt x="471" y="165"/>
                  </a:cubicBezTo>
                  <a:cubicBezTo>
                    <a:pt x="467" y="174"/>
                    <a:pt x="464" y="171"/>
                    <a:pt x="455" y="168"/>
                  </a:cubicBezTo>
                  <a:cubicBezTo>
                    <a:pt x="447" y="166"/>
                    <a:pt x="442" y="162"/>
                    <a:pt x="435" y="152"/>
                  </a:cubicBezTo>
                  <a:cubicBezTo>
                    <a:pt x="429" y="142"/>
                    <a:pt x="422" y="145"/>
                    <a:pt x="417" y="138"/>
                  </a:cubicBezTo>
                  <a:cubicBezTo>
                    <a:pt x="413" y="130"/>
                    <a:pt x="423" y="124"/>
                    <a:pt x="427" y="121"/>
                  </a:cubicBezTo>
                  <a:cubicBezTo>
                    <a:pt x="431" y="118"/>
                    <a:pt x="427" y="112"/>
                    <a:pt x="415" y="108"/>
                  </a:cubicBezTo>
                  <a:cubicBezTo>
                    <a:pt x="403" y="104"/>
                    <a:pt x="405" y="97"/>
                    <a:pt x="393" y="93"/>
                  </a:cubicBezTo>
                  <a:cubicBezTo>
                    <a:pt x="382" y="89"/>
                    <a:pt x="377" y="82"/>
                    <a:pt x="377" y="74"/>
                  </a:cubicBezTo>
                  <a:cubicBezTo>
                    <a:pt x="376" y="67"/>
                    <a:pt x="377" y="55"/>
                    <a:pt x="365" y="50"/>
                  </a:cubicBezTo>
                  <a:cubicBezTo>
                    <a:pt x="354" y="46"/>
                    <a:pt x="364" y="36"/>
                    <a:pt x="367" y="26"/>
                  </a:cubicBezTo>
                  <a:cubicBezTo>
                    <a:pt x="369" y="23"/>
                    <a:pt x="369" y="19"/>
                    <a:pt x="368" y="14"/>
                  </a:cubicBezTo>
                  <a:cubicBezTo>
                    <a:pt x="360" y="14"/>
                    <a:pt x="353" y="14"/>
                    <a:pt x="348" y="14"/>
                  </a:cubicBezTo>
                  <a:cubicBezTo>
                    <a:pt x="347" y="14"/>
                    <a:pt x="347" y="14"/>
                    <a:pt x="347" y="14"/>
                  </a:cubicBezTo>
                  <a:cubicBezTo>
                    <a:pt x="346" y="14"/>
                    <a:pt x="345" y="14"/>
                    <a:pt x="344" y="14"/>
                  </a:cubicBezTo>
                  <a:cubicBezTo>
                    <a:pt x="335" y="14"/>
                    <a:pt x="333" y="11"/>
                    <a:pt x="331" y="6"/>
                  </a:cubicBezTo>
                  <a:cubicBezTo>
                    <a:pt x="329" y="0"/>
                    <a:pt x="320" y="4"/>
                    <a:pt x="309" y="4"/>
                  </a:cubicBezTo>
                  <a:cubicBezTo>
                    <a:pt x="299" y="4"/>
                    <a:pt x="295" y="10"/>
                    <a:pt x="287" y="20"/>
                  </a:cubicBezTo>
                  <a:cubicBezTo>
                    <a:pt x="280" y="30"/>
                    <a:pt x="285" y="31"/>
                    <a:pt x="271" y="28"/>
                  </a:cubicBezTo>
                  <a:cubicBezTo>
                    <a:pt x="258" y="26"/>
                    <a:pt x="255" y="36"/>
                    <a:pt x="251" y="41"/>
                  </a:cubicBezTo>
                  <a:cubicBezTo>
                    <a:pt x="247" y="46"/>
                    <a:pt x="244" y="46"/>
                    <a:pt x="236" y="45"/>
                  </a:cubicBezTo>
                  <a:cubicBezTo>
                    <a:pt x="228" y="44"/>
                    <a:pt x="225" y="48"/>
                    <a:pt x="225" y="56"/>
                  </a:cubicBezTo>
                  <a:cubicBezTo>
                    <a:pt x="225" y="64"/>
                    <a:pt x="219" y="64"/>
                    <a:pt x="212" y="64"/>
                  </a:cubicBezTo>
                  <a:cubicBezTo>
                    <a:pt x="205" y="64"/>
                    <a:pt x="205" y="58"/>
                    <a:pt x="195" y="58"/>
                  </a:cubicBezTo>
                  <a:cubicBezTo>
                    <a:pt x="184" y="57"/>
                    <a:pt x="189" y="65"/>
                    <a:pt x="181" y="68"/>
                  </a:cubicBezTo>
                  <a:cubicBezTo>
                    <a:pt x="173" y="70"/>
                    <a:pt x="170" y="78"/>
                    <a:pt x="169" y="88"/>
                  </a:cubicBezTo>
                  <a:cubicBezTo>
                    <a:pt x="167" y="97"/>
                    <a:pt x="161" y="103"/>
                    <a:pt x="153" y="103"/>
                  </a:cubicBezTo>
                  <a:cubicBezTo>
                    <a:pt x="144" y="103"/>
                    <a:pt x="144" y="107"/>
                    <a:pt x="144" y="117"/>
                  </a:cubicBezTo>
                  <a:cubicBezTo>
                    <a:pt x="144" y="127"/>
                    <a:pt x="138" y="128"/>
                    <a:pt x="131" y="128"/>
                  </a:cubicBezTo>
                  <a:cubicBezTo>
                    <a:pt x="125" y="128"/>
                    <a:pt x="121" y="120"/>
                    <a:pt x="115" y="120"/>
                  </a:cubicBezTo>
                  <a:cubicBezTo>
                    <a:pt x="108" y="119"/>
                    <a:pt x="111" y="112"/>
                    <a:pt x="103" y="108"/>
                  </a:cubicBezTo>
                  <a:cubicBezTo>
                    <a:pt x="94" y="104"/>
                    <a:pt x="97" y="112"/>
                    <a:pt x="88" y="120"/>
                  </a:cubicBezTo>
                  <a:cubicBezTo>
                    <a:pt x="79" y="128"/>
                    <a:pt x="83" y="136"/>
                    <a:pt x="85" y="145"/>
                  </a:cubicBezTo>
                  <a:cubicBezTo>
                    <a:pt x="87" y="154"/>
                    <a:pt x="82" y="158"/>
                    <a:pt x="73" y="160"/>
                  </a:cubicBezTo>
                  <a:cubicBezTo>
                    <a:pt x="63" y="162"/>
                    <a:pt x="65" y="186"/>
                    <a:pt x="62" y="194"/>
                  </a:cubicBezTo>
                  <a:cubicBezTo>
                    <a:pt x="59" y="203"/>
                    <a:pt x="41" y="201"/>
                    <a:pt x="38" y="207"/>
                  </a:cubicBezTo>
                  <a:cubicBezTo>
                    <a:pt x="35" y="213"/>
                    <a:pt x="27" y="210"/>
                    <a:pt x="17" y="210"/>
                  </a:cubicBezTo>
                  <a:cubicBezTo>
                    <a:pt x="8" y="209"/>
                    <a:pt x="5" y="219"/>
                    <a:pt x="9" y="220"/>
                  </a:cubicBezTo>
                  <a:cubicBezTo>
                    <a:pt x="13" y="222"/>
                    <a:pt x="17" y="236"/>
                    <a:pt x="18" y="248"/>
                  </a:cubicBezTo>
                  <a:cubicBezTo>
                    <a:pt x="19" y="260"/>
                    <a:pt x="1" y="274"/>
                    <a:pt x="1" y="283"/>
                  </a:cubicBezTo>
                  <a:cubicBezTo>
                    <a:pt x="1" y="288"/>
                    <a:pt x="1" y="299"/>
                    <a:pt x="0" y="306"/>
                  </a:cubicBezTo>
                  <a:cubicBezTo>
                    <a:pt x="3" y="307"/>
                    <a:pt x="4" y="307"/>
                    <a:pt x="6" y="308"/>
                  </a:cubicBezTo>
                  <a:cubicBezTo>
                    <a:pt x="7" y="308"/>
                    <a:pt x="7" y="308"/>
                    <a:pt x="7" y="308"/>
                  </a:cubicBezTo>
                  <a:cubicBezTo>
                    <a:pt x="8" y="309"/>
                    <a:pt x="8" y="309"/>
                    <a:pt x="8" y="309"/>
                  </a:cubicBezTo>
                  <a:cubicBezTo>
                    <a:pt x="9" y="309"/>
                    <a:pt x="9" y="309"/>
                    <a:pt x="10" y="310"/>
                  </a:cubicBezTo>
                  <a:cubicBezTo>
                    <a:pt x="10" y="310"/>
                    <a:pt x="10" y="310"/>
                    <a:pt x="10" y="310"/>
                  </a:cubicBezTo>
                  <a:cubicBezTo>
                    <a:pt x="11" y="310"/>
                    <a:pt x="11" y="311"/>
                    <a:pt x="11" y="311"/>
                  </a:cubicBezTo>
                  <a:cubicBezTo>
                    <a:pt x="11" y="311"/>
                    <a:pt x="11" y="311"/>
                    <a:pt x="12" y="311"/>
                  </a:cubicBezTo>
                  <a:cubicBezTo>
                    <a:pt x="12" y="312"/>
                    <a:pt x="12" y="312"/>
                    <a:pt x="13" y="313"/>
                  </a:cubicBezTo>
                  <a:cubicBezTo>
                    <a:pt x="15" y="318"/>
                    <a:pt x="20" y="321"/>
                    <a:pt x="23" y="321"/>
                  </a:cubicBezTo>
                  <a:cubicBezTo>
                    <a:pt x="25" y="321"/>
                    <a:pt x="30" y="329"/>
                    <a:pt x="32" y="332"/>
                  </a:cubicBezTo>
                  <a:cubicBezTo>
                    <a:pt x="34" y="336"/>
                    <a:pt x="39" y="345"/>
                    <a:pt x="42" y="345"/>
                  </a:cubicBezTo>
                  <a:cubicBezTo>
                    <a:pt x="45" y="345"/>
                    <a:pt x="51" y="352"/>
                    <a:pt x="56" y="352"/>
                  </a:cubicBezTo>
                  <a:cubicBezTo>
                    <a:pt x="60" y="352"/>
                    <a:pt x="62" y="355"/>
                    <a:pt x="67" y="360"/>
                  </a:cubicBezTo>
                  <a:cubicBezTo>
                    <a:pt x="73" y="366"/>
                    <a:pt x="81" y="367"/>
                    <a:pt x="83" y="357"/>
                  </a:cubicBezTo>
                  <a:cubicBezTo>
                    <a:pt x="85" y="347"/>
                    <a:pt x="91" y="344"/>
                    <a:pt x="97" y="343"/>
                  </a:cubicBezTo>
                  <a:cubicBezTo>
                    <a:pt x="103" y="342"/>
                    <a:pt x="109" y="339"/>
                    <a:pt x="114" y="335"/>
                  </a:cubicBezTo>
                  <a:cubicBezTo>
                    <a:pt x="119" y="330"/>
                    <a:pt x="127" y="330"/>
                    <a:pt x="131" y="338"/>
                  </a:cubicBezTo>
                  <a:cubicBezTo>
                    <a:pt x="134" y="345"/>
                    <a:pt x="137" y="346"/>
                    <a:pt x="144" y="346"/>
                  </a:cubicBezTo>
                  <a:cubicBezTo>
                    <a:pt x="152" y="347"/>
                    <a:pt x="156" y="347"/>
                    <a:pt x="158" y="352"/>
                  </a:cubicBezTo>
                  <a:cubicBezTo>
                    <a:pt x="158" y="353"/>
                    <a:pt x="158" y="353"/>
                    <a:pt x="158" y="353"/>
                  </a:cubicBezTo>
                  <a:cubicBezTo>
                    <a:pt x="161" y="358"/>
                    <a:pt x="167" y="366"/>
                    <a:pt x="171" y="367"/>
                  </a:cubicBezTo>
                  <a:cubicBezTo>
                    <a:pt x="173" y="364"/>
                    <a:pt x="176" y="359"/>
                    <a:pt x="176" y="352"/>
                  </a:cubicBezTo>
                  <a:cubicBezTo>
                    <a:pt x="176" y="336"/>
                    <a:pt x="181" y="319"/>
                    <a:pt x="172" y="314"/>
                  </a:cubicBezTo>
                  <a:cubicBezTo>
                    <a:pt x="164" y="310"/>
                    <a:pt x="166" y="308"/>
                    <a:pt x="166" y="298"/>
                  </a:cubicBezTo>
                  <a:cubicBezTo>
                    <a:pt x="167" y="289"/>
                    <a:pt x="159" y="268"/>
                    <a:pt x="174" y="269"/>
                  </a:cubicBezTo>
                  <a:cubicBezTo>
                    <a:pt x="189" y="270"/>
                    <a:pt x="245" y="270"/>
                    <a:pt x="260" y="270"/>
                  </a:cubicBezTo>
                  <a:cubicBezTo>
                    <a:pt x="275" y="269"/>
                    <a:pt x="300" y="268"/>
                    <a:pt x="308" y="275"/>
                  </a:cubicBezTo>
                  <a:cubicBezTo>
                    <a:pt x="316" y="281"/>
                    <a:pt x="318" y="281"/>
                    <a:pt x="322" y="273"/>
                  </a:cubicBezTo>
                  <a:cubicBezTo>
                    <a:pt x="327" y="266"/>
                    <a:pt x="337" y="260"/>
                    <a:pt x="343" y="260"/>
                  </a:cubicBezTo>
                  <a:cubicBezTo>
                    <a:pt x="344" y="260"/>
                    <a:pt x="344" y="260"/>
                    <a:pt x="344" y="260"/>
                  </a:cubicBezTo>
                  <a:cubicBezTo>
                    <a:pt x="345" y="260"/>
                    <a:pt x="345" y="260"/>
                    <a:pt x="345" y="260"/>
                  </a:cubicBezTo>
                  <a:cubicBezTo>
                    <a:pt x="346" y="261"/>
                    <a:pt x="346" y="261"/>
                    <a:pt x="346" y="261"/>
                  </a:cubicBezTo>
                  <a:cubicBezTo>
                    <a:pt x="346" y="261"/>
                    <a:pt x="346" y="261"/>
                    <a:pt x="346" y="261"/>
                  </a:cubicBezTo>
                  <a:cubicBezTo>
                    <a:pt x="346" y="261"/>
                    <a:pt x="347" y="261"/>
                    <a:pt x="347" y="262"/>
                  </a:cubicBezTo>
                  <a:cubicBezTo>
                    <a:pt x="347" y="262"/>
                    <a:pt x="347" y="262"/>
                    <a:pt x="347" y="262"/>
                  </a:cubicBezTo>
                  <a:cubicBezTo>
                    <a:pt x="348" y="262"/>
                    <a:pt x="348" y="263"/>
                    <a:pt x="348" y="263"/>
                  </a:cubicBezTo>
                  <a:cubicBezTo>
                    <a:pt x="349" y="264"/>
                    <a:pt x="351" y="266"/>
                    <a:pt x="352" y="267"/>
                  </a:cubicBezTo>
                  <a:cubicBezTo>
                    <a:pt x="352" y="267"/>
                    <a:pt x="352" y="267"/>
                    <a:pt x="352" y="267"/>
                  </a:cubicBezTo>
                  <a:cubicBezTo>
                    <a:pt x="353" y="268"/>
                    <a:pt x="353" y="268"/>
                    <a:pt x="354" y="268"/>
                  </a:cubicBezTo>
                  <a:cubicBezTo>
                    <a:pt x="354" y="268"/>
                    <a:pt x="354" y="268"/>
                    <a:pt x="354" y="268"/>
                  </a:cubicBezTo>
                  <a:cubicBezTo>
                    <a:pt x="354" y="269"/>
                    <a:pt x="355" y="269"/>
                    <a:pt x="355" y="269"/>
                  </a:cubicBezTo>
                  <a:cubicBezTo>
                    <a:pt x="355" y="269"/>
                    <a:pt x="355" y="269"/>
                    <a:pt x="355" y="269"/>
                  </a:cubicBezTo>
                  <a:cubicBezTo>
                    <a:pt x="356" y="269"/>
                    <a:pt x="356" y="269"/>
                    <a:pt x="356" y="269"/>
                  </a:cubicBezTo>
                  <a:cubicBezTo>
                    <a:pt x="356" y="270"/>
                    <a:pt x="356" y="270"/>
                    <a:pt x="356" y="270"/>
                  </a:cubicBezTo>
                  <a:cubicBezTo>
                    <a:pt x="357" y="270"/>
                    <a:pt x="357" y="270"/>
                    <a:pt x="358" y="270"/>
                  </a:cubicBezTo>
                  <a:cubicBezTo>
                    <a:pt x="358" y="270"/>
                    <a:pt x="358" y="270"/>
                    <a:pt x="358" y="270"/>
                  </a:cubicBezTo>
                  <a:cubicBezTo>
                    <a:pt x="358" y="270"/>
                    <a:pt x="359" y="270"/>
                    <a:pt x="360" y="270"/>
                  </a:cubicBezTo>
                  <a:cubicBezTo>
                    <a:pt x="369" y="270"/>
                    <a:pt x="376" y="270"/>
                    <a:pt x="390" y="271"/>
                  </a:cubicBezTo>
                  <a:cubicBezTo>
                    <a:pt x="391" y="271"/>
                    <a:pt x="393" y="271"/>
                    <a:pt x="395" y="271"/>
                  </a:cubicBezTo>
                  <a:cubicBezTo>
                    <a:pt x="395" y="271"/>
                    <a:pt x="395" y="271"/>
                    <a:pt x="396" y="271"/>
                  </a:cubicBezTo>
                  <a:cubicBezTo>
                    <a:pt x="397" y="271"/>
                    <a:pt x="399" y="271"/>
                    <a:pt x="400" y="271"/>
                  </a:cubicBezTo>
                  <a:cubicBezTo>
                    <a:pt x="402" y="272"/>
                    <a:pt x="403" y="272"/>
                    <a:pt x="405" y="272"/>
                  </a:cubicBezTo>
                  <a:cubicBezTo>
                    <a:pt x="405" y="272"/>
                    <a:pt x="405" y="272"/>
                    <a:pt x="405" y="272"/>
                  </a:cubicBezTo>
                  <a:cubicBezTo>
                    <a:pt x="406" y="272"/>
                    <a:pt x="408" y="272"/>
                    <a:pt x="409" y="272"/>
                  </a:cubicBezTo>
                  <a:cubicBezTo>
                    <a:pt x="410" y="272"/>
                    <a:pt x="411" y="272"/>
                    <a:pt x="412" y="271"/>
                  </a:cubicBezTo>
                  <a:cubicBezTo>
                    <a:pt x="412" y="271"/>
                    <a:pt x="412" y="271"/>
                    <a:pt x="412" y="271"/>
                  </a:cubicBezTo>
                  <a:cubicBezTo>
                    <a:pt x="413" y="271"/>
                    <a:pt x="414" y="271"/>
                    <a:pt x="415" y="271"/>
                  </a:cubicBezTo>
                  <a:cubicBezTo>
                    <a:pt x="415" y="270"/>
                    <a:pt x="415" y="270"/>
                    <a:pt x="416" y="270"/>
                  </a:cubicBezTo>
                  <a:cubicBezTo>
                    <a:pt x="416" y="270"/>
                    <a:pt x="417" y="269"/>
                    <a:pt x="418" y="269"/>
                  </a:cubicBezTo>
                  <a:cubicBezTo>
                    <a:pt x="419" y="269"/>
                    <a:pt x="419" y="269"/>
                    <a:pt x="419" y="269"/>
                  </a:cubicBezTo>
                  <a:cubicBezTo>
                    <a:pt x="420" y="268"/>
                    <a:pt x="421" y="267"/>
                    <a:pt x="422" y="267"/>
                  </a:cubicBezTo>
                  <a:cubicBezTo>
                    <a:pt x="431" y="258"/>
                    <a:pt x="434" y="243"/>
                    <a:pt x="450" y="243"/>
                  </a:cubicBezTo>
                  <a:cubicBezTo>
                    <a:pt x="466" y="243"/>
                    <a:pt x="478" y="248"/>
                    <a:pt x="485" y="241"/>
                  </a:cubicBezTo>
                  <a:cubicBezTo>
                    <a:pt x="491" y="234"/>
                    <a:pt x="502" y="230"/>
                    <a:pt x="503" y="222"/>
                  </a:cubicBezTo>
                  <a:cubicBezTo>
                    <a:pt x="503" y="221"/>
                    <a:pt x="503" y="221"/>
                    <a:pt x="503" y="220"/>
                  </a:cubicBezTo>
                  <a:cubicBezTo>
                    <a:pt x="503" y="220"/>
                    <a:pt x="503" y="220"/>
                    <a:pt x="503" y="219"/>
                  </a:cubicBezTo>
                  <a:cubicBezTo>
                    <a:pt x="502" y="219"/>
                    <a:pt x="502" y="218"/>
                    <a:pt x="502" y="218"/>
                  </a:cubicBezTo>
                  <a:cubicBezTo>
                    <a:pt x="502" y="218"/>
                    <a:pt x="502" y="218"/>
                    <a:pt x="502" y="217"/>
                  </a:cubicBezTo>
                  <a:cubicBezTo>
                    <a:pt x="502" y="216"/>
                    <a:pt x="502" y="216"/>
                    <a:pt x="502" y="216"/>
                  </a:cubicBezTo>
                  <a:cubicBezTo>
                    <a:pt x="502" y="213"/>
                    <a:pt x="502" y="211"/>
                    <a:pt x="502" y="208"/>
                  </a:cubicBezTo>
                  <a:cubicBezTo>
                    <a:pt x="502" y="208"/>
                    <a:pt x="502" y="208"/>
                    <a:pt x="502" y="208"/>
                  </a:cubicBezTo>
                  <a:cubicBezTo>
                    <a:pt x="502" y="208"/>
                    <a:pt x="502" y="207"/>
                    <a:pt x="502" y="206"/>
                  </a:cubicBezTo>
                  <a:cubicBezTo>
                    <a:pt x="502" y="206"/>
                    <a:pt x="502" y="206"/>
                    <a:pt x="502" y="206"/>
                  </a:cubicBezTo>
                  <a:cubicBezTo>
                    <a:pt x="502" y="205"/>
                    <a:pt x="502" y="205"/>
                    <a:pt x="502" y="204"/>
                  </a:cubicBezTo>
                  <a:cubicBezTo>
                    <a:pt x="502" y="204"/>
                    <a:pt x="502" y="204"/>
                    <a:pt x="502" y="204"/>
                  </a:cubicBezTo>
                  <a:cubicBezTo>
                    <a:pt x="500" y="203"/>
                    <a:pt x="497" y="201"/>
                    <a:pt x="495" y="200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41" name="Freeform 140">
              <a:extLst>
                <a:ext uri="{FF2B5EF4-FFF2-40B4-BE49-F238E27FC236}">
                  <a16:creationId xmlns:a16="http://schemas.microsoft.com/office/drawing/2014/main" id="{2354C0E2-79D9-1680-D942-22389831DFF7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0450" y="1274763"/>
              <a:ext cx="923925" cy="698500"/>
            </a:xfrm>
            <a:custGeom>
              <a:avLst/>
              <a:gdLst>
                <a:gd name="T0" fmla="*/ 860 w 1017"/>
                <a:gd name="T1" fmla="*/ 638 h 767"/>
                <a:gd name="T2" fmla="*/ 862 w 1017"/>
                <a:gd name="T3" fmla="*/ 632 h 767"/>
                <a:gd name="T4" fmla="*/ 861 w 1017"/>
                <a:gd name="T5" fmla="*/ 606 h 767"/>
                <a:gd name="T6" fmla="*/ 969 w 1017"/>
                <a:gd name="T7" fmla="*/ 456 h 767"/>
                <a:gd name="T8" fmla="*/ 996 w 1017"/>
                <a:gd name="T9" fmla="*/ 268 h 767"/>
                <a:gd name="T10" fmla="*/ 1008 w 1017"/>
                <a:gd name="T11" fmla="*/ 194 h 767"/>
                <a:gd name="T12" fmla="*/ 966 w 1017"/>
                <a:gd name="T13" fmla="*/ 117 h 767"/>
                <a:gd name="T14" fmla="*/ 957 w 1017"/>
                <a:gd name="T15" fmla="*/ 29 h 767"/>
                <a:gd name="T16" fmla="*/ 955 w 1017"/>
                <a:gd name="T17" fmla="*/ 32 h 767"/>
                <a:gd name="T18" fmla="*/ 952 w 1017"/>
                <a:gd name="T19" fmla="*/ 34 h 767"/>
                <a:gd name="T20" fmla="*/ 948 w 1017"/>
                <a:gd name="T21" fmla="*/ 36 h 767"/>
                <a:gd name="T22" fmla="*/ 944 w 1017"/>
                <a:gd name="T23" fmla="*/ 38 h 767"/>
                <a:gd name="T24" fmla="*/ 936 w 1017"/>
                <a:gd name="T25" fmla="*/ 41 h 767"/>
                <a:gd name="T26" fmla="*/ 819 w 1017"/>
                <a:gd name="T27" fmla="*/ 13 h 767"/>
                <a:gd name="T28" fmla="*/ 765 w 1017"/>
                <a:gd name="T29" fmla="*/ 0 h 767"/>
                <a:gd name="T30" fmla="*/ 563 w 1017"/>
                <a:gd name="T31" fmla="*/ 118 h 767"/>
                <a:gd name="T32" fmla="*/ 554 w 1017"/>
                <a:gd name="T33" fmla="*/ 123 h 767"/>
                <a:gd name="T34" fmla="*/ 545 w 1017"/>
                <a:gd name="T35" fmla="*/ 129 h 767"/>
                <a:gd name="T36" fmla="*/ 537 w 1017"/>
                <a:gd name="T37" fmla="*/ 134 h 767"/>
                <a:gd name="T38" fmla="*/ 529 w 1017"/>
                <a:gd name="T39" fmla="*/ 138 h 767"/>
                <a:gd name="T40" fmla="*/ 304 w 1017"/>
                <a:gd name="T41" fmla="*/ 277 h 767"/>
                <a:gd name="T42" fmla="*/ 299 w 1017"/>
                <a:gd name="T43" fmla="*/ 278 h 767"/>
                <a:gd name="T44" fmla="*/ 294 w 1017"/>
                <a:gd name="T45" fmla="*/ 279 h 767"/>
                <a:gd name="T46" fmla="*/ 290 w 1017"/>
                <a:gd name="T47" fmla="*/ 280 h 767"/>
                <a:gd name="T48" fmla="*/ 286 w 1017"/>
                <a:gd name="T49" fmla="*/ 282 h 767"/>
                <a:gd name="T50" fmla="*/ 279 w 1017"/>
                <a:gd name="T51" fmla="*/ 285 h 767"/>
                <a:gd name="T52" fmla="*/ 275 w 1017"/>
                <a:gd name="T53" fmla="*/ 286 h 767"/>
                <a:gd name="T54" fmla="*/ 261 w 1017"/>
                <a:gd name="T55" fmla="*/ 470 h 767"/>
                <a:gd name="T56" fmla="*/ 147 w 1017"/>
                <a:gd name="T57" fmla="*/ 536 h 767"/>
                <a:gd name="T58" fmla="*/ 29 w 1017"/>
                <a:gd name="T59" fmla="*/ 562 h 767"/>
                <a:gd name="T60" fmla="*/ 14 w 1017"/>
                <a:gd name="T61" fmla="*/ 562 h 767"/>
                <a:gd name="T62" fmla="*/ 23 w 1017"/>
                <a:gd name="T63" fmla="*/ 622 h 767"/>
                <a:gd name="T64" fmla="*/ 73 w 1017"/>
                <a:gd name="T65" fmla="*/ 669 h 767"/>
                <a:gd name="T66" fmla="*/ 101 w 1017"/>
                <a:gd name="T67" fmla="*/ 716 h 767"/>
                <a:gd name="T68" fmla="*/ 138 w 1017"/>
                <a:gd name="T69" fmla="*/ 730 h 767"/>
                <a:gd name="T70" fmla="*/ 148 w 1017"/>
                <a:gd name="T71" fmla="*/ 752 h 767"/>
                <a:gd name="T72" fmla="*/ 150 w 1017"/>
                <a:gd name="T73" fmla="*/ 749 h 767"/>
                <a:gd name="T74" fmla="*/ 151 w 1017"/>
                <a:gd name="T75" fmla="*/ 747 h 767"/>
                <a:gd name="T76" fmla="*/ 186 w 1017"/>
                <a:gd name="T77" fmla="*/ 733 h 767"/>
                <a:gd name="T78" fmla="*/ 225 w 1017"/>
                <a:gd name="T79" fmla="*/ 766 h 767"/>
                <a:gd name="T80" fmla="*/ 229 w 1017"/>
                <a:gd name="T81" fmla="*/ 766 h 767"/>
                <a:gd name="T82" fmla="*/ 244 w 1017"/>
                <a:gd name="T83" fmla="*/ 714 h 767"/>
                <a:gd name="T84" fmla="*/ 299 w 1017"/>
                <a:gd name="T85" fmla="*/ 642 h 767"/>
                <a:gd name="T86" fmla="*/ 368 w 1017"/>
                <a:gd name="T87" fmla="*/ 640 h 767"/>
                <a:gd name="T88" fmla="*/ 419 w 1017"/>
                <a:gd name="T89" fmla="*/ 663 h 767"/>
                <a:gd name="T90" fmla="*/ 473 w 1017"/>
                <a:gd name="T91" fmla="*/ 684 h 767"/>
                <a:gd name="T92" fmla="*/ 545 w 1017"/>
                <a:gd name="T93" fmla="*/ 691 h 767"/>
                <a:gd name="T94" fmla="*/ 639 w 1017"/>
                <a:gd name="T95" fmla="*/ 682 h 767"/>
                <a:gd name="T96" fmla="*/ 767 w 1017"/>
                <a:gd name="T97" fmla="*/ 681 h 767"/>
                <a:gd name="T98" fmla="*/ 851 w 1017"/>
                <a:gd name="T99" fmla="*/ 649 h 7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017" h="767">
                  <a:moveTo>
                    <a:pt x="859" y="640"/>
                  </a:moveTo>
                  <a:cubicBezTo>
                    <a:pt x="859" y="639"/>
                    <a:pt x="860" y="639"/>
                    <a:pt x="860" y="638"/>
                  </a:cubicBezTo>
                  <a:cubicBezTo>
                    <a:pt x="860" y="638"/>
                    <a:pt x="860" y="638"/>
                    <a:pt x="860" y="638"/>
                  </a:cubicBezTo>
                  <a:cubicBezTo>
                    <a:pt x="861" y="637"/>
                    <a:pt x="861" y="636"/>
                    <a:pt x="861" y="635"/>
                  </a:cubicBezTo>
                  <a:cubicBezTo>
                    <a:pt x="861" y="635"/>
                    <a:pt x="862" y="635"/>
                    <a:pt x="862" y="634"/>
                  </a:cubicBezTo>
                  <a:cubicBezTo>
                    <a:pt x="862" y="634"/>
                    <a:pt x="862" y="633"/>
                    <a:pt x="862" y="632"/>
                  </a:cubicBezTo>
                  <a:cubicBezTo>
                    <a:pt x="862" y="631"/>
                    <a:pt x="862" y="631"/>
                    <a:pt x="862" y="631"/>
                  </a:cubicBezTo>
                  <a:cubicBezTo>
                    <a:pt x="862" y="630"/>
                    <a:pt x="863" y="628"/>
                    <a:pt x="863" y="627"/>
                  </a:cubicBezTo>
                  <a:cubicBezTo>
                    <a:pt x="863" y="616"/>
                    <a:pt x="865" y="611"/>
                    <a:pt x="861" y="606"/>
                  </a:cubicBezTo>
                  <a:cubicBezTo>
                    <a:pt x="857" y="600"/>
                    <a:pt x="849" y="596"/>
                    <a:pt x="859" y="591"/>
                  </a:cubicBezTo>
                  <a:cubicBezTo>
                    <a:pt x="868" y="587"/>
                    <a:pt x="879" y="562"/>
                    <a:pt x="887" y="551"/>
                  </a:cubicBezTo>
                  <a:cubicBezTo>
                    <a:pt x="895" y="541"/>
                    <a:pt x="952" y="469"/>
                    <a:pt x="969" y="456"/>
                  </a:cubicBezTo>
                  <a:cubicBezTo>
                    <a:pt x="986" y="443"/>
                    <a:pt x="986" y="429"/>
                    <a:pt x="986" y="410"/>
                  </a:cubicBezTo>
                  <a:cubicBezTo>
                    <a:pt x="986" y="390"/>
                    <a:pt x="993" y="372"/>
                    <a:pt x="993" y="354"/>
                  </a:cubicBezTo>
                  <a:cubicBezTo>
                    <a:pt x="993" y="337"/>
                    <a:pt x="994" y="279"/>
                    <a:pt x="996" y="268"/>
                  </a:cubicBezTo>
                  <a:cubicBezTo>
                    <a:pt x="998" y="256"/>
                    <a:pt x="998" y="243"/>
                    <a:pt x="1003" y="236"/>
                  </a:cubicBezTo>
                  <a:cubicBezTo>
                    <a:pt x="1008" y="229"/>
                    <a:pt x="1016" y="224"/>
                    <a:pt x="1015" y="214"/>
                  </a:cubicBezTo>
                  <a:cubicBezTo>
                    <a:pt x="1015" y="205"/>
                    <a:pt x="1017" y="199"/>
                    <a:pt x="1008" y="194"/>
                  </a:cubicBezTo>
                  <a:cubicBezTo>
                    <a:pt x="998" y="189"/>
                    <a:pt x="991" y="188"/>
                    <a:pt x="991" y="176"/>
                  </a:cubicBezTo>
                  <a:cubicBezTo>
                    <a:pt x="991" y="164"/>
                    <a:pt x="985" y="150"/>
                    <a:pt x="980" y="143"/>
                  </a:cubicBezTo>
                  <a:cubicBezTo>
                    <a:pt x="974" y="137"/>
                    <a:pt x="967" y="127"/>
                    <a:pt x="966" y="117"/>
                  </a:cubicBezTo>
                  <a:cubicBezTo>
                    <a:pt x="965" y="106"/>
                    <a:pt x="970" y="96"/>
                    <a:pt x="965" y="86"/>
                  </a:cubicBezTo>
                  <a:cubicBezTo>
                    <a:pt x="959" y="76"/>
                    <a:pt x="959" y="62"/>
                    <a:pt x="959" y="51"/>
                  </a:cubicBezTo>
                  <a:cubicBezTo>
                    <a:pt x="959" y="45"/>
                    <a:pt x="958" y="36"/>
                    <a:pt x="957" y="29"/>
                  </a:cubicBezTo>
                  <a:cubicBezTo>
                    <a:pt x="957" y="30"/>
                    <a:pt x="957" y="30"/>
                    <a:pt x="956" y="30"/>
                  </a:cubicBezTo>
                  <a:cubicBezTo>
                    <a:pt x="956" y="30"/>
                    <a:pt x="956" y="31"/>
                    <a:pt x="955" y="31"/>
                  </a:cubicBezTo>
                  <a:cubicBezTo>
                    <a:pt x="955" y="31"/>
                    <a:pt x="955" y="31"/>
                    <a:pt x="955" y="32"/>
                  </a:cubicBezTo>
                  <a:cubicBezTo>
                    <a:pt x="954" y="32"/>
                    <a:pt x="954" y="32"/>
                    <a:pt x="954" y="32"/>
                  </a:cubicBezTo>
                  <a:cubicBezTo>
                    <a:pt x="953" y="33"/>
                    <a:pt x="953" y="33"/>
                    <a:pt x="953" y="33"/>
                  </a:cubicBezTo>
                  <a:cubicBezTo>
                    <a:pt x="952" y="34"/>
                    <a:pt x="952" y="34"/>
                    <a:pt x="952" y="34"/>
                  </a:cubicBezTo>
                  <a:cubicBezTo>
                    <a:pt x="951" y="34"/>
                    <a:pt x="951" y="35"/>
                    <a:pt x="951" y="35"/>
                  </a:cubicBezTo>
                  <a:cubicBezTo>
                    <a:pt x="950" y="35"/>
                    <a:pt x="950" y="35"/>
                    <a:pt x="949" y="36"/>
                  </a:cubicBezTo>
                  <a:cubicBezTo>
                    <a:pt x="949" y="36"/>
                    <a:pt x="949" y="36"/>
                    <a:pt x="948" y="36"/>
                  </a:cubicBezTo>
                  <a:cubicBezTo>
                    <a:pt x="948" y="37"/>
                    <a:pt x="947" y="37"/>
                    <a:pt x="947" y="37"/>
                  </a:cubicBezTo>
                  <a:cubicBezTo>
                    <a:pt x="946" y="37"/>
                    <a:pt x="946" y="37"/>
                    <a:pt x="945" y="38"/>
                  </a:cubicBezTo>
                  <a:cubicBezTo>
                    <a:pt x="944" y="38"/>
                    <a:pt x="944" y="38"/>
                    <a:pt x="944" y="38"/>
                  </a:cubicBezTo>
                  <a:cubicBezTo>
                    <a:pt x="943" y="39"/>
                    <a:pt x="942" y="39"/>
                    <a:pt x="942" y="39"/>
                  </a:cubicBezTo>
                  <a:cubicBezTo>
                    <a:pt x="941" y="39"/>
                    <a:pt x="941" y="40"/>
                    <a:pt x="940" y="40"/>
                  </a:cubicBezTo>
                  <a:cubicBezTo>
                    <a:pt x="939" y="40"/>
                    <a:pt x="938" y="41"/>
                    <a:pt x="936" y="41"/>
                  </a:cubicBezTo>
                  <a:cubicBezTo>
                    <a:pt x="912" y="48"/>
                    <a:pt x="917" y="58"/>
                    <a:pt x="905" y="57"/>
                  </a:cubicBezTo>
                  <a:cubicBezTo>
                    <a:pt x="893" y="56"/>
                    <a:pt x="884" y="41"/>
                    <a:pt x="872" y="26"/>
                  </a:cubicBezTo>
                  <a:cubicBezTo>
                    <a:pt x="860" y="12"/>
                    <a:pt x="831" y="18"/>
                    <a:pt x="819" y="13"/>
                  </a:cubicBezTo>
                  <a:cubicBezTo>
                    <a:pt x="807" y="8"/>
                    <a:pt x="800" y="0"/>
                    <a:pt x="769" y="0"/>
                  </a:cubicBezTo>
                  <a:cubicBezTo>
                    <a:pt x="769" y="0"/>
                    <a:pt x="768" y="0"/>
                    <a:pt x="767" y="0"/>
                  </a:cubicBezTo>
                  <a:cubicBezTo>
                    <a:pt x="766" y="0"/>
                    <a:pt x="766" y="0"/>
                    <a:pt x="765" y="0"/>
                  </a:cubicBezTo>
                  <a:cubicBezTo>
                    <a:pt x="735" y="7"/>
                    <a:pt x="631" y="74"/>
                    <a:pt x="570" y="113"/>
                  </a:cubicBezTo>
                  <a:cubicBezTo>
                    <a:pt x="570" y="114"/>
                    <a:pt x="569" y="114"/>
                    <a:pt x="569" y="114"/>
                  </a:cubicBezTo>
                  <a:cubicBezTo>
                    <a:pt x="567" y="115"/>
                    <a:pt x="565" y="116"/>
                    <a:pt x="563" y="118"/>
                  </a:cubicBezTo>
                  <a:cubicBezTo>
                    <a:pt x="563" y="118"/>
                    <a:pt x="562" y="118"/>
                    <a:pt x="561" y="119"/>
                  </a:cubicBezTo>
                  <a:cubicBezTo>
                    <a:pt x="560" y="120"/>
                    <a:pt x="558" y="121"/>
                    <a:pt x="557" y="122"/>
                  </a:cubicBezTo>
                  <a:cubicBezTo>
                    <a:pt x="556" y="122"/>
                    <a:pt x="555" y="123"/>
                    <a:pt x="554" y="123"/>
                  </a:cubicBezTo>
                  <a:cubicBezTo>
                    <a:pt x="553" y="124"/>
                    <a:pt x="552" y="125"/>
                    <a:pt x="550" y="126"/>
                  </a:cubicBezTo>
                  <a:cubicBezTo>
                    <a:pt x="550" y="126"/>
                    <a:pt x="549" y="127"/>
                    <a:pt x="548" y="127"/>
                  </a:cubicBezTo>
                  <a:cubicBezTo>
                    <a:pt x="547" y="128"/>
                    <a:pt x="546" y="129"/>
                    <a:pt x="545" y="129"/>
                  </a:cubicBezTo>
                  <a:cubicBezTo>
                    <a:pt x="544" y="130"/>
                    <a:pt x="543" y="130"/>
                    <a:pt x="542" y="131"/>
                  </a:cubicBezTo>
                  <a:cubicBezTo>
                    <a:pt x="541" y="131"/>
                    <a:pt x="540" y="132"/>
                    <a:pt x="539" y="133"/>
                  </a:cubicBezTo>
                  <a:cubicBezTo>
                    <a:pt x="539" y="133"/>
                    <a:pt x="538" y="133"/>
                    <a:pt x="537" y="134"/>
                  </a:cubicBezTo>
                  <a:cubicBezTo>
                    <a:pt x="536" y="134"/>
                    <a:pt x="535" y="135"/>
                    <a:pt x="534" y="135"/>
                  </a:cubicBezTo>
                  <a:cubicBezTo>
                    <a:pt x="534" y="136"/>
                    <a:pt x="533" y="136"/>
                    <a:pt x="533" y="136"/>
                  </a:cubicBezTo>
                  <a:cubicBezTo>
                    <a:pt x="532" y="137"/>
                    <a:pt x="530" y="138"/>
                    <a:pt x="529" y="138"/>
                  </a:cubicBezTo>
                  <a:cubicBezTo>
                    <a:pt x="495" y="157"/>
                    <a:pt x="392" y="242"/>
                    <a:pt x="373" y="258"/>
                  </a:cubicBezTo>
                  <a:cubicBezTo>
                    <a:pt x="355" y="274"/>
                    <a:pt x="332" y="277"/>
                    <a:pt x="308" y="277"/>
                  </a:cubicBezTo>
                  <a:cubicBezTo>
                    <a:pt x="307" y="277"/>
                    <a:pt x="305" y="277"/>
                    <a:pt x="304" y="277"/>
                  </a:cubicBezTo>
                  <a:cubicBezTo>
                    <a:pt x="303" y="277"/>
                    <a:pt x="303" y="277"/>
                    <a:pt x="303" y="277"/>
                  </a:cubicBezTo>
                  <a:cubicBezTo>
                    <a:pt x="302" y="277"/>
                    <a:pt x="301" y="277"/>
                    <a:pt x="300" y="277"/>
                  </a:cubicBezTo>
                  <a:cubicBezTo>
                    <a:pt x="300" y="278"/>
                    <a:pt x="299" y="278"/>
                    <a:pt x="299" y="278"/>
                  </a:cubicBezTo>
                  <a:cubicBezTo>
                    <a:pt x="298" y="278"/>
                    <a:pt x="297" y="278"/>
                    <a:pt x="297" y="278"/>
                  </a:cubicBezTo>
                  <a:cubicBezTo>
                    <a:pt x="296" y="278"/>
                    <a:pt x="296" y="278"/>
                    <a:pt x="296" y="278"/>
                  </a:cubicBezTo>
                  <a:cubicBezTo>
                    <a:pt x="295" y="278"/>
                    <a:pt x="294" y="279"/>
                    <a:pt x="294" y="279"/>
                  </a:cubicBezTo>
                  <a:cubicBezTo>
                    <a:pt x="293" y="279"/>
                    <a:pt x="293" y="279"/>
                    <a:pt x="293" y="279"/>
                  </a:cubicBezTo>
                  <a:cubicBezTo>
                    <a:pt x="292" y="279"/>
                    <a:pt x="292" y="279"/>
                    <a:pt x="291" y="280"/>
                  </a:cubicBezTo>
                  <a:cubicBezTo>
                    <a:pt x="290" y="280"/>
                    <a:pt x="290" y="280"/>
                    <a:pt x="290" y="280"/>
                  </a:cubicBezTo>
                  <a:cubicBezTo>
                    <a:pt x="289" y="280"/>
                    <a:pt x="289" y="280"/>
                    <a:pt x="288" y="281"/>
                  </a:cubicBezTo>
                  <a:cubicBezTo>
                    <a:pt x="288" y="281"/>
                    <a:pt x="288" y="281"/>
                    <a:pt x="288" y="281"/>
                  </a:cubicBezTo>
                  <a:cubicBezTo>
                    <a:pt x="287" y="281"/>
                    <a:pt x="286" y="281"/>
                    <a:pt x="286" y="282"/>
                  </a:cubicBezTo>
                  <a:cubicBezTo>
                    <a:pt x="286" y="282"/>
                    <a:pt x="286" y="282"/>
                    <a:pt x="286" y="282"/>
                  </a:cubicBezTo>
                  <a:cubicBezTo>
                    <a:pt x="283" y="283"/>
                    <a:pt x="281" y="284"/>
                    <a:pt x="279" y="285"/>
                  </a:cubicBezTo>
                  <a:cubicBezTo>
                    <a:pt x="279" y="285"/>
                    <a:pt x="279" y="285"/>
                    <a:pt x="279" y="285"/>
                  </a:cubicBezTo>
                  <a:cubicBezTo>
                    <a:pt x="278" y="285"/>
                    <a:pt x="277" y="285"/>
                    <a:pt x="277" y="285"/>
                  </a:cubicBezTo>
                  <a:cubicBezTo>
                    <a:pt x="277" y="285"/>
                    <a:pt x="277" y="286"/>
                    <a:pt x="276" y="286"/>
                  </a:cubicBezTo>
                  <a:cubicBezTo>
                    <a:pt x="275" y="286"/>
                    <a:pt x="275" y="286"/>
                    <a:pt x="275" y="286"/>
                  </a:cubicBezTo>
                  <a:cubicBezTo>
                    <a:pt x="275" y="286"/>
                    <a:pt x="275" y="286"/>
                    <a:pt x="275" y="286"/>
                  </a:cubicBezTo>
                  <a:cubicBezTo>
                    <a:pt x="272" y="287"/>
                    <a:pt x="270" y="287"/>
                    <a:pt x="267" y="287"/>
                  </a:cubicBezTo>
                  <a:cubicBezTo>
                    <a:pt x="267" y="326"/>
                    <a:pt x="266" y="461"/>
                    <a:pt x="261" y="470"/>
                  </a:cubicBezTo>
                  <a:cubicBezTo>
                    <a:pt x="255" y="481"/>
                    <a:pt x="257" y="484"/>
                    <a:pt x="253" y="499"/>
                  </a:cubicBezTo>
                  <a:cubicBezTo>
                    <a:pt x="250" y="514"/>
                    <a:pt x="231" y="522"/>
                    <a:pt x="224" y="530"/>
                  </a:cubicBezTo>
                  <a:cubicBezTo>
                    <a:pt x="217" y="537"/>
                    <a:pt x="168" y="536"/>
                    <a:pt x="147" y="536"/>
                  </a:cubicBezTo>
                  <a:cubicBezTo>
                    <a:pt x="127" y="536"/>
                    <a:pt x="115" y="537"/>
                    <a:pt x="99" y="537"/>
                  </a:cubicBezTo>
                  <a:cubicBezTo>
                    <a:pt x="83" y="537"/>
                    <a:pt x="71" y="548"/>
                    <a:pt x="66" y="556"/>
                  </a:cubicBezTo>
                  <a:cubicBezTo>
                    <a:pt x="61" y="565"/>
                    <a:pt x="45" y="562"/>
                    <a:pt x="29" y="562"/>
                  </a:cubicBezTo>
                  <a:cubicBezTo>
                    <a:pt x="26" y="562"/>
                    <a:pt x="24" y="562"/>
                    <a:pt x="22" y="562"/>
                  </a:cubicBezTo>
                  <a:cubicBezTo>
                    <a:pt x="21" y="563"/>
                    <a:pt x="21" y="563"/>
                    <a:pt x="20" y="563"/>
                  </a:cubicBezTo>
                  <a:cubicBezTo>
                    <a:pt x="18" y="563"/>
                    <a:pt x="16" y="562"/>
                    <a:pt x="14" y="562"/>
                  </a:cubicBezTo>
                  <a:cubicBezTo>
                    <a:pt x="15" y="567"/>
                    <a:pt x="15" y="571"/>
                    <a:pt x="13" y="574"/>
                  </a:cubicBezTo>
                  <a:cubicBezTo>
                    <a:pt x="10" y="584"/>
                    <a:pt x="0" y="594"/>
                    <a:pt x="11" y="598"/>
                  </a:cubicBezTo>
                  <a:cubicBezTo>
                    <a:pt x="23" y="603"/>
                    <a:pt x="22" y="615"/>
                    <a:pt x="23" y="622"/>
                  </a:cubicBezTo>
                  <a:cubicBezTo>
                    <a:pt x="23" y="630"/>
                    <a:pt x="28" y="637"/>
                    <a:pt x="39" y="641"/>
                  </a:cubicBezTo>
                  <a:cubicBezTo>
                    <a:pt x="51" y="645"/>
                    <a:pt x="49" y="652"/>
                    <a:pt x="61" y="656"/>
                  </a:cubicBezTo>
                  <a:cubicBezTo>
                    <a:pt x="73" y="660"/>
                    <a:pt x="77" y="666"/>
                    <a:pt x="73" y="669"/>
                  </a:cubicBezTo>
                  <a:cubicBezTo>
                    <a:pt x="69" y="672"/>
                    <a:pt x="59" y="678"/>
                    <a:pt x="63" y="686"/>
                  </a:cubicBezTo>
                  <a:cubicBezTo>
                    <a:pt x="68" y="693"/>
                    <a:pt x="75" y="690"/>
                    <a:pt x="81" y="700"/>
                  </a:cubicBezTo>
                  <a:cubicBezTo>
                    <a:pt x="88" y="710"/>
                    <a:pt x="93" y="714"/>
                    <a:pt x="101" y="716"/>
                  </a:cubicBezTo>
                  <a:cubicBezTo>
                    <a:pt x="110" y="719"/>
                    <a:pt x="113" y="722"/>
                    <a:pt x="117" y="713"/>
                  </a:cubicBezTo>
                  <a:cubicBezTo>
                    <a:pt x="120" y="704"/>
                    <a:pt x="129" y="711"/>
                    <a:pt x="133" y="714"/>
                  </a:cubicBezTo>
                  <a:cubicBezTo>
                    <a:pt x="137" y="718"/>
                    <a:pt x="139" y="724"/>
                    <a:pt x="138" y="730"/>
                  </a:cubicBezTo>
                  <a:cubicBezTo>
                    <a:pt x="137" y="736"/>
                    <a:pt x="137" y="746"/>
                    <a:pt x="141" y="748"/>
                  </a:cubicBezTo>
                  <a:cubicBezTo>
                    <a:pt x="143" y="749"/>
                    <a:pt x="146" y="751"/>
                    <a:pt x="148" y="752"/>
                  </a:cubicBezTo>
                  <a:cubicBezTo>
                    <a:pt x="148" y="752"/>
                    <a:pt x="148" y="752"/>
                    <a:pt x="148" y="752"/>
                  </a:cubicBezTo>
                  <a:cubicBezTo>
                    <a:pt x="148" y="751"/>
                    <a:pt x="149" y="751"/>
                    <a:pt x="149" y="750"/>
                  </a:cubicBezTo>
                  <a:cubicBezTo>
                    <a:pt x="149" y="750"/>
                    <a:pt x="149" y="750"/>
                    <a:pt x="149" y="750"/>
                  </a:cubicBezTo>
                  <a:cubicBezTo>
                    <a:pt x="149" y="750"/>
                    <a:pt x="149" y="749"/>
                    <a:pt x="150" y="749"/>
                  </a:cubicBezTo>
                  <a:cubicBezTo>
                    <a:pt x="150" y="748"/>
                    <a:pt x="150" y="748"/>
                    <a:pt x="150" y="748"/>
                  </a:cubicBezTo>
                  <a:cubicBezTo>
                    <a:pt x="150" y="748"/>
                    <a:pt x="150" y="748"/>
                    <a:pt x="151" y="747"/>
                  </a:cubicBezTo>
                  <a:cubicBezTo>
                    <a:pt x="151" y="747"/>
                    <a:pt x="151" y="747"/>
                    <a:pt x="151" y="747"/>
                  </a:cubicBezTo>
                  <a:cubicBezTo>
                    <a:pt x="151" y="746"/>
                    <a:pt x="152" y="746"/>
                    <a:pt x="153" y="746"/>
                  </a:cubicBezTo>
                  <a:cubicBezTo>
                    <a:pt x="161" y="740"/>
                    <a:pt x="157" y="734"/>
                    <a:pt x="165" y="733"/>
                  </a:cubicBezTo>
                  <a:cubicBezTo>
                    <a:pt x="173" y="733"/>
                    <a:pt x="175" y="721"/>
                    <a:pt x="186" y="733"/>
                  </a:cubicBezTo>
                  <a:cubicBezTo>
                    <a:pt x="197" y="744"/>
                    <a:pt x="198" y="755"/>
                    <a:pt x="207" y="758"/>
                  </a:cubicBezTo>
                  <a:cubicBezTo>
                    <a:pt x="215" y="761"/>
                    <a:pt x="216" y="767"/>
                    <a:pt x="224" y="767"/>
                  </a:cubicBezTo>
                  <a:cubicBezTo>
                    <a:pt x="225" y="766"/>
                    <a:pt x="225" y="766"/>
                    <a:pt x="225" y="766"/>
                  </a:cubicBezTo>
                  <a:cubicBezTo>
                    <a:pt x="226" y="766"/>
                    <a:pt x="227" y="766"/>
                    <a:pt x="227" y="766"/>
                  </a:cubicBezTo>
                  <a:cubicBezTo>
                    <a:pt x="227" y="766"/>
                    <a:pt x="227" y="766"/>
                    <a:pt x="227" y="766"/>
                  </a:cubicBezTo>
                  <a:cubicBezTo>
                    <a:pt x="228" y="766"/>
                    <a:pt x="229" y="766"/>
                    <a:pt x="229" y="766"/>
                  </a:cubicBezTo>
                  <a:cubicBezTo>
                    <a:pt x="229" y="766"/>
                    <a:pt x="229" y="766"/>
                    <a:pt x="229" y="766"/>
                  </a:cubicBezTo>
                  <a:cubicBezTo>
                    <a:pt x="233" y="764"/>
                    <a:pt x="233" y="761"/>
                    <a:pt x="233" y="753"/>
                  </a:cubicBezTo>
                  <a:cubicBezTo>
                    <a:pt x="233" y="742"/>
                    <a:pt x="233" y="721"/>
                    <a:pt x="244" y="714"/>
                  </a:cubicBezTo>
                  <a:cubicBezTo>
                    <a:pt x="255" y="707"/>
                    <a:pt x="257" y="706"/>
                    <a:pt x="258" y="688"/>
                  </a:cubicBezTo>
                  <a:cubicBezTo>
                    <a:pt x="259" y="670"/>
                    <a:pt x="257" y="655"/>
                    <a:pt x="268" y="652"/>
                  </a:cubicBezTo>
                  <a:cubicBezTo>
                    <a:pt x="280" y="649"/>
                    <a:pt x="284" y="642"/>
                    <a:pt x="299" y="642"/>
                  </a:cubicBezTo>
                  <a:cubicBezTo>
                    <a:pt x="314" y="642"/>
                    <a:pt x="326" y="645"/>
                    <a:pt x="333" y="640"/>
                  </a:cubicBezTo>
                  <a:cubicBezTo>
                    <a:pt x="341" y="635"/>
                    <a:pt x="340" y="634"/>
                    <a:pt x="351" y="634"/>
                  </a:cubicBezTo>
                  <a:cubicBezTo>
                    <a:pt x="361" y="634"/>
                    <a:pt x="363" y="635"/>
                    <a:pt x="368" y="640"/>
                  </a:cubicBezTo>
                  <a:cubicBezTo>
                    <a:pt x="373" y="644"/>
                    <a:pt x="376" y="646"/>
                    <a:pt x="381" y="646"/>
                  </a:cubicBezTo>
                  <a:cubicBezTo>
                    <a:pt x="387" y="646"/>
                    <a:pt x="385" y="652"/>
                    <a:pt x="394" y="652"/>
                  </a:cubicBezTo>
                  <a:cubicBezTo>
                    <a:pt x="403" y="652"/>
                    <a:pt x="413" y="655"/>
                    <a:pt x="419" y="663"/>
                  </a:cubicBezTo>
                  <a:cubicBezTo>
                    <a:pt x="426" y="671"/>
                    <a:pt x="431" y="683"/>
                    <a:pt x="436" y="688"/>
                  </a:cubicBezTo>
                  <a:cubicBezTo>
                    <a:pt x="442" y="692"/>
                    <a:pt x="448" y="692"/>
                    <a:pt x="454" y="687"/>
                  </a:cubicBezTo>
                  <a:cubicBezTo>
                    <a:pt x="460" y="682"/>
                    <a:pt x="465" y="685"/>
                    <a:pt x="473" y="684"/>
                  </a:cubicBezTo>
                  <a:cubicBezTo>
                    <a:pt x="481" y="684"/>
                    <a:pt x="482" y="677"/>
                    <a:pt x="490" y="673"/>
                  </a:cubicBezTo>
                  <a:cubicBezTo>
                    <a:pt x="498" y="669"/>
                    <a:pt x="503" y="663"/>
                    <a:pt x="514" y="670"/>
                  </a:cubicBezTo>
                  <a:cubicBezTo>
                    <a:pt x="524" y="677"/>
                    <a:pt x="538" y="686"/>
                    <a:pt x="545" y="691"/>
                  </a:cubicBezTo>
                  <a:cubicBezTo>
                    <a:pt x="552" y="696"/>
                    <a:pt x="556" y="705"/>
                    <a:pt x="573" y="704"/>
                  </a:cubicBezTo>
                  <a:cubicBezTo>
                    <a:pt x="589" y="704"/>
                    <a:pt x="609" y="705"/>
                    <a:pt x="615" y="699"/>
                  </a:cubicBezTo>
                  <a:cubicBezTo>
                    <a:pt x="621" y="692"/>
                    <a:pt x="632" y="688"/>
                    <a:pt x="639" y="682"/>
                  </a:cubicBezTo>
                  <a:cubicBezTo>
                    <a:pt x="646" y="676"/>
                    <a:pt x="650" y="668"/>
                    <a:pt x="666" y="668"/>
                  </a:cubicBezTo>
                  <a:cubicBezTo>
                    <a:pt x="681" y="667"/>
                    <a:pt x="740" y="662"/>
                    <a:pt x="745" y="669"/>
                  </a:cubicBezTo>
                  <a:cubicBezTo>
                    <a:pt x="751" y="677"/>
                    <a:pt x="757" y="679"/>
                    <a:pt x="767" y="681"/>
                  </a:cubicBezTo>
                  <a:cubicBezTo>
                    <a:pt x="777" y="683"/>
                    <a:pt x="788" y="691"/>
                    <a:pt x="795" y="681"/>
                  </a:cubicBezTo>
                  <a:cubicBezTo>
                    <a:pt x="801" y="670"/>
                    <a:pt x="803" y="663"/>
                    <a:pt x="821" y="660"/>
                  </a:cubicBezTo>
                  <a:cubicBezTo>
                    <a:pt x="839" y="656"/>
                    <a:pt x="843" y="655"/>
                    <a:pt x="851" y="649"/>
                  </a:cubicBezTo>
                  <a:cubicBezTo>
                    <a:pt x="854" y="646"/>
                    <a:pt x="857" y="643"/>
                    <a:pt x="859" y="640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42" name="Freeform 141">
              <a:extLst>
                <a:ext uri="{FF2B5EF4-FFF2-40B4-BE49-F238E27FC236}">
                  <a16:creationId xmlns:a16="http://schemas.microsoft.com/office/drawing/2014/main" id="{411D1982-E0F9-F7B4-E2D1-6DD2E3D244DB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8363" y="2009776"/>
              <a:ext cx="255588" cy="377825"/>
            </a:xfrm>
            <a:custGeom>
              <a:avLst/>
              <a:gdLst>
                <a:gd name="T0" fmla="*/ 251 w 282"/>
                <a:gd name="T1" fmla="*/ 297 h 415"/>
                <a:gd name="T2" fmla="*/ 243 w 282"/>
                <a:gd name="T3" fmla="*/ 260 h 415"/>
                <a:gd name="T4" fmla="*/ 245 w 282"/>
                <a:gd name="T5" fmla="*/ 236 h 415"/>
                <a:gd name="T6" fmla="*/ 247 w 282"/>
                <a:gd name="T7" fmla="*/ 201 h 415"/>
                <a:gd name="T8" fmla="*/ 236 w 282"/>
                <a:gd name="T9" fmla="*/ 168 h 415"/>
                <a:gd name="T10" fmla="*/ 211 w 282"/>
                <a:gd name="T11" fmla="*/ 137 h 415"/>
                <a:gd name="T12" fmla="*/ 225 w 282"/>
                <a:gd name="T13" fmla="*/ 115 h 415"/>
                <a:gd name="T14" fmla="*/ 231 w 282"/>
                <a:gd name="T15" fmla="*/ 86 h 415"/>
                <a:gd name="T16" fmla="*/ 240 w 282"/>
                <a:gd name="T17" fmla="*/ 74 h 415"/>
                <a:gd name="T18" fmla="*/ 230 w 282"/>
                <a:gd name="T19" fmla="*/ 54 h 415"/>
                <a:gd name="T20" fmla="*/ 208 w 282"/>
                <a:gd name="T21" fmla="*/ 40 h 415"/>
                <a:gd name="T22" fmla="*/ 207 w 282"/>
                <a:gd name="T23" fmla="*/ 16 h 415"/>
                <a:gd name="T24" fmla="*/ 212 w 282"/>
                <a:gd name="T25" fmla="*/ 8 h 415"/>
                <a:gd name="T26" fmla="*/ 212 w 282"/>
                <a:gd name="T27" fmla="*/ 8 h 415"/>
                <a:gd name="T28" fmla="*/ 210 w 282"/>
                <a:gd name="T29" fmla="*/ 7 h 415"/>
                <a:gd name="T30" fmla="*/ 210 w 282"/>
                <a:gd name="T31" fmla="*/ 7 h 415"/>
                <a:gd name="T32" fmla="*/ 206 w 282"/>
                <a:gd name="T33" fmla="*/ 3 h 415"/>
                <a:gd name="T34" fmla="*/ 205 w 282"/>
                <a:gd name="T35" fmla="*/ 2 h 415"/>
                <a:gd name="T36" fmla="*/ 205 w 282"/>
                <a:gd name="T37" fmla="*/ 2 h 415"/>
                <a:gd name="T38" fmla="*/ 204 w 282"/>
                <a:gd name="T39" fmla="*/ 1 h 415"/>
                <a:gd name="T40" fmla="*/ 204 w 282"/>
                <a:gd name="T41" fmla="*/ 1 h 415"/>
                <a:gd name="T42" fmla="*/ 203 w 282"/>
                <a:gd name="T43" fmla="*/ 0 h 415"/>
                <a:gd name="T44" fmla="*/ 202 w 282"/>
                <a:gd name="T45" fmla="*/ 0 h 415"/>
                <a:gd name="T46" fmla="*/ 201 w 282"/>
                <a:gd name="T47" fmla="*/ 0 h 415"/>
                <a:gd name="T48" fmla="*/ 180 w 282"/>
                <a:gd name="T49" fmla="*/ 13 h 415"/>
                <a:gd name="T50" fmla="*/ 166 w 282"/>
                <a:gd name="T51" fmla="*/ 15 h 415"/>
                <a:gd name="T52" fmla="*/ 118 w 282"/>
                <a:gd name="T53" fmla="*/ 10 h 415"/>
                <a:gd name="T54" fmla="*/ 32 w 282"/>
                <a:gd name="T55" fmla="*/ 9 h 415"/>
                <a:gd name="T56" fmla="*/ 24 w 282"/>
                <a:gd name="T57" fmla="*/ 38 h 415"/>
                <a:gd name="T58" fmla="*/ 30 w 282"/>
                <a:gd name="T59" fmla="*/ 54 h 415"/>
                <a:gd name="T60" fmla="*/ 34 w 282"/>
                <a:gd name="T61" fmla="*/ 92 h 415"/>
                <a:gd name="T62" fmla="*/ 29 w 282"/>
                <a:gd name="T63" fmla="*/ 107 h 415"/>
                <a:gd name="T64" fmla="*/ 29 w 282"/>
                <a:gd name="T65" fmla="*/ 108 h 415"/>
                <a:gd name="T66" fmla="*/ 35 w 282"/>
                <a:gd name="T67" fmla="*/ 122 h 415"/>
                <a:gd name="T68" fmla="*/ 39 w 282"/>
                <a:gd name="T69" fmla="*/ 139 h 415"/>
                <a:gd name="T70" fmla="*/ 42 w 282"/>
                <a:gd name="T71" fmla="*/ 157 h 415"/>
                <a:gd name="T72" fmla="*/ 52 w 282"/>
                <a:gd name="T73" fmla="*/ 170 h 415"/>
                <a:gd name="T74" fmla="*/ 46 w 282"/>
                <a:gd name="T75" fmla="*/ 194 h 415"/>
                <a:gd name="T76" fmla="*/ 26 w 282"/>
                <a:gd name="T77" fmla="*/ 223 h 415"/>
                <a:gd name="T78" fmla="*/ 20 w 282"/>
                <a:gd name="T79" fmla="*/ 248 h 415"/>
                <a:gd name="T80" fmla="*/ 15 w 282"/>
                <a:gd name="T81" fmla="*/ 264 h 415"/>
                <a:gd name="T82" fmla="*/ 3 w 282"/>
                <a:gd name="T83" fmla="*/ 285 h 415"/>
                <a:gd name="T84" fmla="*/ 4 w 282"/>
                <a:gd name="T85" fmla="*/ 306 h 415"/>
                <a:gd name="T86" fmla="*/ 10 w 282"/>
                <a:gd name="T87" fmla="*/ 326 h 415"/>
                <a:gd name="T88" fmla="*/ 17 w 282"/>
                <a:gd name="T89" fmla="*/ 342 h 415"/>
                <a:gd name="T90" fmla="*/ 21 w 282"/>
                <a:gd name="T91" fmla="*/ 357 h 415"/>
                <a:gd name="T92" fmla="*/ 37 w 282"/>
                <a:gd name="T93" fmla="*/ 365 h 415"/>
                <a:gd name="T94" fmla="*/ 30 w 282"/>
                <a:gd name="T95" fmla="*/ 380 h 415"/>
                <a:gd name="T96" fmla="*/ 20 w 282"/>
                <a:gd name="T97" fmla="*/ 388 h 415"/>
                <a:gd name="T98" fmla="*/ 31 w 282"/>
                <a:gd name="T99" fmla="*/ 392 h 415"/>
                <a:gd name="T100" fmla="*/ 95 w 282"/>
                <a:gd name="T101" fmla="*/ 401 h 415"/>
                <a:gd name="T102" fmla="*/ 139 w 282"/>
                <a:gd name="T103" fmla="*/ 386 h 415"/>
                <a:gd name="T104" fmla="*/ 191 w 282"/>
                <a:gd name="T105" fmla="*/ 368 h 415"/>
                <a:gd name="T106" fmla="*/ 241 w 282"/>
                <a:gd name="T107" fmla="*/ 349 h 415"/>
                <a:gd name="T108" fmla="*/ 271 w 282"/>
                <a:gd name="T109" fmla="*/ 337 h 415"/>
                <a:gd name="T110" fmla="*/ 282 w 282"/>
                <a:gd name="T111" fmla="*/ 328 h 415"/>
                <a:gd name="T112" fmla="*/ 251 w 282"/>
                <a:gd name="T113" fmla="*/ 297 h 4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82" h="415">
                  <a:moveTo>
                    <a:pt x="251" y="297"/>
                  </a:moveTo>
                  <a:cubicBezTo>
                    <a:pt x="244" y="288"/>
                    <a:pt x="234" y="272"/>
                    <a:pt x="243" y="260"/>
                  </a:cubicBezTo>
                  <a:cubicBezTo>
                    <a:pt x="253" y="249"/>
                    <a:pt x="240" y="246"/>
                    <a:pt x="245" y="236"/>
                  </a:cubicBezTo>
                  <a:cubicBezTo>
                    <a:pt x="251" y="226"/>
                    <a:pt x="247" y="208"/>
                    <a:pt x="247" y="201"/>
                  </a:cubicBezTo>
                  <a:cubicBezTo>
                    <a:pt x="247" y="194"/>
                    <a:pt x="241" y="175"/>
                    <a:pt x="236" y="168"/>
                  </a:cubicBezTo>
                  <a:cubicBezTo>
                    <a:pt x="231" y="160"/>
                    <a:pt x="211" y="142"/>
                    <a:pt x="211" y="137"/>
                  </a:cubicBezTo>
                  <a:cubicBezTo>
                    <a:pt x="211" y="132"/>
                    <a:pt x="217" y="120"/>
                    <a:pt x="225" y="115"/>
                  </a:cubicBezTo>
                  <a:cubicBezTo>
                    <a:pt x="234" y="110"/>
                    <a:pt x="231" y="93"/>
                    <a:pt x="231" y="86"/>
                  </a:cubicBezTo>
                  <a:cubicBezTo>
                    <a:pt x="231" y="80"/>
                    <a:pt x="236" y="80"/>
                    <a:pt x="240" y="74"/>
                  </a:cubicBezTo>
                  <a:cubicBezTo>
                    <a:pt x="244" y="69"/>
                    <a:pt x="234" y="60"/>
                    <a:pt x="230" y="54"/>
                  </a:cubicBezTo>
                  <a:cubicBezTo>
                    <a:pt x="226" y="48"/>
                    <a:pt x="218" y="45"/>
                    <a:pt x="208" y="40"/>
                  </a:cubicBezTo>
                  <a:cubicBezTo>
                    <a:pt x="198" y="34"/>
                    <a:pt x="201" y="22"/>
                    <a:pt x="207" y="16"/>
                  </a:cubicBezTo>
                  <a:cubicBezTo>
                    <a:pt x="209" y="14"/>
                    <a:pt x="211" y="11"/>
                    <a:pt x="212" y="8"/>
                  </a:cubicBezTo>
                  <a:cubicBezTo>
                    <a:pt x="212" y="8"/>
                    <a:pt x="212" y="8"/>
                    <a:pt x="212" y="8"/>
                  </a:cubicBezTo>
                  <a:cubicBezTo>
                    <a:pt x="211" y="8"/>
                    <a:pt x="211" y="8"/>
                    <a:pt x="210" y="7"/>
                  </a:cubicBezTo>
                  <a:cubicBezTo>
                    <a:pt x="210" y="7"/>
                    <a:pt x="210" y="7"/>
                    <a:pt x="210" y="7"/>
                  </a:cubicBezTo>
                  <a:cubicBezTo>
                    <a:pt x="209" y="6"/>
                    <a:pt x="207" y="4"/>
                    <a:pt x="206" y="3"/>
                  </a:cubicBezTo>
                  <a:cubicBezTo>
                    <a:pt x="206" y="3"/>
                    <a:pt x="206" y="2"/>
                    <a:pt x="205" y="2"/>
                  </a:cubicBezTo>
                  <a:cubicBezTo>
                    <a:pt x="205" y="2"/>
                    <a:pt x="205" y="2"/>
                    <a:pt x="205" y="2"/>
                  </a:cubicBezTo>
                  <a:cubicBezTo>
                    <a:pt x="205" y="1"/>
                    <a:pt x="204" y="1"/>
                    <a:pt x="204" y="1"/>
                  </a:cubicBezTo>
                  <a:cubicBezTo>
                    <a:pt x="204" y="1"/>
                    <a:pt x="204" y="1"/>
                    <a:pt x="204" y="1"/>
                  </a:cubicBezTo>
                  <a:cubicBezTo>
                    <a:pt x="203" y="0"/>
                    <a:pt x="203" y="0"/>
                    <a:pt x="203" y="0"/>
                  </a:cubicBezTo>
                  <a:cubicBezTo>
                    <a:pt x="203" y="0"/>
                    <a:pt x="203" y="0"/>
                    <a:pt x="202" y="0"/>
                  </a:cubicBezTo>
                  <a:cubicBezTo>
                    <a:pt x="201" y="0"/>
                    <a:pt x="201" y="0"/>
                    <a:pt x="201" y="0"/>
                  </a:cubicBezTo>
                  <a:cubicBezTo>
                    <a:pt x="195" y="0"/>
                    <a:pt x="185" y="6"/>
                    <a:pt x="180" y="13"/>
                  </a:cubicBezTo>
                  <a:cubicBezTo>
                    <a:pt x="176" y="21"/>
                    <a:pt x="174" y="21"/>
                    <a:pt x="166" y="15"/>
                  </a:cubicBezTo>
                  <a:cubicBezTo>
                    <a:pt x="158" y="8"/>
                    <a:pt x="133" y="9"/>
                    <a:pt x="118" y="10"/>
                  </a:cubicBezTo>
                  <a:cubicBezTo>
                    <a:pt x="103" y="10"/>
                    <a:pt x="47" y="10"/>
                    <a:pt x="32" y="9"/>
                  </a:cubicBezTo>
                  <a:cubicBezTo>
                    <a:pt x="17" y="8"/>
                    <a:pt x="25" y="29"/>
                    <a:pt x="24" y="38"/>
                  </a:cubicBezTo>
                  <a:cubicBezTo>
                    <a:pt x="24" y="48"/>
                    <a:pt x="22" y="50"/>
                    <a:pt x="30" y="54"/>
                  </a:cubicBezTo>
                  <a:cubicBezTo>
                    <a:pt x="39" y="59"/>
                    <a:pt x="34" y="76"/>
                    <a:pt x="34" y="92"/>
                  </a:cubicBezTo>
                  <a:cubicBezTo>
                    <a:pt x="34" y="99"/>
                    <a:pt x="31" y="104"/>
                    <a:pt x="29" y="107"/>
                  </a:cubicBezTo>
                  <a:cubicBezTo>
                    <a:pt x="29" y="107"/>
                    <a:pt x="29" y="107"/>
                    <a:pt x="29" y="108"/>
                  </a:cubicBezTo>
                  <a:cubicBezTo>
                    <a:pt x="34" y="109"/>
                    <a:pt x="34" y="115"/>
                    <a:pt x="35" y="122"/>
                  </a:cubicBezTo>
                  <a:cubicBezTo>
                    <a:pt x="35" y="129"/>
                    <a:pt x="35" y="136"/>
                    <a:pt x="39" y="139"/>
                  </a:cubicBezTo>
                  <a:cubicBezTo>
                    <a:pt x="43" y="142"/>
                    <a:pt x="37" y="154"/>
                    <a:pt x="42" y="157"/>
                  </a:cubicBezTo>
                  <a:cubicBezTo>
                    <a:pt x="47" y="160"/>
                    <a:pt x="52" y="162"/>
                    <a:pt x="52" y="170"/>
                  </a:cubicBezTo>
                  <a:cubicBezTo>
                    <a:pt x="52" y="177"/>
                    <a:pt x="53" y="189"/>
                    <a:pt x="46" y="194"/>
                  </a:cubicBezTo>
                  <a:cubicBezTo>
                    <a:pt x="39" y="199"/>
                    <a:pt x="27" y="213"/>
                    <a:pt x="26" y="223"/>
                  </a:cubicBezTo>
                  <a:cubicBezTo>
                    <a:pt x="26" y="233"/>
                    <a:pt x="25" y="243"/>
                    <a:pt x="20" y="248"/>
                  </a:cubicBezTo>
                  <a:cubicBezTo>
                    <a:pt x="16" y="252"/>
                    <a:pt x="15" y="260"/>
                    <a:pt x="15" y="264"/>
                  </a:cubicBezTo>
                  <a:cubicBezTo>
                    <a:pt x="15" y="268"/>
                    <a:pt x="3" y="279"/>
                    <a:pt x="3" y="285"/>
                  </a:cubicBezTo>
                  <a:cubicBezTo>
                    <a:pt x="3" y="290"/>
                    <a:pt x="0" y="302"/>
                    <a:pt x="4" y="306"/>
                  </a:cubicBezTo>
                  <a:cubicBezTo>
                    <a:pt x="8" y="311"/>
                    <a:pt x="3" y="321"/>
                    <a:pt x="10" y="326"/>
                  </a:cubicBezTo>
                  <a:cubicBezTo>
                    <a:pt x="16" y="331"/>
                    <a:pt x="17" y="337"/>
                    <a:pt x="17" y="342"/>
                  </a:cubicBezTo>
                  <a:cubicBezTo>
                    <a:pt x="17" y="346"/>
                    <a:pt x="14" y="357"/>
                    <a:pt x="21" y="357"/>
                  </a:cubicBezTo>
                  <a:cubicBezTo>
                    <a:pt x="27" y="357"/>
                    <a:pt x="37" y="359"/>
                    <a:pt x="37" y="365"/>
                  </a:cubicBezTo>
                  <a:cubicBezTo>
                    <a:pt x="37" y="371"/>
                    <a:pt x="38" y="378"/>
                    <a:pt x="30" y="380"/>
                  </a:cubicBezTo>
                  <a:cubicBezTo>
                    <a:pt x="23" y="381"/>
                    <a:pt x="21" y="382"/>
                    <a:pt x="20" y="388"/>
                  </a:cubicBezTo>
                  <a:cubicBezTo>
                    <a:pt x="24" y="389"/>
                    <a:pt x="27" y="390"/>
                    <a:pt x="31" y="392"/>
                  </a:cubicBezTo>
                  <a:cubicBezTo>
                    <a:pt x="53" y="403"/>
                    <a:pt x="86" y="415"/>
                    <a:pt x="95" y="401"/>
                  </a:cubicBezTo>
                  <a:cubicBezTo>
                    <a:pt x="103" y="387"/>
                    <a:pt x="119" y="395"/>
                    <a:pt x="139" y="386"/>
                  </a:cubicBezTo>
                  <a:cubicBezTo>
                    <a:pt x="158" y="376"/>
                    <a:pt x="184" y="378"/>
                    <a:pt x="191" y="368"/>
                  </a:cubicBezTo>
                  <a:cubicBezTo>
                    <a:pt x="199" y="359"/>
                    <a:pt x="225" y="351"/>
                    <a:pt x="241" y="349"/>
                  </a:cubicBezTo>
                  <a:cubicBezTo>
                    <a:pt x="257" y="347"/>
                    <a:pt x="266" y="348"/>
                    <a:pt x="271" y="337"/>
                  </a:cubicBezTo>
                  <a:cubicBezTo>
                    <a:pt x="273" y="334"/>
                    <a:pt x="277" y="330"/>
                    <a:pt x="282" y="328"/>
                  </a:cubicBezTo>
                  <a:cubicBezTo>
                    <a:pt x="272" y="310"/>
                    <a:pt x="257" y="305"/>
                    <a:pt x="251" y="297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43" name="Freeform 142">
              <a:extLst>
                <a:ext uri="{FF2B5EF4-FFF2-40B4-BE49-F238E27FC236}">
                  <a16:creationId xmlns:a16="http://schemas.microsoft.com/office/drawing/2014/main" id="{508ED44A-BCF7-0A2F-12E3-6F124F367671}"/>
                </a:ext>
              </a:extLst>
            </p:cNvPr>
            <p:cNvSpPr>
              <a:spLocks/>
            </p:cNvSpPr>
            <p:nvPr/>
          </p:nvSpPr>
          <p:spPr bwMode="auto">
            <a:xfrm>
              <a:off x="3587750" y="2017713"/>
              <a:ext cx="114300" cy="290513"/>
            </a:xfrm>
            <a:custGeom>
              <a:avLst/>
              <a:gdLst>
                <a:gd name="T0" fmla="*/ 111 w 126"/>
                <a:gd name="T1" fmla="*/ 276 h 320"/>
                <a:gd name="T2" fmla="*/ 117 w 126"/>
                <a:gd name="T3" fmla="*/ 251 h 320"/>
                <a:gd name="T4" fmla="*/ 115 w 126"/>
                <a:gd name="T5" fmla="*/ 214 h 320"/>
                <a:gd name="T6" fmla="*/ 115 w 126"/>
                <a:gd name="T7" fmla="*/ 182 h 320"/>
                <a:gd name="T8" fmla="*/ 122 w 126"/>
                <a:gd name="T9" fmla="*/ 130 h 320"/>
                <a:gd name="T10" fmla="*/ 106 w 126"/>
                <a:gd name="T11" fmla="*/ 108 h 320"/>
                <a:gd name="T12" fmla="*/ 100 w 126"/>
                <a:gd name="T13" fmla="*/ 78 h 320"/>
                <a:gd name="T14" fmla="*/ 87 w 126"/>
                <a:gd name="T15" fmla="*/ 63 h 320"/>
                <a:gd name="T16" fmla="*/ 67 w 126"/>
                <a:gd name="T17" fmla="*/ 46 h 320"/>
                <a:gd name="T18" fmla="*/ 68 w 126"/>
                <a:gd name="T19" fmla="*/ 22 h 320"/>
                <a:gd name="T20" fmla="*/ 69 w 126"/>
                <a:gd name="T21" fmla="*/ 4 h 320"/>
                <a:gd name="T22" fmla="*/ 65 w 126"/>
                <a:gd name="T23" fmla="*/ 4 h 320"/>
                <a:gd name="T24" fmla="*/ 65 w 126"/>
                <a:gd name="T25" fmla="*/ 4 h 320"/>
                <a:gd name="T26" fmla="*/ 60 w 126"/>
                <a:gd name="T27" fmla="*/ 3 h 320"/>
                <a:gd name="T28" fmla="*/ 56 w 126"/>
                <a:gd name="T29" fmla="*/ 3 h 320"/>
                <a:gd name="T30" fmla="*/ 55 w 126"/>
                <a:gd name="T31" fmla="*/ 3 h 320"/>
                <a:gd name="T32" fmla="*/ 50 w 126"/>
                <a:gd name="T33" fmla="*/ 3 h 320"/>
                <a:gd name="T34" fmla="*/ 20 w 126"/>
                <a:gd name="T35" fmla="*/ 2 h 320"/>
                <a:gd name="T36" fmla="*/ 18 w 126"/>
                <a:gd name="T37" fmla="*/ 2 h 320"/>
                <a:gd name="T38" fmla="*/ 18 w 126"/>
                <a:gd name="T39" fmla="*/ 2 h 320"/>
                <a:gd name="T40" fmla="*/ 16 w 126"/>
                <a:gd name="T41" fmla="*/ 2 h 320"/>
                <a:gd name="T42" fmla="*/ 16 w 126"/>
                <a:gd name="T43" fmla="*/ 1 h 320"/>
                <a:gd name="T44" fmla="*/ 15 w 126"/>
                <a:gd name="T45" fmla="*/ 1 h 320"/>
                <a:gd name="T46" fmla="*/ 15 w 126"/>
                <a:gd name="T47" fmla="*/ 1 h 320"/>
                <a:gd name="T48" fmla="*/ 14 w 126"/>
                <a:gd name="T49" fmla="*/ 0 h 320"/>
                <a:gd name="T50" fmla="*/ 14 w 126"/>
                <a:gd name="T51" fmla="*/ 0 h 320"/>
                <a:gd name="T52" fmla="*/ 9 w 126"/>
                <a:gd name="T53" fmla="*/ 8 h 320"/>
                <a:gd name="T54" fmla="*/ 10 w 126"/>
                <a:gd name="T55" fmla="*/ 32 h 320"/>
                <a:gd name="T56" fmla="*/ 32 w 126"/>
                <a:gd name="T57" fmla="*/ 46 h 320"/>
                <a:gd name="T58" fmla="*/ 42 w 126"/>
                <a:gd name="T59" fmla="*/ 66 h 320"/>
                <a:gd name="T60" fmla="*/ 33 w 126"/>
                <a:gd name="T61" fmla="*/ 78 h 320"/>
                <a:gd name="T62" fmla="*/ 27 w 126"/>
                <a:gd name="T63" fmla="*/ 107 h 320"/>
                <a:gd name="T64" fmla="*/ 13 w 126"/>
                <a:gd name="T65" fmla="*/ 129 h 320"/>
                <a:gd name="T66" fmla="*/ 38 w 126"/>
                <a:gd name="T67" fmla="*/ 160 h 320"/>
                <a:gd name="T68" fmla="*/ 49 w 126"/>
                <a:gd name="T69" fmla="*/ 193 h 320"/>
                <a:gd name="T70" fmla="*/ 47 w 126"/>
                <a:gd name="T71" fmla="*/ 228 h 320"/>
                <a:gd name="T72" fmla="*/ 45 w 126"/>
                <a:gd name="T73" fmla="*/ 252 h 320"/>
                <a:gd name="T74" fmla="*/ 53 w 126"/>
                <a:gd name="T75" fmla="*/ 289 h 320"/>
                <a:gd name="T76" fmla="*/ 84 w 126"/>
                <a:gd name="T77" fmla="*/ 320 h 320"/>
                <a:gd name="T78" fmla="*/ 124 w 126"/>
                <a:gd name="T79" fmla="*/ 310 h 320"/>
                <a:gd name="T80" fmla="*/ 126 w 126"/>
                <a:gd name="T81" fmla="*/ 310 h 320"/>
                <a:gd name="T82" fmla="*/ 123 w 126"/>
                <a:gd name="T83" fmla="*/ 300 h 320"/>
                <a:gd name="T84" fmla="*/ 111 w 126"/>
                <a:gd name="T85" fmla="*/ 276 h 3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26" h="320">
                  <a:moveTo>
                    <a:pt x="111" y="276"/>
                  </a:moveTo>
                  <a:cubicBezTo>
                    <a:pt x="106" y="268"/>
                    <a:pt x="111" y="259"/>
                    <a:pt x="117" y="251"/>
                  </a:cubicBezTo>
                  <a:cubicBezTo>
                    <a:pt x="123" y="243"/>
                    <a:pt x="117" y="220"/>
                    <a:pt x="115" y="214"/>
                  </a:cubicBezTo>
                  <a:cubicBezTo>
                    <a:pt x="114" y="208"/>
                    <a:pt x="113" y="191"/>
                    <a:pt x="115" y="182"/>
                  </a:cubicBezTo>
                  <a:cubicBezTo>
                    <a:pt x="118" y="174"/>
                    <a:pt x="123" y="148"/>
                    <a:pt x="122" y="130"/>
                  </a:cubicBezTo>
                  <a:cubicBezTo>
                    <a:pt x="121" y="112"/>
                    <a:pt x="125" y="116"/>
                    <a:pt x="106" y="108"/>
                  </a:cubicBezTo>
                  <a:cubicBezTo>
                    <a:pt x="87" y="100"/>
                    <a:pt x="102" y="86"/>
                    <a:pt x="100" y="78"/>
                  </a:cubicBezTo>
                  <a:cubicBezTo>
                    <a:pt x="98" y="69"/>
                    <a:pt x="93" y="64"/>
                    <a:pt x="87" y="63"/>
                  </a:cubicBezTo>
                  <a:cubicBezTo>
                    <a:pt x="80" y="62"/>
                    <a:pt x="83" y="55"/>
                    <a:pt x="67" y="46"/>
                  </a:cubicBezTo>
                  <a:cubicBezTo>
                    <a:pt x="52" y="38"/>
                    <a:pt x="64" y="27"/>
                    <a:pt x="68" y="22"/>
                  </a:cubicBezTo>
                  <a:cubicBezTo>
                    <a:pt x="70" y="19"/>
                    <a:pt x="70" y="11"/>
                    <a:pt x="69" y="4"/>
                  </a:cubicBezTo>
                  <a:cubicBezTo>
                    <a:pt x="68" y="4"/>
                    <a:pt x="66" y="4"/>
                    <a:pt x="65" y="4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63" y="4"/>
                    <a:pt x="62" y="4"/>
                    <a:pt x="60" y="3"/>
                  </a:cubicBezTo>
                  <a:cubicBezTo>
                    <a:pt x="59" y="3"/>
                    <a:pt x="57" y="3"/>
                    <a:pt x="56" y="3"/>
                  </a:cubicBezTo>
                  <a:cubicBezTo>
                    <a:pt x="55" y="3"/>
                    <a:pt x="55" y="3"/>
                    <a:pt x="55" y="3"/>
                  </a:cubicBezTo>
                  <a:cubicBezTo>
                    <a:pt x="53" y="3"/>
                    <a:pt x="51" y="3"/>
                    <a:pt x="50" y="3"/>
                  </a:cubicBezTo>
                  <a:cubicBezTo>
                    <a:pt x="36" y="2"/>
                    <a:pt x="29" y="2"/>
                    <a:pt x="20" y="2"/>
                  </a:cubicBezTo>
                  <a:cubicBezTo>
                    <a:pt x="19" y="2"/>
                    <a:pt x="18" y="2"/>
                    <a:pt x="18" y="2"/>
                  </a:cubicBezTo>
                  <a:cubicBezTo>
                    <a:pt x="18" y="2"/>
                    <a:pt x="18" y="2"/>
                    <a:pt x="18" y="2"/>
                  </a:cubicBezTo>
                  <a:cubicBezTo>
                    <a:pt x="17" y="2"/>
                    <a:pt x="17" y="2"/>
                    <a:pt x="16" y="2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15" y="1"/>
                    <a:pt x="15" y="1"/>
                    <a:pt x="15" y="1"/>
                  </a:cubicBezTo>
                  <a:cubicBezTo>
                    <a:pt x="15" y="1"/>
                    <a:pt x="15" y="1"/>
                    <a:pt x="15" y="1"/>
                  </a:cubicBezTo>
                  <a:cubicBezTo>
                    <a:pt x="15" y="1"/>
                    <a:pt x="14" y="1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3" y="3"/>
                    <a:pt x="11" y="6"/>
                    <a:pt x="9" y="8"/>
                  </a:cubicBezTo>
                  <a:cubicBezTo>
                    <a:pt x="3" y="14"/>
                    <a:pt x="0" y="26"/>
                    <a:pt x="10" y="32"/>
                  </a:cubicBezTo>
                  <a:cubicBezTo>
                    <a:pt x="20" y="37"/>
                    <a:pt x="28" y="40"/>
                    <a:pt x="32" y="46"/>
                  </a:cubicBezTo>
                  <a:cubicBezTo>
                    <a:pt x="36" y="52"/>
                    <a:pt x="46" y="61"/>
                    <a:pt x="42" y="66"/>
                  </a:cubicBezTo>
                  <a:cubicBezTo>
                    <a:pt x="38" y="72"/>
                    <a:pt x="33" y="72"/>
                    <a:pt x="33" y="78"/>
                  </a:cubicBezTo>
                  <a:cubicBezTo>
                    <a:pt x="33" y="85"/>
                    <a:pt x="36" y="102"/>
                    <a:pt x="27" y="107"/>
                  </a:cubicBezTo>
                  <a:cubicBezTo>
                    <a:pt x="19" y="112"/>
                    <a:pt x="13" y="124"/>
                    <a:pt x="13" y="129"/>
                  </a:cubicBezTo>
                  <a:cubicBezTo>
                    <a:pt x="13" y="134"/>
                    <a:pt x="33" y="152"/>
                    <a:pt x="38" y="160"/>
                  </a:cubicBezTo>
                  <a:cubicBezTo>
                    <a:pt x="43" y="167"/>
                    <a:pt x="49" y="186"/>
                    <a:pt x="49" y="193"/>
                  </a:cubicBezTo>
                  <a:cubicBezTo>
                    <a:pt x="49" y="200"/>
                    <a:pt x="53" y="218"/>
                    <a:pt x="47" y="228"/>
                  </a:cubicBezTo>
                  <a:cubicBezTo>
                    <a:pt x="42" y="238"/>
                    <a:pt x="55" y="241"/>
                    <a:pt x="45" y="252"/>
                  </a:cubicBezTo>
                  <a:cubicBezTo>
                    <a:pt x="36" y="264"/>
                    <a:pt x="46" y="280"/>
                    <a:pt x="53" y="289"/>
                  </a:cubicBezTo>
                  <a:cubicBezTo>
                    <a:pt x="59" y="297"/>
                    <a:pt x="74" y="302"/>
                    <a:pt x="84" y="320"/>
                  </a:cubicBezTo>
                  <a:cubicBezTo>
                    <a:pt x="95" y="314"/>
                    <a:pt x="112" y="311"/>
                    <a:pt x="124" y="310"/>
                  </a:cubicBezTo>
                  <a:cubicBezTo>
                    <a:pt x="125" y="310"/>
                    <a:pt x="126" y="310"/>
                    <a:pt x="126" y="310"/>
                  </a:cubicBezTo>
                  <a:cubicBezTo>
                    <a:pt x="124" y="307"/>
                    <a:pt x="123" y="303"/>
                    <a:pt x="123" y="300"/>
                  </a:cubicBezTo>
                  <a:cubicBezTo>
                    <a:pt x="123" y="294"/>
                    <a:pt x="115" y="284"/>
                    <a:pt x="111" y="276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44" name="Freeform 143">
              <a:extLst>
                <a:ext uri="{FF2B5EF4-FFF2-40B4-BE49-F238E27FC236}">
                  <a16:creationId xmlns:a16="http://schemas.microsoft.com/office/drawing/2014/main" id="{41B582B0-B7F1-8219-2067-43043B1B7729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5375" y="1930401"/>
              <a:ext cx="182563" cy="368300"/>
            </a:xfrm>
            <a:custGeom>
              <a:avLst/>
              <a:gdLst>
                <a:gd name="T0" fmla="*/ 135 w 202"/>
                <a:gd name="T1" fmla="*/ 378 h 405"/>
                <a:gd name="T2" fmla="*/ 138 w 202"/>
                <a:gd name="T3" fmla="*/ 344 h 405"/>
                <a:gd name="T4" fmla="*/ 133 w 202"/>
                <a:gd name="T5" fmla="*/ 318 h 405"/>
                <a:gd name="T6" fmla="*/ 131 w 202"/>
                <a:gd name="T7" fmla="*/ 272 h 405"/>
                <a:gd name="T8" fmla="*/ 134 w 202"/>
                <a:gd name="T9" fmla="*/ 239 h 405"/>
                <a:gd name="T10" fmla="*/ 152 w 202"/>
                <a:gd name="T11" fmla="*/ 216 h 405"/>
                <a:gd name="T12" fmla="*/ 170 w 202"/>
                <a:gd name="T13" fmla="*/ 189 h 405"/>
                <a:gd name="T14" fmla="*/ 190 w 202"/>
                <a:gd name="T15" fmla="*/ 158 h 405"/>
                <a:gd name="T16" fmla="*/ 202 w 202"/>
                <a:gd name="T17" fmla="*/ 113 h 405"/>
                <a:gd name="T18" fmla="*/ 191 w 202"/>
                <a:gd name="T19" fmla="*/ 88 h 405"/>
                <a:gd name="T20" fmla="*/ 185 w 202"/>
                <a:gd name="T21" fmla="*/ 59 h 405"/>
                <a:gd name="T22" fmla="*/ 187 w 202"/>
                <a:gd name="T23" fmla="*/ 45 h 405"/>
                <a:gd name="T24" fmla="*/ 186 w 202"/>
                <a:gd name="T25" fmla="*/ 46 h 405"/>
                <a:gd name="T26" fmla="*/ 169 w 202"/>
                <a:gd name="T27" fmla="*/ 37 h 405"/>
                <a:gd name="T28" fmla="*/ 148 w 202"/>
                <a:gd name="T29" fmla="*/ 12 h 405"/>
                <a:gd name="T30" fmla="*/ 127 w 202"/>
                <a:gd name="T31" fmla="*/ 12 h 405"/>
                <a:gd name="T32" fmla="*/ 115 w 202"/>
                <a:gd name="T33" fmla="*/ 25 h 405"/>
                <a:gd name="T34" fmla="*/ 113 w 202"/>
                <a:gd name="T35" fmla="*/ 26 h 405"/>
                <a:gd name="T36" fmla="*/ 113 w 202"/>
                <a:gd name="T37" fmla="*/ 26 h 405"/>
                <a:gd name="T38" fmla="*/ 112 w 202"/>
                <a:gd name="T39" fmla="*/ 27 h 405"/>
                <a:gd name="T40" fmla="*/ 112 w 202"/>
                <a:gd name="T41" fmla="*/ 28 h 405"/>
                <a:gd name="T42" fmla="*/ 111 w 202"/>
                <a:gd name="T43" fmla="*/ 29 h 405"/>
                <a:gd name="T44" fmla="*/ 111 w 202"/>
                <a:gd name="T45" fmla="*/ 29 h 405"/>
                <a:gd name="T46" fmla="*/ 110 w 202"/>
                <a:gd name="T47" fmla="*/ 31 h 405"/>
                <a:gd name="T48" fmla="*/ 110 w 202"/>
                <a:gd name="T49" fmla="*/ 31 h 405"/>
                <a:gd name="T50" fmla="*/ 110 w 202"/>
                <a:gd name="T51" fmla="*/ 33 h 405"/>
                <a:gd name="T52" fmla="*/ 110 w 202"/>
                <a:gd name="T53" fmla="*/ 33 h 405"/>
                <a:gd name="T54" fmla="*/ 110 w 202"/>
                <a:gd name="T55" fmla="*/ 35 h 405"/>
                <a:gd name="T56" fmla="*/ 110 w 202"/>
                <a:gd name="T57" fmla="*/ 35 h 405"/>
                <a:gd name="T58" fmla="*/ 110 w 202"/>
                <a:gd name="T59" fmla="*/ 43 h 405"/>
                <a:gd name="T60" fmla="*/ 110 w 202"/>
                <a:gd name="T61" fmla="*/ 44 h 405"/>
                <a:gd name="T62" fmla="*/ 110 w 202"/>
                <a:gd name="T63" fmla="*/ 45 h 405"/>
                <a:gd name="T64" fmla="*/ 111 w 202"/>
                <a:gd name="T65" fmla="*/ 46 h 405"/>
                <a:gd name="T66" fmla="*/ 111 w 202"/>
                <a:gd name="T67" fmla="*/ 47 h 405"/>
                <a:gd name="T68" fmla="*/ 111 w 202"/>
                <a:gd name="T69" fmla="*/ 49 h 405"/>
                <a:gd name="T70" fmla="*/ 93 w 202"/>
                <a:gd name="T71" fmla="*/ 68 h 405"/>
                <a:gd name="T72" fmla="*/ 58 w 202"/>
                <a:gd name="T73" fmla="*/ 70 h 405"/>
                <a:gd name="T74" fmla="*/ 30 w 202"/>
                <a:gd name="T75" fmla="*/ 94 h 405"/>
                <a:gd name="T76" fmla="*/ 27 w 202"/>
                <a:gd name="T77" fmla="*/ 96 h 405"/>
                <a:gd name="T78" fmla="*/ 26 w 202"/>
                <a:gd name="T79" fmla="*/ 96 h 405"/>
                <a:gd name="T80" fmla="*/ 24 w 202"/>
                <a:gd name="T81" fmla="*/ 97 h 405"/>
                <a:gd name="T82" fmla="*/ 23 w 202"/>
                <a:gd name="T83" fmla="*/ 98 h 405"/>
                <a:gd name="T84" fmla="*/ 20 w 202"/>
                <a:gd name="T85" fmla="*/ 98 h 405"/>
                <a:gd name="T86" fmla="*/ 20 w 202"/>
                <a:gd name="T87" fmla="*/ 98 h 405"/>
                <a:gd name="T88" fmla="*/ 17 w 202"/>
                <a:gd name="T89" fmla="*/ 99 h 405"/>
                <a:gd name="T90" fmla="*/ 16 w 202"/>
                <a:gd name="T91" fmla="*/ 117 h 405"/>
                <a:gd name="T92" fmla="*/ 15 w 202"/>
                <a:gd name="T93" fmla="*/ 141 h 405"/>
                <a:gd name="T94" fmla="*/ 35 w 202"/>
                <a:gd name="T95" fmla="*/ 158 h 405"/>
                <a:gd name="T96" fmla="*/ 48 w 202"/>
                <a:gd name="T97" fmla="*/ 173 h 405"/>
                <a:gd name="T98" fmla="*/ 54 w 202"/>
                <a:gd name="T99" fmla="*/ 203 h 405"/>
                <a:gd name="T100" fmla="*/ 70 w 202"/>
                <a:gd name="T101" fmla="*/ 225 h 405"/>
                <a:gd name="T102" fmla="*/ 63 w 202"/>
                <a:gd name="T103" fmla="*/ 277 h 405"/>
                <a:gd name="T104" fmla="*/ 63 w 202"/>
                <a:gd name="T105" fmla="*/ 309 h 405"/>
                <a:gd name="T106" fmla="*/ 65 w 202"/>
                <a:gd name="T107" fmla="*/ 346 h 405"/>
                <a:gd name="T108" fmla="*/ 59 w 202"/>
                <a:gd name="T109" fmla="*/ 371 h 405"/>
                <a:gd name="T110" fmla="*/ 71 w 202"/>
                <a:gd name="T111" fmla="*/ 395 h 405"/>
                <a:gd name="T112" fmla="*/ 74 w 202"/>
                <a:gd name="T113" fmla="*/ 405 h 405"/>
                <a:gd name="T114" fmla="*/ 136 w 202"/>
                <a:gd name="T115" fmla="*/ 395 h 405"/>
                <a:gd name="T116" fmla="*/ 135 w 202"/>
                <a:gd name="T117" fmla="*/ 378 h 4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02" h="405">
                  <a:moveTo>
                    <a:pt x="135" y="378"/>
                  </a:moveTo>
                  <a:cubicBezTo>
                    <a:pt x="137" y="370"/>
                    <a:pt x="139" y="351"/>
                    <a:pt x="138" y="344"/>
                  </a:cubicBezTo>
                  <a:cubicBezTo>
                    <a:pt x="137" y="337"/>
                    <a:pt x="137" y="326"/>
                    <a:pt x="133" y="318"/>
                  </a:cubicBezTo>
                  <a:cubicBezTo>
                    <a:pt x="130" y="310"/>
                    <a:pt x="132" y="284"/>
                    <a:pt x="131" y="272"/>
                  </a:cubicBezTo>
                  <a:cubicBezTo>
                    <a:pt x="129" y="260"/>
                    <a:pt x="134" y="249"/>
                    <a:pt x="134" y="239"/>
                  </a:cubicBezTo>
                  <a:cubicBezTo>
                    <a:pt x="134" y="229"/>
                    <a:pt x="139" y="221"/>
                    <a:pt x="152" y="216"/>
                  </a:cubicBezTo>
                  <a:cubicBezTo>
                    <a:pt x="165" y="211"/>
                    <a:pt x="164" y="198"/>
                    <a:pt x="170" y="189"/>
                  </a:cubicBezTo>
                  <a:cubicBezTo>
                    <a:pt x="176" y="179"/>
                    <a:pt x="178" y="169"/>
                    <a:pt x="190" y="158"/>
                  </a:cubicBezTo>
                  <a:cubicBezTo>
                    <a:pt x="202" y="147"/>
                    <a:pt x="202" y="118"/>
                    <a:pt x="202" y="113"/>
                  </a:cubicBezTo>
                  <a:cubicBezTo>
                    <a:pt x="202" y="107"/>
                    <a:pt x="198" y="92"/>
                    <a:pt x="191" y="88"/>
                  </a:cubicBezTo>
                  <a:cubicBezTo>
                    <a:pt x="185" y="84"/>
                    <a:pt x="180" y="67"/>
                    <a:pt x="185" y="59"/>
                  </a:cubicBezTo>
                  <a:cubicBezTo>
                    <a:pt x="187" y="56"/>
                    <a:pt x="187" y="50"/>
                    <a:pt x="187" y="45"/>
                  </a:cubicBezTo>
                  <a:cubicBezTo>
                    <a:pt x="186" y="46"/>
                    <a:pt x="186" y="46"/>
                    <a:pt x="186" y="46"/>
                  </a:cubicBezTo>
                  <a:cubicBezTo>
                    <a:pt x="178" y="46"/>
                    <a:pt x="177" y="40"/>
                    <a:pt x="169" y="37"/>
                  </a:cubicBezTo>
                  <a:cubicBezTo>
                    <a:pt x="160" y="34"/>
                    <a:pt x="159" y="23"/>
                    <a:pt x="148" y="12"/>
                  </a:cubicBezTo>
                  <a:cubicBezTo>
                    <a:pt x="137" y="0"/>
                    <a:pt x="135" y="12"/>
                    <a:pt x="127" y="12"/>
                  </a:cubicBezTo>
                  <a:cubicBezTo>
                    <a:pt x="119" y="13"/>
                    <a:pt x="123" y="19"/>
                    <a:pt x="115" y="25"/>
                  </a:cubicBezTo>
                  <a:cubicBezTo>
                    <a:pt x="114" y="25"/>
                    <a:pt x="113" y="25"/>
                    <a:pt x="113" y="26"/>
                  </a:cubicBezTo>
                  <a:cubicBezTo>
                    <a:pt x="113" y="26"/>
                    <a:pt x="113" y="26"/>
                    <a:pt x="113" y="26"/>
                  </a:cubicBezTo>
                  <a:cubicBezTo>
                    <a:pt x="112" y="27"/>
                    <a:pt x="112" y="27"/>
                    <a:pt x="112" y="27"/>
                  </a:cubicBezTo>
                  <a:cubicBezTo>
                    <a:pt x="112" y="28"/>
                    <a:pt x="112" y="28"/>
                    <a:pt x="112" y="28"/>
                  </a:cubicBezTo>
                  <a:cubicBezTo>
                    <a:pt x="111" y="28"/>
                    <a:pt x="111" y="29"/>
                    <a:pt x="111" y="29"/>
                  </a:cubicBezTo>
                  <a:cubicBezTo>
                    <a:pt x="111" y="29"/>
                    <a:pt x="111" y="29"/>
                    <a:pt x="111" y="29"/>
                  </a:cubicBezTo>
                  <a:cubicBezTo>
                    <a:pt x="111" y="30"/>
                    <a:pt x="110" y="30"/>
                    <a:pt x="110" y="31"/>
                  </a:cubicBezTo>
                  <a:cubicBezTo>
                    <a:pt x="110" y="31"/>
                    <a:pt x="110" y="31"/>
                    <a:pt x="110" y="31"/>
                  </a:cubicBezTo>
                  <a:cubicBezTo>
                    <a:pt x="110" y="32"/>
                    <a:pt x="110" y="32"/>
                    <a:pt x="110" y="33"/>
                  </a:cubicBezTo>
                  <a:cubicBezTo>
                    <a:pt x="110" y="33"/>
                    <a:pt x="110" y="33"/>
                    <a:pt x="110" y="33"/>
                  </a:cubicBezTo>
                  <a:cubicBezTo>
                    <a:pt x="110" y="34"/>
                    <a:pt x="110" y="35"/>
                    <a:pt x="110" y="35"/>
                  </a:cubicBezTo>
                  <a:cubicBezTo>
                    <a:pt x="110" y="35"/>
                    <a:pt x="110" y="35"/>
                    <a:pt x="110" y="35"/>
                  </a:cubicBezTo>
                  <a:cubicBezTo>
                    <a:pt x="110" y="38"/>
                    <a:pt x="110" y="40"/>
                    <a:pt x="110" y="43"/>
                  </a:cubicBezTo>
                  <a:cubicBezTo>
                    <a:pt x="110" y="44"/>
                    <a:pt x="110" y="44"/>
                    <a:pt x="110" y="44"/>
                  </a:cubicBezTo>
                  <a:cubicBezTo>
                    <a:pt x="110" y="45"/>
                    <a:pt x="110" y="45"/>
                    <a:pt x="110" y="45"/>
                  </a:cubicBezTo>
                  <a:cubicBezTo>
                    <a:pt x="110" y="45"/>
                    <a:pt x="110" y="46"/>
                    <a:pt x="111" y="46"/>
                  </a:cubicBezTo>
                  <a:cubicBezTo>
                    <a:pt x="111" y="47"/>
                    <a:pt x="111" y="47"/>
                    <a:pt x="111" y="47"/>
                  </a:cubicBezTo>
                  <a:cubicBezTo>
                    <a:pt x="111" y="48"/>
                    <a:pt x="111" y="48"/>
                    <a:pt x="111" y="49"/>
                  </a:cubicBezTo>
                  <a:cubicBezTo>
                    <a:pt x="110" y="57"/>
                    <a:pt x="99" y="61"/>
                    <a:pt x="93" y="68"/>
                  </a:cubicBezTo>
                  <a:cubicBezTo>
                    <a:pt x="86" y="75"/>
                    <a:pt x="74" y="70"/>
                    <a:pt x="58" y="70"/>
                  </a:cubicBezTo>
                  <a:cubicBezTo>
                    <a:pt x="42" y="70"/>
                    <a:pt x="39" y="85"/>
                    <a:pt x="30" y="94"/>
                  </a:cubicBezTo>
                  <a:cubicBezTo>
                    <a:pt x="29" y="94"/>
                    <a:pt x="28" y="95"/>
                    <a:pt x="27" y="96"/>
                  </a:cubicBezTo>
                  <a:cubicBezTo>
                    <a:pt x="26" y="96"/>
                    <a:pt x="26" y="96"/>
                    <a:pt x="26" y="96"/>
                  </a:cubicBezTo>
                  <a:cubicBezTo>
                    <a:pt x="25" y="96"/>
                    <a:pt x="24" y="97"/>
                    <a:pt x="24" y="97"/>
                  </a:cubicBezTo>
                  <a:cubicBezTo>
                    <a:pt x="23" y="97"/>
                    <a:pt x="23" y="97"/>
                    <a:pt x="23" y="98"/>
                  </a:cubicBezTo>
                  <a:cubicBezTo>
                    <a:pt x="22" y="98"/>
                    <a:pt x="21" y="98"/>
                    <a:pt x="20" y="98"/>
                  </a:cubicBezTo>
                  <a:cubicBezTo>
                    <a:pt x="20" y="98"/>
                    <a:pt x="20" y="98"/>
                    <a:pt x="20" y="98"/>
                  </a:cubicBezTo>
                  <a:cubicBezTo>
                    <a:pt x="19" y="99"/>
                    <a:pt x="18" y="99"/>
                    <a:pt x="17" y="99"/>
                  </a:cubicBezTo>
                  <a:cubicBezTo>
                    <a:pt x="18" y="106"/>
                    <a:pt x="18" y="114"/>
                    <a:pt x="16" y="117"/>
                  </a:cubicBezTo>
                  <a:cubicBezTo>
                    <a:pt x="12" y="122"/>
                    <a:pt x="0" y="133"/>
                    <a:pt x="15" y="141"/>
                  </a:cubicBezTo>
                  <a:cubicBezTo>
                    <a:pt x="31" y="150"/>
                    <a:pt x="28" y="157"/>
                    <a:pt x="35" y="158"/>
                  </a:cubicBezTo>
                  <a:cubicBezTo>
                    <a:pt x="41" y="159"/>
                    <a:pt x="46" y="164"/>
                    <a:pt x="48" y="173"/>
                  </a:cubicBezTo>
                  <a:cubicBezTo>
                    <a:pt x="50" y="181"/>
                    <a:pt x="35" y="195"/>
                    <a:pt x="54" y="203"/>
                  </a:cubicBezTo>
                  <a:cubicBezTo>
                    <a:pt x="73" y="211"/>
                    <a:pt x="69" y="207"/>
                    <a:pt x="70" y="225"/>
                  </a:cubicBezTo>
                  <a:cubicBezTo>
                    <a:pt x="71" y="243"/>
                    <a:pt x="66" y="269"/>
                    <a:pt x="63" y="277"/>
                  </a:cubicBezTo>
                  <a:cubicBezTo>
                    <a:pt x="61" y="286"/>
                    <a:pt x="62" y="303"/>
                    <a:pt x="63" y="309"/>
                  </a:cubicBezTo>
                  <a:cubicBezTo>
                    <a:pt x="65" y="315"/>
                    <a:pt x="71" y="338"/>
                    <a:pt x="65" y="346"/>
                  </a:cubicBezTo>
                  <a:cubicBezTo>
                    <a:pt x="59" y="354"/>
                    <a:pt x="54" y="363"/>
                    <a:pt x="59" y="371"/>
                  </a:cubicBezTo>
                  <a:cubicBezTo>
                    <a:pt x="63" y="379"/>
                    <a:pt x="71" y="389"/>
                    <a:pt x="71" y="395"/>
                  </a:cubicBezTo>
                  <a:cubicBezTo>
                    <a:pt x="71" y="398"/>
                    <a:pt x="72" y="402"/>
                    <a:pt x="74" y="405"/>
                  </a:cubicBezTo>
                  <a:cubicBezTo>
                    <a:pt x="91" y="403"/>
                    <a:pt x="108" y="397"/>
                    <a:pt x="136" y="395"/>
                  </a:cubicBezTo>
                  <a:cubicBezTo>
                    <a:pt x="135" y="389"/>
                    <a:pt x="134" y="382"/>
                    <a:pt x="135" y="378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45" name="Freeform 144">
              <a:extLst>
                <a:ext uri="{FF2B5EF4-FFF2-40B4-BE49-F238E27FC236}">
                  <a16:creationId xmlns:a16="http://schemas.microsoft.com/office/drawing/2014/main" id="{AD13A6E1-C229-F163-2A85-F25443DAABDA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2850" y="1852613"/>
              <a:ext cx="695325" cy="561975"/>
            </a:xfrm>
            <a:custGeom>
              <a:avLst/>
              <a:gdLst>
                <a:gd name="T0" fmla="*/ 396 w 766"/>
                <a:gd name="T1" fmla="*/ 548 h 619"/>
                <a:gd name="T2" fmla="*/ 428 w 766"/>
                <a:gd name="T3" fmla="*/ 487 h 619"/>
                <a:gd name="T4" fmla="*/ 475 w 766"/>
                <a:gd name="T5" fmla="*/ 448 h 619"/>
                <a:gd name="T6" fmla="*/ 510 w 766"/>
                <a:gd name="T7" fmla="*/ 438 h 619"/>
                <a:gd name="T8" fmla="*/ 536 w 766"/>
                <a:gd name="T9" fmla="*/ 463 h 619"/>
                <a:gd name="T10" fmla="*/ 564 w 766"/>
                <a:gd name="T11" fmla="*/ 470 h 619"/>
                <a:gd name="T12" fmla="*/ 597 w 766"/>
                <a:gd name="T13" fmla="*/ 407 h 619"/>
                <a:gd name="T14" fmla="*/ 624 w 766"/>
                <a:gd name="T15" fmla="*/ 344 h 619"/>
                <a:gd name="T16" fmla="*/ 662 w 766"/>
                <a:gd name="T17" fmla="*/ 281 h 619"/>
                <a:gd name="T18" fmla="*/ 690 w 766"/>
                <a:gd name="T19" fmla="*/ 235 h 619"/>
                <a:gd name="T20" fmla="*/ 729 w 766"/>
                <a:gd name="T21" fmla="*/ 169 h 619"/>
                <a:gd name="T22" fmla="*/ 755 w 766"/>
                <a:gd name="T23" fmla="*/ 104 h 619"/>
                <a:gd name="T24" fmla="*/ 729 w 766"/>
                <a:gd name="T25" fmla="*/ 68 h 619"/>
                <a:gd name="T26" fmla="*/ 729 w 766"/>
                <a:gd name="T27" fmla="*/ 63 h 619"/>
                <a:gd name="T28" fmla="*/ 729 w 766"/>
                <a:gd name="T29" fmla="*/ 59 h 619"/>
                <a:gd name="T30" fmla="*/ 728 w 766"/>
                <a:gd name="T31" fmla="*/ 54 h 619"/>
                <a:gd name="T32" fmla="*/ 727 w 766"/>
                <a:gd name="T33" fmla="*/ 50 h 619"/>
                <a:gd name="T34" fmla="*/ 726 w 766"/>
                <a:gd name="T35" fmla="*/ 46 h 619"/>
                <a:gd name="T36" fmla="*/ 725 w 766"/>
                <a:gd name="T37" fmla="*/ 43 h 619"/>
                <a:gd name="T38" fmla="*/ 722 w 766"/>
                <a:gd name="T39" fmla="*/ 39 h 619"/>
                <a:gd name="T40" fmla="*/ 684 w 766"/>
                <a:gd name="T41" fmla="*/ 15 h 619"/>
                <a:gd name="T42" fmla="*/ 628 w 766"/>
                <a:gd name="T43" fmla="*/ 47 h 619"/>
                <a:gd name="T44" fmla="*/ 578 w 766"/>
                <a:gd name="T45" fmla="*/ 35 h 619"/>
                <a:gd name="T46" fmla="*/ 472 w 766"/>
                <a:gd name="T47" fmla="*/ 48 h 619"/>
                <a:gd name="T48" fmla="*/ 406 w 766"/>
                <a:gd name="T49" fmla="*/ 70 h 619"/>
                <a:gd name="T50" fmla="*/ 347 w 766"/>
                <a:gd name="T51" fmla="*/ 36 h 619"/>
                <a:gd name="T52" fmla="*/ 306 w 766"/>
                <a:gd name="T53" fmla="*/ 50 h 619"/>
                <a:gd name="T54" fmla="*/ 269 w 766"/>
                <a:gd name="T55" fmla="*/ 54 h 619"/>
                <a:gd name="T56" fmla="*/ 227 w 766"/>
                <a:gd name="T57" fmla="*/ 18 h 619"/>
                <a:gd name="T58" fmla="*/ 201 w 766"/>
                <a:gd name="T59" fmla="*/ 6 h 619"/>
                <a:gd name="T60" fmla="*/ 166 w 766"/>
                <a:gd name="T61" fmla="*/ 6 h 619"/>
                <a:gd name="T62" fmla="*/ 101 w 766"/>
                <a:gd name="T63" fmla="*/ 18 h 619"/>
                <a:gd name="T64" fmla="*/ 77 w 766"/>
                <a:gd name="T65" fmla="*/ 80 h 619"/>
                <a:gd name="T66" fmla="*/ 62 w 766"/>
                <a:gd name="T67" fmla="*/ 132 h 619"/>
                <a:gd name="T68" fmla="*/ 60 w 766"/>
                <a:gd name="T69" fmla="*/ 132 h 619"/>
                <a:gd name="T70" fmla="*/ 58 w 766"/>
                <a:gd name="T71" fmla="*/ 132 h 619"/>
                <a:gd name="T72" fmla="*/ 56 w 766"/>
                <a:gd name="T73" fmla="*/ 146 h 619"/>
                <a:gd name="T74" fmla="*/ 73 w 766"/>
                <a:gd name="T75" fmla="*/ 200 h 619"/>
                <a:gd name="T76" fmla="*/ 41 w 766"/>
                <a:gd name="T77" fmla="*/ 276 h 619"/>
                <a:gd name="T78" fmla="*/ 5 w 766"/>
                <a:gd name="T79" fmla="*/ 326 h 619"/>
                <a:gd name="T80" fmla="*/ 4 w 766"/>
                <a:gd name="T81" fmla="*/ 405 h 619"/>
                <a:gd name="T82" fmla="*/ 6 w 766"/>
                <a:gd name="T83" fmla="*/ 465 h 619"/>
                <a:gd name="T84" fmla="*/ 14 w 766"/>
                <a:gd name="T85" fmla="*/ 482 h 619"/>
                <a:gd name="T86" fmla="*/ 178 w 766"/>
                <a:gd name="T87" fmla="*/ 546 h 619"/>
                <a:gd name="T88" fmla="*/ 240 w 766"/>
                <a:gd name="T89" fmla="*/ 610 h 619"/>
                <a:gd name="T90" fmla="*/ 329 w 766"/>
                <a:gd name="T91" fmla="*/ 599 h 619"/>
                <a:gd name="T92" fmla="*/ 379 w 766"/>
                <a:gd name="T93" fmla="*/ 577 h 6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66" h="619">
                  <a:moveTo>
                    <a:pt x="379" y="577"/>
                  </a:moveTo>
                  <a:cubicBezTo>
                    <a:pt x="389" y="571"/>
                    <a:pt x="396" y="560"/>
                    <a:pt x="396" y="548"/>
                  </a:cubicBezTo>
                  <a:cubicBezTo>
                    <a:pt x="396" y="536"/>
                    <a:pt x="393" y="516"/>
                    <a:pt x="401" y="511"/>
                  </a:cubicBezTo>
                  <a:cubicBezTo>
                    <a:pt x="409" y="506"/>
                    <a:pt x="419" y="490"/>
                    <a:pt x="428" y="487"/>
                  </a:cubicBezTo>
                  <a:cubicBezTo>
                    <a:pt x="438" y="484"/>
                    <a:pt x="443" y="479"/>
                    <a:pt x="450" y="470"/>
                  </a:cubicBezTo>
                  <a:cubicBezTo>
                    <a:pt x="456" y="460"/>
                    <a:pt x="463" y="445"/>
                    <a:pt x="475" y="448"/>
                  </a:cubicBezTo>
                  <a:cubicBezTo>
                    <a:pt x="487" y="451"/>
                    <a:pt x="492" y="455"/>
                    <a:pt x="496" y="451"/>
                  </a:cubicBezTo>
                  <a:cubicBezTo>
                    <a:pt x="501" y="447"/>
                    <a:pt x="502" y="434"/>
                    <a:pt x="510" y="438"/>
                  </a:cubicBezTo>
                  <a:cubicBezTo>
                    <a:pt x="518" y="443"/>
                    <a:pt x="524" y="447"/>
                    <a:pt x="530" y="450"/>
                  </a:cubicBezTo>
                  <a:cubicBezTo>
                    <a:pt x="536" y="454"/>
                    <a:pt x="537" y="459"/>
                    <a:pt x="536" y="463"/>
                  </a:cubicBezTo>
                  <a:cubicBezTo>
                    <a:pt x="536" y="468"/>
                    <a:pt x="532" y="479"/>
                    <a:pt x="541" y="480"/>
                  </a:cubicBezTo>
                  <a:cubicBezTo>
                    <a:pt x="550" y="482"/>
                    <a:pt x="560" y="482"/>
                    <a:pt x="564" y="470"/>
                  </a:cubicBezTo>
                  <a:cubicBezTo>
                    <a:pt x="568" y="458"/>
                    <a:pt x="571" y="447"/>
                    <a:pt x="582" y="440"/>
                  </a:cubicBezTo>
                  <a:cubicBezTo>
                    <a:pt x="594" y="434"/>
                    <a:pt x="585" y="423"/>
                    <a:pt x="597" y="407"/>
                  </a:cubicBezTo>
                  <a:cubicBezTo>
                    <a:pt x="608" y="391"/>
                    <a:pt x="612" y="378"/>
                    <a:pt x="613" y="368"/>
                  </a:cubicBezTo>
                  <a:cubicBezTo>
                    <a:pt x="614" y="357"/>
                    <a:pt x="616" y="352"/>
                    <a:pt x="624" y="344"/>
                  </a:cubicBezTo>
                  <a:cubicBezTo>
                    <a:pt x="633" y="337"/>
                    <a:pt x="647" y="322"/>
                    <a:pt x="647" y="312"/>
                  </a:cubicBezTo>
                  <a:cubicBezTo>
                    <a:pt x="647" y="301"/>
                    <a:pt x="649" y="284"/>
                    <a:pt x="662" y="281"/>
                  </a:cubicBezTo>
                  <a:cubicBezTo>
                    <a:pt x="675" y="279"/>
                    <a:pt x="675" y="277"/>
                    <a:pt x="679" y="263"/>
                  </a:cubicBezTo>
                  <a:cubicBezTo>
                    <a:pt x="682" y="250"/>
                    <a:pt x="688" y="248"/>
                    <a:pt x="690" y="235"/>
                  </a:cubicBezTo>
                  <a:cubicBezTo>
                    <a:pt x="692" y="221"/>
                    <a:pt x="696" y="205"/>
                    <a:pt x="701" y="196"/>
                  </a:cubicBezTo>
                  <a:cubicBezTo>
                    <a:pt x="707" y="187"/>
                    <a:pt x="714" y="171"/>
                    <a:pt x="729" y="169"/>
                  </a:cubicBezTo>
                  <a:cubicBezTo>
                    <a:pt x="745" y="166"/>
                    <a:pt x="761" y="157"/>
                    <a:pt x="761" y="149"/>
                  </a:cubicBezTo>
                  <a:cubicBezTo>
                    <a:pt x="761" y="141"/>
                    <a:pt x="766" y="109"/>
                    <a:pt x="755" y="104"/>
                  </a:cubicBezTo>
                  <a:cubicBezTo>
                    <a:pt x="744" y="100"/>
                    <a:pt x="737" y="105"/>
                    <a:pt x="735" y="93"/>
                  </a:cubicBezTo>
                  <a:cubicBezTo>
                    <a:pt x="733" y="82"/>
                    <a:pt x="728" y="76"/>
                    <a:pt x="729" y="68"/>
                  </a:cubicBezTo>
                  <a:cubicBezTo>
                    <a:pt x="729" y="66"/>
                    <a:pt x="729" y="65"/>
                    <a:pt x="729" y="64"/>
                  </a:cubicBezTo>
                  <a:cubicBezTo>
                    <a:pt x="729" y="63"/>
                    <a:pt x="729" y="63"/>
                    <a:pt x="729" y="63"/>
                  </a:cubicBezTo>
                  <a:cubicBezTo>
                    <a:pt x="729" y="62"/>
                    <a:pt x="729" y="61"/>
                    <a:pt x="729" y="59"/>
                  </a:cubicBezTo>
                  <a:cubicBezTo>
                    <a:pt x="729" y="59"/>
                    <a:pt x="729" y="59"/>
                    <a:pt x="729" y="59"/>
                  </a:cubicBezTo>
                  <a:cubicBezTo>
                    <a:pt x="729" y="57"/>
                    <a:pt x="729" y="56"/>
                    <a:pt x="728" y="55"/>
                  </a:cubicBezTo>
                  <a:cubicBezTo>
                    <a:pt x="728" y="55"/>
                    <a:pt x="728" y="55"/>
                    <a:pt x="728" y="54"/>
                  </a:cubicBezTo>
                  <a:cubicBezTo>
                    <a:pt x="728" y="53"/>
                    <a:pt x="728" y="51"/>
                    <a:pt x="727" y="50"/>
                  </a:cubicBezTo>
                  <a:cubicBezTo>
                    <a:pt x="727" y="50"/>
                    <a:pt x="727" y="50"/>
                    <a:pt x="727" y="50"/>
                  </a:cubicBezTo>
                  <a:cubicBezTo>
                    <a:pt x="727" y="49"/>
                    <a:pt x="727" y="48"/>
                    <a:pt x="727" y="48"/>
                  </a:cubicBezTo>
                  <a:cubicBezTo>
                    <a:pt x="727" y="47"/>
                    <a:pt x="726" y="47"/>
                    <a:pt x="726" y="46"/>
                  </a:cubicBezTo>
                  <a:cubicBezTo>
                    <a:pt x="726" y="46"/>
                    <a:pt x="726" y="45"/>
                    <a:pt x="725" y="45"/>
                  </a:cubicBezTo>
                  <a:cubicBezTo>
                    <a:pt x="725" y="44"/>
                    <a:pt x="725" y="43"/>
                    <a:pt x="725" y="43"/>
                  </a:cubicBezTo>
                  <a:cubicBezTo>
                    <a:pt x="724" y="42"/>
                    <a:pt x="724" y="42"/>
                    <a:pt x="724" y="42"/>
                  </a:cubicBezTo>
                  <a:cubicBezTo>
                    <a:pt x="723" y="40"/>
                    <a:pt x="722" y="39"/>
                    <a:pt x="722" y="39"/>
                  </a:cubicBezTo>
                  <a:cubicBezTo>
                    <a:pt x="716" y="32"/>
                    <a:pt x="700" y="15"/>
                    <a:pt x="692" y="6"/>
                  </a:cubicBezTo>
                  <a:cubicBezTo>
                    <a:pt x="690" y="9"/>
                    <a:pt x="687" y="12"/>
                    <a:pt x="684" y="15"/>
                  </a:cubicBezTo>
                  <a:cubicBezTo>
                    <a:pt x="676" y="21"/>
                    <a:pt x="672" y="22"/>
                    <a:pt x="654" y="26"/>
                  </a:cubicBezTo>
                  <a:cubicBezTo>
                    <a:pt x="636" y="29"/>
                    <a:pt x="634" y="36"/>
                    <a:pt x="628" y="47"/>
                  </a:cubicBezTo>
                  <a:cubicBezTo>
                    <a:pt x="621" y="57"/>
                    <a:pt x="610" y="49"/>
                    <a:pt x="600" y="47"/>
                  </a:cubicBezTo>
                  <a:cubicBezTo>
                    <a:pt x="590" y="45"/>
                    <a:pt x="584" y="43"/>
                    <a:pt x="578" y="35"/>
                  </a:cubicBezTo>
                  <a:cubicBezTo>
                    <a:pt x="573" y="28"/>
                    <a:pt x="514" y="33"/>
                    <a:pt x="499" y="34"/>
                  </a:cubicBezTo>
                  <a:cubicBezTo>
                    <a:pt x="483" y="34"/>
                    <a:pt x="479" y="42"/>
                    <a:pt x="472" y="48"/>
                  </a:cubicBezTo>
                  <a:cubicBezTo>
                    <a:pt x="465" y="54"/>
                    <a:pt x="454" y="58"/>
                    <a:pt x="448" y="65"/>
                  </a:cubicBezTo>
                  <a:cubicBezTo>
                    <a:pt x="442" y="71"/>
                    <a:pt x="422" y="70"/>
                    <a:pt x="406" y="70"/>
                  </a:cubicBezTo>
                  <a:cubicBezTo>
                    <a:pt x="389" y="71"/>
                    <a:pt x="385" y="62"/>
                    <a:pt x="378" y="57"/>
                  </a:cubicBezTo>
                  <a:cubicBezTo>
                    <a:pt x="371" y="52"/>
                    <a:pt x="357" y="43"/>
                    <a:pt x="347" y="36"/>
                  </a:cubicBezTo>
                  <a:cubicBezTo>
                    <a:pt x="336" y="29"/>
                    <a:pt x="331" y="35"/>
                    <a:pt x="323" y="39"/>
                  </a:cubicBezTo>
                  <a:cubicBezTo>
                    <a:pt x="315" y="43"/>
                    <a:pt x="314" y="50"/>
                    <a:pt x="306" y="50"/>
                  </a:cubicBezTo>
                  <a:cubicBezTo>
                    <a:pt x="298" y="51"/>
                    <a:pt x="293" y="48"/>
                    <a:pt x="287" y="53"/>
                  </a:cubicBezTo>
                  <a:cubicBezTo>
                    <a:pt x="281" y="58"/>
                    <a:pt x="275" y="58"/>
                    <a:pt x="269" y="54"/>
                  </a:cubicBezTo>
                  <a:cubicBezTo>
                    <a:pt x="264" y="49"/>
                    <a:pt x="259" y="37"/>
                    <a:pt x="252" y="29"/>
                  </a:cubicBezTo>
                  <a:cubicBezTo>
                    <a:pt x="246" y="21"/>
                    <a:pt x="236" y="18"/>
                    <a:pt x="227" y="18"/>
                  </a:cubicBezTo>
                  <a:cubicBezTo>
                    <a:pt x="218" y="18"/>
                    <a:pt x="220" y="12"/>
                    <a:pt x="214" y="12"/>
                  </a:cubicBezTo>
                  <a:cubicBezTo>
                    <a:pt x="209" y="12"/>
                    <a:pt x="206" y="10"/>
                    <a:pt x="201" y="6"/>
                  </a:cubicBezTo>
                  <a:cubicBezTo>
                    <a:pt x="196" y="1"/>
                    <a:pt x="194" y="0"/>
                    <a:pt x="184" y="0"/>
                  </a:cubicBezTo>
                  <a:cubicBezTo>
                    <a:pt x="173" y="0"/>
                    <a:pt x="174" y="1"/>
                    <a:pt x="166" y="6"/>
                  </a:cubicBezTo>
                  <a:cubicBezTo>
                    <a:pt x="159" y="11"/>
                    <a:pt x="147" y="8"/>
                    <a:pt x="132" y="8"/>
                  </a:cubicBezTo>
                  <a:cubicBezTo>
                    <a:pt x="117" y="8"/>
                    <a:pt x="113" y="15"/>
                    <a:pt x="101" y="18"/>
                  </a:cubicBezTo>
                  <a:cubicBezTo>
                    <a:pt x="90" y="21"/>
                    <a:pt x="92" y="36"/>
                    <a:pt x="91" y="54"/>
                  </a:cubicBezTo>
                  <a:cubicBezTo>
                    <a:pt x="90" y="72"/>
                    <a:pt x="88" y="73"/>
                    <a:pt x="77" y="80"/>
                  </a:cubicBezTo>
                  <a:cubicBezTo>
                    <a:pt x="66" y="87"/>
                    <a:pt x="66" y="108"/>
                    <a:pt x="66" y="119"/>
                  </a:cubicBezTo>
                  <a:cubicBezTo>
                    <a:pt x="66" y="127"/>
                    <a:pt x="66" y="130"/>
                    <a:pt x="62" y="132"/>
                  </a:cubicBezTo>
                  <a:cubicBezTo>
                    <a:pt x="62" y="132"/>
                    <a:pt x="62" y="132"/>
                    <a:pt x="62" y="132"/>
                  </a:cubicBezTo>
                  <a:cubicBezTo>
                    <a:pt x="62" y="132"/>
                    <a:pt x="61" y="132"/>
                    <a:pt x="60" y="132"/>
                  </a:cubicBezTo>
                  <a:cubicBezTo>
                    <a:pt x="60" y="132"/>
                    <a:pt x="60" y="132"/>
                    <a:pt x="60" y="132"/>
                  </a:cubicBezTo>
                  <a:cubicBezTo>
                    <a:pt x="60" y="132"/>
                    <a:pt x="59" y="132"/>
                    <a:pt x="58" y="132"/>
                  </a:cubicBezTo>
                  <a:cubicBezTo>
                    <a:pt x="58" y="132"/>
                    <a:pt x="58" y="132"/>
                    <a:pt x="58" y="132"/>
                  </a:cubicBezTo>
                  <a:cubicBezTo>
                    <a:pt x="58" y="137"/>
                    <a:pt x="58" y="143"/>
                    <a:pt x="56" y="146"/>
                  </a:cubicBezTo>
                  <a:cubicBezTo>
                    <a:pt x="51" y="154"/>
                    <a:pt x="56" y="171"/>
                    <a:pt x="62" y="175"/>
                  </a:cubicBezTo>
                  <a:cubicBezTo>
                    <a:pt x="69" y="179"/>
                    <a:pt x="73" y="194"/>
                    <a:pt x="73" y="200"/>
                  </a:cubicBezTo>
                  <a:cubicBezTo>
                    <a:pt x="73" y="205"/>
                    <a:pt x="73" y="234"/>
                    <a:pt x="61" y="245"/>
                  </a:cubicBezTo>
                  <a:cubicBezTo>
                    <a:pt x="49" y="256"/>
                    <a:pt x="47" y="266"/>
                    <a:pt x="41" y="276"/>
                  </a:cubicBezTo>
                  <a:cubicBezTo>
                    <a:pt x="35" y="285"/>
                    <a:pt x="36" y="298"/>
                    <a:pt x="23" y="303"/>
                  </a:cubicBezTo>
                  <a:cubicBezTo>
                    <a:pt x="10" y="308"/>
                    <a:pt x="5" y="316"/>
                    <a:pt x="5" y="326"/>
                  </a:cubicBezTo>
                  <a:cubicBezTo>
                    <a:pt x="5" y="336"/>
                    <a:pt x="0" y="347"/>
                    <a:pt x="2" y="359"/>
                  </a:cubicBezTo>
                  <a:cubicBezTo>
                    <a:pt x="3" y="371"/>
                    <a:pt x="1" y="397"/>
                    <a:pt x="4" y="405"/>
                  </a:cubicBezTo>
                  <a:cubicBezTo>
                    <a:pt x="8" y="413"/>
                    <a:pt x="8" y="424"/>
                    <a:pt x="9" y="431"/>
                  </a:cubicBezTo>
                  <a:cubicBezTo>
                    <a:pt x="10" y="438"/>
                    <a:pt x="8" y="457"/>
                    <a:pt x="6" y="465"/>
                  </a:cubicBezTo>
                  <a:cubicBezTo>
                    <a:pt x="5" y="469"/>
                    <a:pt x="6" y="476"/>
                    <a:pt x="7" y="482"/>
                  </a:cubicBezTo>
                  <a:cubicBezTo>
                    <a:pt x="9" y="482"/>
                    <a:pt x="12" y="482"/>
                    <a:pt x="14" y="482"/>
                  </a:cubicBezTo>
                  <a:cubicBezTo>
                    <a:pt x="48" y="482"/>
                    <a:pt x="105" y="470"/>
                    <a:pt x="135" y="496"/>
                  </a:cubicBezTo>
                  <a:cubicBezTo>
                    <a:pt x="165" y="522"/>
                    <a:pt x="178" y="523"/>
                    <a:pt x="178" y="546"/>
                  </a:cubicBezTo>
                  <a:cubicBezTo>
                    <a:pt x="178" y="568"/>
                    <a:pt x="175" y="580"/>
                    <a:pt x="196" y="599"/>
                  </a:cubicBezTo>
                  <a:cubicBezTo>
                    <a:pt x="218" y="619"/>
                    <a:pt x="232" y="616"/>
                    <a:pt x="240" y="610"/>
                  </a:cubicBezTo>
                  <a:cubicBezTo>
                    <a:pt x="249" y="605"/>
                    <a:pt x="274" y="595"/>
                    <a:pt x="286" y="597"/>
                  </a:cubicBezTo>
                  <a:cubicBezTo>
                    <a:pt x="299" y="599"/>
                    <a:pt x="312" y="599"/>
                    <a:pt x="329" y="599"/>
                  </a:cubicBezTo>
                  <a:cubicBezTo>
                    <a:pt x="339" y="599"/>
                    <a:pt x="355" y="595"/>
                    <a:pt x="369" y="596"/>
                  </a:cubicBezTo>
                  <a:cubicBezTo>
                    <a:pt x="370" y="590"/>
                    <a:pt x="372" y="580"/>
                    <a:pt x="379" y="577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46" name="Freeform 145">
              <a:extLst>
                <a:ext uri="{FF2B5EF4-FFF2-40B4-BE49-F238E27FC236}">
                  <a16:creationId xmlns:a16="http://schemas.microsoft.com/office/drawing/2014/main" id="{E9C04C4B-AFFB-2CAC-8220-2912E9295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7813" y="1897063"/>
              <a:ext cx="447675" cy="671513"/>
            </a:xfrm>
            <a:custGeom>
              <a:avLst/>
              <a:gdLst>
                <a:gd name="T0" fmla="*/ 173 w 493"/>
                <a:gd name="T1" fmla="*/ 704 h 738"/>
                <a:gd name="T2" fmla="*/ 179 w 493"/>
                <a:gd name="T3" fmla="*/ 703 h 738"/>
                <a:gd name="T4" fmla="*/ 187 w 493"/>
                <a:gd name="T5" fmla="*/ 700 h 738"/>
                <a:gd name="T6" fmla="*/ 191 w 493"/>
                <a:gd name="T7" fmla="*/ 697 h 738"/>
                <a:gd name="T8" fmla="*/ 192 w 493"/>
                <a:gd name="T9" fmla="*/ 693 h 738"/>
                <a:gd name="T10" fmla="*/ 247 w 493"/>
                <a:gd name="T11" fmla="*/ 694 h 738"/>
                <a:gd name="T12" fmla="*/ 255 w 493"/>
                <a:gd name="T13" fmla="*/ 695 h 738"/>
                <a:gd name="T14" fmla="*/ 262 w 493"/>
                <a:gd name="T15" fmla="*/ 695 h 738"/>
                <a:gd name="T16" fmla="*/ 273 w 493"/>
                <a:gd name="T17" fmla="*/ 697 h 738"/>
                <a:gd name="T18" fmla="*/ 282 w 493"/>
                <a:gd name="T19" fmla="*/ 697 h 738"/>
                <a:gd name="T20" fmla="*/ 294 w 493"/>
                <a:gd name="T21" fmla="*/ 699 h 738"/>
                <a:gd name="T22" fmla="*/ 302 w 493"/>
                <a:gd name="T23" fmla="*/ 700 h 738"/>
                <a:gd name="T24" fmla="*/ 315 w 493"/>
                <a:gd name="T25" fmla="*/ 702 h 738"/>
                <a:gd name="T26" fmla="*/ 326 w 493"/>
                <a:gd name="T27" fmla="*/ 703 h 738"/>
                <a:gd name="T28" fmla="*/ 333 w 493"/>
                <a:gd name="T29" fmla="*/ 704 h 738"/>
                <a:gd name="T30" fmla="*/ 460 w 493"/>
                <a:gd name="T31" fmla="*/ 724 h 738"/>
                <a:gd name="T32" fmla="*/ 493 w 493"/>
                <a:gd name="T33" fmla="*/ 701 h 738"/>
                <a:gd name="T34" fmla="*/ 487 w 493"/>
                <a:gd name="T35" fmla="*/ 661 h 738"/>
                <a:gd name="T36" fmla="*/ 423 w 493"/>
                <a:gd name="T37" fmla="*/ 586 h 738"/>
                <a:gd name="T38" fmla="*/ 393 w 493"/>
                <a:gd name="T39" fmla="*/ 483 h 738"/>
                <a:gd name="T40" fmla="*/ 405 w 493"/>
                <a:gd name="T41" fmla="*/ 434 h 738"/>
                <a:gd name="T42" fmla="*/ 453 w 493"/>
                <a:gd name="T43" fmla="*/ 363 h 738"/>
                <a:gd name="T44" fmla="*/ 454 w 493"/>
                <a:gd name="T45" fmla="*/ 361 h 738"/>
                <a:gd name="T46" fmla="*/ 454 w 493"/>
                <a:gd name="T47" fmla="*/ 358 h 738"/>
                <a:gd name="T48" fmla="*/ 454 w 493"/>
                <a:gd name="T49" fmla="*/ 356 h 738"/>
                <a:gd name="T50" fmla="*/ 454 w 493"/>
                <a:gd name="T51" fmla="*/ 352 h 738"/>
                <a:gd name="T52" fmla="*/ 454 w 493"/>
                <a:gd name="T53" fmla="*/ 350 h 738"/>
                <a:gd name="T54" fmla="*/ 453 w 493"/>
                <a:gd name="T55" fmla="*/ 346 h 738"/>
                <a:gd name="T56" fmla="*/ 452 w 493"/>
                <a:gd name="T57" fmla="*/ 344 h 738"/>
                <a:gd name="T58" fmla="*/ 451 w 493"/>
                <a:gd name="T59" fmla="*/ 341 h 738"/>
                <a:gd name="T60" fmla="*/ 450 w 493"/>
                <a:gd name="T61" fmla="*/ 339 h 738"/>
                <a:gd name="T62" fmla="*/ 449 w 493"/>
                <a:gd name="T63" fmla="*/ 337 h 738"/>
                <a:gd name="T64" fmla="*/ 420 w 493"/>
                <a:gd name="T65" fmla="*/ 290 h 738"/>
                <a:gd name="T66" fmla="*/ 361 w 493"/>
                <a:gd name="T67" fmla="*/ 205 h 738"/>
                <a:gd name="T68" fmla="*/ 461 w 493"/>
                <a:gd name="T69" fmla="*/ 197 h 738"/>
                <a:gd name="T70" fmla="*/ 420 w 493"/>
                <a:gd name="T71" fmla="*/ 150 h 738"/>
                <a:gd name="T72" fmla="*/ 419 w 493"/>
                <a:gd name="T73" fmla="*/ 67 h 738"/>
                <a:gd name="T74" fmla="*/ 395 w 493"/>
                <a:gd name="T75" fmla="*/ 20 h 738"/>
                <a:gd name="T76" fmla="*/ 358 w 493"/>
                <a:gd name="T77" fmla="*/ 0 h 738"/>
                <a:gd name="T78" fmla="*/ 360 w 493"/>
                <a:gd name="T79" fmla="*/ 9 h 738"/>
                <a:gd name="T80" fmla="*/ 360 w 493"/>
                <a:gd name="T81" fmla="*/ 14 h 738"/>
                <a:gd name="T82" fmla="*/ 386 w 493"/>
                <a:gd name="T83" fmla="*/ 54 h 738"/>
                <a:gd name="T84" fmla="*/ 332 w 493"/>
                <a:gd name="T85" fmla="*/ 146 h 738"/>
                <a:gd name="T86" fmla="*/ 293 w 493"/>
                <a:gd name="T87" fmla="*/ 231 h 738"/>
                <a:gd name="T88" fmla="*/ 244 w 493"/>
                <a:gd name="T89" fmla="*/ 318 h 738"/>
                <a:gd name="T90" fmla="*/ 195 w 493"/>
                <a:gd name="T91" fmla="*/ 420 h 738"/>
                <a:gd name="T92" fmla="*/ 161 w 493"/>
                <a:gd name="T93" fmla="*/ 400 h 738"/>
                <a:gd name="T94" fmla="*/ 106 w 493"/>
                <a:gd name="T95" fmla="*/ 398 h 738"/>
                <a:gd name="T96" fmla="*/ 32 w 493"/>
                <a:gd name="T97" fmla="*/ 461 h 738"/>
                <a:gd name="T98" fmla="*/ 0 w 493"/>
                <a:gd name="T99" fmla="*/ 546 h 738"/>
                <a:gd name="T100" fmla="*/ 85 w 493"/>
                <a:gd name="T101" fmla="*/ 603 h 738"/>
                <a:gd name="T102" fmla="*/ 87 w 493"/>
                <a:gd name="T103" fmla="*/ 686 h 738"/>
                <a:gd name="T104" fmla="*/ 164 w 493"/>
                <a:gd name="T105" fmla="*/ 705 h 7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493" h="738">
                  <a:moveTo>
                    <a:pt x="164" y="705"/>
                  </a:moveTo>
                  <a:cubicBezTo>
                    <a:pt x="166" y="705"/>
                    <a:pt x="168" y="705"/>
                    <a:pt x="170" y="705"/>
                  </a:cubicBezTo>
                  <a:cubicBezTo>
                    <a:pt x="171" y="705"/>
                    <a:pt x="172" y="704"/>
                    <a:pt x="173" y="704"/>
                  </a:cubicBezTo>
                  <a:cubicBezTo>
                    <a:pt x="174" y="704"/>
                    <a:pt x="174" y="704"/>
                    <a:pt x="175" y="704"/>
                  </a:cubicBezTo>
                  <a:cubicBezTo>
                    <a:pt x="176" y="704"/>
                    <a:pt x="178" y="704"/>
                    <a:pt x="179" y="703"/>
                  </a:cubicBezTo>
                  <a:cubicBezTo>
                    <a:pt x="179" y="703"/>
                    <a:pt x="179" y="703"/>
                    <a:pt x="179" y="703"/>
                  </a:cubicBezTo>
                  <a:cubicBezTo>
                    <a:pt x="181" y="703"/>
                    <a:pt x="182" y="702"/>
                    <a:pt x="183" y="702"/>
                  </a:cubicBezTo>
                  <a:cubicBezTo>
                    <a:pt x="184" y="701"/>
                    <a:pt x="186" y="701"/>
                    <a:pt x="187" y="700"/>
                  </a:cubicBezTo>
                  <a:cubicBezTo>
                    <a:pt x="187" y="700"/>
                    <a:pt x="187" y="700"/>
                    <a:pt x="187" y="700"/>
                  </a:cubicBezTo>
                  <a:cubicBezTo>
                    <a:pt x="188" y="699"/>
                    <a:pt x="188" y="699"/>
                    <a:pt x="189" y="698"/>
                  </a:cubicBezTo>
                  <a:cubicBezTo>
                    <a:pt x="190" y="698"/>
                    <a:pt x="190" y="698"/>
                    <a:pt x="190" y="698"/>
                  </a:cubicBezTo>
                  <a:cubicBezTo>
                    <a:pt x="190" y="697"/>
                    <a:pt x="190" y="697"/>
                    <a:pt x="191" y="697"/>
                  </a:cubicBezTo>
                  <a:cubicBezTo>
                    <a:pt x="191" y="696"/>
                    <a:pt x="191" y="696"/>
                    <a:pt x="191" y="695"/>
                  </a:cubicBezTo>
                  <a:cubicBezTo>
                    <a:pt x="192" y="695"/>
                    <a:pt x="192" y="695"/>
                    <a:pt x="192" y="695"/>
                  </a:cubicBezTo>
                  <a:cubicBezTo>
                    <a:pt x="192" y="694"/>
                    <a:pt x="192" y="694"/>
                    <a:pt x="192" y="693"/>
                  </a:cubicBezTo>
                  <a:cubicBezTo>
                    <a:pt x="192" y="688"/>
                    <a:pt x="225" y="694"/>
                    <a:pt x="243" y="694"/>
                  </a:cubicBezTo>
                  <a:cubicBezTo>
                    <a:pt x="244" y="694"/>
                    <a:pt x="245" y="694"/>
                    <a:pt x="246" y="694"/>
                  </a:cubicBezTo>
                  <a:cubicBezTo>
                    <a:pt x="247" y="694"/>
                    <a:pt x="247" y="694"/>
                    <a:pt x="247" y="694"/>
                  </a:cubicBezTo>
                  <a:cubicBezTo>
                    <a:pt x="248" y="694"/>
                    <a:pt x="249" y="695"/>
                    <a:pt x="250" y="695"/>
                  </a:cubicBezTo>
                  <a:cubicBezTo>
                    <a:pt x="251" y="695"/>
                    <a:pt x="251" y="695"/>
                    <a:pt x="251" y="695"/>
                  </a:cubicBezTo>
                  <a:cubicBezTo>
                    <a:pt x="252" y="695"/>
                    <a:pt x="254" y="695"/>
                    <a:pt x="255" y="695"/>
                  </a:cubicBezTo>
                  <a:cubicBezTo>
                    <a:pt x="256" y="695"/>
                    <a:pt x="256" y="695"/>
                    <a:pt x="257" y="695"/>
                  </a:cubicBezTo>
                  <a:cubicBezTo>
                    <a:pt x="258" y="695"/>
                    <a:pt x="259" y="695"/>
                    <a:pt x="261" y="695"/>
                  </a:cubicBezTo>
                  <a:cubicBezTo>
                    <a:pt x="261" y="695"/>
                    <a:pt x="261" y="695"/>
                    <a:pt x="262" y="695"/>
                  </a:cubicBezTo>
                  <a:cubicBezTo>
                    <a:pt x="263" y="696"/>
                    <a:pt x="265" y="696"/>
                    <a:pt x="267" y="696"/>
                  </a:cubicBezTo>
                  <a:cubicBezTo>
                    <a:pt x="268" y="696"/>
                    <a:pt x="268" y="696"/>
                    <a:pt x="268" y="696"/>
                  </a:cubicBezTo>
                  <a:cubicBezTo>
                    <a:pt x="270" y="696"/>
                    <a:pt x="271" y="696"/>
                    <a:pt x="273" y="697"/>
                  </a:cubicBezTo>
                  <a:cubicBezTo>
                    <a:pt x="274" y="697"/>
                    <a:pt x="274" y="697"/>
                    <a:pt x="274" y="697"/>
                  </a:cubicBezTo>
                  <a:cubicBezTo>
                    <a:pt x="276" y="697"/>
                    <a:pt x="278" y="697"/>
                    <a:pt x="280" y="697"/>
                  </a:cubicBezTo>
                  <a:cubicBezTo>
                    <a:pt x="281" y="697"/>
                    <a:pt x="281" y="697"/>
                    <a:pt x="282" y="697"/>
                  </a:cubicBezTo>
                  <a:cubicBezTo>
                    <a:pt x="283" y="698"/>
                    <a:pt x="285" y="698"/>
                    <a:pt x="287" y="698"/>
                  </a:cubicBezTo>
                  <a:cubicBezTo>
                    <a:pt x="288" y="698"/>
                    <a:pt x="288" y="698"/>
                    <a:pt x="288" y="698"/>
                  </a:cubicBezTo>
                  <a:cubicBezTo>
                    <a:pt x="290" y="698"/>
                    <a:pt x="292" y="699"/>
                    <a:pt x="294" y="699"/>
                  </a:cubicBezTo>
                  <a:cubicBezTo>
                    <a:pt x="295" y="699"/>
                    <a:pt x="295" y="699"/>
                    <a:pt x="295" y="699"/>
                  </a:cubicBezTo>
                  <a:cubicBezTo>
                    <a:pt x="297" y="699"/>
                    <a:pt x="299" y="700"/>
                    <a:pt x="301" y="700"/>
                  </a:cubicBezTo>
                  <a:cubicBezTo>
                    <a:pt x="302" y="700"/>
                    <a:pt x="302" y="700"/>
                    <a:pt x="302" y="700"/>
                  </a:cubicBezTo>
                  <a:cubicBezTo>
                    <a:pt x="304" y="700"/>
                    <a:pt x="306" y="700"/>
                    <a:pt x="308" y="701"/>
                  </a:cubicBezTo>
                  <a:cubicBezTo>
                    <a:pt x="310" y="701"/>
                    <a:pt x="312" y="701"/>
                    <a:pt x="314" y="702"/>
                  </a:cubicBezTo>
                  <a:cubicBezTo>
                    <a:pt x="315" y="702"/>
                    <a:pt x="315" y="702"/>
                    <a:pt x="315" y="702"/>
                  </a:cubicBezTo>
                  <a:cubicBezTo>
                    <a:pt x="317" y="702"/>
                    <a:pt x="319" y="702"/>
                    <a:pt x="321" y="702"/>
                  </a:cubicBezTo>
                  <a:cubicBezTo>
                    <a:pt x="321" y="703"/>
                    <a:pt x="321" y="703"/>
                    <a:pt x="322" y="703"/>
                  </a:cubicBezTo>
                  <a:cubicBezTo>
                    <a:pt x="323" y="703"/>
                    <a:pt x="325" y="703"/>
                    <a:pt x="326" y="703"/>
                  </a:cubicBezTo>
                  <a:cubicBezTo>
                    <a:pt x="327" y="703"/>
                    <a:pt x="327" y="703"/>
                    <a:pt x="327" y="703"/>
                  </a:cubicBezTo>
                  <a:cubicBezTo>
                    <a:pt x="329" y="704"/>
                    <a:pt x="330" y="704"/>
                    <a:pt x="332" y="704"/>
                  </a:cubicBezTo>
                  <a:cubicBezTo>
                    <a:pt x="333" y="704"/>
                    <a:pt x="333" y="704"/>
                    <a:pt x="333" y="704"/>
                  </a:cubicBezTo>
                  <a:cubicBezTo>
                    <a:pt x="335" y="705"/>
                    <a:pt x="336" y="705"/>
                    <a:pt x="337" y="705"/>
                  </a:cubicBezTo>
                  <a:cubicBezTo>
                    <a:pt x="361" y="709"/>
                    <a:pt x="391" y="696"/>
                    <a:pt x="409" y="709"/>
                  </a:cubicBezTo>
                  <a:cubicBezTo>
                    <a:pt x="428" y="722"/>
                    <a:pt x="451" y="712"/>
                    <a:pt x="460" y="724"/>
                  </a:cubicBezTo>
                  <a:cubicBezTo>
                    <a:pt x="469" y="736"/>
                    <a:pt x="487" y="738"/>
                    <a:pt x="489" y="721"/>
                  </a:cubicBezTo>
                  <a:cubicBezTo>
                    <a:pt x="490" y="720"/>
                    <a:pt x="490" y="718"/>
                    <a:pt x="490" y="717"/>
                  </a:cubicBezTo>
                  <a:cubicBezTo>
                    <a:pt x="491" y="711"/>
                    <a:pt x="492" y="706"/>
                    <a:pt x="493" y="701"/>
                  </a:cubicBezTo>
                  <a:cubicBezTo>
                    <a:pt x="493" y="701"/>
                    <a:pt x="493" y="701"/>
                    <a:pt x="493" y="701"/>
                  </a:cubicBezTo>
                  <a:cubicBezTo>
                    <a:pt x="488" y="693"/>
                    <a:pt x="490" y="685"/>
                    <a:pt x="488" y="683"/>
                  </a:cubicBezTo>
                  <a:cubicBezTo>
                    <a:pt x="485" y="680"/>
                    <a:pt x="487" y="666"/>
                    <a:pt x="487" y="661"/>
                  </a:cubicBezTo>
                  <a:cubicBezTo>
                    <a:pt x="487" y="656"/>
                    <a:pt x="475" y="647"/>
                    <a:pt x="466" y="644"/>
                  </a:cubicBezTo>
                  <a:cubicBezTo>
                    <a:pt x="457" y="642"/>
                    <a:pt x="443" y="620"/>
                    <a:pt x="438" y="616"/>
                  </a:cubicBezTo>
                  <a:cubicBezTo>
                    <a:pt x="433" y="612"/>
                    <a:pt x="423" y="598"/>
                    <a:pt x="423" y="586"/>
                  </a:cubicBezTo>
                  <a:cubicBezTo>
                    <a:pt x="424" y="574"/>
                    <a:pt x="409" y="550"/>
                    <a:pt x="399" y="544"/>
                  </a:cubicBezTo>
                  <a:cubicBezTo>
                    <a:pt x="389" y="538"/>
                    <a:pt x="395" y="526"/>
                    <a:pt x="393" y="517"/>
                  </a:cubicBezTo>
                  <a:cubicBezTo>
                    <a:pt x="391" y="508"/>
                    <a:pt x="393" y="492"/>
                    <a:pt x="393" y="483"/>
                  </a:cubicBezTo>
                  <a:cubicBezTo>
                    <a:pt x="393" y="474"/>
                    <a:pt x="395" y="466"/>
                    <a:pt x="385" y="461"/>
                  </a:cubicBezTo>
                  <a:cubicBezTo>
                    <a:pt x="376" y="456"/>
                    <a:pt x="382" y="447"/>
                    <a:pt x="390" y="444"/>
                  </a:cubicBezTo>
                  <a:cubicBezTo>
                    <a:pt x="398" y="442"/>
                    <a:pt x="403" y="440"/>
                    <a:pt x="405" y="434"/>
                  </a:cubicBezTo>
                  <a:cubicBezTo>
                    <a:pt x="407" y="427"/>
                    <a:pt x="415" y="422"/>
                    <a:pt x="420" y="412"/>
                  </a:cubicBezTo>
                  <a:cubicBezTo>
                    <a:pt x="425" y="402"/>
                    <a:pt x="431" y="394"/>
                    <a:pt x="433" y="381"/>
                  </a:cubicBezTo>
                  <a:cubicBezTo>
                    <a:pt x="435" y="368"/>
                    <a:pt x="448" y="368"/>
                    <a:pt x="453" y="363"/>
                  </a:cubicBezTo>
                  <a:cubicBezTo>
                    <a:pt x="453" y="362"/>
                    <a:pt x="453" y="362"/>
                    <a:pt x="453" y="362"/>
                  </a:cubicBezTo>
                  <a:cubicBezTo>
                    <a:pt x="454" y="362"/>
                    <a:pt x="454" y="361"/>
                    <a:pt x="454" y="361"/>
                  </a:cubicBezTo>
                  <a:cubicBezTo>
                    <a:pt x="454" y="361"/>
                    <a:pt x="454" y="361"/>
                    <a:pt x="454" y="361"/>
                  </a:cubicBezTo>
                  <a:cubicBezTo>
                    <a:pt x="454" y="360"/>
                    <a:pt x="454" y="360"/>
                    <a:pt x="454" y="359"/>
                  </a:cubicBezTo>
                  <a:cubicBezTo>
                    <a:pt x="454" y="359"/>
                    <a:pt x="454" y="359"/>
                    <a:pt x="454" y="359"/>
                  </a:cubicBezTo>
                  <a:cubicBezTo>
                    <a:pt x="454" y="358"/>
                    <a:pt x="454" y="358"/>
                    <a:pt x="454" y="358"/>
                  </a:cubicBezTo>
                  <a:cubicBezTo>
                    <a:pt x="454" y="358"/>
                    <a:pt x="454" y="358"/>
                    <a:pt x="454" y="358"/>
                  </a:cubicBezTo>
                  <a:cubicBezTo>
                    <a:pt x="454" y="357"/>
                    <a:pt x="454" y="357"/>
                    <a:pt x="454" y="356"/>
                  </a:cubicBezTo>
                  <a:cubicBezTo>
                    <a:pt x="454" y="356"/>
                    <a:pt x="454" y="356"/>
                    <a:pt x="454" y="356"/>
                  </a:cubicBezTo>
                  <a:cubicBezTo>
                    <a:pt x="454" y="355"/>
                    <a:pt x="454" y="355"/>
                    <a:pt x="454" y="354"/>
                  </a:cubicBezTo>
                  <a:cubicBezTo>
                    <a:pt x="454" y="354"/>
                    <a:pt x="454" y="354"/>
                    <a:pt x="454" y="354"/>
                  </a:cubicBezTo>
                  <a:cubicBezTo>
                    <a:pt x="454" y="353"/>
                    <a:pt x="454" y="353"/>
                    <a:pt x="454" y="352"/>
                  </a:cubicBezTo>
                  <a:cubicBezTo>
                    <a:pt x="454" y="352"/>
                    <a:pt x="454" y="352"/>
                    <a:pt x="454" y="352"/>
                  </a:cubicBezTo>
                  <a:cubicBezTo>
                    <a:pt x="454" y="351"/>
                    <a:pt x="454" y="351"/>
                    <a:pt x="454" y="350"/>
                  </a:cubicBezTo>
                  <a:cubicBezTo>
                    <a:pt x="454" y="350"/>
                    <a:pt x="454" y="350"/>
                    <a:pt x="454" y="350"/>
                  </a:cubicBezTo>
                  <a:cubicBezTo>
                    <a:pt x="453" y="349"/>
                    <a:pt x="453" y="349"/>
                    <a:pt x="453" y="348"/>
                  </a:cubicBezTo>
                  <a:cubicBezTo>
                    <a:pt x="453" y="348"/>
                    <a:pt x="453" y="348"/>
                    <a:pt x="453" y="348"/>
                  </a:cubicBezTo>
                  <a:cubicBezTo>
                    <a:pt x="453" y="347"/>
                    <a:pt x="453" y="347"/>
                    <a:pt x="453" y="346"/>
                  </a:cubicBezTo>
                  <a:cubicBezTo>
                    <a:pt x="452" y="346"/>
                    <a:pt x="452" y="346"/>
                    <a:pt x="452" y="346"/>
                  </a:cubicBezTo>
                  <a:cubicBezTo>
                    <a:pt x="452" y="345"/>
                    <a:pt x="452" y="345"/>
                    <a:pt x="452" y="344"/>
                  </a:cubicBezTo>
                  <a:cubicBezTo>
                    <a:pt x="452" y="344"/>
                    <a:pt x="452" y="344"/>
                    <a:pt x="452" y="344"/>
                  </a:cubicBezTo>
                  <a:cubicBezTo>
                    <a:pt x="452" y="343"/>
                    <a:pt x="452" y="343"/>
                    <a:pt x="451" y="343"/>
                  </a:cubicBezTo>
                  <a:cubicBezTo>
                    <a:pt x="451" y="342"/>
                    <a:pt x="451" y="342"/>
                    <a:pt x="451" y="342"/>
                  </a:cubicBezTo>
                  <a:cubicBezTo>
                    <a:pt x="451" y="341"/>
                    <a:pt x="451" y="341"/>
                    <a:pt x="451" y="341"/>
                  </a:cubicBezTo>
                  <a:cubicBezTo>
                    <a:pt x="450" y="340"/>
                    <a:pt x="450" y="340"/>
                    <a:pt x="450" y="340"/>
                  </a:cubicBezTo>
                  <a:cubicBezTo>
                    <a:pt x="450" y="340"/>
                    <a:pt x="450" y="340"/>
                    <a:pt x="450" y="339"/>
                  </a:cubicBezTo>
                  <a:cubicBezTo>
                    <a:pt x="450" y="339"/>
                    <a:pt x="450" y="339"/>
                    <a:pt x="450" y="339"/>
                  </a:cubicBezTo>
                  <a:cubicBezTo>
                    <a:pt x="449" y="338"/>
                    <a:pt x="449" y="338"/>
                    <a:pt x="449" y="338"/>
                  </a:cubicBezTo>
                  <a:cubicBezTo>
                    <a:pt x="449" y="338"/>
                    <a:pt x="449" y="338"/>
                    <a:pt x="449" y="337"/>
                  </a:cubicBezTo>
                  <a:cubicBezTo>
                    <a:pt x="449" y="337"/>
                    <a:pt x="449" y="337"/>
                    <a:pt x="449" y="337"/>
                  </a:cubicBezTo>
                  <a:cubicBezTo>
                    <a:pt x="448" y="337"/>
                    <a:pt x="448" y="337"/>
                    <a:pt x="448" y="336"/>
                  </a:cubicBezTo>
                  <a:cubicBezTo>
                    <a:pt x="445" y="333"/>
                    <a:pt x="439" y="322"/>
                    <a:pt x="439" y="314"/>
                  </a:cubicBezTo>
                  <a:cubicBezTo>
                    <a:pt x="439" y="306"/>
                    <a:pt x="425" y="298"/>
                    <a:pt x="420" y="290"/>
                  </a:cubicBezTo>
                  <a:cubicBezTo>
                    <a:pt x="415" y="283"/>
                    <a:pt x="404" y="278"/>
                    <a:pt x="396" y="272"/>
                  </a:cubicBezTo>
                  <a:cubicBezTo>
                    <a:pt x="388" y="265"/>
                    <a:pt x="370" y="242"/>
                    <a:pt x="359" y="234"/>
                  </a:cubicBezTo>
                  <a:cubicBezTo>
                    <a:pt x="349" y="226"/>
                    <a:pt x="353" y="212"/>
                    <a:pt x="361" y="205"/>
                  </a:cubicBezTo>
                  <a:cubicBezTo>
                    <a:pt x="369" y="198"/>
                    <a:pt x="382" y="204"/>
                    <a:pt x="399" y="202"/>
                  </a:cubicBezTo>
                  <a:cubicBezTo>
                    <a:pt x="415" y="201"/>
                    <a:pt x="441" y="206"/>
                    <a:pt x="456" y="208"/>
                  </a:cubicBezTo>
                  <a:cubicBezTo>
                    <a:pt x="471" y="209"/>
                    <a:pt x="467" y="201"/>
                    <a:pt x="461" y="197"/>
                  </a:cubicBezTo>
                  <a:cubicBezTo>
                    <a:pt x="454" y="193"/>
                    <a:pt x="445" y="191"/>
                    <a:pt x="442" y="186"/>
                  </a:cubicBezTo>
                  <a:cubicBezTo>
                    <a:pt x="439" y="182"/>
                    <a:pt x="439" y="178"/>
                    <a:pt x="431" y="173"/>
                  </a:cubicBezTo>
                  <a:cubicBezTo>
                    <a:pt x="423" y="168"/>
                    <a:pt x="425" y="158"/>
                    <a:pt x="420" y="150"/>
                  </a:cubicBezTo>
                  <a:cubicBezTo>
                    <a:pt x="415" y="142"/>
                    <a:pt x="417" y="131"/>
                    <a:pt x="422" y="125"/>
                  </a:cubicBezTo>
                  <a:cubicBezTo>
                    <a:pt x="427" y="119"/>
                    <a:pt x="425" y="103"/>
                    <a:pt x="425" y="93"/>
                  </a:cubicBezTo>
                  <a:cubicBezTo>
                    <a:pt x="425" y="83"/>
                    <a:pt x="424" y="71"/>
                    <a:pt x="419" y="67"/>
                  </a:cubicBezTo>
                  <a:cubicBezTo>
                    <a:pt x="415" y="63"/>
                    <a:pt x="413" y="58"/>
                    <a:pt x="413" y="52"/>
                  </a:cubicBezTo>
                  <a:cubicBezTo>
                    <a:pt x="413" y="45"/>
                    <a:pt x="411" y="38"/>
                    <a:pt x="405" y="34"/>
                  </a:cubicBezTo>
                  <a:cubicBezTo>
                    <a:pt x="399" y="29"/>
                    <a:pt x="404" y="24"/>
                    <a:pt x="395" y="20"/>
                  </a:cubicBezTo>
                  <a:cubicBezTo>
                    <a:pt x="387" y="16"/>
                    <a:pt x="383" y="14"/>
                    <a:pt x="381" y="6"/>
                  </a:cubicBezTo>
                  <a:cubicBezTo>
                    <a:pt x="380" y="0"/>
                    <a:pt x="367" y="0"/>
                    <a:pt x="358" y="0"/>
                  </a:cubicBezTo>
                  <a:cubicBezTo>
                    <a:pt x="358" y="0"/>
                    <a:pt x="358" y="0"/>
                    <a:pt x="358" y="0"/>
                  </a:cubicBezTo>
                  <a:cubicBezTo>
                    <a:pt x="359" y="1"/>
                    <a:pt x="359" y="3"/>
                    <a:pt x="359" y="4"/>
                  </a:cubicBezTo>
                  <a:cubicBezTo>
                    <a:pt x="359" y="5"/>
                    <a:pt x="359" y="5"/>
                    <a:pt x="359" y="5"/>
                  </a:cubicBezTo>
                  <a:cubicBezTo>
                    <a:pt x="360" y="6"/>
                    <a:pt x="360" y="7"/>
                    <a:pt x="360" y="9"/>
                  </a:cubicBezTo>
                  <a:cubicBezTo>
                    <a:pt x="360" y="9"/>
                    <a:pt x="360" y="9"/>
                    <a:pt x="360" y="9"/>
                  </a:cubicBezTo>
                  <a:cubicBezTo>
                    <a:pt x="360" y="11"/>
                    <a:pt x="360" y="12"/>
                    <a:pt x="360" y="13"/>
                  </a:cubicBezTo>
                  <a:cubicBezTo>
                    <a:pt x="360" y="13"/>
                    <a:pt x="360" y="13"/>
                    <a:pt x="360" y="14"/>
                  </a:cubicBezTo>
                  <a:cubicBezTo>
                    <a:pt x="360" y="15"/>
                    <a:pt x="360" y="16"/>
                    <a:pt x="360" y="18"/>
                  </a:cubicBezTo>
                  <a:cubicBezTo>
                    <a:pt x="359" y="26"/>
                    <a:pt x="364" y="32"/>
                    <a:pt x="366" y="43"/>
                  </a:cubicBezTo>
                  <a:cubicBezTo>
                    <a:pt x="368" y="55"/>
                    <a:pt x="375" y="50"/>
                    <a:pt x="386" y="54"/>
                  </a:cubicBezTo>
                  <a:cubicBezTo>
                    <a:pt x="397" y="59"/>
                    <a:pt x="392" y="91"/>
                    <a:pt x="392" y="99"/>
                  </a:cubicBezTo>
                  <a:cubicBezTo>
                    <a:pt x="392" y="107"/>
                    <a:pt x="376" y="116"/>
                    <a:pt x="360" y="119"/>
                  </a:cubicBezTo>
                  <a:cubicBezTo>
                    <a:pt x="345" y="121"/>
                    <a:pt x="338" y="137"/>
                    <a:pt x="332" y="146"/>
                  </a:cubicBezTo>
                  <a:cubicBezTo>
                    <a:pt x="327" y="155"/>
                    <a:pt x="323" y="171"/>
                    <a:pt x="321" y="185"/>
                  </a:cubicBezTo>
                  <a:cubicBezTo>
                    <a:pt x="319" y="198"/>
                    <a:pt x="313" y="200"/>
                    <a:pt x="310" y="213"/>
                  </a:cubicBezTo>
                  <a:cubicBezTo>
                    <a:pt x="306" y="227"/>
                    <a:pt x="306" y="229"/>
                    <a:pt x="293" y="231"/>
                  </a:cubicBezTo>
                  <a:cubicBezTo>
                    <a:pt x="280" y="234"/>
                    <a:pt x="278" y="251"/>
                    <a:pt x="278" y="262"/>
                  </a:cubicBezTo>
                  <a:cubicBezTo>
                    <a:pt x="278" y="272"/>
                    <a:pt x="264" y="287"/>
                    <a:pt x="255" y="294"/>
                  </a:cubicBezTo>
                  <a:cubicBezTo>
                    <a:pt x="247" y="302"/>
                    <a:pt x="245" y="307"/>
                    <a:pt x="244" y="318"/>
                  </a:cubicBezTo>
                  <a:cubicBezTo>
                    <a:pt x="243" y="328"/>
                    <a:pt x="239" y="341"/>
                    <a:pt x="228" y="357"/>
                  </a:cubicBezTo>
                  <a:cubicBezTo>
                    <a:pt x="216" y="373"/>
                    <a:pt x="225" y="384"/>
                    <a:pt x="213" y="390"/>
                  </a:cubicBezTo>
                  <a:cubicBezTo>
                    <a:pt x="202" y="397"/>
                    <a:pt x="199" y="408"/>
                    <a:pt x="195" y="420"/>
                  </a:cubicBezTo>
                  <a:cubicBezTo>
                    <a:pt x="191" y="432"/>
                    <a:pt x="181" y="432"/>
                    <a:pt x="172" y="430"/>
                  </a:cubicBezTo>
                  <a:cubicBezTo>
                    <a:pt x="163" y="429"/>
                    <a:pt x="167" y="418"/>
                    <a:pt x="167" y="413"/>
                  </a:cubicBezTo>
                  <a:cubicBezTo>
                    <a:pt x="168" y="409"/>
                    <a:pt x="167" y="404"/>
                    <a:pt x="161" y="400"/>
                  </a:cubicBezTo>
                  <a:cubicBezTo>
                    <a:pt x="155" y="397"/>
                    <a:pt x="149" y="393"/>
                    <a:pt x="141" y="388"/>
                  </a:cubicBezTo>
                  <a:cubicBezTo>
                    <a:pt x="133" y="384"/>
                    <a:pt x="132" y="397"/>
                    <a:pt x="127" y="401"/>
                  </a:cubicBezTo>
                  <a:cubicBezTo>
                    <a:pt x="123" y="405"/>
                    <a:pt x="118" y="401"/>
                    <a:pt x="106" y="398"/>
                  </a:cubicBezTo>
                  <a:cubicBezTo>
                    <a:pt x="94" y="395"/>
                    <a:pt x="87" y="410"/>
                    <a:pt x="81" y="420"/>
                  </a:cubicBezTo>
                  <a:cubicBezTo>
                    <a:pt x="74" y="429"/>
                    <a:pt x="69" y="434"/>
                    <a:pt x="59" y="437"/>
                  </a:cubicBezTo>
                  <a:cubicBezTo>
                    <a:pt x="50" y="440"/>
                    <a:pt x="40" y="456"/>
                    <a:pt x="32" y="461"/>
                  </a:cubicBezTo>
                  <a:cubicBezTo>
                    <a:pt x="24" y="466"/>
                    <a:pt x="27" y="486"/>
                    <a:pt x="27" y="498"/>
                  </a:cubicBezTo>
                  <a:cubicBezTo>
                    <a:pt x="27" y="510"/>
                    <a:pt x="20" y="521"/>
                    <a:pt x="10" y="527"/>
                  </a:cubicBezTo>
                  <a:cubicBezTo>
                    <a:pt x="3" y="530"/>
                    <a:pt x="1" y="540"/>
                    <a:pt x="0" y="546"/>
                  </a:cubicBezTo>
                  <a:cubicBezTo>
                    <a:pt x="9" y="547"/>
                    <a:pt x="18" y="549"/>
                    <a:pt x="23" y="558"/>
                  </a:cubicBezTo>
                  <a:cubicBezTo>
                    <a:pt x="34" y="578"/>
                    <a:pt x="32" y="585"/>
                    <a:pt x="54" y="585"/>
                  </a:cubicBezTo>
                  <a:cubicBezTo>
                    <a:pt x="75" y="585"/>
                    <a:pt x="84" y="588"/>
                    <a:pt x="85" y="603"/>
                  </a:cubicBezTo>
                  <a:cubicBezTo>
                    <a:pt x="86" y="618"/>
                    <a:pt x="88" y="622"/>
                    <a:pt x="94" y="630"/>
                  </a:cubicBezTo>
                  <a:cubicBezTo>
                    <a:pt x="99" y="638"/>
                    <a:pt x="103" y="643"/>
                    <a:pt x="98" y="652"/>
                  </a:cubicBezTo>
                  <a:cubicBezTo>
                    <a:pt x="93" y="660"/>
                    <a:pt x="81" y="672"/>
                    <a:pt x="87" y="686"/>
                  </a:cubicBezTo>
                  <a:cubicBezTo>
                    <a:pt x="89" y="690"/>
                    <a:pt x="90" y="694"/>
                    <a:pt x="91" y="698"/>
                  </a:cubicBezTo>
                  <a:cubicBezTo>
                    <a:pt x="97" y="701"/>
                    <a:pt x="103" y="703"/>
                    <a:pt x="107" y="704"/>
                  </a:cubicBezTo>
                  <a:cubicBezTo>
                    <a:pt x="116" y="706"/>
                    <a:pt x="145" y="705"/>
                    <a:pt x="164" y="705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47" name="Freeform 146">
              <a:extLst>
                <a:ext uri="{FF2B5EF4-FFF2-40B4-BE49-F238E27FC236}">
                  <a16:creationId xmlns:a16="http://schemas.microsoft.com/office/drawing/2014/main" id="{52957908-DEB9-26D1-AA1A-A233B2B8A0A5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9125" y="2024063"/>
              <a:ext cx="749300" cy="511175"/>
            </a:xfrm>
            <a:custGeom>
              <a:avLst/>
              <a:gdLst>
                <a:gd name="T0" fmla="*/ 765 w 825"/>
                <a:gd name="T1" fmla="*/ 282 h 562"/>
                <a:gd name="T2" fmla="*/ 697 w 825"/>
                <a:gd name="T3" fmla="*/ 222 h 562"/>
                <a:gd name="T4" fmla="*/ 641 w 825"/>
                <a:gd name="T5" fmla="*/ 179 h 562"/>
                <a:gd name="T6" fmla="*/ 576 w 825"/>
                <a:gd name="T7" fmla="*/ 130 h 562"/>
                <a:gd name="T8" fmla="*/ 592 w 825"/>
                <a:gd name="T9" fmla="*/ 69 h 562"/>
                <a:gd name="T10" fmla="*/ 549 w 825"/>
                <a:gd name="T11" fmla="*/ 21 h 562"/>
                <a:gd name="T12" fmla="*/ 547 w 825"/>
                <a:gd name="T13" fmla="*/ 17 h 562"/>
                <a:gd name="T14" fmla="*/ 545 w 825"/>
                <a:gd name="T15" fmla="*/ 13 h 562"/>
                <a:gd name="T16" fmla="*/ 544 w 825"/>
                <a:gd name="T17" fmla="*/ 9 h 562"/>
                <a:gd name="T18" fmla="*/ 545 w 825"/>
                <a:gd name="T19" fmla="*/ 0 h 562"/>
                <a:gd name="T20" fmla="*/ 460 w 825"/>
                <a:gd name="T21" fmla="*/ 53 h 562"/>
                <a:gd name="T22" fmla="*/ 360 w 825"/>
                <a:gd name="T23" fmla="*/ 123 h 562"/>
                <a:gd name="T24" fmla="*/ 291 w 825"/>
                <a:gd name="T25" fmla="*/ 140 h 562"/>
                <a:gd name="T26" fmla="*/ 268 w 825"/>
                <a:gd name="T27" fmla="*/ 186 h 562"/>
                <a:gd name="T28" fmla="*/ 171 w 825"/>
                <a:gd name="T29" fmla="*/ 220 h 562"/>
                <a:gd name="T30" fmla="*/ 134 w 825"/>
                <a:gd name="T31" fmla="*/ 207 h 562"/>
                <a:gd name="T32" fmla="*/ 92 w 825"/>
                <a:gd name="T33" fmla="*/ 226 h 562"/>
                <a:gd name="T34" fmla="*/ 57 w 825"/>
                <a:gd name="T35" fmla="*/ 242 h 562"/>
                <a:gd name="T36" fmla="*/ 14 w 825"/>
                <a:gd name="T37" fmla="*/ 305 h 562"/>
                <a:gd name="T38" fmla="*/ 17 w 825"/>
                <a:gd name="T39" fmla="*/ 378 h 562"/>
                <a:gd name="T40" fmla="*/ 62 w 825"/>
                <a:gd name="T41" fmla="*/ 477 h 562"/>
                <a:gd name="T42" fmla="*/ 112 w 825"/>
                <a:gd name="T43" fmla="*/ 544 h 562"/>
                <a:gd name="T44" fmla="*/ 120 w 825"/>
                <a:gd name="T45" fmla="*/ 553 h 562"/>
                <a:gd name="T46" fmla="*/ 122 w 825"/>
                <a:gd name="T47" fmla="*/ 550 h 562"/>
                <a:gd name="T48" fmla="*/ 125 w 825"/>
                <a:gd name="T49" fmla="*/ 547 h 562"/>
                <a:gd name="T50" fmla="*/ 128 w 825"/>
                <a:gd name="T51" fmla="*/ 545 h 562"/>
                <a:gd name="T52" fmla="*/ 165 w 825"/>
                <a:gd name="T53" fmla="*/ 475 h 562"/>
                <a:gd name="T54" fmla="*/ 267 w 825"/>
                <a:gd name="T55" fmla="*/ 483 h 562"/>
                <a:gd name="T56" fmla="*/ 273 w 825"/>
                <a:gd name="T57" fmla="*/ 479 h 562"/>
                <a:gd name="T58" fmla="*/ 276 w 825"/>
                <a:gd name="T59" fmla="*/ 467 h 562"/>
                <a:gd name="T60" fmla="*/ 275 w 825"/>
                <a:gd name="T61" fmla="*/ 458 h 562"/>
                <a:gd name="T62" fmla="*/ 308 w 825"/>
                <a:gd name="T63" fmla="*/ 390 h 562"/>
                <a:gd name="T64" fmla="*/ 412 w 825"/>
                <a:gd name="T65" fmla="*/ 427 h 562"/>
                <a:gd name="T66" fmla="*/ 527 w 825"/>
                <a:gd name="T67" fmla="*/ 429 h 562"/>
                <a:gd name="T68" fmla="*/ 619 w 825"/>
                <a:gd name="T69" fmla="*/ 390 h 562"/>
                <a:gd name="T70" fmla="*/ 687 w 825"/>
                <a:gd name="T71" fmla="*/ 387 h 562"/>
                <a:gd name="T72" fmla="*/ 741 w 825"/>
                <a:gd name="T73" fmla="*/ 373 h 562"/>
                <a:gd name="T74" fmla="*/ 808 w 825"/>
                <a:gd name="T75" fmla="*/ 374 h 562"/>
                <a:gd name="T76" fmla="*/ 811 w 825"/>
                <a:gd name="T77" fmla="*/ 372 h 562"/>
                <a:gd name="T78" fmla="*/ 814 w 825"/>
                <a:gd name="T79" fmla="*/ 370 h 562"/>
                <a:gd name="T80" fmla="*/ 817 w 825"/>
                <a:gd name="T81" fmla="*/ 369 h 562"/>
                <a:gd name="T82" fmla="*/ 820 w 825"/>
                <a:gd name="T83" fmla="*/ 369 h 562"/>
                <a:gd name="T84" fmla="*/ 810 w 825"/>
                <a:gd name="T85" fmla="*/ 337 h 5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825" h="562">
                  <a:moveTo>
                    <a:pt x="810" y="337"/>
                  </a:moveTo>
                  <a:cubicBezTo>
                    <a:pt x="807" y="330"/>
                    <a:pt x="783" y="321"/>
                    <a:pt x="771" y="313"/>
                  </a:cubicBezTo>
                  <a:cubicBezTo>
                    <a:pt x="759" y="305"/>
                    <a:pt x="765" y="294"/>
                    <a:pt x="765" y="282"/>
                  </a:cubicBezTo>
                  <a:cubicBezTo>
                    <a:pt x="765" y="270"/>
                    <a:pt x="751" y="261"/>
                    <a:pt x="740" y="259"/>
                  </a:cubicBezTo>
                  <a:cubicBezTo>
                    <a:pt x="729" y="257"/>
                    <a:pt x="723" y="251"/>
                    <a:pt x="713" y="245"/>
                  </a:cubicBezTo>
                  <a:cubicBezTo>
                    <a:pt x="703" y="239"/>
                    <a:pt x="697" y="231"/>
                    <a:pt x="697" y="222"/>
                  </a:cubicBezTo>
                  <a:cubicBezTo>
                    <a:pt x="697" y="213"/>
                    <a:pt x="698" y="201"/>
                    <a:pt x="687" y="200"/>
                  </a:cubicBezTo>
                  <a:cubicBezTo>
                    <a:pt x="676" y="199"/>
                    <a:pt x="671" y="194"/>
                    <a:pt x="668" y="183"/>
                  </a:cubicBezTo>
                  <a:cubicBezTo>
                    <a:pt x="665" y="172"/>
                    <a:pt x="660" y="179"/>
                    <a:pt x="641" y="179"/>
                  </a:cubicBezTo>
                  <a:cubicBezTo>
                    <a:pt x="622" y="179"/>
                    <a:pt x="625" y="165"/>
                    <a:pt x="625" y="154"/>
                  </a:cubicBezTo>
                  <a:cubicBezTo>
                    <a:pt x="625" y="143"/>
                    <a:pt x="611" y="148"/>
                    <a:pt x="591" y="148"/>
                  </a:cubicBezTo>
                  <a:cubicBezTo>
                    <a:pt x="571" y="148"/>
                    <a:pt x="577" y="138"/>
                    <a:pt x="576" y="130"/>
                  </a:cubicBezTo>
                  <a:cubicBezTo>
                    <a:pt x="575" y="122"/>
                    <a:pt x="579" y="116"/>
                    <a:pt x="589" y="111"/>
                  </a:cubicBezTo>
                  <a:cubicBezTo>
                    <a:pt x="599" y="106"/>
                    <a:pt x="596" y="98"/>
                    <a:pt x="596" y="90"/>
                  </a:cubicBezTo>
                  <a:cubicBezTo>
                    <a:pt x="596" y="82"/>
                    <a:pt x="598" y="70"/>
                    <a:pt x="592" y="69"/>
                  </a:cubicBezTo>
                  <a:cubicBezTo>
                    <a:pt x="586" y="68"/>
                    <a:pt x="579" y="62"/>
                    <a:pt x="579" y="53"/>
                  </a:cubicBezTo>
                  <a:cubicBezTo>
                    <a:pt x="579" y="44"/>
                    <a:pt x="566" y="34"/>
                    <a:pt x="552" y="23"/>
                  </a:cubicBezTo>
                  <a:cubicBezTo>
                    <a:pt x="551" y="22"/>
                    <a:pt x="550" y="21"/>
                    <a:pt x="549" y="21"/>
                  </a:cubicBezTo>
                  <a:cubicBezTo>
                    <a:pt x="549" y="20"/>
                    <a:pt x="549" y="20"/>
                    <a:pt x="549" y="20"/>
                  </a:cubicBezTo>
                  <a:cubicBezTo>
                    <a:pt x="548" y="19"/>
                    <a:pt x="548" y="19"/>
                    <a:pt x="547" y="18"/>
                  </a:cubicBezTo>
                  <a:cubicBezTo>
                    <a:pt x="547" y="17"/>
                    <a:pt x="547" y="17"/>
                    <a:pt x="547" y="17"/>
                  </a:cubicBezTo>
                  <a:cubicBezTo>
                    <a:pt x="547" y="17"/>
                    <a:pt x="546" y="16"/>
                    <a:pt x="546" y="15"/>
                  </a:cubicBezTo>
                  <a:cubicBezTo>
                    <a:pt x="546" y="15"/>
                    <a:pt x="546" y="15"/>
                    <a:pt x="546" y="14"/>
                  </a:cubicBezTo>
                  <a:cubicBezTo>
                    <a:pt x="545" y="14"/>
                    <a:pt x="545" y="13"/>
                    <a:pt x="545" y="13"/>
                  </a:cubicBezTo>
                  <a:cubicBezTo>
                    <a:pt x="545" y="12"/>
                    <a:pt x="545" y="12"/>
                    <a:pt x="545" y="12"/>
                  </a:cubicBezTo>
                  <a:cubicBezTo>
                    <a:pt x="545" y="11"/>
                    <a:pt x="544" y="10"/>
                    <a:pt x="544" y="10"/>
                  </a:cubicBezTo>
                  <a:cubicBezTo>
                    <a:pt x="544" y="9"/>
                    <a:pt x="544" y="9"/>
                    <a:pt x="544" y="9"/>
                  </a:cubicBezTo>
                  <a:cubicBezTo>
                    <a:pt x="544" y="8"/>
                    <a:pt x="544" y="7"/>
                    <a:pt x="544" y="6"/>
                  </a:cubicBezTo>
                  <a:cubicBezTo>
                    <a:pt x="544" y="6"/>
                    <a:pt x="544" y="6"/>
                    <a:pt x="544" y="6"/>
                  </a:cubicBezTo>
                  <a:cubicBezTo>
                    <a:pt x="544" y="4"/>
                    <a:pt x="544" y="2"/>
                    <a:pt x="545" y="0"/>
                  </a:cubicBezTo>
                  <a:cubicBezTo>
                    <a:pt x="535" y="0"/>
                    <a:pt x="521" y="1"/>
                    <a:pt x="514" y="1"/>
                  </a:cubicBezTo>
                  <a:cubicBezTo>
                    <a:pt x="503" y="1"/>
                    <a:pt x="500" y="9"/>
                    <a:pt x="486" y="15"/>
                  </a:cubicBezTo>
                  <a:cubicBezTo>
                    <a:pt x="472" y="21"/>
                    <a:pt x="472" y="46"/>
                    <a:pt x="460" y="53"/>
                  </a:cubicBezTo>
                  <a:cubicBezTo>
                    <a:pt x="449" y="60"/>
                    <a:pt x="439" y="68"/>
                    <a:pt x="428" y="81"/>
                  </a:cubicBezTo>
                  <a:cubicBezTo>
                    <a:pt x="416" y="94"/>
                    <a:pt x="408" y="102"/>
                    <a:pt x="393" y="112"/>
                  </a:cubicBezTo>
                  <a:cubicBezTo>
                    <a:pt x="379" y="123"/>
                    <a:pt x="367" y="119"/>
                    <a:pt x="360" y="123"/>
                  </a:cubicBezTo>
                  <a:cubicBezTo>
                    <a:pt x="353" y="128"/>
                    <a:pt x="329" y="125"/>
                    <a:pt x="315" y="124"/>
                  </a:cubicBezTo>
                  <a:cubicBezTo>
                    <a:pt x="301" y="123"/>
                    <a:pt x="305" y="128"/>
                    <a:pt x="296" y="130"/>
                  </a:cubicBezTo>
                  <a:cubicBezTo>
                    <a:pt x="288" y="132"/>
                    <a:pt x="283" y="136"/>
                    <a:pt x="291" y="140"/>
                  </a:cubicBezTo>
                  <a:cubicBezTo>
                    <a:pt x="300" y="143"/>
                    <a:pt x="302" y="145"/>
                    <a:pt x="303" y="150"/>
                  </a:cubicBezTo>
                  <a:cubicBezTo>
                    <a:pt x="305" y="155"/>
                    <a:pt x="302" y="155"/>
                    <a:pt x="294" y="161"/>
                  </a:cubicBezTo>
                  <a:cubicBezTo>
                    <a:pt x="286" y="167"/>
                    <a:pt x="278" y="176"/>
                    <a:pt x="268" y="186"/>
                  </a:cubicBezTo>
                  <a:cubicBezTo>
                    <a:pt x="259" y="196"/>
                    <a:pt x="232" y="192"/>
                    <a:pt x="216" y="192"/>
                  </a:cubicBezTo>
                  <a:cubicBezTo>
                    <a:pt x="201" y="192"/>
                    <a:pt x="202" y="199"/>
                    <a:pt x="191" y="199"/>
                  </a:cubicBezTo>
                  <a:cubicBezTo>
                    <a:pt x="180" y="200"/>
                    <a:pt x="178" y="206"/>
                    <a:pt x="171" y="220"/>
                  </a:cubicBezTo>
                  <a:cubicBezTo>
                    <a:pt x="164" y="234"/>
                    <a:pt x="160" y="220"/>
                    <a:pt x="153" y="219"/>
                  </a:cubicBezTo>
                  <a:cubicBezTo>
                    <a:pt x="147" y="218"/>
                    <a:pt x="150" y="212"/>
                    <a:pt x="150" y="204"/>
                  </a:cubicBezTo>
                  <a:cubicBezTo>
                    <a:pt x="150" y="195"/>
                    <a:pt x="139" y="201"/>
                    <a:pt x="134" y="207"/>
                  </a:cubicBezTo>
                  <a:cubicBezTo>
                    <a:pt x="130" y="213"/>
                    <a:pt x="127" y="215"/>
                    <a:pt x="120" y="216"/>
                  </a:cubicBezTo>
                  <a:cubicBezTo>
                    <a:pt x="113" y="217"/>
                    <a:pt x="108" y="217"/>
                    <a:pt x="107" y="221"/>
                  </a:cubicBezTo>
                  <a:cubicBezTo>
                    <a:pt x="105" y="226"/>
                    <a:pt x="102" y="226"/>
                    <a:pt x="92" y="226"/>
                  </a:cubicBezTo>
                  <a:cubicBezTo>
                    <a:pt x="87" y="226"/>
                    <a:pt x="81" y="225"/>
                    <a:pt x="77" y="223"/>
                  </a:cubicBezTo>
                  <a:cubicBezTo>
                    <a:pt x="77" y="224"/>
                    <a:pt x="77" y="224"/>
                    <a:pt x="77" y="224"/>
                  </a:cubicBezTo>
                  <a:cubicBezTo>
                    <a:pt x="72" y="229"/>
                    <a:pt x="59" y="229"/>
                    <a:pt x="57" y="242"/>
                  </a:cubicBezTo>
                  <a:cubicBezTo>
                    <a:pt x="55" y="255"/>
                    <a:pt x="49" y="263"/>
                    <a:pt x="44" y="273"/>
                  </a:cubicBezTo>
                  <a:cubicBezTo>
                    <a:pt x="39" y="283"/>
                    <a:pt x="31" y="288"/>
                    <a:pt x="29" y="295"/>
                  </a:cubicBezTo>
                  <a:cubicBezTo>
                    <a:pt x="27" y="301"/>
                    <a:pt x="22" y="303"/>
                    <a:pt x="14" y="305"/>
                  </a:cubicBezTo>
                  <a:cubicBezTo>
                    <a:pt x="6" y="308"/>
                    <a:pt x="0" y="317"/>
                    <a:pt x="9" y="322"/>
                  </a:cubicBezTo>
                  <a:cubicBezTo>
                    <a:pt x="19" y="327"/>
                    <a:pt x="17" y="335"/>
                    <a:pt x="17" y="344"/>
                  </a:cubicBezTo>
                  <a:cubicBezTo>
                    <a:pt x="17" y="353"/>
                    <a:pt x="15" y="369"/>
                    <a:pt x="17" y="378"/>
                  </a:cubicBezTo>
                  <a:cubicBezTo>
                    <a:pt x="19" y="387"/>
                    <a:pt x="13" y="399"/>
                    <a:pt x="23" y="405"/>
                  </a:cubicBezTo>
                  <a:cubicBezTo>
                    <a:pt x="33" y="411"/>
                    <a:pt x="48" y="435"/>
                    <a:pt x="47" y="447"/>
                  </a:cubicBezTo>
                  <a:cubicBezTo>
                    <a:pt x="47" y="459"/>
                    <a:pt x="57" y="473"/>
                    <a:pt x="62" y="477"/>
                  </a:cubicBezTo>
                  <a:cubicBezTo>
                    <a:pt x="67" y="481"/>
                    <a:pt x="81" y="503"/>
                    <a:pt x="90" y="505"/>
                  </a:cubicBezTo>
                  <a:cubicBezTo>
                    <a:pt x="99" y="508"/>
                    <a:pt x="111" y="517"/>
                    <a:pt x="111" y="522"/>
                  </a:cubicBezTo>
                  <a:cubicBezTo>
                    <a:pt x="111" y="527"/>
                    <a:pt x="109" y="541"/>
                    <a:pt x="112" y="544"/>
                  </a:cubicBezTo>
                  <a:cubicBezTo>
                    <a:pt x="114" y="546"/>
                    <a:pt x="112" y="554"/>
                    <a:pt x="117" y="562"/>
                  </a:cubicBezTo>
                  <a:cubicBezTo>
                    <a:pt x="117" y="562"/>
                    <a:pt x="117" y="562"/>
                    <a:pt x="117" y="562"/>
                  </a:cubicBezTo>
                  <a:cubicBezTo>
                    <a:pt x="118" y="559"/>
                    <a:pt x="119" y="556"/>
                    <a:pt x="120" y="553"/>
                  </a:cubicBezTo>
                  <a:cubicBezTo>
                    <a:pt x="120" y="553"/>
                    <a:pt x="120" y="553"/>
                    <a:pt x="120" y="553"/>
                  </a:cubicBezTo>
                  <a:cubicBezTo>
                    <a:pt x="121" y="552"/>
                    <a:pt x="121" y="551"/>
                    <a:pt x="122" y="551"/>
                  </a:cubicBezTo>
                  <a:cubicBezTo>
                    <a:pt x="122" y="550"/>
                    <a:pt x="122" y="550"/>
                    <a:pt x="122" y="550"/>
                  </a:cubicBezTo>
                  <a:cubicBezTo>
                    <a:pt x="123" y="549"/>
                    <a:pt x="123" y="549"/>
                    <a:pt x="123" y="549"/>
                  </a:cubicBezTo>
                  <a:cubicBezTo>
                    <a:pt x="123" y="548"/>
                    <a:pt x="124" y="548"/>
                    <a:pt x="124" y="548"/>
                  </a:cubicBezTo>
                  <a:cubicBezTo>
                    <a:pt x="125" y="547"/>
                    <a:pt x="125" y="547"/>
                    <a:pt x="125" y="547"/>
                  </a:cubicBezTo>
                  <a:cubicBezTo>
                    <a:pt x="126" y="546"/>
                    <a:pt x="126" y="546"/>
                    <a:pt x="126" y="546"/>
                  </a:cubicBezTo>
                  <a:cubicBezTo>
                    <a:pt x="127" y="545"/>
                    <a:pt x="127" y="545"/>
                    <a:pt x="127" y="545"/>
                  </a:cubicBezTo>
                  <a:cubicBezTo>
                    <a:pt x="128" y="545"/>
                    <a:pt x="128" y="545"/>
                    <a:pt x="128" y="545"/>
                  </a:cubicBezTo>
                  <a:cubicBezTo>
                    <a:pt x="129" y="544"/>
                    <a:pt x="130" y="544"/>
                    <a:pt x="131" y="543"/>
                  </a:cubicBezTo>
                  <a:cubicBezTo>
                    <a:pt x="144" y="538"/>
                    <a:pt x="137" y="531"/>
                    <a:pt x="141" y="517"/>
                  </a:cubicBezTo>
                  <a:cubicBezTo>
                    <a:pt x="145" y="502"/>
                    <a:pt x="135" y="474"/>
                    <a:pt x="165" y="475"/>
                  </a:cubicBezTo>
                  <a:cubicBezTo>
                    <a:pt x="196" y="477"/>
                    <a:pt x="196" y="465"/>
                    <a:pt x="212" y="471"/>
                  </a:cubicBezTo>
                  <a:cubicBezTo>
                    <a:pt x="228" y="478"/>
                    <a:pt x="256" y="483"/>
                    <a:pt x="265" y="483"/>
                  </a:cubicBezTo>
                  <a:cubicBezTo>
                    <a:pt x="266" y="483"/>
                    <a:pt x="266" y="483"/>
                    <a:pt x="267" y="483"/>
                  </a:cubicBezTo>
                  <a:cubicBezTo>
                    <a:pt x="269" y="483"/>
                    <a:pt x="270" y="482"/>
                    <a:pt x="271" y="481"/>
                  </a:cubicBezTo>
                  <a:cubicBezTo>
                    <a:pt x="272" y="481"/>
                    <a:pt x="272" y="480"/>
                    <a:pt x="272" y="479"/>
                  </a:cubicBezTo>
                  <a:cubicBezTo>
                    <a:pt x="273" y="479"/>
                    <a:pt x="273" y="479"/>
                    <a:pt x="273" y="479"/>
                  </a:cubicBezTo>
                  <a:cubicBezTo>
                    <a:pt x="274" y="477"/>
                    <a:pt x="274" y="476"/>
                    <a:pt x="275" y="474"/>
                  </a:cubicBezTo>
                  <a:cubicBezTo>
                    <a:pt x="275" y="474"/>
                    <a:pt x="275" y="474"/>
                    <a:pt x="275" y="473"/>
                  </a:cubicBezTo>
                  <a:cubicBezTo>
                    <a:pt x="275" y="471"/>
                    <a:pt x="276" y="469"/>
                    <a:pt x="276" y="467"/>
                  </a:cubicBezTo>
                  <a:cubicBezTo>
                    <a:pt x="276" y="467"/>
                    <a:pt x="276" y="467"/>
                    <a:pt x="276" y="466"/>
                  </a:cubicBezTo>
                  <a:cubicBezTo>
                    <a:pt x="276" y="464"/>
                    <a:pt x="276" y="461"/>
                    <a:pt x="275" y="459"/>
                  </a:cubicBezTo>
                  <a:cubicBezTo>
                    <a:pt x="275" y="458"/>
                    <a:pt x="275" y="458"/>
                    <a:pt x="275" y="458"/>
                  </a:cubicBezTo>
                  <a:cubicBezTo>
                    <a:pt x="275" y="457"/>
                    <a:pt x="275" y="455"/>
                    <a:pt x="275" y="454"/>
                  </a:cubicBezTo>
                  <a:cubicBezTo>
                    <a:pt x="272" y="438"/>
                    <a:pt x="255" y="430"/>
                    <a:pt x="281" y="417"/>
                  </a:cubicBezTo>
                  <a:cubicBezTo>
                    <a:pt x="308" y="403"/>
                    <a:pt x="299" y="405"/>
                    <a:pt x="308" y="390"/>
                  </a:cubicBezTo>
                  <a:cubicBezTo>
                    <a:pt x="317" y="375"/>
                    <a:pt x="345" y="369"/>
                    <a:pt x="360" y="382"/>
                  </a:cubicBezTo>
                  <a:cubicBezTo>
                    <a:pt x="375" y="395"/>
                    <a:pt x="383" y="401"/>
                    <a:pt x="387" y="413"/>
                  </a:cubicBezTo>
                  <a:cubicBezTo>
                    <a:pt x="391" y="425"/>
                    <a:pt x="397" y="427"/>
                    <a:pt x="412" y="427"/>
                  </a:cubicBezTo>
                  <a:cubicBezTo>
                    <a:pt x="427" y="427"/>
                    <a:pt x="427" y="433"/>
                    <a:pt x="448" y="435"/>
                  </a:cubicBezTo>
                  <a:cubicBezTo>
                    <a:pt x="469" y="438"/>
                    <a:pt x="468" y="430"/>
                    <a:pt x="488" y="439"/>
                  </a:cubicBezTo>
                  <a:cubicBezTo>
                    <a:pt x="508" y="449"/>
                    <a:pt x="525" y="446"/>
                    <a:pt x="527" y="429"/>
                  </a:cubicBezTo>
                  <a:cubicBezTo>
                    <a:pt x="528" y="411"/>
                    <a:pt x="544" y="393"/>
                    <a:pt x="559" y="401"/>
                  </a:cubicBezTo>
                  <a:cubicBezTo>
                    <a:pt x="573" y="409"/>
                    <a:pt x="576" y="417"/>
                    <a:pt x="592" y="406"/>
                  </a:cubicBezTo>
                  <a:cubicBezTo>
                    <a:pt x="608" y="395"/>
                    <a:pt x="603" y="391"/>
                    <a:pt x="619" y="390"/>
                  </a:cubicBezTo>
                  <a:cubicBezTo>
                    <a:pt x="635" y="389"/>
                    <a:pt x="629" y="377"/>
                    <a:pt x="641" y="378"/>
                  </a:cubicBezTo>
                  <a:cubicBezTo>
                    <a:pt x="653" y="379"/>
                    <a:pt x="659" y="387"/>
                    <a:pt x="663" y="393"/>
                  </a:cubicBezTo>
                  <a:cubicBezTo>
                    <a:pt x="667" y="398"/>
                    <a:pt x="680" y="395"/>
                    <a:pt x="687" y="387"/>
                  </a:cubicBezTo>
                  <a:cubicBezTo>
                    <a:pt x="693" y="379"/>
                    <a:pt x="703" y="383"/>
                    <a:pt x="703" y="373"/>
                  </a:cubicBezTo>
                  <a:cubicBezTo>
                    <a:pt x="703" y="362"/>
                    <a:pt x="720" y="361"/>
                    <a:pt x="724" y="365"/>
                  </a:cubicBezTo>
                  <a:cubicBezTo>
                    <a:pt x="728" y="369"/>
                    <a:pt x="723" y="369"/>
                    <a:pt x="741" y="373"/>
                  </a:cubicBezTo>
                  <a:cubicBezTo>
                    <a:pt x="760" y="377"/>
                    <a:pt x="756" y="386"/>
                    <a:pt x="772" y="385"/>
                  </a:cubicBezTo>
                  <a:cubicBezTo>
                    <a:pt x="788" y="383"/>
                    <a:pt x="799" y="389"/>
                    <a:pt x="807" y="377"/>
                  </a:cubicBezTo>
                  <a:cubicBezTo>
                    <a:pt x="807" y="376"/>
                    <a:pt x="808" y="375"/>
                    <a:pt x="808" y="374"/>
                  </a:cubicBezTo>
                  <a:cubicBezTo>
                    <a:pt x="809" y="374"/>
                    <a:pt x="809" y="374"/>
                    <a:pt x="809" y="374"/>
                  </a:cubicBezTo>
                  <a:cubicBezTo>
                    <a:pt x="809" y="373"/>
                    <a:pt x="810" y="373"/>
                    <a:pt x="810" y="373"/>
                  </a:cubicBezTo>
                  <a:cubicBezTo>
                    <a:pt x="810" y="372"/>
                    <a:pt x="811" y="372"/>
                    <a:pt x="811" y="372"/>
                  </a:cubicBezTo>
                  <a:cubicBezTo>
                    <a:pt x="812" y="371"/>
                    <a:pt x="812" y="371"/>
                    <a:pt x="812" y="371"/>
                  </a:cubicBezTo>
                  <a:cubicBezTo>
                    <a:pt x="812" y="371"/>
                    <a:pt x="812" y="371"/>
                    <a:pt x="813" y="371"/>
                  </a:cubicBezTo>
                  <a:cubicBezTo>
                    <a:pt x="814" y="370"/>
                    <a:pt x="814" y="370"/>
                    <a:pt x="814" y="370"/>
                  </a:cubicBezTo>
                  <a:cubicBezTo>
                    <a:pt x="814" y="370"/>
                    <a:pt x="814" y="370"/>
                    <a:pt x="815" y="370"/>
                  </a:cubicBezTo>
                  <a:cubicBezTo>
                    <a:pt x="816" y="369"/>
                    <a:pt x="816" y="369"/>
                    <a:pt x="816" y="369"/>
                  </a:cubicBezTo>
                  <a:cubicBezTo>
                    <a:pt x="816" y="369"/>
                    <a:pt x="816" y="369"/>
                    <a:pt x="817" y="369"/>
                  </a:cubicBezTo>
                  <a:cubicBezTo>
                    <a:pt x="818" y="369"/>
                    <a:pt x="818" y="369"/>
                    <a:pt x="818" y="369"/>
                  </a:cubicBezTo>
                  <a:cubicBezTo>
                    <a:pt x="818" y="369"/>
                    <a:pt x="818" y="369"/>
                    <a:pt x="819" y="369"/>
                  </a:cubicBezTo>
                  <a:cubicBezTo>
                    <a:pt x="820" y="369"/>
                    <a:pt x="820" y="369"/>
                    <a:pt x="820" y="369"/>
                  </a:cubicBezTo>
                  <a:cubicBezTo>
                    <a:pt x="820" y="369"/>
                    <a:pt x="820" y="369"/>
                    <a:pt x="821" y="369"/>
                  </a:cubicBezTo>
                  <a:cubicBezTo>
                    <a:pt x="822" y="369"/>
                    <a:pt x="822" y="369"/>
                    <a:pt x="822" y="369"/>
                  </a:cubicBezTo>
                  <a:cubicBezTo>
                    <a:pt x="825" y="347"/>
                    <a:pt x="813" y="343"/>
                    <a:pt x="810" y="337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48" name="Freeform 147">
              <a:extLst>
                <a:ext uri="{FF2B5EF4-FFF2-40B4-BE49-F238E27FC236}">
                  <a16:creationId xmlns:a16="http://schemas.microsoft.com/office/drawing/2014/main" id="{131A679B-8B26-C54A-90E1-A278951B4CF1}"/>
                </a:ext>
              </a:extLst>
            </p:cNvPr>
            <p:cNvSpPr>
              <a:spLocks/>
            </p:cNvSpPr>
            <p:nvPr/>
          </p:nvSpPr>
          <p:spPr bwMode="auto">
            <a:xfrm>
              <a:off x="4371975" y="1268413"/>
              <a:ext cx="612775" cy="968375"/>
            </a:xfrm>
            <a:custGeom>
              <a:avLst/>
              <a:gdLst>
                <a:gd name="T0" fmla="*/ 183 w 676"/>
                <a:gd name="T1" fmla="*/ 1047 h 1065"/>
                <a:gd name="T2" fmla="*/ 216 w 676"/>
                <a:gd name="T3" fmla="*/ 1050 h 1065"/>
                <a:gd name="T4" fmla="*/ 279 w 676"/>
                <a:gd name="T5" fmla="*/ 1023 h 1065"/>
                <a:gd name="T6" fmla="*/ 366 w 676"/>
                <a:gd name="T7" fmla="*/ 981 h 1065"/>
                <a:gd name="T8" fmla="*/ 378 w 676"/>
                <a:gd name="T9" fmla="*/ 955 h 1065"/>
                <a:gd name="T10" fmla="*/ 491 w 676"/>
                <a:gd name="T11" fmla="*/ 912 h 1065"/>
                <a:gd name="T12" fmla="*/ 577 w 676"/>
                <a:gd name="T13" fmla="*/ 832 h 1065"/>
                <a:gd name="T14" fmla="*/ 610 w 676"/>
                <a:gd name="T15" fmla="*/ 823 h 1065"/>
                <a:gd name="T16" fmla="*/ 612 w 676"/>
                <a:gd name="T17" fmla="*/ 817 h 1065"/>
                <a:gd name="T18" fmla="*/ 577 w 676"/>
                <a:gd name="T19" fmla="*/ 732 h 1065"/>
                <a:gd name="T20" fmla="*/ 556 w 676"/>
                <a:gd name="T21" fmla="*/ 688 h 1065"/>
                <a:gd name="T22" fmla="*/ 579 w 676"/>
                <a:gd name="T23" fmla="*/ 632 h 1065"/>
                <a:gd name="T24" fmla="*/ 594 w 676"/>
                <a:gd name="T25" fmla="*/ 581 h 1065"/>
                <a:gd name="T26" fmla="*/ 622 w 676"/>
                <a:gd name="T27" fmla="*/ 530 h 1065"/>
                <a:gd name="T28" fmla="*/ 676 w 676"/>
                <a:gd name="T29" fmla="*/ 269 h 1065"/>
                <a:gd name="T30" fmla="*/ 123 w 676"/>
                <a:gd name="T31" fmla="*/ 27 h 1065"/>
                <a:gd name="T32" fmla="*/ 119 w 676"/>
                <a:gd name="T33" fmla="*/ 29 h 1065"/>
                <a:gd name="T34" fmla="*/ 115 w 676"/>
                <a:gd name="T35" fmla="*/ 31 h 1065"/>
                <a:gd name="T36" fmla="*/ 112 w 676"/>
                <a:gd name="T37" fmla="*/ 33 h 1065"/>
                <a:gd name="T38" fmla="*/ 110 w 676"/>
                <a:gd name="T39" fmla="*/ 36 h 1065"/>
                <a:gd name="T40" fmla="*/ 110 w 676"/>
                <a:gd name="T41" fmla="*/ 59 h 1065"/>
                <a:gd name="T42" fmla="*/ 131 w 676"/>
                <a:gd name="T43" fmla="*/ 151 h 1065"/>
                <a:gd name="T44" fmla="*/ 166 w 676"/>
                <a:gd name="T45" fmla="*/ 222 h 1065"/>
                <a:gd name="T46" fmla="*/ 144 w 676"/>
                <a:gd name="T47" fmla="*/ 362 h 1065"/>
                <a:gd name="T48" fmla="*/ 38 w 676"/>
                <a:gd name="T49" fmla="*/ 559 h 1065"/>
                <a:gd name="T50" fmla="*/ 14 w 676"/>
                <a:gd name="T51" fmla="*/ 635 h 1065"/>
                <a:gd name="T52" fmla="*/ 13 w 676"/>
                <a:gd name="T53" fmla="*/ 642 h 1065"/>
                <a:gd name="T54" fmla="*/ 11 w 676"/>
                <a:gd name="T55" fmla="*/ 646 h 1065"/>
                <a:gd name="T56" fmla="*/ 42 w 676"/>
                <a:gd name="T57" fmla="*/ 684 h 1065"/>
                <a:gd name="T58" fmla="*/ 44 w 676"/>
                <a:gd name="T59" fmla="*/ 688 h 1065"/>
                <a:gd name="T60" fmla="*/ 45 w 676"/>
                <a:gd name="T61" fmla="*/ 692 h 1065"/>
                <a:gd name="T62" fmla="*/ 92 w 676"/>
                <a:gd name="T63" fmla="*/ 726 h 1065"/>
                <a:gd name="T64" fmla="*/ 112 w 676"/>
                <a:gd name="T65" fmla="*/ 785 h 1065"/>
                <a:gd name="T66" fmla="*/ 118 w 676"/>
                <a:gd name="T67" fmla="*/ 865 h 1065"/>
                <a:gd name="T68" fmla="*/ 143 w 676"/>
                <a:gd name="T69" fmla="*/ 900 h 1065"/>
                <a:gd name="T70" fmla="*/ 46 w 676"/>
                <a:gd name="T71" fmla="*/ 926 h 1065"/>
                <a:gd name="T72" fmla="*/ 126 w 676"/>
                <a:gd name="T73" fmla="*/ 1006 h 1065"/>
                <a:gd name="T74" fmla="*/ 136 w 676"/>
                <a:gd name="T75" fmla="*/ 1029 h 1065"/>
                <a:gd name="T76" fmla="*/ 137 w 676"/>
                <a:gd name="T77" fmla="*/ 1031 h 1065"/>
                <a:gd name="T78" fmla="*/ 138 w 676"/>
                <a:gd name="T79" fmla="*/ 1034 h 1065"/>
                <a:gd name="T80" fmla="*/ 139 w 676"/>
                <a:gd name="T81" fmla="*/ 1036 h 1065"/>
                <a:gd name="T82" fmla="*/ 140 w 676"/>
                <a:gd name="T83" fmla="*/ 1040 h 1065"/>
                <a:gd name="T84" fmla="*/ 141 w 676"/>
                <a:gd name="T85" fmla="*/ 1042 h 1065"/>
                <a:gd name="T86" fmla="*/ 141 w 676"/>
                <a:gd name="T87" fmla="*/ 1046 h 1065"/>
                <a:gd name="T88" fmla="*/ 141 w 676"/>
                <a:gd name="T89" fmla="*/ 1048 h 1065"/>
                <a:gd name="T90" fmla="*/ 141 w 676"/>
                <a:gd name="T91" fmla="*/ 1051 h 1065"/>
                <a:gd name="T92" fmla="*/ 141 w 676"/>
                <a:gd name="T93" fmla="*/ 1053 h 1065"/>
                <a:gd name="T94" fmla="*/ 155 w 676"/>
                <a:gd name="T95" fmla="*/ 1057 h 10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676" h="1065">
                  <a:moveTo>
                    <a:pt x="155" y="1057"/>
                  </a:moveTo>
                  <a:cubicBezTo>
                    <a:pt x="165" y="1057"/>
                    <a:pt x="168" y="1057"/>
                    <a:pt x="170" y="1052"/>
                  </a:cubicBezTo>
                  <a:cubicBezTo>
                    <a:pt x="171" y="1048"/>
                    <a:pt x="176" y="1048"/>
                    <a:pt x="183" y="1047"/>
                  </a:cubicBezTo>
                  <a:cubicBezTo>
                    <a:pt x="190" y="1046"/>
                    <a:pt x="193" y="1044"/>
                    <a:pt x="197" y="1038"/>
                  </a:cubicBezTo>
                  <a:cubicBezTo>
                    <a:pt x="202" y="1032"/>
                    <a:pt x="213" y="1026"/>
                    <a:pt x="213" y="1035"/>
                  </a:cubicBezTo>
                  <a:cubicBezTo>
                    <a:pt x="213" y="1043"/>
                    <a:pt x="210" y="1049"/>
                    <a:pt x="216" y="1050"/>
                  </a:cubicBezTo>
                  <a:cubicBezTo>
                    <a:pt x="223" y="1051"/>
                    <a:pt x="227" y="1065"/>
                    <a:pt x="234" y="1051"/>
                  </a:cubicBezTo>
                  <a:cubicBezTo>
                    <a:pt x="241" y="1037"/>
                    <a:pt x="243" y="1031"/>
                    <a:pt x="254" y="1030"/>
                  </a:cubicBezTo>
                  <a:cubicBezTo>
                    <a:pt x="265" y="1030"/>
                    <a:pt x="264" y="1023"/>
                    <a:pt x="279" y="1023"/>
                  </a:cubicBezTo>
                  <a:cubicBezTo>
                    <a:pt x="295" y="1023"/>
                    <a:pt x="322" y="1027"/>
                    <a:pt x="331" y="1017"/>
                  </a:cubicBezTo>
                  <a:cubicBezTo>
                    <a:pt x="341" y="1007"/>
                    <a:pt x="349" y="998"/>
                    <a:pt x="357" y="992"/>
                  </a:cubicBezTo>
                  <a:cubicBezTo>
                    <a:pt x="365" y="986"/>
                    <a:pt x="368" y="986"/>
                    <a:pt x="366" y="981"/>
                  </a:cubicBezTo>
                  <a:cubicBezTo>
                    <a:pt x="365" y="976"/>
                    <a:pt x="363" y="974"/>
                    <a:pt x="354" y="971"/>
                  </a:cubicBezTo>
                  <a:cubicBezTo>
                    <a:pt x="346" y="967"/>
                    <a:pt x="351" y="963"/>
                    <a:pt x="359" y="961"/>
                  </a:cubicBezTo>
                  <a:cubicBezTo>
                    <a:pt x="368" y="959"/>
                    <a:pt x="364" y="954"/>
                    <a:pt x="378" y="955"/>
                  </a:cubicBezTo>
                  <a:cubicBezTo>
                    <a:pt x="392" y="956"/>
                    <a:pt x="416" y="959"/>
                    <a:pt x="423" y="954"/>
                  </a:cubicBezTo>
                  <a:cubicBezTo>
                    <a:pt x="430" y="950"/>
                    <a:pt x="442" y="954"/>
                    <a:pt x="456" y="943"/>
                  </a:cubicBezTo>
                  <a:cubicBezTo>
                    <a:pt x="471" y="933"/>
                    <a:pt x="479" y="925"/>
                    <a:pt x="491" y="912"/>
                  </a:cubicBezTo>
                  <a:cubicBezTo>
                    <a:pt x="502" y="899"/>
                    <a:pt x="512" y="891"/>
                    <a:pt x="523" y="884"/>
                  </a:cubicBezTo>
                  <a:cubicBezTo>
                    <a:pt x="535" y="877"/>
                    <a:pt x="535" y="852"/>
                    <a:pt x="549" y="846"/>
                  </a:cubicBezTo>
                  <a:cubicBezTo>
                    <a:pt x="563" y="840"/>
                    <a:pt x="566" y="832"/>
                    <a:pt x="577" y="832"/>
                  </a:cubicBezTo>
                  <a:cubicBezTo>
                    <a:pt x="584" y="832"/>
                    <a:pt x="598" y="831"/>
                    <a:pt x="608" y="831"/>
                  </a:cubicBezTo>
                  <a:cubicBezTo>
                    <a:pt x="608" y="828"/>
                    <a:pt x="609" y="825"/>
                    <a:pt x="610" y="823"/>
                  </a:cubicBezTo>
                  <a:cubicBezTo>
                    <a:pt x="610" y="823"/>
                    <a:pt x="610" y="823"/>
                    <a:pt x="610" y="823"/>
                  </a:cubicBezTo>
                  <a:cubicBezTo>
                    <a:pt x="610" y="822"/>
                    <a:pt x="610" y="821"/>
                    <a:pt x="611" y="820"/>
                  </a:cubicBezTo>
                  <a:cubicBezTo>
                    <a:pt x="611" y="820"/>
                    <a:pt x="611" y="820"/>
                    <a:pt x="611" y="819"/>
                  </a:cubicBezTo>
                  <a:cubicBezTo>
                    <a:pt x="611" y="819"/>
                    <a:pt x="612" y="818"/>
                    <a:pt x="612" y="817"/>
                  </a:cubicBezTo>
                  <a:cubicBezTo>
                    <a:pt x="615" y="810"/>
                    <a:pt x="604" y="802"/>
                    <a:pt x="592" y="797"/>
                  </a:cubicBezTo>
                  <a:cubicBezTo>
                    <a:pt x="580" y="792"/>
                    <a:pt x="583" y="768"/>
                    <a:pt x="581" y="756"/>
                  </a:cubicBezTo>
                  <a:cubicBezTo>
                    <a:pt x="579" y="744"/>
                    <a:pt x="575" y="740"/>
                    <a:pt x="577" y="732"/>
                  </a:cubicBezTo>
                  <a:cubicBezTo>
                    <a:pt x="579" y="724"/>
                    <a:pt x="563" y="722"/>
                    <a:pt x="552" y="722"/>
                  </a:cubicBezTo>
                  <a:cubicBezTo>
                    <a:pt x="541" y="722"/>
                    <a:pt x="543" y="713"/>
                    <a:pt x="543" y="706"/>
                  </a:cubicBezTo>
                  <a:cubicBezTo>
                    <a:pt x="543" y="699"/>
                    <a:pt x="545" y="693"/>
                    <a:pt x="556" y="688"/>
                  </a:cubicBezTo>
                  <a:cubicBezTo>
                    <a:pt x="567" y="683"/>
                    <a:pt x="566" y="669"/>
                    <a:pt x="560" y="666"/>
                  </a:cubicBezTo>
                  <a:cubicBezTo>
                    <a:pt x="554" y="663"/>
                    <a:pt x="559" y="661"/>
                    <a:pt x="559" y="648"/>
                  </a:cubicBezTo>
                  <a:cubicBezTo>
                    <a:pt x="559" y="635"/>
                    <a:pt x="566" y="636"/>
                    <a:pt x="579" y="632"/>
                  </a:cubicBezTo>
                  <a:cubicBezTo>
                    <a:pt x="592" y="628"/>
                    <a:pt x="577" y="613"/>
                    <a:pt x="577" y="606"/>
                  </a:cubicBezTo>
                  <a:cubicBezTo>
                    <a:pt x="577" y="599"/>
                    <a:pt x="579" y="594"/>
                    <a:pt x="588" y="594"/>
                  </a:cubicBezTo>
                  <a:cubicBezTo>
                    <a:pt x="597" y="594"/>
                    <a:pt x="594" y="588"/>
                    <a:pt x="594" y="581"/>
                  </a:cubicBezTo>
                  <a:cubicBezTo>
                    <a:pt x="594" y="574"/>
                    <a:pt x="597" y="569"/>
                    <a:pt x="607" y="566"/>
                  </a:cubicBezTo>
                  <a:cubicBezTo>
                    <a:pt x="617" y="563"/>
                    <a:pt x="615" y="554"/>
                    <a:pt x="609" y="545"/>
                  </a:cubicBezTo>
                  <a:cubicBezTo>
                    <a:pt x="603" y="536"/>
                    <a:pt x="610" y="530"/>
                    <a:pt x="622" y="530"/>
                  </a:cubicBezTo>
                  <a:cubicBezTo>
                    <a:pt x="634" y="530"/>
                    <a:pt x="639" y="530"/>
                    <a:pt x="646" y="522"/>
                  </a:cubicBezTo>
                  <a:cubicBezTo>
                    <a:pt x="653" y="514"/>
                    <a:pt x="676" y="522"/>
                    <a:pt x="676" y="522"/>
                  </a:cubicBezTo>
                  <a:cubicBezTo>
                    <a:pt x="676" y="269"/>
                    <a:pt x="676" y="269"/>
                    <a:pt x="676" y="269"/>
                  </a:cubicBezTo>
                  <a:cubicBezTo>
                    <a:pt x="605" y="232"/>
                    <a:pt x="212" y="30"/>
                    <a:pt x="187" y="16"/>
                  </a:cubicBezTo>
                  <a:cubicBezTo>
                    <a:pt x="159" y="0"/>
                    <a:pt x="148" y="17"/>
                    <a:pt x="127" y="25"/>
                  </a:cubicBezTo>
                  <a:cubicBezTo>
                    <a:pt x="126" y="25"/>
                    <a:pt x="124" y="26"/>
                    <a:pt x="123" y="27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2" y="27"/>
                    <a:pt x="121" y="28"/>
                    <a:pt x="120" y="28"/>
                  </a:cubicBezTo>
                  <a:cubicBezTo>
                    <a:pt x="120" y="28"/>
                    <a:pt x="120" y="28"/>
                    <a:pt x="119" y="29"/>
                  </a:cubicBezTo>
                  <a:cubicBezTo>
                    <a:pt x="119" y="29"/>
                    <a:pt x="118" y="29"/>
                    <a:pt x="118" y="30"/>
                  </a:cubicBezTo>
                  <a:cubicBezTo>
                    <a:pt x="117" y="30"/>
                    <a:pt x="117" y="30"/>
                    <a:pt x="117" y="30"/>
                  </a:cubicBezTo>
                  <a:cubicBezTo>
                    <a:pt x="116" y="30"/>
                    <a:pt x="116" y="31"/>
                    <a:pt x="115" y="31"/>
                  </a:cubicBezTo>
                  <a:cubicBezTo>
                    <a:pt x="115" y="31"/>
                    <a:pt x="115" y="32"/>
                    <a:pt x="114" y="32"/>
                  </a:cubicBezTo>
                  <a:cubicBezTo>
                    <a:pt x="114" y="32"/>
                    <a:pt x="114" y="32"/>
                    <a:pt x="113" y="33"/>
                  </a:cubicBezTo>
                  <a:cubicBezTo>
                    <a:pt x="113" y="33"/>
                    <a:pt x="113" y="33"/>
                    <a:pt x="112" y="33"/>
                  </a:cubicBezTo>
                  <a:cubicBezTo>
                    <a:pt x="112" y="34"/>
                    <a:pt x="112" y="34"/>
                    <a:pt x="111" y="34"/>
                  </a:cubicBezTo>
                  <a:cubicBezTo>
                    <a:pt x="111" y="35"/>
                    <a:pt x="111" y="35"/>
                    <a:pt x="111" y="35"/>
                  </a:cubicBezTo>
                  <a:cubicBezTo>
                    <a:pt x="110" y="35"/>
                    <a:pt x="110" y="36"/>
                    <a:pt x="110" y="36"/>
                  </a:cubicBezTo>
                  <a:cubicBezTo>
                    <a:pt x="109" y="36"/>
                    <a:pt x="109" y="37"/>
                    <a:pt x="109" y="37"/>
                  </a:cubicBezTo>
                  <a:cubicBezTo>
                    <a:pt x="108" y="37"/>
                    <a:pt x="108" y="37"/>
                    <a:pt x="108" y="37"/>
                  </a:cubicBezTo>
                  <a:cubicBezTo>
                    <a:pt x="109" y="44"/>
                    <a:pt x="110" y="53"/>
                    <a:pt x="110" y="59"/>
                  </a:cubicBezTo>
                  <a:cubicBezTo>
                    <a:pt x="110" y="70"/>
                    <a:pt x="110" y="84"/>
                    <a:pt x="116" y="94"/>
                  </a:cubicBezTo>
                  <a:cubicBezTo>
                    <a:pt x="121" y="104"/>
                    <a:pt x="116" y="114"/>
                    <a:pt x="117" y="125"/>
                  </a:cubicBezTo>
                  <a:cubicBezTo>
                    <a:pt x="118" y="135"/>
                    <a:pt x="125" y="145"/>
                    <a:pt x="131" y="151"/>
                  </a:cubicBezTo>
                  <a:cubicBezTo>
                    <a:pt x="136" y="158"/>
                    <a:pt x="142" y="172"/>
                    <a:pt x="142" y="184"/>
                  </a:cubicBezTo>
                  <a:cubicBezTo>
                    <a:pt x="142" y="196"/>
                    <a:pt x="149" y="197"/>
                    <a:pt x="159" y="202"/>
                  </a:cubicBezTo>
                  <a:cubicBezTo>
                    <a:pt x="168" y="207"/>
                    <a:pt x="166" y="213"/>
                    <a:pt x="166" y="222"/>
                  </a:cubicBezTo>
                  <a:cubicBezTo>
                    <a:pt x="167" y="232"/>
                    <a:pt x="159" y="237"/>
                    <a:pt x="154" y="244"/>
                  </a:cubicBezTo>
                  <a:cubicBezTo>
                    <a:pt x="149" y="251"/>
                    <a:pt x="149" y="264"/>
                    <a:pt x="147" y="276"/>
                  </a:cubicBezTo>
                  <a:cubicBezTo>
                    <a:pt x="145" y="287"/>
                    <a:pt x="144" y="345"/>
                    <a:pt x="144" y="362"/>
                  </a:cubicBezTo>
                  <a:cubicBezTo>
                    <a:pt x="144" y="380"/>
                    <a:pt x="137" y="398"/>
                    <a:pt x="137" y="418"/>
                  </a:cubicBezTo>
                  <a:cubicBezTo>
                    <a:pt x="137" y="437"/>
                    <a:pt x="137" y="451"/>
                    <a:pt x="120" y="464"/>
                  </a:cubicBezTo>
                  <a:cubicBezTo>
                    <a:pt x="103" y="477"/>
                    <a:pt x="46" y="549"/>
                    <a:pt x="38" y="559"/>
                  </a:cubicBezTo>
                  <a:cubicBezTo>
                    <a:pt x="30" y="570"/>
                    <a:pt x="19" y="595"/>
                    <a:pt x="10" y="599"/>
                  </a:cubicBezTo>
                  <a:cubicBezTo>
                    <a:pt x="0" y="604"/>
                    <a:pt x="8" y="608"/>
                    <a:pt x="12" y="614"/>
                  </a:cubicBezTo>
                  <a:cubicBezTo>
                    <a:pt x="16" y="619"/>
                    <a:pt x="14" y="624"/>
                    <a:pt x="14" y="635"/>
                  </a:cubicBezTo>
                  <a:cubicBezTo>
                    <a:pt x="14" y="636"/>
                    <a:pt x="13" y="638"/>
                    <a:pt x="13" y="639"/>
                  </a:cubicBezTo>
                  <a:cubicBezTo>
                    <a:pt x="13" y="639"/>
                    <a:pt x="13" y="639"/>
                    <a:pt x="13" y="640"/>
                  </a:cubicBezTo>
                  <a:cubicBezTo>
                    <a:pt x="13" y="641"/>
                    <a:pt x="13" y="642"/>
                    <a:pt x="13" y="642"/>
                  </a:cubicBezTo>
                  <a:cubicBezTo>
                    <a:pt x="13" y="643"/>
                    <a:pt x="12" y="643"/>
                    <a:pt x="12" y="643"/>
                  </a:cubicBezTo>
                  <a:cubicBezTo>
                    <a:pt x="12" y="644"/>
                    <a:pt x="12" y="645"/>
                    <a:pt x="11" y="646"/>
                  </a:cubicBezTo>
                  <a:cubicBezTo>
                    <a:pt x="11" y="646"/>
                    <a:pt x="11" y="646"/>
                    <a:pt x="11" y="646"/>
                  </a:cubicBezTo>
                  <a:cubicBezTo>
                    <a:pt x="11" y="647"/>
                    <a:pt x="10" y="647"/>
                    <a:pt x="10" y="648"/>
                  </a:cubicBezTo>
                  <a:cubicBezTo>
                    <a:pt x="18" y="657"/>
                    <a:pt x="34" y="674"/>
                    <a:pt x="40" y="681"/>
                  </a:cubicBezTo>
                  <a:cubicBezTo>
                    <a:pt x="40" y="681"/>
                    <a:pt x="41" y="682"/>
                    <a:pt x="42" y="684"/>
                  </a:cubicBezTo>
                  <a:cubicBezTo>
                    <a:pt x="42" y="684"/>
                    <a:pt x="42" y="684"/>
                    <a:pt x="43" y="685"/>
                  </a:cubicBezTo>
                  <a:cubicBezTo>
                    <a:pt x="43" y="685"/>
                    <a:pt x="43" y="686"/>
                    <a:pt x="43" y="687"/>
                  </a:cubicBezTo>
                  <a:cubicBezTo>
                    <a:pt x="44" y="687"/>
                    <a:pt x="44" y="688"/>
                    <a:pt x="44" y="688"/>
                  </a:cubicBezTo>
                  <a:cubicBezTo>
                    <a:pt x="44" y="689"/>
                    <a:pt x="45" y="689"/>
                    <a:pt x="45" y="690"/>
                  </a:cubicBezTo>
                  <a:cubicBezTo>
                    <a:pt x="45" y="690"/>
                    <a:pt x="45" y="691"/>
                    <a:pt x="45" y="692"/>
                  </a:cubicBezTo>
                  <a:cubicBezTo>
                    <a:pt x="45" y="692"/>
                    <a:pt x="45" y="692"/>
                    <a:pt x="45" y="692"/>
                  </a:cubicBezTo>
                  <a:cubicBezTo>
                    <a:pt x="54" y="692"/>
                    <a:pt x="67" y="692"/>
                    <a:pt x="68" y="698"/>
                  </a:cubicBezTo>
                  <a:cubicBezTo>
                    <a:pt x="70" y="706"/>
                    <a:pt x="74" y="708"/>
                    <a:pt x="82" y="712"/>
                  </a:cubicBezTo>
                  <a:cubicBezTo>
                    <a:pt x="91" y="716"/>
                    <a:pt x="86" y="721"/>
                    <a:pt x="92" y="726"/>
                  </a:cubicBezTo>
                  <a:cubicBezTo>
                    <a:pt x="98" y="730"/>
                    <a:pt x="100" y="737"/>
                    <a:pt x="100" y="744"/>
                  </a:cubicBezTo>
                  <a:cubicBezTo>
                    <a:pt x="100" y="750"/>
                    <a:pt x="102" y="755"/>
                    <a:pt x="106" y="759"/>
                  </a:cubicBezTo>
                  <a:cubicBezTo>
                    <a:pt x="111" y="763"/>
                    <a:pt x="112" y="775"/>
                    <a:pt x="112" y="785"/>
                  </a:cubicBezTo>
                  <a:cubicBezTo>
                    <a:pt x="112" y="795"/>
                    <a:pt x="114" y="811"/>
                    <a:pt x="109" y="817"/>
                  </a:cubicBezTo>
                  <a:cubicBezTo>
                    <a:pt x="104" y="823"/>
                    <a:pt x="102" y="834"/>
                    <a:pt x="107" y="842"/>
                  </a:cubicBezTo>
                  <a:cubicBezTo>
                    <a:pt x="112" y="850"/>
                    <a:pt x="110" y="860"/>
                    <a:pt x="118" y="865"/>
                  </a:cubicBezTo>
                  <a:cubicBezTo>
                    <a:pt x="126" y="870"/>
                    <a:pt x="126" y="874"/>
                    <a:pt x="129" y="878"/>
                  </a:cubicBezTo>
                  <a:cubicBezTo>
                    <a:pt x="132" y="883"/>
                    <a:pt x="141" y="885"/>
                    <a:pt x="148" y="889"/>
                  </a:cubicBezTo>
                  <a:cubicBezTo>
                    <a:pt x="154" y="893"/>
                    <a:pt x="158" y="901"/>
                    <a:pt x="143" y="900"/>
                  </a:cubicBezTo>
                  <a:cubicBezTo>
                    <a:pt x="128" y="898"/>
                    <a:pt x="102" y="893"/>
                    <a:pt x="86" y="894"/>
                  </a:cubicBezTo>
                  <a:cubicBezTo>
                    <a:pt x="69" y="896"/>
                    <a:pt x="56" y="890"/>
                    <a:pt x="48" y="897"/>
                  </a:cubicBezTo>
                  <a:cubicBezTo>
                    <a:pt x="40" y="904"/>
                    <a:pt x="36" y="918"/>
                    <a:pt x="46" y="926"/>
                  </a:cubicBezTo>
                  <a:cubicBezTo>
                    <a:pt x="57" y="934"/>
                    <a:pt x="75" y="957"/>
                    <a:pt x="83" y="964"/>
                  </a:cubicBezTo>
                  <a:cubicBezTo>
                    <a:pt x="91" y="970"/>
                    <a:pt x="102" y="975"/>
                    <a:pt x="107" y="982"/>
                  </a:cubicBezTo>
                  <a:cubicBezTo>
                    <a:pt x="112" y="990"/>
                    <a:pt x="126" y="998"/>
                    <a:pt x="126" y="1006"/>
                  </a:cubicBezTo>
                  <a:cubicBezTo>
                    <a:pt x="126" y="1014"/>
                    <a:pt x="132" y="1025"/>
                    <a:pt x="135" y="1028"/>
                  </a:cubicBezTo>
                  <a:cubicBezTo>
                    <a:pt x="135" y="1029"/>
                    <a:pt x="135" y="1029"/>
                    <a:pt x="136" y="1029"/>
                  </a:cubicBezTo>
                  <a:cubicBezTo>
                    <a:pt x="136" y="1029"/>
                    <a:pt x="136" y="1029"/>
                    <a:pt x="136" y="1029"/>
                  </a:cubicBezTo>
                  <a:cubicBezTo>
                    <a:pt x="136" y="1030"/>
                    <a:pt x="136" y="1030"/>
                    <a:pt x="136" y="1030"/>
                  </a:cubicBezTo>
                  <a:cubicBezTo>
                    <a:pt x="137" y="1031"/>
                    <a:pt x="137" y="1031"/>
                    <a:pt x="137" y="1031"/>
                  </a:cubicBezTo>
                  <a:cubicBezTo>
                    <a:pt x="137" y="1031"/>
                    <a:pt x="137" y="1031"/>
                    <a:pt x="137" y="1031"/>
                  </a:cubicBezTo>
                  <a:cubicBezTo>
                    <a:pt x="137" y="1032"/>
                    <a:pt x="137" y="1032"/>
                    <a:pt x="137" y="1032"/>
                  </a:cubicBezTo>
                  <a:cubicBezTo>
                    <a:pt x="138" y="1033"/>
                    <a:pt x="138" y="1033"/>
                    <a:pt x="138" y="1033"/>
                  </a:cubicBezTo>
                  <a:cubicBezTo>
                    <a:pt x="138" y="1034"/>
                    <a:pt x="138" y="1034"/>
                    <a:pt x="138" y="1034"/>
                  </a:cubicBezTo>
                  <a:cubicBezTo>
                    <a:pt x="138" y="1034"/>
                    <a:pt x="138" y="1034"/>
                    <a:pt x="138" y="1035"/>
                  </a:cubicBezTo>
                  <a:cubicBezTo>
                    <a:pt x="139" y="1035"/>
                    <a:pt x="139" y="1035"/>
                    <a:pt x="139" y="1036"/>
                  </a:cubicBezTo>
                  <a:cubicBezTo>
                    <a:pt x="139" y="1036"/>
                    <a:pt x="139" y="1036"/>
                    <a:pt x="139" y="1036"/>
                  </a:cubicBezTo>
                  <a:cubicBezTo>
                    <a:pt x="139" y="1037"/>
                    <a:pt x="139" y="1037"/>
                    <a:pt x="139" y="1038"/>
                  </a:cubicBezTo>
                  <a:cubicBezTo>
                    <a:pt x="140" y="1038"/>
                    <a:pt x="140" y="1038"/>
                    <a:pt x="140" y="1038"/>
                  </a:cubicBezTo>
                  <a:cubicBezTo>
                    <a:pt x="140" y="1039"/>
                    <a:pt x="140" y="1039"/>
                    <a:pt x="140" y="1040"/>
                  </a:cubicBezTo>
                  <a:cubicBezTo>
                    <a:pt x="140" y="1040"/>
                    <a:pt x="140" y="1040"/>
                    <a:pt x="140" y="1040"/>
                  </a:cubicBezTo>
                  <a:cubicBezTo>
                    <a:pt x="140" y="1041"/>
                    <a:pt x="140" y="1041"/>
                    <a:pt x="141" y="1042"/>
                  </a:cubicBezTo>
                  <a:cubicBezTo>
                    <a:pt x="141" y="1042"/>
                    <a:pt x="141" y="1042"/>
                    <a:pt x="141" y="1042"/>
                  </a:cubicBezTo>
                  <a:cubicBezTo>
                    <a:pt x="141" y="1043"/>
                    <a:pt x="141" y="1043"/>
                    <a:pt x="141" y="1044"/>
                  </a:cubicBezTo>
                  <a:cubicBezTo>
                    <a:pt x="141" y="1044"/>
                    <a:pt x="141" y="1044"/>
                    <a:pt x="141" y="1044"/>
                  </a:cubicBezTo>
                  <a:cubicBezTo>
                    <a:pt x="141" y="1045"/>
                    <a:pt x="141" y="1045"/>
                    <a:pt x="141" y="1046"/>
                  </a:cubicBezTo>
                  <a:cubicBezTo>
                    <a:pt x="141" y="1046"/>
                    <a:pt x="141" y="1046"/>
                    <a:pt x="141" y="1046"/>
                  </a:cubicBezTo>
                  <a:cubicBezTo>
                    <a:pt x="141" y="1047"/>
                    <a:pt x="141" y="1047"/>
                    <a:pt x="141" y="1048"/>
                  </a:cubicBezTo>
                  <a:cubicBezTo>
                    <a:pt x="141" y="1048"/>
                    <a:pt x="141" y="1048"/>
                    <a:pt x="141" y="1048"/>
                  </a:cubicBezTo>
                  <a:cubicBezTo>
                    <a:pt x="141" y="1049"/>
                    <a:pt x="141" y="1049"/>
                    <a:pt x="141" y="1050"/>
                  </a:cubicBezTo>
                  <a:cubicBezTo>
                    <a:pt x="141" y="1050"/>
                    <a:pt x="141" y="1050"/>
                    <a:pt x="141" y="1050"/>
                  </a:cubicBezTo>
                  <a:cubicBezTo>
                    <a:pt x="141" y="1051"/>
                    <a:pt x="141" y="1051"/>
                    <a:pt x="141" y="1051"/>
                  </a:cubicBezTo>
                  <a:cubicBezTo>
                    <a:pt x="141" y="1051"/>
                    <a:pt x="141" y="1051"/>
                    <a:pt x="141" y="1051"/>
                  </a:cubicBezTo>
                  <a:cubicBezTo>
                    <a:pt x="141" y="1052"/>
                    <a:pt x="141" y="1052"/>
                    <a:pt x="141" y="1053"/>
                  </a:cubicBezTo>
                  <a:cubicBezTo>
                    <a:pt x="141" y="1053"/>
                    <a:pt x="141" y="1053"/>
                    <a:pt x="141" y="1053"/>
                  </a:cubicBezTo>
                  <a:cubicBezTo>
                    <a:pt x="141" y="1053"/>
                    <a:pt x="141" y="1054"/>
                    <a:pt x="140" y="1054"/>
                  </a:cubicBezTo>
                  <a:cubicBezTo>
                    <a:pt x="140" y="1054"/>
                    <a:pt x="140" y="1054"/>
                    <a:pt x="140" y="1054"/>
                  </a:cubicBezTo>
                  <a:cubicBezTo>
                    <a:pt x="144" y="1056"/>
                    <a:pt x="150" y="1057"/>
                    <a:pt x="155" y="1057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49" name="Freeform 148">
              <a:extLst>
                <a:ext uri="{FF2B5EF4-FFF2-40B4-BE49-F238E27FC236}">
                  <a16:creationId xmlns:a16="http://schemas.microsoft.com/office/drawing/2014/main" id="{50D37483-4DD4-47C5-3E8A-ED2F4F49D87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33600" y="1643063"/>
              <a:ext cx="163513" cy="153988"/>
            </a:xfrm>
            <a:custGeom>
              <a:avLst/>
              <a:gdLst>
                <a:gd name="T0" fmla="*/ 28 w 181"/>
                <a:gd name="T1" fmla="*/ 10 h 169"/>
                <a:gd name="T2" fmla="*/ 23 w 181"/>
                <a:gd name="T3" fmla="*/ 17 h 169"/>
                <a:gd name="T4" fmla="*/ 16 w 181"/>
                <a:gd name="T5" fmla="*/ 26 h 169"/>
                <a:gd name="T6" fmla="*/ 4 w 181"/>
                <a:gd name="T7" fmla="*/ 22 h 169"/>
                <a:gd name="T8" fmla="*/ 5 w 181"/>
                <a:gd name="T9" fmla="*/ 7 h 169"/>
                <a:gd name="T10" fmla="*/ 18 w 181"/>
                <a:gd name="T11" fmla="*/ 3 h 169"/>
                <a:gd name="T12" fmla="*/ 28 w 181"/>
                <a:gd name="T13" fmla="*/ 10 h 169"/>
                <a:gd name="T14" fmla="*/ 73 w 181"/>
                <a:gd name="T15" fmla="*/ 27 h 169"/>
                <a:gd name="T16" fmla="*/ 67 w 181"/>
                <a:gd name="T17" fmla="*/ 42 h 169"/>
                <a:gd name="T18" fmla="*/ 82 w 181"/>
                <a:gd name="T19" fmla="*/ 55 h 169"/>
                <a:gd name="T20" fmla="*/ 92 w 181"/>
                <a:gd name="T21" fmla="*/ 46 h 169"/>
                <a:gd name="T22" fmla="*/ 85 w 181"/>
                <a:gd name="T23" fmla="*/ 35 h 169"/>
                <a:gd name="T24" fmla="*/ 73 w 181"/>
                <a:gd name="T25" fmla="*/ 27 h 169"/>
                <a:gd name="T26" fmla="*/ 160 w 181"/>
                <a:gd name="T27" fmla="*/ 28 h 169"/>
                <a:gd name="T28" fmla="*/ 160 w 181"/>
                <a:gd name="T29" fmla="*/ 44 h 169"/>
                <a:gd name="T30" fmla="*/ 167 w 181"/>
                <a:gd name="T31" fmla="*/ 38 h 169"/>
                <a:gd name="T32" fmla="*/ 160 w 181"/>
                <a:gd name="T33" fmla="*/ 28 h 169"/>
                <a:gd name="T34" fmla="*/ 167 w 181"/>
                <a:gd name="T35" fmla="*/ 61 h 169"/>
                <a:gd name="T36" fmla="*/ 159 w 181"/>
                <a:gd name="T37" fmla="*/ 67 h 169"/>
                <a:gd name="T38" fmla="*/ 162 w 181"/>
                <a:gd name="T39" fmla="*/ 86 h 169"/>
                <a:gd name="T40" fmla="*/ 174 w 181"/>
                <a:gd name="T41" fmla="*/ 78 h 169"/>
                <a:gd name="T42" fmla="*/ 176 w 181"/>
                <a:gd name="T43" fmla="*/ 70 h 169"/>
                <a:gd name="T44" fmla="*/ 167 w 181"/>
                <a:gd name="T45" fmla="*/ 61 h 169"/>
                <a:gd name="T46" fmla="*/ 64 w 181"/>
                <a:gd name="T47" fmla="*/ 140 h 169"/>
                <a:gd name="T48" fmla="*/ 58 w 181"/>
                <a:gd name="T49" fmla="*/ 147 h 169"/>
                <a:gd name="T50" fmla="*/ 63 w 181"/>
                <a:gd name="T51" fmla="*/ 160 h 169"/>
                <a:gd name="T52" fmla="*/ 74 w 181"/>
                <a:gd name="T53" fmla="*/ 167 h 169"/>
                <a:gd name="T54" fmla="*/ 78 w 181"/>
                <a:gd name="T55" fmla="*/ 156 h 169"/>
                <a:gd name="T56" fmla="*/ 64 w 181"/>
                <a:gd name="T57" fmla="*/ 140 h 169"/>
                <a:gd name="T58" fmla="*/ 114 w 181"/>
                <a:gd name="T59" fmla="*/ 123 h 169"/>
                <a:gd name="T60" fmla="*/ 101 w 181"/>
                <a:gd name="T61" fmla="*/ 137 h 169"/>
                <a:gd name="T62" fmla="*/ 115 w 181"/>
                <a:gd name="T63" fmla="*/ 150 h 169"/>
                <a:gd name="T64" fmla="*/ 123 w 181"/>
                <a:gd name="T65" fmla="*/ 160 h 169"/>
                <a:gd name="T66" fmla="*/ 132 w 181"/>
                <a:gd name="T67" fmla="*/ 149 h 169"/>
                <a:gd name="T68" fmla="*/ 125 w 181"/>
                <a:gd name="T69" fmla="*/ 133 h 169"/>
                <a:gd name="T70" fmla="*/ 114 w 181"/>
                <a:gd name="T71" fmla="*/ 123 h 169"/>
                <a:gd name="T72" fmla="*/ 146 w 181"/>
                <a:gd name="T73" fmla="*/ 120 h 169"/>
                <a:gd name="T74" fmla="*/ 142 w 181"/>
                <a:gd name="T75" fmla="*/ 133 h 169"/>
                <a:gd name="T76" fmla="*/ 146 w 181"/>
                <a:gd name="T77" fmla="*/ 152 h 169"/>
                <a:gd name="T78" fmla="*/ 154 w 181"/>
                <a:gd name="T79" fmla="*/ 144 h 169"/>
                <a:gd name="T80" fmla="*/ 146 w 181"/>
                <a:gd name="T81" fmla="*/ 120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81" h="169">
                  <a:moveTo>
                    <a:pt x="28" y="10"/>
                  </a:moveTo>
                  <a:cubicBezTo>
                    <a:pt x="30" y="13"/>
                    <a:pt x="26" y="17"/>
                    <a:pt x="23" y="17"/>
                  </a:cubicBezTo>
                  <a:cubicBezTo>
                    <a:pt x="20" y="17"/>
                    <a:pt x="19" y="23"/>
                    <a:pt x="16" y="26"/>
                  </a:cubicBezTo>
                  <a:cubicBezTo>
                    <a:pt x="13" y="29"/>
                    <a:pt x="8" y="24"/>
                    <a:pt x="4" y="22"/>
                  </a:cubicBezTo>
                  <a:cubicBezTo>
                    <a:pt x="0" y="20"/>
                    <a:pt x="4" y="14"/>
                    <a:pt x="5" y="7"/>
                  </a:cubicBezTo>
                  <a:cubicBezTo>
                    <a:pt x="6" y="0"/>
                    <a:pt x="18" y="3"/>
                    <a:pt x="18" y="3"/>
                  </a:cubicBezTo>
                  <a:cubicBezTo>
                    <a:pt x="26" y="4"/>
                    <a:pt x="26" y="7"/>
                    <a:pt x="28" y="10"/>
                  </a:cubicBezTo>
                  <a:close/>
                  <a:moveTo>
                    <a:pt x="73" y="27"/>
                  </a:moveTo>
                  <a:cubicBezTo>
                    <a:pt x="71" y="28"/>
                    <a:pt x="64" y="34"/>
                    <a:pt x="67" y="42"/>
                  </a:cubicBezTo>
                  <a:cubicBezTo>
                    <a:pt x="71" y="49"/>
                    <a:pt x="77" y="56"/>
                    <a:pt x="82" y="55"/>
                  </a:cubicBezTo>
                  <a:cubicBezTo>
                    <a:pt x="87" y="54"/>
                    <a:pt x="92" y="56"/>
                    <a:pt x="92" y="46"/>
                  </a:cubicBezTo>
                  <a:cubicBezTo>
                    <a:pt x="93" y="37"/>
                    <a:pt x="87" y="40"/>
                    <a:pt x="85" y="35"/>
                  </a:cubicBezTo>
                  <a:cubicBezTo>
                    <a:pt x="83" y="29"/>
                    <a:pt x="77" y="25"/>
                    <a:pt x="73" y="27"/>
                  </a:cubicBezTo>
                  <a:close/>
                  <a:moveTo>
                    <a:pt x="160" y="28"/>
                  </a:moveTo>
                  <a:cubicBezTo>
                    <a:pt x="160" y="28"/>
                    <a:pt x="155" y="42"/>
                    <a:pt x="160" y="44"/>
                  </a:cubicBezTo>
                  <a:cubicBezTo>
                    <a:pt x="164" y="46"/>
                    <a:pt x="167" y="42"/>
                    <a:pt x="167" y="38"/>
                  </a:cubicBezTo>
                  <a:cubicBezTo>
                    <a:pt x="167" y="33"/>
                    <a:pt x="166" y="20"/>
                    <a:pt x="160" y="28"/>
                  </a:cubicBezTo>
                  <a:close/>
                  <a:moveTo>
                    <a:pt x="167" y="61"/>
                  </a:moveTo>
                  <a:cubicBezTo>
                    <a:pt x="167" y="61"/>
                    <a:pt x="159" y="61"/>
                    <a:pt x="159" y="67"/>
                  </a:cubicBezTo>
                  <a:cubicBezTo>
                    <a:pt x="159" y="73"/>
                    <a:pt x="156" y="84"/>
                    <a:pt x="162" y="86"/>
                  </a:cubicBezTo>
                  <a:cubicBezTo>
                    <a:pt x="169" y="87"/>
                    <a:pt x="168" y="78"/>
                    <a:pt x="174" y="78"/>
                  </a:cubicBezTo>
                  <a:cubicBezTo>
                    <a:pt x="181" y="78"/>
                    <a:pt x="180" y="72"/>
                    <a:pt x="176" y="70"/>
                  </a:cubicBezTo>
                  <a:cubicBezTo>
                    <a:pt x="172" y="68"/>
                    <a:pt x="170" y="67"/>
                    <a:pt x="167" y="61"/>
                  </a:cubicBezTo>
                  <a:close/>
                  <a:moveTo>
                    <a:pt x="64" y="140"/>
                  </a:moveTo>
                  <a:cubicBezTo>
                    <a:pt x="64" y="140"/>
                    <a:pt x="58" y="141"/>
                    <a:pt x="58" y="147"/>
                  </a:cubicBezTo>
                  <a:cubicBezTo>
                    <a:pt x="58" y="152"/>
                    <a:pt x="62" y="152"/>
                    <a:pt x="63" y="160"/>
                  </a:cubicBezTo>
                  <a:cubicBezTo>
                    <a:pt x="64" y="167"/>
                    <a:pt x="68" y="169"/>
                    <a:pt x="74" y="167"/>
                  </a:cubicBezTo>
                  <a:cubicBezTo>
                    <a:pt x="80" y="165"/>
                    <a:pt x="78" y="162"/>
                    <a:pt x="78" y="156"/>
                  </a:cubicBezTo>
                  <a:cubicBezTo>
                    <a:pt x="78" y="151"/>
                    <a:pt x="80" y="137"/>
                    <a:pt x="64" y="140"/>
                  </a:cubicBezTo>
                  <a:close/>
                  <a:moveTo>
                    <a:pt x="114" y="123"/>
                  </a:moveTo>
                  <a:cubicBezTo>
                    <a:pt x="114" y="123"/>
                    <a:pt x="101" y="132"/>
                    <a:pt x="101" y="137"/>
                  </a:cubicBezTo>
                  <a:cubicBezTo>
                    <a:pt x="102" y="141"/>
                    <a:pt x="112" y="144"/>
                    <a:pt x="115" y="150"/>
                  </a:cubicBezTo>
                  <a:cubicBezTo>
                    <a:pt x="117" y="155"/>
                    <a:pt x="119" y="160"/>
                    <a:pt x="123" y="160"/>
                  </a:cubicBezTo>
                  <a:cubicBezTo>
                    <a:pt x="127" y="160"/>
                    <a:pt x="134" y="157"/>
                    <a:pt x="132" y="149"/>
                  </a:cubicBezTo>
                  <a:cubicBezTo>
                    <a:pt x="131" y="140"/>
                    <a:pt x="126" y="139"/>
                    <a:pt x="125" y="133"/>
                  </a:cubicBezTo>
                  <a:cubicBezTo>
                    <a:pt x="123" y="126"/>
                    <a:pt x="118" y="120"/>
                    <a:pt x="114" y="123"/>
                  </a:cubicBezTo>
                  <a:close/>
                  <a:moveTo>
                    <a:pt x="146" y="120"/>
                  </a:moveTo>
                  <a:cubicBezTo>
                    <a:pt x="146" y="120"/>
                    <a:pt x="142" y="126"/>
                    <a:pt x="142" y="133"/>
                  </a:cubicBezTo>
                  <a:cubicBezTo>
                    <a:pt x="142" y="140"/>
                    <a:pt x="140" y="149"/>
                    <a:pt x="146" y="152"/>
                  </a:cubicBezTo>
                  <a:cubicBezTo>
                    <a:pt x="151" y="155"/>
                    <a:pt x="154" y="152"/>
                    <a:pt x="154" y="144"/>
                  </a:cubicBezTo>
                  <a:cubicBezTo>
                    <a:pt x="154" y="136"/>
                    <a:pt x="153" y="110"/>
                    <a:pt x="146" y="120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50" name="Freeform 149">
              <a:extLst>
                <a:ext uri="{FF2B5EF4-FFF2-40B4-BE49-F238E27FC236}">
                  <a16:creationId xmlns:a16="http://schemas.microsoft.com/office/drawing/2014/main" id="{EB7E39F0-AFDF-87A9-ACAB-C3397E0E252E}"/>
                </a:ext>
              </a:extLst>
            </p:cNvPr>
            <p:cNvSpPr>
              <a:spLocks/>
            </p:cNvSpPr>
            <p:nvPr/>
          </p:nvSpPr>
          <p:spPr bwMode="auto">
            <a:xfrm>
              <a:off x="5700713" y="1603376"/>
              <a:ext cx="392113" cy="342900"/>
            </a:xfrm>
            <a:custGeom>
              <a:avLst/>
              <a:gdLst>
                <a:gd name="T0" fmla="*/ 16 w 431"/>
                <a:gd name="T1" fmla="*/ 251 h 377"/>
                <a:gd name="T2" fmla="*/ 43 w 431"/>
                <a:gd name="T3" fmla="*/ 250 h 377"/>
                <a:gd name="T4" fmla="*/ 63 w 431"/>
                <a:gd name="T5" fmla="*/ 239 h 377"/>
                <a:gd name="T6" fmla="*/ 71 w 431"/>
                <a:gd name="T7" fmla="*/ 252 h 377"/>
                <a:gd name="T8" fmla="*/ 81 w 431"/>
                <a:gd name="T9" fmla="*/ 267 h 377"/>
                <a:gd name="T10" fmla="*/ 86 w 431"/>
                <a:gd name="T11" fmla="*/ 251 h 377"/>
                <a:gd name="T12" fmla="*/ 94 w 431"/>
                <a:gd name="T13" fmla="*/ 230 h 377"/>
                <a:gd name="T14" fmla="*/ 112 w 431"/>
                <a:gd name="T15" fmla="*/ 220 h 377"/>
                <a:gd name="T16" fmla="*/ 138 w 431"/>
                <a:gd name="T17" fmla="*/ 240 h 377"/>
                <a:gd name="T18" fmla="*/ 162 w 431"/>
                <a:gd name="T19" fmla="*/ 234 h 377"/>
                <a:gd name="T20" fmla="*/ 183 w 431"/>
                <a:gd name="T21" fmla="*/ 237 h 377"/>
                <a:gd name="T22" fmla="*/ 206 w 431"/>
                <a:gd name="T23" fmla="*/ 240 h 377"/>
                <a:gd name="T24" fmla="*/ 259 w 431"/>
                <a:gd name="T25" fmla="*/ 248 h 377"/>
                <a:gd name="T26" fmla="*/ 276 w 431"/>
                <a:gd name="T27" fmla="*/ 258 h 377"/>
                <a:gd name="T28" fmla="*/ 296 w 431"/>
                <a:gd name="T29" fmla="*/ 270 h 377"/>
                <a:gd name="T30" fmla="*/ 316 w 431"/>
                <a:gd name="T31" fmla="*/ 300 h 377"/>
                <a:gd name="T32" fmla="*/ 345 w 431"/>
                <a:gd name="T33" fmla="*/ 321 h 377"/>
                <a:gd name="T34" fmla="*/ 367 w 431"/>
                <a:gd name="T35" fmla="*/ 348 h 377"/>
                <a:gd name="T36" fmla="*/ 396 w 431"/>
                <a:gd name="T37" fmla="*/ 375 h 377"/>
                <a:gd name="T38" fmla="*/ 414 w 431"/>
                <a:gd name="T39" fmla="*/ 368 h 377"/>
                <a:gd name="T40" fmla="*/ 425 w 431"/>
                <a:gd name="T41" fmla="*/ 359 h 377"/>
                <a:gd name="T42" fmla="*/ 431 w 431"/>
                <a:gd name="T43" fmla="*/ 352 h 377"/>
                <a:gd name="T44" fmla="*/ 420 w 431"/>
                <a:gd name="T45" fmla="*/ 343 h 377"/>
                <a:gd name="T46" fmla="*/ 356 w 431"/>
                <a:gd name="T47" fmla="*/ 273 h 377"/>
                <a:gd name="T48" fmla="*/ 291 w 431"/>
                <a:gd name="T49" fmla="*/ 218 h 377"/>
                <a:gd name="T50" fmla="*/ 225 w 431"/>
                <a:gd name="T51" fmla="*/ 182 h 377"/>
                <a:gd name="T52" fmla="*/ 187 w 431"/>
                <a:gd name="T53" fmla="*/ 124 h 377"/>
                <a:gd name="T54" fmla="*/ 170 w 431"/>
                <a:gd name="T55" fmla="*/ 39 h 377"/>
                <a:gd name="T56" fmla="*/ 145 w 431"/>
                <a:gd name="T57" fmla="*/ 0 h 377"/>
                <a:gd name="T58" fmla="*/ 138 w 431"/>
                <a:gd name="T59" fmla="*/ 10 h 377"/>
                <a:gd name="T60" fmla="*/ 121 w 431"/>
                <a:gd name="T61" fmla="*/ 32 h 377"/>
                <a:gd name="T62" fmla="*/ 89 w 431"/>
                <a:gd name="T63" fmla="*/ 45 h 377"/>
                <a:gd name="T64" fmla="*/ 75 w 431"/>
                <a:gd name="T65" fmla="*/ 57 h 377"/>
                <a:gd name="T66" fmla="*/ 60 w 431"/>
                <a:gd name="T67" fmla="*/ 69 h 377"/>
                <a:gd name="T68" fmla="*/ 42 w 431"/>
                <a:gd name="T69" fmla="*/ 82 h 377"/>
                <a:gd name="T70" fmla="*/ 42 w 431"/>
                <a:gd name="T71" fmla="*/ 113 h 377"/>
                <a:gd name="T72" fmla="*/ 32 w 431"/>
                <a:gd name="T73" fmla="*/ 139 h 377"/>
                <a:gd name="T74" fmla="*/ 22 w 431"/>
                <a:gd name="T75" fmla="*/ 162 h 377"/>
                <a:gd name="T76" fmla="*/ 12 w 431"/>
                <a:gd name="T77" fmla="*/ 184 h 377"/>
                <a:gd name="T78" fmla="*/ 6 w 431"/>
                <a:gd name="T79" fmla="*/ 204 h 377"/>
                <a:gd name="T80" fmla="*/ 8 w 431"/>
                <a:gd name="T81" fmla="*/ 248 h 377"/>
                <a:gd name="T82" fmla="*/ 8 w 431"/>
                <a:gd name="T83" fmla="*/ 259 h 377"/>
                <a:gd name="T84" fmla="*/ 16 w 431"/>
                <a:gd name="T85" fmla="*/ 251 h 3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431" h="377">
                  <a:moveTo>
                    <a:pt x="16" y="251"/>
                  </a:moveTo>
                  <a:cubicBezTo>
                    <a:pt x="21" y="243"/>
                    <a:pt x="32" y="246"/>
                    <a:pt x="43" y="250"/>
                  </a:cubicBezTo>
                  <a:cubicBezTo>
                    <a:pt x="54" y="254"/>
                    <a:pt x="47" y="233"/>
                    <a:pt x="63" y="239"/>
                  </a:cubicBezTo>
                  <a:cubicBezTo>
                    <a:pt x="79" y="245"/>
                    <a:pt x="64" y="247"/>
                    <a:pt x="71" y="252"/>
                  </a:cubicBezTo>
                  <a:cubicBezTo>
                    <a:pt x="78" y="257"/>
                    <a:pt x="71" y="268"/>
                    <a:pt x="81" y="267"/>
                  </a:cubicBezTo>
                  <a:cubicBezTo>
                    <a:pt x="91" y="266"/>
                    <a:pt x="83" y="262"/>
                    <a:pt x="86" y="251"/>
                  </a:cubicBezTo>
                  <a:cubicBezTo>
                    <a:pt x="89" y="240"/>
                    <a:pt x="96" y="244"/>
                    <a:pt x="94" y="230"/>
                  </a:cubicBezTo>
                  <a:cubicBezTo>
                    <a:pt x="92" y="216"/>
                    <a:pt x="103" y="207"/>
                    <a:pt x="112" y="220"/>
                  </a:cubicBezTo>
                  <a:cubicBezTo>
                    <a:pt x="121" y="233"/>
                    <a:pt x="124" y="238"/>
                    <a:pt x="138" y="240"/>
                  </a:cubicBezTo>
                  <a:cubicBezTo>
                    <a:pt x="152" y="242"/>
                    <a:pt x="157" y="242"/>
                    <a:pt x="162" y="234"/>
                  </a:cubicBezTo>
                  <a:cubicBezTo>
                    <a:pt x="167" y="226"/>
                    <a:pt x="179" y="230"/>
                    <a:pt x="183" y="237"/>
                  </a:cubicBezTo>
                  <a:cubicBezTo>
                    <a:pt x="187" y="244"/>
                    <a:pt x="193" y="240"/>
                    <a:pt x="206" y="240"/>
                  </a:cubicBezTo>
                  <a:cubicBezTo>
                    <a:pt x="219" y="240"/>
                    <a:pt x="253" y="235"/>
                    <a:pt x="259" y="248"/>
                  </a:cubicBezTo>
                  <a:cubicBezTo>
                    <a:pt x="265" y="261"/>
                    <a:pt x="272" y="258"/>
                    <a:pt x="276" y="258"/>
                  </a:cubicBezTo>
                  <a:cubicBezTo>
                    <a:pt x="280" y="258"/>
                    <a:pt x="292" y="263"/>
                    <a:pt x="296" y="270"/>
                  </a:cubicBezTo>
                  <a:cubicBezTo>
                    <a:pt x="299" y="278"/>
                    <a:pt x="311" y="295"/>
                    <a:pt x="316" y="300"/>
                  </a:cubicBezTo>
                  <a:cubicBezTo>
                    <a:pt x="322" y="304"/>
                    <a:pt x="339" y="314"/>
                    <a:pt x="345" y="321"/>
                  </a:cubicBezTo>
                  <a:cubicBezTo>
                    <a:pt x="351" y="329"/>
                    <a:pt x="362" y="341"/>
                    <a:pt x="367" y="348"/>
                  </a:cubicBezTo>
                  <a:cubicBezTo>
                    <a:pt x="373" y="355"/>
                    <a:pt x="384" y="373"/>
                    <a:pt x="396" y="375"/>
                  </a:cubicBezTo>
                  <a:cubicBezTo>
                    <a:pt x="409" y="377"/>
                    <a:pt x="414" y="376"/>
                    <a:pt x="414" y="368"/>
                  </a:cubicBezTo>
                  <a:cubicBezTo>
                    <a:pt x="414" y="360"/>
                    <a:pt x="423" y="364"/>
                    <a:pt x="425" y="359"/>
                  </a:cubicBezTo>
                  <a:cubicBezTo>
                    <a:pt x="426" y="357"/>
                    <a:pt x="428" y="354"/>
                    <a:pt x="431" y="352"/>
                  </a:cubicBezTo>
                  <a:cubicBezTo>
                    <a:pt x="428" y="349"/>
                    <a:pt x="424" y="346"/>
                    <a:pt x="420" y="343"/>
                  </a:cubicBezTo>
                  <a:cubicBezTo>
                    <a:pt x="407" y="333"/>
                    <a:pt x="377" y="290"/>
                    <a:pt x="356" y="273"/>
                  </a:cubicBezTo>
                  <a:cubicBezTo>
                    <a:pt x="334" y="255"/>
                    <a:pt x="310" y="230"/>
                    <a:pt x="291" y="218"/>
                  </a:cubicBezTo>
                  <a:cubicBezTo>
                    <a:pt x="273" y="206"/>
                    <a:pt x="235" y="201"/>
                    <a:pt x="225" y="182"/>
                  </a:cubicBezTo>
                  <a:cubicBezTo>
                    <a:pt x="215" y="164"/>
                    <a:pt x="192" y="154"/>
                    <a:pt x="187" y="124"/>
                  </a:cubicBezTo>
                  <a:cubicBezTo>
                    <a:pt x="183" y="94"/>
                    <a:pt x="179" y="59"/>
                    <a:pt x="170" y="39"/>
                  </a:cubicBezTo>
                  <a:cubicBezTo>
                    <a:pt x="164" y="25"/>
                    <a:pt x="154" y="11"/>
                    <a:pt x="145" y="0"/>
                  </a:cubicBezTo>
                  <a:cubicBezTo>
                    <a:pt x="141" y="4"/>
                    <a:pt x="138" y="7"/>
                    <a:pt x="138" y="10"/>
                  </a:cubicBezTo>
                  <a:cubicBezTo>
                    <a:pt x="138" y="16"/>
                    <a:pt x="134" y="28"/>
                    <a:pt x="121" y="32"/>
                  </a:cubicBezTo>
                  <a:cubicBezTo>
                    <a:pt x="108" y="36"/>
                    <a:pt x="98" y="45"/>
                    <a:pt x="89" y="45"/>
                  </a:cubicBezTo>
                  <a:cubicBezTo>
                    <a:pt x="80" y="45"/>
                    <a:pt x="75" y="48"/>
                    <a:pt x="75" y="57"/>
                  </a:cubicBezTo>
                  <a:cubicBezTo>
                    <a:pt x="75" y="66"/>
                    <a:pt x="71" y="67"/>
                    <a:pt x="60" y="69"/>
                  </a:cubicBezTo>
                  <a:cubicBezTo>
                    <a:pt x="49" y="71"/>
                    <a:pt x="43" y="71"/>
                    <a:pt x="42" y="82"/>
                  </a:cubicBezTo>
                  <a:cubicBezTo>
                    <a:pt x="41" y="93"/>
                    <a:pt x="39" y="105"/>
                    <a:pt x="42" y="113"/>
                  </a:cubicBezTo>
                  <a:cubicBezTo>
                    <a:pt x="45" y="121"/>
                    <a:pt x="37" y="131"/>
                    <a:pt x="32" y="139"/>
                  </a:cubicBezTo>
                  <a:cubicBezTo>
                    <a:pt x="27" y="147"/>
                    <a:pt x="22" y="154"/>
                    <a:pt x="22" y="162"/>
                  </a:cubicBezTo>
                  <a:cubicBezTo>
                    <a:pt x="22" y="170"/>
                    <a:pt x="18" y="179"/>
                    <a:pt x="12" y="184"/>
                  </a:cubicBezTo>
                  <a:cubicBezTo>
                    <a:pt x="6" y="189"/>
                    <a:pt x="0" y="193"/>
                    <a:pt x="6" y="204"/>
                  </a:cubicBezTo>
                  <a:cubicBezTo>
                    <a:pt x="12" y="215"/>
                    <a:pt x="8" y="234"/>
                    <a:pt x="8" y="248"/>
                  </a:cubicBezTo>
                  <a:cubicBezTo>
                    <a:pt x="8" y="251"/>
                    <a:pt x="8" y="255"/>
                    <a:pt x="8" y="259"/>
                  </a:cubicBezTo>
                  <a:cubicBezTo>
                    <a:pt x="11" y="257"/>
                    <a:pt x="14" y="255"/>
                    <a:pt x="16" y="251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51" name="Freeform 150">
              <a:extLst>
                <a:ext uri="{FF2B5EF4-FFF2-40B4-BE49-F238E27FC236}">
                  <a16:creationId xmlns:a16="http://schemas.microsoft.com/office/drawing/2014/main" id="{F897E738-80F0-2F36-A940-F56A612F4450}"/>
                </a:ext>
              </a:extLst>
            </p:cNvPr>
            <p:cNvSpPr>
              <a:spLocks/>
            </p:cNvSpPr>
            <p:nvPr/>
          </p:nvSpPr>
          <p:spPr bwMode="auto">
            <a:xfrm>
              <a:off x="2635250" y="1917701"/>
              <a:ext cx="174625" cy="93663"/>
            </a:xfrm>
            <a:custGeom>
              <a:avLst/>
              <a:gdLst>
                <a:gd name="T0" fmla="*/ 183 w 193"/>
                <a:gd name="T1" fmla="*/ 1 h 103"/>
                <a:gd name="T2" fmla="*/ 141 w 193"/>
                <a:gd name="T3" fmla="*/ 3 h 103"/>
                <a:gd name="T4" fmla="*/ 102 w 193"/>
                <a:gd name="T5" fmla="*/ 1 h 103"/>
                <a:gd name="T6" fmla="*/ 76 w 193"/>
                <a:gd name="T7" fmla="*/ 11 h 103"/>
                <a:gd name="T8" fmla="*/ 49 w 193"/>
                <a:gd name="T9" fmla="*/ 17 h 103"/>
                <a:gd name="T10" fmla="*/ 25 w 193"/>
                <a:gd name="T11" fmla="*/ 17 h 103"/>
                <a:gd name="T12" fmla="*/ 0 w 193"/>
                <a:gd name="T13" fmla="*/ 17 h 103"/>
                <a:gd name="T14" fmla="*/ 7 w 193"/>
                <a:gd name="T15" fmla="*/ 22 h 103"/>
                <a:gd name="T16" fmla="*/ 26 w 193"/>
                <a:gd name="T17" fmla="*/ 45 h 103"/>
                <a:gd name="T18" fmla="*/ 79 w 193"/>
                <a:gd name="T19" fmla="*/ 61 h 103"/>
                <a:gd name="T20" fmla="*/ 93 w 193"/>
                <a:gd name="T21" fmla="*/ 96 h 103"/>
                <a:gd name="T22" fmla="*/ 109 w 193"/>
                <a:gd name="T23" fmla="*/ 103 h 103"/>
                <a:gd name="T24" fmla="*/ 123 w 193"/>
                <a:gd name="T25" fmla="*/ 88 h 103"/>
                <a:gd name="T26" fmla="*/ 144 w 193"/>
                <a:gd name="T27" fmla="*/ 72 h 103"/>
                <a:gd name="T28" fmla="*/ 174 w 193"/>
                <a:gd name="T29" fmla="*/ 66 h 103"/>
                <a:gd name="T30" fmla="*/ 187 w 193"/>
                <a:gd name="T31" fmla="*/ 51 h 103"/>
                <a:gd name="T32" fmla="*/ 177 w 193"/>
                <a:gd name="T33" fmla="*/ 34 h 103"/>
                <a:gd name="T34" fmla="*/ 191 w 193"/>
                <a:gd name="T35" fmla="*/ 14 h 103"/>
                <a:gd name="T36" fmla="*/ 193 w 193"/>
                <a:gd name="T37" fmla="*/ 2 h 103"/>
                <a:gd name="T38" fmla="*/ 183 w 193"/>
                <a:gd name="T39" fmla="*/ 1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93" h="103">
                  <a:moveTo>
                    <a:pt x="183" y="1"/>
                  </a:moveTo>
                  <a:cubicBezTo>
                    <a:pt x="175" y="1"/>
                    <a:pt x="157" y="3"/>
                    <a:pt x="141" y="3"/>
                  </a:cubicBezTo>
                  <a:cubicBezTo>
                    <a:pt x="125" y="3"/>
                    <a:pt x="110" y="1"/>
                    <a:pt x="102" y="1"/>
                  </a:cubicBezTo>
                  <a:cubicBezTo>
                    <a:pt x="94" y="1"/>
                    <a:pt x="81" y="5"/>
                    <a:pt x="76" y="11"/>
                  </a:cubicBezTo>
                  <a:cubicBezTo>
                    <a:pt x="72" y="18"/>
                    <a:pt x="59" y="19"/>
                    <a:pt x="49" y="17"/>
                  </a:cubicBezTo>
                  <a:cubicBezTo>
                    <a:pt x="38" y="16"/>
                    <a:pt x="31" y="18"/>
                    <a:pt x="25" y="17"/>
                  </a:cubicBezTo>
                  <a:cubicBezTo>
                    <a:pt x="20" y="16"/>
                    <a:pt x="7" y="17"/>
                    <a:pt x="0" y="17"/>
                  </a:cubicBezTo>
                  <a:cubicBezTo>
                    <a:pt x="2" y="20"/>
                    <a:pt x="4" y="22"/>
                    <a:pt x="7" y="22"/>
                  </a:cubicBezTo>
                  <a:cubicBezTo>
                    <a:pt x="21" y="25"/>
                    <a:pt x="9" y="45"/>
                    <a:pt x="26" y="45"/>
                  </a:cubicBezTo>
                  <a:cubicBezTo>
                    <a:pt x="44" y="45"/>
                    <a:pt x="76" y="42"/>
                    <a:pt x="79" y="61"/>
                  </a:cubicBezTo>
                  <a:cubicBezTo>
                    <a:pt x="82" y="80"/>
                    <a:pt x="81" y="90"/>
                    <a:pt x="93" y="96"/>
                  </a:cubicBezTo>
                  <a:cubicBezTo>
                    <a:pt x="98" y="99"/>
                    <a:pt x="104" y="101"/>
                    <a:pt x="109" y="103"/>
                  </a:cubicBezTo>
                  <a:cubicBezTo>
                    <a:pt x="111" y="97"/>
                    <a:pt x="116" y="91"/>
                    <a:pt x="123" y="88"/>
                  </a:cubicBezTo>
                  <a:cubicBezTo>
                    <a:pt x="140" y="82"/>
                    <a:pt x="129" y="74"/>
                    <a:pt x="144" y="72"/>
                  </a:cubicBezTo>
                  <a:cubicBezTo>
                    <a:pt x="159" y="70"/>
                    <a:pt x="165" y="66"/>
                    <a:pt x="174" y="66"/>
                  </a:cubicBezTo>
                  <a:cubicBezTo>
                    <a:pt x="183" y="66"/>
                    <a:pt x="192" y="59"/>
                    <a:pt x="187" y="51"/>
                  </a:cubicBezTo>
                  <a:cubicBezTo>
                    <a:pt x="182" y="43"/>
                    <a:pt x="168" y="40"/>
                    <a:pt x="177" y="34"/>
                  </a:cubicBezTo>
                  <a:cubicBezTo>
                    <a:pt x="186" y="28"/>
                    <a:pt x="191" y="27"/>
                    <a:pt x="191" y="14"/>
                  </a:cubicBezTo>
                  <a:cubicBezTo>
                    <a:pt x="191" y="7"/>
                    <a:pt x="191" y="4"/>
                    <a:pt x="193" y="2"/>
                  </a:cubicBezTo>
                  <a:cubicBezTo>
                    <a:pt x="190" y="0"/>
                    <a:pt x="188" y="1"/>
                    <a:pt x="183" y="1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52" name="Freeform 151">
              <a:extLst>
                <a:ext uri="{FF2B5EF4-FFF2-40B4-BE49-F238E27FC236}">
                  <a16:creationId xmlns:a16="http://schemas.microsoft.com/office/drawing/2014/main" id="{C3869A7C-A5F6-BCFF-88C9-B7210E755D30}"/>
                </a:ext>
              </a:extLst>
            </p:cNvPr>
            <p:cNvSpPr>
              <a:spLocks/>
            </p:cNvSpPr>
            <p:nvPr/>
          </p:nvSpPr>
          <p:spPr bwMode="auto">
            <a:xfrm>
              <a:off x="4138613" y="2532063"/>
              <a:ext cx="115888" cy="84138"/>
            </a:xfrm>
            <a:custGeom>
              <a:avLst/>
              <a:gdLst>
                <a:gd name="T0" fmla="*/ 127 w 128"/>
                <a:gd name="T1" fmla="*/ 66 h 92"/>
                <a:gd name="T2" fmla="*/ 126 w 128"/>
                <a:gd name="T3" fmla="*/ 4 h 92"/>
                <a:gd name="T4" fmla="*/ 122 w 128"/>
                <a:gd name="T5" fmla="*/ 5 h 92"/>
                <a:gd name="T6" fmla="*/ 122 w 128"/>
                <a:gd name="T7" fmla="*/ 5 h 92"/>
                <a:gd name="T8" fmla="*/ 118 w 128"/>
                <a:gd name="T9" fmla="*/ 6 h 92"/>
                <a:gd name="T10" fmla="*/ 116 w 128"/>
                <a:gd name="T11" fmla="*/ 6 h 92"/>
                <a:gd name="T12" fmla="*/ 113 w 128"/>
                <a:gd name="T13" fmla="*/ 7 h 92"/>
                <a:gd name="T14" fmla="*/ 107 w 128"/>
                <a:gd name="T15" fmla="*/ 7 h 92"/>
                <a:gd name="T16" fmla="*/ 50 w 128"/>
                <a:gd name="T17" fmla="*/ 6 h 92"/>
                <a:gd name="T18" fmla="*/ 34 w 128"/>
                <a:gd name="T19" fmla="*/ 0 h 92"/>
                <a:gd name="T20" fmla="*/ 28 w 128"/>
                <a:gd name="T21" fmla="*/ 28 h 92"/>
                <a:gd name="T22" fmla="*/ 6 w 128"/>
                <a:gd name="T23" fmla="*/ 59 h 92"/>
                <a:gd name="T24" fmla="*/ 15 w 128"/>
                <a:gd name="T25" fmla="*/ 79 h 92"/>
                <a:gd name="T26" fmla="*/ 64 w 128"/>
                <a:gd name="T27" fmla="*/ 83 h 92"/>
                <a:gd name="T28" fmla="*/ 127 w 128"/>
                <a:gd name="T29" fmla="*/ 66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8" h="92">
                  <a:moveTo>
                    <a:pt x="127" y="66"/>
                  </a:moveTo>
                  <a:cubicBezTo>
                    <a:pt x="128" y="48"/>
                    <a:pt x="128" y="23"/>
                    <a:pt x="126" y="4"/>
                  </a:cubicBezTo>
                  <a:cubicBezTo>
                    <a:pt x="125" y="4"/>
                    <a:pt x="124" y="5"/>
                    <a:pt x="122" y="5"/>
                  </a:cubicBezTo>
                  <a:cubicBezTo>
                    <a:pt x="122" y="5"/>
                    <a:pt x="122" y="5"/>
                    <a:pt x="122" y="5"/>
                  </a:cubicBezTo>
                  <a:cubicBezTo>
                    <a:pt x="121" y="6"/>
                    <a:pt x="119" y="6"/>
                    <a:pt x="118" y="6"/>
                  </a:cubicBezTo>
                  <a:cubicBezTo>
                    <a:pt x="117" y="6"/>
                    <a:pt x="117" y="6"/>
                    <a:pt x="116" y="6"/>
                  </a:cubicBezTo>
                  <a:cubicBezTo>
                    <a:pt x="115" y="6"/>
                    <a:pt x="114" y="7"/>
                    <a:pt x="113" y="7"/>
                  </a:cubicBezTo>
                  <a:cubicBezTo>
                    <a:pt x="111" y="7"/>
                    <a:pt x="109" y="7"/>
                    <a:pt x="107" y="7"/>
                  </a:cubicBezTo>
                  <a:cubicBezTo>
                    <a:pt x="88" y="7"/>
                    <a:pt x="59" y="8"/>
                    <a:pt x="50" y="6"/>
                  </a:cubicBezTo>
                  <a:cubicBezTo>
                    <a:pt x="46" y="5"/>
                    <a:pt x="40" y="3"/>
                    <a:pt x="34" y="0"/>
                  </a:cubicBezTo>
                  <a:cubicBezTo>
                    <a:pt x="36" y="11"/>
                    <a:pt x="34" y="22"/>
                    <a:pt x="28" y="28"/>
                  </a:cubicBezTo>
                  <a:cubicBezTo>
                    <a:pt x="20" y="35"/>
                    <a:pt x="0" y="48"/>
                    <a:pt x="6" y="59"/>
                  </a:cubicBezTo>
                  <a:cubicBezTo>
                    <a:pt x="9" y="65"/>
                    <a:pt x="13" y="72"/>
                    <a:pt x="15" y="79"/>
                  </a:cubicBezTo>
                  <a:cubicBezTo>
                    <a:pt x="31" y="81"/>
                    <a:pt x="53" y="83"/>
                    <a:pt x="64" y="83"/>
                  </a:cubicBezTo>
                  <a:cubicBezTo>
                    <a:pt x="82" y="83"/>
                    <a:pt x="126" y="92"/>
                    <a:pt x="127" y="66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53" name="Freeform 152">
              <a:extLst>
                <a:ext uri="{FF2B5EF4-FFF2-40B4-BE49-F238E27FC236}">
                  <a16:creationId xmlns:a16="http://schemas.microsoft.com/office/drawing/2014/main" id="{AACF6215-1B63-DF41-EE96-22B40AE2B623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4638" y="2428876"/>
              <a:ext cx="38100" cy="52388"/>
            </a:xfrm>
            <a:custGeom>
              <a:avLst/>
              <a:gdLst>
                <a:gd name="T0" fmla="*/ 27 w 41"/>
                <a:gd name="T1" fmla="*/ 10 h 57"/>
                <a:gd name="T2" fmla="*/ 13 w 41"/>
                <a:gd name="T3" fmla="*/ 17 h 57"/>
                <a:gd name="T4" fmla="*/ 4 w 41"/>
                <a:gd name="T5" fmla="*/ 30 h 57"/>
                <a:gd name="T6" fmla="*/ 1 w 41"/>
                <a:gd name="T7" fmla="*/ 46 h 57"/>
                <a:gd name="T8" fmla="*/ 21 w 41"/>
                <a:gd name="T9" fmla="*/ 53 h 57"/>
                <a:gd name="T10" fmla="*/ 34 w 41"/>
                <a:gd name="T11" fmla="*/ 40 h 57"/>
                <a:gd name="T12" fmla="*/ 40 w 41"/>
                <a:gd name="T13" fmla="*/ 23 h 57"/>
                <a:gd name="T14" fmla="*/ 27 w 41"/>
                <a:gd name="T15" fmla="*/ 1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1" h="57">
                  <a:moveTo>
                    <a:pt x="27" y="10"/>
                  </a:moveTo>
                  <a:cubicBezTo>
                    <a:pt x="27" y="10"/>
                    <a:pt x="15" y="13"/>
                    <a:pt x="13" y="17"/>
                  </a:cubicBezTo>
                  <a:cubicBezTo>
                    <a:pt x="11" y="21"/>
                    <a:pt x="8" y="28"/>
                    <a:pt x="4" y="30"/>
                  </a:cubicBezTo>
                  <a:cubicBezTo>
                    <a:pt x="0" y="32"/>
                    <a:pt x="0" y="42"/>
                    <a:pt x="1" y="46"/>
                  </a:cubicBezTo>
                  <a:cubicBezTo>
                    <a:pt x="3" y="49"/>
                    <a:pt x="18" y="57"/>
                    <a:pt x="21" y="53"/>
                  </a:cubicBezTo>
                  <a:cubicBezTo>
                    <a:pt x="24" y="49"/>
                    <a:pt x="32" y="48"/>
                    <a:pt x="34" y="40"/>
                  </a:cubicBezTo>
                  <a:cubicBezTo>
                    <a:pt x="35" y="31"/>
                    <a:pt x="41" y="27"/>
                    <a:pt x="40" y="23"/>
                  </a:cubicBezTo>
                  <a:cubicBezTo>
                    <a:pt x="39" y="19"/>
                    <a:pt x="38" y="0"/>
                    <a:pt x="27" y="10"/>
                  </a:cubicBezTo>
                  <a:close/>
                </a:path>
              </a:pathLst>
            </a:custGeom>
            <a:solidFill>
              <a:srgbClr val="FFFFFF"/>
            </a:solidFill>
            <a:ln w="6350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54" name="Freeform 153">
              <a:extLst>
                <a:ext uri="{FF2B5EF4-FFF2-40B4-BE49-F238E27FC236}">
                  <a16:creationId xmlns:a16="http://schemas.microsoft.com/office/drawing/2014/main" id="{B79303C4-52FC-ABC5-8195-9947975A42CA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8425" y="2732088"/>
              <a:ext cx="26988" cy="20638"/>
            </a:xfrm>
            <a:custGeom>
              <a:avLst/>
              <a:gdLst>
                <a:gd name="T0" fmla="*/ 18 w 30"/>
                <a:gd name="T1" fmla="*/ 0 h 22"/>
                <a:gd name="T2" fmla="*/ 0 w 30"/>
                <a:gd name="T3" fmla="*/ 10 h 22"/>
                <a:gd name="T4" fmla="*/ 15 w 30"/>
                <a:gd name="T5" fmla="*/ 18 h 22"/>
                <a:gd name="T6" fmla="*/ 18 w 30"/>
                <a:gd name="T7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0" h="22">
                  <a:moveTo>
                    <a:pt x="18" y="0"/>
                  </a:moveTo>
                  <a:cubicBezTo>
                    <a:pt x="18" y="0"/>
                    <a:pt x="0" y="2"/>
                    <a:pt x="0" y="10"/>
                  </a:cubicBezTo>
                  <a:cubicBezTo>
                    <a:pt x="1" y="18"/>
                    <a:pt x="11" y="22"/>
                    <a:pt x="15" y="18"/>
                  </a:cubicBezTo>
                  <a:cubicBezTo>
                    <a:pt x="19" y="14"/>
                    <a:pt x="30" y="0"/>
                    <a:pt x="18" y="0"/>
                  </a:cubicBezTo>
                  <a:close/>
                </a:path>
              </a:pathLst>
            </a:custGeom>
            <a:solidFill>
              <a:srgbClr val="FFFFFF"/>
            </a:solidFill>
            <a:ln w="6350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55" name="Freeform 154">
              <a:extLst>
                <a:ext uri="{FF2B5EF4-FFF2-40B4-BE49-F238E27FC236}">
                  <a16:creationId xmlns:a16="http://schemas.microsoft.com/office/drawing/2014/main" id="{5D967694-D014-9662-4FCC-AC363312BE8F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5575" y="2630488"/>
              <a:ext cx="26988" cy="33338"/>
            </a:xfrm>
            <a:custGeom>
              <a:avLst/>
              <a:gdLst>
                <a:gd name="T0" fmla="*/ 18 w 30"/>
                <a:gd name="T1" fmla="*/ 7 h 37"/>
                <a:gd name="T2" fmla="*/ 11 w 30"/>
                <a:gd name="T3" fmla="*/ 14 h 37"/>
                <a:gd name="T4" fmla="*/ 5 w 30"/>
                <a:gd name="T5" fmla="*/ 31 h 37"/>
                <a:gd name="T6" fmla="*/ 19 w 30"/>
                <a:gd name="T7" fmla="*/ 30 h 37"/>
                <a:gd name="T8" fmla="*/ 30 w 30"/>
                <a:gd name="T9" fmla="*/ 18 h 37"/>
                <a:gd name="T10" fmla="*/ 18 w 30"/>
                <a:gd name="T11" fmla="*/ 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0" h="37">
                  <a:moveTo>
                    <a:pt x="18" y="7"/>
                  </a:moveTo>
                  <a:cubicBezTo>
                    <a:pt x="18" y="7"/>
                    <a:pt x="11" y="7"/>
                    <a:pt x="11" y="14"/>
                  </a:cubicBezTo>
                  <a:cubicBezTo>
                    <a:pt x="11" y="20"/>
                    <a:pt x="0" y="25"/>
                    <a:pt x="5" y="31"/>
                  </a:cubicBezTo>
                  <a:cubicBezTo>
                    <a:pt x="9" y="37"/>
                    <a:pt x="19" y="34"/>
                    <a:pt x="19" y="30"/>
                  </a:cubicBezTo>
                  <a:cubicBezTo>
                    <a:pt x="19" y="25"/>
                    <a:pt x="30" y="24"/>
                    <a:pt x="30" y="18"/>
                  </a:cubicBezTo>
                  <a:cubicBezTo>
                    <a:pt x="30" y="11"/>
                    <a:pt x="25" y="0"/>
                    <a:pt x="18" y="7"/>
                  </a:cubicBezTo>
                  <a:close/>
                </a:path>
              </a:pathLst>
            </a:custGeom>
            <a:solidFill>
              <a:srgbClr val="FFFFFF"/>
            </a:solidFill>
            <a:ln w="6350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56" name="Freeform 155">
              <a:extLst>
                <a:ext uri="{FF2B5EF4-FFF2-40B4-BE49-F238E27FC236}">
                  <a16:creationId xmlns:a16="http://schemas.microsoft.com/office/drawing/2014/main" id="{DED9C6CF-8222-16B3-48FA-8298EFD39F57}"/>
                </a:ext>
              </a:extLst>
            </p:cNvPr>
            <p:cNvSpPr>
              <a:spLocks/>
            </p:cNvSpPr>
            <p:nvPr/>
          </p:nvSpPr>
          <p:spPr bwMode="auto">
            <a:xfrm>
              <a:off x="6015038" y="1924051"/>
              <a:ext cx="104775" cy="117475"/>
            </a:xfrm>
            <a:custGeom>
              <a:avLst/>
              <a:gdLst>
                <a:gd name="T0" fmla="*/ 22 w 115"/>
                <a:gd name="T1" fmla="*/ 48 h 129"/>
                <a:gd name="T2" fmla="*/ 1 w 115"/>
                <a:gd name="T3" fmla="*/ 75 h 129"/>
                <a:gd name="T4" fmla="*/ 8 w 115"/>
                <a:gd name="T5" fmla="*/ 113 h 129"/>
                <a:gd name="T6" fmla="*/ 24 w 115"/>
                <a:gd name="T7" fmla="*/ 118 h 129"/>
                <a:gd name="T8" fmla="*/ 43 w 115"/>
                <a:gd name="T9" fmla="*/ 112 h 129"/>
                <a:gd name="T10" fmla="*/ 58 w 115"/>
                <a:gd name="T11" fmla="*/ 104 h 129"/>
                <a:gd name="T12" fmla="*/ 81 w 115"/>
                <a:gd name="T13" fmla="*/ 101 h 129"/>
                <a:gd name="T14" fmla="*/ 84 w 115"/>
                <a:gd name="T15" fmla="*/ 95 h 129"/>
                <a:gd name="T16" fmla="*/ 91 w 115"/>
                <a:gd name="T17" fmla="*/ 79 h 129"/>
                <a:gd name="T18" fmla="*/ 91 w 115"/>
                <a:gd name="T19" fmla="*/ 79 h 129"/>
                <a:gd name="T20" fmla="*/ 85 w 115"/>
                <a:gd name="T21" fmla="*/ 57 h 129"/>
                <a:gd name="T22" fmla="*/ 106 w 115"/>
                <a:gd name="T23" fmla="*/ 26 h 129"/>
                <a:gd name="T24" fmla="*/ 84 w 115"/>
                <a:gd name="T25" fmla="*/ 0 h 129"/>
                <a:gd name="T26" fmla="*/ 78 w 115"/>
                <a:gd name="T27" fmla="*/ 7 h 129"/>
                <a:gd name="T28" fmla="*/ 67 w 115"/>
                <a:gd name="T29" fmla="*/ 16 h 129"/>
                <a:gd name="T30" fmla="*/ 49 w 115"/>
                <a:gd name="T31" fmla="*/ 23 h 129"/>
                <a:gd name="T32" fmla="*/ 38 w 115"/>
                <a:gd name="T33" fmla="*/ 18 h 129"/>
                <a:gd name="T34" fmla="*/ 35 w 115"/>
                <a:gd name="T35" fmla="*/ 31 h 129"/>
                <a:gd name="T36" fmla="*/ 22 w 115"/>
                <a:gd name="T37" fmla="*/ 48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5" h="129">
                  <a:moveTo>
                    <a:pt x="22" y="48"/>
                  </a:moveTo>
                  <a:cubicBezTo>
                    <a:pt x="14" y="53"/>
                    <a:pt x="1" y="64"/>
                    <a:pt x="1" y="75"/>
                  </a:cubicBezTo>
                  <a:cubicBezTo>
                    <a:pt x="1" y="86"/>
                    <a:pt x="0" y="106"/>
                    <a:pt x="8" y="113"/>
                  </a:cubicBezTo>
                  <a:cubicBezTo>
                    <a:pt x="16" y="120"/>
                    <a:pt x="21" y="129"/>
                    <a:pt x="24" y="118"/>
                  </a:cubicBezTo>
                  <a:cubicBezTo>
                    <a:pt x="27" y="107"/>
                    <a:pt x="35" y="111"/>
                    <a:pt x="43" y="112"/>
                  </a:cubicBezTo>
                  <a:cubicBezTo>
                    <a:pt x="51" y="112"/>
                    <a:pt x="48" y="104"/>
                    <a:pt x="58" y="104"/>
                  </a:cubicBezTo>
                  <a:cubicBezTo>
                    <a:pt x="65" y="104"/>
                    <a:pt x="73" y="102"/>
                    <a:pt x="81" y="101"/>
                  </a:cubicBezTo>
                  <a:cubicBezTo>
                    <a:pt x="82" y="99"/>
                    <a:pt x="83" y="97"/>
                    <a:pt x="84" y="95"/>
                  </a:cubicBezTo>
                  <a:cubicBezTo>
                    <a:pt x="87" y="90"/>
                    <a:pt x="88" y="84"/>
                    <a:pt x="91" y="79"/>
                  </a:cubicBezTo>
                  <a:cubicBezTo>
                    <a:pt x="91" y="79"/>
                    <a:pt x="91" y="79"/>
                    <a:pt x="91" y="79"/>
                  </a:cubicBezTo>
                  <a:cubicBezTo>
                    <a:pt x="76" y="77"/>
                    <a:pt x="63" y="72"/>
                    <a:pt x="85" y="57"/>
                  </a:cubicBezTo>
                  <a:cubicBezTo>
                    <a:pt x="108" y="42"/>
                    <a:pt x="115" y="42"/>
                    <a:pt x="106" y="26"/>
                  </a:cubicBezTo>
                  <a:cubicBezTo>
                    <a:pt x="99" y="14"/>
                    <a:pt x="92" y="7"/>
                    <a:pt x="84" y="0"/>
                  </a:cubicBezTo>
                  <a:cubicBezTo>
                    <a:pt x="81" y="2"/>
                    <a:pt x="79" y="5"/>
                    <a:pt x="78" y="7"/>
                  </a:cubicBezTo>
                  <a:cubicBezTo>
                    <a:pt x="76" y="12"/>
                    <a:pt x="67" y="8"/>
                    <a:pt x="67" y="16"/>
                  </a:cubicBezTo>
                  <a:cubicBezTo>
                    <a:pt x="67" y="24"/>
                    <a:pt x="62" y="25"/>
                    <a:pt x="49" y="23"/>
                  </a:cubicBezTo>
                  <a:cubicBezTo>
                    <a:pt x="45" y="22"/>
                    <a:pt x="42" y="20"/>
                    <a:pt x="38" y="18"/>
                  </a:cubicBezTo>
                  <a:cubicBezTo>
                    <a:pt x="37" y="22"/>
                    <a:pt x="36" y="28"/>
                    <a:pt x="35" y="31"/>
                  </a:cubicBezTo>
                  <a:cubicBezTo>
                    <a:pt x="32" y="39"/>
                    <a:pt x="30" y="43"/>
                    <a:pt x="22" y="48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57" name="Freeform 156">
              <a:extLst>
                <a:ext uri="{FF2B5EF4-FFF2-40B4-BE49-F238E27FC236}">
                  <a16:creationId xmlns:a16="http://schemas.microsoft.com/office/drawing/2014/main" id="{FEC614B5-5FF2-2E06-837D-356D83548302}"/>
                </a:ext>
              </a:extLst>
            </p:cNvPr>
            <p:cNvSpPr>
              <a:spLocks/>
            </p:cNvSpPr>
            <p:nvPr/>
          </p:nvSpPr>
          <p:spPr bwMode="auto">
            <a:xfrm>
              <a:off x="2630488" y="1849438"/>
              <a:ext cx="169863" cy="47625"/>
            </a:xfrm>
            <a:custGeom>
              <a:avLst/>
              <a:gdLst>
                <a:gd name="T0" fmla="*/ 39 w 188"/>
                <a:gd name="T1" fmla="*/ 44 h 52"/>
                <a:gd name="T2" fmla="*/ 63 w 188"/>
                <a:gd name="T3" fmla="*/ 39 h 52"/>
                <a:gd name="T4" fmla="*/ 78 w 188"/>
                <a:gd name="T5" fmla="*/ 35 h 52"/>
                <a:gd name="T6" fmla="*/ 103 w 188"/>
                <a:gd name="T7" fmla="*/ 25 h 52"/>
                <a:gd name="T8" fmla="*/ 114 w 188"/>
                <a:gd name="T9" fmla="*/ 24 h 52"/>
                <a:gd name="T10" fmla="*/ 127 w 188"/>
                <a:gd name="T11" fmla="*/ 28 h 52"/>
                <a:gd name="T12" fmla="*/ 141 w 188"/>
                <a:gd name="T13" fmla="*/ 35 h 52"/>
                <a:gd name="T14" fmla="*/ 156 w 188"/>
                <a:gd name="T15" fmla="*/ 42 h 52"/>
                <a:gd name="T16" fmla="*/ 168 w 188"/>
                <a:gd name="T17" fmla="*/ 37 h 52"/>
                <a:gd name="T18" fmla="*/ 185 w 188"/>
                <a:gd name="T19" fmla="*/ 33 h 52"/>
                <a:gd name="T20" fmla="*/ 184 w 188"/>
                <a:gd name="T21" fmla="*/ 23 h 52"/>
                <a:gd name="T22" fmla="*/ 173 w 188"/>
                <a:gd name="T23" fmla="*/ 24 h 52"/>
                <a:gd name="T24" fmla="*/ 152 w 188"/>
                <a:gd name="T25" fmla="*/ 26 h 52"/>
                <a:gd name="T26" fmla="*/ 137 w 188"/>
                <a:gd name="T27" fmla="*/ 17 h 52"/>
                <a:gd name="T28" fmla="*/ 115 w 188"/>
                <a:gd name="T29" fmla="*/ 2 h 52"/>
                <a:gd name="T30" fmla="*/ 96 w 188"/>
                <a:gd name="T31" fmla="*/ 5 h 52"/>
                <a:gd name="T32" fmla="*/ 81 w 188"/>
                <a:gd name="T33" fmla="*/ 12 h 52"/>
                <a:gd name="T34" fmla="*/ 65 w 188"/>
                <a:gd name="T35" fmla="*/ 14 h 52"/>
                <a:gd name="T36" fmla="*/ 42 w 188"/>
                <a:gd name="T37" fmla="*/ 20 h 52"/>
                <a:gd name="T38" fmla="*/ 23 w 188"/>
                <a:gd name="T39" fmla="*/ 15 h 52"/>
                <a:gd name="T40" fmla="*/ 3 w 188"/>
                <a:gd name="T41" fmla="*/ 18 h 52"/>
                <a:gd name="T42" fmla="*/ 1 w 188"/>
                <a:gd name="T43" fmla="*/ 52 h 52"/>
                <a:gd name="T44" fmla="*/ 12 w 188"/>
                <a:gd name="T45" fmla="*/ 47 h 52"/>
                <a:gd name="T46" fmla="*/ 39 w 188"/>
                <a:gd name="T47" fmla="*/ 44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88" h="52">
                  <a:moveTo>
                    <a:pt x="39" y="44"/>
                  </a:moveTo>
                  <a:cubicBezTo>
                    <a:pt x="50" y="44"/>
                    <a:pt x="59" y="43"/>
                    <a:pt x="63" y="39"/>
                  </a:cubicBezTo>
                  <a:cubicBezTo>
                    <a:pt x="68" y="36"/>
                    <a:pt x="70" y="35"/>
                    <a:pt x="78" y="35"/>
                  </a:cubicBezTo>
                  <a:cubicBezTo>
                    <a:pt x="87" y="34"/>
                    <a:pt x="100" y="31"/>
                    <a:pt x="103" y="25"/>
                  </a:cubicBezTo>
                  <a:cubicBezTo>
                    <a:pt x="105" y="20"/>
                    <a:pt x="111" y="21"/>
                    <a:pt x="114" y="24"/>
                  </a:cubicBezTo>
                  <a:cubicBezTo>
                    <a:pt x="118" y="27"/>
                    <a:pt x="121" y="28"/>
                    <a:pt x="127" y="28"/>
                  </a:cubicBezTo>
                  <a:cubicBezTo>
                    <a:pt x="133" y="29"/>
                    <a:pt x="137" y="31"/>
                    <a:pt x="141" y="35"/>
                  </a:cubicBezTo>
                  <a:cubicBezTo>
                    <a:pt x="144" y="39"/>
                    <a:pt x="151" y="42"/>
                    <a:pt x="156" y="42"/>
                  </a:cubicBezTo>
                  <a:cubicBezTo>
                    <a:pt x="162" y="43"/>
                    <a:pt x="160" y="37"/>
                    <a:pt x="168" y="37"/>
                  </a:cubicBezTo>
                  <a:cubicBezTo>
                    <a:pt x="177" y="37"/>
                    <a:pt x="183" y="35"/>
                    <a:pt x="185" y="33"/>
                  </a:cubicBezTo>
                  <a:cubicBezTo>
                    <a:pt x="188" y="31"/>
                    <a:pt x="188" y="26"/>
                    <a:pt x="184" y="23"/>
                  </a:cubicBezTo>
                  <a:cubicBezTo>
                    <a:pt x="180" y="20"/>
                    <a:pt x="177" y="22"/>
                    <a:pt x="173" y="24"/>
                  </a:cubicBezTo>
                  <a:cubicBezTo>
                    <a:pt x="168" y="26"/>
                    <a:pt x="160" y="28"/>
                    <a:pt x="152" y="26"/>
                  </a:cubicBezTo>
                  <a:cubicBezTo>
                    <a:pt x="144" y="23"/>
                    <a:pt x="143" y="23"/>
                    <a:pt x="137" y="17"/>
                  </a:cubicBezTo>
                  <a:cubicBezTo>
                    <a:pt x="132" y="10"/>
                    <a:pt x="124" y="1"/>
                    <a:pt x="115" y="2"/>
                  </a:cubicBezTo>
                  <a:cubicBezTo>
                    <a:pt x="107" y="3"/>
                    <a:pt x="97" y="0"/>
                    <a:pt x="96" y="5"/>
                  </a:cubicBezTo>
                  <a:cubicBezTo>
                    <a:pt x="94" y="10"/>
                    <a:pt x="88" y="12"/>
                    <a:pt x="81" y="12"/>
                  </a:cubicBezTo>
                  <a:cubicBezTo>
                    <a:pt x="73" y="12"/>
                    <a:pt x="68" y="10"/>
                    <a:pt x="65" y="14"/>
                  </a:cubicBezTo>
                  <a:cubicBezTo>
                    <a:pt x="62" y="19"/>
                    <a:pt x="51" y="21"/>
                    <a:pt x="42" y="20"/>
                  </a:cubicBezTo>
                  <a:cubicBezTo>
                    <a:pt x="34" y="20"/>
                    <a:pt x="28" y="15"/>
                    <a:pt x="23" y="15"/>
                  </a:cubicBezTo>
                  <a:cubicBezTo>
                    <a:pt x="18" y="15"/>
                    <a:pt x="10" y="17"/>
                    <a:pt x="3" y="18"/>
                  </a:cubicBezTo>
                  <a:cubicBezTo>
                    <a:pt x="4" y="33"/>
                    <a:pt x="0" y="40"/>
                    <a:pt x="1" y="52"/>
                  </a:cubicBezTo>
                  <a:cubicBezTo>
                    <a:pt x="4" y="49"/>
                    <a:pt x="8" y="47"/>
                    <a:pt x="12" y="47"/>
                  </a:cubicBezTo>
                  <a:cubicBezTo>
                    <a:pt x="22" y="46"/>
                    <a:pt x="28" y="44"/>
                    <a:pt x="39" y="44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77" name="Freeform 176">
              <a:extLst>
                <a:ext uri="{FF2B5EF4-FFF2-40B4-BE49-F238E27FC236}">
                  <a16:creationId xmlns:a16="http://schemas.microsoft.com/office/drawing/2014/main" id="{07251496-14DC-F97C-0130-7F8110FCC27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65863" y="2927351"/>
              <a:ext cx="681038" cy="1006475"/>
            </a:xfrm>
            <a:custGeom>
              <a:avLst/>
              <a:gdLst>
                <a:gd name="T0" fmla="*/ 24 w 749"/>
                <a:gd name="T1" fmla="*/ 323 h 1107"/>
                <a:gd name="T2" fmla="*/ 8 w 749"/>
                <a:gd name="T3" fmla="*/ 325 h 1107"/>
                <a:gd name="T4" fmla="*/ 1 w 749"/>
                <a:gd name="T5" fmla="*/ 313 h 1107"/>
                <a:gd name="T6" fmla="*/ 10 w 749"/>
                <a:gd name="T7" fmla="*/ 304 h 1107"/>
                <a:gd name="T8" fmla="*/ 17 w 749"/>
                <a:gd name="T9" fmla="*/ 301 h 1107"/>
                <a:gd name="T10" fmla="*/ 24 w 749"/>
                <a:gd name="T11" fmla="*/ 323 h 1107"/>
                <a:gd name="T12" fmla="*/ 615 w 749"/>
                <a:gd name="T13" fmla="*/ 1074 h 1107"/>
                <a:gd name="T14" fmla="*/ 598 w 749"/>
                <a:gd name="T15" fmla="*/ 1067 h 1107"/>
                <a:gd name="T16" fmla="*/ 585 w 749"/>
                <a:gd name="T17" fmla="*/ 1078 h 1107"/>
                <a:gd name="T18" fmla="*/ 589 w 749"/>
                <a:gd name="T19" fmla="*/ 1095 h 1107"/>
                <a:gd name="T20" fmla="*/ 615 w 749"/>
                <a:gd name="T21" fmla="*/ 1099 h 1107"/>
                <a:gd name="T22" fmla="*/ 615 w 749"/>
                <a:gd name="T23" fmla="*/ 1074 h 1107"/>
                <a:gd name="T24" fmla="*/ 736 w 749"/>
                <a:gd name="T25" fmla="*/ 1009 h 1107"/>
                <a:gd name="T26" fmla="*/ 724 w 749"/>
                <a:gd name="T27" fmla="*/ 1012 h 1107"/>
                <a:gd name="T28" fmla="*/ 713 w 749"/>
                <a:gd name="T29" fmla="*/ 1021 h 1107"/>
                <a:gd name="T30" fmla="*/ 714 w 749"/>
                <a:gd name="T31" fmla="*/ 1037 h 1107"/>
                <a:gd name="T32" fmla="*/ 739 w 749"/>
                <a:gd name="T33" fmla="*/ 1038 h 1107"/>
                <a:gd name="T34" fmla="*/ 736 w 749"/>
                <a:gd name="T35" fmla="*/ 1009 h 1107"/>
                <a:gd name="T36" fmla="*/ 606 w 749"/>
                <a:gd name="T37" fmla="*/ 11 h 1107"/>
                <a:gd name="T38" fmla="*/ 606 w 749"/>
                <a:gd name="T39" fmla="*/ 8 h 1107"/>
                <a:gd name="T40" fmla="*/ 604 w 749"/>
                <a:gd name="T41" fmla="*/ 2 h 1107"/>
                <a:gd name="T42" fmla="*/ 594 w 749"/>
                <a:gd name="T43" fmla="*/ 4 h 1107"/>
                <a:gd name="T44" fmla="*/ 587 w 749"/>
                <a:gd name="T45" fmla="*/ 12 h 1107"/>
                <a:gd name="T46" fmla="*/ 594 w 749"/>
                <a:gd name="T47" fmla="*/ 24 h 1107"/>
                <a:gd name="T48" fmla="*/ 606 w 749"/>
                <a:gd name="T49" fmla="*/ 28 h 1107"/>
                <a:gd name="T50" fmla="*/ 610 w 749"/>
                <a:gd name="T51" fmla="*/ 21 h 1107"/>
                <a:gd name="T52" fmla="*/ 609 w 749"/>
                <a:gd name="T53" fmla="*/ 15 h 1107"/>
                <a:gd name="T54" fmla="*/ 606 w 749"/>
                <a:gd name="T55" fmla="*/ 11 h 1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749" h="1107">
                  <a:moveTo>
                    <a:pt x="24" y="323"/>
                  </a:moveTo>
                  <a:cubicBezTo>
                    <a:pt x="22" y="327"/>
                    <a:pt x="15" y="327"/>
                    <a:pt x="8" y="325"/>
                  </a:cubicBezTo>
                  <a:cubicBezTo>
                    <a:pt x="2" y="324"/>
                    <a:pt x="0" y="319"/>
                    <a:pt x="1" y="313"/>
                  </a:cubicBezTo>
                  <a:cubicBezTo>
                    <a:pt x="3" y="307"/>
                    <a:pt x="9" y="309"/>
                    <a:pt x="10" y="304"/>
                  </a:cubicBezTo>
                  <a:cubicBezTo>
                    <a:pt x="10" y="299"/>
                    <a:pt x="17" y="301"/>
                    <a:pt x="17" y="301"/>
                  </a:cubicBezTo>
                  <a:cubicBezTo>
                    <a:pt x="29" y="302"/>
                    <a:pt x="25" y="318"/>
                    <a:pt x="24" y="323"/>
                  </a:cubicBezTo>
                  <a:close/>
                  <a:moveTo>
                    <a:pt x="615" y="1074"/>
                  </a:moveTo>
                  <a:cubicBezTo>
                    <a:pt x="615" y="1074"/>
                    <a:pt x="603" y="1065"/>
                    <a:pt x="598" y="1067"/>
                  </a:cubicBezTo>
                  <a:cubicBezTo>
                    <a:pt x="592" y="1069"/>
                    <a:pt x="590" y="1076"/>
                    <a:pt x="585" y="1078"/>
                  </a:cubicBezTo>
                  <a:cubicBezTo>
                    <a:pt x="580" y="1079"/>
                    <a:pt x="575" y="1087"/>
                    <a:pt x="589" y="1095"/>
                  </a:cubicBezTo>
                  <a:cubicBezTo>
                    <a:pt x="603" y="1104"/>
                    <a:pt x="613" y="1107"/>
                    <a:pt x="615" y="1099"/>
                  </a:cubicBezTo>
                  <a:cubicBezTo>
                    <a:pt x="617" y="1091"/>
                    <a:pt x="620" y="1080"/>
                    <a:pt x="615" y="1074"/>
                  </a:cubicBezTo>
                  <a:close/>
                  <a:moveTo>
                    <a:pt x="736" y="1009"/>
                  </a:moveTo>
                  <a:cubicBezTo>
                    <a:pt x="736" y="1009"/>
                    <a:pt x="727" y="1007"/>
                    <a:pt x="724" y="1012"/>
                  </a:cubicBezTo>
                  <a:cubicBezTo>
                    <a:pt x="722" y="1018"/>
                    <a:pt x="717" y="1021"/>
                    <a:pt x="713" y="1021"/>
                  </a:cubicBezTo>
                  <a:cubicBezTo>
                    <a:pt x="710" y="1021"/>
                    <a:pt x="708" y="1033"/>
                    <a:pt x="714" y="1037"/>
                  </a:cubicBezTo>
                  <a:cubicBezTo>
                    <a:pt x="721" y="1042"/>
                    <a:pt x="739" y="1049"/>
                    <a:pt x="739" y="1038"/>
                  </a:cubicBezTo>
                  <a:cubicBezTo>
                    <a:pt x="740" y="1027"/>
                    <a:pt x="749" y="1013"/>
                    <a:pt x="736" y="1009"/>
                  </a:cubicBezTo>
                  <a:close/>
                  <a:moveTo>
                    <a:pt x="606" y="11"/>
                  </a:moveTo>
                  <a:cubicBezTo>
                    <a:pt x="606" y="10"/>
                    <a:pt x="606" y="9"/>
                    <a:pt x="606" y="8"/>
                  </a:cubicBezTo>
                  <a:cubicBezTo>
                    <a:pt x="606" y="6"/>
                    <a:pt x="606" y="3"/>
                    <a:pt x="604" y="2"/>
                  </a:cubicBezTo>
                  <a:cubicBezTo>
                    <a:pt x="602" y="0"/>
                    <a:pt x="595" y="1"/>
                    <a:pt x="594" y="4"/>
                  </a:cubicBezTo>
                  <a:cubicBezTo>
                    <a:pt x="593" y="7"/>
                    <a:pt x="587" y="9"/>
                    <a:pt x="587" y="12"/>
                  </a:cubicBezTo>
                  <a:cubicBezTo>
                    <a:pt x="587" y="14"/>
                    <a:pt x="591" y="19"/>
                    <a:pt x="594" y="24"/>
                  </a:cubicBezTo>
                  <a:cubicBezTo>
                    <a:pt x="597" y="28"/>
                    <a:pt x="602" y="29"/>
                    <a:pt x="606" y="28"/>
                  </a:cubicBezTo>
                  <a:cubicBezTo>
                    <a:pt x="609" y="27"/>
                    <a:pt x="610" y="24"/>
                    <a:pt x="610" y="21"/>
                  </a:cubicBezTo>
                  <a:cubicBezTo>
                    <a:pt x="610" y="19"/>
                    <a:pt x="610" y="17"/>
                    <a:pt x="609" y="15"/>
                  </a:cubicBezTo>
                  <a:cubicBezTo>
                    <a:pt x="608" y="13"/>
                    <a:pt x="607" y="12"/>
                    <a:pt x="606" y="11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78" name="Freeform 177">
              <a:extLst>
                <a:ext uri="{FF2B5EF4-FFF2-40B4-BE49-F238E27FC236}">
                  <a16:creationId xmlns:a16="http://schemas.microsoft.com/office/drawing/2014/main" id="{CD6C1B54-71B7-043C-A757-E722B7835784}"/>
                </a:ext>
              </a:extLst>
            </p:cNvPr>
            <p:cNvSpPr>
              <a:spLocks/>
            </p:cNvSpPr>
            <p:nvPr/>
          </p:nvSpPr>
          <p:spPr bwMode="auto">
            <a:xfrm>
              <a:off x="5561013" y="2379663"/>
              <a:ext cx="454025" cy="565150"/>
            </a:xfrm>
            <a:custGeom>
              <a:avLst/>
              <a:gdLst>
                <a:gd name="T0" fmla="*/ 494 w 501"/>
                <a:gd name="T1" fmla="*/ 86 h 621"/>
                <a:gd name="T2" fmla="*/ 501 w 501"/>
                <a:gd name="T3" fmla="*/ 67 h 621"/>
                <a:gd name="T4" fmla="*/ 475 w 501"/>
                <a:gd name="T5" fmla="*/ 64 h 621"/>
                <a:gd name="T6" fmla="*/ 469 w 501"/>
                <a:gd name="T7" fmla="*/ 63 h 621"/>
                <a:gd name="T8" fmla="*/ 406 w 501"/>
                <a:gd name="T9" fmla="*/ 58 h 621"/>
                <a:gd name="T10" fmla="*/ 314 w 501"/>
                <a:gd name="T11" fmla="*/ 90 h 621"/>
                <a:gd name="T12" fmla="*/ 213 w 501"/>
                <a:gd name="T13" fmla="*/ 46 h 621"/>
                <a:gd name="T14" fmla="*/ 139 w 501"/>
                <a:gd name="T15" fmla="*/ 35 h 621"/>
                <a:gd name="T16" fmla="*/ 136 w 501"/>
                <a:gd name="T17" fmla="*/ 34 h 621"/>
                <a:gd name="T18" fmla="*/ 133 w 501"/>
                <a:gd name="T19" fmla="*/ 34 h 621"/>
                <a:gd name="T20" fmla="*/ 131 w 501"/>
                <a:gd name="T21" fmla="*/ 33 h 621"/>
                <a:gd name="T22" fmla="*/ 129 w 501"/>
                <a:gd name="T23" fmla="*/ 32 h 621"/>
                <a:gd name="T24" fmla="*/ 128 w 501"/>
                <a:gd name="T25" fmla="*/ 31 h 621"/>
                <a:gd name="T26" fmla="*/ 126 w 501"/>
                <a:gd name="T27" fmla="*/ 30 h 621"/>
                <a:gd name="T28" fmla="*/ 125 w 501"/>
                <a:gd name="T29" fmla="*/ 29 h 621"/>
                <a:gd name="T30" fmla="*/ 124 w 501"/>
                <a:gd name="T31" fmla="*/ 28 h 621"/>
                <a:gd name="T32" fmla="*/ 123 w 501"/>
                <a:gd name="T33" fmla="*/ 26 h 621"/>
                <a:gd name="T34" fmla="*/ 122 w 501"/>
                <a:gd name="T35" fmla="*/ 25 h 621"/>
                <a:gd name="T36" fmla="*/ 121 w 501"/>
                <a:gd name="T37" fmla="*/ 24 h 621"/>
                <a:gd name="T38" fmla="*/ 121 w 501"/>
                <a:gd name="T39" fmla="*/ 24 h 621"/>
                <a:gd name="T40" fmla="*/ 120 w 501"/>
                <a:gd name="T41" fmla="*/ 23 h 621"/>
                <a:gd name="T42" fmla="*/ 119 w 501"/>
                <a:gd name="T43" fmla="*/ 23 h 621"/>
                <a:gd name="T44" fmla="*/ 96 w 501"/>
                <a:gd name="T45" fmla="*/ 14 h 621"/>
                <a:gd name="T46" fmla="*/ 40 w 501"/>
                <a:gd name="T47" fmla="*/ 14 h 621"/>
                <a:gd name="T48" fmla="*/ 14 w 501"/>
                <a:gd name="T49" fmla="*/ 42 h 621"/>
                <a:gd name="T50" fmla="*/ 13 w 501"/>
                <a:gd name="T51" fmla="*/ 44 h 621"/>
                <a:gd name="T52" fmla="*/ 12 w 501"/>
                <a:gd name="T53" fmla="*/ 45 h 621"/>
                <a:gd name="T54" fmla="*/ 11 w 501"/>
                <a:gd name="T55" fmla="*/ 46 h 621"/>
                <a:gd name="T56" fmla="*/ 29 w 501"/>
                <a:gd name="T57" fmla="*/ 78 h 621"/>
                <a:gd name="T58" fmla="*/ 42 w 501"/>
                <a:gd name="T59" fmla="*/ 126 h 621"/>
                <a:gd name="T60" fmla="*/ 66 w 501"/>
                <a:gd name="T61" fmla="*/ 176 h 621"/>
                <a:gd name="T62" fmla="*/ 34 w 501"/>
                <a:gd name="T63" fmla="*/ 255 h 621"/>
                <a:gd name="T64" fmla="*/ 0 w 501"/>
                <a:gd name="T65" fmla="*/ 319 h 621"/>
                <a:gd name="T66" fmla="*/ 29 w 501"/>
                <a:gd name="T67" fmla="*/ 317 h 621"/>
                <a:gd name="T68" fmla="*/ 26 w 501"/>
                <a:gd name="T69" fmla="*/ 341 h 621"/>
                <a:gd name="T70" fmla="*/ 5 w 501"/>
                <a:gd name="T71" fmla="*/ 373 h 621"/>
                <a:gd name="T72" fmla="*/ 13 w 501"/>
                <a:gd name="T73" fmla="*/ 381 h 621"/>
                <a:gd name="T74" fmla="*/ 22 w 501"/>
                <a:gd name="T75" fmla="*/ 388 h 621"/>
                <a:gd name="T76" fmla="*/ 26 w 501"/>
                <a:gd name="T77" fmla="*/ 392 h 621"/>
                <a:gd name="T78" fmla="*/ 39 w 501"/>
                <a:gd name="T79" fmla="*/ 401 h 621"/>
                <a:gd name="T80" fmla="*/ 45 w 501"/>
                <a:gd name="T81" fmla="*/ 405 h 621"/>
                <a:gd name="T82" fmla="*/ 54 w 501"/>
                <a:gd name="T83" fmla="*/ 411 h 621"/>
                <a:gd name="T84" fmla="*/ 252 w 501"/>
                <a:gd name="T85" fmla="*/ 554 h 621"/>
                <a:gd name="T86" fmla="*/ 365 w 501"/>
                <a:gd name="T87" fmla="*/ 587 h 621"/>
                <a:gd name="T88" fmla="*/ 398 w 501"/>
                <a:gd name="T89" fmla="*/ 511 h 621"/>
                <a:gd name="T90" fmla="*/ 439 w 501"/>
                <a:gd name="T91" fmla="*/ 466 h 621"/>
                <a:gd name="T92" fmla="*/ 485 w 501"/>
                <a:gd name="T93" fmla="*/ 436 h 621"/>
                <a:gd name="T94" fmla="*/ 452 w 501"/>
                <a:gd name="T95" fmla="*/ 379 h 621"/>
                <a:gd name="T96" fmla="*/ 454 w 501"/>
                <a:gd name="T97" fmla="*/ 130 h 6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501" h="621">
                  <a:moveTo>
                    <a:pt x="454" y="130"/>
                  </a:moveTo>
                  <a:cubicBezTo>
                    <a:pt x="458" y="126"/>
                    <a:pt x="484" y="103"/>
                    <a:pt x="494" y="86"/>
                  </a:cubicBezTo>
                  <a:cubicBezTo>
                    <a:pt x="498" y="80"/>
                    <a:pt x="500" y="73"/>
                    <a:pt x="501" y="67"/>
                  </a:cubicBezTo>
                  <a:cubicBezTo>
                    <a:pt x="501" y="67"/>
                    <a:pt x="501" y="67"/>
                    <a:pt x="501" y="67"/>
                  </a:cubicBezTo>
                  <a:cubicBezTo>
                    <a:pt x="494" y="68"/>
                    <a:pt x="485" y="66"/>
                    <a:pt x="476" y="64"/>
                  </a:cubicBezTo>
                  <a:cubicBezTo>
                    <a:pt x="475" y="64"/>
                    <a:pt x="475" y="64"/>
                    <a:pt x="475" y="64"/>
                  </a:cubicBezTo>
                  <a:cubicBezTo>
                    <a:pt x="474" y="64"/>
                    <a:pt x="473" y="64"/>
                    <a:pt x="473" y="64"/>
                  </a:cubicBezTo>
                  <a:cubicBezTo>
                    <a:pt x="472" y="63"/>
                    <a:pt x="470" y="63"/>
                    <a:pt x="469" y="63"/>
                  </a:cubicBezTo>
                  <a:cubicBezTo>
                    <a:pt x="452" y="60"/>
                    <a:pt x="458" y="46"/>
                    <a:pt x="440" y="43"/>
                  </a:cubicBezTo>
                  <a:cubicBezTo>
                    <a:pt x="421" y="40"/>
                    <a:pt x="426" y="56"/>
                    <a:pt x="406" y="58"/>
                  </a:cubicBezTo>
                  <a:cubicBezTo>
                    <a:pt x="386" y="59"/>
                    <a:pt x="393" y="60"/>
                    <a:pt x="377" y="84"/>
                  </a:cubicBezTo>
                  <a:cubicBezTo>
                    <a:pt x="361" y="108"/>
                    <a:pt x="332" y="92"/>
                    <a:pt x="314" y="90"/>
                  </a:cubicBezTo>
                  <a:cubicBezTo>
                    <a:pt x="297" y="87"/>
                    <a:pt x="289" y="90"/>
                    <a:pt x="266" y="83"/>
                  </a:cubicBezTo>
                  <a:cubicBezTo>
                    <a:pt x="244" y="76"/>
                    <a:pt x="237" y="70"/>
                    <a:pt x="213" y="46"/>
                  </a:cubicBezTo>
                  <a:cubicBezTo>
                    <a:pt x="189" y="22"/>
                    <a:pt x="162" y="35"/>
                    <a:pt x="142" y="35"/>
                  </a:cubicBezTo>
                  <a:cubicBezTo>
                    <a:pt x="141" y="35"/>
                    <a:pt x="140" y="35"/>
                    <a:pt x="139" y="35"/>
                  </a:cubicBezTo>
                  <a:cubicBezTo>
                    <a:pt x="138" y="35"/>
                    <a:pt x="138" y="35"/>
                    <a:pt x="138" y="35"/>
                  </a:cubicBezTo>
                  <a:cubicBezTo>
                    <a:pt x="137" y="35"/>
                    <a:pt x="137" y="35"/>
                    <a:pt x="136" y="34"/>
                  </a:cubicBezTo>
                  <a:cubicBezTo>
                    <a:pt x="135" y="34"/>
                    <a:pt x="135" y="34"/>
                    <a:pt x="135" y="34"/>
                  </a:cubicBezTo>
                  <a:cubicBezTo>
                    <a:pt x="134" y="34"/>
                    <a:pt x="134" y="34"/>
                    <a:pt x="133" y="34"/>
                  </a:cubicBezTo>
                  <a:cubicBezTo>
                    <a:pt x="133" y="34"/>
                    <a:pt x="133" y="34"/>
                    <a:pt x="132" y="34"/>
                  </a:cubicBezTo>
                  <a:cubicBezTo>
                    <a:pt x="132" y="33"/>
                    <a:pt x="132" y="33"/>
                    <a:pt x="131" y="33"/>
                  </a:cubicBezTo>
                  <a:cubicBezTo>
                    <a:pt x="131" y="33"/>
                    <a:pt x="131" y="33"/>
                    <a:pt x="130" y="33"/>
                  </a:cubicBezTo>
                  <a:cubicBezTo>
                    <a:pt x="130" y="32"/>
                    <a:pt x="130" y="32"/>
                    <a:pt x="129" y="32"/>
                  </a:cubicBezTo>
                  <a:cubicBezTo>
                    <a:pt x="129" y="32"/>
                    <a:pt x="129" y="32"/>
                    <a:pt x="129" y="32"/>
                  </a:cubicBezTo>
                  <a:cubicBezTo>
                    <a:pt x="128" y="31"/>
                    <a:pt x="128" y="31"/>
                    <a:pt x="128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7" y="30"/>
                    <a:pt x="126" y="30"/>
                    <a:pt x="126" y="30"/>
                  </a:cubicBezTo>
                  <a:cubicBezTo>
                    <a:pt x="126" y="30"/>
                    <a:pt x="126" y="30"/>
                    <a:pt x="126" y="29"/>
                  </a:cubicBezTo>
                  <a:cubicBezTo>
                    <a:pt x="125" y="29"/>
                    <a:pt x="125" y="29"/>
                    <a:pt x="125" y="29"/>
                  </a:cubicBezTo>
                  <a:cubicBezTo>
                    <a:pt x="125" y="28"/>
                    <a:pt x="125" y="28"/>
                    <a:pt x="125" y="28"/>
                  </a:cubicBezTo>
                  <a:cubicBezTo>
                    <a:pt x="124" y="28"/>
                    <a:pt x="124" y="28"/>
                    <a:pt x="124" y="28"/>
                  </a:cubicBezTo>
                  <a:cubicBezTo>
                    <a:pt x="124" y="27"/>
                    <a:pt x="124" y="27"/>
                    <a:pt x="124" y="27"/>
                  </a:cubicBezTo>
                  <a:cubicBezTo>
                    <a:pt x="123" y="27"/>
                    <a:pt x="123" y="27"/>
                    <a:pt x="123" y="26"/>
                  </a:cubicBezTo>
                  <a:cubicBezTo>
                    <a:pt x="123" y="26"/>
                    <a:pt x="123" y="26"/>
                    <a:pt x="123" y="26"/>
                  </a:cubicBezTo>
                  <a:cubicBezTo>
                    <a:pt x="122" y="25"/>
                    <a:pt x="122" y="25"/>
                    <a:pt x="122" y="25"/>
                  </a:cubicBezTo>
                  <a:cubicBezTo>
                    <a:pt x="122" y="25"/>
                    <a:pt x="122" y="25"/>
                    <a:pt x="122" y="25"/>
                  </a:cubicBezTo>
                  <a:cubicBezTo>
                    <a:pt x="122" y="25"/>
                    <a:pt x="122" y="24"/>
                    <a:pt x="121" y="24"/>
                  </a:cubicBezTo>
                  <a:cubicBezTo>
                    <a:pt x="121" y="24"/>
                    <a:pt x="121" y="24"/>
                    <a:pt x="121" y="24"/>
                  </a:cubicBezTo>
                  <a:cubicBezTo>
                    <a:pt x="121" y="24"/>
                    <a:pt x="121" y="24"/>
                    <a:pt x="121" y="24"/>
                  </a:cubicBezTo>
                  <a:cubicBezTo>
                    <a:pt x="121" y="23"/>
                    <a:pt x="120" y="23"/>
                    <a:pt x="120" y="23"/>
                  </a:cubicBezTo>
                  <a:cubicBezTo>
                    <a:pt x="120" y="23"/>
                    <a:pt x="120" y="23"/>
                    <a:pt x="120" y="23"/>
                  </a:cubicBezTo>
                  <a:cubicBezTo>
                    <a:pt x="120" y="23"/>
                    <a:pt x="120" y="23"/>
                    <a:pt x="119" y="23"/>
                  </a:cubicBezTo>
                  <a:cubicBezTo>
                    <a:pt x="119" y="23"/>
                    <a:pt x="119" y="23"/>
                    <a:pt x="119" y="23"/>
                  </a:cubicBezTo>
                  <a:cubicBezTo>
                    <a:pt x="119" y="23"/>
                    <a:pt x="119" y="23"/>
                    <a:pt x="118" y="23"/>
                  </a:cubicBezTo>
                  <a:cubicBezTo>
                    <a:pt x="113" y="24"/>
                    <a:pt x="101" y="22"/>
                    <a:pt x="96" y="14"/>
                  </a:cubicBezTo>
                  <a:cubicBezTo>
                    <a:pt x="90" y="6"/>
                    <a:pt x="92" y="0"/>
                    <a:pt x="76" y="0"/>
                  </a:cubicBezTo>
                  <a:cubicBezTo>
                    <a:pt x="60" y="0"/>
                    <a:pt x="54" y="14"/>
                    <a:pt x="40" y="14"/>
                  </a:cubicBezTo>
                  <a:cubicBezTo>
                    <a:pt x="25" y="14"/>
                    <a:pt x="18" y="23"/>
                    <a:pt x="14" y="39"/>
                  </a:cubicBezTo>
                  <a:cubicBezTo>
                    <a:pt x="14" y="40"/>
                    <a:pt x="14" y="41"/>
                    <a:pt x="14" y="42"/>
                  </a:cubicBezTo>
                  <a:cubicBezTo>
                    <a:pt x="13" y="42"/>
                    <a:pt x="13" y="43"/>
                    <a:pt x="13" y="43"/>
                  </a:cubicBezTo>
                  <a:cubicBezTo>
                    <a:pt x="13" y="43"/>
                    <a:pt x="13" y="43"/>
                    <a:pt x="13" y="44"/>
                  </a:cubicBezTo>
                  <a:cubicBezTo>
                    <a:pt x="12" y="44"/>
                    <a:pt x="12" y="45"/>
                    <a:pt x="12" y="45"/>
                  </a:cubicBezTo>
                  <a:cubicBezTo>
                    <a:pt x="12" y="45"/>
                    <a:pt x="12" y="45"/>
                    <a:pt x="12" y="45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3" y="52"/>
                    <a:pt x="16" y="59"/>
                    <a:pt x="16" y="63"/>
                  </a:cubicBezTo>
                  <a:cubicBezTo>
                    <a:pt x="16" y="71"/>
                    <a:pt x="17" y="78"/>
                    <a:pt x="29" y="78"/>
                  </a:cubicBezTo>
                  <a:cubicBezTo>
                    <a:pt x="41" y="78"/>
                    <a:pt x="34" y="94"/>
                    <a:pt x="34" y="102"/>
                  </a:cubicBezTo>
                  <a:cubicBezTo>
                    <a:pt x="34" y="110"/>
                    <a:pt x="37" y="122"/>
                    <a:pt x="42" y="126"/>
                  </a:cubicBezTo>
                  <a:cubicBezTo>
                    <a:pt x="48" y="130"/>
                    <a:pt x="48" y="143"/>
                    <a:pt x="57" y="148"/>
                  </a:cubicBezTo>
                  <a:cubicBezTo>
                    <a:pt x="66" y="154"/>
                    <a:pt x="66" y="167"/>
                    <a:pt x="66" y="176"/>
                  </a:cubicBezTo>
                  <a:cubicBezTo>
                    <a:pt x="66" y="186"/>
                    <a:pt x="74" y="204"/>
                    <a:pt x="64" y="222"/>
                  </a:cubicBezTo>
                  <a:cubicBezTo>
                    <a:pt x="53" y="239"/>
                    <a:pt x="42" y="242"/>
                    <a:pt x="34" y="255"/>
                  </a:cubicBezTo>
                  <a:cubicBezTo>
                    <a:pt x="26" y="268"/>
                    <a:pt x="10" y="283"/>
                    <a:pt x="4" y="304"/>
                  </a:cubicBezTo>
                  <a:cubicBezTo>
                    <a:pt x="2" y="309"/>
                    <a:pt x="1" y="314"/>
                    <a:pt x="0" y="319"/>
                  </a:cubicBezTo>
                  <a:cubicBezTo>
                    <a:pt x="4" y="321"/>
                    <a:pt x="7" y="324"/>
                    <a:pt x="11" y="325"/>
                  </a:cubicBezTo>
                  <a:cubicBezTo>
                    <a:pt x="17" y="326"/>
                    <a:pt x="20" y="317"/>
                    <a:pt x="29" y="317"/>
                  </a:cubicBezTo>
                  <a:cubicBezTo>
                    <a:pt x="38" y="317"/>
                    <a:pt x="46" y="325"/>
                    <a:pt x="43" y="330"/>
                  </a:cubicBezTo>
                  <a:cubicBezTo>
                    <a:pt x="40" y="335"/>
                    <a:pt x="33" y="339"/>
                    <a:pt x="26" y="341"/>
                  </a:cubicBezTo>
                  <a:cubicBezTo>
                    <a:pt x="20" y="343"/>
                    <a:pt x="14" y="345"/>
                    <a:pt x="7" y="353"/>
                  </a:cubicBezTo>
                  <a:cubicBezTo>
                    <a:pt x="4" y="357"/>
                    <a:pt x="4" y="365"/>
                    <a:pt x="5" y="373"/>
                  </a:cubicBezTo>
                  <a:cubicBezTo>
                    <a:pt x="6" y="374"/>
                    <a:pt x="8" y="376"/>
                    <a:pt x="10" y="378"/>
                  </a:cubicBezTo>
                  <a:cubicBezTo>
                    <a:pt x="11" y="379"/>
                    <a:pt x="12" y="380"/>
                    <a:pt x="13" y="381"/>
                  </a:cubicBezTo>
                  <a:cubicBezTo>
                    <a:pt x="13" y="381"/>
                    <a:pt x="13" y="381"/>
                    <a:pt x="13" y="381"/>
                  </a:cubicBezTo>
                  <a:cubicBezTo>
                    <a:pt x="16" y="384"/>
                    <a:pt x="18" y="386"/>
                    <a:pt x="22" y="388"/>
                  </a:cubicBezTo>
                  <a:cubicBezTo>
                    <a:pt x="22" y="389"/>
                    <a:pt x="22" y="389"/>
                    <a:pt x="22" y="389"/>
                  </a:cubicBezTo>
                  <a:cubicBezTo>
                    <a:pt x="23" y="390"/>
                    <a:pt x="25" y="391"/>
                    <a:pt x="26" y="392"/>
                  </a:cubicBezTo>
                  <a:cubicBezTo>
                    <a:pt x="27" y="392"/>
                    <a:pt x="27" y="392"/>
                    <a:pt x="27" y="393"/>
                  </a:cubicBezTo>
                  <a:cubicBezTo>
                    <a:pt x="31" y="395"/>
                    <a:pt x="34" y="398"/>
                    <a:pt x="39" y="401"/>
                  </a:cubicBezTo>
                  <a:cubicBezTo>
                    <a:pt x="39" y="401"/>
                    <a:pt x="40" y="401"/>
                    <a:pt x="40" y="402"/>
                  </a:cubicBezTo>
                  <a:cubicBezTo>
                    <a:pt x="42" y="403"/>
                    <a:pt x="44" y="404"/>
                    <a:pt x="45" y="405"/>
                  </a:cubicBezTo>
                  <a:cubicBezTo>
                    <a:pt x="46" y="406"/>
                    <a:pt x="46" y="406"/>
                    <a:pt x="47" y="406"/>
                  </a:cubicBezTo>
                  <a:cubicBezTo>
                    <a:pt x="49" y="408"/>
                    <a:pt x="52" y="409"/>
                    <a:pt x="54" y="411"/>
                  </a:cubicBezTo>
                  <a:cubicBezTo>
                    <a:pt x="88" y="432"/>
                    <a:pt x="246" y="503"/>
                    <a:pt x="242" y="522"/>
                  </a:cubicBezTo>
                  <a:cubicBezTo>
                    <a:pt x="238" y="540"/>
                    <a:pt x="240" y="551"/>
                    <a:pt x="252" y="554"/>
                  </a:cubicBezTo>
                  <a:cubicBezTo>
                    <a:pt x="262" y="556"/>
                    <a:pt x="313" y="598"/>
                    <a:pt x="342" y="621"/>
                  </a:cubicBezTo>
                  <a:cubicBezTo>
                    <a:pt x="349" y="611"/>
                    <a:pt x="362" y="604"/>
                    <a:pt x="365" y="587"/>
                  </a:cubicBezTo>
                  <a:cubicBezTo>
                    <a:pt x="368" y="568"/>
                    <a:pt x="376" y="554"/>
                    <a:pt x="385" y="542"/>
                  </a:cubicBezTo>
                  <a:cubicBezTo>
                    <a:pt x="395" y="530"/>
                    <a:pt x="392" y="530"/>
                    <a:pt x="398" y="511"/>
                  </a:cubicBezTo>
                  <a:cubicBezTo>
                    <a:pt x="405" y="491"/>
                    <a:pt x="409" y="485"/>
                    <a:pt x="420" y="482"/>
                  </a:cubicBezTo>
                  <a:cubicBezTo>
                    <a:pt x="430" y="478"/>
                    <a:pt x="434" y="477"/>
                    <a:pt x="439" y="466"/>
                  </a:cubicBezTo>
                  <a:cubicBezTo>
                    <a:pt x="444" y="454"/>
                    <a:pt x="452" y="436"/>
                    <a:pt x="466" y="438"/>
                  </a:cubicBezTo>
                  <a:cubicBezTo>
                    <a:pt x="473" y="438"/>
                    <a:pt x="480" y="439"/>
                    <a:pt x="485" y="436"/>
                  </a:cubicBezTo>
                  <a:cubicBezTo>
                    <a:pt x="486" y="407"/>
                    <a:pt x="478" y="411"/>
                    <a:pt x="473" y="406"/>
                  </a:cubicBezTo>
                  <a:cubicBezTo>
                    <a:pt x="468" y="400"/>
                    <a:pt x="457" y="386"/>
                    <a:pt x="452" y="379"/>
                  </a:cubicBezTo>
                  <a:cubicBezTo>
                    <a:pt x="446" y="372"/>
                    <a:pt x="450" y="202"/>
                    <a:pt x="450" y="179"/>
                  </a:cubicBezTo>
                  <a:cubicBezTo>
                    <a:pt x="450" y="156"/>
                    <a:pt x="450" y="134"/>
                    <a:pt x="454" y="130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14" name="Freeform 213">
              <a:extLst>
                <a:ext uri="{FF2B5EF4-FFF2-40B4-BE49-F238E27FC236}">
                  <a16:creationId xmlns:a16="http://schemas.microsoft.com/office/drawing/2014/main" id="{87E25000-9D54-74CB-C13F-1FA4157E5DE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7013" y="2420938"/>
              <a:ext cx="320675" cy="336550"/>
            </a:xfrm>
            <a:custGeom>
              <a:avLst/>
              <a:gdLst>
                <a:gd name="T0" fmla="*/ 70 w 353"/>
                <a:gd name="T1" fmla="*/ 334 h 370"/>
                <a:gd name="T2" fmla="*/ 72 w 353"/>
                <a:gd name="T3" fmla="*/ 333 h 370"/>
                <a:gd name="T4" fmla="*/ 75 w 353"/>
                <a:gd name="T5" fmla="*/ 333 h 370"/>
                <a:gd name="T6" fmla="*/ 77 w 353"/>
                <a:gd name="T7" fmla="*/ 332 h 370"/>
                <a:gd name="T8" fmla="*/ 80 w 353"/>
                <a:gd name="T9" fmla="*/ 332 h 370"/>
                <a:gd name="T10" fmla="*/ 129 w 353"/>
                <a:gd name="T11" fmla="*/ 334 h 370"/>
                <a:gd name="T12" fmla="*/ 151 w 353"/>
                <a:gd name="T13" fmla="*/ 323 h 370"/>
                <a:gd name="T14" fmla="*/ 156 w 353"/>
                <a:gd name="T15" fmla="*/ 297 h 370"/>
                <a:gd name="T16" fmla="*/ 169 w 353"/>
                <a:gd name="T17" fmla="*/ 273 h 370"/>
                <a:gd name="T18" fmla="*/ 214 w 353"/>
                <a:gd name="T19" fmla="*/ 271 h 370"/>
                <a:gd name="T20" fmla="*/ 233 w 353"/>
                <a:gd name="T21" fmla="*/ 254 h 370"/>
                <a:gd name="T22" fmla="*/ 249 w 353"/>
                <a:gd name="T23" fmla="*/ 258 h 370"/>
                <a:gd name="T24" fmla="*/ 264 w 353"/>
                <a:gd name="T25" fmla="*/ 265 h 370"/>
                <a:gd name="T26" fmla="*/ 279 w 353"/>
                <a:gd name="T27" fmla="*/ 273 h 370"/>
                <a:gd name="T28" fmla="*/ 313 w 353"/>
                <a:gd name="T29" fmla="*/ 209 h 370"/>
                <a:gd name="T30" fmla="*/ 345 w 353"/>
                <a:gd name="T31" fmla="*/ 130 h 370"/>
                <a:gd name="T32" fmla="*/ 321 w 353"/>
                <a:gd name="T33" fmla="*/ 80 h 370"/>
                <a:gd name="T34" fmla="*/ 308 w 353"/>
                <a:gd name="T35" fmla="*/ 32 h 370"/>
                <a:gd name="T36" fmla="*/ 290 w 353"/>
                <a:gd name="T37" fmla="*/ 0 h 370"/>
                <a:gd name="T38" fmla="*/ 289 w 353"/>
                <a:gd name="T39" fmla="*/ 1 h 370"/>
                <a:gd name="T40" fmla="*/ 288 w 353"/>
                <a:gd name="T41" fmla="*/ 1 h 370"/>
                <a:gd name="T42" fmla="*/ 279 w 353"/>
                <a:gd name="T43" fmla="*/ 3 h 370"/>
                <a:gd name="T44" fmla="*/ 277 w 353"/>
                <a:gd name="T45" fmla="*/ 4 h 370"/>
                <a:gd name="T46" fmla="*/ 275 w 353"/>
                <a:gd name="T47" fmla="*/ 6 h 370"/>
                <a:gd name="T48" fmla="*/ 273 w 353"/>
                <a:gd name="T49" fmla="*/ 8 h 370"/>
                <a:gd name="T50" fmla="*/ 270 w 353"/>
                <a:gd name="T51" fmla="*/ 10 h 370"/>
                <a:gd name="T52" fmla="*/ 231 w 353"/>
                <a:gd name="T53" fmla="*/ 22 h 370"/>
                <a:gd name="T54" fmla="*/ 175 w 353"/>
                <a:gd name="T55" fmla="*/ 40 h 370"/>
                <a:gd name="T56" fmla="*/ 105 w 353"/>
                <a:gd name="T57" fmla="*/ 30 h 370"/>
                <a:gd name="T58" fmla="*/ 102 w 353"/>
                <a:gd name="T59" fmla="*/ 30 h 370"/>
                <a:gd name="T60" fmla="*/ 99 w 353"/>
                <a:gd name="T61" fmla="*/ 30 h 370"/>
                <a:gd name="T62" fmla="*/ 97 w 353"/>
                <a:gd name="T63" fmla="*/ 30 h 370"/>
                <a:gd name="T64" fmla="*/ 93 w 353"/>
                <a:gd name="T65" fmla="*/ 32 h 370"/>
                <a:gd name="T66" fmla="*/ 91 w 353"/>
                <a:gd name="T67" fmla="*/ 33 h 370"/>
                <a:gd name="T68" fmla="*/ 83 w 353"/>
                <a:gd name="T69" fmla="*/ 41 h 370"/>
                <a:gd name="T70" fmla="*/ 88 w 353"/>
                <a:gd name="T71" fmla="*/ 64 h 370"/>
                <a:gd name="T72" fmla="*/ 79 w 353"/>
                <a:gd name="T73" fmla="*/ 104 h 370"/>
                <a:gd name="T74" fmla="*/ 111 w 353"/>
                <a:gd name="T75" fmla="*/ 132 h 370"/>
                <a:gd name="T76" fmla="*/ 63 w 353"/>
                <a:gd name="T77" fmla="*/ 184 h 370"/>
                <a:gd name="T78" fmla="*/ 4 w 353"/>
                <a:gd name="T79" fmla="*/ 293 h 370"/>
                <a:gd name="T80" fmla="*/ 0 w 353"/>
                <a:gd name="T81" fmla="*/ 351 h 370"/>
                <a:gd name="T82" fmla="*/ 12 w 353"/>
                <a:gd name="T83" fmla="*/ 357 h 370"/>
                <a:gd name="T84" fmla="*/ 35 w 353"/>
                <a:gd name="T85" fmla="*/ 361 h 370"/>
                <a:gd name="T86" fmla="*/ 55 w 353"/>
                <a:gd name="T87" fmla="*/ 340 h 370"/>
                <a:gd name="T88" fmla="*/ 58 w 353"/>
                <a:gd name="T89" fmla="*/ 339 h 370"/>
                <a:gd name="T90" fmla="*/ 60 w 353"/>
                <a:gd name="T91" fmla="*/ 339 h 370"/>
                <a:gd name="T92" fmla="*/ 62 w 353"/>
                <a:gd name="T93" fmla="*/ 338 h 370"/>
                <a:gd name="T94" fmla="*/ 68 w 353"/>
                <a:gd name="T95" fmla="*/ 335 h 3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353" h="370">
                  <a:moveTo>
                    <a:pt x="69" y="335"/>
                  </a:moveTo>
                  <a:cubicBezTo>
                    <a:pt x="70" y="334"/>
                    <a:pt x="70" y="334"/>
                    <a:pt x="70" y="334"/>
                  </a:cubicBezTo>
                  <a:cubicBezTo>
                    <a:pt x="71" y="334"/>
                    <a:pt x="71" y="334"/>
                    <a:pt x="71" y="334"/>
                  </a:cubicBezTo>
                  <a:cubicBezTo>
                    <a:pt x="72" y="334"/>
                    <a:pt x="72" y="334"/>
                    <a:pt x="72" y="333"/>
                  </a:cubicBezTo>
                  <a:cubicBezTo>
                    <a:pt x="73" y="333"/>
                    <a:pt x="73" y="333"/>
                    <a:pt x="74" y="333"/>
                  </a:cubicBezTo>
                  <a:cubicBezTo>
                    <a:pt x="74" y="333"/>
                    <a:pt x="74" y="333"/>
                    <a:pt x="75" y="333"/>
                  </a:cubicBezTo>
                  <a:cubicBezTo>
                    <a:pt x="75" y="333"/>
                    <a:pt x="76" y="333"/>
                    <a:pt x="76" y="332"/>
                  </a:cubicBezTo>
                  <a:cubicBezTo>
                    <a:pt x="77" y="332"/>
                    <a:pt x="77" y="332"/>
                    <a:pt x="77" y="332"/>
                  </a:cubicBezTo>
                  <a:cubicBezTo>
                    <a:pt x="78" y="332"/>
                    <a:pt x="78" y="332"/>
                    <a:pt x="79" y="332"/>
                  </a:cubicBezTo>
                  <a:cubicBezTo>
                    <a:pt x="79" y="332"/>
                    <a:pt x="79" y="332"/>
                    <a:pt x="80" y="332"/>
                  </a:cubicBezTo>
                  <a:cubicBezTo>
                    <a:pt x="81" y="332"/>
                    <a:pt x="82" y="332"/>
                    <a:pt x="83" y="332"/>
                  </a:cubicBezTo>
                  <a:cubicBezTo>
                    <a:pt x="97" y="334"/>
                    <a:pt x="123" y="334"/>
                    <a:pt x="129" y="334"/>
                  </a:cubicBezTo>
                  <a:cubicBezTo>
                    <a:pt x="133" y="334"/>
                    <a:pt x="144" y="334"/>
                    <a:pt x="156" y="334"/>
                  </a:cubicBezTo>
                  <a:cubicBezTo>
                    <a:pt x="155" y="329"/>
                    <a:pt x="153" y="324"/>
                    <a:pt x="151" y="323"/>
                  </a:cubicBezTo>
                  <a:cubicBezTo>
                    <a:pt x="149" y="321"/>
                    <a:pt x="149" y="317"/>
                    <a:pt x="149" y="309"/>
                  </a:cubicBezTo>
                  <a:cubicBezTo>
                    <a:pt x="149" y="300"/>
                    <a:pt x="154" y="304"/>
                    <a:pt x="156" y="297"/>
                  </a:cubicBezTo>
                  <a:cubicBezTo>
                    <a:pt x="157" y="290"/>
                    <a:pt x="157" y="291"/>
                    <a:pt x="163" y="287"/>
                  </a:cubicBezTo>
                  <a:cubicBezTo>
                    <a:pt x="168" y="284"/>
                    <a:pt x="164" y="278"/>
                    <a:pt x="169" y="273"/>
                  </a:cubicBezTo>
                  <a:cubicBezTo>
                    <a:pt x="173" y="268"/>
                    <a:pt x="185" y="273"/>
                    <a:pt x="193" y="273"/>
                  </a:cubicBezTo>
                  <a:cubicBezTo>
                    <a:pt x="202" y="273"/>
                    <a:pt x="209" y="270"/>
                    <a:pt x="214" y="271"/>
                  </a:cubicBezTo>
                  <a:cubicBezTo>
                    <a:pt x="218" y="272"/>
                    <a:pt x="225" y="269"/>
                    <a:pt x="231" y="269"/>
                  </a:cubicBezTo>
                  <a:cubicBezTo>
                    <a:pt x="236" y="269"/>
                    <a:pt x="228" y="254"/>
                    <a:pt x="233" y="254"/>
                  </a:cubicBezTo>
                  <a:cubicBezTo>
                    <a:pt x="238" y="254"/>
                    <a:pt x="240" y="256"/>
                    <a:pt x="241" y="262"/>
                  </a:cubicBezTo>
                  <a:cubicBezTo>
                    <a:pt x="243" y="268"/>
                    <a:pt x="248" y="264"/>
                    <a:pt x="249" y="258"/>
                  </a:cubicBezTo>
                  <a:cubicBezTo>
                    <a:pt x="250" y="252"/>
                    <a:pt x="254" y="254"/>
                    <a:pt x="261" y="255"/>
                  </a:cubicBezTo>
                  <a:cubicBezTo>
                    <a:pt x="268" y="256"/>
                    <a:pt x="264" y="258"/>
                    <a:pt x="264" y="265"/>
                  </a:cubicBezTo>
                  <a:cubicBezTo>
                    <a:pt x="264" y="272"/>
                    <a:pt x="269" y="270"/>
                    <a:pt x="269" y="270"/>
                  </a:cubicBezTo>
                  <a:cubicBezTo>
                    <a:pt x="273" y="270"/>
                    <a:pt x="276" y="272"/>
                    <a:pt x="279" y="273"/>
                  </a:cubicBezTo>
                  <a:cubicBezTo>
                    <a:pt x="280" y="268"/>
                    <a:pt x="281" y="263"/>
                    <a:pt x="283" y="258"/>
                  </a:cubicBezTo>
                  <a:cubicBezTo>
                    <a:pt x="289" y="237"/>
                    <a:pt x="305" y="222"/>
                    <a:pt x="313" y="209"/>
                  </a:cubicBezTo>
                  <a:cubicBezTo>
                    <a:pt x="321" y="196"/>
                    <a:pt x="332" y="193"/>
                    <a:pt x="343" y="176"/>
                  </a:cubicBezTo>
                  <a:cubicBezTo>
                    <a:pt x="353" y="158"/>
                    <a:pt x="345" y="140"/>
                    <a:pt x="345" y="130"/>
                  </a:cubicBezTo>
                  <a:cubicBezTo>
                    <a:pt x="345" y="121"/>
                    <a:pt x="345" y="108"/>
                    <a:pt x="336" y="102"/>
                  </a:cubicBezTo>
                  <a:cubicBezTo>
                    <a:pt x="327" y="97"/>
                    <a:pt x="327" y="84"/>
                    <a:pt x="321" y="80"/>
                  </a:cubicBezTo>
                  <a:cubicBezTo>
                    <a:pt x="316" y="76"/>
                    <a:pt x="313" y="64"/>
                    <a:pt x="313" y="56"/>
                  </a:cubicBezTo>
                  <a:cubicBezTo>
                    <a:pt x="313" y="48"/>
                    <a:pt x="320" y="32"/>
                    <a:pt x="308" y="32"/>
                  </a:cubicBezTo>
                  <a:cubicBezTo>
                    <a:pt x="296" y="32"/>
                    <a:pt x="295" y="25"/>
                    <a:pt x="295" y="17"/>
                  </a:cubicBezTo>
                  <a:cubicBezTo>
                    <a:pt x="295" y="13"/>
                    <a:pt x="292" y="6"/>
                    <a:pt x="290" y="0"/>
                  </a:cubicBezTo>
                  <a:cubicBezTo>
                    <a:pt x="290" y="0"/>
                    <a:pt x="289" y="0"/>
                    <a:pt x="289" y="1"/>
                  </a:cubicBezTo>
                  <a:cubicBezTo>
                    <a:pt x="289" y="1"/>
                    <a:pt x="289" y="1"/>
                    <a:pt x="289" y="1"/>
                  </a:cubicBezTo>
                  <a:cubicBezTo>
                    <a:pt x="288" y="1"/>
                    <a:pt x="288" y="1"/>
                    <a:pt x="288" y="1"/>
                  </a:cubicBezTo>
                  <a:cubicBezTo>
                    <a:pt x="288" y="1"/>
                    <a:pt x="288" y="1"/>
                    <a:pt x="288" y="1"/>
                  </a:cubicBezTo>
                  <a:cubicBezTo>
                    <a:pt x="286" y="2"/>
                    <a:pt x="283" y="2"/>
                    <a:pt x="280" y="3"/>
                  </a:cubicBezTo>
                  <a:cubicBezTo>
                    <a:pt x="280" y="3"/>
                    <a:pt x="280" y="3"/>
                    <a:pt x="279" y="3"/>
                  </a:cubicBezTo>
                  <a:cubicBezTo>
                    <a:pt x="279" y="4"/>
                    <a:pt x="278" y="4"/>
                    <a:pt x="278" y="4"/>
                  </a:cubicBezTo>
                  <a:cubicBezTo>
                    <a:pt x="278" y="4"/>
                    <a:pt x="278" y="4"/>
                    <a:pt x="277" y="4"/>
                  </a:cubicBezTo>
                  <a:cubicBezTo>
                    <a:pt x="277" y="5"/>
                    <a:pt x="276" y="5"/>
                    <a:pt x="275" y="6"/>
                  </a:cubicBezTo>
                  <a:cubicBezTo>
                    <a:pt x="275" y="6"/>
                    <a:pt x="275" y="6"/>
                    <a:pt x="275" y="6"/>
                  </a:cubicBezTo>
                  <a:cubicBezTo>
                    <a:pt x="275" y="6"/>
                    <a:pt x="274" y="7"/>
                    <a:pt x="273" y="7"/>
                  </a:cubicBezTo>
                  <a:cubicBezTo>
                    <a:pt x="273" y="8"/>
                    <a:pt x="273" y="8"/>
                    <a:pt x="273" y="8"/>
                  </a:cubicBezTo>
                  <a:cubicBezTo>
                    <a:pt x="272" y="8"/>
                    <a:pt x="272" y="9"/>
                    <a:pt x="271" y="9"/>
                  </a:cubicBezTo>
                  <a:cubicBezTo>
                    <a:pt x="271" y="10"/>
                    <a:pt x="271" y="10"/>
                    <a:pt x="270" y="10"/>
                  </a:cubicBezTo>
                  <a:cubicBezTo>
                    <a:pt x="270" y="11"/>
                    <a:pt x="269" y="12"/>
                    <a:pt x="268" y="13"/>
                  </a:cubicBezTo>
                  <a:cubicBezTo>
                    <a:pt x="253" y="32"/>
                    <a:pt x="240" y="30"/>
                    <a:pt x="231" y="22"/>
                  </a:cubicBezTo>
                  <a:cubicBezTo>
                    <a:pt x="221" y="14"/>
                    <a:pt x="209" y="26"/>
                    <a:pt x="195" y="26"/>
                  </a:cubicBezTo>
                  <a:cubicBezTo>
                    <a:pt x="180" y="26"/>
                    <a:pt x="181" y="33"/>
                    <a:pt x="175" y="40"/>
                  </a:cubicBezTo>
                  <a:cubicBezTo>
                    <a:pt x="168" y="46"/>
                    <a:pt x="160" y="42"/>
                    <a:pt x="152" y="33"/>
                  </a:cubicBezTo>
                  <a:cubicBezTo>
                    <a:pt x="144" y="24"/>
                    <a:pt x="124" y="33"/>
                    <a:pt x="105" y="30"/>
                  </a:cubicBezTo>
                  <a:cubicBezTo>
                    <a:pt x="104" y="30"/>
                    <a:pt x="103" y="30"/>
                    <a:pt x="102" y="30"/>
                  </a:cubicBezTo>
                  <a:cubicBezTo>
                    <a:pt x="102" y="30"/>
                    <a:pt x="102" y="30"/>
                    <a:pt x="102" y="30"/>
                  </a:cubicBezTo>
                  <a:cubicBezTo>
                    <a:pt x="101" y="30"/>
                    <a:pt x="100" y="30"/>
                    <a:pt x="100" y="30"/>
                  </a:cubicBezTo>
                  <a:cubicBezTo>
                    <a:pt x="99" y="30"/>
                    <a:pt x="99" y="30"/>
                    <a:pt x="99" y="30"/>
                  </a:cubicBezTo>
                  <a:cubicBezTo>
                    <a:pt x="98" y="30"/>
                    <a:pt x="98" y="30"/>
                    <a:pt x="97" y="30"/>
                  </a:cubicBezTo>
                  <a:cubicBezTo>
                    <a:pt x="97" y="30"/>
                    <a:pt x="97" y="30"/>
                    <a:pt x="97" y="30"/>
                  </a:cubicBezTo>
                  <a:cubicBezTo>
                    <a:pt x="95" y="31"/>
                    <a:pt x="94" y="31"/>
                    <a:pt x="93" y="32"/>
                  </a:cubicBezTo>
                  <a:cubicBezTo>
                    <a:pt x="93" y="32"/>
                    <a:pt x="93" y="32"/>
                    <a:pt x="93" y="32"/>
                  </a:cubicBezTo>
                  <a:cubicBezTo>
                    <a:pt x="92" y="32"/>
                    <a:pt x="92" y="33"/>
                    <a:pt x="91" y="33"/>
                  </a:cubicBezTo>
                  <a:cubicBezTo>
                    <a:pt x="91" y="33"/>
                    <a:pt x="91" y="33"/>
                    <a:pt x="91" y="33"/>
                  </a:cubicBezTo>
                  <a:cubicBezTo>
                    <a:pt x="88" y="35"/>
                    <a:pt x="86" y="39"/>
                    <a:pt x="83" y="41"/>
                  </a:cubicBezTo>
                  <a:cubicBezTo>
                    <a:pt x="83" y="41"/>
                    <a:pt x="83" y="41"/>
                    <a:pt x="83" y="41"/>
                  </a:cubicBezTo>
                  <a:cubicBezTo>
                    <a:pt x="83" y="43"/>
                    <a:pt x="84" y="45"/>
                    <a:pt x="85" y="46"/>
                  </a:cubicBezTo>
                  <a:cubicBezTo>
                    <a:pt x="93" y="56"/>
                    <a:pt x="93" y="60"/>
                    <a:pt x="88" y="64"/>
                  </a:cubicBezTo>
                  <a:cubicBezTo>
                    <a:pt x="83" y="68"/>
                    <a:pt x="80" y="80"/>
                    <a:pt x="80" y="86"/>
                  </a:cubicBezTo>
                  <a:cubicBezTo>
                    <a:pt x="80" y="93"/>
                    <a:pt x="85" y="97"/>
                    <a:pt x="79" y="104"/>
                  </a:cubicBezTo>
                  <a:cubicBezTo>
                    <a:pt x="72" y="110"/>
                    <a:pt x="76" y="122"/>
                    <a:pt x="88" y="125"/>
                  </a:cubicBezTo>
                  <a:cubicBezTo>
                    <a:pt x="100" y="128"/>
                    <a:pt x="109" y="118"/>
                    <a:pt x="111" y="132"/>
                  </a:cubicBezTo>
                  <a:cubicBezTo>
                    <a:pt x="112" y="145"/>
                    <a:pt x="116" y="173"/>
                    <a:pt x="100" y="172"/>
                  </a:cubicBezTo>
                  <a:cubicBezTo>
                    <a:pt x="84" y="170"/>
                    <a:pt x="69" y="173"/>
                    <a:pt x="63" y="184"/>
                  </a:cubicBezTo>
                  <a:cubicBezTo>
                    <a:pt x="56" y="194"/>
                    <a:pt x="39" y="198"/>
                    <a:pt x="28" y="221"/>
                  </a:cubicBezTo>
                  <a:cubicBezTo>
                    <a:pt x="17" y="244"/>
                    <a:pt x="4" y="273"/>
                    <a:pt x="4" y="293"/>
                  </a:cubicBezTo>
                  <a:cubicBezTo>
                    <a:pt x="4" y="313"/>
                    <a:pt x="0" y="326"/>
                    <a:pt x="0" y="338"/>
                  </a:cubicBezTo>
                  <a:cubicBezTo>
                    <a:pt x="0" y="342"/>
                    <a:pt x="0" y="347"/>
                    <a:pt x="0" y="351"/>
                  </a:cubicBezTo>
                  <a:cubicBezTo>
                    <a:pt x="0" y="351"/>
                    <a:pt x="0" y="351"/>
                    <a:pt x="0" y="351"/>
                  </a:cubicBezTo>
                  <a:cubicBezTo>
                    <a:pt x="3" y="354"/>
                    <a:pt x="7" y="357"/>
                    <a:pt x="12" y="357"/>
                  </a:cubicBezTo>
                  <a:cubicBezTo>
                    <a:pt x="20" y="358"/>
                    <a:pt x="17" y="361"/>
                    <a:pt x="23" y="366"/>
                  </a:cubicBezTo>
                  <a:cubicBezTo>
                    <a:pt x="30" y="370"/>
                    <a:pt x="34" y="367"/>
                    <a:pt x="35" y="361"/>
                  </a:cubicBezTo>
                  <a:cubicBezTo>
                    <a:pt x="35" y="355"/>
                    <a:pt x="34" y="351"/>
                    <a:pt x="41" y="347"/>
                  </a:cubicBezTo>
                  <a:cubicBezTo>
                    <a:pt x="49" y="343"/>
                    <a:pt x="45" y="340"/>
                    <a:pt x="55" y="340"/>
                  </a:cubicBezTo>
                  <a:cubicBezTo>
                    <a:pt x="56" y="340"/>
                    <a:pt x="57" y="340"/>
                    <a:pt x="58" y="339"/>
                  </a:cubicBezTo>
                  <a:cubicBezTo>
                    <a:pt x="58" y="339"/>
                    <a:pt x="58" y="339"/>
                    <a:pt x="58" y="339"/>
                  </a:cubicBezTo>
                  <a:cubicBezTo>
                    <a:pt x="59" y="339"/>
                    <a:pt x="59" y="339"/>
                    <a:pt x="60" y="339"/>
                  </a:cubicBezTo>
                  <a:cubicBezTo>
                    <a:pt x="60" y="339"/>
                    <a:pt x="60" y="339"/>
                    <a:pt x="60" y="339"/>
                  </a:cubicBezTo>
                  <a:cubicBezTo>
                    <a:pt x="61" y="339"/>
                    <a:pt x="62" y="338"/>
                    <a:pt x="62" y="338"/>
                  </a:cubicBezTo>
                  <a:cubicBezTo>
                    <a:pt x="62" y="338"/>
                    <a:pt x="62" y="338"/>
                    <a:pt x="62" y="338"/>
                  </a:cubicBezTo>
                  <a:cubicBezTo>
                    <a:pt x="63" y="338"/>
                    <a:pt x="64" y="338"/>
                    <a:pt x="64" y="337"/>
                  </a:cubicBezTo>
                  <a:cubicBezTo>
                    <a:pt x="66" y="337"/>
                    <a:pt x="67" y="336"/>
                    <a:pt x="68" y="335"/>
                  </a:cubicBezTo>
                  <a:cubicBezTo>
                    <a:pt x="69" y="335"/>
                    <a:pt x="69" y="335"/>
                    <a:pt x="69" y="335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15" name="Freeform 214">
              <a:extLst>
                <a:ext uri="{FF2B5EF4-FFF2-40B4-BE49-F238E27FC236}">
                  <a16:creationId xmlns:a16="http://schemas.microsoft.com/office/drawing/2014/main" id="{910408F4-9E18-3DEF-4A3D-E31826D800AF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3363" y="2719388"/>
              <a:ext cx="625475" cy="647700"/>
            </a:xfrm>
            <a:custGeom>
              <a:avLst/>
              <a:gdLst>
                <a:gd name="T0" fmla="*/ 634 w 689"/>
                <a:gd name="T1" fmla="*/ 526 h 713"/>
                <a:gd name="T2" fmla="*/ 621 w 689"/>
                <a:gd name="T3" fmla="*/ 423 h 713"/>
                <a:gd name="T4" fmla="*/ 587 w 689"/>
                <a:gd name="T5" fmla="*/ 337 h 713"/>
                <a:gd name="T6" fmla="*/ 614 w 689"/>
                <a:gd name="T7" fmla="*/ 248 h 713"/>
                <a:gd name="T8" fmla="*/ 326 w 689"/>
                <a:gd name="T9" fmla="*/ 38 h 713"/>
                <a:gd name="T10" fmla="*/ 312 w 689"/>
                <a:gd name="T11" fmla="*/ 29 h 713"/>
                <a:gd name="T12" fmla="*/ 298 w 689"/>
                <a:gd name="T13" fmla="*/ 19 h 713"/>
                <a:gd name="T14" fmla="*/ 285 w 689"/>
                <a:gd name="T15" fmla="*/ 8 h 713"/>
                <a:gd name="T16" fmla="*/ 277 w 689"/>
                <a:gd name="T17" fmla="*/ 0 h 713"/>
                <a:gd name="T18" fmla="*/ 264 w 689"/>
                <a:gd name="T19" fmla="*/ 28 h 713"/>
                <a:gd name="T20" fmla="*/ 230 w 689"/>
                <a:gd name="T21" fmla="*/ 68 h 713"/>
                <a:gd name="T22" fmla="*/ 210 w 689"/>
                <a:gd name="T23" fmla="*/ 74 h 713"/>
                <a:gd name="T24" fmla="*/ 240 w 689"/>
                <a:gd name="T25" fmla="*/ 98 h 713"/>
                <a:gd name="T26" fmla="*/ 206 w 689"/>
                <a:gd name="T27" fmla="*/ 103 h 713"/>
                <a:gd name="T28" fmla="*/ 181 w 689"/>
                <a:gd name="T29" fmla="*/ 87 h 713"/>
                <a:gd name="T30" fmla="*/ 152 w 689"/>
                <a:gd name="T31" fmla="*/ 92 h 713"/>
                <a:gd name="T32" fmla="*/ 131 w 689"/>
                <a:gd name="T33" fmla="*/ 73 h 713"/>
                <a:gd name="T34" fmla="*/ 156 w 689"/>
                <a:gd name="T35" fmla="*/ 17 h 713"/>
                <a:gd name="T36" fmla="*/ 122 w 689"/>
                <a:gd name="T37" fmla="*/ 7 h 713"/>
                <a:gd name="T38" fmla="*/ 72 w 689"/>
                <a:gd name="T39" fmla="*/ 5 h 713"/>
                <a:gd name="T40" fmla="*/ 68 w 689"/>
                <a:gd name="T41" fmla="*/ 6 h 713"/>
                <a:gd name="T42" fmla="*/ 64 w 689"/>
                <a:gd name="T43" fmla="*/ 7 h 713"/>
                <a:gd name="T44" fmla="*/ 61 w 689"/>
                <a:gd name="T45" fmla="*/ 8 h 713"/>
                <a:gd name="T46" fmla="*/ 64 w 689"/>
                <a:gd name="T47" fmla="*/ 37 h 713"/>
                <a:gd name="T48" fmla="*/ 78 w 689"/>
                <a:gd name="T49" fmla="*/ 84 h 713"/>
                <a:gd name="T50" fmla="*/ 62 w 689"/>
                <a:gd name="T51" fmla="*/ 103 h 713"/>
                <a:gd name="T52" fmla="*/ 57 w 689"/>
                <a:gd name="T53" fmla="*/ 104 h 713"/>
                <a:gd name="T54" fmla="*/ 54 w 689"/>
                <a:gd name="T55" fmla="*/ 106 h 713"/>
                <a:gd name="T56" fmla="*/ 51 w 689"/>
                <a:gd name="T57" fmla="*/ 108 h 713"/>
                <a:gd name="T58" fmla="*/ 50 w 689"/>
                <a:gd name="T59" fmla="*/ 111 h 713"/>
                <a:gd name="T60" fmla="*/ 59 w 689"/>
                <a:gd name="T61" fmla="*/ 129 h 713"/>
                <a:gd name="T62" fmla="*/ 54 w 689"/>
                <a:gd name="T63" fmla="*/ 167 h 713"/>
                <a:gd name="T64" fmla="*/ 5 w 689"/>
                <a:gd name="T65" fmla="*/ 226 h 713"/>
                <a:gd name="T66" fmla="*/ 9 w 689"/>
                <a:gd name="T67" fmla="*/ 308 h 713"/>
                <a:gd name="T68" fmla="*/ 54 w 689"/>
                <a:gd name="T69" fmla="*/ 409 h 713"/>
                <a:gd name="T70" fmla="*/ 80 w 689"/>
                <a:gd name="T71" fmla="*/ 470 h 713"/>
                <a:gd name="T72" fmla="*/ 77 w 689"/>
                <a:gd name="T73" fmla="*/ 467 h 713"/>
                <a:gd name="T74" fmla="*/ 79 w 689"/>
                <a:gd name="T75" fmla="*/ 471 h 713"/>
                <a:gd name="T76" fmla="*/ 145 w 689"/>
                <a:gd name="T77" fmla="*/ 521 h 713"/>
                <a:gd name="T78" fmla="*/ 189 w 689"/>
                <a:gd name="T79" fmla="*/ 536 h 713"/>
                <a:gd name="T80" fmla="*/ 192 w 689"/>
                <a:gd name="T81" fmla="*/ 539 h 713"/>
                <a:gd name="T82" fmla="*/ 194 w 689"/>
                <a:gd name="T83" fmla="*/ 541 h 713"/>
                <a:gd name="T84" fmla="*/ 196 w 689"/>
                <a:gd name="T85" fmla="*/ 542 h 713"/>
                <a:gd name="T86" fmla="*/ 200 w 689"/>
                <a:gd name="T87" fmla="*/ 544 h 713"/>
                <a:gd name="T88" fmla="*/ 203 w 689"/>
                <a:gd name="T89" fmla="*/ 545 h 713"/>
                <a:gd name="T90" fmla="*/ 207 w 689"/>
                <a:gd name="T91" fmla="*/ 546 h 713"/>
                <a:gd name="T92" fmla="*/ 211 w 689"/>
                <a:gd name="T93" fmla="*/ 548 h 713"/>
                <a:gd name="T94" fmla="*/ 216 w 689"/>
                <a:gd name="T95" fmla="*/ 549 h 713"/>
                <a:gd name="T96" fmla="*/ 221 w 689"/>
                <a:gd name="T97" fmla="*/ 550 h 713"/>
                <a:gd name="T98" fmla="*/ 268 w 689"/>
                <a:gd name="T99" fmla="*/ 559 h 713"/>
                <a:gd name="T100" fmla="*/ 326 w 689"/>
                <a:gd name="T101" fmla="*/ 661 h 713"/>
                <a:gd name="T102" fmla="*/ 341 w 689"/>
                <a:gd name="T103" fmla="*/ 683 h 713"/>
                <a:gd name="T104" fmla="*/ 344 w 689"/>
                <a:gd name="T105" fmla="*/ 684 h 713"/>
                <a:gd name="T106" fmla="*/ 350 w 689"/>
                <a:gd name="T107" fmla="*/ 686 h 713"/>
                <a:gd name="T108" fmla="*/ 449 w 689"/>
                <a:gd name="T109" fmla="*/ 695 h 713"/>
                <a:gd name="T110" fmla="*/ 542 w 689"/>
                <a:gd name="T111" fmla="*/ 666 h 713"/>
                <a:gd name="T112" fmla="*/ 689 w 689"/>
                <a:gd name="T113" fmla="*/ 616 h 7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89" h="713">
                  <a:moveTo>
                    <a:pt x="684" y="606"/>
                  </a:moveTo>
                  <a:cubicBezTo>
                    <a:pt x="672" y="590"/>
                    <a:pt x="655" y="598"/>
                    <a:pt x="650" y="575"/>
                  </a:cubicBezTo>
                  <a:cubicBezTo>
                    <a:pt x="644" y="553"/>
                    <a:pt x="641" y="538"/>
                    <a:pt x="634" y="526"/>
                  </a:cubicBezTo>
                  <a:cubicBezTo>
                    <a:pt x="626" y="514"/>
                    <a:pt x="612" y="489"/>
                    <a:pt x="620" y="476"/>
                  </a:cubicBezTo>
                  <a:cubicBezTo>
                    <a:pt x="627" y="463"/>
                    <a:pt x="634" y="452"/>
                    <a:pt x="625" y="444"/>
                  </a:cubicBezTo>
                  <a:cubicBezTo>
                    <a:pt x="616" y="437"/>
                    <a:pt x="616" y="433"/>
                    <a:pt x="621" y="423"/>
                  </a:cubicBezTo>
                  <a:cubicBezTo>
                    <a:pt x="625" y="412"/>
                    <a:pt x="641" y="397"/>
                    <a:pt x="629" y="388"/>
                  </a:cubicBezTo>
                  <a:cubicBezTo>
                    <a:pt x="618" y="380"/>
                    <a:pt x="614" y="368"/>
                    <a:pt x="604" y="364"/>
                  </a:cubicBezTo>
                  <a:cubicBezTo>
                    <a:pt x="593" y="361"/>
                    <a:pt x="588" y="353"/>
                    <a:pt x="587" y="337"/>
                  </a:cubicBezTo>
                  <a:cubicBezTo>
                    <a:pt x="586" y="320"/>
                    <a:pt x="586" y="315"/>
                    <a:pt x="592" y="306"/>
                  </a:cubicBezTo>
                  <a:cubicBezTo>
                    <a:pt x="597" y="298"/>
                    <a:pt x="606" y="267"/>
                    <a:pt x="611" y="254"/>
                  </a:cubicBezTo>
                  <a:cubicBezTo>
                    <a:pt x="612" y="252"/>
                    <a:pt x="613" y="250"/>
                    <a:pt x="614" y="248"/>
                  </a:cubicBezTo>
                  <a:cubicBezTo>
                    <a:pt x="585" y="225"/>
                    <a:pt x="534" y="183"/>
                    <a:pt x="524" y="181"/>
                  </a:cubicBezTo>
                  <a:cubicBezTo>
                    <a:pt x="512" y="178"/>
                    <a:pt x="510" y="167"/>
                    <a:pt x="514" y="149"/>
                  </a:cubicBezTo>
                  <a:cubicBezTo>
                    <a:pt x="518" y="130"/>
                    <a:pt x="360" y="59"/>
                    <a:pt x="326" y="38"/>
                  </a:cubicBezTo>
                  <a:cubicBezTo>
                    <a:pt x="324" y="36"/>
                    <a:pt x="321" y="35"/>
                    <a:pt x="319" y="33"/>
                  </a:cubicBezTo>
                  <a:cubicBezTo>
                    <a:pt x="318" y="33"/>
                    <a:pt x="318" y="33"/>
                    <a:pt x="317" y="32"/>
                  </a:cubicBezTo>
                  <a:cubicBezTo>
                    <a:pt x="316" y="31"/>
                    <a:pt x="314" y="30"/>
                    <a:pt x="312" y="29"/>
                  </a:cubicBezTo>
                  <a:cubicBezTo>
                    <a:pt x="312" y="28"/>
                    <a:pt x="311" y="28"/>
                    <a:pt x="311" y="28"/>
                  </a:cubicBezTo>
                  <a:cubicBezTo>
                    <a:pt x="306" y="25"/>
                    <a:pt x="303" y="22"/>
                    <a:pt x="299" y="20"/>
                  </a:cubicBezTo>
                  <a:cubicBezTo>
                    <a:pt x="299" y="19"/>
                    <a:pt x="299" y="19"/>
                    <a:pt x="298" y="19"/>
                  </a:cubicBezTo>
                  <a:cubicBezTo>
                    <a:pt x="297" y="18"/>
                    <a:pt x="295" y="17"/>
                    <a:pt x="294" y="16"/>
                  </a:cubicBezTo>
                  <a:cubicBezTo>
                    <a:pt x="294" y="15"/>
                    <a:pt x="294" y="15"/>
                    <a:pt x="294" y="15"/>
                  </a:cubicBezTo>
                  <a:cubicBezTo>
                    <a:pt x="290" y="13"/>
                    <a:pt x="288" y="11"/>
                    <a:pt x="285" y="8"/>
                  </a:cubicBezTo>
                  <a:cubicBezTo>
                    <a:pt x="285" y="8"/>
                    <a:pt x="285" y="8"/>
                    <a:pt x="285" y="8"/>
                  </a:cubicBezTo>
                  <a:cubicBezTo>
                    <a:pt x="284" y="7"/>
                    <a:pt x="283" y="6"/>
                    <a:pt x="282" y="5"/>
                  </a:cubicBezTo>
                  <a:cubicBezTo>
                    <a:pt x="280" y="3"/>
                    <a:pt x="278" y="1"/>
                    <a:pt x="277" y="0"/>
                  </a:cubicBezTo>
                  <a:cubicBezTo>
                    <a:pt x="277" y="1"/>
                    <a:pt x="278" y="3"/>
                    <a:pt x="278" y="5"/>
                  </a:cubicBezTo>
                  <a:cubicBezTo>
                    <a:pt x="279" y="12"/>
                    <a:pt x="281" y="18"/>
                    <a:pt x="281" y="21"/>
                  </a:cubicBezTo>
                  <a:cubicBezTo>
                    <a:pt x="281" y="28"/>
                    <a:pt x="273" y="26"/>
                    <a:pt x="264" y="28"/>
                  </a:cubicBezTo>
                  <a:cubicBezTo>
                    <a:pt x="255" y="31"/>
                    <a:pt x="254" y="40"/>
                    <a:pt x="251" y="45"/>
                  </a:cubicBezTo>
                  <a:cubicBezTo>
                    <a:pt x="248" y="51"/>
                    <a:pt x="245" y="53"/>
                    <a:pt x="237" y="53"/>
                  </a:cubicBezTo>
                  <a:cubicBezTo>
                    <a:pt x="228" y="53"/>
                    <a:pt x="231" y="62"/>
                    <a:pt x="230" y="68"/>
                  </a:cubicBezTo>
                  <a:cubicBezTo>
                    <a:pt x="229" y="73"/>
                    <a:pt x="222" y="71"/>
                    <a:pt x="222" y="65"/>
                  </a:cubicBezTo>
                  <a:cubicBezTo>
                    <a:pt x="221" y="60"/>
                    <a:pt x="218" y="60"/>
                    <a:pt x="213" y="60"/>
                  </a:cubicBezTo>
                  <a:cubicBezTo>
                    <a:pt x="208" y="60"/>
                    <a:pt x="208" y="64"/>
                    <a:pt x="210" y="74"/>
                  </a:cubicBezTo>
                  <a:cubicBezTo>
                    <a:pt x="212" y="84"/>
                    <a:pt x="215" y="79"/>
                    <a:pt x="217" y="81"/>
                  </a:cubicBezTo>
                  <a:cubicBezTo>
                    <a:pt x="220" y="84"/>
                    <a:pt x="231" y="83"/>
                    <a:pt x="240" y="85"/>
                  </a:cubicBezTo>
                  <a:cubicBezTo>
                    <a:pt x="249" y="86"/>
                    <a:pt x="240" y="89"/>
                    <a:pt x="240" y="98"/>
                  </a:cubicBezTo>
                  <a:cubicBezTo>
                    <a:pt x="240" y="107"/>
                    <a:pt x="239" y="107"/>
                    <a:pt x="229" y="107"/>
                  </a:cubicBezTo>
                  <a:cubicBezTo>
                    <a:pt x="219" y="107"/>
                    <a:pt x="226" y="99"/>
                    <a:pt x="222" y="95"/>
                  </a:cubicBezTo>
                  <a:cubicBezTo>
                    <a:pt x="218" y="91"/>
                    <a:pt x="208" y="97"/>
                    <a:pt x="206" y="103"/>
                  </a:cubicBezTo>
                  <a:cubicBezTo>
                    <a:pt x="204" y="109"/>
                    <a:pt x="200" y="112"/>
                    <a:pt x="200" y="107"/>
                  </a:cubicBezTo>
                  <a:cubicBezTo>
                    <a:pt x="200" y="101"/>
                    <a:pt x="194" y="96"/>
                    <a:pt x="188" y="96"/>
                  </a:cubicBezTo>
                  <a:cubicBezTo>
                    <a:pt x="181" y="95"/>
                    <a:pt x="181" y="92"/>
                    <a:pt x="181" y="87"/>
                  </a:cubicBezTo>
                  <a:cubicBezTo>
                    <a:pt x="181" y="82"/>
                    <a:pt x="175" y="82"/>
                    <a:pt x="172" y="78"/>
                  </a:cubicBezTo>
                  <a:cubicBezTo>
                    <a:pt x="170" y="75"/>
                    <a:pt x="166" y="84"/>
                    <a:pt x="161" y="84"/>
                  </a:cubicBezTo>
                  <a:cubicBezTo>
                    <a:pt x="155" y="84"/>
                    <a:pt x="152" y="86"/>
                    <a:pt x="152" y="92"/>
                  </a:cubicBezTo>
                  <a:cubicBezTo>
                    <a:pt x="152" y="97"/>
                    <a:pt x="151" y="101"/>
                    <a:pt x="144" y="101"/>
                  </a:cubicBezTo>
                  <a:cubicBezTo>
                    <a:pt x="138" y="101"/>
                    <a:pt x="140" y="86"/>
                    <a:pt x="137" y="85"/>
                  </a:cubicBezTo>
                  <a:cubicBezTo>
                    <a:pt x="134" y="84"/>
                    <a:pt x="131" y="79"/>
                    <a:pt x="131" y="73"/>
                  </a:cubicBezTo>
                  <a:cubicBezTo>
                    <a:pt x="131" y="67"/>
                    <a:pt x="131" y="62"/>
                    <a:pt x="140" y="55"/>
                  </a:cubicBezTo>
                  <a:cubicBezTo>
                    <a:pt x="148" y="48"/>
                    <a:pt x="143" y="40"/>
                    <a:pt x="143" y="30"/>
                  </a:cubicBezTo>
                  <a:cubicBezTo>
                    <a:pt x="142" y="19"/>
                    <a:pt x="153" y="22"/>
                    <a:pt x="156" y="17"/>
                  </a:cubicBezTo>
                  <a:cubicBezTo>
                    <a:pt x="159" y="12"/>
                    <a:pt x="150" y="13"/>
                    <a:pt x="149" y="8"/>
                  </a:cubicBezTo>
                  <a:cubicBezTo>
                    <a:pt x="149" y="7"/>
                    <a:pt x="149" y="7"/>
                    <a:pt x="149" y="7"/>
                  </a:cubicBezTo>
                  <a:cubicBezTo>
                    <a:pt x="137" y="7"/>
                    <a:pt x="126" y="7"/>
                    <a:pt x="122" y="7"/>
                  </a:cubicBezTo>
                  <a:cubicBezTo>
                    <a:pt x="116" y="7"/>
                    <a:pt x="90" y="7"/>
                    <a:pt x="76" y="5"/>
                  </a:cubicBezTo>
                  <a:cubicBezTo>
                    <a:pt x="75" y="5"/>
                    <a:pt x="74" y="5"/>
                    <a:pt x="73" y="5"/>
                  </a:cubicBezTo>
                  <a:cubicBezTo>
                    <a:pt x="72" y="5"/>
                    <a:pt x="72" y="5"/>
                    <a:pt x="72" y="5"/>
                  </a:cubicBezTo>
                  <a:cubicBezTo>
                    <a:pt x="71" y="5"/>
                    <a:pt x="71" y="5"/>
                    <a:pt x="70" y="5"/>
                  </a:cubicBezTo>
                  <a:cubicBezTo>
                    <a:pt x="70" y="5"/>
                    <a:pt x="70" y="5"/>
                    <a:pt x="69" y="5"/>
                  </a:cubicBezTo>
                  <a:cubicBezTo>
                    <a:pt x="69" y="6"/>
                    <a:pt x="68" y="6"/>
                    <a:pt x="68" y="6"/>
                  </a:cubicBezTo>
                  <a:cubicBezTo>
                    <a:pt x="67" y="6"/>
                    <a:pt x="67" y="6"/>
                    <a:pt x="67" y="6"/>
                  </a:cubicBezTo>
                  <a:cubicBezTo>
                    <a:pt x="66" y="6"/>
                    <a:pt x="66" y="6"/>
                    <a:pt x="65" y="6"/>
                  </a:cubicBezTo>
                  <a:cubicBezTo>
                    <a:pt x="65" y="7"/>
                    <a:pt x="65" y="7"/>
                    <a:pt x="64" y="7"/>
                  </a:cubicBezTo>
                  <a:cubicBezTo>
                    <a:pt x="64" y="7"/>
                    <a:pt x="64" y="7"/>
                    <a:pt x="63" y="7"/>
                  </a:cubicBezTo>
                  <a:cubicBezTo>
                    <a:pt x="63" y="7"/>
                    <a:pt x="63" y="7"/>
                    <a:pt x="62" y="8"/>
                  </a:cubicBezTo>
                  <a:cubicBezTo>
                    <a:pt x="62" y="8"/>
                    <a:pt x="62" y="8"/>
                    <a:pt x="61" y="8"/>
                  </a:cubicBezTo>
                  <a:cubicBezTo>
                    <a:pt x="60" y="9"/>
                    <a:pt x="59" y="10"/>
                    <a:pt x="57" y="10"/>
                  </a:cubicBezTo>
                  <a:cubicBezTo>
                    <a:pt x="60" y="12"/>
                    <a:pt x="63" y="16"/>
                    <a:pt x="63" y="19"/>
                  </a:cubicBezTo>
                  <a:cubicBezTo>
                    <a:pt x="62" y="24"/>
                    <a:pt x="56" y="35"/>
                    <a:pt x="64" y="37"/>
                  </a:cubicBezTo>
                  <a:cubicBezTo>
                    <a:pt x="71" y="39"/>
                    <a:pt x="74" y="47"/>
                    <a:pt x="73" y="53"/>
                  </a:cubicBezTo>
                  <a:cubicBezTo>
                    <a:pt x="72" y="59"/>
                    <a:pt x="69" y="68"/>
                    <a:pt x="74" y="71"/>
                  </a:cubicBezTo>
                  <a:cubicBezTo>
                    <a:pt x="78" y="75"/>
                    <a:pt x="83" y="81"/>
                    <a:pt x="78" y="84"/>
                  </a:cubicBezTo>
                  <a:cubicBezTo>
                    <a:pt x="74" y="87"/>
                    <a:pt x="74" y="93"/>
                    <a:pt x="74" y="96"/>
                  </a:cubicBezTo>
                  <a:cubicBezTo>
                    <a:pt x="74" y="99"/>
                    <a:pt x="72" y="105"/>
                    <a:pt x="64" y="103"/>
                  </a:cubicBezTo>
                  <a:cubicBezTo>
                    <a:pt x="63" y="103"/>
                    <a:pt x="63" y="103"/>
                    <a:pt x="62" y="103"/>
                  </a:cubicBezTo>
                  <a:cubicBezTo>
                    <a:pt x="61" y="103"/>
                    <a:pt x="61" y="103"/>
                    <a:pt x="61" y="103"/>
                  </a:cubicBezTo>
                  <a:cubicBezTo>
                    <a:pt x="61" y="103"/>
                    <a:pt x="61" y="103"/>
                    <a:pt x="61" y="103"/>
                  </a:cubicBezTo>
                  <a:cubicBezTo>
                    <a:pt x="60" y="103"/>
                    <a:pt x="58" y="104"/>
                    <a:pt x="57" y="104"/>
                  </a:cubicBezTo>
                  <a:cubicBezTo>
                    <a:pt x="57" y="104"/>
                    <a:pt x="57" y="104"/>
                    <a:pt x="56" y="104"/>
                  </a:cubicBezTo>
                  <a:cubicBezTo>
                    <a:pt x="56" y="105"/>
                    <a:pt x="55" y="105"/>
                    <a:pt x="55" y="105"/>
                  </a:cubicBezTo>
                  <a:cubicBezTo>
                    <a:pt x="55" y="105"/>
                    <a:pt x="54" y="105"/>
                    <a:pt x="54" y="106"/>
                  </a:cubicBezTo>
                  <a:cubicBezTo>
                    <a:pt x="53" y="106"/>
                    <a:pt x="53" y="106"/>
                    <a:pt x="53" y="106"/>
                  </a:cubicBezTo>
                  <a:cubicBezTo>
                    <a:pt x="53" y="107"/>
                    <a:pt x="52" y="107"/>
                    <a:pt x="52" y="107"/>
                  </a:cubicBezTo>
                  <a:cubicBezTo>
                    <a:pt x="52" y="108"/>
                    <a:pt x="52" y="108"/>
                    <a:pt x="51" y="108"/>
                  </a:cubicBezTo>
                  <a:cubicBezTo>
                    <a:pt x="51" y="109"/>
                    <a:pt x="51" y="109"/>
                    <a:pt x="51" y="109"/>
                  </a:cubicBezTo>
                  <a:cubicBezTo>
                    <a:pt x="50" y="109"/>
                    <a:pt x="50" y="110"/>
                    <a:pt x="50" y="110"/>
                  </a:cubicBezTo>
                  <a:cubicBezTo>
                    <a:pt x="50" y="111"/>
                    <a:pt x="50" y="111"/>
                    <a:pt x="50" y="111"/>
                  </a:cubicBezTo>
                  <a:cubicBezTo>
                    <a:pt x="49" y="111"/>
                    <a:pt x="49" y="112"/>
                    <a:pt x="49" y="112"/>
                  </a:cubicBezTo>
                  <a:cubicBezTo>
                    <a:pt x="49" y="113"/>
                    <a:pt x="49" y="113"/>
                    <a:pt x="49" y="114"/>
                  </a:cubicBezTo>
                  <a:cubicBezTo>
                    <a:pt x="49" y="120"/>
                    <a:pt x="50" y="129"/>
                    <a:pt x="59" y="129"/>
                  </a:cubicBezTo>
                  <a:cubicBezTo>
                    <a:pt x="68" y="129"/>
                    <a:pt x="79" y="127"/>
                    <a:pt x="79" y="134"/>
                  </a:cubicBezTo>
                  <a:cubicBezTo>
                    <a:pt x="79" y="141"/>
                    <a:pt x="79" y="149"/>
                    <a:pt x="71" y="151"/>
                  </a:cubicBezTo>
                  <a:cubicBezTo>
                    <a:pt x="63" y="154"/>
                    <a:pt x="59" y="155"/>
                    <a:pt x="54" y="167"/>
                  </a:cubicBezTo>
                  <a:cubicBezTo>
                    <a:pt x="50" y="179"/>
                    <a:pt x="42" y="197"/>
                    <a:pt x="33" y="204"/>
                  </a:cubicBezTo>
                  <a:cubicBezTo>
                    <a:pt x="24" y="211"/>
                    <a:pt x="15" y="221"/>
                    <a:pt x="9" y="224"/>
                  </a:cubicBezTo>
                  <a:cubicBezTo>
                    <a:pt x="8" y="225"/>
                    <a:pt x="7" y="225"/>
                    <a:pt x="5" y="226"/>
                  </a:cubicBezTo>
                  <a:cubicBezTo>
                    <a:pt x="7" y="229"/>
                    <a:pt x="9" y="232"/>
                    <a:pt x="12" y="237"/>
                  </a:cubicBezTo>
                  <a:cubicBezTo>
                    <a:pt x="19" y="248"/>
                    <a:pt x="11" y="264"/>
                    <a:pt x="11" y="264"/>
                  </a:cubicBezTo>
                  <a:cubicBezTo>
                    <a:pt x="0" y="279"/>
                    <a:pt x="9" y="293"/>
                    <a:pt x="9" y="308"/>
                  </a:cubicBezTo>
                  <a:cubicBezTo>
                    <a:pt x="9" y="324"/>
                    <a:pt x="9" y="320"/>
                    <a:pt x="17" y="347"/>
                  </a:cubicBezTo>
                  <a:cubicBezTo>
                    <a:pt x="20" y="364"/>
                    <a:pt x="34" y="360"/>
                    <a:pt x="46" y="371"/>
                  </a:cubicBezTo>
                  <a:cubicBezTo>
                    <a:pt x="58" y="383"/>
                    <a:pt x="54" y="395"/>
                    <a:pt x="54" y="409"/>
                  </a:cubicBezTo>
                  <a:cubicBezTo>
                    <a:pt x="54" y="423"/>
                    <a:pt x="72" y="435"/>
                    <a:pt x="79" y="445"/>
                  </a:cubicBezTo>
                  <a:cubicBezTo>
                    <a:pt x="86" y="454"/>
                    <a:pt x="90" y="464"/>
                    <a:pt x="91" y="469"/>
                  </a:cubicBezTo>
                  <a:cubicBezTo>
                    <a:pt x="93" y="473"/>
                    <a:pt x="85" y="477"/>
                    <a:pt x="80" y="470"/>
                  </a:cubicBezTo>
                  <a:cubicBezTo>
                    <a:pt x="79" y="468"/>
                    <a:pt x="78" y="467"/>
                    <a:pt x="76" y="467"/>
                  </a:cubicBezTo>
                  <a:cubicBezTo>
                    <a:pt x="77" y="467"/>
                    <a:pt x="77" y="467"/>
                    <a:pt x="77" y="467"/>
                  </a:cubicBezTo>
                  <a:cubicBezTo>
                    <a:pt x="77" y="467"/>
                    <a:pt x="77" y="467"/>
                    <a:pt x="77" y="467"/>
                  </a:cubicBezTo>
                  <a:cubicBezTo>
                    <a:pt x="78" y="468"/>
                    <a:pt x="78" y="468"/>
                    <a:pt x="78" y="469"/>
                  </a:cubicBezTo>
                  <a:cubicBezTo>
                    <a:pt x="78" y="469"/>
                    <a:pt x="78" y="469"/>
                    <a:pt x="78" y="469"/>
                  </a:cubicBezTo>
                  <a:cubicBezTo>
                    <a:pt x="79" y="470"/>
                    <a:pt x="79" y="470"/>
                    <a:pt x="79" y="471"/>
                  </a:cubicBezTo>
                  <a:cubicBezTo>
                    <a:pt x="81" y="484"/>
                    <a:pt x="86" y="496"/>
                    <a:pt x="98" y="493"/>
                  </a:cubicBezTo>
                  <a:cubicBezTo>
                    <a:pt x="109" y="491"/>
                    <a:pt x="119" y="496"/>
                    <a:pt x="126" y="508"/>
                  </a:cubicBezTo>
                  <a:cubicBezTo>
                    <a:pt x="132" y="520"/>
                    <a:pt x="136" y="517"/>
                    <a:pt x="145" y="521"/>
                  </a:cubicBezTo>
                  <a:cubicBezTo>
                    <a:pt x="154" y="526"/>
                    <a:pt x="181" y="524"/>
                    <a:pt x="188" y="534"/>
                  </a:cubicBezTo>
                  <a:cubicBezTo>
                    <a:pt x="188" y="535"/>
                    <a:pt x="188" y="535"/>
                    <a:pt x="189" y="536"/>
                  </a:cubicBezTo>
                  <a:cubicBezTo>
                    <a:pt x="189" y="536"/>
                    <a:pt x="189" y="536"/>
                    <a:pt x="189" y="536"/>
                  </a:cubicBezTo>
                  <a:cubicBezTo>
                    <a:pt x="190" y="537"/>
                    <a:pt x="190" y="537"/>
                    <a:pt x="190" y="537"/>
                  </a:cubicBezTo>
                  <a:cubicBezTo>
                    <a:pt x="190" y="538"/>
                    <a:pt x="191" y="538"/>
                    <a:pt x="191" y="538"/>
                  </a:cubicBezTo>
                  <a:cubicBezTo>
                    <a:pt x="191" y="538"/>
                    <a:pt x="191" y="539"/>
                    <a:pt x="192" y="539"/>
                  </a:cubicBezTo>
                  <a:cubicBezTo>
                    <a:pt x="192" y="539"/>
                    <a:pt x="192" y="539"/>
                    <a:pt x="192" y="540"/>
                  </a:cubicBezTo>
                  <a:cubicBezTo>
                    <a:pt x="193" y="540"/>
                    <a:pt x="193" y="540"/>
                    <a:pt x="193" y="540"/>
                  </a:cubicBezTo>
                  <a:cubicBezTo>
                    <a:pt x="194" y="541"/>
                    <a:pt x="194" y="541"/>
                    <a:pt x="194" y="541"/>
                  </a:cubicBezTo>
                  <a:cubicBezTo>
                    <a:pt x="195" y="541"/>
                    <a:pt x="195" y="541"/>
                    <a:pt x="195" y="541"/>
                  </a:cubicBezTo>
                  <a:cubicBezTo>
                    <a:pt x="195" y="542"/>
                    <a:pt x="195" y="542"/>
                    <a:pt x="196" y="542"/>
                  </a:cubicBezTo>
                  <a:cubicBezTo>
                    <a:pt x="196" y="542"/>
                    <a:pt x="196" y="542"/>
                    <a:pt x="196" y="542"/>
                  </a:cubicBezTo>
                  <a:cubicBezTo>
                    <a:pt x="197" y="543"/>
                    <a:pt x="197" y="543"/>
                    <a:pt x="198" y="543"/>
                  </a:cubicBezTo>
                  <a:cubicBezTo>
                    <a:pt x="198" y="543"/>
                    <a:pt x="198" y="543"/>
                    <a:pt x="198" y="543"/>
                  </a:cubicBezTo>
                  <a:cubicBezTo>
                    <a:pt x="199" y="544"/>
                    <a:pt x="199" y="544"/>
                    <a:pt x="200" y="544"/>
                  </a:cubicBezTo>
                  <a:cubicBezTo>
                    <a:pt x="200" y="544"/>
                    <a:pt x="200" y="544"/>
                    <a:pt x="200" y="544"/>
                  </a:cubicBezTo>
                  <a:cubicBezTo>
                    <a:pt x="201" y="544"/>
                    <a:pt x="201" y="545"/>
                    <a:pt x="202" y="545"/>
                  </a:cubicBezTo>
                  <a:cubicBezTo>
                    <a:pt x="202" y="545"/>
                    <a:pt x="202" y="545"/>
                    <a:pt x="203" y="545"/>
                  </a:cubicBezTo>
                  <a:cubicBezTo>
                    <a:pt x="204" y="546"/>
                    <a:pt x="204" y="546"/>
                    <a:pt x="204" y="546"/>
                  </a:cubicBezTo>
                  <a:cubicBezTo>
                    <a:pt x="205" y="546"/>
                    <a:pt x="205" y="546"/>
                    <a:pt x="205" y="546"/>
                  </a:cubicBezTo>
                  <a:cubicBezTo>
                    <a:pt x="206" y="546"/>
                    <a:pt x="206" y="546"/>
                    <a:pt x="207" y="546"/>
                  </a:cubicBezTo>
                  <a:cubicBezTo>
                    <a:pt x="207" y="547"/>
                    <a:pt x="207" y="547"/>
                    <a:pt x="208" y="547"/>
                  </a:cubicBezTo>
                  <a:cubicBezTo>
                    <a:pt x="209" y="547"/>
                    <a:pt x="209" y="547"/>
                    <a:pt x="209" y="547"/>
                  </a:cubicBezTo>
                  <a:cubicBezTo>
                    <a:pt x="210" y="547"/>
                    <a:pt x="210" y="548"/>
                    <a:pt x="211" y="548"/>
                  </a:cubicBezTo>
                  <a:cubicBezTo>
                    <a:pt x="212" y="548"/>
                    <a:pt x="212" y="548"/>
                    <a:pt x="212" y="548"/>
                  </a:cubicBezTo>
                  <a:cubicBezTo>
                    <a:pt x="213" y="548"/>
                    <a:pt x="213" y="548"/>
                    <a:pt x="214" y="548"/>
                  </a:cubicBezTo>
                  <a:cubicBezTo>
                    <a:pt x="214" y="549"/>
                    <a:pt x="215" y="549"/>
                    <a:pt x="216" y="549"/>
                  </a:cubicBezTo>
                  <a:cubicBezTo>
                    <a:pt x="217" y="549"/>
                    <a:pt x="217" y="549"/>
                    <a:pt x="217" y="549"/>
                  </a:cubicBezTo>
                  <a:cubicBezTo>
                    <a:pt x="218" y="549"/>
                    <a:pt x="219" y="550"/>
                    <a:pt x="219" y="550"/>
                  </a:cubicBezTo>
                  <a:cubicBezTo>
                    <a:pt x="220" y="550"/>
                    <a:pt x="220" y="550"/>
                    <a:pt x="221" y="550"/>
                  </a:cubicBezTo>
                  <a:cubicBezTo>
                    <a:pt x="222" y="550"/>
                    <a:pt x="223" y="551"/>
                    <a:pt x="224" y="551"/>
                  </a:cubicBezTo>
                  <a:cubicBezTo>
                    <a:pt x="224" y="551"/>
                    <a:pt x="225" y="551"/>
                    <a:pt x="226" y="551"/>
                  </a:cubicBezTo>
                  <a:cubicBezTo>
                    <a:pt x="248" y="557"/>
                    <a:pt x="249" y="559"/>
                    <a:pt x="268" y="559"/>
                  </a:cubicBezTo>
                  <a:cubicBezTo>
                    <a:pt x="286" y="559"/>
                    <a:pt x="302" y="563"/>
                    <a:pt x="306" y="573"/>
                  </a:cubicBezTo>
                  <a:cubicBezTo>
                    <a:pt x="310" y="583"/>
                    <a:pt x="315" y="590"/>
                    <a:pt x="317" y="605"/>
                  </a:cubicBezTo>
                  <a:cubicBezTo>
                    <a:pt x="319" y="619"/>
                    <a:pt x="318" y="656"/>
                    <a:pt x="326" y="661"/>
                  </a:cubicBezTo>
                  <a:cubicBezTo>
                    <a:pt x="332" y="666"/>
                    <a:pt x="337" y="672"/>
                    <a:pt x="339" y="683"/>
                  </a:cubicBezTo>
                  <a:cubicBezTo>
                    <a:pt x="339" y="683"/>
                    <a:pt x="339" y="683"/>
                    <a:pt x="339" y="683"/>
                  </a:cubicBezTo>
                  <a:cubicBezTo>
                    <a:pt x="340" y="683"/>
                    <a:pt x="340" y="683"/>
                    <a:pt x="341" y="683"/>
                  </a:cubicBezTo>
                  <a:cubicBezTo>
                    <a:pt x="341" y="683"/>
                    <a:pt x="341" y="683"/>
                    <a:pt x="341" y="683"/>
                  </a:cubicBezTo>
                  <a:cubicBezTo>
                    <a:pt x="342" y="683"/>
                    <a:pt x="343" y="683"/>
                    <a:pt x="344" y="684"/>
                  </a:cubicBezTo>
                  <a:cubicBezTo>
                    <a:pt x="344" y="684"/>
                    <a:pt x="344" y="684"/>
                    <a:pt x="344" y="684"/>
                  </a:cubicBezTo>
                  <a:cubicBezTo>
                    <a:pt x="345" y="684"/>
                    <a:pt x="346" y="684"/>
                    <a:pt x="347" y="684"/>
                  </a:cubicBezTo>
                  <a:cubicBezTo>
                    <a:pt x="347" y="685"/>
                    <a:pt x="347" y="685"/>
                    <a:pt x="347" y="685"/>
                  </a:cubicBezTo>
                  <a:cubicBezTo>
                    <a:pt x="348" y="685"/>
                    <a:pt x="349" y="685"/>
                    <a:pt x="350" y="686"/>
                  </a:cubicBezTo>
                  <a:cubicBezTo>
                    <a:pt x="364" y="693"/>
                    <a:pt x="374" y="693"/>
                    <a:pt x="384" y="685"/>
                  </a:cubicBezTo>
                  <a:cubicBezTo>
                    <a:pt x="393" y="677"/>
                    <a:pt x="401" y="679"/>
                    <a:pt x="409" y="686"/>
                  </a:cubicBezTo>
                  <a:cubicBezTo>
                    <a:pt x="417" y="693"/>
                    <a:pt x="438" y="702"/>
                    <a:pt x="449" y="695"/>
                  </a:cubicBezTo>
                  <a:cubicBezTo>
                    <a:pt x="460" y="689"/>
                    <a:pt x="472" y="686"/>
                    <a:pt x="480" y="693"/>
                  </a:cubicBezTo>
                  <a:cubicBezTo>
                    <a:pt x="488" y="699"/>
                    <a:pt x="496" y="713"/>
                    <a:pt x="508" y="686"/>
                  </a:cubicBezTo>
                  <a:cubicBezTo>
                    <a:pt x="520" y="659"/>
                    <a:pt x="529" y="655"/>
                    <a:pt x="542" y="666"/>
                  </a:cubicBezTo>
                  <a:cubicBezTo>
                    <a:pt x="556" y="677"/>
                    <a:pt x="560" y="686"/>
                    <a:pt x="580" y="670"/>
                  </a:cubicBezTo>
                  <a:cubicBezTo>
                    <a:pt x="600" y="654"/>
                    <a:pt x="593" y="669"/>
                    <a:pt x="620" y="653"/>
                  </a:cubicBezTo>
                  <a:cubicBezTo>
                    <a:pt x="642" y="639"/>
                    <a:pt x="660" y="634"/>
                    <a:pt x="689" y="616"/>
                  </a:cubicBezTo>
                  <a:cubicBezTo>
                    <a:pt x="688" y="613"/>
                    <a:pt x="687" y="610"/>
                    <a:pt x="684" y="606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16" name="Freeform 215">
              <a:extLst>
                <a:ext uri="{FF2B5EF4-FFF2-40B4-BE49-F238E27FC236}">
                  <a16:creationId xmlns:a16="http://schemas.microsoft.com/office/drawing/2014/main" id="{DF6C435C-B128-19AF-4729-C3712582E4FB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0325" y="1014413"/>
              <a:ext cx="712788" cy="787400"/>
            </a:xfrm>
            <a:custGeom>
              <a:avLst/>
              <a:gdLst>
                <a:gd name="T0" fmla="*/ 125 w 786"/>
                <a:gd name="T1" fmla="*/ 740 h 866"/>
                <a:gd name="T2" fmla="*/ 201 w 786"/>
                <a:gd name="T3" fmla="*/ 752 h 866"/>
                <a:gd name="T4" fmla="*/ 259 w 786"/>
                <a:gd name="T5" fmla="*/ 798 h 866"/>
                <a:gd name="T6" fmla="*/ 323 w 786"/>
                <a:gd name="T7" fmla="*/ 865 h 866"/>
                <a:gd name="T8" fmla="*/ 334 w 786"/>
                <a:gd name="T9" fmla="*/ 864 h 866"/>
                <a:gd name="T10" fmla="*/ 338 w 786"/>
                <a:gd name="T11" fmla="*/ 862 h 866"/>
                <a:gd name="T12" fmla="*/ 342 w 786"/>
                <a:gd name="T13" fmla="*/ 859 h 866"/>
                <a:gd name="T14" fmla="*/ 345 w 786"/>
                <a:gd name="T15" fmla="*/ 852 h 866"/>
                <a:gd name="T16" fmla="*/ 385 w 786"/>
                <a:gd name="T17" fmla="*/ 811 h 866"/>
                <a:gd name="T18" fmla="*/ 410 w 786"/>
                <a:gd name="T19" fmla="*/ 834 h 866"/>
                <a:gd name="T20" fmla="*/ 494 w 786"/>
                <a:gd name="T21" fmla="*/ 816 h 866"/>
                <a:gd name="T22" fmla="*/ 749 w 786"/>
                <a:gd name="T23" fmla="*/ 815 h 866"/>
                <a:gd name="T24" fmla="*/ 757 w 786"/>
                <a:gd name="T25" fmla="*/ 754 h 866"/>
                <a:gd name="T26" fmla="*/ 786 w 786"/>
                <a:gd name="T27" fmla="*/ 176 h 866"/>
                <a:gd name="T28" fmla="*/ 769 w 786"/>
                <a:gd name="T29" fmla="*/ 165 h 866"/>
                <a:gd name="T30" fmla="*/ 755 w 786"/>
                <a:gd name="T31" fmla="*/ 155 h 866"/>
                <a:gd name="T32" fmla="*/ 720 w 786"/>
                <a:gd name="T33" fmla="*/ 131 h 866"/>
                <a:gd name="T34" fmla="*/ 710 w 786"/>
                <a:gd name="T35" fmla="*/ 124 h 866"/>
                <a:gd name="T36" fmla="*/ 687 w 786"/>
                <a:gd name="T37" fmla="*/ 108 h 866"/>
                <a:gd name="T38" fmla="*/ 673 w 786"/>
                <a:gd name="T39" fmla="*/ 99 h 866"/>
                <a:gd name="T40" fmla="*/ 657 w 786"/>
                <a:gd name="T41" fmla="*/ 88 h 866"/>
                <a:gd name="T42" fmla="*/ 645 w 786"/>
                <a:gd name="T43" fmla="*/ 80 h 866"/>
                <a:gd name="T44" fmla="*/ 634 w 786"/>
                <a:gd name="T45" fmla="*/ 72 h 866"/>
                <a:gd name="T46" fmla="*/ 620 w 786"/>
                <a:gd name="T47" fmla="*/ 63 h 866"/>
                <a:gd name="T48" fmla="*/ 612 w 786"/>
                <a:gd name="T49" fmla="*/ 57 h 866"/>
                <a:gd name="T50" fmla="*/ 601 w 786"/>
                <a:gd name="T51" fmla="*/ 50 h 866"/>
                <a:gd name="T52" fmla="*/ 595 w 786"/>
                <a:gd name="T53" fmla="*/ 46 h 866"/>
                <a:gd name="T54" fmla="*/ 588 w 786"/>
                <a:gd name="T55" fmla="*/ 41 h 866"/>
                <a:gd name="T56" fmla="*/ 585 w 786"/>
                <a:gd name="T57" fmla="*/ 39 h 866"/>
                <a:gd name="T58" fmla="*/ 582 w 786"/>
                <a:gd name="T59" fmla="*/ 37 h 866"/>
                <a:gd name="T60" fmla="*/ 550 w 786"/>
                <a:gd name="T61" fmla="*/ 97 h 866"/>
                <a:gd name="T62" fmla="*/ 550 w 786"/>
                <a:gd name="T63" fmla="*/ 102 h 866"/>
                <a:gd name="T64" fmla="*/ 551 w 786"/>
                <a:gd name="T65" fmla="*/ 106 h 866"/>
                <a:gd name="T66" fmla="*/ 551 w 786"/>
                <a:gd name="T67" fmla="*/ 110 h 866"/>
                <a:gd name="T68" fmla="*/ 337 w 786"/>
                <a:gd name="T69" fmla="*/ 114 h 866"/>
                <a:gd name="T70" fmla="*/ 289 w 786"/>
                <a:gd name="T71" fmla="*/ 302 h 866"/>
                <a:gd name="T72" fmla="*/ 270 w 786"/>
                <a:gd name="T73" fmla="*/ 363 h 866"/>
                <a:gd name="T74" fmla="*/ 12 w 786"/>
                <a:gd name="T75" fmla="*/ 426 h 866"/>
                <a:gd name="T76" fmla="*/ 5 w 786"/>
                <a:gd name="T77" fmla="*/ 469 h 866"/>
                <a:gd name="T78" fmla="*/ 42 w 786"/>
                <a:gd name="T79" fmla="*/ 470 h 866"/>
                <a:gd name="T80" fmla="*/ 55 w 786"/>
                <a:gd name="T81" fmla="*/ 529 h 866"/>
                <a:gd name="T82" fmla="*/ 77 w 786"/>
                <a:gd name="T83" fmla="*/ 630 h 866"/>
                <a:gd name="T84" fmla="*/ 55 w 786"/>
                <a:gd name="T85" fmla="*/ 751 h 8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786" h="866">
                  <a:moveTo>
                    <a:pt x="83" y="746"/>
                  </a:moveTo>
                  <a:cubicBezTo>
                    <a:pt x="88" y="748"/>
                    <a:pt x="98" y="748"/>
                    <a:pt x="102" y="745"/>
                  </a:cubicBezTo>
                  <a:cubicBezTo>
                    <a:pt x="106" y="741"/>
                    <a:pt x="117" y="740"/>
                    <a:pt x="125" y="740"/>
                  </a:cubicBezTo>
                  <a:cubicBezTo>
                    <a:pt x="134" y="739"/>
                    <a:pt x="141" y="738"/>
                    <a:pt x="147" y="736"/>
                  </a:cubicBezTo>
                  <a:cubicBezTo>
                    <a:pt x="154" y="734"/>
                    <a:pt x="168" y="735"/>
                    <a:pt x="179" y="739"/>
                  </a:cubicBezTo>
                  <a:cubicBezTo>
                    <a:pt x="191" y="743"/>
                    <a:pt x="199" y="745"/>
                    <a:pt x="201" y="752"/>
                  </a:cubicBezTo>
                  <a:cubicBezTo>
                    <a:pt x="204" y="759"/>
                    <a:pt x="211" y="766"/>
                    <a:pt x="221" y="766"/>
                  </a:cubicBezTo>
                  <a:cubicBezTo>
                    <a:pt x="231" y="766"/>
                    <a:pt x="237" y="766"/>
                    <a:pt x="240" y="771"/>
                  </a:cubicBezTo>
                  <a:cubicBezTo>
                    <a:pt x="243" y="776"/>
                    <a:pt x="254" y="789"/>
                    <a:pt x="259" y="798"/>
                  </a:cubicBezTo>
                  <a:cubicBezTo>
                    <a:pt x="264" y="806"/>
                    <a:pt x="280" y="833"/>
                    <a:pt x="288" y="836"/>
                  </a:cubicBezTo>
                  <a:cubicBezTo>
                    <a:pt x="296" y="839"/>
                    <a:pt x="303" y="839"/>
                    <a:pt x="307" y="845"/>
                  </a:cubicBezTo>
                  <a:cubicBezTo>
                    <a:pt x="311" y="851"/>
                    <a:pt x="314" y="862"/>
                    <a:pt x="323" y="865"/>
                  </a:cubicBezTo>
                  <a:cubicBezTo>
                    <a:pt x="324" y="865"/>
                    <a:pt x="324" y="865"/>
                    <a:pt x="324" y="865"/>
                  </a:cubicBezTo>
                  <a:cubicBezTo>
                    <a:pt x="324" y="865"/>
                    <a:pt x="324" y="865"/>
                    <a:pt x="324" y="865"/>
                  </a:cubicBezTo>
                  <a:cubicBezTo>
                    <a:pt x="327" y="866"/>
                    <a:pt x="331" y="865"/>
                    <a:pt x="334" y="864"/>
                  </a:cubicBezTo>
                  <a:cubicBezTo>
                    <a:pt x="334" y="864"/>
                    <a:pt x="334" y="864"/>
                    <a:pt x="334" y="864"/>
                  </a:cubicBezTo>
                  <a:cubicBezTo>
                    <a:pt x="335" y="864"/>
                    <a:pt x="336" y="863"/>
                    <a:pt x="337" y="863"/>
                  </a:cubicBezTo>
                  <a:cubicBezTo>
                    <a:pt x="337" y="863"/>
                    <a:pt x="338" y="863"/>
                    <a:pt x="338" y="862"/>
                  </a:cubicBezTo>
                  <a:cubicBezTo>
                    <a:pt x="339" y="862"/>
                    <a:pt x="339" y="862"/>
                    <a:pt x="340" y="861"/>
                  </a:cubicBezTo>
                  <a:cubicBezTo>
                    <a:pt x="341" y="860"/>
                    <a:pt x="341" y="860"/>
                    <a:pt x="341" y="860"/>
                  </a:cubicBezTo>
                  <a:cubicBezTo>
                    <a:pt x="342" y="859"/>
                    <a:pt x="342" y="859"/>
                    <a:pt x="342" y="859"/>
                  </a:cubicBezTo>
                  <a:cubicBezTo>
                    <a:pt x="343" y="858"/>
                    <a:pt x="343" y="857"/>
                    <a:pt x="343" y="857"/>
                  </a:cubicBezTo>
                  <a:cubicBezTo>
                    <a:pt x="344" y="856"/>
                    <a:pt x="344" y="856"/>
                    <a:pt x="344" y="856"/>
                  </a:cubicBezTo>
                  <a:cubicBezTo>
                    <a:pt x="344" y="855"/>
                    <a:pt x="345" y="854"/>
                    <a:pt x="345" y="852"/>
                  </a:cubicBezTo>
                  <a:cubicBezTo>
                    <a:pt x="347" y="843"/>
                    <a:pt x="349" y="837"/>
                    <a:pt x="350" y="827"/>
                  </a:cubicBezTo>
                  <a:cubicBezTo>
                    <a:pt x="351" y="816"/>
                    <a:pt x="351" y="811"/>
                    <a:pt x="361" y="807"/>
                  </a:cubicBezTo>
                  <a:cubicBezTo>
                    <a:pt x="371" y="804"/>
                    <a:pt x="382" y="804"/>
                    <a:pt x="385" y="811"/>
                  </a:cubicBezTo>
                  <a:cubicBezTo>
                    <a:pt x="388" y="819"/>
                    <a:pt x="390" y="823"/>
                    <a:pt x="394" y="826"/>
                  </a:cubicBezTo>
                  <a:cubicBezTo>
                    <a:pt x="397" y="828"/>
                    <a:pt x="400" y="827"/>
                    <a:pt x="401" y="834"/>
                  </a:cubicBezTo>
                  <a:cubicBezTo>
                    <a:pt x="401" y="840"/>
                    <a:pt x="409" y="843"/>
                    <a:pt x="410" y="834"/>
                  </a:cubicBezTo>
                  <a:cubicBezTo>
                    <a:pt x="411" y="825"/>
                    <a:pt x="411" y="816"/>
                    <a:pt x="424" y="815"/>
                  </a:cubicBezTo>
                  <a:cubicBezTo>
                    <a:pt x="437" y="814"/>
                    <a:pt x="445" y="811"/>
                    <a:pt x="455" y="816"/>
                  </a:cubicBezTo>
                  <a:cubicBezTo>
                    <a:pt x="465" y="821"/>
                    <a:pt x="490" y="823"/>
                    <a:pt x="494" y="816"/>
                  </a:cubicBezTo>
                  <a:cubicBezTo>
                    <a:pt x="498" y="809"/>
                    <a:pt x="504" y="799"/>
                    <a:pt x="514" y="807"/>
                  </a:cubicBezTo>
                  <a:cubicBezTo>
                    <a:pt x="524" y="815"/>
                    <a:pt x="534" y="815"/>
                    <a:pt x="551" y="815"/>
                  </a:cubicBezTo>
                  <a:cubicBezTo>
                    <a:pt x="568" y="815"/>
                    <a:pt x="749" y="815"/>
                    <a:pt x="749" y="815"/>
                  </a:cubicBezTo>
                  <a:cubicBezTo>
                    <a:pt x="749" y="815"/>
                    <a:pt x="742" y="801"/>
                    <a:pt x="753" y="795"/>
                  </a:cubicBezTo>
                  <a:cubicBezTo>
                    <a:pt x="764" y="789"/>
                    <a:pt x="761" y="783"/>
                    <a:pt x="761" y="776"/>
                  </a:cubicBezTo>
                  <a:cubicBezTo>
                    <a:pt x="761" y="769"/>
                    <a:pt x="768" y="762"/>
                    <a:pt x="757" y="754"/>
                  </a:cubicBezTo>
                  <a:cubicBezTo>
                    <a:pt x="746" y="746"/>
                    <a:pt x="741" y="740"/>
                    <a:pt x="741" y="725"/>
                  </a:cubicBezTo>
                  <a:cubicBezTo>
                    <a:pt x="741" y="710"/>
                    <a:pt x="684" y="179"/>
                    <a:pt x="684" y="179"/>
                  </a:cubicBezTo>
                  <a:cubicBezTo>
                    <a:pt x="786" y="176"/>
                    <a:pt x="786" y="176"/>
                    <a:pt x="786" y="176"/>
                  </a:cubicBezTo>
                  <a:cubicBezTo>
                    <a:pt x="784" y="175"/>
                    <a:pt x="782" y="173"/>
                    <a:pt x="780" y="172"/>
                  </a:cubicBezTo>
                  <a:cubicBezTo>
                    <a:pt x="778" y="171"/>
                    <a:pt x="777" y="170"/>
                    <a:pt x="776" y="169"/>
                  </a:cubicBezTo>
                  <a:cubicBezTo>
                    <a:pt x="774" y="168"/>
                    <a:pt x="771" y="166"/>
                    <a:pt x="769" y="165"/>
                  </a:cubicBezTo>
                  <a:cubicBezTo>
                    <a:pt x="768" y="164"/>
                    <a:pt x="766" y="163"/>
                    <a:pt x="765" y="162"/>
                  </a:cubicBezTo>
                  <a:cubicBezTo>
                    <a:pt x="762" y="160"/>
                    <a:pt x="760" y="158"/>
                    <a:pt x="758" y="157"/>
                  </a:cubicBezTo>
                  <a:cubicBezTo>
                    <a:pt x="757" y="156"/>
                    <a:pt x="756" y="155"/>
                    <a:pt x="755" y="155"/>
                  </a:cubicBezTo>
                  <a:cubicBezTo>
                    <a:pt x="747" y="149"/>
                    <a:pt x="739" y="144"/>
                    <a:pt x="731" y="139"/>
                  </a:cubicBezTo>
                  <a:cubicBezTo>
                    <a:pt x="730" y="138"/>
                    <a:pt x="729" y="137"/>
                    <a:pt x="728" y="136"/>
                  </a:cubicBezTo>
                  <a:cubicBezTo>
                    <a:pt x="725" y="134"/>
                    <a:pt x="723" y="133"/>
                    <a:pt x="720" y="131"/>
                  </a:cubicBezTo>
                  <a:cubicBezTo>
                    <a:pt x="719" y="131"/>
                    <a:pt x="719" y="130"/>
                    <a:pt x="718" y="130"/>
                  </a:cubicBezTo>
                  <a:cubicBezTo>
                    <a:pt x="716" y="128"/>
                    <a:pt x="713" y="126"/>
                    <a:pt x="710" y="124"/>
                  </a:cubicBezTo>
                  <a:cubicBezTo>
                    <a:pt x="710" y="124"/>
                    <a:pt x="710" y="124"/>
                    <a:pt x="710" y="124"/>
                  </a:cubicBezTo>
                  <a:cubicBezTo>
                    <a:pt x="705" y="121"/>
                    <a:pt x="701" y="118"/>
                    <a:pt x="697" y="115"/>
                  </a:cubicBezTo>
                  <a:cubicBezTo>
                    <a:pt x="696" y="114"/>
                    <a:pt x="694" y="113"/>
                    <a:pt x="693" y="112"/>
                  </a:cubicBezTo>
                  <a:cubicBezTo>
                    <a:pt x="691" y="111"/>
                    <a:pt x="689" y="110"/>
                    <a:pt x="687" y="108"/>
                  </a:cubicBezTo>
                  <a:cubicBezTo>
                    <a:pt x="686" y="108"/>
                    <a:pt x="685" y="107"/>
                    <a:pt x="683" y="106"/>
                  </a:cubicBezTo>
                  <a:cubicBezTo>
                    <a:pt x="682" y="105"/>
                    <a:pt x="680" y="104"/>
                    <a:pt x="678" y="102"/>
                  </a:cubicBezTo>
                  <a:cubicBezTo>
                    <a:pt x="676" y="101"/>
                    <a:pt x="674" y="100"/>
                    <a:pt x="673" y="99"/>
                  </a:cubicBezTo>
                  <a:cubicBezTo>
                    <a:pt x="672" y="98"/>
                    <a:pt x="671" y="97"/>
                    <a:pt x="670" y="97"/>
                  </a:cubicBezTo>
                  <a:cubicBezTo>
                    <a:pt x="667" y="95"/>
                    <a:pt x="664" y="93"/>
                    <a:pt x="661" y="91"/>
                  </a:cubicBezTo>
                  <a:cubicBezTo>
                    <a:pt x="660" y="90"/>
                    <a:pt x="659" y="89"/>
                    <a:pt x="657" y="88"/>
                  </a:cubicBezTo>
                  <a:cubicBezTo>
                    <a:pt x="656" y="87"/>
                    <a:pt x="655" y="86"/>
                    <a:pt x="653" y="85"/>
                  </a:cubicBezTo>
                  <a:cubicBezTo>
                    <a:pt x="652" y="84"/>
                    <a:pt x="650" y="83"/>
                    <a:pt x="649" y="82"/>
                  </a:cubicBezTo>
                  <a:cubicBezTo>
                    <a:pt x="647" y="81"/>
                    <a:pt x="646" y="80"/>
                    <a:pt x="645" y="80"/>
                  </a:cubicBezTo>
                  <a:cubicBezTo>
                    <a:pt x="644" y="79"/>
                    <a:pt x="642" y="78"/>
                    <a:pt x="641" y="77"/>
                  </a:cubicBezTo>
                  <a:cubicBezTo>
                    <a:pt x="639" y="76"/>
                    <a:pt x="637" y="75"/>
                    <a:pt x="636" y="73"/>
                  </a:cubicBezTo>
                  <a:cubicBezTo>
                    <a:pt x="635" y="73"/>
                    <a:pt x="634" y="73"/>
                    <a:pt x="634" y="72"/>
                  </a:cubicBezTo>
                  <a:cubicBezTo>
                    <a:pt x="631" y="70"/>
                    <a:pt x="629" y="69"/>
                    <a:pt x="627" y="67"/>
                  </a:cubicBezTo>
                  <a:cubicBezTo>
                    <a:pt x="626" y="67"/>
                    <a:pt x="626" y="67"/>
                    <a:pt x="625" y="66"/>
                  </a:cubicBezTo>
                  <a:cubicBezTo>
                    <a:pt x="623" y="65"/>
                    <a:pt x="622" y="64"/>
                    <a:pt x="620" y="63"/>
                  </a:cubicBezTo>
                  <a:cubicBezTo>
                    <a:pt x="619" y="62"/>
                    <a:pt x="618" y="62"/>
                    <a:pt x="618" y="61"/>
                  </a:cubicBezTo>
                  <a:cubicBezTo>
                    <a:pt x="616" y="60"/>
                    <a:pt x="615" y="59"/>
                    <a:pt x="614" y="59"/>
                  </a:cubicBezTo>
                  <a:cubicBezTo>
                    <a:pt x="613" y="58"/>
                    <a:pt x="612" y="58"/>
                    <a:pt x="612" y="57"/>
                  </a:cubicBezTo>
                  <a:cubicBezTo>
                    <a:pt x="610" y="56"/>
                    <a:pt x="608" y="55"/>
                    <a:pt x="607" y="54"/>
                  </a:cubicBezTo>
                  <a:cubicBezTo>
                    <a:pt x="606" y="53"/>
                    <a:pt x="606" y="53"/>
                    <a:pt x="605" y="53"/>
                  </a:cubicBezTo>
                  <a:cubicBezTo>
                    <a:pt x="604" y="52"/>
                    <a:pt x="603" y="51"/>
                    <a:pt x="601" y="50"/>
                  </a:cubicBezTo>
                  <a:cubicBezTo>
                    <a:pt x="600" y="49"/>
                    <a:pt x="600" y="49"/>
                    <a:pt x="600" y="49"/>
                  </a:cubicBezTo>
                  <a:cubicBezTo>
                    <a:pt x="599" y="48"/>
                    <a:pt x="598" y="48"/>
                    <a:pt x="597" y="47"/>
                  </a:cubicBezTo>
                  <a:cubicBezTo>
                    <a:pt x="596" y="47"/>
                    <a:pt x="596" y="46"/>
                    <a:pt x="595" y="46"/>
                  </a:cubicBezTo>
                  <a:cubicBezTo>
                    <a:pt x="594" y="45"/>
                    <a:pt x="593" y="45"/>
                    <a:pt x="592" y="44"/>
                  </a:cubicBezTo>
                  <a:cubicBezTo>
                    <a:pt x="592" y="44"/>
                    <a:pt x="592" y="44"/>
                    <a:pt x="591" y="43"/>
                  </a:cubicBezTo>
                  <a:cubicBezTo>
                    <a:pt x="590" y="43"/>
                    <a:pt x="589" y="42"/>
                    <a:pt x="588" y="41"/>
                  </a:cubicBezTo>
                  <a:cubicBezTo>
                    <a:pt x="588" y="41"/>
                    <a:pt x="588" y="41"/>
                    <a:pt x="588" y="41"/>
                  </a:cubicBezTo>
                  <a:cubicBezTo>
                    <a:pt x="587" y="40"/>
                    <a:pt x="586" y="40"/>
                    <a:pt x="586" y="40"/>
                  </a:cubicBezTo>
                  <a:cubicBezTo>
                    <a:pt x="585" y="40"/>
                    <a:pt x="585" y="39"/>
                    <a:pt x="585" y="39"/>
                  </a:cubicBezTo>
                  <a:cubicBezTo>
                    <a:pt x="584" y="39"/>
                    <a:pt x="584" y="39"/>
                    <a:pt x="584" y="38"/>
                  </a:cubicBezTo>
                  <a:cubicBezTo>
                    <a:pt x="583" y="38"/>
                    <a:pt x="583" y="38"/>
                    <a:pt x="583" y="38"/>
                  </a:cubicBezTo>
                  <a:cubicBezTo>
                    <a:pt x="582" y="37"/>
                    <a:pt x="582" y="37"/>
                    <a:pt x="582" y="37"/>
                  </a:cubicBezTo>
                  <a:cubicBezTo>
                    <a:pt x="571" y="31"/>
                    <a:pt x="558" y="29"/>
                    <a:pt x="549" y="28"/>
                  </a:cubicBezTo>
                  <a:cubicBezTo>
                    <a:pt x="549" y="19"/>
                    <a:pt x="548" y="9"/>
                    <a:pt x="548" y="0"/>
                  </a:cubicBezTo>
                  <a:cubicBezTo>
                    <a:pt x="549" y="34"/>
                    <a:pt x="550" y="76"/>
                    <a:pt x="550" y="97"/>
                  </a:cubicBezTo>
                  <a:cubicBezTo>
                    <a:pt x="550" y="98"/>
                    <a:pt x="550" y="98"/>
                    <a:pt x="550" y="98"/>
                  </a:cubicBezTo>
                  <a:cubicBezTo>
                    <a:pt x="550" y="99"/>
                    <a:pt x="550" y="100"/>
                    <a:pt x="550" y="101"/>
                  </a:cubicBezTo>
                  <a:cubicBezTo>
                    <a:pt x="550" y="102"/>
                    <a:pt x="550" y="102"/>
                    <a:pt x="550" y="102"/>
                  </a:cubicBezTo>
                  <a:cubicBezTo>
                    <a:pt x="550" y="103"/>
                    <a:pt x="550" y="104"/>
                    <a:pt x="551" y="105"/>
                  </a:cubicBezTo>
                  <a:cubicBezTo>
                    <a:pt x="551" y="106"/>
                    <a:pt x="551" y="106"/>
                    <a:pt x="551" y="106"/>
                  </a:cubicBezTo>
                  <a:cubicBezTo>
                    <a:pt x="551" y="106"/>
                    <a:pt x="551" y="106"/>
                    <a:pt x="551" y="106"/>
                  </a:cubicBezTo>
                  <a:cubicBezTo>
                    <a:pt x="551" y="107"/>
                    <a:pt x="551" y="107"/>
                    <a:pt x="551" y="107"/>
                  </a:cubicBezTo>
                  <a:cubicBezTo>
                    <a:pt x="551" y="108"/>
                    <a:pt x="551" y="109"/>
                    <a:pt x="551" y="109"/>
                  </a:cubicBezTo>
                  <a:cubicBezTo>
                    <a:pt x="551" y="110"/>
                    <a:pt x="551" y="110"/>
                    <a:pt x="551" y="110"/>
                  </a:cubicBezTo>
                  <a:cubicBezTo>
                    <a:pt x="551" y="110"/>
                    <a:pt x="551" y="110"/>
                    <a:pt x="551" y="111"/>
                  </a:cubicBezTo>
                  <a:cubicBezTo>
                    <a:pt x="551" y="111"/>
                    <a:pt x="551" y="111"/>
                    <a:pt x="551" y="111"/>
                  </a:cubicBezTo>
                  <a:cubicBezTo>
                    <a:pt x="337" y="114"/>
                    <a:pt x="337" y="114"/>
                    <a:pt x="337" y="114"/>
                  </a:cubicBezTo>
                  <a:cubicBezTo>
                    <a:pt x="334" y="281"/>
                    <a:pt x="334" y="281"/>
                    <a:pt x="334" y="281"/>
                  </a:cubicBezTo>
                  <a:cubicBezTo>
                    <a:pt x="334" y="281"/>
                    <a:pt x="320" y="293"/>
                    <a:pt x="311" y="293"/>
                  </a:cubicBezTo>
                  <a:cubicBezTo>
                    <a:pt x="303" y="292"/>
                    <a:pt x="294" y="298"/>
                    <a:pt x="289" y="302"/>
                  </a:cubicBezTo>
                  <a:cubicBezTo>
                    <a:pt x="285" y="306"/>
                    <a:pt x="267" y="312"/>
                    <a:pt x="266" y="319"/>
                  </a:cubicBezTo>
                  <a:cubicBezTo>
                    <a:pt x="265" y="327"/>
                    <a:pt x="258" y="339"/>
                    <a:pt x="264" y="343"/>
                  </a:cubicBezTo>
                  <a:cubicBezTo>
                    <a:pt x="270" y="348"/>
                    <a:pt x="271" y="355"/>
                    <a:pt x="270" y="363"/>
                  </a:cubicBezTo>
                  <a:cubicBezTo>
                    <a:pt x="269" y="371"/>
                    <a:pt x="271" y="427"/>
                    <a:pt x="271" y="427"/>
                  </a:cubicBezTo>
                  <a:cubicBezTo>
                    <a:pt x="12" y="426"/>
                    <a:pt x="12" y="426"/>
                    <a:pt x="12" y="426"/>
                  </a:cubicBezTo>
                  <a:cubicBezTo>
                    <a:pt x="12" y="426"/>
                    <a:pt x="12" y="426"/>
                    <a:pt x="12" y="426"/>
                  </a:cubicBezTo>
                  <a:cubicBezTo>
                    <a:pt x="11" y="427"/>
                    <a:pt x="10" y="429"/>
                    <a:pt x="10" y="431"/>
                  </a:cubicBezTo>
                  <a:cubicBezTo>
                    <a:pt x="9" y="435"/>
                    <a:pt x="8" y="446"/>
                    <a:pt x="4" y="450"/>
                  </a:cubicBezTo>
                  <a:cubicBezTo>
                    <a:pt x="0" y="454"/>
                    <a:pt x="1" y="465"/>
                    <a:pt x="5" y="469"/>
                  </a:cubicBezTo>
                  <a:cubicBezTo>
                    <a:pt x="8" y="473"/>
                    <a:pt x="16" y="477"/>
                    <a:pt x="21" y="465"/>
                  </a:cubicBezTo>
                  <a:cubicBezTo>
                    <a:pt x="25" y="454"/>
                    <a:pt x="33" y="442"/>
                    <a:pt x="35" y="452"/>
                  </a:cubicBezTo>
                  <a:cubicBezTo>
                    <a:pt x="37" y="462"/>
                    <a:pt x="38" y="467"/>
                    <a:pt x="42" y="470"/>
                  </a:cubicBezTo>
                  <a:cubicBezTo>
                    <a:pt x="47" y="474"/>
                    <a:pt x="52" y="471"/>
                    <a:pt x="59" y="484"/>
                  </a:cubicBezTo>
                  <a:cubicBezTo>
                    <a:pt x="66" y="496"/>
                    <a:pt x="71" y="504"/>
                    <a:pt x="69" y="512"/>
                  </a:cubicBezTo>
                  <a:cubicBezTo>
                    <a:pt x="67" y="520"/>
                    <a:pt x="58" y="522"/>
                    <a:pt x="55" y="529"/>
                  </a:cubicBezTo>
                  <a:cubicBezTo>
                    <a:pt x="51" y="535"/>
                    <a:pt x="48" y="554"/>
                    <a:pt x="54" y="561"/>
                  </a:cubicBezTo>
                  <a:cubicBezTo>
                    <a:pt x="60" y="568"/>
                    <a:pt x="69" y="574"/>
                    <a:pt x="70" y="588"/>
                  </a:cubicBezTo>
                  <a:cubicBezTo>
                    <a:pt x="72" y="601"/>
                    <a:pt x="77" y="616"/>
                    <a:pt x="77" y="630"/>
                  </a:cubicBezTo>
                  <a:cubicBezTo>
                    <a:pt x="77" y="643"/>
                    <a:pt x="83" y="665"/>
                    <a:pt x="76" y="685"/>
                  </a:cubicBezTo>
                  <a:cubicBezTo>
                    <a:pt x="70" y="705"/>
                    <a:pt x="52" y="730"/>
                    <a:pt x="51" y="738"/>
                  </a:cubicBezTo>
                  <a:cubicBezTo>
                    <a:pt x="50" y="743"/>
                    <a:pt x="53" y="747"/>
                    <a:pt x="55" y="751"/>
                  </a:cubicBezTo>
                  <a:cubicBezTo>
                    <a:pt x="57" y="750"/>
                    <a:pt x="60" y="748"/>
                    <a:pt x="62" y="748"/>
                  </a:cubicBezTo>
                  <a:cubicBezTo>
                    <a:pt x="76" y="746"/>
                    <a:pt x="79" y="743"/>
                    <a:pt x="83" y="746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218" name="Freeform 217">
              <a:extLst>
                <a:ext uri="{FF2B5EF4-FFF2-40B4-BE49-F238E27FC236}">
                  <a16:creationId xmlns:a16="http://schemas.microsoft.com/office/drawing/2014/main" id="{6557619E-4224-726E-B9D7-3A22CA97AB6A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7213" y="396876"/>
              <a:ext cx="1198563" cy="1158875"/>
            </a:xfrm>
            <a:custGeom>
              <a:avLst/>
              <a:gdLst>
                <a:gd name="T0" fmla="*/ 1183 w 1319"/>
                <a:gd name="T1" fmla="*/ 827 h 1273"/>
                <a:gd name="T2" fmla="*/ 1183 w 1319"/>
                <a:gd name="T3" fmla="*/ 732 h 1273"/>
                <a:gd name="T4" fmla="*/ 1182 w 1319"/>
                <a:gd name="T5" fmla="*/ 646 h 1273"/>
                <a:gd name="T6" fmla="*/ 1160 w 1319"/>
                <a:gd name="T7" fmla="*/ 527 h 1273"/>
                <a:gd name="T8" fmla="*/ 1163 w 1319"/>
                <a:gd name="T9" fmla="*/ 495 h 1273"/>
                <a:gd name="T10" fmla="*/ 1159 w 1319"/>
                <a:gd name="T11" fmla="*/ 480 h 1273"/>
                <a:gd name="T12" fmla="*/ 1138 w 1319"/>
                <a:gd name="T13" fmla="*/ 414 h 1273"/>
                <a:gd name="T14" fmla="*/ 1057 w 1319"/>
                <a:gd name="T15" fmla="*/ 297 h 1273"/>
                <a:gd name="T16" fmla="*/ 1070 w 1319"/>
                <a:gd name="T17" fmla="*/ 197 h 1273"/>
                <a:gd name="T18" fmla="*/ 1084 w 1319"/>
                <a:gd name="T19" fmla="*/ 76 h 1273"/>
                <a:gd name="T20" fmla="*/ 1104 w 1319"/>
                <a:gd name="T21" fmla="*/ 12 h 1273"/>
                <a:gd name="T22" fmla="*/ 978 w 1319"/>
                <a:gd name="T23" fmla="*/ 10 h 1273"/>
                <a:gd name="T24" fmla="*/ 835 w 1319"/>
                <a:gd name="T25" fmla="*/ 12 h 1273"/>
                <a:gd name="T26" fmla="*/ 603 w 1319"/>
                <a:gd name="T27" fmla="*/ 56 h 1273"/>
                <a:gd name="T28" fmla="*/ 431 w 1319"/>
                <a:gd name="T29" fmla="*/ 149 h 1273"/>
                <a:gd name="T30" fmla="*/ 449 w 1319"/>
                <a:gd name="T31" fmla="*/ 208 h 1273"/>
                <a:gd name="T32" fmla="*/ 463 w 1319"/>
                <a:gd name="T33" fmla="*/ 312 h 1273"/>
                <a:gd name="T34" fmla="*/ 425 w 1319"/>
                <a:gd name="T35" fmla="*/ 367 h 1273"/>
                <a:gd name="T36" fmla="*/ 317 w 1319"/>
                <a:gd name="T37" fmla="*/ 397 h 1273"/>
                <a:gd name="T38" fmla="*/ 287 w 1319"/>
                <a:gd name="T39" fmla="*/ 459 h 1273"/>
                <a:gd name="T40" fmla="*/ 194 w 1319"/>
                <a:gd name="T41" fmla="*/ 521 h 1273"/>
                <a:gd name="T42" fmla="*/ 64 w 1319"/>
                <a:gd name="T43" fmla="*/ 561 h 1273"/>
                <a:gd name="T44" fmla="*/ 1 w 1319"/>
                <a:gd name="T45" fmla="*/ 642 h 1273"/>
                <a:gd name="T46" fmla="*/ 0 w 1319"/>
                <a:gd name="T47" fmla="*/ 649 h 1273"/>
                <a:gd name="T48" fmla="*/ 0 w 1319"/>
                <a:gd name="T49" fmla="*/ 658 h 1273"/>
                <a:gd name="T50" fmla="*/ 0 w 1319"/>
                <a:gd name="T51" fmla="*/ 666 h 1273"/>
                <a:gd name="T52" fmla="*/ 0 w 1319"/>
                <a:gd name="T53" fmla="*/ 678 h 1273"/>
                <a:gd name="T54" fmla="*/ 36 w 1319"/>
                <a:gd name="T55" fmla="*/ 716 h 1273"/>
                <a:gd name="T56" fmla="*/ 40 w 1319"/>
                <a:gd name="T57" fmla="*/ 719 h 1273"/>
                <a:gd name="T58" fmla="*/ 49 w 1319"/>
                <a:gd name="T59" fmla="*/ 725 h 1273"/>
                <a:gd name="T60" fmla="*/ 59 w 1319"/>
                <a:gd name="T61" fmla="*/ 732 h 1273"/>
                <a:gd name="T62" fmla="*/ 72 w 1319"/>
                <a:gd name="T63" fmla="*/ 741 h 1273"/>
                <a:gd name="T64" fmla="*/ 88 w 1319"/>
                <a:gd name="T65" fmla="*/ 751 h 1273"/>
                <a:gd name="T66" fmla="*/ 105 w 1319"/>
                <a:gd name="T67" fmla="*/ 763 h 1273"/>
                <a:gd name="T68" fmla="*/ 125 w 1319"/>
                <a:gd name="T69" fmla="*/ 777 h 1273"/>
                <a:gd name="T70" fmla="*/ 145 w 1319"/>
                <a:gd name="T71" fmla="*/ 790 h 1273"/>
                <a:gd name="T72" fmla="*/ 170 w 1319"/>
                <a:gd name="T73" fmla="*/ 808 h 1273"/>
                <a:gd name="T74" fmla="*/ 207 w 1319"/>
                <a:gd name="T75" fmla="*/ 833 h 1273"/>
                <a:gd name="T76" fmla="*/ 228 w 1319"/>
                <a:gd name="T77" fmla="*/ 847 h 1273"/>
                <a:gd name="T78" fmla="*/ 243 w 1319"/>
                <a:gd name="T79" fmla="*/ 858 h 1273"/>
                <a:gd name="T80" fmla="*/ 267 w 1319"/>
                <a:gd name="T81" fmla="*/ 874 h 1273"/>
                <a:gd name="T82" fmla="*/ 307 w 1319"/>
                <a:gd name="T83" fmla="*/ 901 h 1273"/>
                <a:gd name="T84" fmla="*/ 333 w 1319"/>
                <a:gd name="T85" fmla="*/ 919 h 1273"/>
                <a:gd name="T86" fmla="*/ 526 w 1319"/>
                <a:gd name="T87" fmla="*/ 1052 h 1273"/>
                <a:gd name="T88" fmla="*/ 593 w 1319"/>
                <a:gd name="T89" fmla="*/ 1098 h 1273"/>
                <a:gd name="T90" fmla="*/ 611 w 1319"/>
                <a:gd name="T91" fmla="*/ 1111 h 1273"/>
                <a:gd name="T92" fmla="*/ 630 w 1319"/>
                <a:gd name="T93" fmla="*/ 1134 h 1273"/>
                <a:gd name="T94" fmla="*/ 711 w 1319"/>
                <a:gd name="T95" fmla="*/ 1193 h 1273"/>
                <a:gd name="T96" fmla="*/ 755 w 1319"/>
                <a:gd name="T97" fmla="*/ 1259 h 1273"/>
                <a:gd name="T98" fmla="*/ 829 w 1319"/>
                <a:gd name="T99" fmla="*/ 1251 h 1273"/>
                <a:gd name="T100" fmla="*/ 833 w 1319"/>
                <a:gd name="T101" fmla="*/ 1250 h 1273"/>
                <a:gd name="T102" fmla="*/ 842 w 1319"/>
                <a:gd name="T103" fmla="*/ 1246 h 1273"/>
                <a:gd name="T104" fmla="*/ 847 w 1319"/>
                <a:gd name="T105" fmla="*/ 1244 h 1273"/>
                <a:gd name="T106" fmla="*/ 853 w 1319"/>
                <a:gd name="T107" fmla="*/ 1243 h 1273"/>
                <a:gd name="T108" fmla="*/ 862 w 1319"/>
                <a:gd name="T109" fmla="*/ 1242 h 1273"/>
                <a:gd name="T110" fmla="*/ 1088 w 1319"/>
                <a:gd name="T111" fmla="*/ 1100 h 1273"/>
                <a:gd name="T112" fmla="*/ 1099 w 1319"/>
                <a:gd name="T113" fmla="*/ 1094 h 1273"/>
                <a:gd name="T114" fmla="*/ 1111 w 1319"/>
                <a:gd name="T115" fmla="*/ 1087 h 1273"/>
                <a:gd name="T116" fmla="*/ 1124 w 1319"/>
                <a:gd name="T117" fmla="*/ 1078 h 1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319" h="1273">
                  <a:moveTo>
                    <a:pt x="1290" y="913"/>
                  </a:moveTo>
                  <a:cubicBezTo>
                    <a:pt x="1283" y="903"/>
                    <a:pt x="1258" y="901"/>
                    <a:pt x="1231" y="900"/>
                  </a:cubicBezTo>
                  <a:cubicBezTo>
                    <a:pt x="1204" y="899"/>
                    <a:pt x="1196" y="874"/>
                    <a:pt x="1196" y="857"/>
                  </a:cubicBezTo>
                  <a:cubicBezTo>
                    <a:pt x="1196" y="840"/>
                    <a:pt x="1190" y="831"/>
                    <a:pt x="1183" y="827"/>
                  </a:cubicBezTo>
                  <a:cubicBezTo>
                    <a:pt x="1176" y="823"/>
                    <a:pt x="1169" y="805"/>
                    <a:pt x="1158" y="794"/>
                  </a:cubicBezTo>
                  <a:cubicBezTo>
                    <a:pt x="1147" y="783"/>
                    <a:pt x="1153" y="772"/>
                    <a:pt x="1160" y="770"/>
                  </a:cubicBezTo>
                  <a:cubicBezTo>
                    <a:pt x="1167" y="768"/>
                    <a:pt x="1166" y="758"/>
                    <a:pt x="1178" y="756"/>
                  </a:cubicBezTo>
                  <a:cubicBezTo>
                    <a:pt x="1190" y="754"/>
                    <a:pt x="1184" y="741"/>
                    <a:pt x="1183" y="732"/>
                  </a:cubicBezTo>
                  <a:cubicBezTo>
                    <a:pt x="1182" y="723"/>
                    <a:pt x="1180" y="720"/>
                    <a:pt x="1173" y="713"/>
                  </a:cubicBezTo>
                  <a:cubicBezTo>
                    <a:pt x="1166" y="706"/>
                    <a:pt x="1172" y="693"/>
                    <a:pt x="1177" y="691"/>
                  </a:cubicBezTo>
                  <a:cubicBezTo>
                    <a:pt x="1182" y="689"/>
                    <a:pt x="1184" y="682"/>
                    <a:pt x="1189" y="672"/>
                  </a:cubicBezTo>
                  <a:cubicBezTo>
                    <a:pt x="1194" y="662"/>
                    <a:pt x="1188" y="651"/>
                    <a:pt x="1182" y="646"/>
                  </a:cubicBezTo>
                  <a:cubicBezTo>
                    <a:pt x="1176" y="641"/>
                    <a:pt x="1175" y="631"/>
                    <a:pt x="1182" y="620"/>
                  </a:cubicBezTo>
                  <a:cubicBezTo>
                    <a:pt x="1189" y="609"/>
                    <a:pt x="1182" y="597"/>
                    <a:pt x="1184" y="582"/>
                  </a:cubicBezTo>
                  <a:cubicBezTo>
                    <a:pt x="1186" y="567"/>
                    <a:pt x="1176" y="557"/>
                    <a:pt x="1174" y="550"/>
                  </a:cubicBezTo>
                  <a:cubicBezTo>
                    <a:pt x="1172" y="543"/>
                    <a:pt x="1171" y="534"/>
                    <a:pt x="1160" y="527"/>
                  </a:cubicBezTo>
                  <a:cubicBezTo>
                    <a:pt x="1149" y="520"/>
                    <a:pt x="1149" y="507"/>
                    <a:pt x="1159" y="499"/>
                  </a:cubicBezTo>
                  <a:cubicBezTo>
                    <a:pt x="1160" y="498"/>
                    <a:pt x="1160" y="498"/>
                    <a:pt x="1161" y="497"/>
                  </a:cubicBezTo>
                  <a:cubicBezTo>
                    <a:pt x="1161" y="497"/>
                    <a:pt x="1161" y="497"/>
                    <a:pt x="1161" y="497"/>
                  </a:cubicBezTo>
                  <a:cubicBezTo>
                    <a:pt x="1162" y="496"/>
                    <a:pt x="1162" y="496"/>
                    <a:pt x="1163" y="495"/>
                  </a:cubicBezTo>
                  <a:cubicBezTo>
                    <a:pt x="1163" y="495"/>
                    <a:pt x="1163" y="495"/>
                    <a:pt x="1163" y="495"/>
                  </a:cubicBezTo>
                  <a:cubicBezTo>
                    <a:pt x="1166" y="490"/>
                    <a:pt x="1162" y="485"/>
                    <a:pt x="1159" y="481"/>
                  </a:cubicBezTo>
                  <a:cubicBezTo>
                    <a:pt x="1159" y="481"/>
                    <a:pt x="1159" y="481"/>
                    <a:pt x="1159" y="481"/>
                  </a:cubicBezTo>
                  <a:cubicBezTo>
                    <a:pt x="1159" y="480"/>
                    <a:pt x="1159" y="480"/>
                    <a:pt x="1159" y="480"/>
                  </a:cubicBezTo>
                  <a:cubicBezTo>
                    <a:pt x="1159" y="479"/>
                    <a:pt x="1159" y="479"/>
                    <a:pt x="1159" y="479"/>
                  </a:cubicBezTo>
                  <a:cubicBezTo>
                    <a:pt x="1158" y="479"/>
                    <a:pt x="1158" y="478"/>
                    <a:pt x="1158" y="478"/>
                  </a:cubicBezTo>
                  <a:cubicBezTo>
                    <a:pt x="1155" y="471"/>
                    <a:pt x="1151" y="460"/>
                    <a:pt x="1148" y="446"/>
                  </a:cubicBezTo>
                  <a:cubicBezTo>
                    <a:pt x="1145" y="432"/>
                    <a:pt x="1143" y="428"/>
                    <a:pt x="1138" y="414"/>
                  </a:cubicBezTo>
                  <a:cubicBezTo>
                    <a:pt x="1133" y="400"/>
                    <a:pt x="1137" y="390"/>
                    <a:pt x="1133" y="378"/>
                  </a:cubicBezTo>
                  <a:cubicBezTo>
                    <a:pt x="1129" y="366"/>
                    <a:pt x="1121" y="357"/>
                    <a:pt x="1102" y="351"/>
                  </a:cubicBezTo>
                  <a:cubicBezTo>
                    <a:pt x="1083" y="345"/>
                    <a:pt x="1081" y="328"/>
                    <a:pt x="1081" y="313"/>
                  </a:cubicBezTo>
                  <a:cubicBezTo>
                    <a:pt x="1081" y="298"/>
                    <a:pt x="1072" y="298"/>
                    <a:pt x="1057" y="297"/>
                  </a:cubicBezTo>
                  <a:cubicBezTo>
                    <a:pt x="1042" y="296"/>
                    <a:pt x="1044" y="265"/>
                    <a:pt x="1037" y="260"/>
                  </a:cubicBezTo>
                  <a:cubicBezTo>
                    <a:pt x="1030" y="255"/>
                    <a:pt x="1027" y="241"/>
                    <a:pt x="1027" y="228"/>
                  </a:cubicBezTo>
                  <a:cubicBezTo>
                    <a:pt x="1027" y="215"/>
                    <a:pt x="1047" y="215"/>
                    <a:pt x="1049" y="209"/>
                  </a:cubicBezTo>
                  <a:cubicBezTo>
                    <a:pt x="1051" y="203"/>
                    <a:pt x="1057" y="197"/>
                    <a:pt x="1070" y="197"/>
                  </a:cubicBezTo>
                  <a:cubicBezTo>
                    <a:pt x="1083" y="197"/>
                    <a:pt x="1080" y="170"/>
                    <a:pt x="1086" y="162"/>
                  </a:cubicBezTo>
                  <a:cubicBezTo>
                    <a:pt x="1092" y="154"/>
                    <a:pt x="1088" y="144"/>
                    <a:pt x="1086" y="128"/>
                  </a:cubicBezTo>
                  <a:cubicBezTo>
                    <a:pt x="1084" y="112"/>
                    <a:pt x="1083" y="110"/>
                    <a:pt x="1080" y="104"/>
                  </a:cubicBezTo>
                  <a:cubicBezTo>
                    <a:pt x="1077" y="98"/>
                    <a:pt x="1084" y="88"/>
                    <a:pt x="1084" y="76"/>
                  </a:cubicBezTo>
                  <a:cubicBezTo>
                    <a:pt x="1084" y="64"/>
                    <a:pt x="1080" y="59"/>
                    <a:pt x="1074" y="52"/>
                  </a:cubicBezTo>
                  <a:cubicBezTo>
                    <a:pt x="1068" y="45"/>
                    <a:pt x="1084" y="45"/>
                    <a:pt x="1083" y="39"/>
                  </a:cubicBezTo>
                  <a:cubicBezTo>
                    <a:pt x="1082" y="33"/>
                    <a:pt x="1088" y="28"/>
                    <a:pt x="1100" y="27"/>
                  </a:cubicBezTo>
                  <a:cubicBezTo>
                    <a:pt x="1106" y="26"/>
                    <a:pt x="1106" y="19"/>
                    <a:pt x="1104" y="12"/>
                  </a:cubicBezTo>
                  <a:cubicBezTo>
                    <a:pt x="1099" y="12"/>
                    <a:pt x="1094" y="13"/>
                    <a:pt x="1089" y="13"/>
                  </a:cubicBezTo>
                  <a:cubicBezTo>
                    <a:pt x="1063" y="13"/>
                    <a:pt x="1054" y="32"/>
                    <a:pt x="1041" y="16"/>
                  </a:cubicBezTo>
                  <a:cubicBezTo>
                    <a:pt x="1028" y="0"/>
                    <a:pt x="1027" y="3"/>
                    <a:pt x="1010" y="8"/>
                  </a:cubicBezTo>
                  <a:cubicBezTo>
                    <a:pt x="992" y="12"/>
                    <a:pt x="987" y="16"/>
                    <a:pt x="978" y="10"/>
                  </a:cubicBezTo>
                  <a:cubicBezTo>
                    <a:pt x="970" y="3"/>
                    <a:pt x="952" y="8"/>
                    <a:pt x="945" y="16"/>
                  </a:cubicBezTo>
                  <a:cubicBezTo>
                    <a:pt x="939" y="25"/>
                    <a:pt x="919" y="26"/>
                    <a:pt x="909" y="26"/>
                  </a:cubicBezTo>
                  <a:cubicBezTo>
                    <a:pt x="898" y="26"/>
                    <a:pt x="895" y="33"/>
                    <a:pt x="877" y="24"/>
                  </a:cubicBezTo>
                  <a:cubicBezTo>
                    <a:pt x="860" y="14"/>
                    <a:pt x="854" y="10"/>
                    <a:pt x="835" y="12"/>
                  </a:cubicBezTo>
                  <a:cubicBezTo>
                    <a:pt x="817" y="14"/>
                    <a:pt x="798" y="9"/>
                    <a:pt x="787" y="22"/>
                  </a:cubicBezTo>
                  <a:cubicBezTo>
                    <a:pt x="776" y="34"/>
                    <a:pt x="740" y="28"/>
                    <a:pt x="719" y="33"/>
                  </a:cubicBezTo>
                  <a:cubicBezTo>
                    <a:pt x="699" y="39"/>
                    <a:pt x="692" y="40"/>
                    <a:pt x="670" y="42"/>
                  </a:cubicBezTo>
                  <a:cubicBezTo>
                    <a:pt x="647" y="44"/>
                    <a:pt x="613" y="45"/>
                    <a:pt x="603" y="56"/>
                  </a:cubicBezTo>
                  <a:cubicBezTo>
                    <a:pt x="594" y="67"/>
                    <a:pt x="574" y="65"/>
                    <a:pt x="566" y="80"/>
                  </a:cubicBezTo>
                  <a:cubicBezTo>
                    <a:pt x="557" y="95"/>
                    <a:pt x="527" y="97"/>
                    <a:pt x="512" y="99"/>
                  </a:cubicBezTo>
                  <a:cubicBezTo>
                    <a:pt x="497" y="101"/>
                    <a:pt x="480" y="106"/>
                    <a:pt x="470" y="121"/>
                  </a:cubicBezTo>
                  <a:cubicBezTo>
                    <a:pt x="460" y="137"/>
                    <a:pt x="453" y="149"/>
                    <a:pt x="431" y="149"/>
                  </a:cubicBezTo>
                  <a:cubicBezTo>
                    <a:pt x="425" y="149"/>
                    <a:pt x="420" y="149"/>
                    <a:pt x="415" y="149"/>
                  </a:cubicBezTo>
                  <a:cubicBezTo>
                    <a:pt x="415" y="154"/>
                    <a:pt x="418" y="159"/>
                    <a:pt x="423" y="161"/>
                  </a:cubicBezTo>
                  <a:cubicBezTo>
                    <a:pt x="435" y="166"/>
                    <a:pt x="443" y="172"/>
                    <a:pt x="444" y="179"/>
                  </a:cubicBezTo>
                  <a:cubicBezTo>
                    <a:pt x="445" y="185"/>
                    <a:pt x="453" y="201"/>
                    <a:pt x="449" y="208"/>
                  </a:cubicBezTo>
                  <a:cubicBezTo>
                    <a:pt x="445" y="215"/>
                    <a:pt x="451" y="236"/>
                    <a:pt x="445" y="241"/>
                  </a:cubicBezTo>
                  <a:cubicBezTo>
                    <a:pt x="438" y="247"/>
                    <a:pt x="445" y="253"/>
                    <a:pt x="448" y="259"/>
                  </a:cubicBezTo>
                  <a:cubicBezTo>
                    <a:pt x="451" y="266"/>
                    <a:pt x="446" y="283"/>
                    <a:pt x="453" y="291"/>
                  </a:cubicBezTo>
                  <a:cubicBezTo>
                    <a:pt x="459" y="299"/>
                    <a:pt x="463" y="305"/>
                    <a:pt x="463" y="312"/>
                  </a:cubicBezTo>
                  <a:cubicBezTo>
                    <a:pt x="463" y="319"/>
                    <a:pt x="469" y="325"/>
                    <a:pt x="474" y="328"/>
                  </a:cubicBezTo>
                  <a:cubicBezTo>
                    <a:pt x="479" y="331"/>
                    <a:pt x="487" y="334"/>
                    <a:pt x="485" y="344"/>
                  </a:cubicBezTo>
                  <a:cubicBezTo>
                    <a:pt x="483" y="354"/>
                    <a:pt x="488" y="370"/>
                    <a:pt x="470" y="369"/>
                  </a:cubicBezTo>
                  <a:cubicBezTo>
                    <a:pt x="452" y="369"/>
                    <a:pt x="436" y="373"/>
                    <a:pt x="425" y="367"/>
                  </a:cubicBezTo>
                  <a:cubicBezTo>
                    <a:pt x="413" y="361"/>
                    <a:pt x="393" y="359"/>
                    <a:pt x="385" y="363"/>
                  </a:cubicBezTo>
                  <a:cubicBezTo>
                    <a:pt x="378" y="368"/>
                    <a:pt x="365" y="373"/>
                    <a:pt x="364" y="379"/>
                  </a:cubicBezTo>
                  <a:cubicBezTo>
                    <a:pt x="363" y="386"/>
                    <a:pt x="350" y="386"/>
                    <a:pt x="345" y="393"/>
                  </a:cubicBezTo>
                  <a:cubicBezTo>
                    <a:pt x="341" y="401"/>
                    <a:pt x="323" y="395"/>
                    <a:pt x="317" y="397"/>
                  </a:cubicBezTo>
                  <a:cubicBezTo>
                    <a:pt x="311" y="398"/>
                    <a:pt x="311" y="407"/>
                    <a:pt x="312" y="413"/>
                  </a:cubicBezTo>
                  <a:cubicBezTo>
                    <a:pt x="313" y="418"/>
                    <a:pt x="312" y="429"/>
                    <a:pt x="316" y="433"/>
                  </a:cubicBezTo>
                  <a:cubicBezTo>
                    <a:pt x="320" y="437"/>
                    <a:pt x="325" y="446"/>
                    <a:pt x="315" y="449"/>
                  </a:cubicBezTo>
                  <a:cubicBezTo>
                    <a:pt x="306" y="453"/>
                    <a:pt x="295" y="450"/>
                    <a:pt x="287" y="459"/>
                  </a:cubicBezTo>
                  <a:cubicBezTo>
                    <a:pt x="280" y="469"/>
                    <a:pt x="271" y="467"/>
                    <a:pt x="262" y="469"/>
                  </a:cubicBezTo>
                  <a:cubicBezTo>
                    <a:pt x="253" y="471"/>
                    <a:pt x="241" y="475"/>
                    <a:pt x="235" y="485"/>
                  </a:cubicBezTo>
                  <a:cubicBezTo>
                    <a:pt x="229" y="495"/>
                    <a:pt x="223" y="502"/>
                    <a:pt x="221" y="509"/>
                  </a:cubicBezTo>
                  <a:cubicBezTo>
                    <a:pt x="218" y="515"/>
                    <a:pt x="208" y="521"/>
                    <a:pt x="194" y="521"/>
                  </a:cubicBezTo>
                  <a:cubicBezTo>
                    <a:pt x="180" y="521"/>
                    <a:pt x="152" y="522"/>
                    <a:pt x="145" y="531"/>
                  </a:cubicBezTo>
                  <a:cubicBezTo>
                    <a:pt x="137" y="539"/>
                    <a:pt x="131" y="545"/>
                    <a:pt x="121" y="543"/>
                  </a:cubicBezTo>
                  <a:cubicBezTo>
                    <a:pt x="111" y="542"/>
                    <a:pt x="98" y="531"/>
                    <a:pt x="90" y="544"/>
                  </a:cubicBezTo>
                  <a:cubicBezTo>
                    <a:pt x="82" y="557"/>
                    <a:pt x="72" y="560"/>
                    <a:pt x="64" y="561"/>
                  </a:cubicBezTo>
                  <a:cubicBezTo>
                    <a:pt x="56" y="563"/>
                    <a:pt x="56" y="572"/>
                    <a:pt x="45" y="578"/>
                  </a:cubicBezTo>
                  <a:cubicBezTo>
                    <a:pt x="35" y="584"/>
                    <a:pt x="25" y="593"/>
                    <a:pt x="13" y="597"/>
                  </a:cubicBezTo>
                  <a:cubicBezTo>
                    <a:pt x="1" y="602"/>
                    <a:pt x="2" y="597"/>
                    <a:pt x="1" y="639"/>
                  </a:cubicBezTo>
                  <a:cubicBezTo>
                    <a:pt x="1" y="640"/>
                    <a:pt x="1" y="641"/>
                    <a:pt x="1" y="642"/>
                  </a:cubicBezTo>
                  <a:cubicBezTo>
                    <a:pt x="1" y="643"/>
                    <a:pt x="1" y="643"/>
                    <a:pt x="1" y="643"/>
                  </a:cubicBezTo>
                  <a:cubicBezTo>
                    <a:pt x="1" y="644"/>
                    <a:pt x="1" y="645"/>
                    <a:pt x="0" y="646"/>
                  </a:cubicBezTo>
                  <a:cubicBezTo>
                    <a:pt x="0" y="647"/>
                    <a:pt x="0" y="647"/>
                    <a:pt x="0" y="647"/>
                  </a:cubicBezTo>
                  <a:cubicBezTo>
                    <a:pt x="0" y="648"/>
                    <a:pt x="0" y="649"/>
                    <a:pt x="0" y="649"/>
                  </a:cubicBezTo>
                  <a:cubicBezTo>
                    <a:pt x="0" y="650"/>
                    <a:pt x="0" y="651"/>
                    <a:pt x="0" y="651"/>
                  </a:cubicBezTo>
                  <a:cubicBezTo>
                    <a:pt x="0" y="652"/>
                    <a:pt x="0" y="653"/>
                    <a:pt x="0" y="653"/>
                  </a:cubicBezTo>
                  <a:cubicBezTo>
                    <a:pt x="0" y="654"/>
                    <a:pt x="0" y="655"/>
                    <a:pt x="0" y="656"/>
                  </a:cubicBezTo>
                  <a:cubicBezTo>
                    <a:pt x="0" y="656"/>
                    <a:pt x="0" y="657"/>
                    <a:pt x="0" y="658"/>
                  </a:cubicBezTo>
                  <a:cubicBezTo>
                    <a:pt x="0" y="658"/>
                    <a:pt x="0" y="659"/>
                    <a:pt x="0" y="660"/>
                  </a:cubicBezTo>
                  <a:cubicBezTo>
                    <a:pt x="0" y="661"/>
                    <a:pt x="0" y="661"/>
                    <a:pt x="0" y="662"/>
                  </a:cubicBezTo>
                  <a:cubicBezTo>
                    <a:pt x="0" y="663"/>
                    <a:pt x="0" y="664"/>
                    <a:pt x="0" y="664"/>
                  </a:cubicBezTo>
                  <a:cubicBezTo>
                    <a:pt x="0" y="665"/>
                    <a:pt x="0" y="666"/>
                    <a:pt x="0" y="666"/>
                  </a:cubicBezTo>
                  <a:cubicBezTo>
                    <a:pt x="0" y="668"/>
                    <a:pt x="0" y="670"/>
                    <a:pt x="0" y="672"/>
                  </a:cubicBezTo>
                  <a:cubicBezTo>
                    <a:pt x="0" y="673"/>
                    <a:pt x="0" y="673"/>
                    <a:pt x="0" y="673"/>
                  </a:cubicBezTo>
                  <a:cubicBezTo>
                    <a:pt x="0" y="675"/>
                    <a:pt x="0" y="676"/>
                    <a:pt x="0" y="678"/>
                  </a:cubicBezTo>
                  <a:cubicBezTo>
                    <a:pt x="0" y="678"/>
                    <a:pt x="0" y="678"/>
                    <a:pt x="0" y="678"/>
                  </a:cubicBezTo>
                  <a:cubicBezTo>
                    <a:pt x="0" y="687"/>
                    <a:pt x="1" y="697"/>
                    <a:pt x="1" y="706"/>
                  </a:cubicBezTo>
                  <a:cubicBezTo>
                    <a:pt x="10" y="707"/>
                    <a:pt x="23" y="709"/>
                    <a:pt x="34" y="715"/>
                  </a:cubicBezTo>
                  <a:cubicBezTo>
                    <a:pt x="35" y="716"/>
                    <a:pt x="35" y="716"/>
                    <a:pt x="35" y="716"/>
                  </a:cubicBezTo>
                  <a:cubicBezTo>
                    <a:pt x="35" y="716"/>
                    <a:pt x="35" y="716"/>
                    <a:pt x="36" y="716"/>
                  </a:cubicBezTo>
                  <a:cubicBezTo>
                    <a:pt x="36" y="717"/>
                    <a:pt x="36" y="717"/>
                    <a:pt x="37" y="717"/>
                  </a:cubicBezTo>
                  <a:cubicBezTo>
                    <a:pt x="37" y="717"/>
                    <a:pt x="37" y="718"/>
                    <a:pt x="38" y="718"/>
                  </a:cubicBezTo>
                  <a:cubicBezTo>
                    <a:pt x="38" y="718"/>
                    <a:pt x="39" y="718"/>
                    <a:pt x="40" y="719"/>
                  </a:cubicBezTo>
                  <a:cubicBezTo>
                    <a:pt x="40" y="719"/>
                    <a:pt x="40" y="719"/>
                    <a:pt x="40" y="719"/>
                  </a:cubicBezTo>
                  <a:cubicBezTo>
                    <a:pt x="41" y="720"/>
                    <a:pt x="42" y="721"/>
                    <a:pt x="43" y="721"/>
                  </a:cubicBezTo>
                  <a:cubicBezTo>
                    <a:pt x="44" y="722"/>
                    <a:pt x="44" y="722"/>
                    <a:pt x="44" y="722"/>
                  </a:cubicBezTo>
                  <a:cubicBezTo>
                    <a:pt x="45" y="723"/>
                    <a:pt x="46" y="723"/>
                    <a:pt x="47" y="724"/>
                  </a:cubicBezTo>
                  <a:cubicBezTo>
                    <a:pt x="48" y="724"/>
                    <a:pt x="48" y="725"/>
                    <a:pt x="49" y="725"/>
                  </a:cubicBezTo>
                  <a:cubicBezTo>
                    <a:pt x="50" y="726"/>
                    <a:pt x="51" y="726"/>
                    <a:pt x="52" y="727"/>
                  </a:cubicBezTo>
                  <a:cubicBezTo>
                    <a:pt x="53" y="728"/>
                    <a:pt x="53" y="728"/>
                    <a:pt x="53" y="728"/>
                  </a:cubicBezTo>
                  <a:cubicBezTo>
                    <a:pt x="55" y="729"/>
                    <a:pt x="56" y="730"/>
                    <a:pt x="57" y="731"/>
                  </a:cubicBezTo>
                  <a:cubicBezTo>
                    <a:pt x="58" y="731"/>
                    <a:pt x="58" y="731"/>
                    <a:pt x="59" y="732"/>
                  </a:cubicBezTo>
                  <a:cubicBezTo>
                    <a:pt x="60" y="733"/>
                    <a:pt x="62" y="734"/>
                    <a:pt x="64" y="735"/>
                  </a:cubicBezTo>
                  <a:cubicBezTo>
                    <a:pt x="64" y="736"/>
                    <a:pt x="65" y="736"/>
                    <a:pt x="66" y="737"/>
                  </a:cubicBezTo>
                  <a:cubicBezTo>
                    <a:pt x="67" y="737"/>
                    <a:pt x="68" y="738"/>
                    <a:pt x="70" y="739"/>
                  </a:cubicBezTo>
                  <a:cubicBezTo>
                    <a:pt x="70" y="740"/>
                    <a:pt x="71" y="740"/>
                    <a:pt x="72" y="741"/>
                  </a:cubicBezTo>
                  <a:cubicBezTo>
                    <a:pt x="74" y="742"/>
                    <a:pt x="75" y="743"/>
                    <a:pt x="77" y="744"/>
                  </a:cubicBezTo>
                  <a:cubicBezTo>
                    <a:pt x="78" y="745"/>
                    <a:pt x="78" y="745"/>
                    <a:pt x="79" y="745"/>
                  </a:cubicBezTo>
                  <a:cubicBezTo>
                    <a:pt x="81" y="747"/>
                    <a:pt x="83" y="748"/>
                    <a:pt x="86" y="750"/>
                  </a:cubicBezTo>
                  <a:cubicBezTo>
                    <a:pt x="86" y="751"/>
                    <a:pt x="87" y="751"/>
                    <a:pt x="88" y="751"/>
                  </a:cubicBezTo>
                  <a:cubicBezTo>
                    <a:pt x="89" y="753"/>
                    <a:pt x="91" y="754"/>
                    <a:pt x="93" y="755"/>
                  </a:cubicBezTo>
                  <a:cubicBezTo>
                    <a:pt x="94" y="756"/>
                    <a:pt x="96" y="757"/>
                    <a:pt x="97" y="758"/>
                  </a:cubicBezTo>
                  <a:cubicBezTo>
                    <a:pt x="98" y="758"/>
                    <a:pt x="99" y="759"/>
                    <a:pt x="101" y="760"/>
                  </a:cubicBezTo>
                  <a:cubicBezTo>
                    <a:pt x="102" y="761"/>
                    <a:pt x="104" y="762"/>
                    <a:pt x="105" y="763"/>
                  </a:cubicBezTo>
                  <a:cubicBezTo>
                    <a:pt x="107" y="764"/>
                    <a:pt x="108" y="765"/>
                    <a:pt x="109" y="766"/>
                  </a:cubicBezTo>
                  <a:cubicBezTo>
                    <a:pt x="111" y="767"/>
                    <a:pt x="112" y="768"/>
                    <a:pt x="113" y="769"/>
                  </a:cubicBezTo>
                  <a:cubicBezTo>
                    <a:pt x="116" y="771"/>
                    <a:pt x="119" y="773"/>
                    <a:pt x="122" y="775"/>
                  </a:cubicBezTo>
                  <a:cubicBezTo>
                    <a:pt x="123" y="775"/>
                    <a:pt x="124" y="776"/>
                    <a:pt x="125" y="777"/>
                  </a:cubicBezTo>
                  <a:cubicBezTo>
                    <a:pt x="126" y="778"/>
                    <a:pt x="128" y="779"/>
                    <a:pt x="130" y="780"/>
                  </a:cubicBezTo>
                  <a:cubicBezTo>
                    <a:pt x="132" y="782"/>
                    <a:pt x="134" y="783"/>
                    <a:pt x="135" y="784"/>
                  </a:cubicBezTo>
                  <a:cubicBezTo>
                    <a:pt x="137" y="785"/>
                    <a:pt x="138" y="786"/>
                    <a:pt x="139" y="786"/>
                  </a:cubicBezTo>
                  <a:cubicBezTo>
                    <a:pt x="141" y="788"/>
                    <a:pt x="143" y="789"/>
                    <a:pt x="145" y="790"/>
                  </a:cubicBezTo>
                  <a:cubicBezTo>
                    <a:pt x="146" y="791"/>
                    <a:pt x="148" y="792"/>
                    <a:pt x="149" y="793"/>
                  </a:cubicBezTo>
                  <a:cubicBezTo>
                    <a:pt x="153" y="796"/>
                    <a:pt x="157" y="799"/>
                    <a:pt x="162" y="802"/>
                  </a:cubicBezTo>
                  <a:cubicBezTo>
                    <a:pt x="162" y="802"/>
                    <a:pt x="162" y="802"/>
                    <a:pt x="162" y="802"/>
                  </a:cubicBezTo>
                  <a:cubicBezTo>
                    <a:pt x="165" y="804"/>
                    <a:pt x="168" y="806"/>
                    <a:pt x="170" y="808"/>
                  </a:cubicBezTo>
                  <a:cubicBezTo>
                    <a:pt x="171" y="808"/>
                    <a:pt x="171" y="809"/>
                    <a:pt x="172" y="809"/>
                  </a:cubicBezTo>
                  <a:cubicBezTo>
                    <a:pt x="175" y="811"/>
                    <a:pt x="177" y="812"/>
                    <a:pt x="180" y="814"/>
                  </a:cubicBezTo>
                  <a:cubicBezTo>
                    <a:pt x="181" y="815"/>
                    <a:pt x="182" y="816"/>
                    <a:pt x="183" y="817"/>
                  </a:cubicBezTo>
                  <a:cubicBezTo>
                    <a:pt x="191" y="822"/>
                    <a:pt x="199" y="827"/>
                    <a:pt x="207" y="833"/>
                  </a:cubicBezTo>
                  <a:cubicBezTo>
                    <a:pt x="208" y="833"/>
                    <a:pt x="209" y="834"/>
                    <a:pt x="210" y="835"/>
                  </a:cubicBezTo>
                  <a:cubicBezTo>
                    <a:pt x="212" y="836"/>
                    <a:pt x="214" y="838"/>
                    <a:pt x="217" y="840"/>
                  </a:cubicBezTo>
                  <a:cubicBezTo>
                    <a:pt x="218" y="841"/>
                    <a:pt x="220" y="842"/>
                    <a:pt x="221" y="843"/>
                  </a:cubicBezTo>
                  <a:cubicBezTo>
                    <a:pt x="223" y="844"/>
                    <a:pt x="226" y="846"/>
                    <a:pt x="228" y="847"/>
                  </a:cubicBezTo>
                  <a:cubicBezTo>
                    <a:pt x="229" y="848"/>
                    <a:pt x="230" y="849"/>
                    <a:pt x="232" y="850"/>
                  </a:cubicBezTo>
                  <a:cubicBezTo>
                    <a:pt x="234" y="851"/>
                    <a:pt x="236" y="853"/>
                    <a:pt x="238" y="854"/>
                  </a:cubicBezTo>
                  <a:cubicBezTo>
                    <a:pt x="238" y="854"/>
                    <a:pt x="238" y="854"/>
                    <a:pt x="238" y="854"/>
                  </a:cubicBezTo>
                  <a:cubicBezTo>
                    <a:pt x="240" y="856"/>
                    <a:pt x="242" y="857"/>
                    <a:pt x="243" y="858"/>
                  </a:cubicBezTo>
                  <a:cubicBezTo>
                    <a:pt x="245" y="859"/>
                    <a:pt x="246" y="860"/>
                    <a:pt x="247" y="861"/>
                  </a:cubicBezTo>
                  <a:cubicBezTo>
                    <a:pt x="252" y="864"/>
                    <a:pt x="256" y="867"/>
                    <a:pt x="261" y="870"/>
                  </a:cubicBezTo>
                  <a:cubicBezTo>
                    <a:pt x="262" y="871"/>
                    <a:pt x="262" y="871"/>
                    <a:pt x="262" y="871"/>
                  </a:cubicBezTo>
                  <a:cubicBezTo>
                    <a:pt x="264" y="872"/>
                    <a:pt x="265" y="873"/>
                    <a:pt x="267" y="874"/>
                  </a:cubicBezTo>
                  <a:cubicBezTo>
                    <a:pt x="270" y="876"/>
                    <a:pt x="273" y="878"/>
                    <a:pt x="276" y="881"/>
                  </a:cubicBezTo>
                  <a:cubicBezTo>
                    <a:pt x="277" y="881"/>
                    <a:pt x="278" y="881"/>
                    <a:pt x="278" y="882"/>
                  </a:cubicBezTo>
                  <a:cubicBezTo>
                    <a:pt x="279" y="882"/>
                    <a:pt x="279" y="882"/>
                    <a:pt x="279" y="882"/>
                  </a:cubicBezTo>
                  <a:cubicBezTo>
                    <a:pt x="288" y="889"/>
                    <a:pt x="298" y="895"/>
                    <a:pt x="307" y="901"/>
                  </a:cubicBezTo>
                  <a:cubicBezTo>
                    <a:pt x="310" y="904"/>
                    <a:pt x="314" y="906"/>
                    <a:pt x="317" y="908"/>
                  </a:cubicBezTo>
                  <a:cubicBezTo>
                    <a:pt x="317" y="909"/>
                    <a:pt x="318" y="909"/>
                    <a:pt x="318" y="909"/>
                  </a:cubicBezTo>
                  <a:cubicBezTo>
                    <a:pt x="322" y="912"/>
                    <a:pt x="326" y="914"/>
                    <a:pt x="330" y="917"/>
                  </a:cubicBezTo>
                  <a:cubicBezTo>
                    <a:pt x="331" y="918"/>
                    <a:pt x="332" y="919"/>
                    <a:pt x="333" y="919"/>
                  </a:cubicBezTo>
                  <a:cubicBezTo>
                    <a:pt x="363" y="940"/>
                    <a:pt x="394" y="961"/>
                    <a:pt x="423" y="981"/>
                  </a:cubicBezTo>
                  <a:cubicBezTo>
                    <a:pt x="427" y="984"/>
                    <a:pt x="432" y="987"/>
                    <a:pt x="436" y="990"/>
                  </a:cubicBezTo>
                  <a:cubicBezTo>
                    <a:pt x="469" y="1013"/>
                    <a:pt x="500" y="1034"/>
                    <a:pt x="526" y="1052"/>
                  </a:cubicBezTo>
                  <a:cubicBezTo>
                    <a:pt x="526" y="1052"/>
                    <a:pt x="526" y="1052"/>
                    <a:pt x="526" y="1052"/>
                  </a:cubicBezTo>
                  <a:cubicBezTo>
                    <a:pt x="538" y="1060"/>
                    <a:pt x="549" y="1068"/>
                    <a:pt x="558" y="1074"/>
                  </a:cubicBezTo>
                  <a:cubicBezTo>
                    <a:pt x="565" y="1079"/>
                    <a:pt x="571" y="1083"/>
                    <a:pt x="576" y="1087"/>
                  </a:cubicBezTo>
                  <a:cubicBezTo>
                    <a:pt x="578" y="1088"/>
                    <a:pt x="580" y="1089"/>
                    <a:pt x="581" y="1090"/>
                  </a:cubicBezTo>
                  <a:cubicBezTo>
                    <a:pt x="586" y="1093"/>
                    <a:pt x="590" y="1096"/>
                    <a:pt x="593" y="1098"/>
                  </a:cubicBezTo>
                  <a:cubicBezTo>
                    <a:pt x="595" y="1100"/>
                    <a:pt x="597" y="1101"/>
                    <a:pt x="599" y="1102"/>
                  </a:cubicBezTo>
                  <a:cubicBezTo>
                    <a:pt x="600" y="1103"/>
                    <a:pt x="601" y="1104"/>
                    <a:pt x="602" y="1105"/>
                  </a:cubicBezTo>
                  <a:cubicBezTo>
                    <a:pt x="603" y="1105"/>
                    <a:pt x="604" y="1106"/>
                    <a:pt x="605" y="1106"/>
                  </a:cubicBezTo>
                  <a:cubicBezTo>
                    <a:pt x="608" y="1108"/>
                    <a:pt x="610" y="1110"/>
                    <a:pt x="611" y="1111"/>
                  </a:cubicBezTo>
                  <a:cubicBezTo>
                    <a:pt x="612" y="1111"/>
                    <a:pt x="612" y="1111"/>
                    <a:pt x="612" y="1111"/>
                  </a:cubicBezTo>
                  <a:cubicBezTo>
                    <a:pt x="613" y="1112"/>
                    <a:pt x="613" y="1112"/>
                    <a:pt x="614" y="1112"/>
                  </a:cubicBezTo>
                  <a:cubicBezTo>
                    <a:pt x="614" y="1113"/>
                    <a:pt x="614" y="1113"/>
                    <a:pt x="614" y="1113"/>
                  </a:cubicBezTo>
                  <a:cubicBezTo>
                    <a:pt x="614" y="1113"/>
                    <a:pt x="631" y="1126"/>
                    <a:pt x="630" y="1134"/>
                  </a:cubicBezTo>
                  <a:cubicBezTo>
                    <a:pt x="629" y="1142"/>
                    <a:pt x="638" y="1155"/>
                    <a:pt x="647" y="1155"/>
                  </a:cubicBezTo>
                  <a:cubicBezTo>
                    <a:pt x="657" y="1155"/>
                    <a:pt x="661" y="1162"/>
                    <a:pt x="666" y="1171"/>
                  </a:cubicBezTo>
                  <a:cubicBezTo>
                    <a:pt x="671" y="1181"/>
                    <a:pt x="671" y="1182"/>
                    <a:pt x="685" y="1182"/>
                  </a:cubicBezTo>
                  <a:cubicBezTo>
                    <a:pt x="698" y="1182"/>
                    <a:pt x="710" y="1189"/>
                    <a:pt x="711" y="1193"/>
                  </a:cubicBezTo>
                  <a:cubicBezTo>
                    <a:pt x="713" y="1197"/>
                    <a:pt x="726" y="1198"/>
                    <a:pt x="734" y="1198"/>
                  </a:cubicBezTo>
                  <a:cubicBezTo>
                    <a:pt x="742" y="1198"/>
                    <a:pt x="751" y="1201"/>
                    <a:pt x="753" y="1213"/>
                  </a:cubicBezTo>
                  <a:cubicBezTo>
                    <a:pt x="754" y="1225"/>
                    <a:pt x="771" y="1223"/>
                    <a:pt x="765" y="1234"/>
                  </a:cubicBezTo>
                  <a:cubicBezTo>
                    <a:pt x="758" y="1245"/>
                    <a:pt x="743" y="1247"/>
                    <a:pt x="755" y="1259"/>
                  </a:cubicBezTo>
                  <a:cubicBezTo>
                    <a:pt x="767" y="1271"/>
                    <a:pt x="787" y="1273"/>
                    <a:pt x="787" y="1262"/>
                  </a:cubicBezTo>
                  <a:cubicBezTo>
                    <a:pt x="787" y="1251"/>
                    <a:pt x="801" y="1249"/>
                    <a:pt x="818" y="1251"/>
                  </a:cubicBezTo>
                  <a:cubicBezTo>
                    <a:pt x="819" y="1252"/>
                    <a:pt x="820" y="1252"/>
                    <a:pt x="821" y="1252"/>
                  </a:cubicBezTo>
                  <a:cubicBezTo>
                    <a:pt x="824" y="1252"/>
                    <a:pt x="826" y="1252"/>
                    <a:pt x="829" y="1251"/>
                  </a:cubicBezTo>
                  <a:cubicBezTo>
                    <a:pt x="829" y="1251"/>
                    <a:pt x="829" y="1251"/>
                    <a:pt x="829" y="1251"/>
                  </a:cubicBezTo>
                  <a:cubicBezTo>
                    <a:pt x="830" y="1251"/>
                    <a:pt x="830" y="1251"/>
                    <a:pt x="830" y="1251"/>
                  </a:cubicBezTo>
                  <a:cubicBezTo>
                    <a:pt x="831" y="1251"/>
                    <a:pt x="831" y="1250"/>
                    <a:pt x="831" y="1250"/>
                  </a:cubicBezTo>
                  <a:cubicBezTo>
                    <a:pt x="831" y="1250"/>
                    <a:pt x="832" y="1250"/>
                    <a:pt x="833" y="1250"/>
                  </a:cubicBezTo>
                  <a:cubicBezTo>
                    <a:pt x="833" y="1250"/>
                    <a:pt x="833" y="1250"/>
                    <a:pt x="833" y="1250"/>
                  </a:cubicBezTo>
                  <a:cubicBezTo>
                    <a:pt x="835" y="1249"/>
                    <a:pt x="837" y="1248"/>
                    <a:pt x="840" y="1247"/>
                  </a:cubicBezTo>
                  <a:cubicBezTo>
                    <a:pt x="840" y="1247"/>
                    <a:pt x="840" y="1247"/>
                    <a:pt x="840" y="1247"/>
                  </a:cubicBezTo>
                  <a:cubicBezTo>
                    <a:pt x="840" y="1246"/>
                    <a:pt x="841" y="1246"/>
                    <a:pt x="842" y="1246"/>
                  </a:cubicBezTo>
                  <a:cubicBezTo>
                    <a:pt x="842" y="1246"/>
                    <a:pt x="842" y="1246"/>
                    <a:pt x="842" y="1246"/>
                  </a:cubicBezTo>
                  <a:cubicBezTo>
                    <a:pt x="843" y="1245"/>
                    <a:pt x="843" y="1245"/>
                    <a:pt x="844" y="1245"/>
                  </a:cubicBezTo>
                  <a:cubicBezTo>
                    <a:pt x="845" y="1245"/>
                    <a:pt x="845" y="1245"/>
                    <a:pt x="845" y="1245"/>
                  </a:cubicBezTo>
                  <a:cubicBezTo>
                    <a:pt x="846" y="1244"/>
                    <a:pt x="846" y="1244"/>
                    <a:pt x="847" y="1244"/>
                  </a:cubicBezTo>
                  <a:cubicBezTo>
                    <a:pt x="847" y="1244"/>
                    <a:pt x="847" y="1244"/>
                    <a:pt x="848" y="1244"/>
                  </a:cubicBezTo>
                  <a:cubicBezTo>
                    <a:pt x="848" y="1244"/>
                    <a:pt x="849" y="1243"/>
                    <a:pt x="850" y="1243"/>
                  </a:cubicBezTo>
                  <a:cubicBezTo>
                    <a:pt x="850" y="1243"/>
                    <a:pt x="850" y="1243"/>
                    <a:pt x="851" y="1243"/>
                  </a:cubicBezTo>
                  <a:cubicBezTo>
                    <a:pt x="851" y="1243"/>
                    <a:pt x="852" y="1243"/>
                    <a:pt x="853" y="1243"/>
                  </a:cubicBezTo>
                  <a:cubicBezTo>
                    <a:pt x="853" y="1243"/>
                    <a:pt x="854" y="1243"/>
                    <a:pt x="854" y="1242"/>
                  </a:cubicBezTo>
                  <a:cubicBezTo>
                    <a:pt x="855" y="1242"/>
                    <a:pt x="856" y="1242"/>
                    <a:pt x="857" y="1242"/>
                  </a:cubicBezTo>
                  <a:cubicBezTo>
                    <a:pt x="857" y="1242"/>
                    <a:pt x="857" y="1242"/>
                    <a:pt x="858" y="1242"/>
                  </a:cubicBezTo>
                  <a:cubicBezTo>
                    <a:pt x="859" y="1242"/>
                    <a:pt x="861" y="1242"/>
                    <a:pt x="862" y="1242"/>
                  </a:cubicBezTo>
                  <a:cubicBezTo>
                    <a:pt x="886" y="1242"/>
                    <a:pt x="909" y="1239"/>
                    <a:pt x="927" y="1223"/>
                  </a:cubicBezTo>
                  <a:cubicBezTo>
                    <a:pt x="946" y="1207"/>
                    <a:pt x="1049" y="1122"/>
                    <a:pt x="1083" y="1103"/>
                  </a:cubicBezTo>
                  <a:cubicBezTo>
                    <a:pt x="1084" y="1103"/>
                    <a:pt x="1086" y="1102"/>
                    <a:pt x="1087" y="1101"/>
                  </a:cubicBezTo>
                  <a:cubicBezTo>
                    <a:pt x="1087" y="1101"/>
                    <a:pt x="1088" y="1101"/>
                    <a:pt x="1088" y="1100"/>
                  </a:cubicBezTo>
                  <a:cubicBezTo>
                    <a:pt x="1089" y="1100"/>
                    <a:pt x="1090" y="1099"/>
                    <a:pt x="1091" y="1099"/>
                  </a:cubicBezTo>
                  <a:cubicBezTo>
                    <a:pt x="1092" y="1098"/>
                    <a:pt x="1093" y="1098"/>
                    <a:pt x="1093" y="1098"/>
                  </a:cubicBezTo>
                  <a:cubicBezTo>
                    <a:pt x="1094" y="1097"/>
                    <a:pt x="1095" y="1096"/>
                    <a:pt x="1096" y="1096"/>
                  </a:cubicBezTo>
                  <a:cubicBezTo>
                    <a:pt x="1097" y="1095"/>
                    <a:pt x="1098" y="1095"/>
                    <a:pt x="1099" y="1094"/>
                  </a:cubicBezTo>
                  <a:cubicBezTo>
                    <a:pt x="1100" y="1094"/>
                    <a:pt x="1101" y="1093"/>
                    <a:pt x="1102" y="1092"/>
                  </a:cubicBezTo>
                  <a:cubicBezTo>
                    <a:pt x="1103" y="1092"/>
                    <a:pt x="1104" y="1091"/>
                    <a:pt x="1104" y="1091"/>
                  </a:cubicBezTo>
                  <a:cubicBezTo>
                    <a:pt x="1106" y="1090"/>
                    <a:pt x="1107" y="1089"/>
                    <a:pt x="1108" y="1088"/>
                  </a:cubicBezTo>
                  <a:cubicBezTo>
                    <a:pt x="1109" y="1088"/>
                    <a:pt x="1110" y="1087"/>
                    <a:pt x="1111" y="1087"/>
                  </a:cubicBezTo>
                  <a:cubicBezTo>
                    <a:pt x="1112" y="1086"/>
                    <a:pt x="1114" y="1085"/>
                    <a:pt x="1115" y="1084"/>
                  </a:cubicBezTo>
                  <a:cubicBezTo>
                    <a:pt x="1116" y="1083"/>
                    <a:pt x="1117" y="1083"/>
                    <a:pt x="1117" y="1083"/>
                  </a:cubicBezTo>
                  <a:cubicBezTo>
                    <a:pt x="1119" y="1081"/>
                    <a:pt x="1121" y="1080"/>
                    <a:pt x="1123" y="1079"/>
                  </a:cubicBezTo>
                  <a:cubicBezTo>
                    <a:pt x="1123" y="1079"/>
                    <a:pt x="1124" y="1079"/>
                    <a:pt x="1124" y="1078"/>
                  </a:cubicBezTo>
                  <a:cubicBezTo>
                    <a:pt x="1185" y="1039"/>
                    <a:pt x="1289" y="972"/>
                    <a:pt x="1319" y="965"/>
                  </a:cubicBezTo>
                  <a:cubicBezTo>
                    <a:pt x="1311" y="949"/>
                    <a:pt x="1295" y="920"/>
                    <a:pt x="1290" y="913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219" name="Freeform 218">
              <a:extLst>
                <a:ext uri="{FF2B5EF4-FFF2-40B4-BE49-F238E27FC236}">
                  <a16:creationId xmlns:a16="http://schemas.microsoft.com/office/drawing/2014/main" id="{13D15F9F-D3A9-3B56-39B1-973E225A031A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5088" y="1681163"/>
              <a:ext cx="338138" cy="265113"/>
            </a:xfrm>
            <a:custGeom>
              <a:avLst/>
              <a:gdLst>
                <a:gd name="T0" fmla="*/ 366 w 373"/>
                <a:gd name="T1" fmla="*/ 238 h 290"/>
                <a:gd name="T2" fmla="*/ 344 w 373"/>
                <a:gd name="T3" fmla="*/ 212 h 290"/>
                <a:gd name="T4" fmla="*/ 328 w 373"/>
                <a:gd name="T5" fmla="*/ 185 h 290"/>
                <a:gd name="T6" fmla="*/ 318 w 373"/>
                <a:gd name="T7" fmla="*/ 146 h 290"/>
                <a:gd name="T8" fmla="*/ 318 w 373"/>
                <a:gd name="T9" fmla="*/ 131 h 290"/>
                <a:gd name="T10" fmla="*/ 283 w 373"/>
                <a:gd name="T11" fmla="*/ 102 h 290"/>
                <a:gd name="T12" fmla="*/ 235 w 373"/>
                <a:gd name="T13" fmla="*/ 37 h 290"/>
                <a:gd name="T14" fmla="*/ 196 w 373"/>
                <a:gd name="T15" fmla="*/ 18 h 290"/>
                <a:gd name="T16" fmla="*/ 142 w 373"/>
                <a:gd name="T17" fmla="*/ 2 h 290"/>
                <a:gd name="T18" fmla="*/ 97 w 373"/>
                <a:gd name="T19" fmla="*/ 11 h 290"/>
                <a:gd name="T20" fmla="*/ 57 w 373"/>
                <a:gd name="T21" fmla="*/ 14 h 290"/>
                <a:gd name="T22" fmla="*/ 53 w 373"/>
                <a:gd name="T23" fmla="*/ 21 h 290"/>
                <a:gd name="T24" fmla="*/ 50 w 373"/>
                <a:gd name="T25" fmla="*/ 18 h 290"/>
                <a:gd name="T26" fmla="*/ 12 w 373"/>
                <a:gd name="T27" fmla="*/ 99 h 290"/>
                <a:gd name="T28" fmla="*/ 30 w 373"/>
                <a:gd name="T29" fmla="*/ 188 h 290"/>
                <a:gd name="T30" fmla="*/ 31 w 373"/>
                <a:gd name="T31" fmla="*/ 203 h 290"/>
                <a:gd name="T32" fmla="*/ 70 w 373"/>
                <a:gd name="T33" fmla="*/ 205 h 290"/>
                <a:gd name="T34" fmla="*/ 109 w 373"/>
                <a:gd name="T35" fmla="*/ 197 h 290"/>
                <a:gd name="T36" fmla="*/ 143 w 373"/>
                <a:gd name="T37" fmla="*/ 187 h 290"/>
                <a:gd name="T38" fmla="*/ 180 w 373"/>
                <a:gd name="T39" fmla="*/ 211 h 290"/>
                <a:gd name="T40" fmla="*/ 212 w 373"/>
                <a:gd name="T41" fmla="*/ 208 h 290"/>
                <a:gd name="T42" fmla="*/ 196 w 373"/>
                <a:gd name="T43" fmla="*/ 222 h 290"/>
                <a:gd name="T44" fmla="*/ 169 w 373"/>
                <a:gd name="T45" fmla="*/ 220 h 290"/>
                <a:gd name="T46" fmla="*/ 142 w 373"/>
                <a:gd name="T47" fmla="*/ 209 h 290"/>
                <a:gd name="T48" fmla="*/ 106 w 373"/>
                <a:gd name="T49" fmla="*/ 220 h 290"/>
                <a:gd name="T50" fmla="*/ 67 w 373"/>
                <a:gd name="T51" fmla="*/ 229 h 290"/>
                <a:gd name="T52" fmla="*/ 29 w 373"/>
                <a:gd name="T53" fmla="*/ 237 h 290"/>
                <a:gd name="T54" fmla="*/ 34 w 373"/>
                <a:gd name="T55" fmla="*/ 277 h 290"/>
                <a:gd name="T56" fmla="*/ 83 w 373"/>
                <a:gd name="T57" fmla="*/ 277 h 290"/>
                <a:gd name="T58" fmla="*/ 136 w 373"/>
                <a:gd name="T59" fmla="*/ 261 h 290"/>
                <a:gd name="T60" fmla="*/ 217 w 373"/>
                <a:gd name="T61" fmla="*/ 261 h 290"/>
                <a:gd name="T62" fmla="*/ 234 w 373"/>
                <a:gd name="T63" fmla="*/ 260 h 290"/>
                <a:gd name="T64" fmla="*/ 236 w 373"/>
                <a:gd name="T65" fmla="*/ 261 h 290"/>
                <a:gd name="T66" fmla="*/ 269 w 373"/>
                <a:gd name="T67" fmla="*/ 273 h 290"/>
                <a:gd name="T68" fmla="*/ 306 w 373"/>
                <a:gd name="T69" fmla="*/ 289 h 290"/>
                <a:gd name="T70" fmla="*/ 329 w 373"/>
                <a:gd name="T71" fmla="*/ 279 h 290"/>
                <a:gd name="T72" fmla="*/ 331 w 373"/>
                <a:gd name="T73" fmla="*/ 279 h 290"/>
                <a:gd name="T74" fmla="*/ 334 w 373"/>
                <a:gd name="T75" fmla="*/ 279 h 290"/>
                <a:gd name="T76" fmla="*/ 338 w 373"/>
                <a:gd name="T77" fmla="*/ 278 h 290"/>
                <a:gd name="T78" fmla="*/ 341 w 373"/>
                <a:gd name="T79" fmla="*/ 278 h 290"/>
                <a:gd name="T80" fmla="*/ 344 w 373"/>
                <a:gd name="T81" fmla="*/ 278 h 290"/>
                <a:gd name="T82" fmla="*/ 348 w 373"/>
                <a:gd name="T83" fmla="*/ 278 h 290"/>
                <a:gd name="T84" fmla="*/ 350 w 373"/>
                <a:gd name="T85" fmla="*/ 278 h 290"/>
                <a:gd name="T86" fmla="*/ 353 w 373"/>
                <a:gd name="T87" fmla="*/ 278 h 290"/>
                <a:gd name="T88" fmla="*/ 355 w 373"/>
                <a:gd name="T89" fmla="*/ 278 h 290"/>
                <a:gd name="T90" fmla="*/ 358 w 373"/>
                <a:gd name="T91" fmla="*/ 279 h 290"/>
                <a:gd name="T92" fmla="*/ 360 w 373"/>
                <a:gd name="T93" fmla="*/ 279 h 290"/>
                <a:gd name="T94" fmla="*/ 361 w 373"/>
                <a:gd name="T95" fmla="*/ 280 h 290"/>
                <a:gd name="T96" fmla="*/ 363 w 373"/>
                <a:gd name="T97" fmla="*/ 281 h 290"/>
                <a:gd name="T98" fmla="*/ 371 w 373"/>
                <a:gd name="T99" fmla="*/ 255 h 2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73" h="290">
                  <a:moveTo>
                    <a:pt x="371" y="255"/>
                  </a:moveTo>
                  <a:cubicBezTo>
                    <a:pt x="370" y="247"/>
                    <a:pt x="370" y="241"/>
                    <a:pt x="366" y="238"/>
                  </a:cubicBezTo>
                  <a:cubicBezTo>
                    <a:pt x="362" y="235"/>
                    <a:pt x="360" y="228"/>
                    <a:pt x="359" y="220"/>
                  </a:cubicBezTo>
                  <a:cubicBezTo>
                    <a:pt x="358" y="212"/>
                    <a:pt x="354" y="214"/>
                    <a:pt x="344" y="212"/>
                  </a:cubicBezTo>
                  <a:cubicBezTo>
                    <a:pt x="334" y="210"/>
                    <a:pt x="334" y="203"/>
                    <a:pt x="329" y="199"/>
                  </a:cubicBezTo>
                  <a:cubicBezTo>
                    <a:pt x="324" y="195"/>
                    <a:pt x="326" y="191"/>
                    <a:pt x="328" y="185"/>
                  </a:cubicBezTo>
                  <a:cubicBezTo>
                    <a:pt x="330" y="179"/>
                    <a:pt x="330" y="169"/>
                    <a:pt x="330" y="161"/>
                  </a:cubicBezTo>
                  <a:cubicBezTo>
                    <a:pt x="330" y="153"/>
                    <a:pt x="323" y="149"/>
                    <a:pt x="318" y="146"/>
                  </a:cubicBezTo>
                  <a:cubicBezTo>
                    <a:pt x="316" y="144"/>
                    <a:pt x="317" y="137"/>
                    <a:pt x="319" y="131"/>
                  </a:cubicBezTo>
                  <a:cubicBezTo>
                    <a:pt x="318" y="131"/>
                    <a:pt x="318" y="131"/>
                    <a:pt x="318" y="131"/>
                  </a:cubicBezTo>
                  <a:cubicBezTo>
                    <a:pt x="309" y="128"/>
                    <a:pt x="306" y="117"/>
                    <a:pt x="302" y="111"/>
                  </a:cubicBezTo>
                  <a:cubicBezTo>
                    <a:pt x="298" y="105"/>
                    <a:pt x="291" y="105"/>
                    <a:pt x="283" y="102"/>
                  </a:cubicBezTo>
                  <a:cubicBezTo>
                    <a:pt x="275" y="99"/>
                    <a:pt x="259" y="72"/>
                    <a:pt x="254" y="64"/>
                  </a:cubicBezTo>
                  <a:cubicBezTo>
                    <a:pt x="249" y="55"/>
                    <a:pt x="238" y="42"/>
                    <a:pt x="235" y="37"/>
                  </a:cubicBezTo>
                  <a:cubicBezTo>
                    <a:pt x="232" y="32"/>
                    <a:pt x="226" y="32"/>
                    <a:pt x="216" y="32"/>
                  </a:cubicBezTo>
                  <a:cubicBezTo>
                    <a:pt x="206" y="32"/>
                    <a:pt x="199" y="25"/>
                    <a:pt x="196" y="18"/>
                  </a:cubicBezTo>
                  <a:cubicBezTo>
                    <a:pt x="194" y="11"/>
                    <a:pt x="186" y="9"/>
                    <a:pt x="174" y="5"/>
                  </a:cubicBezTo>
                  <a:cubicBezTo>
                    <a:pt x="163" y="1"/>
                    <a:pt x="149" y="0"/>
                    <a:pt x="142" y="2"/>
                  </a:cubicBezTo>
                  <a:cubicBezTo>
                    <a:pt x="136" y="4"/>
                    <a:pt x="129" y="5"/>
                    <a:pt x="120" y="6"/>
                  </a:cubicBezTo>
                  <a:cubicBezTo>
                    <a:pt x="112" y="6"/>
                    <a:pt x="101" y="7"/>
                    <a:pt x="97" y="11"/>
                  </a:cubicBezTo>
                  <a:cubicBezTo>
                    <a:pt x="93" y="14"/>
                    <a:pt x="83" y="14"/>
                    <a:pt x="78" y="12"/>
                  </a:cubicBezTo>
                  <a:cubicBezTo>
                    <a:pt x="74" y="9"/>
                    <a:pt x="71" y="12"/>
                    <a:pt x="57" y="14"/>
                  </a:cubicBezTo>
                  <a:cubicBezTo>
                    <a:pt x="55" y="14"/>
                    <a:pt x="52" y="16"/>
                    <a:pt x="50" y="17"/>
                  </a:cubicBezTo>
                  <a:cubicBezTo>
                    <a:pt x="51" y="19"/>
                    <a:pt x="53" y="20"/>
                    <a:pt x="53" y="21"/>
                  </a:cubicBezTo>
                  <a:cubicBezTo>
                    <a:pt x="53" y="20"/>
                    <a:pt x="51" y="19"/>
                    <a:pt x="50" y="17"/>
                  </a:cubicBezTo>
                  <a:cubicBezTo>
                    <a:pt x="50" y="17"/>
                    <a:pt x="50" y="17"/>
                    <a:pt x="50" y="18"/>
                  </a:cubicBezTo>
                  <a:cubicBezTo>
                    <a:pt x="50" y="23"/>
                    <a:pt x="50" y="29"/>
                    <a:pt x="48" y="37"/>
                  </a:cubicBezTo>
                  <a:cubicBezTo>
                    <a:pt x="41" y="63"/>
                    <a:pt x="24" y="85"/>
                    <a:pt x="12" y="99"/>
                  </a:cubicBezTo>
                  <a:cubicBezTo>
                    <a:pt x="0" y="113"/>
                    <a:pt x="10" y="140"/>
                    <a:pt x="24" y="150"/>
                  </a:cubicBezTo>
                  <a:cubicBezTo>
                    <a:pt x="38" y="160"/>
                    <a:pt x="24" y="174"/>
                    <a:pt x="30" y="188"/>
                  </a:cubicBezTo>
                  <a:cubicBezTo>
                    <a:pt x="37" y="202"/>
                    <a:pt x="30" y="187"/>
                    <a:pt x="31" y="203"/>
                  </a:cubicBezTo>
                  <a:cubicBezTo>
                    <a:pt x="31" y="203"/>
                    <a:pt x="31" y="203"/>
                    <a:pt x="31" y="203"/>
                  </a:cubicBezTo>
                  <a:cubicBezTo>
                    <a:pt x="38" y="202"/>
                    <a:pt x="46" y="200"/>
                    <a:pt x="51" y="200"/>
                  </a:cubicBezTo>
                  <a:cubicBezTo>
                    <a:pt x="56" y="200"/>
                    <a:pt x="62" y="205"/>
                    <a:pt x="70" y="205"/>
                  </a:cubicBezTo>
                  <a:cubicBezTo>
                    <a:pt x="79" y="206"/>
                    <a:pt x="90" y="204"/>
                    <a:pt x="93" y="199"/>
                  </a:cubicBezTo>
                  <a:cubicBezTo>
                    <a:pt x="96" y="195"/>
                    <a:pt x="101" y="197"/>
                    <a:pt x="109" y="197"/>
                  </a:cubicBezTo>
                  <a:cubicBezTo>
                    <a:pt x="116" y="197"/>
                    <a:pt x="122" y="195"/>
                    <a:pt x="124" y="190"/>
                  </a:cubicBezTo>
                  <a:cubicBezTo>
                    <a:pt x="125" y="185"/>
                    <a:pt x="135" y="188"/>
                    <a:pt x="143" y="187"/>
                  </a:cubicBezTo>
                  <a:cubicBezTo>
                    <a:pt x="152" y="186"/>
                    <a:pt x="160" y="195"/>
                    <a:pt x="165" y="202"/>
                  </a:cubicBezTo>
                  <a:cubicBezTo>
                    <a:pt x="171" y="208"/>
                    <a:pt x="172" y="208"/>
                    <a:pt x="180" y="211"/>
                  </a:cubicBezTo>
                  <a:cubicBezTo>
                    <a:pt x="188" y="213"/>
                    <a:pt x="196" y="211"/>
                    <a:pt x="201" y="209"/>
                  </a:cubicBezTo>
                  <a:cubicBezTo>
                    <a:pt x="205" y="207"/>
                    <a:pt x="208" y="205"/>
                    <a:pt x="212" y="208"/>
                  </a:cubicBezTo>
                  <a:cubicBezTo>
                    <a:pt x="216" y="211"/>
                    <a:pt x="216" y="216"/>
                    <a:pt x="213" y="218"/>
                  </a:cubicBezTo>
                  <a:cubicBezTo>
                    <a:pt x="211" y="220"/>
                    <a:pt x="205" y="222"/>
                    <a:pt x="196" y="222"/>
                  </a:cubicBezTo>
                  <a:cubicBezTo>
                    <a:pt x="188" y="222"/>
                    <a:pt x="190" y="228"/>
                    <a:pt x="184" y="227"/>
                  </a:cubicBezTo>
                  <a:cubicBezTo>
                    <a:pt x="179" y="227"/>
                    <a:pt x="172" y="224"/>
                    <a:pt x="169" y="220"/>
                  </a:cubicBezTo>
                  <a:cubicBezTo>
                    <a:pt x="165" y="216"/>
                    <a:pt x="161" y="214"/>
                    <a:pt x="155" y="213"/>
                  </a:cubicBezTo>
                  <a:cubicBezTo>
                    <a:pt x="149" y="213"/>
                    <a:pt x="146" y="212"/>
                    <a:pt x="142" y="209"/>
                  </a:cubicBezTo>
                  <a:cubicBezTo>
                    <a:pt x="139" y="206"/>
                    <a:pt x="133" y="205"/>
                    <a:pt x="131" y="210"/>
                  </a:cubicBezTo>
                  <a:cubicBezTo>
                    <a:pt x="128" y="216"/>
                    <a:pt x="115" y="219"/>
                    <a:pt x="106" y="220"/>
                  </a:cubicBezTo>
                  <a:cubicBezTo>
                    <a:pt x="98" y="220"/>
                    <a:pt x="96" y="221"/>
                    <a:pt x="91" y="224"/>
                  </a:cubicBezTo>
                  <a:cubicBezTo>
                    <a:pt x="87" y="228"/>
                    <a:pt x="78" y="229"/>
                    <a:pt x="67" y="229"/>
                  </a:cubicBezTo>
                  <a:cubicBezTo>
                    <a:pt x="56" y="229"/>
                    <a:pt x="50" y="231"/>
                    <a:pt x="40" y="232"/>
                  </a:cubicBezTo>
                  <a:cubicBezTo>
                    <a:pt x="36" y="232"/>
                    <a:pt x="32" y="234"/>
                    <a:pt x="29" y="237"/>
                  </a:cubicBezTo>
                  <a:cubicBezTo>
                    <a:pt x="29" y="237"/>
                    <a:pt x="29" y="238"/>
                    <a:pt x="29" y="239"/>
                  </a:cubicBezTo>
                  <a:cubicBezTo>
                    <a:pt x="31" y="250"/>
                    <a:pt x="29" y="268"/>
                    <a:pt x="34" y="277"/>
                  </a:cubicBezTo>
                  <a:cubicBezTo>
                    <a:pt x="41" y="277"/>
                    <a:pt x="54" y="276"/>
                    <a:pt x="59" y="277"/>
                  </a:cubicBezTo>
                  <a:cubicBezTo>
                    <a:pt x="65" y="278"/>
                    <a:pt x="72" y="276"/>
                    <a:pt x="83" y="277"/>
                  </a:cubicBezTo>
                  <a:cubicBezTo>
                    <a:pt x="93" y="279"/>
                    <a:pt x="106" y="278"/>
                    <a:pt x="110" y="271"/>
                  </a:cubicBezTo>
                  <a:cubicBezTo>
                    <a:pt x="115" y="265"/>
                    <a:pt x="128" y="261"/>
                    <a:pt x="136" y="261"/>
                  </a:cubicBezTo>
                  <a:cubicBezTo>
                    <a:pt x="144" y="261"/>
                    <a:pt x="159" y="263"/>
                    <a:pt x="175" y="263"/>
                  </a:cubicBezTo>
                  <a:cubicBezTo>
                    <a:pt x="191" y="263"/>
                    <a:pt x="209" y="261"/>
                    <a:pt x="217" y="261"/>
                  </a:cubicBezTo>
                  <a:cubicBezTo>
                    <a:pt x="222" y="261"/>
                    <a:pt x="224" y="260"/>
                    <a:pt x="227" y="262"/>
                  </a:cubicBezTo>
                  <a:cubicBezTo>
                    <a:pt x="228" y="260"/>
                    <a:pt x="231" y="260"/>
                    <a:pt x="234" y="260"/>
                  </a:cubicBezTo>
                  <a:cubicBezTo>
                    <a:pt x="234" y="260"/>
                    <a:pt x="234" y="260"/>
                    <a:pt x="235" y="261"/>
                  </a:cubicBezTo>
                  <a:cubicBezTo>
                    <a:pt x="235" y="261"/>
                    <a:pt x="235" y="261"/>
                    <a:pt x="236" y="261"/>
                  </a:cubicBezTo>
                  <a:cubicBezTo>
                    <a:pt x="237" y="261"/>
                    <a:pt x="237" y="261"/>
                    <a:pt x="238" y="261"/>
                  </a:cubicBezTo>
                  <a:cubicBezTo>
                    <a:pt x="250" y="263"/>
                    <a:pt x="262" y="265"/>
                    <a:pt x="269" y="273"/>
                  </a:cubicBezTo>
                  <a:cubicBezTo>
                    <a:pt x="276" y="281"/>
                    <a:pt x="280" y="281"/>
                    <a:pt x="290" y="281"/>
                  </a:cubicBezTo>
                  <a:cubicBezTo>
                    <a:pt x="300" y="281"/>
                    <a:pt x="300" y="288"/>
                    <a:pt x="306" y="289"/>
                  </a:cubicBezTo>
                  <a:cubicBezTo>
                    <a:pt x="312" y="290"/>
                    <a:pt x="316" y="279"/>
                    <a:pt x="327" y="279"/>
                  </a:cubicBezTo>
                  <a:cubicBezTo>
                    <a:pt x="328" y="279"/>
                    <a:pt x="328" y="279"/>
                    <a:pt x="329" y="279"/>
                  </a:cubicBezTo>
                  <a:cubicBezTo>
                    <a:pt x="330" y="279"/>
                    <a:pt x="330" y="279"/>
                    <a:pt x="330" y="279"/>
                  </a:cubicBezTo>
                  <a:cubicBezTo>
                    <a:pt x="331" y="279"/>
                    <a:pt x="331" y="279"/>
                    <a:pt x="331" y="279"/>
                  </a:cubicBezTo>
                  <a:cubicBezTo>
                    <a:pt x="332" y="279"/>
                    <a:pt x="332" y="279"/>
                    <a:pt x="332" y="279"/>
                  </a:cubicBezTo>
                  <a:cubicBezTo>
                    <a:pt x="333" y="279"/>
                    <a:pt x="334" y="279"/>
                    <a:pt x="334" y="279"/>
                  </a:cubicBezTo>
                  <a:cubicBezTo>
                    <a:pt x="335" y="279"/>
                    <a:pt x="335" y="279"/>
                    <a:pt x="335" y="279"/>
                  </a:cubicBezTo>
                  <a:cubicBezTo>
                    <a:pt x="336" y="278"/>
                    <a:pt x="337" y="278"/>
                    <a:pt x="338" y="278"/>
                  </a:cubicBezTo>
                  <a:cubicBezTo>
                    <a:pt x="339" y="278"/>
                    <a:pt x="339" y="278"/>
                    <a:pt x="339" y="278"/>
                  </a:cubicBezTo>
                  <a:cubicBezTo>
                    <a:pt x="339" y="278"/>
                    <a:pt x="340" y="278"/>
                    <a:pt x="341" y="278"/>
                  </a:cubicBezTo>
                  <a:cubicBezTo>
                    <a:pt x="341" y="278"/>
                    <a:pt x="341" y="278"/>
                    <a:pt x="342" y="278"/>
                  </a:cubicBezTo>
                  <a:cubicBezTo>
                    <a:pt x="342" y="278"/>
                    <a:pt x="343" y="278"/>
                    <a:pt x="344" y="278"/>
                  </a:cubicBezTo>
                  <a:cubicBezTo>
                    <a:pt x="344" y="278"/>
                    <a:pt x="344" y="278"/>
                    <a:pt x="345" y="278"/>
                  </a:cubicBezTo>
                  <a:cubicBezTo>
                    <a:pt x="346" y="278"/>
                    <a:pt x="347" y="278"/>
                    <a:pt x="348" y="278"/>
                  </a:cubicBezTo>
                  <a:cubicBezTo>
                    <a:pt x="349" y="278"/>
                    <a:pt x="349" y="278"/>
                    <a:pt x="349" y="278"/>
                  </a:cubicBezTo>
                  <a:cubicBezTo>
                    <a:pt x="350" y="278"/>
                    <a:pt x="350" y="278"/>
                    <a:pt x="350" y="278"/>
                  </a:cubicBezTo>
                  <a:cubicBezTo>
                    <a:pt x="351" y="278"/>
                    <a:pt x="351" y="278"/>
                    <a:pt x="352" y="278"/>
                  </a:cubicBezTo>
                  <a:cubicBezTo>
                    <a:pt x="353" y="278"/>
                    <a:pt x="353" y="278"/>
                    <a:pt x="353" y="278"/>
                  </a:cubicBezTo>
                  <a:cubicBezTo>
                    <a:pt x="354" y="278"/>
                    <a:pt x="354" y="278"/>
                    <a:pt x="354" y="278"/>
                  </a:cubicBezTo>
                  <a:cubicBezTo>
                    <a:pt x="355" y="278"/>
                    <a:pt x="355" y="278"/>
                    <a:pt x="355" y="278"/>
                  </a:cubicBezTo>
                  <a:cubicBezTo>
                    <a:pt x="356" y="278"/>
                    <a:pt x="356" y="278"/>
                    <a:pt x="357" y="278"/>
                  </a:cubicBezTo>
                  <a:cubicBezTo>
                    <a:pt x="357" y="278"/>
                    <a:pt x="357" y="278"/>
                    <a:pt x="358" y="279"/>
                  </a:cubicBezTo>
                  <a:cubicBezTo>
                    <a:pt x="358" y="279"/>
                    <a:pt x="358" y="279"/>
                    <a:pt x="359" y="279"/>
                  </a:cubicBezTo>
                  <a:cubicBezTo>
                    <a:pt x="359" y="279"/>
                    <a:pt x="359" y="279"/>
                    <a:pt x="360" y="279"/>
                  </a:cubicBezTo>
                  <a:cubicBezTo>
                    <a:pt x="360" y="279"/>
                    <a:pt x="360" y="279"/>
                    <a:pt x="361" y="280"/>
                  </a:cubicBezTo>
                  <a:cubicBezTo>
                    <a:pt x="361" y="280"/>
                    <a:pt x="361" y="280"/>
                    <a:pt x="361" y="280"/>
                  </a:cubicBezTo>
                  <a:cubicBezTo>
                    <a:pt x="362" y="280"/>
                    <a:pt x="362" y="280"/>
                    <a:pt x="362" y="281"/>
                  </a:cubicBezTo>
                  <a:cubicBezTo>
                    <a:pt x="362" y="281"/>
                    <a:pt x="362" y="281"/>
                    <a:pt x="363" y="281"/>
                  </a:cubicBezTo>
                  <a:cubicBezTo>
                    <a:pt x="365" y="279"/>
                    <a:pt x="367" y="278"/>
                    <a:pt x="369" y="276"/>
                  </a:cubicBezTo>
                  <a:cubicBezTo>
                    <a:pt x="373" y="273"/>
                    <a:pt x="372" y="263"/>
                    <a:pt x="371" y="255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20" name="Freeform 59">
              <a:extLst>
                <a:ext uri="{FF2B5EF4-FFF2-40B4-BE49-F238E27FC236}">
                  <a16:creationId xmlns:a16="http://schemas.microsoft.com/office/drawing/2014/main" id="{383C32F2-1CA3-9038-6A8F-E34993B8B472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0838" y="1174751"/>
              <a:ext cx="952500" cy="893763"/>
            </a:xfrm>
            <a:custGeom>
              <a:avLst/>
              <a:gdLst>
                <a:gd name="T0" fmla="*/ 992 w 1048"/>
                <a:gd name="T1" fmla="*/ 380 h 983"/>
                <a:gd name="T2" fmla="*/ 938 w 1048"/>
                <a:gd name="T3" fmla="*/ 339 h 983"/>
                <a:gd name="T4" fmla="*/ 874 w 1048"/>
                <a:gd name="T5" fmla="*/ 301 h 983"/>
                <a:gd name="T6" fmla="*/ 841 w 1048"/>
                <a:gd name="T7" fmla="*/ 258 h 983"/>
                <a:gd name="T8" fmla="*/ 832 w 1048"/>
                <a:gd name="T9" fmla="*/ 252 h 983"/>
                <a:gd name="T10" fmla="*/ 820 w 1048"/>
                <a:gd name="T11" fmla="*/ 244 h 983"/>
                <a:gd name="T12" fmla="*/ 785 w 1048"/>
                <a:gd name="T13" fmla="*/ 220 h 983"/>
                <a:gd name="T14" fmla="*/ 663 w 1048"/>
                <a:gd name="T15" fmla="*/ 136 h 983"/>
                <a:gd name="T16" fmla="*/ 557 w 1048"/>
                <a:gd name="T17" fmla="*/ 63 h 983"/>
                <a:gd name="T18" fmla="*/ 534 w 1048"/>
                <a:gd name="T19" fmla="*/ 47 h 983"/>
                <a:gd name="T20" fmla="*/ 503 w 1048"/>
                <a:gd name="T21" fmla="*/ 27 h 983"/>
                <a:gd name="T22" fmla="*/ 488 w 1048"/>
                <a:gd name="T23" fmla="*/ 16 h 983"/>
                <a:gd name="T24" fmla="*/ 465 w 1048"/>
                <a:gd name="T25" fmla="*/ 0 h 983"/>
                <a:gd name="T26" fmla="*/ 436 w 1048"/>
                <a:gd name="T27" fmla="*/ 578 h 983"/>
                <a:gd name="T28" fmla="*/ 428 w 1048"/>
                <a:gd name="T29" fmla="*/ 639 h 983"/>
                <a:gd name="T30" fmla="*/ 173 w 1048"/>
                <a:gd name="T31" fmla="*/ 640 h 983"/>
                <a:gd name="T32" fmla="*/ 89 w 1048"/>
                <a:gd name="T33" fmla="*/ 658 h 983"/>
                <a:gd name="T34" fmla="*/ 64 w 1048"/>
                <a:gd name="T35" fmla="*/ 635 h 983"/>
                <a:gd name="T36" fmla="*/ 24 w 1048"/>
                <a:gd name="T37" fmla="*/ 676 h 983"/>
                <a:gd name="T38" fmla="*/ 21 w 1048"/>
                <a:gd name="T39" fmla="*/ 683 h 983"/>
                <a:gd name="T40" fmla="*/ 17 w 1048"/>
                <a:gd name="T41" fmla="*/ 686 h 983"/>
                <a:gd name="T42" fmla="*/ 13 w 1048"/>
                <a:gd name="T43" fmla="*/ 688 h 983"/>
                <a:gd name="T44" fmla="*/ 2 w 1048"/>
                <a:gd name="T45" fmla="*/ 704 h 983"/>
                <a:gd name="T46" fmla="*/ 13 w 1048"/>
                <a:gd name="T47" fmla="*/ 757 h 983"/>
                <a:gd name="T48" fmla="*/ 50 w 1048"/>
                <a:gd name="T49" fmla="*/ 796 h 983"/>
                <a:gd name="T50" fmla="*/ 47 w 1048"/>
                <a:gd name="T51" fmla="*/ 839 h 983"/>
                <a:gd name="T52" fmla="*/ 54 w 1048"/>
                <a:gd name="T53" fmla="*/ 863 h 983"/>
                <a:gd name="T54" fmla="*/ 95 w 1048"/>
                <a:gd name="T55" fmla="*/ 870 h 983"/>
                <a:gd name="T56" fmla="*/ 143 w 1048"/>
                <a:gd name="T57" fmla="*/ 858 h 983"/>
                <a:gd name="T58" fmla="*/ 185 w 1048"/>
                <a:gd name="T59" fmla="*/ 840 h 983"/>
                <a:gd name="T60" fmla="*/ 223 w 1048"/>
                <a:gd name="T61" fmla="*/ 883 h 983"/>
                <a:gd name="T62" fmla="*/ 232 w 1048"/>
                <a:gd name="T63" fmla="*/ 928 h 983"/>
                <a:gd name="T64" fmla="*/ 263 w 1048"/>
                <a:gd name="T65" fmla="*/ 974 h 983"/>
                <a:gd name="T66" fmla="*/ 269 w 1048"/>
                <a:gd name="T67" fmla="*/ 981 h 983"/>
                <a:gd name="T68" fmla="*/ 271 w 1048"/>
                <a:gd name="T69" fmla="*/ 982 h 983"/>
                <a:gd name="T70" fmla="*/ 272 w 1048"/>
                <a:gd name="T71" fmla="*/ 982 h 983"/>
                <a:gd name="T72" fmla="*/ 274 w 1048"/>
                <a:gd name="T73" fmla="*/ 982 h 983"/>
                <a:gd name="T74" fmla="*/ 275 w 1048"/>
                <a:gd name="T75" fmla="*/ 982 h 983"/>
                <a:gd name="T76" fmla="*/ 277 w 1048"/>
                <a:gd name="T77" fmla="*/ 981 h 983"/>
                <a:gd name="T78" fmla="*/ 279 w 1048"/>
                <a:gd name="T79" fmla="*/ 979 h 983"/>
                <a:gd name="T80" fmla="*/ 297 w 1048"/>
                <a:gd name="T81" fmla="*/ 964 h 983"/>
                <a:gd name="T82" fmla="*/ 338 w 1048"/>
                <a:gd name="T83" fmla="*/ 973 h 983"/>
                <a:gd name="T84" fmla="*/ 379 w 1048"/>
                <a:gd name="T85" fmla="*/ 964 h 983"/>
                <a:gd name="T86" fmla="*/ 419 w 1048"/>
                <a:gd name="T87" fmla="*/ 965 h 983"/>
                <a:gd name="T88" fmla="*/ 427 w 1048"/>
                <a:gd name="T89" fmla="*/ 965 h 983"/>
                <a:gd name="T90" fmla="*/ 436 w 1048"/>
                <a:gd name="T91" fmla="*/ 879 h 983"/>
                <a:gd name="T92" fmla="*/ 489 w 1048"/>
                <a:gd name="T93" fmla="*/ 853 h 983"/>
                <a:gd name="T94" fmla="*/ 515 w 1048"/>
                <a:gd name="T95" fmla="*/ 779 h 983"/>
                <a:gd name="T96" fmla="*/ 558 w 1048"/>
                <a:gd name="T97" fmla="*/ 787 h 983"/>
                <a:gd name="T98" fmla="*/ 596 w 1048"/>
                <a:gd name="T99" fmla="*/ 747 h 983"/>
                <a:gd name="T100" fmla="*/ 639 w 1048"/>
                <a:gd name="T101" fmla="*/ 723 h 983"/>
                <a:gd name="T102" fmla="*/ 678 w 1048"/>
                <a:gd name="T103" fmla="*/ 700 h 983"/>
                <a:gd name="T104" fmla="*/ 736 w 1048"/>
                <a:gd name="T105" fmla="*/ 663 h 983"/>
                <a:gd name="T106" fmla="*/ 774 w 1048"/>
                <a:gd name="T107" fmla="*/ 673 h 983"/>
                <a:gd name="T108" fmla="*/ 801 w 1048"/>
                <a:gd name="T109" fmla="*/ 674 h 983"/>
                <a:gd name="T110" fmla="*/ 847 w 1048"/>
                <a:gd name="T111" fmla="*/ 667 h 983"/>
                <a:gd name="T112" fmla="*/ 1005 w 1048"/>
                <a:gd name="T113" fmla="*/ 641 h 983"/>
                <a:gd name="T114" fmla="*/ 1048 w 1048"/>
                <a:gd name="T115" fmla="*/ 398 h 9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048" h="983">
                  <a:moveTo>
                    <a:pt x="1014" y="408"/>
                  </a:moveTo>
                  <a:cubicBezTo>
                    <a:pt x="1014" y="419"/>
                    <a:pt x="994" y="417"/>
                    <a:pt x="982" y="405"/>
                  </a:cubicBezTo>
                  <a:cubicBezTo>
                    <a:pt x="970" y="393"/>
                    <a:pt x="985" y="391"/>
                    <a:pt x="992" y="380"/>
                  </a:cubicBezTo>
                  <a:cubicBezTo>
                    <a:pt x="998" y="369"/>
                    <a:pt x="981" y="371"/>
                    <a:pt x="980" y="359"/>
                  </a:cubicBezTo>
                  <a:cubicBezTo>
                    <a:pt x="978" y="347"/>
                    <a:pt x="969" y="344"/>
                    <a:pt x="961" y="344"/>
                  </a:cubicBezTo>
                  <a:cubicBezTo>
                    <a:pt x="953" y="344"/>
                    <a:pt x="940" y="343"/>
                    <a:pt x="938" y="339"/>
                  </a:cubicBezTo>
                  <a:cubicBezTo>
                    <a:pt x="937" y="335"/>
                    <a:pt x="925" y="328"/>
                    <a:pt x="912" y="328"/>
                  </a:cubicBezTo>
                  <a:cubicBezTo>
                    <a:pt x="898" y="328"/>
                    <a:pt x="898" y="327"/>
                    <a:pt x="893" y="317"/>
                  </a:cubicBezTo>
                  <a:cubicBezTo>
                    <a:pt x="888" y="308"/>
                    <a:pt x="884" y="301"/>
                    <a:pt x="874" y="301"/>
                  </a:cubicBezTo>
                  <a:cubicBezTo>
                    <a:pt x="865" y="301"/>
                    <a:pt x="856" y="288"/>
                    <a:pt x="857" y="280"/>
                  </a:cubicBezTo>
                  <a:cubicBezTo>
                    <a:pt x="858" y="272"/>
                    <a:pt x="841" y="259"/>
                    <a:pt x="841" y="259"/>
                  </a:cubicBezTo>
                  <a:cubicBezTo>
                    <a:pt x="841" y="259"/>
                    <a:pt x="841" y="259"/>
                    <a:pt x="841" y="258"/>
                  </a:cubicBezTo>
                  <a:cubicBezTo>
                    <a:pt x="840" y="258"/>
                    <a:pt x="840" y="258"/>
                    <a:pt x="839" y="257"/>
                  </a:cubicBezTo>
                  <a:cubicBezTo>
                    <a:pt x="838" y="257"/>
                    <a:pt x="838" y="257"/>
                    <a:pt x="838" y="257"/>
                  </a:cubicBezTo>
                  <a:cubicBezTo>
                    <a:pt x="836" y="256"/>
                    <a:pt x="835" y="254"/>
                    <a:pt x="832" y="252"/>
                  </a:cubicBezTo>
                  <a:cubicBezTo>
                    <a:pt x="831" y="252"/>
                    <a:pt x="830" y="251"/>
                    <a:pt x="829" y="251"/>
                  </a:cubicBezTo>
                  <a:cubicBezTo>
                    <a:pt x="828" y="250"/>
                    <a:pt x="827" y="249"/>
                    <a:pt x="826" y="248"/>
                  </a:cubicBezTo>
                  <a:cubicBezTo>
                    <a:pt x="824" y="247"/>
                    <a:pt x="822" y="246"/>
                    <a:pt x="820" y="244"/>
                  </a:cubicBezTo>
                  <a:cubicBezTo>
                    <a:pt x="817" y="242"/>
                    <a:pt x="813" y="239"/>
                    <a:pt x="808" y="236"/>
                  </a:cubicBezTo>
                  <a:cubicBezTo>
                    <a:pt x="807" y="235"/>
                    <a:pt x="805" y="234"/>
                    <a:pt x="803" y="233"/>
                  </a:cubicBezTo>
                  <a:cubicBezTo>
                    <a:pt x="798" y="229"/>
                    <a:pt x="792" y="225"/>
                    <a:pt x="785" y="220"/>
                  </a:cubicBezTo>
                  <a:cubicBezTo>
                    <a:pt x="776" y="214"/>
                    <a:pt x="765" y="206"/>
                    <a:pt x="753" y="198"/>
                  </a:cubicBezTo>
                  <a:cubicBezTo>
                    <a:pt x="753" y="198"/>
                    <a:pt x="753" y="198"/>
                    <a:pt x="753" y="198"/>
                  </a:cubicBezTo>
                  <a:cubicBezTo>
                    <a:pt x="727" y="180"/>
                    <a:pt x="696" y="159"/>
                    <a:pt x="663" y="136"/>
                  </a:cubicBezTo>
                  <a:cubicBezTo>
                    <a:pt x="659" y="133"/>
                    <a:pt x="654" y="130"/>
                    <a:pt x="650" y="127"/>
                  </a:cubicBezTo>
                  <a:cubicBezTo>
                    <a:pt x="621" y="107"/>
                    <a:pt x="590" y="86"/>
                    <a:pt x="560" y="65"/>
                  </a:cubicBezTo>
                  <a:cubicBezTo>
                    <a:pt x="559" y="65"/>
                    <a:pt x="558" y="64"/>
                    <a:pt x="557" y="63"/>
                  </a:cubicBezTo>
                  <a:cubicBezTo>
                    <a:pt x="553" y="60"/>
                    <a:pt x="549" y="58"/>
                    <a:pt x="545" y="55"/>
                  </a:cubicBezTo>
                  <a:cubicBezTo>
                    <a:pt x="545" y="55"/>
                    <a:pt x="544" y="55"/>
                    <a:pt x="544" y="54"/>
                  </a:cubicBezTo>
                  <a:cubicBezTo>
                    <a:pt x="541" y="52"/>
                    <a:pt x="537" y="50"/>
                    <a:pt x="534" y="47"/>
                  </a:cubicBezTo>
                  <a:cubicBezTo>
                    <a:pt x="525" y="41"/>
                    <a:pt x="515" y="35"/>
                    <a:pt x="506" y="28"/>
                  </a:cubicBezTo>
                  <a:cubicBezTo>
                    <a:pt x="505" y="28"/>
                    <a:pt x="505" y="28"/>
                    <a:pt x="505" y="28"/>
                  </a:cubicBezTo>
                  <a:cubicBezTo>
                    <a:pt x="505" y="27"/>
                    <a:pt x="504" y="27"/>
                    <a:pt x="503" y="27"/>
                  </a:cubicBezTo>
                  <a:cubicBezTo>
                    <a:pt x="500" y="24"/>
                    <a:pt x="497" y="22"/>
                    <a:pt x="494" y="20"/>
                  </a:cubicBezTo>
                  <a:cubicBezTo>
                    <a:pt x="492" y="19"/>
                    <a:pt x="491" y="18"/>
                    <a:pt x="489" y="17"/>
                  </a:cubicBezTo>
                  <a:cubicBezTo>
                    <a:pt x="488" y="16"/>
                    <a:pt x="488" y="16"/>
                    <a:pt x="488" y="16"/>
                  </a:cubicBezTo>
                  <a:cubicBezTo>
                    <a:pt x="483" y="13"/>
                    <a:pt x="479" y="10"/>
                    <a:pt x="474" y="7"/>
                  </a:cubicBezTo>
                  <a:cubicBezTo>
                    <a:pt x="473" y="6"/>
                    <a:pt x="472" y="5"/>
                    <a:pt x="470" y="4"/>
                  </a:cubicBezTo>
                  <a:cubicBezTo>
                    <a:pt x="469" y="3"/>
                    <a:pt x="467" y="2"/>
                    <a:pt x="465" y="0"/>
                  </a:cubicBezTo>
                  <a:cubicBezTo>
                    <a:pt x="363" y="3"/>
                    <a:pt x="363" y="3"/>
                    <a:pt x="363" y="3"/>
                  </a:cubicBezTo>
                  <a:cubicBezTo>
                    <a:pt x="363" y="3"/>
                    <a:pt x="420" y="534"/>
                    <a:pt x="420" y="549"/>
                  </a:cubicBezTo>
                  <a:cubicBezTo>
                    <a:pt x="420" y="564"/>
                    <a:pt x="425" y="570"/>
                    <a:pt x="436" y="578"/>
                  </a:cubicBezTo>
                  <a:cubicBezTo>
                    <a:pt x="447" y="586"/>
                    <a:pt x="440" y="593"/>
                    <a:pt x="440" y="600"/>
                  </a:cubicBezTo>
                  <a:cubicBezTo>
                    <a:pt x="440" y="607"/>
                    <a:pt x="443" y="613"/>
                    <a:pt x="432" y="619"/>
                  </a:cubicBezTo>
                  <a:cubicBezTo>
                    <a:pt x="421" y="625"/>
                    <a:pt x="428" y="639"/>
                    <a:pt x="428" y="639"/>
                  </a:cubicBezTo>
                  <a:cubicBezTo>
                    <a:pt x="428" y="639"/>
                    <a:pt x="247" y="639"/>
                    <a:pt x="230" y="639"/>
                  </a:cubicBezTo>
                  <a:cubicBezTo>
                    <a:pt x="213" y="639"/>
                    <a:pt x="203" y="639"/>
                    <a:pt x="193" y="631"/>
                  </a:cubicBezTo>
                  <a:cubicBezTo>
                    <a:pt x="183" y="623"/>
                    <a:pt x="177" y="633"/>
                    <a:pt x="173" y="640"/>
                  </a:cubicBezTo>
                  <a:cubicBezTo>
                    <a:pt x="169" y="647"/>
                    <a:pt x="144" y="645"/>
                    <a:pt x="134" y="640"/>
                  </a:cubicBezTo>
                  <a:cubicBezTo>
                    <a:pt x="124" y="635"/>
                    <a:pt x="116" y="638"/>
                    <a:pt x="103" y="639"/>
                  </a:cubicBezTo>
                  <a:cubicBezTo>
                    <a:pt x="90" y="640"/>
                    <a:pt x="90" y="649"/>
                    <a:pt x="89" y="658"/>
                  </a:cubicBezTo>
                  <a:cubicBezTo>
                    <a:pt x="88" y="667"/>
                    <a:pt x="80" y="664"/>
                    <a:pt x="80" y="658"/>
                  </a:cubicBezTo>
                  <a:cubicBezTo>
                    <a:pt x="79" y="651"/>
                    <a:pt x="76" y="652"/>
                    <a:pt x="73" y="650"/>
                  </a:cubicBezTo>
                  <a:cubicBezTo>
                    <a:pt x="69" y="647"/>
                    <a:pt x="67" y="643"/>
                    <a:pt x="64" y="635"/>
                  </a:cubicBezTo>
                  <a:cubicBezTo>
                    <a:pt x="61" y="628"/>
                    <a:pt x="50" y="628"/>
                    <a:pt x="40" y="631"/>
                  </a:cubicBezTo>
                  <a:cubicBezTo>
                    <a:pt x="30" y="635"/>
                    <a:pt x="30" y="640"/>
                    <a:pt x="29" y="651"/>
                  </a:cubicBezTo>
                  <a:cubicBezTo>
                    <a:pt x="28" y="661"/>
                    <a:pt x="26" y="667"/>
                    <a:pt x="24" y="676"/>
                  </a:cubicBezTo>
                  <a:cubicBezTo>
                    <a:pt x="24" y="678"/>
                    <a:pt x="23" y="679"/>
                    <a:pt x="23" y="680"/>
                  </a:cubicBezTo>
                  <a:cubicBezTo>
                    <a:pt x="23" y="680"/>
                    <a:pt x="23" y="680"/>
                    <a:pt x="22" y="681"/>
                  </a:cubicBezTo>
                  <a:cubicBezTo>
                    <a:pt x="22" y="681"/>
                    <a:pt x="22" y="682"/>
                    <a:pt x="21" y="683"/>
                  </a:cubicBezTo>
                  <a:cubicBezTo>
                    <a:pt x="20" y="684"/>
                    <a:pt x="20" y="684"/>
                    <a:pt x="20" y="684"/>
                  </a:cubicBezTo>
                  <a:cubicBezTo>
                    <a:pt x="19" y="685"/>
                    <a:pt x="19" y="685"/>
                    <a:pt x="19" y="685"/>
                  </a:cubicBezTo>
                  <a:cubicBezTo>
                    <a:pt x="18" y="686"/>
                    <a:pt x="18" y="686"/>
                    <a:pt x="17" y="686"/>
                  </a:cubicBezTo>
                  <a:cubicBezTo>
                    <a:pt x="17" y="687"/>
                    <a:pt x="16" y="687"/>
                    <a:pt x="16" y="687"/>
                  </a:cubicBezTo>
                  <a:cubicBezTo>
                    <a:pt x="15" y="687"/>
                    <a:pt x="14" y="688"/>
                    <a:pt x="13" y="688"/>
                  </a:cubicBezTo>
                  <a:cubicBezTo>
                    <a:pt x="13" y="688"/>
                    <a:pt x="13" y="688"/>
                    <a:pt x="13" y="688"/>
                  </a:cubicBezTo>
                  <a:cubicBezTo>
                    <a:pt x="10" y="689"/>
                    <a:pt x="6" y="690"/>
                    <a:pt x="3" y="689"/>
                  </a:cubicBezTo>
                  <a:cubicBezTo>
                    <a:pt x="3" y="689"/>
                    <a:pt x="3" y="689"/>
                    <a:pt x="3" y="689"/>
                  </a:cubicBezTo>
                  <a:cubicBezTo>
                    <a:pt x="1" y="695"/>
                    <a:pt x="0" y="702"/>
                    <a:pt x="2" y="704"/>
                  </a:cubicBezTo>
                  <a:cubicBezTo>
                    <a:pt x="7" y="707"/>
                    <a:pt x="14" y="711"/>
                    <a:pt x="14" y="719"/>
                  </a:cubicBezTo>
                  <a:cubicBezTo>
                    <a:pt x="14" y="727"/>
                    <a:pt x="14" y="737"/>
                    <a:pt x="12" y="743"/>
                  </a:cubicBezTo>
                  <a:cubicBezTo>
                    <a:pt x="10" y="749"/>
                    <a:pt x="8" y="753"/>
                    <a:pt x="13" y="757"/>
                  </a:cubicBezTo>
                  <a:cubicBezTo>
                    <a:pt x="18" y="761"/>
                    <a:pt x="18" y="768"/>
                    <a:pt x="28" y="770"/>
                  </a:cubicBezTo>
                  <a:cubicBezTo>
                    <a:pt x="38" y="772"/>
                    <a:pt x="42" y="770"/>
                    <a:pt x="43" y="778"/>
                  </a:cubicBezTo>
                  <a:cubicBezTo>
                    <a:pt x="44" y="786"/>
                    <a:pt x="46" y="793"/>
                    <a:pt x="50" y="796"/>
                  </a:cubicBezTo>
                  <a:cubicBezTo>
                    <a:pt x="54" y="799"/>
                    <a:pt x="54" y="805"/>
                    <a:pt x="55" y="813"/>
                  </a:cubicBezTo>
                  <a:cubicBezTo>
                    <a:pt x="56" y="821"/>
                    <a:pt x="57" y="831"/>
                    <a:pt x="53" y="834"/>
                  </a:cubicBezTo>
                  <a:cubicBezTo>
                    <a:pt x="51" y="836"/>
                    <a:pt x="49" y="837"/>
                    <a:pt x="47" y="839"/>
                  </a:cubicBezTo>
                  <a:cubicBezTo>
                    <a:pt x="47" y="839"/>
                    <a:pt x="47" y="840"/>
                    <a:pt x="48" y="840"/>
                  </a:cubicBezTo>
                  <a:cubicBezTo>
                    <a:pt x="48" y="841"/>
                    <a:pt x="48" y="841"/>
                    <a:pt x="48" y="842"/>
                  </a:cubicBezTo>
                  <a:cubicBezTo>
                    <a:pt x="49" y="852"/>
                    <a:pt x="47" y="862"/>
                    <a:pt x="54" y="863"/>
                  </a:cubicBezTo>
                  <a:cubicBezTo>
                    <a:pt x="61" y="864"/>
                    <a:pt x="72" y="867"/>
                    <a:pt x="74" y="858"/>
                  </a:cubicBezTo>
                  <a:cubicBezTo>
                    <a:pt x="76" y="849"/>
                    <a:pt x="88" y="847"/>
                    <a:pt x="89" y="855"/>
                  </a:cubicBezTo>
                  <a:cubicBezTo>
                    <a:pt x="90" y="863"/>
                    <a:pt x="86" y="868"/>
                    <a:pt x="95" y="870"/>
                  </a:cubicBezTo>
                  <a:cubicBezTo>
                    <a:pt x="104" y="872"/>
                    <a:pt x="109" y="870"/>
                    <a:pt x="111" y="862"/>
                  </a:cubicBezTo>
                  <a:cubicBezTo>
                    <a:pt x="113" y="854"/>
                    <a:pt x="110" y="850"/>
                    <a:pt x="123" y="851"/>
                  </a:cubicBezTo>
                  <a:cubicBezTo>
                    <a:pt x="136" y="852"/>
                    <a:pt x="138" y="852"/>
                    <a:pt x="143" y="858"/>
                  </a:cubicBezTo>
                  <a:cubicBezTo>
                    <a:pt x="148" y="864"/>
                    <a:pt x="151" y="865"/>
                    <a:pt x="159" y="864"/>
                  </a:cubicBezTo>
                  <a:cubicBezTo>
                    <a:pt x="167" y="863"/>
                    <a:pt x="169" y="846"/>
                    <a:pt x="175" y="846"/>
                  </a:cubicBezTo>
                  <a:cubicBezTo>
                    <a:pt x="181" y="846"/>
                    <a:pt x="185" y="846"/>
                    <a:pt x="185" y="840"/>
                  </a:cubicBezTo>
                  <a:cubicBezTo>
                    <a:pt x="185" y="834"/>
                    <a:pt x="201" y="827"/>
                    <a:pt x="206" y="839"/>
                  </a:cubicBezTo>
                  <a:cubicBezTo>
                    <a:pt x="211" y="851"/>
                    <a:pt x="208" y="859"/>
                    <a:pt x="215" y="862"/>
                  </a:cubicBezTo>
                  <a:cubicBezTo>
                    <a:pt x="223" y="865"/>
                    <a:pt x="223" y="878"/>
                    <a:pt x="223" y="883"/>
                  </a:cubicBezTo>
                  <a:cubicBezTo>
                    <a:pt x="223" y="888"/>
                    <a:pt x="221" y="897"/>
                    <a:pt x="234" y="898"/>
                  </a:cubicBezTo>
                  <a:cubicBezTo>
                    <a:pt x="247" y="899"/>
                    <a:pt x="246" y="904"/>
                    <a:pt x="242" y="909"/>
                  </a:cubicBezTo>
                  <a:cubicBezTo>
                    <a:pt x="238" y="914"/>
                    <a:pt x="223" y="927"/>
                    <a:pt x="232" y="928"/>
                  </a:cubicBezTo>
                  <a:cubicBezTo>
                    <a:pt x="241" y="930"/>
                    <a:pt x="248" y="925"/>
                    <a:pt x="250" y="934"/>
                  </a:cubicBezTo>
                  <a:cubicBezTo>
                    <a:pt x="251" y="942"/>
                    <a:pt x="241" y="953"/>
                    <a:pt x="253" y="957"/>
                  </a:cubicBezTo>
                  <a:cubicBezTo>
                    <a:pt x="265" y="962"/>
                    <a:pt x="256" y="964"/>
                    <a:pt x="263" y="974"/>
                  </a:cubicBezTo>
                  <a:cubicBezTo>
                    <a:pt x="263" y="974"/>
                    <a:pt x="263" y="974"/>
                    <a:pt x="263" y="974"/>
                  </a:cubicBezTo>
                  <a:cubicBezTo>
                    <a:pt x="265" y="977"/>
                    <a:pt x="267" y="979"/>
                    <a:pt x="269" y="981"/>
                  </a:cubicBezTo>
                  <a:cubicBezTo>
                    <a:pt x="269" y="981"/>
                    <a:pt x="269" y="981"/>
                    <a:pt x="269" y="981"/>
                  </a:cubicBezTo>
                  <a:cubicBezTo>
                    <a:pt x="270" y="981"/>
                    <a:pt x="270" y="981"/>
                    <a:pt x="270" y="981"/>
                  </a:cubicBezTo>
                  <a:cubicBezTo>
                    <a:pt x="270" y="981"/>
                    <a:pt x="270" y="981"/>
                    <a:pt x="270" y="981"/>
                  </a:cubicBezTo>
                  <a:cubicBezTo>
                    <a:pt x="270" y="982"/>
                    <a:pt x="271" y="982"/>
                    <a:pt x="271" y="982"/>
                  </a:cubicBezTo>
                  <a:cubicBezTo>
                    <a:pt x="271" y="982"/>
                    <a:pt x="271" y="982"/>
                    <a:pt x="271" y="982"/>
                  </a:cubicBezTo>
                  <a:cubicBezTo>
                    <a:pt x="272" y="982"/>
                    <a:pt x="272" y="982"/>
                    <a:pt x="272" y="982"/>
                  </a:cubicBezTo>
                  <a:cubicBezTo>
                    <a:pt x="272" y="982"/>
                    <a:pt x="272" y="982"/>
                    <a:pt x="272" y="982"/>
                  </a:cubicBezTo>
                  <a:cubicBezTo>
                    <a:pt x="273" y="982"/>
                    <a:pt x="273" y="983"/>
                    <a:pt x="273" y="983"/>
                  </a:cubicBezTo>
                  <a:cubicBezTo>
                    <a:pt x="273" y="983"/>
                    <a:pt x="273" y="983"/>
                    <a:pt x="273" y="983"/>
                  </a:cubicBezTo>
                  <a:cubicBezTo>
                    <a:pt x="274" y="983"/>
                    <a:pt x="274" y="983"/>
                    <a:pt x="274" y="982"/>
                  </a:cubicBezTo>
                  <a:cubicBezTo>
                    <a:pt x="274" y="982"/>
                    <a:pt x="274" y="982"/>
                    <a:pt x="274" y="982"/>
                  </a:cubicBezTo>
                  <a:cubicBezTo>
                    <a:pt x="275" y="982"/>
                    <a:pt x="275" y="982"/>
                    <a:pt x="275" y="982"/>
                  </a:cubicBezTo>
                  <a:cubicBezTo>
                    <a:pt x="275" y="982"/>
                    <a:pt x="275" y="982"/>
                    <a:pt x="275" y="982"/>
                  </a:cubicBezTo>
                  <a:cubicBezTo>
                    <a:pt x="276" y="982"/>
                    <a:pt x="276" y="982"/>
                    <a:pt x="276" y="982"/>
                  </a:cubicBezTo>
                  <a:cubicBezTo>
                    <a:pt x="276" y="981"/>
                    <a:pt x="276" y="981"/>
                    <a:pt x="276" y="981"/>
                  </a:cubicBezTo>
                  <a:cubicBezTo>
                    <a:pt x="277" y="981"/>
                    <a:pt x="277" y="981"/>
                    <a:pt x="277" y="981"/>
                  </a:cubicBezTo>
                  <a:cubicBezTo>
                    <a:pt x="277" y="981"/>
                    <a:pt x="277" y="981"/>
                    <a:pt x="278" y="980"/>
                  </a:cubicBezTo>
                  <a:cubicBezTo>
                    <a:pt x="278" y="980"/>
                    <a:pt x="278" y="980"/>
                    <a:pt x="278" y="980"/>
                  </a:cubicBezTo>
                  <a:cubicBezTo>
                    <a:pt x="278" y="980"/>
                    <a:pt x="278" y="979"/>
                    <a:pt x="279" y="979"/>
                  </a:cubicBezTo>
                  <a:cubicBezTo>
                    <a:pt x="279" y="979"/>
                    <a:pt x="279" y="979"/>
                    <a:pt x="279" y="979"/>
                  </a:cubicBezTo>
                  <a:cubicBezTo>
                    <a:pt x="279" y="978"/>
                    <a:pt x="280" y="978"/>
                    <a:pt x="280" y="977"/>
                  </a:cubicBezTo>
                  <a:cubicBezTo>
                    <a:pt x="285" y="968"/>
                    <a:pt x="291" y="964"/>
                    <a:pt x="297" y="964"/>
                  </a:cubicBezTo>
                  <a:cubicBezTo>
                    <a:pt x="303" y="964"/>
                    <a:pt x="306" y="968"/>
                    <a:pt x="306" y="972"/>
                  </a:cubicBezTo>
                  <a:cubicBezTo>
                    <a:pt x="306" y="976"/>
                    <a:pt x="307" y="979"/>
                    <a:pt x="316" y="979"/>
                  </a:cubicBezTo>
                  <a:cubicBezTo>
                    <a:pt x="325" y="979"/>
                    <a:pt x="337" y="981"/>
                    <a:pt x="338" y="973"/>
                  </a:cubicBezTo>
                  <a:cubicBezTo>
                    <a:pt x="338" y="965"/>
                    <a:pt x="353" y="974"/>
                    <a:pt x="353" y="965"/>
                  </a:cubicBezTo>
                  <a:cubicBezTo>
                    <a:pt x="353" y="955"/>
                    <a:pt x="353" y="954"/>
                    <a:pt x="363" y="954"/>
                  </a:cubicBezTo>
                  <a:cubicBezTo>
                    <a:pt x="373" y="954"/>
                    <a:pt x="379" y="954"/>
                    <a:pt x="379" y="964"/>
                  </a:cubicBezTo>
                  <a:cubicBezTo>
                    <a:pt x="378" y="975"/>
                    <a:pt x="376" y="979"/>
                    <a:pt x="384" y="979"/>
                  </a:cubicBezTo>
                  <a:cubicBezTo>
                    <a:pt x="393" y="979"/>
                    <a:pt x="399" y="980"/>
                    <a:pt x="401" y="973"/>
                  </a:cubicBezTo>
                  <a:cubicBezTo>
                    <a:pt x="403" y="965"/>
                    <a:pt x="408" y="964"/>
                    <a:pt x="419" y="965"/>
                  </a:cubicBezTo>
                  <a:cubicBezTo>
                    <a:pt x="420" y="965"/>
                    <a:pt x="422" y="965"/>
                    <a:pt x="423" y="965"/>
                  </a:cubicBezTo>
                  <a:cubicBezTo>
                    <a:pt x="423" y="965"/>
                    <a:pt x="423" y="965"/>
                    <a:pt x="423" y="965"/>
                  </a:cubicBezTo>
                  <a:cubicBezTo>
                    <a:pt x="425" y="965"/>
                    <a:pt x="426" y="965"/>
                    <a:pt x="427" y="965"/>
                  </a:cubicBezTo>
                  <a:cubicBezTo>
                    <a:pt x="428" y="958"/>
                    <a:pt x="428" y="947"/>
                    <a:pt x="428" y="942"/>
                  </a:cubicBezTo>
                  <a:cubicBezTo>
                    <a:pt x="428" y="933"/>
                    <a:pt x="446" y="919"/>
                    <a:pt x="445" y="907"/>
                  </a:cubicBezTo>
                  <a:cubicBezTo>
                    <a:pt x="444" y="895"/>
                    <a:pt x="440" y="881"/>
                    <a:pt x="436" y="879"/>
                  </a:cubicBezTo>
                  <a:cubicBezTo>
                    <a:pt x="432" y="878"/>
                    <a:pt x="435" y="868"/>
                    <a:pt x="444" y="869"/>
                  </a:cubicBezTo>
                  <a:cubicBezTo>
                    <a:pt x="454" y="869"/>
                    <a:pt x="462" y="872"/>
                    <a:pt x="465" y="866"/>
                  </a:cubicBezTo>
                  <a:cubicBezTo>
                    <a:pt x="468" y="860"/>
                    <a:pt x="486" y="862"/>
                    <a:pt x="489" y="853"/>
                  </a:cubicBezTo>
                  <a:cubicBezTo>
                    <a:pt x="492" y="845"/>
                    <a:pt x="490" y="821"/>
                    <a:pt x="500" y="819"/>
                  </a:cubicBezTo>
                  <a:cubicBezTo>
                    <a:pt x="509" y="817"/>
                    <a:pt x="514" y="813"/>
                    <a:pt x="512" y="804"/>
                  </a:cubicBezTo>
                  <a:cubicBezTo>
                    <a:pt x="510" y="795"/>
                    <a:pt x="506" y="787"/>
                    <a:pt x="515" y="779"/>
                  </a:cubicBezTo>
                  <a:cubicBezTo>
                    <a:pt x="524" y="771"/>
                    <a:pt x="521" y="763"/>
                    <a:pt x="530" y="767"/>
                  </a:cubicBezTo>
                  <a:cubicBezTo>
                    <a:pt x="538" y="771"/>
                    <a:pt x="535" y="778"/>
                    <a:pt x="542" y="779"/>
                  </a:cubicBezTo>
                  <a:cubicBezTo>
                    <a:pt x="548" y="779"/>
                    <a:pt x="552" y="787"/>
                    <a:pt x="558" y="787"/>
                  </a:cubicBezTo>
                  <a:cubicBezTo>
                    <a:pt x="565" y="787"/>
                    <a:pt x="571" y="786"/>
                    <a:pt x="571" y="776"/>
                  </a:cubicBezTo>
                  <a:cubicBezTo>
                    <a:pt x="571" y="766"/>
                    <a:pt x="571" y="762"/>
                    <a:pt x="580" y="762"/>
                  </a:cubicBezTo>
                  <a:cubicBezTo>
                    <a:pt x="588" y="762"/>
                    <a:pt x="594" y="756"/>
                    <a:pt x="596" y="747"/>
                  </a:cubicBezTo>
                  <a:cubicBezTo>
                    <a:pt x="597" y="737"/>
                    <a:pt x="600" y="729"/>
                    <a:pt x="608" y="727"/>
                  </a:cubicBezTo>
                  <a:cubicBezTo>
                    <a:pt x="616" y="724"/>
                    <a:pt x="611" y="716"/>
                    <a:pt x="622" y="717"/>
                  </a:cubicBezTo>
                  <a:cubicBezTo>
                    <a:pt x="632" y="717"/>
                    <a:pt x="632" y="723"/>
                    <a:pt x="639" y="723"/>
                  </a:cubicBezTo>
                  <a:cubicBezTo>
                    <a:pt x="646" y="723"/>
                    <a:pt x="652" y="723"/>
                    <a:pt x="652" y="715"/>
                  </a:cubicBezTo>
                  <a:cubicBezTo>
                    <a:pt x="652" y="707"/>
                    <a:pt x="655" y="703"/>
                    <a:pt x="663" y="704"/>
                  </a:cubicBezTo>
                  <a:cubicBezTo>
                    <a:pt x="671" y="705"/>
                    <a:pt x="674" y="705"/>
                    <a:pt x="678" y="700"/>
                  </a:cubicBezTo>
                  <a:cubicBezTo>
                    <a:pt x="682" y="695"/>
                    <a:pt x="685" y="685"/>
                    <a:pt x="698" y="687"/>
                  </a:cubicBezTo>
                  <a:cubicBezTo>
                    <a:pt x="712" y="690"/>
                    <a:pt x="707" y="689"/>
                    <a:pt x="714" y="679"/>
                  </a:cubicBezTo>
                  <a:cubicBezTo>
                    <a:pt x="722" y="669"/>
                    <a:pt x="726" y="663"/>
                    <a:pt x="736" y="663"/>
                  </a:cubicBezTo>
                  <a:cubicBezTo>
                    <a:pt x="747" y="663"/>
                    <a:pt x="756" y="659"/>
                    <a:pt x="758" y="665"/>
                  </a:cubicBezTo>
                  <a:cubicBezTo>
                    <a:pt x="760" y="670"/>
                    <a:pt x="762" y="673"/>
                    <a:pt x="771" y="673"/>
                  </a:cubicBezTo>
                  <a:cubicBezTo>
                    <a:pt x="772" y="673"/>
                    <a:pt x="773" y="673"/>
                    <a:pt x="774" y="673"/>
                  </a:cubicBezTo>
                  <a:cubicBezTo>
                    <a:pt x="775" y="673"/>
                    <a:pt x="775" y="673"/>
                    <a:pt x="775" y="673"/>
                  </a:cubicBezTo>
                  <a:cubicBezTo>
                    <a:pt x="780" y="673"/>
                    <a:pt x="787" y="673"/>
                    <a:pt x="795" y="673"/>
                  </a:cubicBezTo>
                  <a:cubicBezTo>
                    <a:pt x="797" y="673"/>
                    <a:pt x="799" y="674"/>
                    <a:pt x="801" y="674"/>
                  </a:cubicBezTo>
                  <a:cubicBezTo>
                    <a:pt x="802" y="674"/>
                    <a:pt x="802" y="674"/>
                    <a:pt x="803" y="673"/>
                  </a:cubicBezTo>
                  <a:cubicBezTo>
                    <a:pt x="805" y="673"/>
                    <a:pt x="807" y="673"/>
                    <a:pt x="810" y="673"/>
                  </a:cubicBezTo>
                  <a:cubicBezTo>
                    <a:pt x="826" y="673"/>
                    <a:pt x="842" y="676"/>
                    <a:pt x="847" y="667"/>
                  </a:cubicBezTo>
                  <a:cubicBezTo>
                    <a:pt x="852" y="659"/>
                    <a:pt x="864" y="648"/>
                    <a:pt x="880" y="648"/>
                  </a:cubicBezTo>
                  <a:cubicBezTo>
                    <a:pt x="896" y="648"/>
                    <a:pt x="908" y="647"/>
                    <a:pt x="928" y="647"/>
                  </a:cubicBezTo>
                  <a:cubicBezTo>
                    <a:pt x="949" y="647"/>
                    <a:pt x="998" y="648"/>
                    <a:pt x="1005" y="641"/>
                  </a:cubicBezTo>
                  <a:cubicBezTo>
                    <a:pt x="1012" y="633"/>
                    <a:pt x="1031" y="625"/>
                    <a:pt x="1034" y="610"/>
                  </a:cubicBezTo>
                  <a:cubicBezTo>
                    <a:pt x="1038" y="595"/>
                    <a:pt x="1036" y="592"/>
                    <a:pt x="1042" y="581"/>
                  </a:cubicBezTo>
                  <a:cubicBezTo>
                    <a:pt x="1047" y="572"/>
                    <a:pt x="1048" y="437"/>
                    <a:pt x="1048" y="398"/>
                  </a:cubicBezTo>
                  <a:cubicBezTo>
                    <a:pt x="1047" y="398"/>
                    <a:pt x="1046" y="398"/>
                    <a:pt x="1045" y="397"/>
                  </a:cubicBezTo>
                  <a:cubicBezTo>
                    <a:pt x="1028" y="395"/>
                    <a:pt x="1014" y="397"/>
                    <a:pt x="1014" y="408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solidFill>
                <a:schemeClr val="bg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35020614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UK-Template_Beta_220616">
  <a:themeElements>
    <a:clrScheme name="Orange WHT Secondary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range">
      <a:majorFont>
        <a:latin typeface="Helvetica 75 Bold"/>
        <a:ea typeface=""/>
        <a:cs typeface=""/>
      </a:majorFont>
      <a:minorFont>
        <a:latin typeface="Helvetica 75 Bol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1600" dirty="0" smtClean="0">
            <a:solidFill>
              <a:srgbClr val="000000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wrap="none" lIns="0" tIns="0" rIns="0" bIns="0" rtlCol="0">
        <a:spAutoFit/>
      </a:bodyPr>
      <a:lstStyle>
        <a:defPPr>
          <a:defRPr sz="14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RA_Template_Beta_external_110816.potx" id="{096397F8-02DF-40E4-AEB9-88A0052F30F0}" vid="{AA36791E-F7D8-46B6-BCF9-C51758B3B43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e6c818a6-e1a0-4a6e-a969-20d857c5dc62}" enabled="1" method="Standard" siteId="{90c7a20a-f34b-40bf-bc48-b9253b6f5d20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309</TotalTime>
  <Words>79</Words>
  <Application>Microsoft Macintosh PowerPoint</Application>
  <PresentationFormat>Affichage à l'écran (16:9)</PresentationFormat>
  <Paragraphs>51</Paragraphs>
  <Slides>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10" baseType="lpstr">
      <vt:lpstr>Arial</vt:lpstr>
      <vt:lpstr>Calibri</vt:lpstr>
      <vt:lpstr>Helvetica 55 Roman</vt:lpstr>
      <vt:lpstr>Helvetica 75</vt:lpstr>
      <vt:lpstr>Helvetica 75 Bold</vt:lpstr>
      <vt:lpstr>HelveticaNeueLT Std</vt:lpstr>
      <vt:lpstr>Wingdings</vt:lpstr>
      <vt:lpstr>OUK-Template_Beta_220616</vt:lpstr>
      <vt:lpstr>Africa with  country names</vt:lpstr>
      <vt:lpstr>Africa without  country names</vt:lpstr>
    </vt:vector>
  </TitlesOfParts>
  <Company>Article10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David Smith</dc:creator>
  <cp:lastModifiedBy>COURTIAL Stephane COMM/MC</cp:lastModifiedBy>
  <cp:revision>27</cp:revision>
  <dcterms:created xsi:type="dcterms:W3CDTF">2016-08-11T14:02:28Z</dcterms:created>
  <dcterms:modified xsi:type="dcterms:W3CDTF">2024-11-08T12:59:58Z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OUK-Template_Beta_220616:5</vt:lpwstr>
  </property>
  <property fmtid="{D5CDD505-2E9C-101B-9397-08002B2CF9AE}" pid="3" name="ClassificationContentMarkingFooterText">
    <vt:lpwstr>Orange Restricted</vt:lpwstr>
  </property>
</Properties>
</file>